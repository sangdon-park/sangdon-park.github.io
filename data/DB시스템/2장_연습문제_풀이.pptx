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1194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476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5088636"/>
            <a:ext cx="9034272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EXERCISES &amp; SOLUTIONS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2장 연습문제 풀이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 관리 시스템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2286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004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21문항  |  객관식 14 + 단답형 1 + 서술형 6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박상돈 조교수  |  대전대학교 컴퓨터공학과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188720"/>
            <a:ext cx="1097280" cy="10972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589520" y="3200400"/>
            <a:ext cx="1097280" cy="1097280"/>
          </a:xfrm>
          <a:prstGeom prst="ellipse">
            <a:avLst/>
          </a:prstGeom>
          <a:solidFill>
            <a:srgbClr val="0891B2">
              <a:alpha val="2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A — 객관식 문제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18288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 Questions (Q1 ~ Q14)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73152" cy="14630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960120"/>
            <a:ext cx="7223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다음이 설명하는 파일 시스템의 문제점은 무엇인가?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"응용 프로그램이 파일에 직접 접근하여 데이터를 처리해야 하므로 파일의 데이터 구성 방법이나 물리적인 저장 구조에 맞게 응용 프로그램을 작성해야 하고, 파일의 구조가 변경되면 응용 프로그램도 함께 변경해야 한다."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6517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4360" y="278892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97280" y="2651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중복성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663440" y="26517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00600" y="278892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480060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303520" y="2651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변경성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347472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4360" y="361188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Text 18"/>
          <p:cNvSpPr/>
          <p:nvPr/>
        </p:nvSpPr>
        <p:spPr>
          <a:xfrm>
            <a:off x="59436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97280" y="3474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독립성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663440" y="347472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800600" y="361188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2"/>
          <p:cNvSpPr/>
          <p:nvPr/>
        </p:nvSpPr>
        <p:spPr>
          <a:xfrm>
            <a:off x="480060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303520" y="3474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종속성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중복성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5780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변경성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69164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184708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독립성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691640"/>
            <a:ext cx="3840480" cy="59436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828800"/>
            <a:ext cx="320040" cy="3200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25780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종속성  ✓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57200" y="2743200"/>
            <a:ext cx="8229600" cy="1784909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2743200"/>
            <a:ext cx="73152" cy="1784909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52928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97280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31520" y="3154680"/>
            <a:ext cx="7680960" cy="1281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④ — 데이터 종속성(Data Dependency)은 파일의 구조가 변경되면 응용 프로그램도 함께 변경해야 하는 문제입니다.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파일 시스템에서는 응용 프로그램이 파일의 물리적 구조에 직접 종속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DBMS는 데이터 독립성을 제공하여 이 문제를 해결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73152" cy="10972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96012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데이터베이스의 등장 이유로 보기 어려운 것은?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4360" y="242316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9728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사용자가 데이터를 공유해야 할 필요가 생겼다.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66344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00600" y="24231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480060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30352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데이터의 수시적인 구조 변경으로 응용 프로그램을 매번 수정하는 번거로움을 줄여보고 싶었다.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4360" y="324612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Text 18"/>
          <p:cNvSpPr/>
          <p:nvPr/>
        </p:nvSpPr>
        <p:spPr>
          <a:xfrm>
            <a:off x="5943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9728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데이터의 가용성 증가를 위해 중복을 허용하고 싶었다.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66344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800600" y="324612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2"/>
          <p:cNvSpPr/>
          <p:nvPr/>
        </p:nvSpPr>
        <p:spPr>
          <a:xfrm>
            <a:off x="48006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30352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물리적인 주소가 아닌 데이터 값에 의한 검색을 수행하고 싶었다.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사용자가 데이터를 공유해야 할 필요가 생겼다.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57800" y="91440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데이터의 수시적인 구조 변경으로 응용 프로그램을 매번 수정하는 번거로움을 줄여보고 싶었다.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691640"/>
            <a:ext cx="3840480" cy="59436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28800"/>
            <a:ext cx="320040" cy="3200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5156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데이터의 가용성 증가를 위해 중복을 허용하고 싶었다.  ✓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663440" y="169164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28032" y="184708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9" name="Text 16"/>
          <p:cNvSpPr/>
          <p:nvPr/>
        </p:nvSpPr>
        <p:spPr>
          <a:xfrm>
            <a:off x="4828032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25780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물리적인 주소가 아닌 데이터 값에 의한 검색을 수행하고 싶었다.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2743200"/>
            <a:ext cx="8229600" cy="186537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2743200"/>
            <a:ext cx="73152" cy="1865376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52928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97280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31520" y="3154680"/>
            <a:ext cx="768096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③ — 데이터베이스는 중복을 '최소화'하기 위해 등장했습니다. 중복을 허용하는 것은 오히려 파일 시스템의 문제점입니다.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①: 공유 필요성 → DB 등장 동기 ✓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②: 데이터 종속성 문제 해결 → DB 등장 동기 ✓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④: 내용 기반 참조 → DB 등장 동기 ✓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73152" cy="10972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960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 관리 시스템을 사용하는 것이 파일 시스템을 사용하는 것보다 더 적합한 경우는?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4360" y="242316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9728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데이터와 응용이 단순하고 변경이 거의 일어나지 않는 경우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66344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00600" y="24231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480060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30352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예약 시스템과 같이 최신 정보를 다수의 사용자가 공유해야 하는 경우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4360" y="324612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Text 18"/>
          <p:cNvSpPr/>
          <p:nvPr/>
        </p:nvSpPr>
        <p:spPr>
          <a:xfrm>
            <a:off x="5943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9728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응용 프로그램의 실시간 요구 사항이 엄격한 경우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66344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800600" y="324612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2"/>
          <p:cNvSpPr/>
          <p:nvPr/>
        </p:nvSpPr>
        <p:spPr>
          <a:xfrm>
            <a:off x="48006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30352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내장형 시스템과 같이 저장 용량이 제한된 경우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데이터와 응용이 단순하고 변경이 거의 일어나지 않는 경우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3840480" cy="59436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5156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25780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예약 시스템과 같이 최신 정보를 다수의 사용자가 공유해야 하는 경우  ✓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169164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1792" y="184708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5156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응용 프로그램의 실시간 요구 사항이 엄격한 경우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63440" y="169164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28032" y="184708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9" name="Text 16"/>
          <p:cNvSpPr/>
          <p:nvPr/>
        </p:nvSpPr>
        <p:spPr>
          <a:xfrm>
            <a:off x="4828032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25780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내장형 시스템과 같이 저장 용량이 제한된 경우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2743200"/>
            <a:ext cx="8229600" cy="185074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2743200"/>
            <a:ext cx="73152" cy="1850746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52928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97280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31520" y="3154680"/>
            <a:ext cx="7680960" cy="1347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② — DBMS는 다수의 사용자가 최신 데이터를 동시에 공유해야 할 때 가장 적합합니다.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①: 단순·변경 없음 → 파일 시스템으로 충분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③: 엄격한 실시간 → DBMS 오버헤드가 부담될 수 있음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④: 저장 용량 제한 → DBMS 자체가 리소스를 많이 사용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73152" cy="10972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96012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 관리 시스템에 대한 설명으로 거리가 먼 것은?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4360" y="242316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9728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시스템이 갖는 한계를 극복하기 위해 제안되었다.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66344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00600" y="24231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480060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30352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데이터베이스의 안정성을 유지하기 위해 사용자의 데이터 공유를 제한한다.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4360" y="324612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Text 18"/>
          <p:cNvSpPr/>
          <p:nvPr/>
        </p:nvSpPr>
        <p:spPr>
          <a:xfrm>
            <a:off x="5943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9728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데이터베이스의 구성, 접근 방법, 유지관리에 대한 모든 책임을 지고 있다.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66344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800600" y="324612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2"/>
          <p:cNvSpPr/>
          <p:nvPr/>
        </p:nvSpPr>
        <p:spPr>
          <a:xfrm>
            <a:off x="48006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30352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사용자가 데이터베이스를 편하게 사용할 수 있도록 지원하는 소프트웨어이다.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시스템이 갖는 한계를 극복하기 위해 제안되었다.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3840480" cy="59436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5156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25780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데이터베이스의 안정성을 유지하기 위해 사용자의 데이터 공유를 제한한다.  ✓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169164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1792" y="184708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5156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데이터베이스의 구성, 접근 방법, 유지관리에 대한 모든 책임을 지고 있다.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63440" y="169164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28032" y="184708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9" name="Text 16"/>
          <p:cNvSpPr/>
          <p:nvPr/>
        </p:nvSpPr>
        <p:spPr>
          <a:xfrm>
            <a:off x="4828032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25780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사용자가 데이터베이스를 편하게 사용할 수 있도록 지원하는 소프트웨어이다.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274320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2743200"/>
            <a:ext cx="73152" cy="20116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52928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97280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31520" y="3154680"/>
            <a:ext cx="7680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② — DBMS는 공유를 '제한'하는 것이 아니라 여러 사용자의 동시 공유를 '지원'합니다.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DBMS의 핵심 목적 중 하나가 바로 데이터 공유(concurrent sharing)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안정성은 동시성 제어(concurrency control)를 통해 유지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①, ③, ④는 DBMS에 대한 올바른 설명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73152" cy="10972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96012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 관리 시스템의 주요 기능이 아닌 것은?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4360" y="242316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9728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정의 기능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66344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00600" y="24231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480060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30352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조작 기능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4360" y="324612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Text 18"/>
          <p:cNvSpPr/>
          <p:nvPr/>
        </p:nvSpPr>
        <p:spPr>
          <a:xfrm>
            <a:off x="5943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9728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제어 기능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66344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800600" y="324612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2"/>
          <p:cNvSpPr/>
          <p:nvPr/>
        </p:nvSpPr>
        <p:spPr>
          <a:xfrm>
            <a:off x="48006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30352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절차 기능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정의 기능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5780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조작 기능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69164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184708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제어 기능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691640"/>
            <a:ext cx="3840480" cy="59436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828800"/>
            <a:ext cx="320040" cy="3200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25780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절차 기능  ✓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57200" y="2743200"/>
            <a:ext cx="8229600" cy="215798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2743200"/>
            <a:ext cx="73152" cy="215798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52928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97280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31520" y="3154680"/>
            <a:ext cx="768096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④ — DBMS의 3대 주요 기능은 정의(Definition), 조작(Manipulation), 제어(Control)입니다.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정의 기능: DB 구조 정의/수정 (DDL)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조작 기능: 데이터 삽입/삭제/수정/검색 (DML)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제어 기능: 무결성, 보안, 동시성 제어 (DCL)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'절차 기능'은 DBMS의 주요 기능에 포함되지 않음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73152" cy="14630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960120"/>
            <a:ext cx="7223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다음은 데이터베이스 관리 시스템의 주요 기능 중 무엇에 대한 설명인가?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"사용자 요구에 따라 데이터베이스에 저장된 데이터에 접근하여 삽입·삭제·수정·검색 연산을 정확하고 효율적으로 수행한다."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6517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4360" y="278892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97280" y="2651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정의 기능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663440" y="26517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00600" y="278892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480060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303520" y="2651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조작 기능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347472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4360" y="361188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Text 18"/>
          <p:cNvSpPr/>
          <p:nvPr/>
        </p:nvSpPr>
        <p:spPr>
          <a:xfrm>
            <a:off x="59436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97280" y="3474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제어 기능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663440" y="347472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800600" y="361188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2"/>
          <p:cNvSpPr/>
          <p:nvPr/>
        </p:nvSpPr>
        <p:spPr>
          <a:xfrm>
            <a:off x="480060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303520" y="3474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연산 기능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정의 기능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3840480" cy="59436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5156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25780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조작 기능  ✓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169164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1792" y="184708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5156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제어 기능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63440" y="169164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28032" y="184708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9" name="Text 16"/>
          <p:cNvSpPr/>
          <p:nvPr/>
        </p:nvSpPr>
        <p:spPr>
          <a:xfrm>
            <a:off x="4828032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25780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연산 기능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2743200"/>
            <a:ext cx="8229600" cy="202631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2743200"/>
            <a:ext cx="73152" cy="202631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52928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97280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31520" y="3154680"/>
            <a:ext cx="7680960" cy="152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② — 조작 기능(Manipulation)은 데이터의 삽입·삭제·수정·검색 연산을 수행하는 기능입니다.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DML(Data Manipulation Language)을 통해 구현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대표 명령어: SELECT, INSERT, UPDATE, DELETE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'연산 기능'이라는 용어는 DBMS의 공식 분류에 없음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73152" cy="10972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96012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 관리 시스템의 주요 기능인 제어 기능에 대한 설명으로 옳지 않은 것은?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4360" y="242316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9728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연산을 수행한 후에도 데이터의 일관성과 무결성을 유지한다.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66344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00600" y="24231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480060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30352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사용자가 데이터베이스에 동시에 접근하여 데이터를 처리할 수 있도록 제어한다.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4360" y="324612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Text 18"/>
          <p:cNvSpPr/>
          <p:nvPr/>
        </p:nvSpPr>
        <p:spPr>
          <a:xfrm>
            <a:off x="5943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9728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데이터베이스의 구조를 정의하거나 수정한다.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66344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800600" y="324612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2"/>
          <p:cNvSpPr/>
          <p:nvPr/>
        </p:nvSpPr>
        <p:spPr>
          <a:xfrm>
            <a:off x="48006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30352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정당한 사용자가 허가된 데이터에만 접근할 수 있도록 보안을 유지한다.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연산을 수행한 후에도 데이터의 일관성과 무결성을 유지한다.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5780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사용자가 데이터베이스에 동시에 접근하여 데이터를 처리할 수 있도록 제어한다.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691640"/>
            <a:ext cx="3840480" cy="59436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28800"/>
            <a:ext cx="320040" cy="3200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5156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데이터베이스의 구조를 정의하거나 수정한다.  ✓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663440" y="169164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28032" y="184708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9" name="Text 16"/>
          <p:cNvSpPr/>
          <p:nvPr/>
        </p:nvSpPr>
        <p:spPr>
          <a:xfrm>
            <a:off x="4828032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25780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정당한 사용자가 허가된 데이터에만 접근할 수 있도록 보안을 유지한다.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2571750"/>
            <a:ext cx="8229600" cy="2139239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2571750"/>
            <a:ext cx="73152" cy="2139239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650998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97280" y="261442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31520" y="3085719"/>
            <a:ext cx="7680960" cy="1464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③ — 'DB 구조를 정의하거나 수정'하는 것은 제어 기능이 아니라 정의 기능(DDL)</a:t>
            </a:r>
            <a:r>
              <a:rPr lang="en-US" sz="12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입니다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5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제어 기능의 핵심 역할: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① 무결성 유지 (데이터 정확성 보장)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② 동시성 제어 (다수 사용자의 동시 접근 관리)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③ 보안 유지 (접근 권한 관리)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④ 회복 (장애 시 데이터 복구)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73152" cy="10972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96012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 관리 시스템의 주요 기능과 거리가 먼 것은?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4360" y="242316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9728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 내용의 정확성과 안전성을 유지할 수 있는 제어 기능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66344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00600" y="24231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480060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30352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 구조를 정의할 수 있는 정의 기능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4360" y="324612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Text 18"/>
          <p:cNvSpPr/>
          <p:nvPr/>
        </p:nvSpPr>
        <p:spPr>
          <a:xfrm>
            <a:off x="5943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9728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데이터의 삽입, 삭제, 수정, 검색 연산을 수행할 수 있는 조작 기능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66344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800600" y="324612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2"/>
          <p:cNvSpPr/>
          <p:nvPr/>
        </p:nvSpPr>
        <p:spPr>
          <a:xfrm>
            <a:off x="48006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30352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 사용자를 통제하고 접근을 제어하는 보안 기능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 내용의 정확성과 안전성을 유지할 수 있는 제어 기능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5780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 구조를 정의할 수 있는 정의 기능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69164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184708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데이터의 삽입, 삭제, 수정, 검색 연산을 수행할 수 있는 조작 기능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691640"/>
            <a:ext cx="3840480" cy="59436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828800"/>
            <a:ext cx="320040" cy="3200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25780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 사용자를 통제하고 접근을 제어하는 보안 기능  ✓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57200" y="2743200"/>
            <a:ext cx="8229600" cy="174101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2743200"/>
            <a:ext cx="73152" cy="174101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52928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97280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31520" y="3154680"/>
            <a:ext cx="7680960" cy="1238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④ — '보안 기능'은 별도의 주요 기능이 아니라 제어 기능의 일부입니다.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DBMS의 3대 주요 기능: 정의, 조작, 제어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보안은 제어 기능에 포함되는 하위 기능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①(제어), ②(정의), ③(조작)은 모두 3대 주요 기능에 해당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73152" cy="14630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960120"/>
            <a:ext cx="7223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 관리 시스템의 주요 기능 중 모든 응용 프로그램들이 요구하는 데이터 구조를 지원하기 위해 데이터베이스에 저장될 데이터의 타입과 구조에 대한 정의, 이용 방식, 제약조건 등을 명시하는 것은?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6517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4360" y="278892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97280" y="2651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정의 기능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663440" y="26517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00600" y="278892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480060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303520" y="2651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조작 기능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347472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4360" y="361188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Text 18"/>
          <p:cNvSpPr/>
          <p:nvPr/>
        </p:nvSpPr>
        <p:spPr>
          <a:xfrm>
            <a:off x="59436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97280" y="3474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제어 기능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663440" y="347472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800600" y="361188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2"/>
          <p:cNvSpPr/>
          <p:nvPr/>
        </p:nvSpPr>
        <p:spPr>
          <a:xfrm>
            <a:off x="480060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303520" y="3474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절차 기능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840480" cy="59436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515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정의 기능  ✓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2803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1" name="Text 8"/>
          <p:cNvSpPr/>
          <p:nvPr/>
        </p:nvSpPr>
        <p:spPr>
          <a:xfrm>
            <a:off x="482803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25780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조작 기능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169164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1792" y="184708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5156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제어 기능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63440" y="169164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28032" y="184708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9" name="Text 16"/>
          <p:cNvSpPr/>
          <p:nvPr/>
        </p:nvSpPr>
        <p:spPr>
          <a:xfrm>
            <a:off x="4828032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25780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절차 기능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2743200"/>
            <a:ext cx="8229600" cy="1982419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2743200"/>
            <a:ext cx="73152" cy="1982419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52928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97280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31520" y="3154680"/>
            <a:ext cx="7680960" cy="1479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① — 정의 기능(Definition)은 DB에 저장될 데이터의 타입, 구조, 제약조건 등을 명시합니다.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DDL(Data Definition Language)을 사용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대표 명령어: CREATE TABLE, ALTER TABLE, DROP TABLE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스키마(Schema) 정의가 핵심 역할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73152" cy="10972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96012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 관리 시스템의 장점으로 보기 어려운 것은?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4360" y="242316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9728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중복을 통제할 수 있다.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66344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00600" y="24231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480060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30352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보안이 향상된다.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4360" y="324612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Text 18"/>
          <p:cNvSpPr/>
          <p:nvPr/>
        </p:nvSpPr>
        <p:spPr>
          <a:xfrm>
            <a:off x="5943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9728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백업과 회복 방법이 간단하다.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66344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800600" y="324612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2"/>
          <p:cNvSpPr/>
          <p:nvPr/>
        </p:nvSpPr>
        <p:spPr>
          <a:xfrm>
            <a:off x="48006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30352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무결성을 유지할 수 있다.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중복을 통제할 수 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5780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보안이 향상된다.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691640"/>
            <a:ext cx="3840480" cy="59436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28800"/>
            <a:ext cx="320040" cy="3200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5156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백업과 회복 방법이 간단하다.  ✓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663440" y="169164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28032" y="184708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9" name="Text 16"/>
          <p:cNvSpPr/>
          <p:nvPr/>
        </p:nvSpPr>
        <p:spPr>
          <a:xfrm>
            <a:off x="4828032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25780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무결성을 유지할 수 있다.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2743200"/>
            <a:ext cx="8229600" cy="197510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2743200"/>
            <a:ext cx="73152" cy="197510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52928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97280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31520" y="3154680"/>
            <a:ext cx="768096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③ — '백업과 회복 방법이 간단하다'는 DBMS의 장점이 아니라 단점입니다.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DBMS는 장애 발생 시 회복이 '가능'하지만, 그 방법이 '간단'하지는 않음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복잡한 백업/회복 기법(로그 기반 회복 등)이 필요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①(중복 통제), ②(보안 향상), ④(무결성 유지)는 모두 DBMS의 장점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73152" cy="10972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96012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 관리 시스템의 단점으로 가장 적합한 것은?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4360" y="242316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9728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표준화가 어렵다.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66344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00600" y="24231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480060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30352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응용 프로그램의 개발 비용이 많이 든다.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4360" y="324612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Text 18"/>
          <p:cNvSpPr/>
          <p:nvPr/>
        </p:nvSpPr>
        <p:spPr>
          <a:xfrm>
            <a:off x="5943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9728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독립성을 확보하기 어렵다.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66344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800600" y="324612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2"/>
          <p:cNvSpPr/>
          <p:nvPr/>
        </p:nvSpPr>
        <p:spPr>
          <a:xfrm>
            <a:off x="48006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30352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백업과 회복 기법이 복잡하다.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A11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표준화가 어렵다.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5780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응용 프로그램의 개발 비용이 많이 든다.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69164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184708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독립성을 확보하기 어렵다.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691640"/>
            <a:ext cx="3840480" cy="59436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828800"/>
            <a:ext cx="320040" cy="3200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25780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백업과 회복 기법이 복잡하다.  ✓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57200" y="2743200"/>
            <a:ext cx="8229600" cy="203362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2743200"/>
            <a:ext cx="73152" cy="2033626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52928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97280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31520" y="3154680"/>
            <a:ext cx="7680960" cy="1530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④ — DBMS의 대표적 단점은 백업/회복의 복잡성, 높은 비용, 중앙 집중 관리의 취약점입니다.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①: 표준화는 DBMS의 장점 (표준화 가능)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②: 응용 프로그램 개발 비용은 오히려 줄어듦 (장점)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③: 데이터 독립성 확보는 DBMS의 장점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④: 백업/회복이 복잡 → DBMS의 대표적 단점 ✓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73152" cy="14630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960120"/>
            <a:ext cx="7223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다음과 같은 특성이 있는 데이터베이스 관리 시스템의 유형은?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"데이터베이스를 노드와 간선을 이용한 그래프 형태로 구성하는 데이터 모델을 사용한다. 데이터베이스의 구조가 복잡하고 변경이 어렵다는 단점이 있다."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6517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4360" y="278892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97280" y="2651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DBMS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663440" y="26517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00600" y="278892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480060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303520" y="2651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계층 DBMS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347472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4360" y="361188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Text 18"/>
          <p:cNvSpPr/>
          <p:nvPr/>
        </p:nvSpPr>
        <p:spPr>
          <a:xfrm>
            <a:off x="59436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97280" y="3474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DBMS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663440" y="347472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800600" y="361188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2"/>
          <p:cNvSpPr/>
          <p:nvPr/>
        </p:nvSpPr>
        <p:spPr>
          <a:xfrm>
            <a:off x="480060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303520" y="3474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객체지향 DBMS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A12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840480" cy="59436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515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DBMS  ✓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2803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1" name="Text 8"/>
          <p:cNvSpPr/>
          <p:nvPr/>
        </p:nvSpPr>
        <p:spPr>
          <a:xfrm>
            <a:off x="482803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25780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계층 DBMS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169164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1792" y="184708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5156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DBMS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63440" y="169164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28032" y="184708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9" name="Text 16"/>
          <p:cNvSpPr/>
          <p:nvPr/>
        </p:nvSpPr>
        <p:spPr>
          <a:xfrm>
            <a:off x="4828032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25780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객체지향 DBMS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2743200"/>
            <a:ext cx="8229600" cy="20848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2743200"/>
            <a:ext cx="73152" cy="2084832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52928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97280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31520" y="3154680"/>
            <a:ext cx="768096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① — 네트워크 DBMS는 그래프(노드+간선) 형태로 데이터를 구성하는 1세대 DBMS입니다.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네트워크 DBMS: 그래프 구조 (다대다 관계 표현 가능)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계층 DBMS: 트리 구조 (부모-자식 관계)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둘 다 구조가 복잡하고 변경이 어려운 단점 존재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대표 제품: IDS(Integrated Data Store)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73152" cy="10972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96012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다음은 어떤 유형의 데이터베이스 관리 시스템으로 분류할 수 있는가?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오라클, MS SQL 서버, 액세스, 인포믹스, MySQL, 마리아DB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4360" y="242316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9728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DBMS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66344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00600" y="24231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480060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30352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계층 DBMS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4360" y="324612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Text 18"/>
          <p:cNvSpPr/>
          <p:nvPr/>
        </p:nvSpPr>
        <p:spPr>
          <a:xfrm>
            <a:off x="5943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9728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DBMS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66344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800600" y="324612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2"/>
          <p:cNvSpPr/>
          <p:nvPr/>
        </p:nvSpPr>
        <p:spPr>
          <a:xfrm>
            <a:off x="48006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30352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객체지향 DBMS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A13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DBMS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5780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계층 DBMS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691640"/>
            <a:ext cx="3840480" cy="59436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28800"/>
            <a:ext cx="320040" cy="3200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5156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DBMS  ✓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663440" y="169164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28032" y="184708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9" name="Text 16"/>
          <p:cNvSpPr/>
          <p:nvPr/>
        </p:nvSpPr>
        <p:spPr>
          <a:xfrm>
            <a:off x="4828032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25780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객체지향 DBMS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2743200"/>
            <a:ext cx="8229600" cy="199705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2743200"/>
            <a:ext cx="73152" cy="199705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52928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97280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31520" y="3154680"/>
            <a:ext cx="7680960" cy="1494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③ — 모두 관계 DBMS(RDBMS)입니다. 현재 가장 널리 사용되는 DBMS 유형입니다.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관계 DBMS: 테이블(릴레이션) 기반의 데이터 모델 사용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SQL을 통해 데이터를 조작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2세대 DBMS로 E.F. Codd가 1970년에 제안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시장 점유율 1위: Oracle, 2위: MySQL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73152" cy="10972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96012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NoSQL에 대한 설명으로 옳지 않은 것은?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4360" y="242316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9728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only SQL의 약자이다.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66344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00600" y="24231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480060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30352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비정형 데이터를 저장하고 처리하기 위해 데이터 구조를 미리 정해두지 않는 유연한 데이터 모델을 지원한다.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4360" y="324612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Text 18"/>
          <p:cNvSpPr/>
          <p:nvPr/>
        </p:nvSpPr>
        <p:spPr>
          <a:xfrm>
            <a:off x="5943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9728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데이터의 안정성과 일관성 유지를 위한 다양한 기능을 지원한다.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66344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800600" y="324612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2"/>
          <p:cNvSpPr/>
          <p:nvPr/>
        </p:nvSpPr>
        <p:spPr>
          <a:xfrm>
            <a:off x="48006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30352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DBMS와는 다른 비관계형 DBMS이다.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A14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only SQL의 약자이다.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5780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비정형 데이터를 저장하고 처리하기 위해 데이터 구조를 미리 정해두지 않는 유연한 데이터 모델을 지원한다.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691640"/>
            <a:ext cx="3840480" cy="59436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28800"/>
            <a:ext cx="320040" cy="3200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5156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데이터의 안정성과 일관성 유지를 위한 다양한 기능을 지원한다.  ✓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663440" y="169164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28032" y="184708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9" name="Text 16"/>
          <p:cNvSpPr/>
          <p:nvPr/>
        </p:nvSpPr>
        <p:spPr>
          <a:xfrm>
            <a:off x="4828032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25780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DBMS와는 다른 비관계형 DBMS이다.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2743200"/>
            <a:ext cx="8229600" cy="225308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2743200"/>
            <a:ext cx="73152" cy="2253082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52928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97280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31520" y="3154680"/>
            <a:ext cx="7680960" cy="1750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③ — NoSQL은 오히려 안정성·일관성 유지 기능을 '제외'시키고, 유연성과 확장성에 초점을 둡니다.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NoSQL의 핵심 특징: 유연한 스키마, 뛰어난 확장성, 고성능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안정성·일관성(ACID)은 관계 DBMS의 강점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NoSQL은 대신 BASE(Basically Available, Soft-state, Eventually Consistent) 모델 사용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B — 단답형 문제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18288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 Question (Q15)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73152" cy="16459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960120"/>
            <a:ext cx="7223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데이터를 파일로 관리하기 위해 파일을 생성·삭제·수정·검색하는 기능을 제공하는 소프트웨어를 무엇이라 하는가?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A15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73152" cy="11887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24128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987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시스템 (File System)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286000"/>
            <a:ext cx="82296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286000"/>
            <a:ext cx="73152" cy="22860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9572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97280" y="2359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31520" y="2697480"/>
            <a:ext cx="7680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시스템은 운영체제에서 파일을 관리하기 위한 소프트웨어입니다.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파일의 생성, 삭제, 수정, 검색 기능 제공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응용 프로그램마다 별도의 파일을 유지 → 데이터 중복·종속 문제 발생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이러한 한계를 극복하기 위해 DBMS가 등장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C — 서술형 문제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18288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 Questions (Q16 ~ Q21)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73152" cy="16459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960120"/>
            <a:ext cx="7223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시스템의 문제점을 설명하시오.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A16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73152" cy="201168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24128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987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137160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데이터 중복성: 같은 데이터가 여러 파일에 중복 저장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데이터 종속성: 파일 구조 변경 시 응용 프로그램도 함께 변경 필요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동시 공유·보안·회복 기능 부족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응용 프로그램 개발의 어려움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3108960"/>
            <a:ext cx="8229600" cy="17602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3108960"/>
            <a:ext cx="73152" cy="17602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21868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97280" y="31821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31520" y="3520440"/>
            <a:ext cx="768096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시스템의 4가지 주요 문제점: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중복성: 응용 프로그램마다 파일 유지 → 데이터 불일치 위험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종속성: 파일 구조에 프로그램이 직접 종속 → 유지보수 비용 증가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동시 공유 부족: 여러 사용자의 동시 접근 제어 미비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개발 난이도: 파일 I/O를 직접 처리해야 하므로 개발 복잡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73152" cy="16459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960120"/>
            <a:ext cx="7223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 관리 시스템이 무엇인지 설명하시오.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A17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24128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987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조직에 필요한 데이터를 데이터베이스에 통합하여 저장하고 이에 대한 관리를 집중적으로 담당하는 </a:t>
            </a:r>
            <a:r>
              <a:rPr lang="en-US" sz="1300" b="1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소프트웨어이다</a:t>
            </a: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300" b="1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응용</a:t>
            </a: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프로그램을 대신하여 데이터의 검색·삽입·삭제·수정을 가능하게 하고, 모든 응용 프로그램이 데이터베이스를 공유할 수 있게 한다.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468880"/>
            <a:ext cx="8229600" cy="25786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468880"/>
            <a:ext cx="73152" cy="257860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57860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97280" y="2542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31520" y="2880360"/>
            <a:ext cx="7680960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DBMS의 핵심 역할: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데이터 통합 저장: 중복을 최소화하여 하나의 DB로 관리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중재자 역할: 응용 프로그램과 DB 사이에서 데이터 접근을 중재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공유 지원: 여러 응용 프로그램이 동일한 DB를 공유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대표 예: Oracle, MySQL, PostgreSQL, MongoDB</a:t>
            </a:r>
            <a:endParaRPr lang="en-US" sz="11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73152" cy="16459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960120"/>
            <a:ext cx="7223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 관리 시스템의 세 가지 주요 기능을 설명하시오.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A18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73152" cy="169164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24128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987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1371600"/>
            <a:ext cx="7680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정의 기능: DB 구조를 정의하거나 수정 (DDL)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조작 기능: 데이터 검색·삽입·삭제·수정 연산 수행 (DML)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제어 기능: 데이터를 항상 정확하고 안전하게 유지 (DCL)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788920"/>
            <a:ext cx="82296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788920"/>
            <a:ext cx="73152" cy="22860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9864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97280" y="2862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31520" y="3200400"/>
            <a:ext cx="7680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3대 기능과 언어 매핑: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정의(Definition) → DDL: CREATE, ALTER, DROP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조작(Manipulation) → DML: SELECT, INSERT, UPDATE, DELETE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제어(Control) → DCL: GRANT, REVOKE + 무결성, 동시성 제어, 회복</a:t>
            </a:r>
            <a:endParaRPr lang="en-US" sz="11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73152" cy="16459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960120"/>
            <a:ext cx="7223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 관리 시스템을 사용함으로써 얻게 되는 장점을 설명하시오.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A19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73152" cy="169164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24128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987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1371600"/>
            <a:ext cx="7680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데이터 중복 통제  ② 데이터 독립성 확보  ③ 동시 공유 가능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데이터 보안 향상  ⑤ 무결성 유지  ⑥ 표준화 가능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장애 시 회복 가능  ⑧ 응용 프로그램 개발 비용 절감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788920"/>
            <a:ext cx="8229600" cy="287121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788920"/>
            <a:ext cx="73152" cy="2871216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9864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97280" y="2862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31520" y="3200400"/>
            <a:ext cx="7680960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8가지 장점 요약: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중복 통제: 통합 DB로 불필요한 중복 제거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독립성: 데이터 구조 변경 시 프로그램 수정 불필요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동시 공유: 여러 사용자가 동시에 같은 데이터 사용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보안·무결성·표준화·회복: 제어 기능으로 보장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비용 절감: 데이터 관리를 DBMS가 대행</a:t>
            </a:r>
            <a:endParaRPr lang="en-US" sz="11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73152" cy="21488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960120"/>
            <a:ext cx="7223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다음이 설명하는 데이터베이스 관리 시스템의 유형은?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"관계 DBMS의 장점과 NoSQL의 확장성 및 유연성을 모두 지원한다. 대표적으로 구글 스패너, 볼트DB, 누오DB 등이 이에 해당한다."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73152" cy="11887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24128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987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NewSQL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286000"/>
            <a:ext cx="82296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286000"/>
            <a:ext cx="73152" cy="22860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9572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97280" y="2359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31520" y="2697480"/>
            <a:ext cx="7680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NewSQL은 관계 DBMS와 NoSQL의 장점을 결합한 차세대 DBMS입니다.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관계 DBMS의 장점: SQL 지원, ACID 보장, 안정성·일관성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NoSQL의 장점: 뛰어난 확장성(scale-out), 유연한 데이터 모델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대표 제품: Google Spanner, VoltDB, NuoDB, CockroachDB</a:t>
            </a:r>
            <a:endParaRPr lang="en-US" sz="11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73152" cy="16459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960120"/>
            <a:ext cx="7223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NoSQL과 NewSQL의 특징을 설명하시오.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24128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987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NoSQL: 안정성·일관성 기능을 제외하고, 유연한 스키마와 뛰어난 확장성으로 비정형 데이터 처리에 적합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NewSQL: 관계 DBMS의 장점(SQL, ACID)과 NoSQL의 확장성·유연성을 모두 지원하여, 정형·비정형 데이터를 안정적이고 빠르게 처리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468880"/>
            <a:ext cx="8229600" cy="287121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468880"/>
            <a:ext cx="73152" cy="2871216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57860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97280" y="2542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31520" y="2880360"/>
            <a:ext cx="7680960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vs NewSQL 비교: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NoSQL: 유연한 스키마, 높은 확장성, BASE 모델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비정형 데이터에 적합 (예: MongoDB, Redis, Cassandra)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NewSQL: SQL + ACID + 확장성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정형+비정형 모두 처리 (예: Spanner, VoltDB)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RDBMS: SQL + ACID, 확장성은 제한적</a:t>
            </a:r>
            <a:endParaRPr lang="en-US" sz="11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82296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828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수고하셨습니다!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2장 </a:t>
            </a:r>
            <a:r>
              <a:rPr lang="en-US" sz="1600" i="1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연습문제</a:t>
            </a: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풀이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40480" y="3200400"/>
            <a:ext cx="146304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박상돈 조교수  |  대전대학교 컴퓨터공학과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840480"/>
            <a:ext cx="731520" cy="73152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7955280" y="731520"/>
            <a:ext cx="914400" cy="9144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2721</Words>
  <Application>Microsoft Office PowerPoint</Application>
  <PresentationFormat>화면 슬라이드 쇼(16:9)</PresentationFormat>
  <Paragraphs>567</Paragraphs>
  <Slides>47</Slides>
  <Notes>47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47</vt:i4>
      </vt:variant>
    </vt:vector>
  </HeadingPairs>
  <TitlesOfParts>
    <vt:vector size="52" baseType="lpstr">
      <vt:lpstr>맑은 고딕</vt:lpstr>
      <vt:lpstr>Arial</vt:lpstr>
      <vt:lpstr>Arial Black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2장 연습문제</dc:title>
  <dc:subject>PptxGenJS Presentation</dc:subject>
  <dc:creator>박상돈</dc:creator>
  <cp:lastModifiedBy>USER</cp:lastModifiedBy>
  <cp:revision>10</cp:revision>
  <dcterms:created xsi:type="dcterms:W3CDTF">2026-02-26T13:27:24Z</dcterms:created>
  <dcterms:modified xsi:type="dcterms:W3CDTF">2026-02-26T13:35:39Z</dcterms:modified>
</cp:coreProperties>
</file>