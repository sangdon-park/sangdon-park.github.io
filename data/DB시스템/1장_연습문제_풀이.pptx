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1972" autoAdjust="0"/>
  </p:normalViewPr>
  <p:slideViewPr>
    <p:cSldViewPr snapToGrid="0" snapToObjects="1">
      <p:cViewPr varScale="1">
        <p:scale>
          <a:sx n="79" d="100"/>
          <a:sy n="79" d="100"/>
        </p:scale>
        <p:origin x="1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326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박상돈입니다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데이터베이스 기본 개념을 배웠습니다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정의에 들어가는 네 가지 키워드가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네 가지 특징이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분류는 어떻게 하는지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내용들을 다뤘었죠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 연습문제 풀이를 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O/X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단답형이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서술형이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양이 꽤 되죠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지난 시간 내용을 잘 이해하셨다면 충분히 풀 수 있는 문제들입니다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수업의 목표는 두 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배운 내용을 문제를 통해 확실하게 복습하는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중간고사에서 어떤 유형의 문제가 나올 수 있는지 감을 잡는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연습문제들이 실제 시험 출제 유형과 거의 동일합니다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그러니까 오늘 수업 자체가 시험 대비라고 보시면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 방식을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문제를 읽어드리고 나서 잠깐 시간을 드릴 테니 스스로 풀어보세요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다음에 같이 정답을 확인하고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그것이 정답인지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선지는 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틀린지를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꼼꼼하게 해설하겠습니다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틀린 선지를 분석하는 것이 맞는 선지를 외우는 것보다 훨씬 공부가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시험에서는 함정 선지에 속아서 틀리는 경우가 대부분이니까요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전반부에 객관식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O/X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문항을 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쉬고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후반부에 단답형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문항과 서술형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문항을 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바로 시작합시다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A,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Q1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파트에서 다루는 주제는 크게 네 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배운 핵심 내용이 전부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문제로 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정보에 대한 설명으로 옳지 않은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선지를 읽겠습니다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정보를 구별하는 기준은 가공의 유무다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현실 세계에서 관찰이나 측정으로 수집한 사실이나 값이다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정보는 의사 결정에 활용하기 위해 데이터를 처리한 결과물이다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정보를 가공하면 데이터를 얻을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잠깐 시간을 드릴 테니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옳지 않은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고르는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번이 틀렸는지 설명하겠습니다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정보를 가공하면 데이터를 얻을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관계가 정반대로 뒤집혀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관계는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가공하면 정보를 얻을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정보로 가는 거지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정보에서 데이터로 가는 게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배운 흐름을 떠올려보세요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화살표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 처리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화살표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방향이 핵심입니다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닭고기라는 원재료를 가공하면 치킨이라는 결과물이 나오는 거지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치킨을 가공해서 닭고기를 만든다는 건 말이 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선지를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가공의 유무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데이터와 정보를 구별하는 기준이다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 안 된 건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가공된 건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 관찰이나 측정으로 수집한 사실이나 값이다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이것도 데이터의 정의 그대로입니다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정보는 의사 결정에 활용하기 위해 데이터를 처리한 결과물이다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이것도 정보의 정확한 정의입니다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문제에서 기억해야 할 핵심은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데이터에서 정보로의 방향성입니다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방향이 바뀌면 틀린 문장이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이렇게 방향을 슬쩍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바꿔놓는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함정 문제가 자주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차이를 고려했을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정보의 예로 가장 적합하지 않은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제품가격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베스트셀러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우수고객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월별 평균 주문금액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적합하지 않은 것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고르는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한번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제품가격입니다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문제가 꽤 중요합니다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데이터와 정보의 차이를 진짜로 이해했는지를 확인하는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제품가격이 왜 정보가 아니라 데이터일까요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제품가격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원이라는 건 가공 없이 그대로 수집된 원시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그냥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제품의 가격은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분석이나 가공이 들어간 게 없죠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반면에 나머지 세 개는 전부 데이터를 가공해서 만들어진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베스트셀러는 어떻게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만들어지냐면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판매 데이터가 쌓이면 그걸 집계합니다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제품별로 판매량을 합산하고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순위를 매깁니다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달 베스트셀러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위는 이 제품입니다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결론이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있던 판매 데이터를 집계하고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순위화하는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가공 과정을 거쳤으니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우수고객도 마찬가지입니다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고객의 구매 이력 데이터가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분석해서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고객은 지난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 이상 구매했고 월 평균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이상 방문했으니 우수고객으로 분류한다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판단을 내린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과정을 거쳤으니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월별 평균 주문금액은요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주문 금액이라는 데이터가 쌓이면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월별로 묶어서 평균을 계산한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월에 주문이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건이고 총 금액이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천만 원이면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주문금액은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계산을 거쳤으니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구분 기준을 다시 한번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값이 그대로 수집된 원시 값이면 데이터이고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원시 값을 분석하거나 집계하거나 계산해서 새로운 의미를 만들어낸 것이면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제품가격은 원시 값 그 자체이니까 데이터이고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세 개는 원시 데이터를 가공한 결과물이니까 정보입니다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구분이 시험에서 굉장히 자주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데이터에 해당하는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정보에 해당하는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형태로 나올 수 있으니까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가공이 들어갔느냐 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들어갔느냐를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기준으로 판단하는 연습을 해두세요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정의와 거리가 먼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exclusive data.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integrated data.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stored data.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operational data.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암기법을 알려드렸는데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기억나시나요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정의에 포함되는 네 가지 키워드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뭐라고 외웠죠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가지가 데이터베이스의 정의를 구성하는 키워드입니다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선지를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통합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저장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운영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개는 전부 데이터베이스 정의에 포함되는 키워드입니다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나와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 정의에 포함되는 것은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전용은 한 사람만 쓴다는 뜻이고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공유는 여러 사람이 같이 쓴다는 뜻이니까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정반대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핵심 존재 이유가 바로 여러 사용자가 데이터를 함께 쓸 수 있도록 하는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한 사람만 쓰는 데이터라면 굳이 데이터베이스를 만들 필요가 없어요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 파일 하나면 충분합니다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부서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같은 데이터를 동시에 활용해야 하니까 데이터베이스라는 시스템이 필요한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외웠으면 바로 풀 수 있는 쉬운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혹시 아직 안 외운 분은 지금이라도 외우세요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공통저운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설명이 주어지고 이 설명이 어떤 정의에 해당하는지 고르는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데이터의 중복을 최소화하고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통제가 가능한 중복만 허용한다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설명과 관련 있는 데이터베이스의 정의는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운영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저장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공유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통합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문제에서 핵심 키워드가 두 개 나왔습니다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중복을 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통제가 가능한 중복만 허용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두 가지를 읽는 순간 바로 통합 데이터를 떠올려야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 데이터가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뭐였죠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중복을 최소화한 통합된 데이터 집합입니다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지난 시간에 강조했던 포인트가 다시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제거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게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성능상의 이유로 의도적으로 허용하는 통제된 중복이 있을 수 있기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자주 조회되는 데이터를 검색 속도를 높이기 위해 일부러 복사해 놓는 경우가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알고 관리하는 통제된 중복이니까 괜찮습니다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되는 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의도하지 않은 불필요한 중복입니다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고객의 전화번호가 영업부에는 이렇게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고객지원부에는 저렇게 다르게 저장되어 있으면 그건 심각한 데이터 불일치를 일으키는 불필요한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통제가 가능한 중복만 허용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표현이 통합 데이터의 핵심 특징을 정확히 짚고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 이런 식으로 설명을 주고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정의에 해당하는가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형태로 나올 수 있으니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가지 키워드 각각의 핵심 설명을 연결해서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외워두세요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역시 설명을 주고 해당하는 정의를 고르는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조직을 운영하고 조직의 주요 기능을 수행하기 위해 꼭 필요한 데이터의 집합이다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설명과 관련 있는 데이터베이스의 정의는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운영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저장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공유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통합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조직을 운영하고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기능을 수행하기 위해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꼭 필요한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 표현이 전부 운영 데이터를 가리키는 키워드입니다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단어가 설명 안에 직접 들어가 있으니까 사실 힌트가 노출된 셈이죠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 데이터의 핵심은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조직이 기능하기 위해 반드시 있어야 하는 필수 데이터라는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임시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일시적인 메모 같은 건 운영 데이터가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은행에서 운영 데이터는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계좌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 내역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대출 기록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 없이는 은행 업무가 돌아가지 않으니까요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반면에 시스템 점검 중에 만든 테스트 계좌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직원이 메모해 둔 점심 메뉴 추천 목록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건 운영 데이터가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대학교의 운영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데이터는요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교수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강의 시간표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등록금 납부 기록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이것들이 없으면 대학교가 운영되지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문제를 연달아 풀어봤는데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설명을 주고 네 가지 키워드 중 고르기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유형이 시험에서 자주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키워드의 핵심 설명을 정확히 매칭할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공유는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함께 사용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 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 접근 가능한 매체에 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운영은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 기능에 필수적인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데이터베이스에 대한 설명으로 거리가 먼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조직의 고유한 업무를 수행하기 위해 반드시 필요한 데이터가 모여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컴퓨터가 접근할 수 있는 매체에 데이터를 저장한다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검색의 효율성을 위해 모든 데이터를 반드시 여러 개 중복해서 저장한다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공동으로 데이터를 소유하고 이용할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번을 다시 한번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읽어볼게요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검색의 효율성을 위해 모든 데이터를 반드시 여러 개 중복해서 저장한다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문제가 되는 부분이 두 군데입니다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데이터를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중복을 최소화하는 것이 원칙입니다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데이터를 중복 저장한다는 건 데이터베이스의 원칙과 정반대예요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오히려 모든 데이터를 불필요하게 중복 저장하는 것은 데이터베이스 이전의 파일 시스템이 가지고 있던 문제점입니다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시스템에서는 각 부서가 각자 파일을 만들어서 같은 데이터를 여러 번 저장했기 때문에 데이터 불일치 문제가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심각했거든요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바로 이 문제를 해결하기 위해 등장한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선지를 확인해보면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조직의 고유한 업무를 수행하기 위해 반드시 필요한 데이터가 모여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운영 데이터의 설명으로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컴퓨터가 접근할 수 있는 매체에 데이터를 저장한다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저장 데이터의 설명으로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공동으로 데이터를 소유하고 이용할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공유 데이터의 설명으로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문제에서 배워야 할 시험 전략이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선지에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반드시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극단적인 단어가 들어가 있으면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선지가 틀린 경우가 많습니다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세상에 예외 없는 규칙은 거의 없거든요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데이터베이스에서 중복은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완전히 제거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했었잖아요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데이터를 반드시 중복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하면 이건 틀릴 수밖에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극단적 표현이 보이면 의심부터 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특성과 거리가 먼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이번에는 정의가 아니라 특성을 묻는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정의의 네 가지 키워드와 특성의 네 가지를 혼동하면 안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real-time accessibility.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continuous evolution.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concurrent sharing.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location reference.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네 가지 특성은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뭐였죠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실시간 접근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네 가지입니다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선지를 보면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되어 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특성은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기반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기반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정반대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도서관 비유로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설명했었죠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기반 참조는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선반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책 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물리적 위치를 알아야 하는 방식이고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기반 참조는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컴퓨터 과학 관련 책 중에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이후 출판된 것 찾아주세요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원하는 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조건만 말하면 되는 방식입니다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당연히 후자입니다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학과 이퀄 컴퓨터공학과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데이터의 내용을 조건으로 검색하지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디스크의 몇 번 섹터 몇 번 블록에 있는지를 알아야 하는 건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문제도 함정이 단순합니다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바꿔놓은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핵심 단어 하나만 슬쩍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바꿔놓는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함정이 시험에서 정말 많이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선지를 읽을 때 글자 하나하나 정확하게 확인하는 습관을 들이세요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설명을 주고 해당하는 특성을 고르는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현실 세계의 상태를 정확히 반영하기 위해 데이터를 계속 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수정하여 현재의 정확한 데이터를 유지해야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설명과 관련 있는 데이터베이스의 특성은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실시간 접근성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내용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문제에서 핵심 키워드를 찾아봅시다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현재의 정확한 데이터를 유지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 표현이 전부 계속 변화를 가리킵니다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Continuous Evolution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데이터베이스가 정적이 아니라 동적이라는 뜻입니다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끊임없이 새 데이터가 들어오고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데이터가 수정되고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불필요한 데이터가 삭제되면서 항상 최신 상태를 유지해야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문제에서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나왔는데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이거 어디서 많이 들어보지 않았나요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삽입에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조회에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수정에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삭제에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언급했는데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조회인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포함한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가지 연산을 통해 데이터베이스가 동적으로 변화합니다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신입생이 입학하면 학생 데이터가 삽입되고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학생이 주소를 변경하면 데이터가 수정되고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폐강된 강좌는 데이터가 삭제됩니다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식으로 데이터가 현실 세계의 변화에 맞춰서 계속 업데이트되어야 하는 거죠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특성으로 옳지 않은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내용의 데이터를 여러 사람이 동시에 공용할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데이터의 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수정으로 내용이 계속적으로 변한다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수시로 이루어지는 사용자 질의에 대하여 실시간 처리로 응답할 수 있어야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참조는 저장되어 있는 데이터의 주소나 위치에 의해 이루어진다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문제와 같은 포인트를 묻고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내용 기반 참조이지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주소나 위치 기반 참조가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기반 참조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용어로 물었고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저장되어 있는 데이터의 주소나 위치에 의해 이루어진다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설명으로 물었습니다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표현만 다르지 같은 함정입니다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 설명은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데이터의 참조는 저장되어 있는 데이터의 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값에 의해 이루어진다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절이 바로 그 예시입니다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SELECT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이퀄 홍길동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데이터의 내용인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값으로 검색하지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데이터가 하드디스크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섹터에 있으니까 거기서 가져와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하지 않습니다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선지를 확인하면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동시 공유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실시간 접근성에 대한 설명으로 전부 맞습니다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가지 특성 중 세 가지가 맞는 설명으로 나오고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하나만 틀린 걸 찾는 거예요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계속 데이터베이스의 정의와 특성을 반복해서 물었습니다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개념을 다양한 형태로 물어보는 거죠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시험에서도 동일합니다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개념이라도 표현을 바꿔서 물어보면 헷갈릴 수 있으니까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문장을 외우는 게 아니라 개념 자체를 이해하고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여기서부터 주제가 바뀝니다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분류 문제가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비정형 데이터로 분류하기 어려운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CCTV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녹화 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회사의 인사 기록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SNS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활동 기록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회사의 인사 기록입니다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회사의 인사 기록이 왜 비정형 데이터가 아닌지 생각해봅시다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인사 기록에는 뭐가 들어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사원번호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입사일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급여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연락처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항목들이 정해진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테이블 형태로 깔끔하게 정리되어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행과 열로 구성된 표 형태의 데이터예요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관계형 데이터베이스에서 관리되는 전형적인 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나머지를 하나씩 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CCTV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녹화 영상은 영상 파일이죠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 파일에는 미리 정해진 행과 열 같은 구조가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이메일에는 보내는 사람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받는 사람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제목 같은 필드가 있어서 반정형처럼 보일 수도 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본문 자체는 자유 형식의 텍스트이고 첨부 파일도 다양하기 때문에 비정형 데이터로 분류됩니다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활동 기록은요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인스타그램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게시물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트위터 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댓글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것들은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동영상이 혼합된 자유 형태의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포인트를 짚겠습니다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정형인지 비정형인지를 판단할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정해진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행과 열로 된 표 형태로 관리되는가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기준으로 보면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인사 기록은 사원 테이블이라는 깔끔한 표 구조에 저장되니까 정형이고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영상이나 이메일 본문이나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글은 표 형태가 아니니까 비정형입니다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데이터 유형이 다른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문제는 네 개 중에 세 개는 같은 유형이고 하나만 다른 걸 찾는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올린 영화 관람 후기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물류창고 관리를 위해 온도와 습도를 시간별로 기록한 센서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통화 내용을 녹음한 음성파일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항공권 구매를 위한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챗봇과의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대화 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좀 생각해볼 만한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문제가 재미있는 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전부 비정형 데이터인데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번만 반정형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하나씩 왜 그런지 살펴봅시다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SNS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올린 영화 관람 후기는 자유 형식의 텍스트입니다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구조 없이 각자 마음대로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통화 녹음 음성파일은 오디오 파일입니다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행과 열 같은 구조가 당연히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챗봇과의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대화 내용은 자유로운 텍스트 형태의 대화 기록입니다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번은 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반정형일까요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물류창고 관리를 위해 온도와 습도를 시간별로 기록한 센서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 데이터는 보통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형식으로 기록됩니다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들면 이런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중괄호 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"2025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23.5,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습도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콜론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45.2,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중괄호 닫기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시간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습도라는 키가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각각에 대응하는 값이 있는 구조입니다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고정된 스키마는 없지만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내부에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값은 온도이고 저 값은 습도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구조 설명이 포함되어 있으니 반정형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문제에서 배울 점은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 데이터가 반정형이라는 것입니다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IoT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시대에 센서 데이터의 양이 폭발적으로 늘어나고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다루기 위해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데이터베이스를 많이 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트렌드와도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연결되는 중요한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범주형 데이터에 속하는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도서가격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판매부수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도서평점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도서장르가 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나머지가 왜 범주형이 아닌지를 하나씩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도서장르는 소설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에세이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자기계발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역사 같은 종류를 나타내는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소설이 에세이보다 크다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과학이 역사보다 높다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비교가 가능한가요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더하거나 빼는 산술 연산이 의미가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소설 더하기 시는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의미가 없죠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순서도 없고 연산도 안 되는 단순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분류값이니까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범주형 중에서도 명목형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도서가격은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15,000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35,000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값들은 숫자이고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 비교가 가능하고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평균을 구할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연속적인 값이기 때문에 수치형의 연속형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판매부수는요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있는 정수 값이죠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권을 팔 수는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수치형의 이산형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있으면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기억나시죠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도서평점은요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4.2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3.8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 비교가 가능하고 평균도 구할 수 있는 숫자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수치형의 연속형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도서가격은 수치형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도서장르는 범주형 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판매부수는 수치형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도서평점은 수치형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네 개 다 유형이 다릅니다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중에서 범주형에 해당하는 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도서장르뿐이에요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중 이산형 데이터에 속하는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멤버십 등급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기간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거주 지역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고객 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고객 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 데이터의 핵심이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뭐였죠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있는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고객 수는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몇 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 세면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소수점이 나올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150.7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명의 고객이 가입하는 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불가능하잖아요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선지를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고객 멤버십 등급은 골드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브론즈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값이죠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골드가 실버보다 높고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실버가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브론즈보다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범주형의 순서형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수치형이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가입 기간은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식이죠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연속적인 시간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데이터이니까 수치형의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고객 거주 지역은 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값이죠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순서가 있나요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서울이 부산보다 높다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분류값이니까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범주형의 명목형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문제가 좋은 이유는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개의 선지가 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이산형으로 네 가지 유형이 전부 나오기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멤버십 등급이 순서형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기간이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거주 지역이 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고객 수가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각각을 정확히 분류할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 마지막입니다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정성적 데이터와 정량적 데이터로 구분했을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데이터에 속하는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용어가 나왔습니다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Qualitative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Quantitative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범주형과 수치형을 다른 말로 표현한 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데이터가 범주형에 해당하고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 데이터가 수치형에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신문기사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강수량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습도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신문기사입니다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신문기사는 텍스트로 된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숫자로 표현하기 어렵죠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기사의 값은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할 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없잖아요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기사의 내용은 기자의 관점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서술이 담긴 텍스트이니까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데이터에 해당합니다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주가는 삼성전자 주가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원처럼 객관적인 숫자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강수량도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밀리미터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밀리미터처럼 측정된 숫자 값이니까 정량적입니다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습도도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퍼센트처럼 숫자로 표현되니까 정량적입니다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추가로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알아두실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것이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데이터는 저장하고 검색하고 분석하는 데 비용이 상대적으로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신문기사 같은 텍스트를 분석하려면 자연어 처리라는 복잡한 기술이 필요하거든요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반면에 정량적 데이터는 이미 숫자 형태이기 때문에 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분석의 비용이 상대적으로 적습니다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줄이면 평균이나 합계를 바로 구할 수 있으니까요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비용 차이도 시험에 나올 수 있는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 객관식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문항을 전부 풀었습니다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한번 정리하겠습니다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문항의 출제 패턴을 보면 크게 네 가지 주제로 나뉩니다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데이터와 정보의 차이가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Q1, Q2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나왔고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정의 네 가지 키워드가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Q3, Q4, Q5, Q6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나왔고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특성 네 가지가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Q7, Q8, Q9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나왔고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분류가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Q10, Q11, Q12, Q13, Q14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나왔습니다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중간고사에서도 이 네 가지 주제에서 골고루 출제됩니다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B, O/X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소문항이 네 개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특성에 대한 설명이 맞으면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틀리면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표시하시오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실시간으로 접근이 가능하다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변화가 허용되지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동시 공유가 가능하다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데이터는 주소로 참조된다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생각해보세요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하나씩 보겠습니다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실시간으로 접근이 가능하다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데이터베이스의 첫 번째 특성인 실시간 접근성 그대로입니다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사용자의 질의에 즉시 응답할 수 있어야 한다는 뜻이죠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변화가 허용되지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완전히 반대입니다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두 번째 특성이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삽입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삭제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수정을 통해 계속 변합니다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변화가 허용되지 않는 것이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오히려 끊임없이 변화해야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항상 최신 상태를 유지하는 것이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핵심이에요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동시 공유가 가능하다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특성인 동시 공유 그대로입니다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사용자가 동시에 같은 데이터를 이용할 수 있어야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소문항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데이터베이스의 데이터는 주소로 참조된다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 나왔죠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번에서도 나온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데이터베이스는 주소가 아닌 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값으로 참조됩니다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 기반 참조이지 위치 기반 참조가 아닙니다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정리하면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O, X, O, 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실계동내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네 가지 특성을 정확히 알고 있으면 바로 풀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변화가 허용되지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주소로 참조된다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특성의 핵심을 정반대로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뒤집어놓은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함정인데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유형이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O/X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자주 나옵니다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"~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"~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없다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부정형 표현이 나오면 특히 주의해서 읽으세요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여기까지가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전반부 내용입니다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O/X 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문항을 풀었습니다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쉬고 후반부에 단답형과 서술형을 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후반부 시작합니다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 C,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단답형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Q16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문항입니다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단답형은 빈칸이나 설명을 주고 해당하는 용어를 정확히 쓰는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용어의 한글 이름과 영어 이름을 둘 다 쓸 수 있으면 가장 좋습니다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설명에서 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각각 무엇인지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설명을 읽겠습니다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구조화된 형태에 따라 분류했을 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엑셀의 스프레드시트나 관계 데이터베이스의 테이블과 같이 미리 정해진 구조에 따라 저장된 데이터를 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소셜 데이터의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이미지와 같이 정해진 구조가 없이 저장된 데이터를 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Structured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비정형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Unstructured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설명의 핵심 키워드를 짚어보면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엑셀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관계 데이터베이스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정해진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키워드가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미리 정해진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스키마에 따라 행과 열로 저장되는 데이터는 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동그라미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정해진 구조가 없이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키워드가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없이 자유 형태로 저장되는 데이터는 비정형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한 가지 더 짚고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문제에서는 정형과 비정형만 물었지만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이 둘 사이에 반정형 데이터도 있다는 걸 기억하세요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구조화 정도에 따라 세 가지로 분류하면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구조화 정도가 높은 순서대로 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정형은 엑셀이나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RDBMS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테이블처럼 완전한 표 형태이고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XML, JSON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데이터 안에 구조 설명이 포함된 형태이고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비정형은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이미지처럼 구조가 전혀 없는 형태입니다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시험에서는 이 세 가지의 대표 예시를 물어볼 수 있으니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정형은 엑셀과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RDBMS,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반정형은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HTML, XML, JSON,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비정형은 텍스트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외워두세요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범주형 데이터 중에서도 어떤 유형의 데이터에 대한 설명인가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예시가 주어져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음식 메뉴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 색상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거주도시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명목형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Nominal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명목형인지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확인해봅시다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예시로 주어진 다섯 가지를 보면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성별은 남녀 사이에 순서가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A, B, O, AB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사이에 순서가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음식 메뉴는 짜장면이 짬뽕보다 높다는 개념이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제품 색상은 빨강이 파랑보다 우위라는 게 없고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거주도시는 서울이 부산보다 앞선다는 서열이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가지 전부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값들 사이에 순서가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종류를 구분하는 이름표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라벨 역할만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명목형과 순서형의 구분 기준은 딱 하나입니다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값들 사이에 순서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서열이 있느냐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없느냐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순서가 없으면 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순서가 있으면 순서형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학점은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높으니까 순서형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혈액형은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형보다 높다는 게 없으니까 명목형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구분하면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명목형 데이터에서 할 수 있는 건 빈도를 세는 것 정도입니다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반에서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몇 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형이 몇 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빈도를 집계하는 건 가능하지만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평균이나 합계 같은 산술 연산은 의미가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수치형 데이터 중에서도 어떤 유형의 데이터에 대한 설명인가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예시가 주어져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연속형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시간에 알려드린 구분법을 적용해봅시다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있으면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있으면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온도는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어떤가요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온도계로 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36.5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37.2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25.7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값 사이에 무한한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중간값이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존재합니다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36.5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36.6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사이에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36.51, 36.52, 36.521...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끝없이 있죠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길이는요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자로 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10.3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25.7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센티미터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있으니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몸무게는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체중계로 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68.3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킬로그램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72.5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킬로그램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시력은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시력 측정 기계로 잽니다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0.7, 1.2, 1.5.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연속적인 값입니다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연속형입니다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점수는요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조금 논란의 여지가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시험 점수가 정수만 가능하면 이산형으로 볼 수도 있거든요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일반적으로 교과서에서는 점수를 연속형으로 분류합니다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평균 점수를 계산하면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85.7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점처럼 소수점이 나올 수 있고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 자체가 측정의 결과이기 때문입니다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측정을 통해 얻는다는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이산형과 연속형의 구분이 시험에서 자주 나오니까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셀 수 있으면 이산형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잴 수 있으면 연속형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한 문장만 확실하게 기억해두세요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단답형 마지막입니다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정성적 데이터와 정량적 데이터로 구분했을 때 다음은 무엇에 대한 설명인가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설명을 읽겠습니다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매출액과 같이 객관적인 수치로 표현된 데이터로 저장하고 검색이나 분석 처리를 수행하는데 상대적으로 비용이 적게 든다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정답은 정량적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영어로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Quantitative Data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설명에서 핵심 키워드를 두 가지 찾을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객관적인 수치로 표현된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 데이터는 숫자로 표현할 수 있는 데이터입니다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재고량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매출액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전부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저장하고 검색이나 분석 처리를 수행하는데 상대적으로 비용이 적게 든다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부분이 아까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문제 해설에서 언급했던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 데이터는 이미 숫자 형태이기 때문에 데이터베이스에 저장하기도 쉽고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SQL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검색하기도 쉽고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평균이나 합계 같은 분석도 간단합니다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 정성적 데이터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신문기사나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 같은 건 자연어 처리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 마이닝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감성 분석 같은 복잡한 기술이 필요하기 때문에 처리 비용이 상대적으로 높습니다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차이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시험에서 서술형으로 나올 수도 있는 포인트입니다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데이터와 정량적 데이터의 처리 비용 차이를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설명하시오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문제가 나오면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정량적 데이터는 숫자로 표현되어 저장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비용이 상대적으로 낮고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 데이터는 텍스트나 의견 등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비숫자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형태여서 처리 비용이 상대적으로 높다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답하면 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&amp;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1장 연습문제 풀이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기본 개념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25문항  |  객관식 14 + OX 1 + 단답형 4 + 서술형 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8952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A — 객관식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Questions (Q1 ~ Q14)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정보에 대한 설명으로 옳지 않은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정보를 구별하는 기준은 가공의 유무다.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현실 세계에서 관찰이나 측정으로 수집한 사실이나 값이다.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정보는 의사 결정에 활용하기 위해 데이터를 처리한 결과물이다.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가공하면 데이터를 얻을 수 있다.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정보를 구별하는 기준은 가공의 유무다.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현실 세계에서 관찰이나 측정으로 수집한 사실이나 값이다.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정보는 의사 결정에 활용하기 위해 데이터를 처리한 결과물이다.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 가공하면 데이터를 얻을 수 있다.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89463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894637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391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데이터를 가공하면 정보를 얻을 수 있습니다. 반대로 '정보를 가공하면 데이터를 얻는다'는 관계가 뒤바뀐 잘못된 설명입니다.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데이터(Data) → [가공/처리] → 정보(Information)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'서울 기온 35°C' (데이터) → '폭염 경보 발령' (정보)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정보의 차이를 고려했을 때, 다음 중 정보의 예로 가장 적합하지 않은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제품가격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베스트셀러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우수고객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평균 주문금액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제품가격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베스트셀러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우수고객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평균 주문금액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98241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982419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47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'제품가격'은 가공 없이 그대로 수집된 원시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베스트셀러: 판매량 데이터를 집계·순위화한 정보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우수고객: 구매 이력 데이터를 분석하여 등급을 부여한 정보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월별 평균 주문금액: 주문 데이터를 월별로 평균 계산한 정보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제품가격: 개별 제품에 매겨진 값 자체 → 데이터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정의와 거리가 먼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데이터 (exclusive data)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 (integrated data)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 (stored data)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 (operational data)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데이터 (exclusive data)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 (integrated data)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 (stored data)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 (operational data)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0677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0677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0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데이터베이스의 4가지 정의는 공유 데이터(shared), 통합 데이터(integrated), 저장 데이터(stored), 운영 데이터(operational)입니다.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'전용 데이터(exclusive data)'는 데이터베이스의 정의에 포함되지 않습니다. 데이터베이스는 '전용'이 아니라 '공유(shared)' 데이터입니다.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설명과 관련 있는 데이터베이스의 정의는?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"데이터베이스는 데이터의 중복을 최소화하고, 통제가 가능한 중복만 허용한다."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데이터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데이터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3603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3603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33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통합 데이터(Integrated Data)는 데이터의 중복을 최소화한 데이터의 집합을 의미합니다.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완전히 중복을 제거하는 것이 아니라 '통제된 중복(controlled redundancy)'만 허용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같은 데이터가 여러 곳에 불필요하게 중복 저장되는 것을 방지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일관성(consistency) 유지에 핵심적인 역할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설명과 관련 있는 데이터베이스의 정의는?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"데이터베이스는 조직을 운영하고 조직의 주요 기능을 수행하기 위해 꼭 필요한 데이터의 집합이다."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데이터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데이터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데이터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데이터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0436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0436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운영 데이터(Operational Data)는 조직의 주요 기능을 수행하기 위해 반드시 필요한 데이터를 의미합니다.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단순히 보관 목적이 아닌, 조직 운영에 필수적인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은행의 고객 계좌 정보, 대학의 학생 수강 정보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일시적으로 필요하거나 단순 보관 데이터는 운영 데이터가 아님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데이터베이스에 대한 설명으로 거리가 먼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조직의 고유한 업무를 수행하기 위해 반드시 필요한 데이터가 모여 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컴퓨터가 접근할 수 있는 매체에 데이터를 저장한다.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검색의 효율성을 위해 모든 데이터를 반드시 여러 개 중복해서 저장한다.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공동으로 데이터를 소유하고 이용할 수 있다.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조직의 고유한 업무를 수행하기 위해 반드시 필요한 데이터가 모여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컴퓨터가 접근할 수 있는 매체에 데이터를 저장한다.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검색의 효율성을 위해 모든 데이터를 반드시 여러 개 중복해서 저장한다.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사용자가 공동으로 데이터를 소유하고 이용할 수 있다.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9385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데이터베이스는 '통합 데이터'로서 중복을 최소화합니다.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'모든 데이터를 반드시 중복 저장한다'는 것은 오히려 파일 시스템의 문제점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DB는 중복을 최소화하고, 필요한 경우 통제된 중복만 허용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①은 운영 데이터, ②는 저장 데이터, ④는 공유 데이터에 해당하는 올바른 설명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특성과 거리가 먼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접근성 (real-time accessibility)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변화 (continuous evolution)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공유 (concurrent sharing)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기반 참조 (location reference)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접근성 (real-time accessibility)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변화 (continuous evolution)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공유 (concurrent sharing)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기반 참조 (location reference)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0677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0677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03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데이터베이스의 4가지 특성은 실시간 접근성, 계속 변화, 동시 공유, 내용 기반 참조입니다.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'위치 기반 참조'가 아니라 '내용 기반 참조(content reference)'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데이터의 물리적 위치(주소)가 아닌, 데이터 값(내용)을 기준으로 참조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WHERE 학과 = '컴퓨터공학과' ← 내용(값)으로 검색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설명과 관련 있는 데이터베이스의 특성은?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"데이터베이스는 현실 세계의 상태를 정확히 반영하기 위해 데이터를 계속 삽입·삭제·수정하여 현재의 정확한 데이터를 유지해야 한다."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788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접근성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7889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변화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공유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기반 참조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접근성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변화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공유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기반 참조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482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4825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계속 변화(Continuous Evolution)는 데이터베이스가 동적으로 변한다는 특성입니다.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삽입(Insert), 삭제(Delete), 수정(Update)을 통해 항상 최신 상태 유지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현실 세계의 변화를 정확히 반영해야 함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학생이 수강 신청 → 수강 데이터 삽입 / 졸업 → 데이터 갱신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특성으로 옳지 않은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내용의 데이터를 여러 사람이 동시에 공용할 수 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데이터베이스는 데이터의 삽입, 삭제, 수정으로 내용이 계속적으로 변한다.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수시로 이루어지는 사용자 질의에 대하여 실시간 처리로 응답할 수 있어야 한다.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참조는 저장되어 있는 데이터의 주소나 위치에 의해 이루어진다.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내용의 데이터를 여러 사람이 동시에 공용할 수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데이터베이스는 데이터의 삽입, 삭제, 수정으로 내용이 계속적으로 변한다.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수시로 이루어지는 사용자 질의에 대하여 실시간 처리로 응답할 수 있어야 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참조는 저장되어 있는 데이터의 주소나 위치에 의해 이루어진다.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6529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65299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62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데이터베이스는 '내용 기반 참조'이지, '주소/위치 기반 참조'가 아닙니다.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데이터의 물리적 주소가 아닌, 데이터의 내용(값)으로 참조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SELECT * FROM 학생 WHERE 이름 = '홍길동'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저장 위치가 아닌 '이름' 값으로 검색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①은 동시 공유, ②는 계속 변화, ③은 실시간 접근성으로 모두 올바른 설명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비정형 데이터로 분류하기 어려운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녹화 영상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회사의 인사 기록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활동 기록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녹화 영상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회사의 인사 기록  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활동 기록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4825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4825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③ — 회사의 인사 기록은 정형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인사 기록: 사원번호, 이름, 부서, 직급 등 정해진 구조(테이블)에 저장 → 정형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CCTV 영상: 영상 파일 → 비정형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이메일: 텍스트 + 첨부파일이 혼합된 → 비정형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SNS 활동: 텍스트, 이미지, 동영상 혼합 → 비정형 데이터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데이터 유형이 다른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SNS에 올린 영화 관람 후기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물류창고 관리를 위해 온도와 습도를 시간별로 기록한 센서 데이터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 내용을 녹음한 음성파일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항공권 구매를 위한 챗봇과의 대화 내용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SNS에 올린 영화 관람 후기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물류창고 관리를 위해 온도와 습도를 시간별로 기록한 센서 데이터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 내용을 녹음한 음성파일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항공권 구매를 위한 챗봇과의 대화 내용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0436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0436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센서 데이터는 반정형 데이터이고, 나머지는 비정형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센서 데이터: 시간별 온도·습도 값이 일정한 구조로 기록 → 반정형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(JSON, XML 등의 형식으로 구조 정보를 함께 포함)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SNS 후기, 음성파일, 챗봇 대화: 정해진 구조 없이 자유로운 형식 → 비정형 데이터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범주형 데이터에 속하는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도서가격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도서장르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판매부수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도서평점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도서가격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51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도서장르  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판매부수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도서평점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3603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3603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33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② — 도서장르(소설, 시, 에세이 등)는 범주(카테고리)를 나타내는 범주형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도서가격: 숫자 값으로 크기 비교·연산 가능 → 수치형(연속형)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도서장르: 종류를 나타내는 분류 값 → 범주형(명목형)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판매부수: 개수를 세는 정수 값 → 수치형(이산형)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도서평점: 숫자 값으로 크기 비교 가능 → 수치형(연속형)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이산형 데이터에 속하는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멤버십 등급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기간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거주 지역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고객 수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멤버십 등급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기간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거주 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고객 수  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13603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13603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633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④ — 가입 고객 수는 셀 수 있는 정수 값으로 이산형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이산형 데이터: 셀 수 있는(countable) 정수 값 (예: 고객 수, 주문 건수)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멤버십 등급: 골드/실버/브론즈 → 범주형(순서형)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가입 기간: 연속적인 시간 값 → 수치형(연속형)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거주 지역: 서울/부산 등 분류 → 범주형(명목형)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정성적 데이터와 정량적 데이터로 구분했을 때, 정성적 데이터에 속하는 것은?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신문기사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24231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0352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강수량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습도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신문기사  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28032" y="106984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828032" y="106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914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강수량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3840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28032" y="1847088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8229600" cy="206288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206288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3154680"/>
            <a:ext cx="7680960" cy="155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① — 신문기사는 텍스트로 된 정성적(Qualitative) 데이터입니다.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정성적 데이터: 수치로 표현하기 어려운 데이터 (텍스트, 의견, 감상 등)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저장·분석 처리 비용이 상대적으로 높음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정량적 데이터: 객관적 수치로 표현된 데이터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주가, 강수량, 습도는 모두 숫자로 측정 가능한 정량적 데이터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B — OX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(Q15)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특성에 대한 설명이 맞으면 ○, 틀리면 ×를 표시하시오.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데이터베이스는 실시간으로 접근이 가능하다.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1600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8600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86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데이터베이스는 변화가 허용되지 않는다.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4231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0" y="24231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108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데이터베이스는 동시 공유가 가능하다.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2461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324612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3192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319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데이터베이스의 데이터는 주소로 참조된다.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49440" y="40690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89520" y="40690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96012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9326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데이터베이스는 실시간으로 접근이 가능하다.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실시간 접근성 — 사용자의 질의에 즉시 응답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19202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18928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데이터베이스는 변화가 허용되지 않는다.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계속 변화 — 삽입·삭제·수정으로 항상 최신 상태 유지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28803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28529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데이터베이스는 동시 공유가 가능하다.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218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동시 공유 — 여러 사용자가 동시에 같은 데이터 이용 가능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9476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84048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813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데이터베이스의 데이터는 주소로 참조된다.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178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내용 기반 참조 — 주소가 아닌 데이터 값(내용)으로 참조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C — 단답형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Questions (Q16 ~ Q19)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28575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2857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2766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설명에서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B가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각각 무엇인지 답하시오.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구조화된 형태에 따라 분류했을 때, 엑셀의 스프레드시트나 관계 데이터베이스의 테이블과 같이 미리 정해진 구조에 따라 저장된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A라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한다. 그리고 소셜 데이터의 텍스트, 영상, 이미지와 같이 정해진 구조가 없이 저장된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B라</a:t>
            </a: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정형 데이터 (Structured Data)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비정형 데이터 (Unstructured Data)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88036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구조화 정도에 따라 세 가지로 분류됩니다.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정형 데이터: 미리 정해진 구조(스키마)에 따라 저장 (예: 엑셀, RDBMS 테이블)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반정형 데이터: 구조 정보가 데이터 내에 포함 (예: HTML, XML, JSON)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비정형 데이터: 정해진 구조 없이 저장 (예: 텍스트, 영상, 이미지)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687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687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다음은 범주형 데이터 중에서도 어떤 유형의 데이터에 대한 설명인가?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성별, 혈액형, 음식 메뉴, 제품 색상, 거주도시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명목형 데이터 (Nominal Data)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명목형 데이터는 단순히 분류·구분을 위한 이름이나 라벨을 나타내는 데이터입니다.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순서나 크기 관계가 없음 (서울 &gt; 부산 같은 비교 불가)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빈도 계산은 가능하지만, 산술 연산은 불가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비교: 순서형 데이터(학점 A &gt; B, 만족도 상 &gt; 중 &gt; 하)는 순서 관계가 존재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다음은 수치형 데이터 중에서도 어떤 유형의 데이터에 대한 설명인가?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온도, 길이, 몸무게, 시력, 점수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연속형 데이터 (Continuous Data)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연속형 데이터는 연속적인 범위 내에서 어떤 값이든 가질 수 있는 데이터입니다.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소수점 이하의 값도 의미가 있음 (예: 36.5°C, 172.3cm)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측정(measurement)을 통해 얻음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비교: 이산형 데이터(학생 수, 판매 건수)는 셀 수 있는(countable) 정수 값만 가능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234315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234315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225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정성적 데이터와 정량적 데이터로 구분했을 때 다음은 무엇에 대한 설명인가?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"판매량, 재고량, 매출액과 같이 객관적인 수치로 표현된 데이터로 저장하고 검색이나 분석 처리를 수행하는데 상대적으로 비용이 적게 든다."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데이터 (Quantitative Data)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정량적 데이터는 객관적인 수치(숫자)로 표현할 수 있는 데이터입니다.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저장·검색·분석의 처리 비용이 상대적으로 적음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판매량, 재고량, 매출액, 주가, 온도 등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반대로 정성적(Qualitative) 데이터는 텍스트·의견 등 수치화가 어렵고 처리 비용이 높음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D — 서술형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 Questions (Q20 ~ Q25)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정보의 차이를 설명하시오.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현실 세계에서 관찰이나 측정을 통해 수집한 사실이나 값이고, 정보는 데이터를 의사 결정에 활용할 수 있도록 처리한 결과물이다.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데이터와 정보의 차이는 가공의 유무이다.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88036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데이터(Data): 가공하지 않은 원시 상태의 사실·값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예: 개별 판매 기록 (제품A, 3개, 30,000원)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정보(Information): 데이터를 가공·처리한 결과물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예: 월별 매출 보고서, 베스트셀러 목록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핵심 관계: Data → [가공/처리] → Information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시스템이 무엇인지 설명하시오.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조직을 운영하기 위해 필요한 데이터를 수집하여 저장해 두었다가 필요할 때 처리하여 유용한 정보를 만들어 주는 수단이다.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시스템(Information System)의 핵심 구성: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수집 → 저장 → 처리 → 정보 생성 → 의사결정 지원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예시: 경영 정보 시스템(MIS), 의사 결정 지원 시스템(DSS)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정보 시스템의 핵심에는 데이터베이스가 존재합니다.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데이터베이스를 한 문장으로 정의하시오.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데이터베이스는 특정 조직의 여러 사용자들이 공유해서 사용할 수 있도록 통합해서 저장한 운영 데이터의 집합이다.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5786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5786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정의에 포함된 4가지 핵심 키워드: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공유 데이터(Shared Data): 여러 사용자가 함께 사용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통합 데이터(Integrated Data): 중복을 최소화하여 통합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저장 데이터(Stored Data): 컴퓨터가 접근 가능한 매체에 저장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운영 데이터(Operational Data): 조직 운영에 반드시 필요한 데이터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데이터베이스의 네 가지 특성을 설명하시오.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실시간 접근성: 사용자의 질의에 즉시 응답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계속 변화: 삽입·삭제·수정으로 항상 최신 상태 유지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동시 공유: 여러 사용자가 동시에 같은 데이터 이용 가능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내용 기반 참조: 데이터의 주소가 아닌 값(내용)으로 참조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82296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10896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520440"/>
            <a:ext cx="76809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접근성(Real-time Accessibility): 질의에 대해 실시간으로 응답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계속 변화(Continuous Evolution): 삽입(C)·조회(R)·수정(U)·삭제(D)로 동적 변화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 공유(Concurrent Sharing): 여러 사용자가 동시에 같은 데이터에 접근 가능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내용 기반 참조(Content Reference): 물리적 위치가 아닌 데이터 값으로 검색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예: WHERE 학과 = '컴퓨터공학과'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반정형 데이터에 대해 설명하시오.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구조에 따라 저장된 데이터이지만 정형 데이터와 달리 데이터 내용 안에 구조에 대한 설명이 함께 존재한다. 따라서 구조를 파악하는 파싱(parsing) 과정이 필요하다.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5786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73152" cy="25786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반정형 데이터(Semi-structured Data)의 특징: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+ 구조 설명이 함께 존재 (self-describing)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대표 예시: HTML, XML, JSON 문서, 웹 로그, 센서 데이터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파싱(Parsing)을 통해 구조를 파악한 후 정형 데이터로 변환하여 활용 가능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정형 데이터보다 저장·검색·분석 처리가 복잡함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96012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데이터와 수치형 데이터의 차이를 설명하시오.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241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987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데이터는 성별이나 학년처럼 범주로 구분할 수 있는 값을 가진 데이터이며, 크기 비교와 산술 연산이 불가능하다.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데이터는 키, 몸무게, 판매량처럼 크기 비교와 산술 연산이 가능한 숫자 값을 가진 데이터이다.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73152" cy="2240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해설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880360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vs 수치형 비교: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범주형(Categorical): 종류·분류를 나타내는 값 (주로 문자 타입)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명목형(성별, 혈액형): 순서 없음 / 순서형(학점, 등급): 순서 있음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수치형(Numerical): 양적 크기를 나타내는 숫자 값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이산형(학생 수, 판매 건수): 셀 수 있는 정수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연속형(온도, 몸무게): 연속 범위의 실수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수고하셨습니다!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  |  대전대학교 컴퓨터공학과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8465</Words>
  <Application>Microsoft Office PowerPoint</Application>
  <PresentationFormat>화면 슬라이드 쇼(16:9)</PresentationFormat>
  <Paragraphs>906</Paragraphs>
  <Slides>56</Slides>
  <Notes>56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 연습문제</dc:title>
  <dc:subject>PptxGenJS Presentation</dc:subject>
  <dc:creator>박상돈</dc:creator>
  <cp:lastModifiedBy>USER</cp:lastModifiedBy>
  <cp:revision>50</cp:revision>
  <dcterms:created xsi:type="dcterms:W3CDTF">2026-02-26T13:17:13Z</dcterms:created>
  <dcterms:modified xsi:type="dcterms:W3CDTF">2026-02-26T16:28:37Z</dcterms:modified>
</cp:coreProperties>
</file>