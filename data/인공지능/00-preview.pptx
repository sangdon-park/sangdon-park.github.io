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2"/>
    <p:sldId id="303" r:id="rId3"/>
    <p:sldId id="260" r:id="rId4"/>
    <p:sldId id="304" r:id="rId5"/>
    <p:sldId id="305" r:id="rId6"/>
    <p:sldId id="307" r:id="rId7"/>
    <p:sldId id="308" r:id="rId8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Noto Sans Symbols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7605"/>
    <a:srgbClr val="034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61" Type="http://customschemas.google.com/relationships/presentationmetadata" Target="metadata"/><Relationship Id="rId10" Type="http://schemas.openxmlformats.org/officeDocument/2006/relationships/handoutMaster" Target="handoutMasters/handout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8B53A62B-0119-430B-82FE-D03910B655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AE823F-FA38-4333-87AC-535E0D4C63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DE9E9F-7079-4910-908C-9BA5352E967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886587-21D4-47D6-A830-4F9CDD5129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96394F-E017-43D0-B920-8CE1F50B66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2E39A-8D9F-4650-848F-D32267EFF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3999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315796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315796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1022847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311876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315796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1022848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6D3643E-C6E2-4268-93FA-5F5FA201213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829239" y="104349"/>
            <a:ext cx="2173371" cy="747096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871933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367513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316539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 dirty="0"/>
              <a:t>인공지능 강의</a:t>
            </a:r>
            <a:r>
              <a:rPr lang="ko-KR" dirty="0"/>
              <a:t> 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1080282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823651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37871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5689390" y="881399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367513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</a:t>
            </a:r>
            <a:r>
              <a:rPr lang="ko-KR"/>
              <a:t>강의 계</a:t>
            </a:r>
            <a:r>
              <a:rPr lang="ko-KR" altLang="en-US"/>
              <a:t>획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6021577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1주차: 강의 소개 및 환경 설정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강의 개요, 평가 방법 안내, 구글 </a:t>
            </a:r>
            <a:r>
              <a:rPr lang="ko-KR" sz="1400" dirty="0" err="1"/>
              <a:t>코랩</a:t>
            </a:r>
            <a:r>
              <a:rPr lang="ko-KR" sz="1400" dirty="0"/>
              <a:t> 실습 환경 설정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2주차: CHAPTER 01 </a:t>
            </a:r>
            <a:r>
              <a:rPr lang="ko-KR" altLang="en-US" sz="1600" dirty="0"/>
              <a:t>인공지능 개요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sz="1400" dirty="0"/>
              <a:t>인공지능과 </a:t>
            </a:r>
            <a:r>
              <a:rPr lang="ko-KR" sz="1400" dirty="0" err="1"/>
              <a:t>머신러닝</a:t>
            </a:r>
            <a:r>
              <a:rPr lang="ko-KR" sz="1400" dirty="0"/>
              <a:t> 개념 / </a:t>
            </a:r>
            <a:r>
              <a:rPr lang="ko-KR" sz="1400" dirty="0" err="1"/>
              <a:t>코랩과</a:t>
            </a:r>
            <a:r>
              <a:rPr lang="ko-KR" sz="1400" dirty="0"/>
              <a:t> 주피터 노트북</a:t>
            </a:r>
            <a:endParaRPr lang="ko-KR" altLang="en-US" sz="14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400" dirty="0"/>
              <a:t>GitHub </a:t>
            </a:r>
            <a:r>
              <a:rPr lang="ko-KR" altLang="en-US" sz="1400" dirty="0"/>
              <a:t>가입</a:t>
            </a:r>
            <a:r>
              <a:rPr lang="en-US" altLang="ko-KR" sz="1400" dirty="0"/>
              <a:t>, Git </a:t>
            </a:r>
            <a:r>
              <a:rPr lang="ko-KR" altLang="en-US" sz="1400" dirty="0"/>
              <a:t>설정</a:t>
            </a:r>
            <a:r>
              <a:rPr lang="en-US" altLang="ko-KR" sz="1400" dirty="0"/>
              <a:t>, GitHub Classroom </a:t>
            </a:r>
            <a:r>
              <a:rPr lang="ko-KR" altLang="en-US" sz="1400" dirty="0"/>
              <a:t>과제 제출 실습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3</a:t>
            </a:r>
            <a:r>
              <a:rPr lang="ko-KR" sz="1600" dirty="0"/>
              <a:t>주차: CHAPTER 02 데이터 다루기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훈련 세트와 테스트 세트 / 데이터 </a:t>
            </a:r>
            <a:r>
              <a:rPr lang="ko-KR" sz="1400" dirty="0" err="1"/>
              <a:t>전처리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4</a:t>
            </a:r>
            <a:r>
              <a:rPr lang="ko-KR" sz="1600" dirty="0"/>
              <a:t>주차: CHAPTER 03 회귀 알고리즘과 모델 규제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k-최근접 이웃 회귀 / 선형 회귀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5</a:t>
            </a:r>
            <a:r>
              <a:rPr lang="ko-KR" sz="1600" dirty="0"/>
              <a:t>주차: CHAPTER 03 회귀 알고리즘과 모델 규제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특성 공학과 규제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6</a:t>
            </a:r>
            <a:r>
              <a:rPr lang="ko-KR" sz="1600" dirty="0"/>
              <a:t>주차: CHAPTER 04 다양한 분류 알고리즘</a:t>
            </a:r>
            <a:r>
              <a:rPr lang="en-US" altLang="ko-KR" sz="1600" dirty="0"/>
              <a:t> (1)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ko-KR" sz="1400" dirty="0"/>
              <a:t>로지스틱 회귀</a:t>
            </a:r>
            <a:endParaRPr lang="en-US" altLang="ko-KR"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7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04 </a:t>
            </a:r>
            <a:r>
              <a:rPr lang="ko-KR" altLang="en-US" sz="1600" dirty="0"/>
              <a:t>다양한 분류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확률적 경사 </a:t>
            </a:r>
            <a:r>
              <a:rPr lang="ko-KR" altLang="en-US" sz="1400" dirty="0" err="1"/>
              <a:t>하강법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8주차: 중간고사</a:t>
            </a:r>
            <a:endParaRPr sz="1600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DB813456-0909-4479-8924-7461D7B7FEAB}"/>
              </a:ext>
            </a:extLst>
          </p:cNvPr>
          <p:cNvSpPr txBox="1">
            <a:spLocks/>
          </p:cNvSpPr>
          <p:nvPr/>
        </p:nvSpPr>
        <p:spPr>
          <a:xfrm>
            <a:off x="6811787" y="1079999"/>
            <a:ext cx="5080383" cy="5074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9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결정 트리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10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교차 검증과 그리드 </a:t>
            </a:r>
            <a:r>
              <a:rPr lang="ko-KR" altLang="en-US" sz="1400" dirty="0" err="1"/>
              <a:t>서치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트리의 앙상블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11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군집 알고리즘 </a:t>
            </a:r>
            <a:r>
              <a:rPr lang="en-US" altLang="ko-KR" sz="1400" dirty="0"/>
              <a:t>/ k-</a:t>
            </a:r>
            <a:r>
              <a:rPr lang="ko-KR" altLang="en-US" sz="1400" dirty="0"/>
              <a:t>평균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12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주성분 분석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13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프로젝트 주제 선정 및 기획 </a:t>
            </a:r>
            <a:r>
              <a:rPr lang="en-US" altLang="ko-KR" sz="1400" dirty="0"/>
              <a:t>/ AI </a:t>
            </a:r>
            <a:r>
              <a:rPr lang="ko-KR" altLang="en-US" sz="1400" dirty="0"/>
              <a:t>도구 활용 실습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14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15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보강 및 </a:t>
            </a:r>
            <a:r>
              <a:rPr lang="en-US" altLang="ko-KR" sz="1600" dirty="0"/>
              <a:t>AI</a:t>
            </a:r>
            <a:r>
              <a:rPr lang="ko-KR" altLang="en-US" sz="1600"/>
              <a:t> 프로젝트 </a:t>
            </a:r>
            <a:r>
              <a:rPr lang="ko-KR" altLang="en-US" sz="1600" dirty="0"/>
              <a:t>수행</a:t>
            </a:r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4086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/>
              <a:t>: 15</a:t>
            </a:r>
            <a:r>
              <a:rPr lang="ko-KR" altLang="en-US" sz="1700"/>
              <a:t>점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15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168777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798</Words>
  <Application>Microsoft Office PowerPoint</Application>
  <PresentationFormat>와이드스크린</PresentationFormat>
  <Paragraphs>127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Noto Sans Symbols</vt:lpstr>
      <vt:lpstr>Malgun Gothic</vt:lpstr>
      <vt:lpstr>Calibri</vt:lpstr>
      <vt:lpstr>Office 테마</vt:lpstr>
      <vt:lpstr>인공지능 </vt:lpstr>
      <vt:lpstr>강의 개요</vt:lpstr>
      <vt:lpstr>인공지능 강의 학습 목표</vt:lpstr>
      <vt:lpstr>교재 소개</vt:lpstr>
      <vt:lpstr>주차별 강의 계획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상돈 박</cp:lastModifiedBy>
  <cp:revision>75</cp:revision>
  <dcterms:created xsi:type="dcterms:W3CDTF">2020-01-31T07:25:46Z</dcterms:created>
  <dcterms:modified xsi:type="dcterms:W3CDTF">2026-03-08T08:14:45Z</dcterms:modified>
</cp:coreProperties>
</file>