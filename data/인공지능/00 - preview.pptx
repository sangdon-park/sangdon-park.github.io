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303" r:id="rId3"/>
    <p:sldId id="260" r:id="rId4"/>
    <p:sldId id="304" r:id="rId5"/>
    <p:sldId id="305" r:id="rId6"/>
    <p:sldId id="306" r:id="rId7"/>
    <p:sldId id="307" r:id="rId8"/>
    <p:sldId id="308" r:id="rId9"/>
  </p:sldIdLst>
  <p:sldSz cx="12192000" cy="6858000"/>
  <p:notesSz cx="6858000" cy="9144000"/>
  <p:embeddedFontLst>
    <p:embeddedFont>
      <p:font typeface="Malgun Gothic" panose="020B0503020000020004" pitchFamily="50" charset="-127"/>
      <p:regular r:id="rId11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Noto Sans Symbols" pitchFamily="2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61" Type="http://customschemas.google.com/relationships/presentationmetadata" Target="metadata"/><Relationship Id="rId1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6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(1)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1주차: 강의 소개 및 환경 설정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강의 개요, 평가 방법 안내, 구글 </a:t>
            </a:r>
            <a:r>
              <a:rPr lang="ko-KR" sz="1600" dirty="0" err="1"/>
              <a:t>코랩</a:t>
            </a:r>
            <a:r>
              <a:rPr lang="ko-KR" sz="1600" dirty="0"/>
              <a:t> 실습 환경 설정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2주차: CHAPTER 01 </a:t>
            </a:r>
            <a:r>
              <a:rPr lang="ko-KR" altLang="en-US" sz="1800" dirty="0"/>
              <a:t>인공지능 개요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인공지능과 </a:t>
            </a:r>
            <a:r>
              <a:rPr lang="ko-KR" sz="1600" dirty="0" err="1"/>
              <a:t>머신러닝</a:t>
            </a:r>
            <a:r>
              <a:rPr lang="ko-KR" sz="1600" dirty="0"/>
              <a:t> 개념 / </a:t>
            </a:r>
            <a:r>
              <a:rPr lang="ko-KR" sz="1600" dirty="0" err="1"/>
              <a:t>코랩과</a:t>
            </a:r>
            <a:r>
              <a:rPr lang="ko-KR" sz="1600" dirty="0"/>
              <a:t> 주피터 노트북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3</a:t>
            </a:r>
            <a:r>
              <a:rPr lang="ko-KR" sz="1800" dirty="0"/>
              <a:t>주차: CHAPTER 02 데이터 다루기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훈련 세트와 테스트 세트 / 데이터 </a:t>
            </a:r>
            <a:r>
              <a:rPr lang="ko-KR" sz="1600" dirty="0" err="1"/>
              <a:t>전처리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4</a:t>
            </a:r>
            <a:r>
              <a:rPr lang="ko-KR" sz="1800" dirty="0"/>
              <a:t>주차: CHAPTER 03 회귀 알고리즘과 모델 규제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k-최근접 이웃 회귀 / 선형 회귀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5</a:t>
            </a:r>
            <a:r>
              <a:rPr lang="ko-KR" sz="1800" dirty="0"/>
              <a:t>주차: CHAPTER 03 회귀 알고리즘과 모델 규제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특성 공학과 규제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6</a:t>
            </a:r>
            <a:r>
              <a:rPr lang="ko-KR" sz="1800" dirty="0"/>
              <a:t>주차: CHAPTER 04 다양한 분류 알고리즘</a:t>
            </a:r>
            <a:r>
              <a:rPr lang="en-US" altLang="ko-KR" sz="1800" dirty="0"/>
              <a:t>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 확률적 경사 </a:t>
            </a:r>
            <a:r>
              <a:rPr lang="ko-KR" sz="1600" dirty="0" err="1"/>
              <a:t>하강법</a:t>
            </a:r>
            <a:endParaRPr lang="en-US" altLang="ko-KR" sz="16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800" dirty="0"/>
              <a:t>7</a:t>
            </a:r>
            <a:r>
              <a:rPr lang="ko-KR" altLang="en-US" sz="1800" dirty="0"/>
              <a:t>주차</a:t>
            </a:r>
            <a:r>
              <a:rPr lang="en-US" altLang="ko-KR" sz="1800" dirty="0"/>
              <a:t>: CHAPTER 04 </a:t>
            </a:r>
            <a:r>
              <a:rPr lang="ko-KR" altLang="en-US" sz="1800" dirty="0"/>
              <a:t>다양한 분류 알고리즘 </a:t>
            </a:r>
            <a:r>
              <a:rPr lang="en-US" altLang="ko-KR" sz="1800" dirty="0"/>
              <a:t>(2)</a:t>
            </a:r>
            <a:endParaRPr lang="ko-KR" altLang="en-US" sz="18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600" dirty="0"/>
              <a:t>확률적 경사 </a:t>
            </a:r>
            <a:r>
              <a:rPr lang="ko-KR" altLang="en-US" sz="1600" dirty="0" err="1"/>
              <a:t>하강법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8주차: 중간고사</a:t>
            </a:r>
            <a:endParaRPr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(2)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757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9주차: CHAPTER 05 트리 알고리즘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결정 트리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10주차: CHAPTER 05 트리 알고리즘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교차 검증과 그리드 서치 / 트리의 앙상블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11주차: CHAPTER 06 비지도 학습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군집 알고리즘 / k-평균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12주차: CHAPTER 06 비지도 학습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주성분 분석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13주차: </a:t>
            </a:r>
            <a:r>
              <a:rPr lang="en-US" altLang="ko-KR" sz="1800" dirty="0"/>
              <a:t>LLM </a:t>
            </a:r>
            <a:r>
              <a:rPr lang="ko-KR" altLang="en-US" sz="1800" dirty="0" err="1"/>
              <a:t>바이브코딩을</a:t>
            </a:r>
            <a:r>
              <a:rPr lang="ko-KR" altLang="en-US" sz="1800" dirty="0"/>
              <a:t> 통한 기말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</a:t>
            </a:r>
            <a:r>
              <a:rPr lang="ko-KR" sz="1800" dirty="0"/>
              <a:t>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프로젝트 주제 선정 및 기획 / AI 도구 활용 실습</a:t>
            </a:r>
            <a:endParaRPr sz="16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sz="1800" dirty="0"/>
              <a:t>14주차: </a:t>
            </a:r>
            <a:r>
              <a:rPr lang="en-US" altLang="ko-KR" sz="1800" dirty="0"/>
              <a:t>LLM </a:t>
            </a:r>
            <a:r>
              <a:rPr lang="ko-KR" altLang="en-US" sz="1800" dirty="0" err="1"/>
              <a:t>바이브코딩을</a:t>
            </a:r>
            <a:r>
              <a:rPr lang="ko-KR" altLang="en-US" sz="1800" dirty="0"/>
              <a:t> 통한 기말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</a:t>
            </a:r>
            <a:r>
              <a:rPr lang="ko-KR" sz="1800" dirty="0"/>
              <a:t> (2)</a:t>
            </a:r>
            <a:endParaRPr lang="en-US" altLang="ko-KR" sz="18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600" dirty="0"/>
              <a:t>프로젝트 수행</a:t>
            </a:r>
            <a:endParaRPr lang="en-US" altLang="ko-KR"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15주차: </a:t>
            </a:r>
            <a:r>
              <a:rPr lang="ko-KR" altLang="en-US" sz="1800" dirty="0"/>
              <a:t>보강 및 기말 프로젝트 </a:t>
            </a:r>
            <a:r>
              <a:rPr lang="en-US" altLang="ko-KR" sz="1800" dirty="0"/>
              <a:t>(3)</a:t>
            </a:r>
            <a:r>
              <a:rPr lang="ko-KR" altLang="en-US" sz="1800" dirty="0"/>
              <a:t> 수행</a:t>
            </a:r>
            <a:endParaRPr lang="en-US" altLang="ko-KR" sz="18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600" dirty="0"/>
              <a:t>프로젝트 제출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16</a:t>
            </a:r>
            <a:r>
              <a:rPr lang="ko-KR" altLang="en-US" sz="1800" dirty="0"/>
              <a:t>주차</a:t>
            </a:r>
            <a:r>
              <a:rPr lang="en-US" altLang="ko-KR" sz="1800" dirty="0"/>
              <a:t>: </a:t>
            </a:r>
            <a:r>
              <a:rPr lang="ko-KR" altLang="en-US" sz="1800" dirty="0"/>
              <a:t>기말고사</a:t>
            </a:r>
            <a:endParaRPr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670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</a:t>
            </a:r>
            <a:r>
              <a:rPr lang="en-US" altLang="ko-KR" sz="1700" dirty="0"/>
              <a:t>: 10</a:t>
            </a:r>
            <a:r>
              <a:rPr lang="ko-KR" altLang="en-US" sz="1700" dirty="0"/>
              <a:t>점 </a:t>
            </a:r>
            <a:r>
              <a:rPr lang="en-US" altLang="ko-KR" sz="1700" dirty="0"/>
              <a:t>(</a:t>
            </a:r>
            <a:r>
              <a:rPr lang="ko-KR" altLang="en-US" sz="1700" dirty="0"/>
              <a:t>총 </a:t>
            </a:r>
            <a:r>
              <a:rPr lang="en-US" altLang="ko-KR" sz="1700" dirty="0"/>
              <a:t>3</a:t>
            </a:r>
            <a:r>
              <a:rPr lang="ko-KR" altLang="en-US" sz="1700" dirty="0"/>
              <a:t>번</a:t>
            </a:r>
            <a:r>
              <a:rPr lang="en-US" altLang="ko-KR" sz="1700" dirty="0"/>
              <a:t>, </a:t>
            </a:r>
            <a:r>
              <a:rPr lang="ko-KR" altLang="en-US" sz="1700" dirty="0"/>
              <a:t>각 </a:t>
            </a:r>
            <a:r>
              <a:rPr lang="en-US" altLang="ko-KR" sz="1700" dirty="0"/>
              <a:t>5</a:t>
            </a:r>
            <a:r>
              <a:rPr lang="ko-KR" altLang="en-US" sz="1700" dirty="0"/>
              <a:t>점</a:t>
            </a:r>
            <a:r>
              <a:rPr lang="en-US" altLang="ko-KR" sz="1700" dirty="0"/>
              <a:t>×3</a:t>
            </a:r>
            <a:r>
              <a:rPr lang="ko-KR" altLang="en-US" sz="1700" dirty="0"/>
              <a:t>회</a:t>
            </a:r>
            <a:r>
              <a:rPr lang="en-US" altLang="ko-KR" sz="1700" dirty="0"/>
              <a:t>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 </a:t>
            </a:r>
            <a:r>
              <a:rPr lang="en-US" altLang="ko-KR" sz="1700" dirty="0"/>
              <a:t>+ </a:t>
            </a:r>
            <a:r>
              <a:rPr lang="ko-KR" altLang="en-US" sz="1700" dirty="0"/>
              <a:t>핵심역량평가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01~04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05~06 (50%) + </a:t>
            </a:r>
            <a:r>
              <a:rPr lang="ko-KR" altLang="en-US" sz="1700" dirty="0"/>
              <a:t>바이브코딩 </a:t>
            </a:r>
            <a:r>
              <a:rPr lang="en-US" altLang="ko-KR" sz="1700" dirty="0"/>
              <a:t>(50%)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기말</a:t>
            </a:r>
            <a:r>
              <a:rPr lang="en-US" altLang="ko-KR" dirty="0"/>
              <a:t>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회까지는 </a:t>
            </a:r>
            <a:r>
              <a:rPr lang="en-US" altLang="ko-KR" sz="1700" dirty="0"/>
              <a:t>5</a:t>
            </a:r>
            <a:r>
              <a:rPr lang="ko-KR" altLang="en-US" sz="1700" dirty="0"/>
              <a:t>점 만점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endParaRPr lang="en-US"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814</Words>
  <Application>Microsoft Office PowerPoint</Application>
  <PresentationFormat>와이드스크린</PresentationFormat>
  <Paragraphs>128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Arial</vt:lpstr>
      <vt:lpstr>Noto Sans Symbols</vt:lpstr>
      <vt:lpstr>Calibri</vt:lpstr>
      <vt:lpstr>Malgun Gothic</vt:lpstr>
      <vt:lpstr>Office 테마</vt:lpstr>
      <vt:lpstr>인공지능 </vt:lpstr>
      <vt:lpstr>강의 개요</vt:lpstr>
      <vt:lpstr>인공지능 강의 학습 목표</vt:lpstr>
      <vt:lpstr>교재 소개</vt:lpstr>
      <vt:lpstr>주차별 강의 계획 (1)</vt:lpstr>
      <vt:lpstr>주차별 강의 계획 (2)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58</cp:revision>
  <dcterms:created xsi:type="dcterms:W3CDTF">2020-01-31T07:25:46Z</dcterms:created>
  <dcterms:modified xsi:type="dcterms:W3CDTF">2026-03-01T02:38:37Z</dcterms:modified>
</cp:coreProperties>
</file>