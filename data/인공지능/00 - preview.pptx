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303" r:id="rId3"/>
    <p:sldId id="260" r:id="rId4"/>
    <p:sldId id="304" r:id="rId5"/>
    <p:sldId id="305" r:id="rId6"/>
    <p:sldId id="307" r:id="rId7"/>
    <p:sldId id="308" r:id="rId8"/>
  </p:sldIdLst>
  <p:sldSz cx="12192000" cy="6858000"/>
  <p:notesSz cx="6858000" cy="9144000"/>
  <p:embeddedFontLst>
    <p:embeddedFont>
      <p:font typeface="Malgun Gothic" panose="020B0503020000020004" pitchFamily="50" charset="-127"/>
      <p:regular r:id="rId10"/>
      <p:bold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Noto Sans Symbols" pitchFamily="2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61" Type="http://customschemas.google.com/relationships/presentationmetadata" Target="metadata"/><Relationship Id="rId10" Type="http://schemas.openxmlformats.org/officeDocument/2006/relationships/font" Target="fonts/font1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</a:t>
            </a:r>
            <a:r>
              <a:rPr lang="ko-KR"/>
              <a:t>강의 계</a:t>
            </a:r>
            <a:r>
              <a:rPr lang="ko-KR" altLang="en-US"/>
              <a:t>획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6021577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1주차: 강의 소개 및 환경 설정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강의 개요, 평가 방법 안내, 구글 </a:t>
            </a:r>
            <a:r>
              <a:rPr lang="ko-KR" sz="1400" dirty="0" err="1"/>
              <a:t>코랩</a:t>
            </a:r>
            <a:r>
              <a:rPr lang="ko-KR" sz="1400" dirty="0"/>
              <a:t> 실습 환경 설정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2주차: CHAPTER 01 </a:t>
            </a:r>
            <a:r>
              <a:rPr lang="ko-KR" altLang="en-US" sz="1600" dirty="0"/>
              <a:t>인공지능 개요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sz="1400" dirty="0"/>
              <a:t>인공지능과 </a:t>
            </a:r>
            <a:r>
              <a:rPr lang="ko-KR" sz="1400" dirty="0" err="1"/>
              <a:t>머신러닝</a:t>
            </a:r>
            <a:r>
              <a:rPr lang="ko-KR" sz="1400" dirty="0"/>
              <a:t> 개념 / </a:t>
            </a:r>
            <a:r>
              <a:rPr lang="ko-KR" sz="1400" dirty="0" err="1"/>
              <a:t>코랩과</a:t>
            </a:r>
            <a:r>
              <a:rPr lang="ko-KR" sz="1400" dirty="0"/>
              <a:t> 주피터 노트북</a:t>
            </a:r>
            <a:endParaRPr lang="ko-KR" altLang="en-US" sz="14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en-US" altLang="ko-KR" sz="1400" dirty="0"/>
              <a:t>GitHub </a:t>
            </a:r>
            <a:r>
              <a:rPr lang="ko-KR" altLang="en-US" sz="1400" dirty="0"/>
              <a:t>가입</a:t>
            </a:r>
            <a:r>
              <a:rPr lang="en-US" altLang="ko-KR" sz="1400" dirty="0"/>
              <a:t>, Git </a:t>
            </a:r>
            <a:r>
              <a:rPr lang="ko-KR" altLang="en-US" sz="1400" dirty="0"/>
              <a:t>설정</a:t>
            </a:r>
            <a:r>
              <a:rPr lang="en-US" altLang="ko-KR" sz="1400" dirty="0"/>
              <a:t>, GitHub Classroom </a:t>
            </a:r>
            <a:r>
              <a:rPr lang="ko-KR" altLang="en-US" sz="1400" dirty="0"/>
              <a:t>과제 제출 실습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3</a:t>
            </a:r>
            <a:r>
              <a:rPr lang="ko-KR" sz="1600" dirty="0"/>
              <a:t>주차: CHAPTER 02 데이터 다루기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훈련 세트와 테스트 세트 / 데이터 </a:t>
            </a:r>
            <a:r>
              <a:rPr lang="ko-KR" sz="1400" dirty="0" err="1"/>
              <a:t>전처리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4</a:t>
            </a:r>
            <a:r>
              <a:rPr lang="ko-KR" sz="1600" dirty="0"/>
              <a:t>주차: CHAPTER 03 회귀 알고리즘과 모델 규제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k-최근접 이웃 회귀 / 선형 회귀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5</a:t>
            </a:r>
            <a:r>
              <a:rPr lang="ko-KR" sz="1600" dirty="0"/>
              <a:t>주차: CHAPTER 03 회귀 알고리즘과 모델 규제 (2)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특성 공학과 규제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6</a:t>
            </a:r>
            <a:r>
              <a:rPr lang="ko-KR" sz="1600" dirty="0"/>
              <a:t>주차: CHAPTER 04 다양한 분류 알고리즘</a:t>
            </a:r>
            <a:r>
              <a:rPr lang="en-US" altLang="ko-KR" sz="1600" dirty="0"/>
              <a:t> (1)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ko-KR" sz="1400" dirty="0"/>
              <a:t>로지스틱 회귀</a:t>
            </a:r>
            <a:endParaRPr lang="en-US" altLang="ko-KR" sz="14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7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04 </a:t>
            </a:r>
            <a:r>
              <a:rPr lang="ko-KR" altLang="en-US" sz="1600" dirty="0"/>
              <a:t>다양한 분류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확률적 경사 </a:t>
            </a:r>
            <a:r>
              <a:rPr lang="ko-KR" altLang="en-US" sz="1400" dirty="0" err="1"/>
              <a:t>하강법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8주차: 중간고사</a:t>
            </a:r>
            <a:endParaRPr sz="1600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DB813456-0909-4479-8924-7461D7B7FEAB}"/>
              </a:ext>
            </a:extLst>
          </p:cNvPr>
          <p:cNvSpPr txBox="1">
            <a:spLocks/>
          </p:cNvSpPr>
          <p:nvPr/>
        </p:nvSpPr>
        <p:spPr>
          <a:xfrm>
            <a:off x="6811787" y="1079999"/>
            <a:ext cx="5080383" cy="5074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9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결정 트리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10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교차 검증과 그리드 </a:t>
            </a:r>
            <a:r>
              <a:rPr lang="ko-KR" altLang="en-US" sz="1400" dirty="0" err="1"/>
              <a:t>서치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트리의 앙상블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11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군집 알고리즘 </a:t>
            </a:r>
            <a:r>
              <a:rPr lang="en-US" altLang="ko-KR" sz="1400" dirty="0"/>
              <a:t>/ k-</a:t>
            </a:r>
            <a:r>
              <a:rPr lang="ko-KR" altLang="en-US" sz="1400" dirty="0"/>
              <a:t>평균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12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주성분 분석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13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</a:t>
            </a:r>
            <a:r>
              <a:rPr lang="en-US" altLang="ko-KR" sz="1600" dirty="0"/>
              <a:t>AI</a:t>
            </a:r>
            <a:r>
              <a:rPr lang="ko-KR" altLang="en-US" sz="1600" dirty="0"/>
              <a:t> 프로젝트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프로젝트 주제 선정 및 기획 </a:t>
            </a:r>
            <a:r>
              <a:rPr lang="en-US" altLang="ko-KR" sz="1400" dirty="0"/>
              <a:t>/ AI </a:t>
            </a:r>
            <a:r>
              <a:rPr lang="ko-KR" altLang="en-US" sz="1400" dirty="0"/>
              <a:t>도구 활용 실습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14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</a:t>
            </a:r>
            <a:r>
              <a:rPr lang="en-US" altLang="ko-KR" sz="1600" dirty="0"/>
              <a:t>AI</a:t>
            </a:r>
            <a:r>
              <a:rPr lang="ko-KR" altLang="en-US" sz="1600" dirty="0"/>
              <a:t> 프로젝트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수행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15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보강 및 </a:t>
            </a:r>
            <a:r>
              <a:rPr lang="en-US" altLang="ko-KR" sz="1600" dirty="0"/>
              <a:t>AI</a:t>
            </a:r>
            <a:r>
              <a:rPr lang="ko-KR" altLang="en-US" sz="1600"/>
              <a:t> 프로젝트 </a:t>
            </a:r>
            <a:r>
              <a:rPr lang="ko-KR" altLang="en-US" sz="1600" dirty="0"/>
              <a:t>수행</a:t>
            </a:r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제출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16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기말고사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 </a:t>
            </a:r>
            <a:endParaRPr lang="en-US" altLang="ko-KR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798</Words>
  <Application>Microsoft Office PowerPoint</Application>
  <PresentationFormat>와이드스크린</PresentationFormat>
  <Paragraphs>127</Paragraphs>
  <Slides>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Noto Sans Symbols</vt:lpstr>
      <vt:lpstr>Arial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교재 소개</vt:lpstr>
      <vt:lpstr>주차별 강의 계획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69</cp:revision>
  <dcterms:created xsi:type="dcterms:W3CDTF">2020-01-31T07:25:46Z</dcterms:created>
  <dcterms:modified xsi:type="dcterms:W3CDTF">2026-03-01T11:41:01Z</dcterms:modified>
</cp:coreProperties>
</file>