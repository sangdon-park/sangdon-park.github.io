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303" r:id="rId3"/>
    <p:sldId id="260" r:id="rId4"/>
    <p:sldId id="304" r:id="rId5"/>
    <p:sldId id="305" r:id="rId6"/>
    <p:sldId id="306" r:id="rId7"/>
    <p:sldId id="307" r:id="rId8"/>
    <p:sldId id="308" r:id="rId9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Noto Sans Symbols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61" Type="http://customschemas.google.com/relationships/presentationmetadata" Target="metadata"/><Relationship Id="rId1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0-2 교재 소개</a:t>
            </a:r>
            <a:endParaRPr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0-3 주차별 강의 계획 (1)</a:t>
            </a:r>
            <a:endParaRPr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1주차: 강의 소개 및 환경 설정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강의 개요, 평가 방법 안내, 구글 </a:t>
            </a:r>
            <a:r>
              <a:rPr lang="ko-KR" sz="1600" dirty="0" err="1"/>
              <a:t>코랩</a:t>
            </a:r>
            <a:r>
              <a:rPr lang="ko-KR" sz="1600" dirty="0"/>
              <a:t> 실습 환경 설정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2주차: CHAPTER 01 </a:t>
            </a:r>
            <a:r>
              <a:rPr lang="ko-KR" altLang="en-US" sz="1800" dirty="0"/>
              <a:t>인공지능 개요</a:t>
            </a:r>
            <a:r>
              <a:rPr 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인공지능과 </a:t>
            </a:r>
            <a:r>
              <a:rPr lang="ko-KR" sz="1600" dirty="0" err="1"/>
              <a:t>머신러닝</a:t>
            </a:r>
            <a:r>
              <a:rPr lang="ko-KR" sz="1600" dirty="0"/>
              <a:t> 개념 / </a:t>
            </a:r>
            <a:r>
              <a:rPr lang="ko-KR" sz="1600" dirty="0" err="1"/>
              <a:t>코랩과</a:t>
            </a:r>
            <a:r>
              <a:rPr lang="ko-KR" sz="1600" dirty="0"/>
              <a:t> 주피터 노트북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3주차: CHAPTER 01 </a:t>
            </a:r>
            <a:r>
              <a:rPr lang="ko-KR" altLang="en-US" sz="1800" dirty="0"/>
              <a:t>인공지능 개요</a:t>
            </a:r>
            <a:r>
              <a:rPr lang="ko-KR" sz="1800" dirty="0"/>
              <a:t>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마켓과 </a:t>
            </a:r>
            <a:r>
              <a:rPr lang="ko-KR" sz="1600" dirty="0" err="1"/>
              <a:t>머신러닝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4주차: CHAPTER 02 데이터 다루기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훈련 세트와 테스트 세트 / 데이터 </a:t>
            </a:r>
            <a:r>
              <a:rPr lang="ko-KR" sz="1600" dirty="0" err="1"/>
              <a:t>전처리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5주차: CHAPTER 03 회귀 알고리즘과 모델 규제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k-최근접 이웃 회귀 / 선형 회귀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6주차: CHAPTER 03 회귀 알고리즘과 모델 규제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특성 공학과 규제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7주차: CHAPTER 04 다양한 분류 알고리즘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로지스틱 회귀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8주차: 중간고사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0-3 주차별 강의 계획 (2)</a:t>
            </a:r>
            <a:endParaRPr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9주차: CHAPTER 04 다양한 분류 알고리즘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확률적 경사 </a:t>
            </a:r>
            <a:r>
              <a:rPr lang="ko-KR" sz="1600" dirty="0" err="1"/>
              <a:t>하강법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10주차: CHAPTER 05 트리 알고리즘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결정 트리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11주차: CHAPTER 05 트리 알고리즘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교차 검증과 그리드 </a:t>
            </a:r>
            <a:r>
              <a:rPr lang="ko-KR" sz="1600" dirty="0" err="1"/>
              <a:t>서치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12주차: CHAPTER 05 트리 알고리즘 (3)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트리의 앙상블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13주차: CHAPTER 06 비지도 학습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군집 알고리즘 / k-평균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14주차: CHAPTER 06 비지도 학습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주성분 분석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15주차: 기말고사</a:t>
            </a:r>
            <a:endParaRPr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0-4 평가 방법</a:t>
            </a:r>
            <a:endParaRPr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 및 과제</a:t>
            </a:r>
            <a:r>
              <a:rPr lang="en-US" altLang="ko-KR" sz="1700" dirty="0"/>
              <a:t>: 25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핵심역량평가</a:t>
            </a:r>
            <a:r>
              <a:rPr lang="en-US" altLang="ko-KR" sz="1700" dirty="0"/>
              <a:t>: 5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01~03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04~06 </a:t>
            </a:r>
            <a:r>
              <a:rPr lang="ko-KR" altLang="en-US" sz="1700" dirty="0"/>
              <a:t>범위 </a:t>
            </a:r>
            <a:r>
              <a:rPr lang="en-US" altLang="ko-KR" sz="1700" dirty="0"/>
              <a:t>(15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 </a:t>
            </a:r>
            <a:r>
              <a:rPr lang="en-US" altLang="ko-KR" sz="1700" dirty="0"/>
              <a:t>10</a:t>
            </a:r>
            <a:r>
              <a:rPr lang="ko-KR" altLang="en-US" sz="1700" dirty="0"/>
              <a:t>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/>
              <a:t>SECTION 0-5 수업 규칙 및 유의사항</a:t>
            </a:r>
            <a:endParaRPr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r>
              <a:rPr lang="en-US" sz="1700" dirty="0"/>
              <a:t>, 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759</Words>
  <Application>Microsoft Office PowerPoint</Application>
  <PresentationFormat>와이드스크린</PresentationFormat>
  <Paragraphs>122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Noto Sans Symbols</vt:lpstr>
      <vt:lpstr>Arial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SECTION 0-2 교재 소개</vt:lpstr>
      <vt:lpstr>SECTION 0-3 주차별 강의 계획 (1)</vt:lpstr>
      <vt:lpstr>SECTION 0-3 주차별 강의 계획 (2)</vt:lpstr>
      <vt:lpstr>SECTION 0-4 평가 방법</vt:lpstr>
      <vt:lpstr>SECTION 0-5 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39</cp:revision>
  <dcterms:created xsi:type="dcterms:W3CDTF">2020-01-31T07:25:46Z</dcterms:created>
  <dcterms:modified xsi:type="dcterms:W3CDTF">2026-02-27T15:03:50Z</dcterms:modified>
</cp:coreProperties>
</file>