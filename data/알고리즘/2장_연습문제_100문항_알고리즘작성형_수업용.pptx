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Override PartName="/ppt/slides/slide201.xml" ContentType="application/vnd.openxmlformats-officedocument.presentationml.slide+xml"/>
  <Override PartName="/ppt/notesSlides/notesSlide201.xml" ContentType="application/vnd.openxmlformats-officedocument.presentationml.notesSlide+xml"/>
  <Override PartName="/ppt/slides/slide202.xml" ContentType="application/vnd.openxmlformats-officedocument.presentationml.slide+xml"/>
  <Override PartName="/ppt/notesSlides/notesSlide202.xml" ContentType="application/vnd.openxmlformats-officedocument.presentationml.notesSlide+xml"/>
  <Override PartName="/ppt/slides/slide203.xml" ContentType="application/vnd.openxmlformats-officedocument.presentationml.slide+xml"/>
  <Override PartName="/ppt/notesSlides/notesSlide203.xml" ContentType="application/vnd.openxmlformats-officedocument.presentationml.notesSlide+xml"/>
  <Override PartName="/ppt/slides/slide204.xml" ContentType="application/vnd.openxmlformats-officedocument.presentationml.slide+xml"/>
  <Override PartName="/ppt/notesSlides/notesSlide204.xml" ContentType="application/vnd.openxmlformats-officedocument.presentationml.notesSlide+xml"/>
  <Override PartName="/ppt/slides/slide205.xml" ContentType="application/vnd.openxmlformats-officedocument.presentationml.slide+xml"/>
  <Override PartName="/ppt/notesSlides/notesSlide205.xml" ContentType="application/vnd.openxmlformats-officedocument.presentationml.notesSlide+xml"/>
  <Override PartName="/ppt/slides/slide206.xml" ContentType="application/vnd.openxmlformats-officedocument.presentationml.slide+xml"/>
  <Override PartName="/ppt/notesSlides/notesSlide206.xml" ContentType="application/vnd.openxmlformats-officedocument.presentationml.notesSlide+xml"/>
  <Override PartName="/ppt/slides/slide207.xml" ContentType="application/vnd.openxmlformats-officedocument.presentationml.slide+xml"/>
  <Override PartName="/ppt/notesSlides/notesSlide207.xml" ContentType="application/vnd.openxmlformats-officedocument.presentationml.notesSlide+xml"/>
  <Override PartName="/ppt/slides/slide208.xml" ContentType="application/vnd.openxmlformats-officedocument.presentationml.slide+xml"/>
  <Override PartName="/ppt/notesSlides/notesSlide208.xml" ContentType="application/vnd.openxmlformats-officedocument.presentationml.notesSlide+xml"/>
  <Override PartName="/ppt/slides/slide209.xml" ContentType="application/vnd.openxmlformats-officedocument.presentationml.slide+xml"/>
  <Override PartName="/ppt/notesSlides/notesSlide209.xml" ContentType="application/vnd.openxmlformats-officedocument.presentationml.notesSlide+xml"/>
  <Override PartName="/ppt/slides/slide210.xml" ContentType="application/vnd.openxmlformats-officedocument.presentationml.slide+xml"/>
  <Override PartName="/ppt/notesSlides/notesSlide2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cb0bda6a2d4fb0" /><Relationship Type="http://schemas.openxmlformats.org/officeDocument/2006/relationships/extended-properties" Target="/docProps/app.xml" Id="Rf96e59dc51a24509" /><Relationship Type="http://schemas.openxmlformats.org/officeDocument/2006/relationships/officeDocument" Target="/ppt/presentation.xml" Id="R92fe521d5dd44547" /></Relationships>
</file>

<file path=ppt/presentation.xml><?xml version="1.0" encoding="utf-8"?>
<p:presentation xmlns:p="http://schemas.openxmlformats.org/presentationml/2006/main">
  <p:sldMasterIdLst>
    <p:sldMasterId xmlns:r="http://schemas.openxmlformats.org/officeDocument/2006/relationships" id="2147483648" r:id="R215707add9ce4912"/>
  </p:sldMasterIdLst>
  <p:notesMasterIdLst>
    <p:notesMasterId xmlns:r="http://schemas.openxmlformats.org/officeDocument/2006/relationships" r:id="R615ffffdf8a14294"/>
  </p:notesMasterIdLst>
  <p:sldIdLst>
    <p:sldId xmlns:r="http://schemas.openxmlformats.org/officeDocument/2006/relationships" id="256" r:id="R50be0f62b4884b34"/>
    <p:sldId xmlns:r="http://schemas.openxmlformats.org/officeDocument/2006/relationships" id="257" r:id="R050f76ae74184bf4"/>
    <p:sldId xmlns:r="http://schemas.openxmlformats.org/officeDocument/2006/relationships" id="258" r:id="R197ef35970ac44b9"/>
    <p:sldId xmlns:r="http://schemas.openxmlformats.org/officeDocument/2006/relationships" id="259" r:id="R7aa9b612fd964270"/>
    <p:sldId xmlns:r="http://schemas.openxmlformats.org/officeDocument/2006/relationships" id="260" r:id="R3a7dddcee9254e9d"/>
    <p:sldId xmlns:r="http://schemas.openxmlformats.org/officeDocument/2006/relationships" id="261" r:id="Rb148ac343833483f"/>
    <p:sldId xmlns:r="http://schemas.openxmlformats.org/officeDocument/2006/relationships" id="262" r:id="R72a9bd1f50184af8"/>
    <p:sldId xmlns:r="http://schemas.openxmlformats.org/officeDocument/2006/relationships" id="263" r:id="R02921cfcd3ea4c62"/>
    <p:sldId xmlns:r="http://schemas.openxmlformats.org/officeDocument/2006/relationships" id="264" r:id="R20d8d3fca12a40b2"/>
    <p:sldId xmlns:r="http://schemas.openxmlformats.org/officeDocument/2006/relationships" id="265" r:id="R027c489ccf884049"/>
    <p:sldId xmlns:r="http://schemas.openxmlformats.org/officeDocument/2006/relationships" id="266" r:id="R56611360c09446ae"/>
    <p:sldId xmlns:r="http://schemas.openxmlformats.org/officeDocument/2006/relationships" id="267" r:id="Rc2e7c6e90ce541e8"/>
    <p:sldId xmlns:r="http://schemas.openxmlformats.org/officeDocument/2006/relationships" id="268" r:id="R9353595bfbd34721"/>
    <p:sldId xmlns:r="http://schemas.openxmlformats.org/officeDocument/2006/relationships" id="269" r:id="Ra1562202445c4764"/>
    <p:sldId xmlns:r="http://schemas.openxmlformats.org/officeDocument/2006/relationships" id="270" r:id="R69337f4de88e4d4d"/>
    <p:sldId xmlns:r="http://schemas.openxmlformats.org/officeDocument/2006/relationships" id="271" r:id="R01e1f431556544d1"/>
    <p:sldId xmlns:r="http://schemas.openxmlformats.org/officeDocument/2006/relationships" id="272" r:id="R4cb1651339624678"/>
    <p:sldId xmlns:r="http://schemas.openxmlformats.org/officeDocument/2006/relationships" id="273" r:id="Re7794b7c7be443e5"/>
    <p:sldId xmlns:r="http://schemas.openxmlformats.org/officeDocument/2006/relationships" id="274" r:id="R27b09cad80714ced"/>
    <p:sldId xmlns:r="http://schemas.openxmlformats.org/officeDocument/2006/relationships" id="275" r:id="R5667f8e5b0734920"/>
    <p:sldId xmlns:r="http://schemas.openxmlformats.org/officeDocument/2006/relationships" id="276" r:id="R1108170f1c904203"/>
    <p:sldId xmlns:r="http://schemas.openxmlformats.org/officeDocument/2006/relationships" id="277" r:id="R57fed116f29b468e"/>
    <p:sldId xmlns:r="http://schemas.openxmlformats.org/officeDocument/2006/relationships" id="278" r:id="R9892e118f969422c"/>
    <p:sldId xmlns:r="http://schemas.openxmlformats.org/officeDocument/2006/relationships" id="279" r:id="R57470a59434c4555"/>
    <p:sldId xmlns:r="http://schemas.openxmlformats.org/officeDocument/2006/relationships" id="280" r:id="Rb8609c0b01864ae1"/>
    <p:sldId xmlns:r="http://schemas.openxmlformats.org/officeDocument/2006/relationships" id="281" r:id="Rcf37431c06cf47dc"/>
    <p:sldId xmlns:r="http://schemas.openxmlformats.org/officeDocument/2006/relationships" id="282" r:id="Rc2b64255ab564805"/>
    <p:sldId xmlns:r="http://schemas.openxmlformats.org/officeDocument/2006/relationships" id="283" r:id="R2882f396425e4ea1"/>
    <p:sldId xmlns:r="http://schemas.openxmlformats.org/officeDocument/2006/relationships" id="284" r:id="Rc64f9ab9fe274a13"/>
    <p:sldId xmlns:r="http://schemas.openxmlformats.org/officeDocument/2006/relationships" id="285" r:id="R09d6e4e8f89044db"/>
    <p:sldId xmlns:r="http://schemas.openxmlformats.org/officeDocument/2006/relationships" id="286" r:id="Rcd95f4e550bc474a"/>
    <p:sldId xmlns:r="http://schemas.openxmlformats.org/officeDocument/2006/relationships" id="287" r:id="R84cb26c5ec294953"/>
    <p:sldId xmlns:r="http://schemas.openxmlformats.org/officeDocument/2006/relationships" id="288" r:id="Rd85f071f95514f2a"/>
    <p:sldId xmlns:r="http://schemas.openxmlformats.org/officeDocument/2006/relationships" id="289" r:id="R00b5369122ab466e"/>
    <p:sldId xmlns:r="http://schemas.openxmlformats.org/officeDocument/2006/relationships" id="290" r:id="R3ad93624b0f7486c"/>
    <p:sldId xmlns:r="http://schemas.openxmlformats.org/officeDocument/2006/relationships" id="291" r:id="Ra91d61d4bbaf4e74"/>
    <p:sldId xmlns:r="http://schemas.openxmlformats.org/officeDocument/2006/relationships" id="292" r:id="Rad1ce4e9e29b463e"/>
    <p:sldId xmlns:r="http://schemas.openxmlformats.org/officeDocument/2006/relationships" id="293" r:id="R2cb5029b8fb545aa"/>
    <p:sldId xmlns:r="http://schemas.openxmlformats.org/officeDocument/2006/relationships" id="294" r:id="Ra303bc285dcb41c8"/>
    <p:sldId xmlns:r="http://schemas.openxmlformats.org/officeDocument/2006/relationships" id="295" r:id="Rb5c60242b14444b3"/>
    <p:sldId xmlns:r="http://schemas.openxmlformats.org/officeDocument/2006/relationships" id="296" r:id="R0987cbe56e104ab8"/>
    <p:sldId xmlns:r="http://schemas.openxmlformats.org/officeDocument/2006/relationships" id="297" r:id="R79615b00849f490a"/>
    <p:sldId xmlns:r="http://schemas.openxmlformats.org/officeDocument/2006/relationships" id="298" r:id="R5df95ec9dba64bc3"/>
    <p:sldId xmlns:r="http://schemas.openxmlformats.org/officeDocument/2006/relationships" id="299" r:id="Rccc0eea250de43a6"/>
    <p:sldId xmlns:r="http://schemas.openxmlformats.org/officeDocument/2006/relationships" id="300" r:id="Raed2d0006b5b4129"/>
    <p:sldId xmlns:r="http://schemas.openxmlformats.org/officeDocument/2006/relationships" id="301" r:id="R71d4e588c9554f6f"/>
    <p:sldId xmlns:r="http://schemas.openxmlformats.org/officeDocument/2006/relationships" id="302" r:id="R0d7d856f81da4515"/>
    <p:sldId xmlns:r="http://schemas.openxmlformats.org/officeDocument/2006/relationships" id="303" r:id="R732d7589792940f3"/>
    <p:sldId xmlns:r="http://schemas.openxmlformats.org/officeDocument/2006/relationships" id="304" r:id="R46afc1d8c6da4024"/>
    <p:sldId xmlns:r="http://schemas.openxmlformats.org/officeDocument/2006/relationships" id="305" r:id="R60660a94c06348d5"/>
    <p:sldId xmlns:r="http://schemas.openxmlformats.org/officeDocument/2006/relationships" id="306" r:id="Rc46082e8fa344cdb"/>
    <p:sldId xmlns:r="http://schemas.openxmlformats.org/officeDocument/2006/relationships" id="307" r:id="Re5fdbc4f2c0a438e"/>
    <p:sldId xmlns:r="http://schemas.openxmlformats.org/officeDocument/2006/relationships" id="308" r:id="Rfbb8173adae54240"/>
    <p:sldId xmlns:r="http://schemas.openxmlformats.org/officeDocument/2006/relationships" id="309" r:id="R226a10325ae04a32"/>
    <p:sldId xmlns:r="http://schemas.openxmlformats.org/officeDocument/2006/relationships" id="310" r:id="Ra887e328c728486f"/>
    <p:sldId xmlns:r="http://schemas.openxmlformats.org/officeDocument/2006/relationships" id="311" r:id="Rc0695aa4403742f3"/>
    <p:sldId xmlns:r="http://schemas.openxmlformats.org/officeDocument/2006/relationships" id="312" r:id="R95f3cdeed40d4dae"/>
    <p:sldId xmlns:r="http://schemas.openxmlformats.org/officeDocument/2006/relationships" id="313" r:id="Raef8b33b171a4331"/>
    <p:sldId xmlns:r="http://schemas.openxmlformats.org/officeDocument/2006/relationships" id="314" r:id="Rdd2b6fe4a9294a88"/>
    <p:sldId xmlns:r="http://schemas.openxmlformats.org/officeDocument/2006/relationships" id="315" r:id="R7bc0988bf9444007"/>
    <p:sldId xmlns:r="http://schemas.openxmlformats.org/officeDocument/2006/relationships" id="316" r:id="R4820e61b2fd74173"/>
    <p:sldId xmlns:r="http://schemas.openxmlformats.org/officeDocument/2006/relationships" id="317" r:id="Rb7424bd4d24f4544"/>
    <p:sldId xmlns:r="http://schemas.openxmlformats.org/officeDocument/2006/relationships" id="318" r:id="R6b1e67d41a5d4618"/>
    <p:sldId xmlns:r="http://schemas.openxmlformats.org/officeDocument/2006/relationships" id="319" r:id="R867c64691f3843dc"/>
    <p:sldId xmlns:r="http://schemas.openxmlformats.org/officeDocument/2006/relationships" id="320" r:id="Rb9919c4395dd4302"/>
    <p:sldId xmlns:r="http://schemas.openxmlformats.org/officeDocument/2006/relationships" id="321" r:id="Rfd46a95b8f45494f"/>
    <p:sldId xmlns:r="http://schemas.openxmlformats.org/officeDocument/2006/relationships" id="322" r:id="Rf240dc630b6b446b"/>
    <p:sldId xmlns:r="http://schemas.openxmlformats.org/officeDocument/2006/relationships" id="323" r:id="R7625889607264474"/>
    <p:sldId xmlns:r="http://schemas.openxmlformats.org/officeDocument/2006/relationships" id="324" r:id="Re8e8b868cba644dc"/>
    <p:sldId xmlns:r="http://schemas.openxmlformats.org/officeDocument/2006/relationships" id="325" r:id="R7567b272cea24cdc"/>
    <p:sldId xmlns:r="http://schemas.openxmlformats.org/officeDocument/2006/relationships" id="326" r:id="R55b7f14fcf5e4e16"/>
    <p:sldId xmlns:r="http://schemas.openxmlformats.org/officeDocument/2006/relationships" id="327" r:id="R03e2c40281bf4b10"/>
    <p:sldId xmlns:r="http://schemas.openxmlformats.org/officeDocument/2006/relationships" id="328" r:id="R412c4766a74e45d4"/>
    <p:sldId xmlns:r="http://schemas.openxmlformats.org/officeDocument/2006/relationships" id="329" r:id="R6cea8b8e1d304eb9"/>
    <p:sldId xmlns:r="http://schemas.openxmlformats.org/officeDocument/2006/relationships" id="330" r:id="Rbb1b2c9bbf9741ae"/>
    <p:sldId xmlns:r="http://schemas.openxmlformats.org/officeDocument/2006/relationships" id="331" r:id="Rec1f2c61bdf94e6a"/>
    <p:sldId xmlns:r="http://schemas.openxmlformats.org/officeDocument/2006/relationships" id="332" r:id="Rd56259589787435f"/>
    <p:sldId xmlns:r="http://schemas.openxmlformats.org/officeDocument/2006/relationships" id="333" r:id="Raf509ab5bc53457f"/>
    <p:sldId xmlns:r="http://schemas.openxmlformats.org/officeDocument/2006/relationships" id="334" r:id="Ra96c3c34060849d4"/>
    <p:sldId xmlns:r="http://schemas.openxmlformats.org/officeDocument/2006/relationships" id="335" r:id="Rb8759ce5702d49c9"/>
    <p:sldId xmlns:r="http://schemas.openxmlformats.org/officeDocument/2006/relationships" id="336" r:id="Re812c9e57df84099"/>
    <p:sldId xmlns:r="http://schemas.openxmlformats.org/officeDocument/2006/relationships" id="337" r:id="Rd4d1b88344504043"/>
    <p:sldId xmlns:r="http://schemas.openxmlformats.org/officeDocument/2006/relationships" id="338" r:id="R4dba3fd40c194350"/>
    <p:sldId xmlns:r="http://schemas.openxmlformats.org/officeDocument/2006/relationships" id="339" r:id="R20dc5586d8e549f5"/>
    <p:sldId xmlns:r="http://schemas.openxmlformats.org/officeDocument/2006/relationships" id="340" r:id="Re91027c1163546ca"/>
    <p:sldId xmlns:r="http://schemas.openxmlformats.org/officeDocument/2006/relationships" id="341" r:id="R18020991e836439a"/>
    <p:sldId xmlns:r="http://schemas.openxmlformats.org/officeDocument/2006/relationships" id="342" r:id="R4f1944b9660c44df"/>
    <p:sldId xmlns:r="http://schemas.openxmlformats.org/officeDocument/2006/relationships" id="343" r:id="Rda850b2d051844af"/>
    <p:sldId xmlns:r="http://schemas.openxmlformats.org/officeDocument/2006/relationships" id="344" r:id="R235959b0afd84a47"/>
    <p:sldId xmlns:r="http://schemas.openxmlformats.org/officeDocument/2006/relationships" id="345" r:id="Rd1cc320106214d34"/>
    <p:sldId xmlns:r="http://schemas.openxmlformats.org/officeDocument/2006/relationships" id="346" r:id="R2895ced6d3de4891"/>
    <p:sldId xmlns:r="http://schemas.openxmlformats.org/officeDocument/2006/relationships" id="347" r:id="Rb0a310d9c51142a3"/>
    <p:sldId xmlns:r="http://schemas.openxmlformats.org/officeDocument/2006/relationships" id="348" r:id="R10c8a7ab8d344465"/>
    <p:sldId xmlns:r="http://schemas.openxmlformats.org/officeDocument/2006/relationships" id="349" r:id="Ra94a516e7868497c"/>
    <p:sldId xmlns:r="http://schemas.openxmlformats.org/officeDocument/2006/relationships" id="350" r:id="Rfb417897054e4ada"/>
    <p:sldId xmlns:r="http://schemas.openxmlformats.org/officeDocument/2006/relationships" id="351" r:id="R0e7b1a57b0d24c8b"/>
    <p:sldId xmlns:r="http://schemas.openxmlformats.org/officeDocument/2006/relationships" id="352" r:id="R31f903abbdf64619"/>
    <p:sldId xmlns:r="http://schemas.openxmlformats.org/officeDocument/2006/relationships" id="353" r:id="R5a465e430c2b4e8e"/>
    <p:sldId xmlns:r="http://schemas.openxmlformats.org/officeDocument/2006/relationships" id="354" r:id="Reb96bfee4c7c4428"/>
    <p:sldId xmlns:r="http://schemas.openxmlformats.org/officeDocument/2006/relationships" id="355" r:id="Rd001d34c530d4c3a"/>
    <p:sldId xmlns:r="http://schemas.openxmlformats.org/officeDocument/2006/relationships" id="356" r:id="Ra7a8dac218bc49d0"/>
    <p:sldId xmlns:r="http://schemas.openxmlformats.org/officeDocument/2006/relationships" id="357" r:id="Re48967558e4e4aab"/>
    <p:sldId xmlns:r="http://schemas.openxmlformats.org/officeDocument/2006/relationships" id="358" r:id="Rbe64a898edd0455f"/>
    <p:sldId xmlns:r="http://schemas.openxmlformats.org/officeDocument/2006/relationships" id="359" r:id="R163b42f8ca4b4b42"/>
    <p:sldId xmlns:r="http://schemas.openxmlformats.org/officeDocument/2006/relationships" id="360" r:id="R6261e3c8056b4fcc"/>
    <p:sldId xmlns:r="http://schemas.openxmlformats.org/officeDocument/2006/relationships" id="361" r:id="R6068404a09974e86"/>
    <p:sldId xmlns:r="http://schemas.openxmlformats.org/officeDocument/2006/relationships" id="362" r:id="Rd33bd5f32a164002"/>
    <p:sldId xmlns:r="http://schemas.openxmlformats.org/officeDocument/2006/relationships" id="363" r:id="R56bbea302c454529"/>
    <p:sldId xmlns:r="http://schemas.openxmlformats.org/officeDocument/2006/relationships" id="364" r:id="R39ab28141ab7447f"/>
    <p:sldId xmlns:r="http://schemas.openxmlformats.org/officeDocument/2006/relationships" id="365" r:id="Rdcb395644ffc4a45"/>
    <p:sldId xmlns:r="http://schemas.openxmlformats.org/officeDocument/2006/relationships" id="366" r:id="R6c6f1bd04d78493f"/>
    <p:sldId xmlns:r="http://schemas.openxmlformats.org/officeDocument/2006/relationships" id="367" r:id="Ra9ab0d856bbe42ad"/>
    <p:sldId xmlns:r="http://schemas.openxmlformats.org/officeDocument/2006/relationships" id="368" r:id="Ra3abd09b60cc4612"/>
    <p:sldId xmlns:r="http://schemas.openxmlformats.org/officeDocument/2006/relationships" id="369" r:id="Radca5b4d2cbc4b42"/>
    <p:sldId xmlns:r="http://schemas.openxmlformats.org/officeDocument/2006/relationships" id="370" r:id="R0926b8999afa472c"/>
    <p:sldId xmlns:r="http://schemas.openxmlformats.org/officeDocument/2006/relationships" id="371" r:id="R0dffeff2acd6480d"/>
    <p:sldId xmlns:r="http://schemas.openxmlformats.org/officeDocument/2006/relationships" id="372" r:id="R13a8d630e5374c96"/>
    <p:sldId xmlns:r="http://schemas.openxmlformats.org/officeDocument/2006/relationships" id="373" r:id="Rc821c3398126470a"/>
    <p:sldId xmlns:r="http://schemas.openxmlformats.org/officeDocument/2006/relationships" id="374" r:id="R15d9908749f54d7b"/>
    <p:sldId xmlns:r="http://schemas.openxmlformats.org/officeDocument/2006/relationships" id="375" r:id="R86f9631ccfab4838"/>
    <p:sldId xmlns:r="http://schemas.openxmlformats.org/officeDocument/2006/relationships" id="376" r:id="R4a45efc914dd4801"/>
    <p:sldId xmlns:r="http://schemas.openxmlformats.org/officeDocument/2006/relationships" id="377" r:id="R8297ea739f924f73"/>
    <p:sldId xmlns:r="http://schemas.openxmlformats.org/officeDocument/2006/relationships" id="378" r:id="Rd0b607f8f0a14335"/>
    <p:sldId xmlns:r="http://schemas.openxmlformats.org/officeDocument/2006/relationships" id="379" r:id="R9855bae13fee4cc5"/>
    <p:sldId xmlns:r="http://schemas.openxmlformats.org/officeDocument/2006/relationships" id="380" r:id="R87829b940df542fd"/>
    <p:sldId xmlns:r="http://schemas.openxmlformats.org/officeDocument/2006/relationships" id="381" r:id="R4c67107a991748f0"/>
    <p:sldId xmlns:r="http://schemas.openxmlformats.org/officeDocument/2006/relationships" id="382" r:id="R33e65a32e6704de6"/>
    <p:sldId xmlns:r="http://schemas.openxmlformats.org/officeDocument/2006/relationships" id="383" r:id="Rb4903fea65574c28"/>
    <p:sldId xmlns:r="http://schemas.openxmlformats.org/officeDocument/2006/relationships" id="384" r:id="R23340def8bd84d79"/>
    <p:sldId xmlns:r="http://schemas.openxmlformats.org/officeDocument/2006/relationships" id="385" r:id="R84123543b088491b"/>
    <p:sldId xmlns:r="http://schemas.openxmlformats.org/officeDocument/2006/relationships" id="386" r:id="R3c54631fa0e346d5"/>
    <p:sldId xmlns:r="http://schemas.openxmlformats.org/officeDocument/2006/relationships" id="387" r:id="Rb4aeddc0c65a4ec1"/>
    <p:sldId xmlns:r="http://schemas.openxmlformats.org/officeDocument/2006/relationships" id="388" r:id="R275bf214596e4ebd"/>
    <p:sldId xmlns:r="http://schemas.openxmlformats.org/officeDocument/2006/relationships" id="389" r:id="R3668abab263140a4"/>
    <p:sldId xmlns:r="http://schemas.openxmlformats.org/officeDocument/2006/relationships" id="390" r:id="R4b6a12c1d9844fd6"/>
    <p:sldId xmlns:r="http://schemas.openxmlformats.org/officeDocument/2006/relationships" id="391" r:id="Rb4f50f7044c641c9"/>
    <p:sldId xmlns:r="http://schemas.openxmlformats.org/officeDocument/2006/relationships" id="392" r:id="R657c291bc4874900"/>
    <p:sldId xmlns:r="http://schemas.openxmlformats.org/officeDocument/2006/relationships" id="393" r:id="R2fbb2079245c4f8b"/>
    <p:sldId xmlns:r="http://schemas.openxmlformats.org/officeDocument/2006/relationships" id="394" r:id="R501c951afff84ad3"/>
    <p:sldId xmlns:r="http://schemas.openxmlformats.org/officeDocument/2006/relationships" id="395" r:id="Rd3f58f8ecb8c4589"/>
    <p:sldId xmlns:r="http://schemas.openxmlformats.org/officeDocument/2006/relationships" id="396" r:id="R5cdf84937f494046"/>
    <p:sldId xmlns:r="http://schemas.openxmlformats.org/officeDocument/2006/relationships" id="397" r:id="Rb26b0ce3d05c4c0a"/>
    <p:sldId xmlns:r="http://schemas.openxmlformats.org/officeDocument/2006/relationships" id="398" r:id="R5edd5b35ce3d4953"/>
    <p:sldId xmlns:r="http://schemas.openxmlformats.org/officeDocument/2006/relationships" id="399" r:id="R65a878c1a1324c1d"/>
    <p:sldId xmlns:r="http://schemas.openxmlformats.org/officeDocument/2006/relationships" id="400" r:id="Rae6c6a4bf2b4488b"/>
    <p:sldId xmlns:r="http://schemas.openxmlformats.org/officeDocument/2006/relationships" id="401" r:id="R47ac4e7507eb4b4d"/>
    <p:sldId xmlns:r="http://schemas.openxmlformats.org/officeDocument/2006/relationships" id="402" r:id="Rc84ec4418eca4001"/>
    <p:sldId xmlns:r="http://schemas.openxmlformats.org/officeDocument/2006/relationships" id="403" r:id="Raa85940e5a9f4e52"/>
    <p:sldId xmlns:r="http://schemas.openxmlformats.org/officeDocument/2006/relationships" id="404" r:id="Rb7ef1fdfa64c4229"/>
    <p:sldId xmlns:r="http://schemas.openxmlformats.org/officeDocument/2006/relationships" id="405" r:id="Reb45f15330dc4c44"/>
    <p:sldId xmlns:r="http://schemas.openxmlformats.org/officeDocument/2006/relationships" id="406" r:id="R394084947c284b83"/>
    <p:sldId xmlns:r="http://schemas.openxmlformats.org/officeDocument/2006/relationships" id="407" r:id="R81dbac758210460a"/>
    <p:sldId xmlns:r="http://schemas.openxmlformats.org/officeDocument/2006/relationships" id="408" r:id="R3b15ff99d215407c"/>
    <p:sldId xmlns:r="http://schemas.openxmlformats.org/officeDocument/2006/relationships" id="409" r:id="R4ea31b1edcbb46f9"/>
    <p:sldId xmlns:r="http://schemas.openxmlformats.org/officeDocument/2006/relationships" id="410" r:id="R980cb721163c40fb"/>
    <p:sldId xmlns:r="http://schemas.openxmlformats.org/officeDocument/2006/relationships" id="411" r:id="R5fa165547ac14c7c"/>
    <p:sldId xmlns:r="http://schemas.openxmlformats.org/officeDocument/2006/relationships" id="412" r:id="R77027906b9fa44dc"/>
    <p:sldId xmlns:r="http://schemas.openxmlformats.org/officeDocument/2006/relationships" id="413" r:id="R42fc020866bd4a19"/>
    <p:sldId xmlns:r="http://schemas.openxmlformats.org/officeDocument/2006/relationships" id="414" r:id="R1f42e7d663c442d0"/>
    <p:sldId xmlns:r="http://schemas.openxmlformats.org/officeDocument/2006/relationships" id="415" r:id="R0c03ab2e0b9448aa"/>
    <p:sldId xmlns:r="http://schemas.openxmlformats.org/officeDocument/2006/relationships" id="416" r:id="R70a85ac166514964"/>
    <p:sldId xmlns:r="http://schemas.openxmlformats.org/officeDocument/2006/relationships" id="417" r:id="R3c0944edbbd94e92"/>
    <p:sldId xmlns:r="http://schemas.openxmlformats.org/officeDocument/2006/relationships" id="418" r:id="R563c31508eca473b"/>
    <p:sldId xmlns:r="http://schemas.openxmlformats.org/officeDocument/2006/relationships" id="419" r:id="Rc28e1c765d984d8b"/>
    <p:sldId xmlns:r="http://schemas.openxmlformats.org/officeDocument/2006/relationships" id="420" r:id="Ra9d0a7c20ed84529"/>
    <p:sldId xmlns:r="http://schemas.openxmlformats.org/officeDocument/2006/relationships" id="421" r:id="R2155b1086fc441f8"/>
    <p:sldId xmlns:r="http://schemas.openxmlformats.org/officeDocument/2006/relationships" id="422" r:id="Radcba6b6aff94301"/>
    <p:sldId xmlns:r="http://schemas.openxmlformats.org/officeDocument/2006/relationships" id="423" r:id="R53998ea751e64b87"/>
    <p:sldId xmlns:r="http://schemas.openxmlformats.org/officeDocument/2006/relationships" id="424" r:id="R86815d30f00649a0"/>
    <p:sldId xmlns:r="http://schemas.openxmlformats.org/officeDocument/2006/relationships" id="425" r:id="Rb076b390905645e8"/>
    <p:sldId xmlns:r="http://schemas.openxmlformats.org/officeDocument/2006/relationships" id="426" r:id="Re5b822df1494443b"/>
    <p:sldId xmlns:r="http://schemas.openxmlformats.org/officeDocument/2006/relationships" id="427" r:id="R39792ec394854106"/>
    <p:sldId xmlns:r="http://schemas.openxmlformats.org/officeDocument/2006/relationships" id="428" r:id="Rb4984fc889574b83"/>
    <p:sldId xmlns:r="http://schemas.openxmlformats.org/officeDocument/2006/relationships" id="429" r:id="R34fadf998b3d414d"/>
    <p:sldId xmlns:r="http://schemas.openxmlformats.org/officeDocument/2006/relationships" id="430" r:id="R53ffd3cd4f1d4c36"/>
    <p:sldId xmlns:r="http://schemas.openxmlformats.org/officeDocument/2006/relationships" id="431" r:id="Re02ee9f7c0ec4dc2"/>
    <p:sldId xmlns:r="http://schemas.openxmlformats.org/officeDocument/2006/relationships" id="432" r:id="R3ad6c9bac58243d9"/>
    <p:sldId xmlns:r="http://schemas.openxmlformats.org/officeDocument/2006/relationships" id="433" r:id="R06616a8d15bf47c9"/>
    <p:sldId xmlns:r="http://schemas.openxmlformats.org/officeDocument/2006/relationships" id="434" r:id="Rb56a7e9c5edf4ea5"/>
    <p:sldId xmlns:r="http://schemas.openxmlformats.org/officeDocument/2006/relationships" id="435" r:id="R3db3ab8a26fa45cf"/>
    <p:sldId xmlns:r="http://schemas.openxmlformats.org/officeDocument/2006/relationships" id="436" r:id="Rcceb4d92687542b3"/>
    <p:sldId xmlns:r="http://schemas.openxmlformats.org/officeDocument/2006/relationships" id="437" r:id="Re0000f4624b14181"/>
    <p:sldId xmlns:r="http://schemas.openxmlformats.org/officeDocument/2006/relationships" id="438" r:id="R34ec61dfc4ef430e"/>
    <p:sldId xmlns:r="http://schemas.openxmlformats.org/officeDocument/2006/relationships" id="439" r:id="R7bbcdcf6c31d48fb"/>
    <p:sldId xmlns:r="http://schemas.openxmlformats.org/officeDocument/2006/relationships" id="440" r:id="Rd94ae22630a44258"/>
    <p:sldId xmlns:r="http://schemas.openxmlformats.org/officeDocument/2006/relationships" id="441" r:id="Reed2fc2f542d4b2b"/>
    <p:sldId xmlns:r="http://schemas.openxmlformats.org/officeDocument/2006/relationships" id="442" r:id="R70109675c9b24d20"/>
    <p:sldId xmlns:r="http://schemas.openxmlformats.org/officeDocument/2006/relationships" id="443" r:id="R543439f8ee6349b3"/>
    <p:sldId xmlns:r="http://schemas.openxmlformats.org/officeDocument/2006/relationships" id="444" r:id="R3dcdf842ff844032"/>
    <p:sldId xmlns:r="http://schemas.openxmlformats.org/officeDocument/2006/relationships" id="445" r:id="Rbec7971093a2487a"/>
    <p:sldId xmlns:r="http://schemas.openxmlformats.org/officeDocument/2006/relationships" id="446" r:id="R5f7cb47a60b64049"/>
    <p:sldId xmlns:r="http://schemas.openxmlformats.org/officeDocument/2006/relationships" id="447" r:id="Rd1603a3891364249"/>
    <p:sldId xmlns:r="http://schemas.openxmlformats.org/officeDocument/2006/relationships" id="448" r:id="R720d0d1580454d85"/>
    <p:sldId xmlns:r="http://schemas.openxmlformats.org/officeDocument/2006/relationships" id="449" r:id="R28018cf0f4f7410e"/>
    <p:sldId xmlns:r="http://schemas.openxmlformats.org/officeDocument/2006/relationships" id="450" r:id="R2f9338cb7a2a4b24"/>
    <p:sldId xmlns:r="http://schemas.openxmlformats.org/officeDocument/2006/relationships" id="451" r:id="Rc3494b0ae3d744a3"/>
    <p:sldId xmlns:r="http://schemas.openxmlformats.org/officeDocument/2006/relationships" id="452" r:id="R3cf32af40322416e"/>
    <p:sldId xmlns:r="http://schemas.openxmlformats.org/officeDocument/2006/relationships" id="453" r:id="Ra47ebd76aaaa4853"/>
    <p:sldId xmlns:r="http://schemas.openxmlformats.org/officeDocument/2006/relationships" id="454" r:id="R3a078d56befc459c"/>
    <p:sldId xmlns:r="http://schemas.openxmlformats.org/officeDocument/2006/relationships" id="455" r:id="Rfff32821d4b44094"/>
    <p:sldId xmlns:r="http://schemas.openxmlformats.org/officeDocument/2006/relationships" id="456" r:id="R8541fd5d1a9e43ba"/>
    <p:sldId xmlns:r="http://schemas.openxmlformats.org/officeDocument/2006/relationships" id="457" r:id="Rf79922f5ef214bdc"/>
    <p:sldId xmlns:r="http://schemas.openxmlformats.org/officeDocument/2006/relationships" id="458" r:id="Rd71d4c92b36f4b46"/>
    <p:sldId xmlns:r="http://schemas.openxmlformats.org/officeDocument/2006/relationships" id="459" r:id="Rd81f5a076e364e65"/>
    <p:sldId xmlns:r="http://schemas.openxmlformats.org/officeDocument/2006/relationships" id="460" r:id="R860582046da34b6d"/>
    <p:sldId xmlns:r="http://schemas.openxmlformats.org/officeDocument/2006/relationships" id="461" r:id="R7409d05ee2b74233"/>
    <p:sldId xmlns:r="http://schemas.openxmlformats.org/officeDocument/2006/relationships" id="462" r:id="R3f4eca1b989e4f5e"/>
    <p:sldId xmlns:r="http://schemas.openxmlformats.org/officeDocument/2006/relationships" id="463" r:id="R47be0aee7a754ff1"/>
    <p:sldId xmlns:r="http://schemas.openxmlformats.org/officeDocument/2006/relationships" id="464" r:id="Ra08b5701b6464e3c"/>
    <p:sldId xmlns:r="http://schemas.openxmlformats.org/officeDocument/2006/relationships" id="465" r:id="Rba28cbadf9eb41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ea830dd221b4753" /><Relationship Type="http://schemas.openxmlformats.org/officeDocument/2006/relationships/slideMaster" Target="/ppt/slideMasters/slideMaster1.xml" Id="R215707add9ce4912" /><Relationship Type="http://schemas.openxmlformats.org/officeDocument/2006/relationships/notesMaster" Target="/ppt/notesMasters/notesMaster1.xml" Id="R615ffffdf8a14294" /><Relationship Type="http://schemas.openxmlformats.org/officeDocument/2006/relationships/presProps" Target="/ppt/presProps.xml" Id="Rba75bc70ea4e4ff1" /><Relationship Type="http://schemas.openxmlformats.org/officeDocument/2006/relationships/viewProps" Target="/ppt/viewProps.xml" Id="R8d58a60ba5464655" /><Relationship Type="http://schemas.openxmlformats.org/officeDocument/2006/relationships/tableStyles" Target="/ppt/tableStyles.xml" Id="R3a0cd93b04554021" /><Relationship Type="http://schemas.openxmlformats.org/officeDocument/2006/relationships/slide" Target="/ppt/slides/slide1.xml" Id="R50be0f62b4884b34" /><Relationship Type="http://schemas.openxmlformats.org/officeDocument/2006/relationships/slide" Target="/ppt/slides/slide2.xml" Id="R050f76ae74184bf4" /><Relationship Type="http://schemas.openxmlformats.org/officeDocument/2006/relationships/slide" Target="/ppt/slides/slide3.xml" Id="R197ef35970ac44b9" /><Relationship Type="http://schemas.openxmlformats.org/officeDocument/2006/relationships/slide" Target="/ppt/slides/slide4.xml" Id="R7aa9b612fd964270" /><Relationship Type="http://schemas.openxmlformats.org/officeDocument/2006/relationships/slide" Target="/ppt/slides/slide5.xml" Id="R3a7dddcee9254e9d" /><Relationship Type="http://schemas.openxmlformats.org/officeDocument/2006/relationships/slide" Target="/ppt/slides/slide6.xml" Id="Rb148ac343833483f" /><Relationship Type="http://schemas.openxmlformats.org/officeDocument/2006/relationships/slide" Target="/ppt/slides/slide7.xml" Id="R72a9bd1f50184af8" /><Relationship Type="http://schemas.openxmlformats.org/officeDocument/2006/relationships/slide" Target="/ppt/slides/slide8.xml" Id="R02921cfcd3ea4c62" /><Relationship Type="http://schemas.openxmlformats.org/officeDocument/2006/relationships/slide" Target="/ppt/slides/slide9.xml" Id="R20d8d3fca12a40b2" /><Relationship Type="http://schemas.openxmlformats.org/officeDocument/2006/relationships/slide" Target="/ppt/slides/slide10.xml" Id="R027c489ccf884049" /><Relationship Type="http://schemas.openxmlformats.org/officeDocument/2006/relationships/slide" Target="/ppt/slides/slide11.xml" Id="R56611360c09446ae" /><Relationship Type="http://schemas.openxmlformats.org/officeDocument/2006/relationships/slide" Target="/ppt/slides/slide12.xml" Id="Rc2e7c6e90ce541e8" /><Relationship Type="http://schemas.openxmlformats.org/officeDocument/2006/relationships/slide" Target="/ppt/slides/slide13.xml" Id="R9353595bfbd34721" /><Relationship Type="http://schemas.openxmlformats.org/officeDocument/2006/relationships/slide" Target="/ppt/slides/slide14.xml" Id="Ra1562202445c4764" /><Relationship Type="http://schemas.openxmlformats.org/officeDocument/2006/relationships/slide" Target="/ppt/slides/slide15.xml" Id="R69337f4de88e4d4d" /><Relationship Type="http://schemas.openxmlformats.org/officeDocument/2006/relationships/slide" Target="/ppt/slides/slide16.xml" Id="R01e1f431556544d1" /><Relationship Type="http://schemas.openxmlformats.org/officeDocument/2006/relationships/slide" Target="/ppt/slides/slide17.xml" Id="R4cb1651339624678" /><Relationship Type="http://schemas.openxmlformats.org/officeDocument/2006/relationships/slide" Target="/ppt/slides/slide18.xml" Id="Re7794b7c7be443e5" /><Relationship Type="http://schemas.openxmlformats.org/officeDocument/2006/relationships/slide" Target="/ppt/slides/slide19.xml" Id="R27b09cad80714ced" /><Relationship Type="http://schemas.openxmlformats.org/officeDocument/2006/relationships/slide" Target="/ppt/slides/slide20.xml" Id="R5667f8e5b0734920" /><Relationship Type="http://schemas.openxmlformats.org/officeDocument/2006/relationships/slide" Target="/ppt/slides/slide21.xml" Id="R1108170f1c904203" /><Relationship Type="http://schemas.openxmlformats.org/officeDocument/2006/relationships/slide" Target="/ppt/slides/slide22.xml" Id="R57fed116f29b468e" /><Relationship Type="http://schemas.openxmlformats.org/officeDocument/2006/relationships/slide" Target="/ppt/slides/slide23.xml" Id="R9892e118f969422c" /><Relationship Type="http://schemas.openxmlformats.org/officeDocument/2006/relationships/slide" Target="/ppt/slides/slide24.xml" Id="R57470a59434c4555" /><Relationship Type="http://schemas.openxmlformats.org/officeDocument/2006/relationships/slide" Target="/ppt/slides/slide25.xml" Id="Rb8609c0b01864ae1" /><Relationship Type="http://schemas.openxmlformats.org/officeDocument/2006/relationships/slide" Target="/ppt/slides/slide26.xml" Id="Rcf37431c06cf47dc" /><Relationship Type="http://schemas.openxmlformats.org/officeDocument/2006/relationships/slide" Target="/ppt/slides/slide27.xml" Id="Rc2b64255ab564805" /><Relationship Type="http://schemas.openxmlformats.org/officeDocument/2006/relationships/slide" Target="/ppt/slides/slide28.xml" Id="R2882f396425e4ea1" /><Relationship Type="http://schemas.openxmlformats.org/officeDocument/2006/relationships/slide" Target="/ppt/slides/slide29.xml" Id="Rc64f9ab9fe274a13" /><Relationship Type="http://schemas.openxmlformats.org/officeDocument/2006/relationships/slide" Target="/ppt/slides/slide30.xml" Id="R09d6e4e8f89044db" /><Relationship Type="http://schemas.openxmlformats.org/officeDocument/2006/relationships/slide" Target="/ppt/slides/slide31.xml" Id="Rcd95f4e550bc474a" /><Relationship Type="http://schemas.openxmlformats.org/officeDocument/2006/relationships/slide" Target="/ppt/slides/slide32.xml" Id="R84cb26c5ec294953" /><Relationship Type="http://schemas.openxmlformats.org/officeDocument/2006/relationships/slide" Target="/ppt/slides/slide33.xml" Id="Rd85f071f95514f2a" /><Relationship Type="http://schemas.openxmlformats.org/officeDocument/2006/relationships/slide" Target="/ppt/slides/slide34.xml" Id="R00b5369122ab466e" /><Relationship Type="http://schemas.openxmlformats.org/officeDocument/2006/relationships/slide" Target="/ppt/slides/slide35.xml" Id="R3ad93624b0f7486c" /><Relationship Type="http://schemas.openxmlformats.org/officeDocument/2006/relationships/slide" Target="/ppt/slides/slide36.xml" Id="Ra91d61d4bbaf4e74" /><Relationship Type="http://schemas.openxmlformats.org/officeDocument/2006/relationships/slide" Target="/ppt/slides/slide37.xml" Id="Rad1ce4e9e29b463e" /><Relationship Type="http://schemas.openxmlformats.org/officeDocument/2006/relationships/slide" Target="/ppt/slides/slide38.xml" Id="R2cb5029b8fb545aa" /><Relationship Type="http://schemas.openxmlformats.org/officeDocument/2006/relationships/slide" Target="/ppt/slides/slide39.xml" Id="Ra303bc285dcb41c8" /><Relationship Type="http://schemas.openxmlformats.org/officeDocument/2006/relationships/slide" Target="/ppt/slides/slide40.xml" Id="Rb5c60242b14444b3" /><Relationship Type="http://schemas.openxmlformats.org/officeDocument/2006/relationships/slide" Target="/ppt/slides/slide41.xml" Id="R0987cbe56e104ab8" /><Relationship Type="http://schemas.openxmlformats.org/officeDocument/2006/relationships/slide" Target="/ppt/slides/slide42.xml" Id="R79615b00849f490a" /><Relationship Type="http://schemas.openxmlformats.org/officeDocument/2006/relationships/slide" Target="/ppt/slides/slide43.xml" Id="R5df95ec9dba64bc3" /><Relationship Type="http://schemas.openxmlformats.org/officeDocument/2006/relationships/slide" Target="/ppt/slides/slide44.xml" Id="Rccc0eea250de43a6" /><Relationship Type="http://schemas.openxmlformats.org/officeDocument/2006/relationships/slide" Target="/ppt/slides/slide45.xml" Id="Raed2d0006b5b4129" /><Relationship Type="http://schemas.openxmlformats.org/officeDocument/2006/relationships/slide" Target="/ppt/slides/slide46.xml" Id="R71d4e588c9554f6f" /><Relationship Type="http://schemas.openxmlformats.org/officeDocument/2006/relationships/slide" Target="/ppt/slides/slide47.xml" Id="R0d7d856f81da4515" /><Relationship Type="http://schemas.openxmlformats.org/officeDocument/2006/relationships/slide" Target="/ppt/slides/slide48.xml" Id="R732d7589792940f3" /><Relationship Type="http://schemas.openxmlformats.org/officeDocument/2006/relationships/slide" Target="/ppt/slides/slide49.xml" Id="R46afc1d8c6da4024" /><Relationship Type="http://schemas.openxmlformats.org/officeDocument/2006/relationships/slide" Target="/ppt/slides/slide50.xml" Id="R60660a94c06348d5" /><Relationship Type="http://schemas.openxmlformats.org/officeDocument/2006/relationships/slide" Target="/ppt/slides/slide51.xml" Id="Rc46082e8fa344cdb" /><Relationship Type="http://schemas.openxmlformats.org/officeDocument/2006/relationships/slide" Target="/ppt/slides/slide52.xml" Id="Re5fdbc4f2c0a438e" /><Relationship Type="http://schemas.openxmlformats.org/officeDocument/2006/relationships/slide" Target="/ppt/slides/slide53.xml" Id="Rfbb8173adae54240" /><Relationship Type="http://schemas.openxmlformats.org/officeDocument/2006/relationships/slide" Target="/ppt/slides/slide54.xml" Id="R226a10325ae04a32" /><Relationship Type="http://schemas.openxmlformats.org/officeDocument/2006/relationships/slide" Target="/ppt/slides/slide55.xml" Id="Ra887e328c728486f" /><Relationship Type="http://schemas.openxmlformats.org/officeDocument/2006/relationships/slide" Target="/ppt/slides/slide56.xml" Id="Rc0695aa4403742f3" /><Relationship Type="http://schemas.openxmlformats.org/officeDocument/2006/relationships/slide" Target="/ppt/slides/slide57.xml" Id="R95f3cdeed40d4dae" /><Relationship Type="http://schemas.openxmlformats.org/officeDocument/2006/relationships/slide" Target="/ppt/slides/slide58.xml" Id="Raef8b33b171a4331" /><Relationship Type="http://schemas.openxmlformats.org/officeDocument/2006/relationships/slide" Target="/ppt/slides/slide59.xml" Id="Rdd2b6fe4a9294a88" /><Relationship Type="http://schemas.openxmlformats.org/officeDocument/2006/relationships/slide" Target="/ppt/slides/slide60.xml" Id="R7bc0988bf9444007" /><Relationship Type="http://schemas.openxmlformats.org/officeDocument/2006/relationships/slide" Target="/ppt/slides/slide61.xml" Id="R4820e61b2fd74173" /><Relationship Type="http://schemas.openxmlformats.org/officeDocument/2006/relationships/slide" Target="/ppt/slides/slide62.xml" Id="Rb7424bd4d24f4544" /><Relationship Type="http://schemas.openxmlformats.org/officeDocument/2006/relationships/slide" Target="/ppt/slides/slide63.xml" Id="R6b1e67d41a5d4618" /><Relationship Type="http://schemas.openxmlformats.org/officeDocument/2006/relationships/slide" Target="/ppt/slides/slide64.xml" Id="R867c64691f3843dc" /><Relationship Type="http://schemas.openxmlformats.org/officeDocument/2006/relationships/slide" Target="/ppt/slides/slide65.xml" Id="Rb9919c4395dd4302" /><Relationship Type="http://schemas.openxmlformats.org/officeDocument/2006/relationships/slide" Target="/ppt/slides/slide66.xml" Id="Rfd46a95b8f45494f" /><Relationship Type="http://schemas.openxmlformats.org/officeDocument/2006/relationships/slide" Target="/ppt/slides/slide67.xml" Id="Rf240dc630b6b446b" /><Relationship Type="http://schemas.openxmlformats.org/officeDocument/2006/relationships/slide" Target="/ppt/slides/slide68.xml" Id="R7625889607264474" /><Relationship Type="http://schemas.openxmlformats.org/officeDocument/2006/relationships/slide" Target="/ppt/slides/slide69.xml" Id="Re8e8b868cba644dc" /><Relationship Type="http://schemas.openxmlformats.org/officeDocument/2006/relationships/slide" Target="/ppt/slides/slide70.xml" Id="R7567b272cea24cdc" /><Relationship Type="http://schemas.openxmlformats.org/officeDocument/2006/relationships/slide" Target="/ppt/slides/slide71.xml" Id="R55b7f14fcf5e4e16" /><Relationship Type="http://schemas.openxmlformats.org/officeDocument/2006/relationships/slide" Target="/ppt/slides/slide72.xml" Id="R03e2c40281bf4b10" /><Relationship Type="http://schemas.openxmlformats.org/officeDocument/2006/relationships/slide" Target="/ppt/slides/slide73.xml" Id="R412c4766a74e45d4" /><Relationship Type="http://schemas.openxmlformats.org/officeDocument/2006/relationships/slide" Target="/ppt/slides/slide74.xml" Id="R6cea8b8e1d304eb9" /><Relationship Type="http://schemas.openxmlformats.org/officeDocument/2006/relationships/slide" Target="/ppt/slides/slide75.xml" Id="Rbb1b2c9bbf9741ae" /><Relationship Type="http://schemas.openxmlformats.org/officeDocument/2006/relationships/slide" Target="/ppt/slides/slide76.xml" Id="Rec1f2c61bdf94e6a" /><Relationship Type="http://schemas.openxmlformats.org/officeDocument/2006/relationships/slide" Target="/ppt/slides/slide77.xml" Id="Rd56259589787435f" /><Relationship Type="http://schemas.openxmlformats.org/officeDocument/2006/relationships/slide" Target="/ppt/slides/slide78.xml" Id="Raf509ab5bc53457f" /><Relationship Type="http://schemas.openxmlformats.org/officeDocument/2006/relationships/slide" Target="/ppt/slides/slide79.xml" Id="Ra96c3c34060849d4" /><Relationship Type="http://schemas.openxmlformats.org/officeDocument/2006/relationships/slide" Target="/ppt/slides/slide80.xml" Id="Rb8759ce5702d49c9" /><Relationship Type="http://schemas.openxmlformats.org/officeDocument/2006/relationships/slide" Target="/ppt/slides/slide81.xml" Id="Re812c9e57df84099" /><Relationship Type="http://schemas.openxmlformats.org/officeDocument/2006/relationships/slide" Target="/ppt/slides/slide82.xml" Id="Rd4d1b88344504043" /><Relationship Type="http://schemas.openxmlformats.org/officeDocument/2006/relationships/slide" Target="/ppt/slides/slide83.xml" Id="R4dba3fd40c194350" /><Relationship Type="http://schemas.openxmlformats.org/officeDocument/2006/relationships/slide" Target="/ppt/slides/slide84.xml" Id="R20dc5586d8e549f5" /><Relationship Type="http://schemas.openxmlformats.org/officeDocument/2006/relationships/slide" Target="/ppt/slides/slide85.xml" Id="Re91027c1163546ca" /><Relationship Type="http://schemas.openxmlformats.org/officeDocument/2006/relationships/slide" Target="/ppt/slides/slide86.xml" Id="R18020991e836439a" /><Relationship Type="http://schemas.openxmlformats.org/officeDocument/2006/relationships/slide" Target="/ppt/slides/slide87.xml" Id="R4f1944b9660c44df" /><Relationship Type="http://schemas.openxmlformats.org/officeDocument/2006/relationships/slide" Target="/ppt/slides/slide88.xml" Id="Rda850b2d051844af" /><Relationship Type="http://schemas.openxmlformats.org/officeDocument/2006/relationships/slide" Target="/ppt/slides/slide89.xml" Id="R235959b0afd84a47" /><Relationship Type="http://schemas.openxmlformats.org/officeDocument/2006/relationships/slide" Target="/ppt/slides/slide90.xml" Id="Rd1cc320106214d34" /><Relationship Type="http://schemas.openxmlformats.org/officeDocument/2006/relationships/slide" Target="/ppt/slides/slide91.xml" Id="R2895ced6d3de4891" /><Relationship Type="http://schemas.openxmlformats.org/officeDocument/2006/relationships/slide" Target="/ppt/slides/slide92.xml" Id="Rb0a310d9c51142a3" /><Relationship Type="http://schemas.openxmlformats.org/officeDocument/2006/relationships/slide" Target="/ppt/slides/slide93.xml" Id="R10c8a7ab8d344465" /><Relationship Type="http://schemas.openxmlformats.org/officeDocument/2006/relationships/slide" Target="/ppt/slides/slide94.xml" Id="Ra94a516e7868497c" /><Relationship Type="http://schemas.openxmlformats.org/officeDocument/2006/relationships/slide" Target="/ppt/slides/slide95.xml" Id="Rfb417897054e4ada" /><Relationship Type="http://schemas.openxmlformats.org/officeDocument/2006/relationships/slide" Target="/ppt/slides/slide96.xml" Id="R0e7b1a57b0d24c8b" /><Relationship Type="http://schemas.openxmlformats.org/officeDocument/2006/relationships/slide" Target="/ppt/slides/slide97.xml" Id="R31f903abbdf64619" /><Relationship Type="http://schemas.openxmlformats.org/officeDocument/2006/relationships/slide" Target="/ppt/slides/slide98.xml" Id="R5a465e430c2b4e8e" /><Relationship Type="http://schemas.openxmlformats.org/officeDocument/2006/relationships/slide" Target="/ppt/slides/slide99.xml" Id="Reb96bfee4c7c4428" /><Relationship Type="http://schemas.openxmlformats.org/officeDocument/2006/relationships/slide" Target="/ppt/slides/slide100.xml" Id="Rd001d34c530d4c3a" /><Relationship Type="http://schemas.openxmlformats.org/officeDocument/2006/relationships/slide" Target="/ppt/slides/slide101.xml" Id="Ra7a8dac218bc49d0" /><Relationship Type="http://schemas.openxmlformats.org/officeDocument/2006/relationships/slide" Target="/ppt/slides/slide102.xml" Id="Re48967558e4e4aab" /><Relationship Type="http://schemas.openxmlformats.org/officeDocument/2006/relationships/slide" Target="/ppt/slides/slide103.xml" Id="Rbe64a898edd0455f" /><Relationship Type="http://schemas.openxmlformats.org/officeDocument/2006/relationships/slide" Target="/ppt/slides/slide104.xml" Id="R163b42f8ca4b4b42" /><Relationship Type="http://schemas.openxmlformats.org/officeDocument/2006/relationships/slide" Target="/ppt/slides/slide105.xml" Id="R6261e3c8056b4fcc" /><Relationship Type="http://schemas.openxmlformats.org/officeDocument/2006/relationships/slide" Target="/ppt/slides/slide106.xml" Id="R6068404a09974e86" /><Relationship Type="http://schemas.openxmlformats.org/officeDocument/2006/relationships/slide" Target="/ppt/slides/slide107.xml" Id="Rd33bd5f32a164002" /><Relationship Type="http://schemas.openxmlformats.org/officeDocument/2006/relationships/slide" Target="/ppt/slides/slide108.xml" Id="R56bbea302c454529" /><Relationship Type="http://schemas.openxmlformats.org/officeDocument/2006/relationships/slide" Target="/ppt/slides/slide109.xml" Id="R39ab28141ab7447f" /><Relationship Type="http://schemas.openxmlformats.org/officeDocument/2006/relationships/slide" Target="/ppt/slides/slide110.xml" Id="Rdcb395644ffc4a45" /><Relationship Type="http://schemas.openxmlformats.org/officeDocument/2006/relationships/slide" Target="/ppt/slides/slide111.xml" Id="R6c6f1bd04d78493f" /><Relationship Type="http://schemas.openxmlformats.org/officeDocument/2006/relationships/slide" Target="/ppt/slides/slide112.xml" Id="Ra9ab0d856bbe42ad" /><Relationship Type="http://schemas.openxmlformats.org/officeDocument/2006/relationships/slide" Target="/ppt/slides/slide113.xml" Id="Ra3abd09b60cc4612" /><Relationship Type="http://schemas.openxmlformats.org/officeDocument/2006/relationships/slide" Target="/ppt/slides/slide114.xml" Id="Radca5b4d2cbc4b42" /><Relationship Type="http://schemas.openxmlformats.org/officeDocument/2006/relationships/slide" Target="/ppt/slides/slide115.xml" Id="R0926b8999afa472c" /><Relationship Type="http://schemas.openxmlformats.org/officeDocument/2006/relationships/slide" Target="/ppt/slides/slide116.xml" Id="R0dffeff2acd6480d" /><Relationship Type="http://schemas.openxmlformats.org/officeDocument/2006/relationships/slide" Target="/ppt/slides/slide117.xml" Id="R13a8d630e5374c96" /><Relationship Type="http://schemas.openxmlformats.org/officeDocument/2006/relationships/slide" Target="/ppt/slides/slide118.xml" Id="Rc821c3398126470a" /><Relationship Type="http://schemas.openxmlformats.org/officeDocument/2006/relationships/slide" Target="/ppt/slides/slide119.xml" Id="R15d9908749f54d7b" /><Relationship Type="http://schemas.openxmlformats.org/officeDocument/2006/relationships/slide" Target="/ppt/slides/slide120.xml" Id="R86f9631ccfab4838" /><Relationship Type="http://schemas.openxmlformats.org/officeDocument/2006/relationships/slide" Target="/ppt/slides/slide121.xml" Id="R4a45efc914dd4801" /><Relationship Type="http://schemas.openxmlformats.org/officeDocument/2006/relationships/slide" Target="/ppt/slides/slide122.xml" Id="R8297ea739f924f73" /><Relationship Type="http://schemas.openxmlformats.org/officeDocument/2006/relationships/slide" Target="/ppt/slides/slide123.xml" Id="Rd0b607f8f0a14335" /><Relationship Type="http://schemas.openxmlformats.org/officeDocument/2006/relationships/slide" Target="/ppt/slides/slide124.xml" Id="R9855bae13fee4cc5" /><Relationship Type="http://schemas.openxmlformats.org/officeDocument/2006/relationships/slide" Target="/ppt/slides/slide125.xml" Id="R87829b940df542fd" /><Relationship Type="http://schemas.openxmlformats.org/officeDocument/2006/relationships/slide" Target="/ppt/slides/slide126.xml" Id="R4c67107a991748f0" /><Relationship Type="http://schemas.openxmlformats.org/officeDocument/2006/relationships/slide" Target="/ppt/slides/slide127.xml" Id="R33e65a32e6704de6" /><Relationship Type="http://schemas.openxmlformats.org/officeDocument/2006/relationships/slide" Target="/ppt/slides/slide128.xml" Id="Rb4903fea65574c28" /><Relationship Type="http://schemas.openxmlformats.org/officeDocument/2006/relationships/slide" Target="/ppt/slides/slide129.xml" Id="R23340def8bd84d79" /><Relationship Type="http://schemas.openxmlformats.org/officeDocument/2006/relationships/slide" Target="/ppt/slides/slide130.xml" Id="R84123543b088491b" /><Relationship Type="http://schemas.openxmlformats.org/officeDocument/2006/relationships/slide" Target="/ppt/slides/slide131.xml" Id="R3c54631fa0e346d5" /><Relationship Type="http://schemas.openxmlformats.org/officeDocument/2006/relationships/slide" Target="/ppt/slides/slide132.xml" Id="Rb4aeddc0c65a4ec1" /><Relationship Type="http://schemas.openxmlformats.org/officeDocument/2006/relationships/slide" Target="/ppt/slides/slide133.xml" Id="R275bf214596e4ebd" /><Relationship Type="http://schemas.openxmlformats.org/officeDocument/2006/relationships/slide" Target="/ppt/slides/slide134.xml" Id="R3668abab263140a4" /><Relationship Type="http://schemas.openxmlformats.org/officeDocument/2006/relationships/slide" Target="/ppt/slides/slide135.xml" Id="R4b6a12c1d9844fd6" /><Relationship Type="http://schemas.openxmlformats.org/officeDocument/2006/relationships/slide" Target="/ppt/slides/slide136.xml" Id="Rb4f50f7044c641c9" /><Relationship Type="http://schemas.openxmlformats.org/officeDocument/2006/relationships/slide" Target="/ppt/slides/slide137.xml" Id="R657c291bc4874900" /><Relationship Type="http://schemas.openxmlformats.org/officeDocument/2006/relationships/slide" Target="/ppt/slides/slide138.xml" Id="R2fbb2079245c4f8b" /><Relationship Type="http://schemas.openxmlformats.org/officeDocument/2006/relationships/slide" Target="/ppt/slides/slide139.xml" Id="R501c951afff84ad3" /><Relationship Type="http://schemas.openxmlformats.org/officeDocument/2006/relationships/slide" Target="/ppt/slides/slide140.xml" Id="Rd3f58f8ecb8c4589" /><Relationship Type="http://schemas.openxmlformats.org/officeDocument/2006/relationships/slide" Target="/ppt/slides/slide141.xml" Id="R5cdf84937f494046" /><Relationship Type="http://schemas.openxmlformats.org/officeDocument/2006/relationships/slide" Target="/ppt/slides/slide142.xml" Id="Rb26b0ce3d05c4c0a" /><Relationship Type="http://schemas.openxmlformats.org/officeDocument/2006/relationships/slide" Target="/ppt/slides/slide143.xml" Id="R5edd5b35ce3d4953" /><Relationship Type="http://schemas.openxmlformats.org/officeDocument/2006/relationships/slide" Target="/ppt/slides/slide144.xml" Id="R65a878c1a1324c1d" /><Relationship Type="http://schemas.openxmlformats.org/officeDocument/2006/relationships/slide" Target="/ppt/slides/slide145.xml" Id="Rae6c6a4bf2b4488b" /><Relationship Type="http://schemas.openxmlformats.org/officeDocument/2006/relationships/slide" Target="/ppt/slides/slide146.xml" Id="R47ac4e7507eb4b4d" /><Relationship Type="http://schemas.openxmlformats.org/officeDocument/2006/relationships/slide" Target="/ppt/slides/slide147.xml" Id="Rc84ec4418eca4001" /><Relationship Type="http://schemas.openxmlformats.org/officeDocument/2006/relationships/slide" Target="/ppt/slides/slide148.xml" Id="Raa85940e5a9f4e52" /><Relationship Type="http://schemas.openxmlformats.org/officeDocument/2006/relationships/slide" Target="/ppt/slides/slide149.xml" Id="Rb7ef1fdfa64c4229" /><Relationship Type="http://schemas.openxmlformats.org/officeDocument/2006/relationships/slide" Target="/ppt/slides/slide150.xml" Id="Reb45f15330dc4c44" /><Relationship Type="http://schemas.openxmlformats.org/officeDocument/2006/relationships/slide" Target="/ppt/slides/slide151.xml" Id="R394084947c284b83" /><Relationship Type="http://schemas.openxmlformats.org/officeDocument/2006/relationships/slide" Target="/ppt/slides/slide152.xml" Id="R81dbac758210460a" /><Relationship Type="http://schemas.openxmlformats.org/officeDocument/2006/relationships/slide" Target="/ppt/slides/slide153.xml" Id="R3b15ff99d215407c" /><Relationship Type="http://schemas.openxmlformats.org/officeDocument/2006/relationships/slide" Target="/ppt/slides/slide154.xml" Id="R4ea31b1edcbb46f9" /><Relationship Type="http://schemas.openxmlformats.org/officeDocument/2006/relationships/slide" Target="/ppt/slides/slide155.xml" Id="R980cb721163c40fb" /><Relationship Type="http://schemas.openxmlformats.org/officeDocument/2006/relationships/slide" Target="/ppt/slides/slide156.xml" Id="R5fa165547ac14c7c" /><Relationship Type="http://schemas.openxmlformats.org/officeDocument/2006/relationships/slide" Target="/ppt/slides/slide157.xml" Id="R77027906b9fa44dc" /><Relationship Type="http://schemas.openxmlformats.org/officeDocument/2006/relationships/slide" Target="/ppt/slides/slide158.xml" Id="R42fc020866bd4a19" /><Relationship Type="http://schemas.openxmlformats.org/officeDocument/2006/relationships/slide" Target="/ppt/slides/slide159.xml" Id="R1f42e7d663c442d0" /><Relationship Type="http://schemas.openxmlformats.org/officeDocument/2006/relationships/slide" Target="/ppt/slides/slide160.xml" Id="R0c03ab2e0b9448aa" /><Relationship Type="http://schemas.openxmlformats.org/officeDocument/2006/relationships/slide" Target="/ppt/slides/slide161.xml" Id="R70a85ac166514964" /><Relationship Type="http://schemas.openxmlformats.org/officeDocument/2006/relationships/slide" Target="/ppt/slides/slide162.xml" Id="R3c0944edbbd94e92" /><Relationship Type="http://schemas.openxmlformats.org/officeDocument/2006/relationships/slide" Target="/ppt/slides/slide163.xml" Id="R563c31508eca473b" /><Relationship Type="http://schemas.openxmlformats.org/officeDocument/2006/relationships/slide" Target="/ppt/slides/slide164.xml" Id="Rc28e1c765d984d8b" /><Relationship Type="http://schemas.openxmlformats.org/officeDocument/2006/relationships/slide" Target="/ppt/slides/slide165.xml" Id="Ra9d0a7c20ed84529" /><Relationship Type="http://schemas.openxmlformats.org/officeDocument/2006/relationships/slide" Target="/ppt/slides/slide166.xml" Id="R2155b1086fc441f8" /><Relationship Type="http://schemas.openxmlformats.org/officeDocument/2006/relationships/slide" Target="/ppt/slides/slide167.xml" Id="Radcba6b6aff94301" /><Relationship Type="http://schemas.openxmlformats.org/officeDocument/2006/relationships/slide" Target="/ppt/slides/slide168.xml" Id="R53998ea751e64b87" /><Relationship Type="http://schemas.openxmlformats.org/officeDocument/2006/relationships/slide" Target="/ppt/slides/slide169.xml" Id="R86815d30f00649a0" /><Relationship Type="http://schemas.openxmlformats.org/officeDocument/2006/relationships/slide" Target="/ppt/slides/slide170.xml" Id="Rb076b390905645e8" /><Relationship Type="http://schemas.openxmlformats.org/officeDocument/2006/relationships/slide" Target="/ppt/slides/slide171.xml" Id="Re5b822df1494443b" /><Relationship Type="http://schemas.openxmlformats.org/officeDocument/2006/relationships/slide" Target="/ppt/slides/slide172.xml" Id="R39792ec394854106" /><Relationship Type="http://schemas.openxmlformats.org/officeDocument/2006/relationships/slide" Target="/ppt/slides/slide173.xml" Id="Rb4984fc889574b83" /><Relationship Type="http://schemas.openxmlformats.org/officeDocument/2006/relationships/slide" Target="/ppt/slides/slide174.xml" Id="R34fadf998b3d414d" /><Relationship Type="http://schemas.openxmlformats.org/officeDocument/2006/relationships/slide" Target="/ppt/slides/slide175.xml" Id="R53ffd3cd4f1d4c36" /><Relationship Type="http://schemas.openxmlformats.org/officeDocument/2006/relationships/slide" Target="/ppt/slides/slide176.xml" Id="Re02ee9f7c0ec4dc2" /><Relationship Type="http://schemas.openxmlformats.org/officeDocument/2006/relationships/slide" Target="/ppt/slides/slide177.xml" Id="R3ad6c9bac58243d9" /><Relationship Type="http://schemas.openxmlformats.org/officeDocument/2006/relationships/slide" Target="/ppt/slides/slide178.xml" Id="R06616a8d15bf47c9" /><Relationship Type="http://schemas.openxmlformats.org/officeDocument/2006/relationships/slide" Target="/ppt/slides/slide179.xml" Id="Rb56a7e9c5edf4ea5" /><Relationship Type="http://schemas.openxmlformats.org/officeDocument/2006/relationships/slide" Target="/ppt/slides/slide180.xml" Id="R3db3ab8a26fa45cf" /><Relationship Type="http://schemas.openxmlformats.org/officeDocument/2006/relationships/slide" Target="/ppt/slides/slide181.xml" Id="Rcceb4d92687542b3" /><Relationship Type="http://schemas.openxmlformats.org/officeDocument/2006/relationships/slide" Target="/ppt/slides/slide182.xml" Id="Re0000f4624b14181" /><Relationship Type="http://schemas.openxmlformats.org/officeDocument/2006/relationships/slide" Target="/ppt/slides/slide183.xml" Id="R34ec61dfc4ef430e" /><Relationship Type="http://schemas.openxmlformats.org/officeDocument/2006/relationships/slide" Target="/ppt/slides/slide184.xml" Id="R7bbcdcf6c31d48fb" /><Relationship Type="http://schemas.openxmlformats.org/officeDocument/2006/relationships/slide" Target="/ppt/slides/slide185.xml" Id="Rd94ae22630a44258" /><Relationship Type="http://schemas.openxmlformats.org/officeDocument/2006/relationships/slide" Target="/ppt/slides/slide186.xml" Id="Reed2fc2f542d4b2b" /><Relationship Type="http://schemas.openxmlformats.org/officeDocument/2006/relationships/slide" Target="/ppt/slides/slide187.xml" Id="R70109675c9b24d20" /><Relationship Type="http://schemas.openxmlformats.org/officeDocument/2006/relationships/slide" Target="/ppt/slides/slide188.xml" Id="R543439f8ee6349b3" /><Relationship Type="http://schemas.openxmlformats.org/officeDocument/2006/relationships/slide" Target="/ppt/slides/slide189.xml" Id="R3dcdf842ff844032" /><Relationship Type="http://schemas.openxmlformats.org/officeDocument/2006/relationships/slide" Target="/ppt/slides/slide190.xml" Id="Rbec7971093a2487a" /><Relationship Type="http://schemas.openxmlformats.org/officeDocument/2006/relationships/slide" Target="/ppt/slides/slide191.xml" Id="R5f7cb47a60b64049" /><Relationship Type="http://schemas.openxmlformats.org/officeDocument/2006/relationships/slide" Target="/ppt/slides/slide192.xml" Id="Rd1603a3891364249" /><Relationship Type="http://schemas.openxmlformats.org/officeDocument/2006/relationships/slide" Target="/ppt/slides/slide193.xml" Id="R720d0d1580454d85" /><Relationship Type="http://schemas.openxmlformats.org/officeDocument/2006/relationships/slide" Target="/ppt/slides/slide194.xml" Id="R28018cf0f4f7410e" /><Relationship Type="http://schemas.openxmlformats.org/officeDocument/2006/relationships/slide" Target="/ppt/slides/slide195.xml" Id="R2f9338cb7a2a4b24" /><Relationship Type="http://schemas.openxmlformats.org/officeDocument/2006/relationships/slide" Target="/ppt/slides/slide196.xml" Id="Rc3494b0ae3d744a3" /><Relationship Type="http://schemas.openxmlformats.org/officeDocument/2006/relationships/slide" Target="/ppt/slides/slide197.xml" Id="R3cf32af40322416e" /><Relationship Type="http://schemas.openxmlformats.org/officeDocument/2006/relationships/slide" Target="/ppt/slides/slide198.xml" Id="Ra47ebd76aaaa4853" /><Relationship Type="http://schemas.openxmlformats.org/officeDocument/2006/relationships/slide" Target="/ppt/slides/slide199.xml" Id="R3a078d56befc459c" /><Relationship Type="http://schemas.openxmlformats.org/officeDocument/2006/relationships/slide" Target="/ppt/slides/slide200.xml" Id="Rfff32821d4b44094" /><Relationship Type="http://schemas.openxmlformats.org/officeDocument/2006/relationships/slide" Target="/ppt/slides/slide201.xml" Id="R8541fd5d1a9e43ba" /><Relationship Type="http://schemas.openxmlformats.org/officeDocument/2006/relationships/slide" Target="/ppt/slides/slide202.xml" Id="Rf79922f5ef214bdc" /><Relationship Type="http://schemas.openxmlformats.org/officeDocument/2006/relationships/slide" Target="/ppt/slides/slide203.xml" Id="Rd71d4c92b36f4b46" /><Relationship Type="http://schemas.openxmlformats.org/officeDocument/2006/relationships/slide" Target="/ppt/slides/slide204.xml" Id="Rd81f5a076e364e65" /><Relationship Type="http://schemas.openxmlformats.org/officeDocument/2006/relationships/slide" Target="/ppt/slides/slide205.xml" Id="R860582046da34b6d" /><Relationship Type="http://schemas.openxmlformats.org/officeDocument/2006/relationships/slide" Target="/ppt/slides/slide206.xml" Id="R7409d05ee2b74233" /><Relationship Type="http://schemas.openxmlformats.org/officeDocument/2006/relationships/slide" Target="/ppt/slides/slide207.xml" Id="R3f4eca1b989e4f5e" /><Relationship Type="http://schemas.openxmlformats.org/officeDocument/2006/relationships/slide" Target="/ppt/slides/slide208.xml" Id="R47be0aee7a754ff1" /><Relationship Type="http://schemas.openxmlformats.org/officeDocument/2006/relationships/slide" Target="/ppt/slides/slide209.xml" Id="Ra08b5701b6464e3c" /><Relationship Type="http://schemas.openxmlformats.org/officeDocument/2006/relationships/slide" Target="/ppt/slides/slide210.xml" Id="Rba28cbadf9eb41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900c21511344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c7bd01b35b4b2d" /><Relationship Type="http://schemas.openxmlformats.org/officeDocument/2006/relationships/notesMaster" Target="/ppt/notesMasters/notesMaster1.xml" Id="R85b66757cb1744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ba61e29ff34749" /><Relationship Type="http://schemas.openxmlformats.org/officeDocument/2006/relationships/notesMaster" Target="/ppt/notesMasters/notesMaster1.xml" Id="Rdeb39dd67a7a4d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0f808a892f4f25" /><Relationship Type="http://schemas.openxmlformats.org/officeDocument/2006/relationships/notesMaster" Target="/ppt/notesMasters/notesMaster1.xml" Id="Rebf627a315a843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3333c3f2d54314" /><Relationship Type="http://schemas.openxmlformats.org/officeDocument/2006/relationships/notesMaster" Target="/ppt/notesMasters/notesMaster1.xml" Id="R5af870a9a0bc48c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fc697d8c22415a" /><Relationship Type="http://schemas.openxmlformats.org/officeDocument/2006/relationships/notesMaster" Target="/ppt/notesMasters/notesMaster1.xml" Id="R970e9ac4326c43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c39e98c85149c5" /><Relationship Type="http://schemas.openxmlformats.org/officeDocument/2006/relationships/notesMaster" Target="/ppt/notesMasters/notesMaster1.xml" Id="R8856857c2cd74f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751dbbaa254846" /><Relationship Type="http://schemas.openxmlformats.org/officeDocument/2006/relationships/notesMaster" Target="/ppt/notesMasters/notesMaster1.xml" Id="R6c8e455f216c46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a3690dccb94016" /><Relationship Type="http://schemas.openxmlformats.org/officeDocument/2006/relationships/notesMaster" Target="/ppt/notesMasters/notesMaster1.xml" Id="R752d8179f1ac41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96bdf0452646d0" /><Relationship Type="http://schemas.openxmlformats.org/officeDocument/2006/relationships/notesMaster" Target="/ppt/notesMasters/notesMaster1.xml" Id="R6bc1002f2d2942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41b1a4b27b45ea" /><Relationship Type="http://schemas.openxmlformats.org/officeDocument/2006/relationships/notesMaster" Target="/ppt/notesMasters/notesMaster1.xml" Id="Ra7c56f36ae8340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34790ee6e7b4510" /><Relationship Type="http://schemas.openxmlformats.org/officeDocument/2006/relationships/notesMaster" Target="/ppt/notesMasters/notesMaster1.xml" Id="R82deecb20ec644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67c3c27d294dc1" /><Relationship Type="http://schemas.openxmlformats.org/officeDocument/2006/relationships/notesMaster" Target="/ppt/notesMasters/notesMaster1.xml" Id="R39e0257593e64d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46e8372c5645f5" /><Relationship Type="http://schemas.openxmlformats.org/officeDocument/2006/relationships/notesMaster" Target="/ppt/notesMasters/notesMaster1.xml" Id="R41008a0c541c45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345c391e96494a" /><Relationship Type="http://schemas.openxmlformats.org/officeDocument/2006/relationships/notesMaster" Target="/ppt/notesMasters/notesMaster1.xml" Id="Ra274aa098bed43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b95753847d45be" /><Relationship Type="http://schemas.openxmlformats.org/officeDocument/2006/relationships/notesMaster" Target="/ppt/notesMasters/notesMaster1.xml" Id="Re0a4c12a4908440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9ecf4427f340a0" /><Relationship Type="http://schemas.openxmlformats.org/officeDocument/2006/relationships/notesMaster" Target="/ppt/notesMasters/notesMaster1.xml" Id="R6762c68d29cb48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46e14423bcb45a9" /><Relationship Type="http://schemas.openxmlformats.org/officeDocument/2006/relationships/notesMaster" Target="/ppt/notesMasters/notesMaster1.xml" Id="Rf985f0f6da6e45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3785ed8e1a4cf2" /><Relationship Type="http://schemas.openxmlformats.org/officeDocument/2006/relationships/notesMaster" Target="/ppt/notesMasters/notesMaster1.xml" Id="R2524c4a6a2bf41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b19c74990f542b1" /><Relationship Type="http://schemas.openxmlformats.org/officeDocument/2006/relationships/notesMaster" Target="/ppt/notesMasters/notesMaster1.xml" Id="Re8ccffc668ee48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224c346a37418d" /><Relationship Type="http://schemas.openxmlformats.org/officeDocument/2006/relationships/notesMaster" Target="/ppt/notesMasters/notesMaster1.xml" Id="R14847ccea8f144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669cc6fd3744b3" /><Relationship Type="http://schemas.openxmlformats.org/officeDocument/2006/relationships/notesMaster" Target="/ppt/notesMasters/notesMaster1.xml" Id="R694f0c6c24374b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589625437784a7d" /><Relationship Type="http://schemas.openxmlformats.org/officeDocument/2006/relationships/notesMaster" Target="/ppt/notesMasters/notesMaster1.xml" Id="R29e3b04713d34f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2879874d184884" /><Relationship Type="http://schemas.openxmlformats.org/officeDocument/2006/relationships/notesMaster" Target="/ppt/notesMasters/notesMaster1.xml" Id="Ra6a5bc1418f644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6a7494694a4e82" /><Relationship Type="http://schemas.openxmlformats.org/officeDocument/2006/relationships/notesMaster" Target="/ppt/notesMasters/notesMaster1.xml" Id="R0da1fb319bec4be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bf841b29364cf1" /><Relationship Type="http://schemas.openxmlformats.org/officeDocument/2006/relationships/notesMaster" Target="/ppt/notesMasters/notesMaster1.xml" Id="Rdc9d68f5fd6241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28066a25424e0c" /><Relationship Type="http://schemas.openxmlformats.org/officeDocument/2006/relationships/notesMaster" Target="/ppt/notesMasters/notesMaster1.xml" Id="R352a41f325284a4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fa31e5978df4abd" /><Relationship Type="http://schemas.openxmlformats.org/officeDocument/2006/relationships/notesMaster" Target="/ppt/notesMasters/notesMaster1.xml" Id="R761f3c5786b54dc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3758d394dc34cec" /><Relationship Type="http://schemas.openxmlformats.org/officeDocument/2006/relationships/notesMaster" Target="/ppt/notesMasters/notesMaster1.xml" Id="R45b0760f91994e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e42886819c4062" /><Relationship Type="http://schemas.openxmlformats.org/officeDocument/2006/relationships/notesMaster" Target="/ppt/notesMasters/notesMaster1.xml" Id="Rb7337406430f4b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7238a08ee748f4" /><Relationship Type="http://schemas.openxmlformats.org/officeDocument/2006/relationships/notesMaster" Target="/ppt/notesMasters/notesMaster1.xml" Id="R9219a8041b894e6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192cf003b984af6" /><Relationship Type="http://schemas.openxmlformats.org/officeDocument/2006/relationships/notesMaster" Target="/ppt/notesMasters/notesMaster1.xml" Id="Rc5cb0034b6354c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628e2526d7f4938" /><Relationship Type="http://schemas.openxmlformats.org/officeDocument/2006/relationships/notesMaster" Target="/ppt/notesMasters/notesMaster1.xml" Id="R13132510d07843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7dd471e00c44e29" /><Relationship Type="http://schemas.openxmlformats.org/officeDocument/2006/relationships/notesMaster" Target="/ppt/notesMasters/notesMaster1.xml" Id="R13c969a2360c479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ff68b00f4504f87" /><Relationship Type="http://schemas.openxmlformats.org/officeDocument/2006/relationships/notesMaster" Target="/ppt/notesMasters/notesMaster1.xml" Id="R181ef1c9925b43d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5824ceb44ec441e" /><Relationship Type="http://schemas.openxmlformats.org/officeDocument/2006/relationships/notesMaster" Target="/ppt/notesMasters/notesMaster1.xml" Id="R718a0c78093c43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3f3ee9104f4527" /><Relationship Type="http://schemas.openxmlformats.org/officeDocument/2006/relationships/notesMaster" Target="/ppt/notesMasters/notesMaster1.xml" Id="Rd72fb890d4e8473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6e1a47930074334" /><Relationship Type="http://schemas.openxmlformats.org/officeDocument/2006/relationships/notesMaster" Target="/ppt/notesMasters/notesMaster1.xml" Id="Rec979295d11b455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0bbe23e28d4d47" /><Relationship Type="http://schemas.openxmlformats.org/officeDocument/2006/relationships/notesMaster" Target="/ppt/notesMasters/notesMaster1.xml" Id="Rbc2c3368606841f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29e1d6252824b8e" /><Relationship Type="http://schemas.openxmlformats.org/officeDocument/2006/relationships/notesMaster" Target="/ppt/notesMasters/notesMaster1.xml" Id="Ra6a1773b8c1c42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633c271527d4e07" /><Relationship Type="http://schemas.openxmlformats.org/officeDocument/2006/relationships/notesMaster" Target="/ppt/notesMasters/notesMaster1.xml" Id="Rc7a10cc325f74b5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49a5efa830e4739" /><Relationship Type="http://schemas.openxmlformats.org/officeDocument/2006/relationships/notesMaster" Target="/ppt/notesMasters/notesMaster1.xml" Id="R50a9b47790a644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4c53520eae14f34" /><Relationship Type="http://schemas.openxmlformats.org/officeDocument/2006/relationships/notesMaster" Target="/ppt/notesMasters/notesMaster1.xml" Id="R34aa4fbc8a134be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844ba48f04e4285" /><Relationship Type="http://schemas.openxmlformats.org/officeDocument/2006/relationships/notesMaster" Target="/ppt/notesMasters/notesMaster1.xml" Id="R9bc33ba3f8ec4c7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396efab972a4f9f" /><Relationship Type="http://schemas.openxmlformats.org/officeDocument/2006/relationships/notesMaster" Target="/ppt/notesMasters/notesMaster1.xml" Id="R358b4c848ea441d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fed77a264f8430f" /><Relationship Type="http://schemas.openxmlformats.org/officeDocument/2006/relationships/notesMaster" Target="/ppt/notesMasters/notesMaster1.xml" Id="R5265eca1b60243b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6c1a5e0ec854307" /><Relationship Type="http://schemas.openxmlformats.org/officeDocument/2006/relationships/notesMaster" Target="/ppt/notesMasters/notesMaster1.xml" Id="R173e2c830fb1440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f681f786bb74827" /><Relationship Type="http://schemas.openxmlformats.org/officeDocument/2006/relationships/notesMaster" Target="/ppt/notesMasters/notesMaster1.xml" Id="R62a94048deb549b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4267a9da43942bb" /><Relationship Type="http://schemas.openxmlformats.org/officeDocument/2006/relationships/notesMaster" Target="/ppt/notesMasters/notesMaster1.xml" Id="R47aa1803c771410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103539438b848ab" /><Relationship Type="http://schemas.openxmlformats.org/officeDocument/2006/relationships/notesMaster" Target="/ppt/notesMasters/notesMaster1.xml" Id="Rf5f90fb1d09c427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d0e408bd6f24e23" /><Relationship Type="http://schemas.openxmlformats.org/officeDocument/2006/relationships/notesMaster" Target="/ppt/notesMasters/notesMaster1.xml" Id="R597b420547c14c9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329d22009664842" /><Relationship Type="http://schemas.openxmlformats.org/officeDocument/2006/relationships/notesMaster" Target="/ppt/notesMasters/notesMaster1.xml" Id="R7f0ed737baa3426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3ac060abe5f483d" /><Relationship Type="http://schemas.openxmlformats.org/officeDocument/2006/relationships/notesMaster" Target="/ppt/notesMasters/notesMaster1.xml" Id="R7f45a05c392747d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58585178c37482b" /><Relationship Type="http://schemas.openxmlformats.org/officeDocument/2006/relationships/notesMaster" Target="/ppt/notesMasters/notesMaster1.xml" Id="Ra18ca6f9a939499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410b24c74444c90" /><Relationship Type="http://schemas.openxmlformats.org/officeDocument/2006/relationships/notesMaster" Target="/ppt/notesMasters/notesMaster1.xml" Id="R7128464009f648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71aaaee04814666" /><Relationship Type="http://schemas.openxmlformats.org/officeDocument/2006/relationships/notesMaster" Target="/ppt/notesMasters/notesMaster1.xml" Id="R655e7de0e9d7412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8c0fb09b3b84fc6" /><Relationship Type="http://schemas.openxmlformats.org/officeDocument/2006/relationships/notesMaster" Target="/ppt/notesMasters/notesMaster1.xml" Id="R42e402a105a9474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367570573b843fa" /><Relationship Type="http://schemas.openxmlformats.org/officeDocument/2006/relationships/notesMaster" Target="/ppt/notesMasters/notesMaster1.xml" Id="R62d4a620c646438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18f1f456ca54215" /><Relationship Type="http://schemas.openxmlformats.org/officeDocument/2006/relationships/notesMaster" Target="/ppt/notesMasters/notesMaster1.xml" Id="Rb43010f81ad24ab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30c5d4eee3c44da" /><Relationship Type="http://schemas.openxmlformats.org/officeDocument/2006/relationships/notesMaster" Target="/ppt/notesMasters/notesMaster1.xml" Id="R4b0300e145334a7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d42cb70aa8d49f1" /><Relationship Type="http://schemas.openxmlformats.org/officeDocument/2006/relationships/notesMaster" Target="/ppt/notesMasters/notesMaster1.xml" Id="R3d70249f9bd24d5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f6652d8c92f456d" /><Relationship Type="http://schemas.openxmlformats.org/officeDocument/2006/relationships/notesMaster" Target="/ppt/notesMasters/notesMaster1.xml" Id="Rde16098ea0194b9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5ab2292b691488b" /><Relationship Type="http://schemas.openxmlformats.org/officeDocument/2006/relationships/notesMaster" Target="/ppt/notesMasters/notesMaster1.xml" Id="Ra785db6888e945e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ec2ed8cb2334ef2" /><Relationship Type="http://schemas.openxmlformats.org/officeDocument/2006/relationships/notesMaster" Target="/ppt/notesMasters/notesMaster1.xml" Id="R4ea9a34858dc400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b7fc440edee4732" /><Relationship Type="http://schemas.openxmlformats.org/officeDocument/2006/relationships/notesMaster" Target="/ppt/notesMasters/notesMaster1.xml" Id="Ra92171a0ea3e4f4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7145aa00bc34168" /><Relationship Type="http://schemas.openxmlformats.org/officeDocument/2006/relationships/notesMaster" Target="/ppt/notesMasters/notesMaster1.xml" Id="Re5d89709619944a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7d3d387f976458c" /><Relationship Type="http://schemas.openxmlformats.org/officeDocument/2006/relationships/notesMaster" Target="/ppt/notesMasters/notesMaster1.xml" Id="R3c4de901ec29430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9b7bfd0614049e7" /><Relationship Type="http://schemas.openxmlformats.org/officeDocument/2006/relationships/notesMaster" Target="/ppt/notesMasters/notesMaster1.xml" Id="R83d6fddce7824b2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b50cb8ff1684060" /><Relationship Type="http://schemas.openxmlformats.org/officeDocument/2006/relationships/notesMaster" Target="/ppt/notesMasters/notesMaster1.xml" Id="R173fc835cf5e44b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87cee52bf9143d5" /><Relationship Type="http://schemas.openxmlformats.org/officeDocument/2006/relationships/notesMaster" Target="/ppt/notesMasters/notesMaster1.xml" Id="Re368212dce09409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a56c445c96c491d" /><Relationship Type="http://schemas.openxmlformats.org/officeDocument/2006/relationships/notesMaster" Target="/ppt/notesMasters/notesMaster1.xml" Id="R4c44a4b3ac4b4fa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2b6c55d09c8493c" /><Relationship Type="http://schemas.openxmlformats.org/officeDocument/2006/relationships/notesMaster" Target="/ppt/notesMasters/notesMaster1.xml" Id="Rc47079d0337f464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6ff5c17d97245a9" /><Relationship Type="http://schemas.openxmlformats.org/officeDocument/2006/relationships/notesMaster" Target="/ppt/notesMasters/notesMaster1.xml" Id="Rb2cff8724dd64aa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ae5540bebf04171" /><Relationship Type="http://schemas.openxmlformats.org/officeDocument/2006/relationships/notesMaster" Target="/ppt/notesMasters/notesMaster1.xml" Id="Rb33323ecb9a948f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d626a0e82044473" /><Relationship Type="http://schemas.openxmlformats.org/officeDocument/2006/relationships/notesMaster" Target="/ppt/notesMasters/notesMaster1.xml" Id="Rdcb51a7ce6e7420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693b1f28f5b4adb" /><Relationship Type="http://schemas.openxmlformats.org/officeDocument/2006/relationships/notesMaster" Target="/ppt/notesMasters/notesMaster1.xml" Id="R3b9e99f5980c47b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2734108b97b40d2" /><Relationship Type="http://schemas.openxmlformats.org/officeDocument/2006/relationships/notesMaster" Target="/ppt/notesMasters/notesMaster1.xml" Id="Rde645d517dc44fc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45ee4f813044f04" /><Relationship Type="http://schemas.openxmlformats.org/officeDocument/2006/relationships/notesMaster" Target="/ppt/notesMasters/notesMaster1.xml" Id="R444132e8f3e54b3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3a010f5ced847de" /><Relationship Type="http://schemas.openxmlformats.org/officeDocument/2006/relationships/notesMaster" Target="/ppt/notesMasters/notesMaster1.xml" Id="R2a1a3c0e11b045d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cebf3e88b9f40db" /><Relationship Type="http://schemas.openxmlformats.org/officeDocument/2006/relationships/notesMaster" Target="/ppt/notesMasters/notesMaster1.xml" Id="R9f80b14f281f4dd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2adbf0ac6ce4cc7" /><Relationship Type="http://schemas.openxmlformats.org/officeDocument/2006/relationships/notesMaster" Target="/ppt/notesMasters/notesMaster1.xml" Id="R9969cb23db2c4a5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ba265dabe744451" /><Relationship Type="http://schemas.openxmlformats.org/officeDocument/2006/relationships/notesMaster" Target="/ppt/notesMasters/notesMaster1.xml" Id="R2ce7e155d94b437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9b46f55ada84d6d" /><Relationship Type="http://schemas.openxmlformats.org/officeDocument/2006/relationships/notesMaster" Target="/ppt/notesMasters/notesMaster1.xml" Id="R38a5d3d0fbb64ff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f527fa9509a4c84" /><Relationship Type="http://schemas.openxmlformats.org/officeDocument/2006/relationships/notesMaster" Target="/ppt/notesMasters/notesMaster1.xml" Id="Rdf592468080548a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e35450ae25640e0" /><Relationship Type="http://schemas.openxmlformats.org/officeDocument/2006/relationships/notesMaster" Target="/ppt/notesMasters/notesMaster1.xml" Id="R185714194b274a9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a5cbd6456c534e86" /><Relationship Type="http://schemas.openxmlformats.org/officeDocument/2006/relationships/notesMaster" Target="/ppt/notesMasters/notesMaster1.xml" Id="Rc3bea793b34044a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ccdaaefe24d4074" /><Relationship Type="http://schemas.openxmlformats.org/officeDocument/2006/relationships/notesMaster" Target="/ppt/notesMasters/notesMaster1.xml" Id="R1a1abe043dfa4c9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a69d9a35134467f" /><Relationship Type="http://schemas.openxmlformats.org/officeDocument/2006/relationships/notesMaster" Target="/ppt/notesMasters/notesMaster1.xml" Id="R008153ec64a642b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533f5dbaa394913" /><Relationship Type="http://schemas.openxmlformats.org/officeDocument/2006/relationships/notesMaster" Target="/ppt/notesMasters/notesMaster1.xml" Id="Rf5fa2e4285084c3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a36ff91a5d44ab5" /><Relationship Type="http://schemas.openxmlformats.org/officeDocument/2006/relationships/notesMaster" Target="/ppt/notesMasters/notesMaster1.xml" Id="R6d0af6820aa8491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df7e10108c7b4385" /><Relationship Type="http://schemas.openxmlformats.org/officeDocument/2006/relationships/notesMaster" Target="/ppt/notesMasters/notesMaster1.xml" Id="R0a653219d66b4ab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8c3e87b64d14825" /><Relationship Type="http://schemas.openxmlformats.org/officeDocument/2006/relationships/notesMaster" Target="/ppt/notesMasters/notesMaster1.xml" Id="R0543c897d5294f2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8486d5ed9264587" /><Relationship Type="http://schemas.openxmlformats.org/officeDocument/2006/relationships/notesMaster" Target="/ppt/notesMasters/notesMaster1.xml" Id="Re17ddec01bf4415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dba656a823a400d" /><Relationship Type="http://schemas.openxmlformats.org/officeDocument/2006/relationships/notesMaster" Target="/ppt/notesMasters/notesMaster1.xml" Id="Rdae9f619303f486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f1d6f5de4124f27" /><Relationship Type="http://schemas.openxmlformats.org/officeDocument/2006/relationships/notesMaster" Target="/ppt/notesMasters/notesMaster1.xml" Id="Rab56adb042cc422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d26006c91d84d83" /><Relationship Type="http://schemas.openxmlformats.org/officeDocument/2006/relationships/notesMaster" Target="/ppt/notesMasters/notesMaster1.xml" Id="R1da0dbc242104e4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500331cdbaa47b5" /><Relationship Type="http://schemas.openxmlformats.org/officeDocument/2006/relationships/notesMaster" Target="/ppt/notesMasters/notesMaster1.xml" Id="R8501364c3fc8432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b92e12bb90d4462" /><Relationship Type="http://schemas.openxmlformats.org/officeDocument/2006/relationships/notesMaster" Target="/ppt/notesMasters/notesMaster1.xml" Id="Rf027c5f1ddd9473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e3f59f2817ee4f5d" /><Relationship Type="http://schemas.openxmlformats.org/officeDocument/2006/relationships/notesMaster" Target="/ppt/notesMasters/notesMaster1.xml" Id="R83db38b244234fe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1907bd821e54985" /><Relationship Type="http://schemas.openxmlformats.org/officeDocument/2006/relationships/notesMaster" Target="/ppt/notesMasters/notesMaster1.xml" Id="Ra56c5f47b84d40a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ad41ac9343f4780" /><Relationship Type="http://schemas.openxmlformats.org/officeDocument/2006/relationships/notesMaster" Target="/ppt/notesMasters/notesMaster1.xml" Id="R728d725df6ad4d6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1951e44967f14c78" /><Relationship Type="http://schemas.openxmlformats.org/officeDocument/2006/relationships/notesMaster" Target="/ppt/notesMasters/notesMaster1.xml" Id="R1751b15b294f491f"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9f6a6d0fd1e04a10" /><Relationship Type="http://schemas.openxmlformats.org/officeDocument/2006/relationships/notesMaster" Target="/ppt/notesMasters/notesMaster1.xml" Id="R66e28225e25e405c"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cfa5e5bcd2934a27" /><Relationship Type="http://schemas.openxmlformats.org/officeDocument/2006/relationships/notesMaster" Target="/ppt/notesMasters/notesMaster1.xml" Id="R185f68844cb9437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2eabaac424642e6" /><Relationship Type="http://schemas.openxmlformats.org/officeDocument/2006/relationships/notesMaster" Target="/ppt/notesMasters/notesMaster1.xml" Id="R5c4316b95ff84c98"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d2eaca8619e4d3d" /><Relationship Type="http://schemas.openxmlformats.org/officeDocument/2006/relationships/notesMaster" Target="/ppt/notesMasters/notesMaster1.xml" Id="Rd9fa53d767394a8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4ea2b59c7a24a0a" /><Relationship Type="http://schemas.openxmlformats.org/officeDocument/2006/relationships/notesMaster" Target="/ppt/notesMasters/notesMaster1.xml" Id="R395a9e9e45534e1e"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9701d72ddc5c46a0" /><Relationship Type="http://schemas.openxmlformats.org/officeDocument/2006/relationships/notesMaster" Target="/ppt/notesMasters/notesMaster1.xml" Id="R412022a48ba94677"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56aa325386be4814" /><Relationship Type="http://schemas.openxmlformats.org/officeDocument/2006/relationships/notesMaster" Target="/ppt/notesMasters/notesMaster1.xml" Id="Rd2d32c09d56c4d06"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e92f70e350ff4593" /><Relationship Type="http://schemas.openxmlformats.org/officeDocument/2006/relationships/notesMaster" Target="/ppt/notesMasters/notesMaster1.xml" Id="R5c584095a7074ad1"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c40a71e712794d06" /><Relationship Type="http://schemas.openxmlformats.org/officeDocument/2006/relationships/notesMaster" Target="/ppt/notesMasters/notesMaster1.xml" Id="R7bd23f9ef0a7440b"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50aa8bf259a74299" /><Relationship Type="http://schemas.openxmlformats.org/officeDocument/2006/relationships/notesMaster" Target="/ppt/notesMasters/notesMaster1.xml" Id="R8d7b1f4af61b48b5"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b3a69696268b4a86" /><Relationship Type="http://schemas.openxmlformats.org/officeDocument/2006/relationships/notesMaster" Target="/ppt/notesMasters/notesMaster1.xml" Id="Rb4157c9fc7624985"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c602b790571c40ef" /><Relationship Type="http://schemas.openxmlformats.org/officeDocument/2006/relationships/notesMaster" Target="/ppt/notesMasters/notesMaster1.xml" Id="Rddd308448a1c44c6"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5937cb688ce444e3" /><Relationship Type="http://schemas.openxmlformats.org/officeDocument/2006/relationships/notesMaster" Target="/ppt/notesMasters/notesMaster1.xml" Id="R0e89dec05e5a4f9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c22b56f8d2704f8c" /><Relationship Type="http://schemas.openxmlformats.org/officeDocument/2006/relationships/notesMaster" Target="/ppt/notesMasters/notesMaster1.xml" Id="R7bfd4448b10a4263"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921dc23c014bd8" /><Relationship Type="http://schemas.openxmlformats.org/officeDocument/2006/relationships/notesMaster" Target="/ppt/notesMasters/notesMaster1.xml" Id="R25c29714921b4ff0"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8f459c8a79784fbf" /><Relationship Type="http://schemas.openxmlformats.org/officeDocument/2006/relationships/notesMaster" Target="/ppt/notesMasters/notesMaster1.xml" Id="R353240c264ba412c"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03651b9e8396491f" /><Relationship Type="http://schemas.openxmlformats.org/officeDocument/2006/relationships/notesMaster" Target="/ppt/notesMasters/notesMaster1.xml" Id="R8f9da988fca74678"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6e07ec6e064644bf" /><Relationship Type="http://schemas.openxmlformats.org/officeDocument/2006/relationships/notesMaster" Target="/ppt/notesMasters/notesMaster1.xml" Id="R4363d99e010d406a"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0a15223a1c004292" /><Relationship Type="http://schemas.openxmlformats.org/officeDocument/2006/relationships/notesMaster" Target="/ppt/notesMasters/notesMaster1.xml" Id="R2e8393c7eec745c9"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e12a4bd2cf254aa9" /><Relationship Type="http://schemas.openxmlformats.org/officeDocument/2006/relationships/notesMaster" Target="/ppt/notesMasters/notesMaster1.xml" Id="R2439b7aee0aa4690"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b981773fb5b0430d" /><Relationship Type="http://schemas.openxmlformats.org/officeDocument/2006/relationships/notesMaster" Target="/ppt/notesMasters/notesMaster1.xml" Id="Rcbd00c522e904e25"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848fb4521f584725" /><Relationship Type="http://schemas.openxmlformats.org/officeDocument/2006/relationships/notesMaster" Target="/ppt/notesMasters/notesMaster1.xml" Id="R1329fbb8319a40ff"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982d57b6272847b6" /><Relationship Type="http://schemas.openxmlformats.org/officeDocument/2006/relationships/notesMaster" Target="/ppt/notesMasters/notesMaster1.xml" Id="Rb219093ba34d4fb4"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51430e53fc4848d2" /><Relationship Type="http://schemas.openxmlformats.org/officeDocument/2006/relationships/notesMaster" Target="/ppt/notesMasters/notesMaster1.xml" Id="Rf7ffefd9b5e6473f"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fce5c517355349b9" /><Relationship Type="http://schemas.openxmlformats.org/officeDocument/2006/relationships/notesMaster" Target="/ppt/notesMasters/notesMaster1.xml" Id="R2560f016097f46f8"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42522b6047264c2f" /><Relationship Type="http://schemas.openxmlformats.org/officeDocument/2006/relationships/notesMaster" Target="/ppt/notesMasters/notesMaster1.xml" Id="Rc4be556ac2a0425d"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bf6939dc4c294326" /><Relationship Type="http://schemas.openxmlformats.org/officeDocument/2006/relationships/notesMaster" Target="/ppt/notesMasters/notesMaster1.xml" Id="Re382f5fd48974223"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403032728c70473e" /><Relationship Type="http://schemas.openxmlformats.org/officeDocument/2006/relationships/notesMaster" Target="/ppt/notesMasters/notesMaster1.xml" Id="R528fd95c44704633"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d3a4a6d10888418f" /><Relationship Type="http://schemas.openxmlformats.org/officeDocument/2006/relationships/notesMaster" Target="/ppt/notesMasters/notesMaster1.xml" Id="R1793861da0ef493c"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6a966a9efcfc4b22" /><Relationship Type="http://schemas.openxmlformats.org/officeDocument/2006/relationships/notesMaster" Target="/ppt/notesMasters/notesMaster1.xml" Id="R57cffb6cbe284e59"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53a2432a756e4e02" /><Relationship Type="http://schemas.openxmlformats.org/officeDocument/2006/relationships/notesMaster" Target="/ppt/notesMasters/notesMaster1.xml" Id="R02a7c422435d45bd"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4d58ca5c6d334869" /><Relationship Type="http://schemas.openxmlformats.org/officeDocument/2006/relationships/notesMaster" Target="/ppt/notesMasters/notesMaster1.xml" Id="Rd9828130b7834e92"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586561cea0844ed9" /><Relationship Type="http://schemas.openxmlformats.org/officeDocument/2006/relationships/notesMaster" Target="/ppt/notesMasters/notesMaster1.xml" Id="R67b75460de6a4d4a"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a7fa6abe3e114c10" /><Relationship Type="http://schemas.openxmlformats.org/officeDocument/2006/relationships/notesMaster" Target="/ppt/notesMasters/notesMaster1.xml" Id="R8c5f967f557f4d3e"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371d801dfe274be1" /><Relationship Type="http://schemas.openxmlformats.org/officeDocument/2006/relationships/notesMaster" Target="/ppt/notesMasters/notesMaster1.xml" Id="R101a83b53ded4af9"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e66cf562f98c4110" /><Relationship Type="http://schemas.openxmlformats.org/officeDocument/2006/relationships/notesMaster" Target="/ppt/notesMasters/notesMaster1.xml" Id="Rbc1e8095007f42c5"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bf2f78ed924d40c7" /><Relationship Type="http://schemas.openxmlformats.org/officeDocument/2006/relationships/notesMaster" Target="/ppt/notesMasters/notesMaster1.xml" Id="Rac9537fd7afd40b5"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97722a7c61334bf1" /><Relationship Type="http://schemas.openxmlformats.org/officeDocument/2006/relationships/notesMaster" Target="/ppt/notesMasters/notesMaster1.xml" Id="R7cc425ddee00457d"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dd435b09c9d142c0" /><Relationship Type="http://schemas.openxmlformats.org/officeDocument/2006/relationships/notesMaster" Target="/ppt/notesMasters/notesMaster1.xml" Id="R74dd58e6c4fe4780"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c3377a1999e8422e" /><Relationship Type="http://schemas.openxmlformats.org/officeDocument/2006/relationships/notesMaster" Target="/ppt/notesMasters/notesMaster1.xml" Id="R082241b595e448bf"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002df8a07b22404c" /><Relationship Type="http://schemas.openxmlformats.org/officeDocument/2006/relationships/notesMaster" Target="/ppt/notesMasters/notesMaster1.xml" Id="R7e8a0547a3b543b1"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771c3a4b79c24ff0" /><Relationship Type="http://schemas.openxmlformats.org/officeDocument/2006/relationships/notesMaster" Target="/ppt/notesMasters/notesMaster1.xml" Id="R10315747c23946b9"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3bd2267c693480f" /><Relationship Type="http://schemas.openxmlformats.org/officeDocument/2006/relationships/notesMaster" Target="/ppt/notesMasters/notesMaster1.xml" Id="Rf169918f71cf4a3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b5a4c26248ea4377" /><Relationship Type="http://schemas.openxmlformats.org/officeDocument/2006/relationships/notesMaster" Target="/ppt/notesMasters/notesMaster1.xml" Id="R12622bbceeb94b1b"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57c1b4e8331a4aba" /><Relationship Type="http://schemas.openxmlformats.org/officeDocument/2006/relationships/notesMaster" Target="/ppt/notesMasters/notesMaster1.xml" Id="R23d2a7e9581b49b1"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c2ccd9f15eaa43b5" /><Relationship Type="http://schemas.openxmlformats.org/officeDocument/2006/relationships/notesMaster" Target="/ppt/notesMasters/notesMaster1.xml" Id="Rfe88048a9ff345ba"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7b53283e94d44e15" /><Relationship Type="http://schemas.openxmlformats.org/officeDocument/2006/relationships/notesMaster" Target="/ppt/notesMasters/notesMaster1.xml" Id="Rf263dcc8757143ea"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d190ffaa0e20409e" /><Relationship Type="http://schemas.openxmlformats.org/officeDocument/2006/relationships/notesMaster" Target="/ppt/notesMasters/notesMaster1.xml" Id="R0b8da56451f64aa1"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e38540cf08204377" /><Relationship Type="http://schemas.openxmlformats.org/officeDocument/2006/relationships/notesMaster" Target="/ppt/notesMasters/notesMaster1.xml" Id="Re8de6d820f304a8d"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bc58db6b4e054223" /><Relationship Type="http://schemas.openxmlformats.org/officeDocument/2006/relationships/notesMaster" Target="/ppt/notesMasters/notesMaster1.xml" Id="R84350f9016624fdd"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c9b350986cb6412d" /><Relationship Type="http://schemas.openxmlformats.org/officeDocument/2006/relationships/notesMaster" Target="/ppt/notesMasters/notesMaster1.xml" Id="Re3a59e4bbd63465b"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990bcd378f8f475a" /><Relationship Type="http://schemas.openxmlformats.org/officeDocument/2006/relationships/notesMaster" Target="/ppt/notesMasters/notesMaster1.xml" Id="R6423327a6f934378"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3ad00fb116634d6d" /><Relationship Type="http://schemas.openxmlformats.org/officeDocument/2006/relationships/notesMaster" Target="/ppt/notesMasters/notesMaster1.xml" Id="R95a93e61c06c4949"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d16a90d4d479402c" /><Relationship Type="http://schemas.openxmlformats.org/officeDocument/2006/relationships/notesMaster" Target="/ppt/notesMasters/notesMaster1.xml" Id="R8b319eabe59b4900"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13759eb86c214053" /><Relationship Type="http://schemas.openxmlformats.org/officeDocument/2006/relationships/notesMaster" Target="/ppt/notesMasters/notesMaster1.xml" Id="R7a9f4331820e4879"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75c4489111684cde" /><Relationship Type="http://schemas.openxmlformats.org/officeDocument/2006/relationships/notesMaster" Target="/ppt/notesMasters/notesMaster1.xml" Id="R27e77399231846f5"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3309a325324d4a1a" /><Relationship Type="http://schemas.openxmlformats.org/officeDocument/2006/relationships/notesMaster" Target="/ppt/notesMasters/notesMaster1.xml" Id="R88199247a97a4642"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87592e98d6c94b7b" /><Relationship Type="http://schemas.openxmlformats.org/officeDocument/2006/relationships/notesMaster" Target="/ppt/notesMasters/notesMaster1.xml" Id="R49447170a50d4bf6"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81e38103bf4a4f23" /><Relationship Type="http://schemas.openxmlformats.org/officeDocument/2006/relationships/notesMaster" Target="/ppt/notesMasters/notesMaster1.xml" Id="R0a324e81cc514c33"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3a63699ef5a74e2b" /><Relationship Type="http://schemas.openxmlformats.org/officeDocument/2006/relationships/notesMaster" Target="/ppt/notesMasters/notesMaster1.xml" Id="R6138bef297a94d91"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b013418a36c64a12" /><Relationship Type="http://schemas.openxmlformats.org/officeDocument/2006/relationships/notesMaster" Target="/ppt/notesMasters/notesMaster1.xml" Id="Re325f85e313a402f"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c298fdfd879e4484" /><Relationship Type="http://schemas.openxmlformats.org/officeDocument/2006/relationships/notesMaster" Target="/ppt/notesMasters/notesMaster1.xml" Id="R017b4739f5cf4d5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3d70e5988613418b" /><Relationship Type="http://schemas.openxmlformats.org/officeDocument/2006/relationships/notesMaster" Target="/ppt/notesMasters/notesMaster1.xml" Id="Rfd85edabe1524a60"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572f04b24f2c4379" /><Relationship Type="http://schemas.openxmlformats.org/officeDocument/2006/relationships/notesMaster" Target="/ppt/notesMasters/notesMaster1.xml" Id="Rc834300e531c48f7"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2a24ebe277c04cec" /><Relationship Type="http://schemas.openxmlformats.org/officeDocument/2006/relationships/notesMaster" Target="/ppt/notesMasters/notesMaster1.xml" Id="R39c9c82c6490418e"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cbb1d9097e2a4682" /><Relationship Type="http://schemas.openxmlformats.org/officeDocument/2006/relationships/notesMaster" Target="/ppt/notesMasters/notesMaster1.xml" Id="Rf438d89e667a4a5e"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750d3c113da14142" /><Relationship Type="http://schemas.openxmlformats.org/officeDocument/2006/relationships/notesMaster" Target="/ppt/notesMasters/notesMaster1.xml" Id="Rd4477b7979884b32"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3783f95a9efd4187" /><Relationship Type="http://schemas.openxmlformats.org/officeDocument/2006/relationships/notesMaster" Target="/ppt/notesMasters/notesMaster1.xml" Id="Re5c6861e6dcd4a2d"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ea3a52877d1f4ee3" /><Relationship Type="http://schemas.openxmlformats.org/officeDocument/2006/relationships/notesMaster" Target="/ppt/notesMasters/notesMaster1.xml" Id="R80a7ef3b942e4c36"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de201ab2c7f14be4" /><Relationship Type="http://schemas.openxmlformats.org/officeDocument/2006/relationships/notesMaster" Target="/ppt/notesMasters/notesMaster1.xml" Id="Rc3cac5e4e01b4342"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e86612978274c32" /><Relationship Type="http://schemas.openxmlformats.org/officeDocument/2006/relationships/notesMaster" Target="/ppt/notesMasters/notesMaster1.xml" Id="Rc6d047ffc5e24514"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0594931a26cc4dfa" /><Relationship Type="http://schemas.openxmlformats.org/officeDocument/2006/relationships/notesMaster" Target="/ppt/notesMasters/notesMaster1.xml" Id="R0ff598ce88ed43f6"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a4084ee7442a4063" /><Relationship Type="http://schemas.openxmlformats.org/officeDocument/2006/relationships/notesMaster" Target="/ppt/notesMasters/notesMaster1.xml" Id="Raeaafd95beeb4ca6"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518c962c21ef471d" /><Relationship Type="http://schemas.openxmlformats.org/officeDocument/2006/relationships/notesMaster" Target="/ppt/notesMasters/notesMaster1.xml" Id="Rf7890e63d4904314"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e72567fc4b9e4d0a" /><Relationship Type="http://schemas.openxmlformats.org/officeDocument/2006/relationships/notesMaster" Target="/ppt/notesMasters/notesMaster1.xml" Id="R92f6508355ae4157"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6b3331d367af4bf7" /><Relationship Type="http://schemas.openxmlformats.org/officeDocument/2006/relationships/notesMaster" Target="/ppt/notesMasters/notesMaster1.xml" Id="R5f66b9919dc241e3"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47af3e1a389345c9" /><Relationship Type="http://schemas.openxmlformats.org/officeDocument/2006/relationships/notesMaster" Target="/ppt/notesMasters/notesMaster1.xml" Id="R823998b0b8904229"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c55773f9791a481f" /><Relationship Type="http://schemas.openxmlformats.org/officeDocument/2006/relationships/notesMaster" Target="/ppt/notesMasters/notesMaster1.xml" Id="Rcd281e05c5cb4a3a"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18a1aeff1fb440a1" /><Relationship Type="http://schemas.openxmlformats.org/officeDocument/2006/relationships/notesMaster" Target="/ppt/notesMasters/notesMaster1.xml" Id="R0281e77b4a324f27"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7b79b2c1bc744b6c" /><Relationship Type="http://schemas.openxmlformats.org/officeDocument/2006/relationships/notesMaster" Target="/ppt/notesMasters/notesMaster1.xml" Id="R50a36f8ea8e449db"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fce99739bb6f41a8" /><Relationship Type="http://schemas.openxmlformats.org/officeDocument/2006/relationships/notesMaster" Target="/ppt/notesMasters/notesMaster1.xml" Id="R99d9d08d01aa4799"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230ef2ecebfd401f" /><Relationship Type="http://schemas.openxmlformats.org/officeDocument/2006/relationships/notesMaster" Target="/ppt/notesMasters/notesMaster1.xml" Id="Rbd221e17e0fd4511"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5b7b762da80048a7" /><Relationship Type="http://schemas.openxmlformats.org/officeDocument/2006/relationships/notesMaster" Target="/ppt/notesMasters/notesMaster1.xml" Id="R9b75adbf5a384cc2"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92a44980847047aa" /><Relationship Type="http://schemas.openxmlformats.org/officeDocument/2006/relationships/notesMaster" Target="/ppt/notesMasters/notesMaster1.xml" Id="R9997ae44a8be47b2"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cff049381a2b4d67" /><Relationship Type="http://schemas.openxmlformats.org/officeDocument/2006/relationships/notesMaster" Target="/ppt/notesMasters/notesMaster1.xml" Id="R9e350f924d374c67"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faf1665fb2a240b6" /><Relationship Type="http://schemas.openxmlformats.org/officeDocument/2006/relationships/notesMaster" Target="/ppt/notesMasters/notesMaster1.xml" Id="Rad6a8043860e45e0"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5379ee27afa04155" /><Relationship Type="http://schemas.openxmlformats.org/officeDocument/2006/relationships/notesMaster" Target="/ppt/notesMasters/notesMaster1.xml" Id="R756b9c6ff4e742ef"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857ae9c86f8b4293" /><Relationship Type="http://schemas.openxmlformats.org/officeDocument/2006/relationships/notesMaster" Target="/ppt/notesMasters/notesMaster1.xml" Id="Rb7d313072a0943f5"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0a31a6ba3eec4b5c" /><Relationship Type="http://schemas.openxmlformats.org/officeDocument/2006/relationships/notesMaster" Target="/ppt/notesMasters/notesMaster1.xml" Id="R0a39ece194f5499f"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4f31770c8034471a" /><Relationship Type="http://schemas.openxmlformats.org/officeDocument/2006/relationships/notesMaster" Target="/ppt/notesMasters/notesMaster1.xml" Id="R3afa0ed2d39d4de3"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1ed18bac97f84d88" /><Relationship Type="http://schemas.openxmlformats.org/officeDocument/2006/relationships/notesMaster" Target="/ppt/notesMasters/notesMaster1.xml" Id="R7fdb00f71b9e4785"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6bbb4d57e920446a" /><Relationship Type="http://schemas.openxmlformats.org/officeDocument/2006/relationships/notesMaster" Target="/ppt/notesMasters/notesMaster1.xml" Id="R89328bed166f4f9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8505aa765b734702" /><Relationship Type="http://schemas.openxmlformats.org/officeDocument/2006/relationships/notesMaster" Target="/ppt/notesMasters/notesMaster1.xml" Id="Rbceb3947008c4e48"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4b172d3bfdd74ec6" /><Relationship Type="http://schemas.openxmlformats.org/officeDocument/2006/relationships/notesMaster" Target="/ppt/notesMasters/notesMaster1.xml" Id="Rb45fee15879f4cf6"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6ee11d78f484c3b" /><Relationship Type="http://schemas.openxmlformats.org/officeDocument/2006/relationships/notesMaster" Target="/ppt/notesMasters/notesMaster1.xml" Id="Re56b0467b7aa49d0"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b42ddf0cb68d4de1" /><Relationship Type="http://schemas.openxmlformats.org/officeDocument/2006/relationships/notesMaster" Target="/ppt/notesMasters/notesMaster1.xml" Id="R966387cb5f684c6a"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96a5f01d3814d8f" /><Relationship Type="http://schemas.openxmlformats.org/officeDocument/2006/relationships/notesMaster" Target="/ppt/notesMasters/notesMaster1.xml" Id="R4f87645abc084b36"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7427d2df23b7464f" /><Relationship Type="http://schemas.openxmlformats.org/officeDocument/2006/relationships/notesMaster" Target="/ppt/notesMasters/notesMaster1.xml" Id="R2dfd907f9cfd4d74"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2d78a34314fa4664" /><Relationship Type="http://schemas.openxmlformats.org/officeDocument/2006/relationships/notesMaster" Target="/ppt/notesMasters/notesMaster1.xml" Id="Ra82e141faac84ecd" /></Relationships>
</file>

<file path=ppt/notesSlides/_rels/notesSlide201.xml.rels>&#65279;<?xml version="1.0" encoding="utf-8"?><Relationships xmlns="http://schemas.openxmlformats.org/package/2006/relationships"><Relationship Type="http://schemas.openxmlformats.org/officeDocument/2006/relationships/slide" Target="/ppt/slides/slide201.xml" Id="R51778dcea7894b56" /><Relationship Type="http://schemas.openxmlformats.org/officeDocument/2006/relationships/notesMaster" Target="/ppt/notesMasters/notesMaster1.xml" Id="R98d8ca7188454609" /></Relationships>
</file>

<file path=ppt/notesSlides/_rels/notesSlide202.xml.rels>&#65279;<?xml version="1.0" encoding="utf-8"?><Relationships xmlns="http://schemas.openxmlformats.org/package/2006/relationships"><Relationship Type="http://schemas.openxmlformats.org/officeDocument/2006/relationships/slide" Target="/ppt/slides/slide202.xml" Id="R581c8429c10b41c3" /><Relationship Type="http://schemas.openxmlformats.org/officeDocument/2006/relationships/notesMaster" Target="/ppt/notesMasters/notesMaster1.xml" Id="Rce4627902d714a69" /></Relationships>
</file>

<file path=ppt/notesSlides/_rels/notesSlide203.xml.rels>&#65279;<?xml version="1.0" encoding="utf-8"?><Relationships xmlns="http://schemas.openxmlformats.org/package/2006/relationships"><Relationship Type="http://schemas.openxmlformats.org/officeDocument/2006/relationships/slide" Target="/ppt/slides/slide203.xml" Id="R4f1bf43df787436a" /><Relationship Type="http://schemas.openxmlformats.org/officeDocument/2006/relationships/notesMaster" Target="/ppt/notesMasters/notesMaster1.xml" Id="R69ae6f757fb145dc" /></Relationships>
</file>

<file path=ppt/notesSlides/_rels/notesSlide204.xml.rels>&#65279;<?xml version="1.0" encoding="utf-8"?><Relationships xmlns="http://schemas.openxmlformats.org/package/2006/relationships"><Relationship Type="http://schemas.openxmlformats.org/officeDocument/2006/relationships/slide" Target="/ppt/slides/slide204.xml" Id="R6b8c1f1435fa4667" /><Relationship Type="http://schemas.openxmlformats.org/officeDocument/2006/relationships/notesMaster" Target="/ppt/notesMasters/notesMaster1.xml" Id="R58d4179d867b4a8f" /></Relationships>
</file>

<file path=ppt/notesSlides/_rels/notesSlide205.xml.rels>&#65279;<?xml version="1.0" encoding="utf-8"?><Relationships xmlns="http://schemas.openxmlformats.org/package/2006/relationships"><Relationship Type="http://schemas.openxmlformats.org/officeDocument/2006/relationships/slide" Target="/ppt/slides/slide205.xml" Id="Rf88cfb39c7f645f0" /><Relationship Type="http://schemas.openxmlformats.org/officeDocument/2006/relationships/notesMaster" Target="/ppt/notesMasters/notesMaster1.xml" Id="Reefe15e0b5584223" /></Relationships>
</file>

<file path=ppt/notesSlides/_rels/notesSlide206.xml.rels>&#65279;<?xml version="1.0" encoding="utf-8"?><Relationships xmlns="http://schemas.openxmlformats.org/package/2006/relationships"><Relationship Type="http://schemas.openxmlformats.org/officeDocument/2006/relationships/slide" Target="/ppt/slides/slide206.xml" Id="Rcf3940ec85454451" /><Relationship Type="http://schemas.openxmlformats.org/officeDocument/2006/relationships/notesMaster" Target="/ppt/notesMasters/notesMaster1.xml" Id="R60881404e5ef4657" /></Relationships>
</file>

<file path=ppt/notesSlides/_rels/notesSlide207.xml.rels>&#65279;<?xml version="1.0" encoding="utf-8"?><Relationships xmlns="http://schemas.openxmlformats.org/package/2006/relationships"><Relationship Type="http://schemas.openxmlformats.org/officeDocument/2006/relationships/slide" Target="/ppt/slides/slide207.xml" Id="R6cfd276fa1b34c12" /><Relationship Type="http://schemas.openxmlformats.org/officeDocument/2006/relationships/notesMaster" Target="/ppt/notesMasters/notesMaster1.xml" Id="Ra56660b4b4004bda" /></Relationships>
</file>

<file path=ppt/notesSlides/_rels/notesSlide208.xml.rels>&#65279;<?xml version="1.0" encoding="utf-8"?><Relationships xmlns="http://schemas.openxmlformats.org/package/2006/relationships"><Relationship Type="http://schemas.openxmlformats.org/officeDocument/2006/relationships/slide" Target="/ppt/slides/slide208.xml" Id="R56bfa6d5bc514ce7" /><Relationship Type="http://schemas.openxmlformats.org/officeDocument/2006/relationships/notesMaster" Target="/ppt/notesMasters/notesMaster1.xml" Id="R20304903e0794db0" /></Relationships>
</file>

<file path=ppt/notesSlides/_rels/notesSlide209.xml.rels>&#65279;<?xml version="1.0" encoding="utf-8"?><Relationships xmlns="http://schemas.openxmlformats.org/package/2006/relationships"><Relationship Type="http://schemas.openxmlformats.org/officeDocument/2006/relationships/slide" Target="/ppt/slides/slide209.xml" Id="Re159ff8e43054d7e" /><Relationship Type="http://schemas.openxmlformats.org/officeDocument/2006/relationships/notesMaster" Target="/ppt/notesMasters/notesMaster1.xml" Id="Rd35b37c5778d4e4a" /></Relationships>
</file>

<file path=ppt/notesSlides/_rels/notesSlide210.xml.rels>&#65279;<?xml version="1.0" encoding="utf-8"?><Relationships xmlns="http://schemas.openxmlformats.org/package/2006/relationships"><Relationship Type="http://schemas.openxmlformats.org/officeDocument/2006/relationships/slide" Target="/ppt/slides/slide210.xml" Id="R7a829bfaea274a19" /><Relationship Type="http://schemas.openxmlformats.org/officeDocument/2006/relationships/notesMaster" Target="/ppt/notesMasters/notesMaster1.xml" Id="Rbfc51720bb7c4bbe"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
10! = 3,628,800이죠.
여기서 2¹⁰과 비교해 보세요. 1,024입니다.
같은 n=10인데 팩토리얼이 지수보다 3,500배 큽니다.
왜 이렇게 차이가 날까요?
2ⁿ은 매번 2를 곱합니다. 곱하는 수가 항상 2로 고정이에요.
n!은 매번 다른 수를 곱합니다. 1, 2, 3, ... n으로 점점 커져요.
n이 커질수록 곱하는 수 자체가 커지니까 훨씬 빨리 커지는 겁니다.
n이 4를 넘어가면 n! 이 2ⁿ을 앞지릅니다. 그리고 격차가 계속 벌어져요.
n=10에서 3,500배.
n=20에서는 2조 배가 넘습니다.
그래서 실무 판단이 이렇게 갈립니다.
O(2ⁿ)은 n이 20까지 가능합니다.
O(n!)은 n이 10까지가 한계예요.
두 배 차이죠. 별거 아닌 것 같지만 실제로는 엄청난 제약입니다.
나머지 보기 볼게요.
①번 1,024는 2¹⁰이고요.
③번 10만은 관계없는 수입니다.
④번 1억은 10⁸이고요.
⑤번 100억은 10¹⁰, 그러니까 nⁿ입니다. 10의 10승이죠.
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똑같이 O(n)이지만 공간이 O(n)에서 O(1)이 됩니다.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 추가 공간 O(1).</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865872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 추가 공간 O(1).</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060643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 추가 공간 O(1).</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256441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0~9로 이루어진 4자리 자물쇠를 0000부터 순서대로 모두 시도할 때, 마지막까지 갔다면 총 몇 회 시도한 것인지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26299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10,000회</a:t>
            </a:r>
          </a:p>
          <a:p>
            <a:r>
              <a:t>0000부터 9999까지 빠짐없이 시도하면 10⁴ = 10,000회다. 정답을 찾는 즉시 멈추지 않고 끝까지 돌린 경우의 횟수다.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42295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4자리 자물쇠를 초당 1,000회 시도할 수 있을 때, 최악의 경우 걸리는 시간을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275951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10초</a:t>
            </a:r>
          </a:p>
          <a:p>
            <a:r>
              <a:t>10,000 ÷ 1,000 = 10초다. 같은 속도로 8자리를 시도하면 1억 ÷ 1,000 = 10만 초, 약 28시간이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007922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'탐색 공간'이라는 말이 가리키는 것을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82687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알고리즘이 확인할 모든 후보의 집합</a:t>
            </a:r>
          </a:p>
          <a:p>
            <a:r>
              <a:t>실행 시간은 후보 수와 후보당 처리 비용에 좌우된다. 코드를 작성하기 전에 두 값을 함께 살펴본다.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00783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 결과 공간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511631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 결과 공간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998552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 결과 공간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62434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주사위 세 개를 던져 나온 눈의 합이 4가 되는 경우의 수를 쓰시오. (주사위는 서로 구별한다)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631154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3가지</a:t>
            </a:r>
          </a:p>
          <a:p>
            <a:r>
              <a:t>(1,1,2), (1,2,1), (2,1,1) 세 가지다. 삼중 반복문으로 216가지를 모두 만든 뒤 조건을 통과한 것만 세면 이 값이 나온다.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633435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길이가 1,000인 리스트에서 서로 다른 두 원소의 모든 쌍을 검사하면 대략 몇 번 비교하게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6793644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50만 번 (1000 × 999 ÷ 2 = 499,500)</a:t>
            </a:r>
          </a:p>
          <a:p>
            <a:r>
              <a:t>n(n−1)/2 이므로 약 n²/2 이다. n이 10배가 되면 비교 횟수는 약 100배가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827822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n≥2이다. i는 0부터 n−2까지, j는 i+1부터 n−1까지 순회한다. j의 범위를 0부터 n−1까지로 바꾸면 검사 횟수는 몇 배가 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593843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정확히 2배</a:t>
            </a:r>
          </a:p>
          <a:p>
            <a:r>
              <a:t>원래는 n(n−1)/2회, 변경 후에는 (n−1)n회이다. 바깥 반복문의 범위는 그대로이므로 비율은 정확히 2이다.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282908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 추가 공간 O(1).</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9530180"/>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 추가 공간 O(1).</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8341229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 추가 공간 O(1).</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44954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후보 해를 만들어 낼 때 쓰이는 대표적인 도구 세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463932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 순열, 조합</a:t>
            </a:r>
          </a:p>
          <a:p>
            <a:r>
              <a:t>변수가 적으면 중첩 반복문으로 충분하고, 순서를 정해야 하면 순열, 고르기만 하면 되면 조합을 쓴다. 부분집합이 필요하면 비트마스크를 함께 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915618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159928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9786181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1158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5명 중에서 금메달, 은메달, 동메달을 받을 사람을 정하는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64484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60가지</a:t>
            </a:r>
          </a:p>
          <a:p>
            <a:r>
              <a:t>5P3 = 5 × 4 × 3 = 60이다. 누가 금인지 은인지가 달라지면 다른 결과이므로 순열로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8200067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5가지 음식 중 2가지를 골라 함께 먹는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492975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10가지</a:t>
            </a:r>
          </a:p>
          <a:p>
            <a:r>
              <a:t>5C2 = (5 × 4) ÷ 2 = 10이다. 짜장면과 짬뽕을 고르는 것과 짬뽕과 짜장면을 고르는 것은 같은 선택이므로 조합으로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882764"/>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539133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0696774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02836854"/>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서로 다른 n개를 하나도 남기지 않고 모두 나열하는 순열의 개수를 n에 대한 식으로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024586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
            </a:r>
          </a:p>
          <a:p>
            <a:r>
              <a:t>첫 자리에 n가지, 다음에 n−1가지 식으로 끝까지 곱한 값이다. 외판원 순회처럼 전체 순서를 정하는 문제에서 이 값이 그대로 탐색 공간이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9883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r개를 고르는 재귀 조합 탐색에서 선택 개수를 3개에서 4개로 바꾸면 종료 조건의 목표 깊이는 어떻게 바뀌는가?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5917078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깊이를 3에서 4로 바꾼다.</a:t>
            </a:r>
          </a:p>
          <a:p>
            <a:r>
              <a:t>선택한 원소의 수가 r에 도달하면 하나의 조합이 완성된다. 이 원리는 Python과 C에서 같다.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823285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어떤 문제를 순열로 셀지 조합으로 셀지 판단할 때 스스로에게 던져야 할 질문을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3531504"/>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뽑은 것들의 자리를 서로 바꾸면 다른 경우가 되는가?</a:t>
            </a:r>
          </a:p>
          <a:p>
            <a:r>
              <a:t>달라지면 순열, 같으면 조합이다. 메달 색이 바뀌면 다른 결과지만 세트 메뉴는 순서를 바꿔도 같은 메뉴다.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924007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783401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1560069"/>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87371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 결과를 제외한 추가 공간 O(1).</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41579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 결과를 제외한 추가 공간 O(1).</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52404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 결과를 제외한 추가 공간 O(1).</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4110309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시간·전체 결과 공간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5555454"/>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시간·전체 결과 공간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7241010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시간·전체 결과 공간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502502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n≥m≥1이다. 텍스트의 가능한 시작 위치를 모두 검사하며 각 위치의 첫 글자에서 불일치한다면 총 문자 비교 횟수는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87779516"/>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n−m+1회</a:t>
            </a:r>
          </a:p>
          <a:p>
            <a:r>
              <a:t>시작 위치는 0부터 n−m까지이며, 위치마다 한 번 비교한다.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306584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수의 차이를 비교하며 더 작은 차이를 만날 때 best 쌍을 갱신한다. 반복 도중 best가 담고 있는 것은 무엇인가?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682346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검사한 쌍 중 차이가 가장 작은 쌍</a:t>
            </a:r>
          </a:p>
          <a:p>
            <a:r>
              <a:t>아직 검사하지 않은 쌍까지 포함한 최적해는 아니다. 모든 쌍을 확인한 뒤 전체 최적해가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7547514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10개인 집합의 부분집합 개수를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400062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1,024개</a:t>
            </a:r>
          </a:p>
          <a:p>
            <a:r>
              <a:t>2¹⁰ = 1,024다. 원소가 20개면 약 100만 개, 30개면 약 10억 개가 되어 곧 감당하기 어려워진다.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277585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k가 고정된 중첩 반복, 모든 부분집합, 전체 순열의 후보 수 증가를 각각 빅오 표기로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33366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O(nᵏ), O(2ⁿ), O(n!)</a:t>
            </a:r>
          </a:p>
          <a:p>
            <a:r>
              <a:t>각각 다항식, 지수, 팩토리얼 증가이다. 후보 한 개를 검사하는 비용은 별도로 곱한다.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68045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n=5일 때 n!, 2ⁿ, nⁿ의 값을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7550752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120, 32, 3,125</a:t>
            </a:r>
          </a:p>
          <a:p>
            <a:r>
              <a:t>5!=5×4×3×2×1, 2⁵=32, 5⁵=3,125이다.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05193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자리가 0~9인 8자리 비밀번호의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8118376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1억 가지 (10⁸)</a:t>
            </a:r>
          </a:p>
          <a:p>
            <a:r>
              <a:t>자리마다 10가지가 곱해진다. 초당 1만 번씩 시도한다면 1억 ÷ 1만 = 1만 초, 약 3시간이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19825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30개인 집합의 부분집합 개수는 대략 얼마인지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84212463"/>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10억 개 (2³⁰ ≈ 1.07 × 10⁹)</a:t>
            </a:r>
          </a:p>
          <a:p>
            <a:r>
              <a:t>원소가 20개일 때 약 100만이던 것이 30개에서 약 10억이 된다. 원소 10개가 늘었을 뿐인데 1,000배가 된 것이다.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5309523"/>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 재귀 공간 O(n).</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49413833"/>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 재귀 공간 O(n).</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6044938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 재귀 공간 O(n).</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87172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부분집합을 만드는 문제에서 원소가 하나 늘어나면 경우의 수는 몇 배가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668480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2배</a:t>
            </a:r>
          </a:p>
          <a:p>
            <a:r>
              <a:t>새 원소를 포함하는 경우와 포함하지 않는 경우로 갈라지므로 정확히 두 배가 된다. 이 두 배가 반복되어 2ⁿ이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74405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1,048,576개 검사할 수 있다. 부분집합 후보가 2ⁿ개이면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9699314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a:t>
            </a:r>
          </a:p>
          <a:p>
            <a:r>
              <a:t>2²⁰=1,048,576이고 2²¹은 그 두 배이다. 실제 제한은 후보당 처리 비용에도 좌우된다.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763075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1,000만 개 검사할 수 있다. 전체 순열 후보가 n!개이면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3657435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a:t>
            </a:r>
          </a:p>
          <a:p>
            <a:r>
              <a:t>10!=3,628,800은 제한 이하이고 11!=39,916,800은 제한을 넘는다.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036431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컴퓨터가 2배 빨라지면 같은 시간 안에 검사할 수 있는 부분집합 문제의 원소 수 n은 얼마나 늘어나는가?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1196631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1개</a:t>
            </a:r>
          </a:p>
          <a:p>
            <a:r>
              <a:t>2ⁿ⁺¹=2×2ⁿ이므로 같은 후보당 비용에서 원소를 하나 더 처리한다. 하드웨어 속도 향상만으로 지수 증가를 없앨 수는 없다.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3919858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N-Queens와 스도쿠는 완전 탐색에서 발전한 어떤 기법의 대표 응용인지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1254333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백트래킹</a:t>
            </a:r>
          </a:p>
          <a:p>
            <a:r>
              <a:t>두 문제 모두 규칙을 어기는 순간 그 갈래를 버리고 되돌아간다. 끝까지 만든 뒤 검사하는 완전 탐색보다 훨씬 적은 경우만 확인한다.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75161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정렬처럼 문제를 작은 문제로 나누어 각각 해결하고 결과를 합치는 기법의 이름을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5922936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a:t>
            </a:r>
          </a:p>
          <a:p>
            <a:r>
              <a:t>문제를 분할하고 작은 문제를 해결한 뒤 결합한다.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8137603"/>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F(n)=F(n−1)+F(n−2)를 그대로 재귀 계산할 때와 메모이제이션할 때의 시간 복잡도 상한을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142935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단순 재귀 O(2ⁿ), 메모이제이션 O(n)</a:t>
            </a:r>
          </a:p>
          <a:p>
            <a:r>
              <a:t>덧셈을 상수 시간으로 가정한다. 메모이제이션은 각 F(k)를 한 번만 계산한다.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058375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동적 계획법이 중복 부분 문제를 처리하는 핵심 방법을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11416"/>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 문제의 답을 저장하여 같은 계산에 재사용한다.</a:t>
            </a:r>
          </a:p>
          <a:p>
            <a:r>
              <a:t>상향식 테이블 채우기 또는 하향식 메모이제이션으로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2308236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각각 정확히 n번 도는 삼중 반복문의 가장 안쪽 연산은 n=100일 때 몇 번 실행되는가?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432152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1,000,000번</a:t>
            </a:r>
          </a:p>
          <a:p>
            <a:r>
              <a:t>100×100×100=1,000,000이다.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938034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쓰는 후보 생성 방식 다섯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0431973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단일 반복, 중첩 반복, 조합 생성, 순열 생성, 비트마스크</a:t>
            </a:r>
          </a:p>
          <a:p>
            <a:r>
              <a:t>Python과 C 모두 같은 탐색 원리를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55192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 추가 공간 O(1).</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39445758"/>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 추가 공간 O(1).</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2511615"/>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 추가 공간 O(1).</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89611538"/>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회문(palindrome)이 무엇인지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156260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읽으나 뒤에서 읽으나 같은 문자열</a:t>
            </a:r>
          </a:p>
          <a:p>
            <a:r>
              <a:t>level과 noon이 예이다. 양 끝의 문자를 차례로 비교하여 확인할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6546848"/>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87dab35cc743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cd81f39945452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28f5a7c7234218" /><Relationship Type="http://schemas.openxmlformats.org/officeDocument/2006/relationships/slideLayout" Target="/ppt/slideLayouts/slideLayout1.xml" Id="R9367e0a518be449e" /><Relationship Type="http://schemas.openxmlformats.org/officeDocument/2006/relationships/slideLayout" Target="/ppt/slideLayouts/slideLayout2.xml" Id="R2b9b5532ecf1447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67e0a518be449e"/>
    <p:sldLayoutId xmlns:r="http://schemas.openxmlformats.org/officeDocument/2006/relationships" id="2147483650" r:id="R2b9b5532ecf1447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330dfb96844fc8" /><Relationship Type="http://schemas.openxmlformats.org/officeDocument/2006/relationships/notesSlide" Target="/ppt/notesSlides/notesSlide1.xml" Id="R8134e5fba17948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ad4b332ef349bb" /><Relationship Type="http://schemas.openxmlformats.org/officeDocument/2006/relationships/notesSlide" Target="/ppt/notesSlides/notesSlide2.xml" Id="Rb5681b893fb34c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a82464834b46e3" /><Relationship Type="http://schemas.openxmlformats.org/officeDocument/2006/relationships/notesSlide" Target="/ppt/notesSlides/notesSlide3.xml" Id="R0313e205399642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2a7ea167e94899" /><Relationship Type="http://schemas.openxmlformats.org/officeDocument/2006/relationships/notesSlide" Target="/ppt/notesSlides/notesSlide4.xml" Id="R2ef2afbf4c4245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ea06040e1f412d" /><Relationship Type="http://schemas.openxmlformats.org/officeDocument/2006/relationships/notesSlide" Target="/ppt/notesSlides/notesSlide5.xml" Id="Ra5d0ce1722f549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63e25e82d774498" /><Relationship Type="http://schemas.openxmlformats.org/officeDocument/2006/relationships/notesSlide" Target="/ppt/notesSlides/notesSlide6.xml" Id="Rbcd75c034f1a4b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f97b2a18cc46bf" /><Relationship Type="http://schemas.openxmlformats.org/officeDocument/2006/relationships/notesSlide" Target="/ppt/notesSlides/notesSlide7.xml" Id="R59d4dfc1b7a44f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5dd7a598354b65" /><Relationship Type="http://schemas.openxmlformats.org/officeDocument/2006/relationships/notesSlide" Target="/ppt/notesSlides/notesSlide8.xml" Id="R0f1a3694fdd546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2f4b56040584ba4" /><Relationship Type="http://schemas.openxmlformats.org/officeDocument/2006/relationships/notesSlide" Target="/ppt/notesSlides/notesSlide9.xml" Id="R5c3ad8ca4bbf44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a339a08e44449b" /><Relationship Type="http://schemas.openxmlformats.org/officeDocument/2006/relationships/notesSlide" Target="/ppt/notesSlides/notesSlide10.xml" Id="R8a3e1b1c049049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afe99af307e4707" /><Relationship Type="http://schemas.openxmlformats.org/officeDocument/2006/relationships/notesSlide" Target="/ppt/notesSlides/notesSlide11.xml" Id="Rbe5ddac85b4147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bda74cc06f4cf4" /><Relationship Type="http://schemas.openxmlformats.org/officeDocument/2006/relationships/notesSlide" Target="/ppt/notesSlides/notesSlide12.xml" Id="R609044954f5148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68bcb5ac03142a2" /><Relationship Type="http://schemas.openxmlformats.org/officeDocument/2006/relationships/notesSlide" Target="/ppt/notesSlides/notesSlide13.xml" Id="R5ac94bf7c2694d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a84e2961004c1f" /><Relationship Type="http://schemas.openxmlformats.org/officeDocument/2006/relationships/notesSlide" Target="/ppt/notesSlides/notesSlide14.xml" Id="Rba1f5ac7c5904b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5e02a9b1ba34877" /><Relationship Type="http://schemas.openxmlformats.org/officeDocument/2006/relationships/notesSlide" Target="/ppt/notesSlides/notesSlide15.xml" Id="R8d8e30a27e7f44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b3fad58507f4ab9" /><Relationship Type="http://schemas.openxmlformats.org/officeDocument/2006/relationships/notesSlide" Target="/ppt/notesSlides/notesSlide16.xml" Id="Rd7fccf50f1ec48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5c4ddb8310c46f2" /><Relationship Type="http://schemas.openxmlformats.org/officeDocument/2006/relationships/notesSlide" Target="/ppt/notesSlides/notesSlide17.xml" Id="Rd278a009d32f4b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ab359f44ff54b71" /><Relationship Type="http://schemas.openxmlformats.org/officeDocument/2006/relationships/notesSlide" Target="/ppt/notesSlides/notesSlide18.xml" Id="R40d7afca735e4f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15940c599f94e2d" /><Relationship Type="http://schemas.openxmlformats.org/officeDocument/2006/relationships/notesSlide" Target="/ppt/notesSlides/notesSlide19.xml" Id="R6cb1fa7a42b44e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96d7ceeb33d4041" /><Relationship Type="http://schemas.openxmlformats.org/officeDocument/2006/relationships/notesSlide" Target="/ppt/notesSlides/notesSlide20.xml" Id="R5cfc8042700e42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5bc091786f2414f" /><Relationship Type="http://schemas.openxmlformats.org/officeDocument/2006/relationships/notesSlide" Target="/ppt/notesSlides/notesSlide21.xml" Id="R1007d46297db411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aac902ec7d447da" /><Relationship Type="http://schemas.openxmlformats.org/officeDocument/2006/relationships/notesSlide" Target="/ppt/notesSlides/notesSlide22.xml" Id="R180eaae362a142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c5155d1fc0e4705" /><Relationship Type="http://schemas.openxmlformats.org/officeDocument/2006/relationships/notesSlide" Target="/ppt/notesSlides/notesSlide23.xml" Id="Rab4e11a99d9343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79c5933cf64416a" /><Relationship Type="http://schemas.openxmlformats.org/officeDocument/2006/relationships/notesSlide" Target="/ppt/notesSlides/notesSlide24.xml" Id="R17ef554c4cba45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1c0ad731c14821" /><Relationship Type="http://schemas.openxmlformats.org/officeDocument/2006/relationships/notesSlide" Target="/ppt/notesSlides/notesSlide25.xml" Id="Re8cc208f69764a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c431ebb22234300" /><Relationship Type="http://schemas.openxmlformats.org/officeDocument/2006/relationships/notesSlide" Target="/ppt/notesSlides/notesSlide26.xml" Id="Rcb40cbf30482453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93f25853437494b" /><Relationship Type="http://schemas.openxmlformats.org/officeDocument/2006/relationships/notesSlide" Target="/ppt/notesSlides/notesSlide27.xml" Id="Rfdbee0ce9d864e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5a5ee34a5a94c39" /><Relationship Type="http://schemas.openxmlformats.org/officeDocument/2006/relationships/notesSlide" Target="/ppt/notesSlides/notesSlide28.xml" Id="R9fba9a382e5b4f6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4b82b75162a4d6e" /><Relationship Type="http://schemas.openxmlformats.org/officeDocument/2006/relationships/notesSlide" Target="/ppt/notesSlides/notesSlide29.xml" Id="R4595fc4c54bf452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5edf9c1eb2d461c" /><Relationship Type="http://schemas.openxmlformats.org/officeDocument/2006/relationships/notesSlide" Target="/ppt/notesSlides/notesSlide30.xml" Id="Rcea37b8f2441401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3de62c095754367" /><Relationship Type="http://schemas.openxmlformats.org/officeDocument/2006/relationships/notesSlide" Target="/ppt/notesSlides/notesSlide31.xml" Id="Rc903cadba94c4c8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7b9aa81da744763" /><Relationship Type="http://schemas.openxmlformats.org/officeDocument/2006/relationships/notesSlide" Target="/ppt/notesSlides/notesSlide32.xml" Id="R80ae487bd5e1453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3d81356951c43df" /><Relationship Type="http://schemas.openxmlformats.org/officeDocument/2006/relationships/notesSlide" Target="/ppt/notesSlides/notesSlide33.xml" Id="Rd16d60bbab424db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5fe5cbc686442aa" /><Relationship Type="http://schemas.openxmlformats.org/officeDocument/2006/relationships/notesSlide" Target="/ppt/notesSlides/notesSlide34.xml" Id="Rae1c1b6723164ca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71c1e657302451a" /><Relationship Type="http://schemas.openxmlformats.org/officeDocument/2006/relationships/notesSlide" Target="/ppt/notesSlides/notesSlide35.xml" Id="R19c4350ac0534fe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9a55088490849d0" /><Relationship Type="http://schemas.openxmlformats.org/officeDocument/2006/relationships/notesSlide" Target="/ppt/notesSlides/notesSlide36.xml" Id="Rc81821f9314e430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11a2d0bafd8496c" /><Relationship Type="http://schemas.openxmlformats.org/officeDocument/2006/relationships/notesSlide" Target="/ppt/notesSlides/notesSlide37.xml" Id="Rafd72b7a001a408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45205176e0e4480" /><Relationship Type="http://schemas.openxmlformats.org/officeDocument/2006/relationships/notesSlide" Target="/ppt/notesSlides/notesSlide38.xml" Id="R5968f6144172430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2b32f032eaa4fea" /><Relationship Type="http://schemas.openxmlformats.org/officeDocument/2006/relationships/notesSlide" Target="/ppt/notesSlides/notesSlide39.xml" Id="R6ffa473b2c814c6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030d94a43d843c4" /><Relationship Type="http://schemas.openxmlformats.org/officeDocument/2006/relationships/notesSlide" Target="/ppt/notesSlides/notesSlide40.xml" Id="Rb95e3abbf2a240c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a1ed8e50743408b" /><Relationship Type="http://schemas.openxmlformats.org/officeDocument/2006/relationships/notesSlide" Target="/ppt/notesSlides/notesSlide41.xml" Id="R621e70dd91cd466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862ceb9540e4f86" /><Relationship Type="http://schemas.openxmlformats.org/officeDocument/2006/relationships/notesSlide" Target="/ppt/notesSlides/notesSlide42.xml" Id="Rb29ad219c0744d5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c5721172f294242" /><Relationship Type="http://schemas.openxmlformats.org/officeDocument/2006/relationships/notesSlide" Target="/ppt/notesSlides/notesSlide43.xml" Id="Rbd42bde53a08446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e3c1a5e52f745b8" /><Relationship Type="http://schemas.openxmlformats.org/officeDocument/2006/relationships/notesSlide" Target="/ppt/notesSlides/notesSlide44.xml" Id="Rb1ce08a1c9c848b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a6064f9604b41cc" /><Relationship Type="http://schemas.openxmlformats.org/officeDocument/2006/relationships/notesSlide" Target="/ppt/notesSlides/notesSlide45.xml" Id="R95e17ae98f16457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4176432da3f4af3" /><Relationship Type="http://schemas.openxmlformats.org/officeDocument/2006/relationships/notesSlide" Target="/ppt/notesSlides/notesSlide46.xml" Id="R43d82443d7884d8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5f9e9e19df64574" /><Relationship Type="http://schemas.openxmlformats.org/officeDocument/2006/relationships/notesSlide" Target="/ppt/notesSlides/notesSlide47.xml" Id="R88cd0394366040f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2d4c933b4dc4ddb" /><Relationship Type="http://schemas.openxmlformats.org/officeDocument/2006/relationships/notesSlide" Target="/ppt/notesSlides/notesSlide48.xml" Id="R8ccea0a443b5416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6467e47f7db493f" /><Relationship Type="http://schemas.openxmlformats.org/officeDocument/2006/relationships/notesSlide" Target="/ppt/notesSlides/notesSlide49.xml" Id="Rea47e5099dbd493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6f568083fa041d7" /><Relationship Type="http://schemas.openxmlformats.org/officeDocument/2006/relationships/notesSlide" Target="/ppt/notesSlides/notesSlide50.xml" Id="Rf46d2da33d294fa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b1c971c47aa461e" /><Relationship Type="http://schemas.openxmlformats.org/officeDocument/2006/relationships/notesSlide" Target="/ppt/notesSlides/notesSlide51.xml" Id="R8abef0b932b24ff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35ac187a53c404b" /><Relationship Type="http://schemas.openxmlformats.org/officeDocument/2006/relationships/notesSlide" Target="/ppt/notesSlides/notesSlide52.xml" Id="R1d06c0115d1e434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841688791ed440b" /><Relationship Type="http://schemas.openxmlformats.org/officeDocument/2006/relationships/notesSlide" Target="/ppt/notesSlides/notesSlide53.xml" Id="R3af1ee8685c4466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cac2d962e164f20" /><Relationship Type="http://schemas.openxmlformats.org/officeDocument/2006/relationships/notesSlide" Target="/ppt/notesSlides/notesSlide54.xml" Id="R5f198dde42214cb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3fc5fe0170e4314" /><Relationship Type="http://schemas.openxmlformats.org/officeDocument/2006/relationships/notesSlide" Target="/ppt/notesSlides/notesSlide55.xml" Id="Re8981886da0e48c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809c931998f4363" /><Relationship Type="http://schemas.openxmlformats.org/officeDocument/2006/relationships/notesSlide" Target="/ppt/notesSlides/notesSlide56.xml" Id="R368793c0cb6748b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915598f3fa14b7c" /><Relationship Type="http://schemas.openxmlformats.org/officeDocument/2006/relationships/notesSlide" Target="/ppt/notesSlides/notesSlide57.xml" Id="Re3d7ca2a75c8417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a4cd2cbcacd4213" /><Relationship Type="http://schemas.openxmlformats.org/officeDocument/2006/relationships/notesSlide" Target="/ppt/notesSlides/notesSlide58.xml" Id="R0194a3b3c03144e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26ef912cc2d44f5" /><Relationship Type="http://schemas.openxmlformats.org/officeDocument/2006/relationships/notesSlide" Target="/ppt/notesSlides/notesSlide59.xml" Id="Rd57e045fbafc4cb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208ba76b3024a87" /><Relationship Type="http://schemas.openxmlformats.org/officeDocument/2006/relationships/notesSlide" Target="/ppt/notesSlides/notesSlide60.xml" Id="Rc262ff0f8a79438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af19b37d9df4f70" /><Relationship Type="http://schemas.openxmlformats.org/officeDocument/2006/relationships/notesSlide" Target="/ppt/notesSlides/notesSlide61.xml" Id="R5befa3d611f8426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6b3fb56f91714947" /><Relationship Type="http://schemas.openxmlformats.org/officeDocument/2006/relationships/notesSlide" Target="/ppt/notesSlides/notesSlide62.xml" Id="R93c83b2facdc43d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c66417cb704649" /><Relationship Type="http://schemas.openxmlformats.org/officeDocument/2006/relationships/notesSlide" Target="/ppt/notesSlides/notesSlide63.xml" Id="Ra230a22f74e745f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df1c3c90e824e24" /><Relationship Type="http://schemas.openxmlformats.org/officeDocument/2006/relationships/notesSlide" Target="/ppt/notesSlides/notesSlide64.xml" Id="R1d8c6b539e51467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22b8593cd304810" /><Relationship Type="http://schemas.openxmlformats.org/officeDocument/2006/relationships/notesSlide" Target="/ppt/notesSlides/notesSlide65.xml" Id="R8c9da62bdfa64e0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3b2a11a35a1470c" /><Relationship Type="http://schemas.openxmlformats.org/officeDocument/2006/relationships/notesSlide" Target="/ppt/notesSlides/notesSlide66.xml" Id="Rce1d9af03f5b4dd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cfb10cdd68e4c1a" /><Relationship Type="http://schemas.openxmlformats.org/officeDocument/2006/relationships/notesSlide" Target="/ppt/notesSlides/notesSlide67.xml" Id="Rf05ee694ed404b9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291d5d819484678" /><Relationship Type="http://schemas.openxmlformats.org/officeDocument/2006/relationships/notesSlide" Target="/ppt/notesSlides/notesSlide68.xml" Id="R093533addcf64b7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364c91e19274319" /><Relationship Type="http://schemas.openxmlformats.org/officeDocument/2006/relationships/notesSlide" Target="/ppt/notesSlides/notesSlide69.xml" Id="R9bd4c681f8b7492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748b9b8ca884c91" /><Relationship Type="http://schemas.openxmlformats.org/officeDocument/2006/relationships/notesSlide" Target="/ppt/notesSlides/notesSlide70.xml" Id="Rdb7729dedf9745d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ccd19291eca4238" /><Relationship Type="http://schemas.openxmlformats.org/officeDocument/2006/relationships/notesSlide" Target="/ppt/notesSlides/notesSlide71.xml" Id="R095af9f47113467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b14c41243e445da" /><Relationship Type="http://schemas.openxmlformats.org/officeDocument/2006/relationships/notesSlide" Target="/ppt/notesSlides/notesSlide72.xml" Id="R2240a87a816747a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976a7fae7e342f5" /><Relationship Type="http://schemas.openxmlformats.org/officeDocument/2006/relationships/notesSlide" Target="/ppt/notesSlides/notesSlide73.xml" Id="R04018a68006c44e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b4a5973f94b4a32" /><Relationship Type="http://schemas.openxmlformats.org/officeDocument/2006/relationships/notesSlide" Target="/ppt/notesSlides/notesSlide74.xml" Id="R88817cca47824c7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df896d1be934ab4" /><Relationship Type="http://schemas.openxmlformats.org/officeDocument/2006/relationships/notesSlide" Target="/ppt/notesSlides/notesSlide75.xml" Id="Rfe33a8e29727428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103d6dbffb054080" /><Relationship Type="http://schemas.openxmlformats.org/officeDocument/2006/relationships/notesSlide" Target="/ppt/notesSlides/notesSlide76.xml" Id="Rd9d7e430068a41f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82e397c1c7d4bb3" /><Relationship Type="http://schemas.openxmlformats.org/officeDocument/2006/relationships/notesSlide" Target="/ppt/notesSlides/notesSlide77.xml" Id="Rec7f77083a4545e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a6a9e56a9a747f5" /><Relationship Type="http://schemas.openxmlformats.org/officeDocument/2006/relationships/notesSlide" Target="/ppt/notesSlides/notesSlide78.xml" Id="R40e1f7a0ae48411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79d027dc1414a15" /><Relationship Type="http://schemas.openxmlformats.org/officeDocument/2006/relationships/notesSlide" Target="/ppt/notesSlides/notesSlide79.xml" Id="R0dac4e0a2e254e4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630c3b4e9a647c5" /><Relationship Type="http://schemas.openxmlformats.org/officeDocument/2006/relationships/notesSlide" Target="/ppt/notesSlides/notesSlide80.xml" Id="R3c143650c16e426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7923740cb458456c" /><Relationship Type="http://schemas.openxmlformats.org/officeDocument/2006/relationships/notesSlide" Target="/ppt/notesSlides/notesSlide81.xml" Id="Rb5a1d38363b1462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5f1365b156e4ce9" /><Relationship Type="http://schemas.openxmlformats.org/officeDocument/2006/relationships/notesSlide" Target="/ppt/notesSlides/notesSlide82.xml" Id="Rc066db0bdd5f44b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1c121665fd844de" /><Relationship Type="http://schemas.openxmlformats.org/officeDocument/2006/relationships/notesSlide" Target="/ppt/notesSlides/notesSlide83.xml" Id="R4a02dd8b7a50486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6cd49475f6940e8" /><Relationship Type="http://schemas.openxmlformats.org/officeDocument/2006/relationships/notesSlide" Target="/ppt/notesSlides/notesSlide84.xml" Id="R617733a5ef6e42a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532a1d9edf1419b" /><Relationship Type="http://schemas.openxmlformats.org/officeDocument/2006/relationships/notesSlide" Target="/ppt/notesSlides/notesSlide85.xml" Id="Re563d8d1938f4f3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8cccda68ca04ce1" /><Relationship Type="http://schemas.openxmlformats.org/officeDocument/2006/relationships/notesSlide" Target="/ppt/notesSlides/notesSlide86.xml" Id="R6afa789d7ad448e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14f6d45982840d6" /><Relationship Type="http://schemas.openxmlformats.org/officeDocument/2006/relationships/notesSlide" Target="/ppt/notesSlides/notesSlide87.xml" Id="R96c1eeb7229849d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36a884f56dc4eeb" /><Relationship Type="http://schemas.openxmlformats.org/officeDocument/2006/relationships/notesSlide" Target="/ppt/notesSlides/notesSlide88.xml" Id="Rd414716c3b894d3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657553c4f364c43" /><Relationship Type="http://schemas.openxmlformats.org/officeDocument/2006/relationships/notesSlide" Target="/ppt/notesSlides/notesSlide89.xml" Id="R717724309e124e3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ff912bb13594ed3" /><Relationship Type="http://schemas.openxmlformats.org/officeDocument/2006/relationships/notesSlide" Target="/ppt/notesSlides/notesSlide90.xml" Id="Rf6ca4309383249c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73d96136198e41b0" /><Relationship Type="http://schemas.openxmlformats.org/officeDocument/2006/relationships/notesSlide" Target="/ppt/notesSlides/notesSlide91.xml" Id="R29d44e2934cf496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28f5021bf3574ef0" /><Relationship Type="http://schemas.openxmlformats.org/officeDocument/2006/relationships/notesSlide" Target="/ppt/notesSlides/notesSlide92.xml" Id="Rdd9200aef7404e7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8f59c5adc664f38" /><Relationship Type="http://schemas.openxmlformats.org/officeDocument/2006/relationships/notesSlide" Target="/ppt/notesSlides/notesSlide93.xml" Id="Re35f8b1a59b7455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da609c3e37d4c8d" /><Relationship Type="http://schemas.openxmlformats.org/officeDocument/2006/relationships/notesSlide" Target="/ppt/notesSlides/notesSlide94.xml" Id="Ra3a058caf25a47b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a2cb0c5621834944" /><Relationship Type="http://schemas.openxmlformats.org/officeDocument/2006/relationships/notesSlide" Target="/ppt/notesSlides/notesSlide95.xml" Id="Rc9486a01f95e4134"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8039f258e3ff4c5a" /><Relationship Type="http://schemas.openxmlformats.org/officeDocument/2006/relationships/notesSlide" Target="/ppt/notesSlides/notesSlide96.xml" Id="Rdff0fd163d4c419d"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249fd92859d441e" /><Relationship Type="http://schemas.openxmlformats.org/officeDocument/2006/relationships/notesSlide" Target="/ppt/notesSlides/notesSlide97.xml" Id="Rc0ce1035c6264963"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d5c1f5f87acc43dc" /><Relationship Type="http://schemas.openxmlformats.org/officeDocument/2006/relationships/notesSlide" Target="/ppt/notesSlides/notesSlide98.xml" Id="Re77733d75d174fac"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8d414b290abb44c2" /><Relationship Type="http://schemas.openxmlformats.org/officeDocument/2006/relationships/notesSlide" Target="/ppt/notesSlides/notesSlide99.xml" Id="R7dc27df91cbf4c13"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d66e5da9ad214a6f" /><Relationship Type="http://schemas.openxmlformats.org/officeDocument/2006/relationships/notesSlide" Target="/ppt/notesSlides/notesSlide100.xml" Id="R09f2d4ec9ba04025"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e7a988b68624509" /><Relationship Type="http://schemas.openxmlformats.org/officeDocument/2006/relationships/notesSlide" Target="/ppt/notesSlides/notesSlide101.xml" Id="R6907062baffe4a2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10932b060a9847f6" /><Relationship Type="http://schemas.openxmlformats.org/officeDocument/2006/relationships/notesSlide" Target="/ppt/notesSlides/notesSlide102.xml" Id="R864ce440a9fc4a7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31a3f249be084187" /><Relationship Type="http://schemas.openxmlformats.org/officeDocument/2006/relationships/notesSlide" Target="/ppt/notesSlides/notesSlide103.xml" Id="R0c8ba544fe274210"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4691f0de45348aa" /><Relationship Type="http://schemas.openxmlformats.org/officeDocument/2006/relationships/notesSlide" Target="/ppt/notesSlides/notesSlide104.xml" Id="R3ac740c30a77486f"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52e4f63881524af1" /><Relationship Type="http://schemas.openxmlformats.org/officeDocument/2006/relationships/notesSlide" Target="/ppt/notesSlides/notesSlide105.xml" Id="R68c4e8916ae84c9d"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e6805165247244fe" /><Relationship Type="http://schemas.openxmlformats.org/officeDocument/2006/relationships/notesSlide" Target="/ppt/notesSlides/notesSlide106.xml" Id="R4f01134eeb60452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74d9868051254060" /><Relationship Type="http://schemas.openxmlformats.org/officeDocument/2006/relationships/notesSlide" Target="/ppt/notesSlides/notesSlide107.xml" Id="Rc55cfd4cb8614a32"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704b3439e5164706" /><Relationship Type="http://schemas.openxmlformats.org/officeDocument/2006/relationships/notesSlide" Target="/ppt/notesSlides/notesSlide108.xml" Id="Rb447012dc98b41f0"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3907a9fc6fb64cfe" /><Relationship Type="http://schemas.openxmlformats.org/officeDocument/2006/relationships/notesSlide" Target="/ppt/notesSlides/notesSlide109.xml" Id="R0cd20d645c684ae5"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8aebc474e7c14fdd" /><Relationship Type="http://schemas.openxmlformats.org/officeDocument/2006/relationships/notesSlide" Target="/ppt/notesSlides/notesSlide110.xml" Id="R4d51fedf607a4996"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73e41b1242504a63" /><Relationship Type="http://schemas.openxmlformats.org/officeDocument/2006/relationships/notesSlide" Target="/ppt/notesSlides/notesSlide111.xml" Id="Ra2b1b9e36f584c4d"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bb1b7d14a01c422f" /><Relationship Type="http://schemas.openxmlformats.org/officeDocument/2006/relationships/notesSlide" Target="/ppt/notesSlides/notesSlide112.xml" Id="R27f300f4b488445b"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a8bdd186f0424856" /><Relationship Type="http://schemas.openxmlformats.org/officeDocument/2006/relationships/notesSlide" Target="/ppt/notesSlides/notesSlide113.xml" Id="Rcad533a328d04e59"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cdf2213319c7433d" /><Relationship Type="http://schemas.openxmlformats.org/officeDocument/2006/relationships/notesSlide" Target="/ppt/notesSlides/notesSlide114.xml" Id="R945edb7e08534ca7"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743ae1aecc624a20" /><Relationship Type="http://schemas.openxmlformats.org/officeDocument/2006/relationships/notesSlide" Target="/ppt/notesSlides/notesSlide115.xml" Id="R7acb107cce774fba"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1e40070eb908441f" /><Relationship Type="http://schemas.openxmlformats.org/officeDocument/2006/relationships/notesSlide" Target="/ppt/notesSlides/notesSlide116.xml" Id="R92e518a0d7a346b6"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313a20995acc4649" /><Relationship Type="http://schemas.openxmlformats.org/officeDocument/2006/relationships/notesSlide" Target="/ppt/notesSlides/notesSlide117.xml" Id="R5901e0056346498e"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992f437e22d342d1" /><Relationship Type="http://schemas.openxmlformats.org/officeDocument/2006/relationships/notesSlide" Target="/ppt/notesSlides/notesSlide118.xml" Id="Ra6a4c03f7d9d452c"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5d01f845b94340d1" /><Relationship Type="http://schemas.openxmlformats.org/officeDocument/2006/relationships/notesSlide" Target="/ppt/notesSlides/notesSlide119.xml" Id="Rb5007189d1bc4b57"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cd971c0cfc834dc3" /><Relationship Type="http://schemas.openxmlformats.org/officeDocument/2006/relationships/notesSlide" Target="/ppt/notesSlides/notesSlide120.xml" Id="Rc058c19267d14dcb"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2.xml" Id="R4f98c2a8aedc4c61" /><Relationship Type="http://schemas.openxmlformats.org/officeDocument/2006/relationships/notesSlide" Target="/ppt/notesSlides/notesSlide121.xml" Id="Ra5c1176566de46c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2.xml" Id="Rc9e3860965304ef1" /><Relationship Type="http://schemas.openxmlformats.org/officeDocument/2006/relationships/notesSlide" Target="/ppt/notesSlides/notesSlide122.xml" Id="R2d419937417d4432"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2.xml" Id="R18217e92875447e9" /><Relationship Type="http://schemas.openxmlformats.org/officeDocument/2006/relationships/notesSlide" Target="/ppt/notesSlides/notesSlide123.xml" Id="Rdb416dc7d02b44dc"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2.xml" Id="Rfc0de7c2240f4762" /><Relationship Type="http://schemas.openxmlformats.org/officeDocument/2006/relationships/notesSlide" Target="/ppt/notesSlides/notesSlide124.xml" Id="R9a3e6639e0c148ed"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2.xml" Id="Rd9b9102b1d534640" /><Relationship Type="http://schemas.openxmlformats.org/officeDocument/2006/relationships/notesSlide" Target="/ppt/notesSlides/notesSlide125.xml" Id="Red83e14fab6e402b"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2.xml" Id="R014e97184c5940a7" /><Relationship Type="http://schemas.openxmlformats.org/officeDocument/2006/relationships/notesSlide" Target="/ppt/notesSlides/notesSlide126.xml" Id="Rfdf24ce65ed943df"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2.xml" Id="R1a5ba7432c414582" /><Relationship Type="http://schemas.openxmlformats.org/officeDocument/2006/relationships/notesSlide" Target="/ppt/notesSlides/notesSlide127.xml" Id="Rb418f98386ef4e11"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2.xml" Id="Re5ed2b31bbd247bc" /><Relationship Type="http://schemas.openxmlformats.org/officeDocument/2006/relationships/notesSlide" Target="/ppt/notesSlides/notesSlide128.xml" Id="R3d33497b9d664e3a"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2.xml" Id="R7bb758376fbb4852" /><Relationship Type="http://schemas.openxmlformats.org/officeDocument/2006/relationships/notesSlide" Target="/ppt/notesSlides/notesSlide129.xml" Id="R8bda498f80bf452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2.xml" Id="R59bd527e43f94c0f" /><Relationship Type="http://schemas.openxmlformats.org/officeDocument/2006/relationships/notesSlide" Target="/ppt/notesSlides/notesSlide130.xml" Id="R62070dea38fb4791"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2.xml" Id="Rb596d98745654e02" /><Relationship Type="http://schemas.openxmlformats.org/officeDocument/2006/relationships/notesSlide" Target="/ppt/notesSlides/notesSlide131.xml" Id="Rce0b3e870acf4bf2"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2.xml" Id="Rdcb3c74f2c5b4aa8" /><Relationship Type="http://schemas.openxmlformats.org/officeDocument/2006/relationships/notesSlide" Target="/ppt/notesSlides/notesSlide132.xml" Id="R1d3e2287b54a47d6"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2.xml" Id="R738feb8bf2e34954" /><Relationship Type="http://schemas.openxmlformats.org/officeDocument/2006/relationships/notesSlide" Target="/ppt/notesSlides/notesSlide133.xml" Id="R0835746f4ffc4447"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2.xml" Id="Rf6d663b5102e4b1c" /><Relationship Type="http://schemas.openxmlformats.org/officeDocument/2006/relationships/notesSlide" Target="/ppt/notesSlides/notesSlide134.xml" Id="Rb3ebe8fdfaf44a82"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2.xml" Id="Ra840f40a69a74dac" /><Relationship Type="http://schemas.openxmlformats.org/officeDocument/2006/relationships/notesSlide" Target="/ppt/notesSlides/notesSlide135.xml" Id="R48d532356fbf445a"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2.xml" Id="Rd4bc6ac2428e41e1" /><Relationship Type="http://schemas.openxmlformats.org/officeDocument/2006/relationships/notesSlide" Target="/ppt/notesSlides/notesSlide136.xml" Id="R3bb027c285f843c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2.xml" Id="R38a9051554c2401e" /><Relationship Type="http://schemas.openxmlformats.org/officeDocument/2006/relationships/notesSlide" Target="/ppt/notesSlides/notesSlide137.xml" Id="Rdfad9e82db814c65"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2.xml" Id="R04329e3298fc4a07" /><Relationship Type="http://schemas.openxmlformats.org/officeDocument/2006/relationships/notesSlide" Target="/ppt/notesSlides/notesSlide138.xml" Id="R3022ff71929f441c"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2.xml" Id="Rb8bca2a474ec472b" /><Relationship Type="http://schemas.openxmlformats.org/officeDocument/2006/relationships/notesSlide" Target="/ppt/notesSlides/notesSlide139.xml" Id="R9c77c1e5020c470e"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2.xml" Id="R50e8987058674040" /><Relationship Type="http://schemas.openxmlformats.org/officeDocument/2006/relationships/notesSlide" Target="/ppt/notesSlides/notesSlide140.xml" Id="R02f83353057149aa"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2.xml" Id="R7af0c4b00ec34523" /><Relationship Type="http://schemas.openxmlformats.org/officeDocument/2006/relationships/notesSlide" Target="/ppt/notesSlides/notesSlide141.xml" Id="R7c3fea0de6de4203"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2.xml" Id="R7c95b668801843fd" /><Relationship Type="http://schemas.openxmlformats.org/officeDocument/2006/relationships/notesSlide" Target="/ppt/notesSlides/notesSlide142.xml" Id="Rbbbb8814d90a4ebb"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2.xml" Id="R8b5b210e7b724928" /><Relationship Type="http://schemas.openxmlformats.org/officeDocument/2006/relationships/notesSlide" Target="/ppt/notesSlides/notesSlide143.xml" Id="Rf7f002edff6844b2"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2.xml" Id="Ref121d960f4d42e4" /><Relationship Type="http://schemas.openxmlformats.org/officeDocument/2006/relationships/notesSlide" Target="/ppt/notesSlides/notesSlide144.xml" Id="Ref8fef77459f4794"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2.xml" Id="Rfd48e5e9fdc04349" /><Relationship Type="http://schemas.openxmlformats.org/officeDocument/2006/relationships/notesSlide" Target="/ppt/notesSlides/notesSlide145.xml" Id="R254b5d5ef3404aa5"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2.xml" Id="Ra599cf0c41ce47ad" /><Relationship Type="http://schemas.openxmlformats.org/officeDocument/2006/relationships/notesSlide" Target="/ppt/notesSlides/notesSlide146.xml" Id="R297d2b0e56884ce0"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2.xml" Id="R09f748378b634023" /><Relationship Type="http://schemas.openxmlformats.org/officeDocument/2006/relationships/notesSlide" Target="/ppt/notesSlides/notesSlide147.xml" Id="Refddd3216c834ab4"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2.xml" Id="R372e6bdba6f441cc" /><Relationship Type="http://schemas.openxmlformats.org/officeDocument/2006/relationships/notesSlide" Target="/ppt/notesSlides/notesSlide148.xml" Id="R5b0328ff84f44737"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2.xml" Id="R3244a2c2b54d4ffa" /><Relationship Type="http://schemas.openxmlformats.org/officeDocument/2006/relationships/notesSlide" Target="/ppt/notesSlides/notesSlide149.xml" Id="Rd1333b3242dd42df"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2.xml" Id="R489d976a314142df" /><Relationship Type="http://schemas.openxmlformats.org/officeDocument/2006/relationships/notesSlide" Target="/ppt/notesSlides/notesSlide150.xml" Id="R69617e758ed94e5a"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2.xml" Id="R14b90568578a4e85" /><Relationship Type="http://schemas.openxmlformats.org/officeDocument/2006/relationships/notesSlide" Target="/ppt/notesSlides/notesSlide151.xml" Id="Rd2d6c124b64945d2"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2.xml" Id="Rf4f3aa5364864c32" /><Relationship Type="http://schemas.openxmlformats.org/officeDocument/2006/relationships/notesSlide" Target="/ppt/notesSlides/notesSlide152.xml" Id="R9eb24878f93244ef"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2.xml" Id="Rfadcf951651640b2" /><Relationship Type="http://schemas.openxmlformats.org/officeDocument/2006/relationships/notesSlide" Target="/ppt/notesSlides/notesSlide153.xml" Id="R82e7fc68bd3540d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2.xml" Id="Raf65352b85f34dd2" /><Relationship Type="http://schemas.openxmlformats.org/officeDocument/2006/relationships/notesSlide" Target="/ppt/notesSlides/notesSlide154.xml" Id="R92a9f49acab24b5b"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2.xml" Id="R2e7c2024833f4488" /><Relationship Type="http://schemas.openxmlformats.org/officeDocument/2006/relationships/notesSlide" Target="/ppt/notesSlides/notesSlide155.xml" Id="R95a68c664c804a3d"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2.xml" Id="R0913879a24794a65" /><Relationship Type="http://schemas.openxmlformats.org/officeDocument/2006/relationships/notesSlide" Target="/ppt/notesSlides/notesSlide156.xml" Id="R19c8e55113334260"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2.xml" Id="R997e5e1c2320462b" /><Relationship Type="http://schemas.openxmlformats.org/officeDocument/2006/relationships/notesSlide" Target="/ppt/notesSlides/notesSlide157.xml" Id="Ra9f67fee83304938"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2.xml" Id="R4317a2d1ab12444f" /><Relationship Type="http://schemas.openxmlformats.org/officeDocument/2006/relationships/notesSlide" Target="/ppt/notesSlides/notesSlide158.xml" Id="Ra0e4c0a8a2024c0e"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2.xml" Id="R4c8e6e2cbcc34265" /><Relationship Type="http://schemas.openxmlformats.org/officeDocument/2006/relationships/notesSlide" Target="/ppt/notesSlides/notesSlide159.xml" Id="Rc33fbecae2c44535"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2.xml" Id="R8ce145840e664589" /><Relationship Type="http://schemas.openxmlformats.org/officeDocument/2006/relationships/notesSlide" Target="/ppt/notesSlides/notesSlide160.xml" Id="R50dae3513ab54033"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2.xml" Id="R52ba638715ae423e" /><Relationship Type="http://schemas.openxmlformats.org/officeDocument/2006/relationships/notesSlide" Target="/ppt/notesSlides/notesSlide161.xml" Id="Rf6544e3e675146ac"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2.xml" Id="Rf60bbad0757f4e76" /><Relationship Type="http://schemas.openxmlformats.org/officeDocument/2006/relationships/notesSlide" Target="/ppt/notesSlides/notesSlide162.xml" Id="R7e63d79adf0d4b4c"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2.xml" Id="R9521eb98c92345c6" /><Relationship Type="http://schemas.openxmlformats.org/officeDocument/2006/relationships/notesSlide" Target="/ppt/notesSlides/notesSlide163.xml" Id="R98f4d622afdb4c52"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2.xml" Id="Rcd2f032d2a814da9" /><Relationship Type="http://schemas.openxmlformats.org/officeDocument/2006/relationships/notesSlide" Target="/ppt/notesSlides/notesSlide164.xml" Id="R7481831b05d54b2e"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2.xml" Id="Rc88de824167449b6" /><Relationship Type="http://schemas.openxmlformats.org/officeDocument/2006/relationships/notesSlide" Target="/ppt/notesSlides/notesSlide165.xml" Id="R43ba2f92c0ef4601"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2.xml" Id="R9173da29054646ad" /><Relationship Type="http://schemas.openxmlformats.org/officeDocument/2006/relationships/notesSlide" Target="/ppt/notesSlides/notesSlide166.xml" Id="Rad72f5b30c984686"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2.xml" Id="R552c6f93fbd34e23" /><Relationship Type="http://schemas.openxmlformats.org/officeDocument/2006/relationships/notesSlide" Target="/ppt/notesSlides/notesSlide167.xml" Id="R665273818b364ff6"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2.xml" Id="R5114c6f169fa4e7f" /><Relationship Type="http://schemas.openxmlformats.org/officeDocument/2006/relationships/notesSlide" Target="/ppt/notesSlides/notesSlide168.xml" Id="R9771ebc02f2b4ab4"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2.xml" Id="Rdeb427d85c4e41da" /><Relationship Type="http://schemas.openxmlformats.org/officeDocument/2006/relationships/notesSlide" Target="/ppt/notesSlides/notesSlide169.xml" Id="Rf3f8514bc69e4c3b"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2.xml" Id="R95ba010fecdc4876" /><Relationship Type="http://schemas.openxmlformats.org/officeDocument/2006/relationships/notesSlide" Target="/ppt/notesSlides/notesSlide170.xml" Id="Rba89d34b34ca48e9"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2.xml" Id="R32b426d215074a12" /><Relationship Type="http://schemas.openxmlformats.org/officeDocument/2006/relationships/notesSlide" Target="/ppt/notesSlides/notesSlide171.xml" Id="R60cde82ca76d4fe5"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2.xml" Id="Re160d71aab3042c0" /><Relationship Type="http://schemas.openxmlformats.org/officeDocument/2006/relationships/notesSlide" Target="/ppt/notesSlides/notesSlide172.xml" Id="Rfea3d89b8d3b46f0"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2.xml" Id="Rff9064461b264ef0" /><Relationship Type="http://schemas.openxmlformats.org/officeDocument/2006/relationships/notesSlide" Target="/ppt/notesSlides/notesSlide173.xml" Id="Rc36d682d4f1d4253"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2.xml" Id="Rcceb18d0833c46cd" /><Relationship Type="http://schemas.openxmlformats.org/officeDocument/2006/relationships/notesSlide" Target="/ppt/notesSlides/notesSlide174.xml" Id="Rcca0cbd1a5c549da"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2.xml" Id="R25a61804d7474375" /><Relationship Type="http://schemas.openxmlformats.org/officeDocument/2006/relationships/notesSlide" Target="/ppt/notesSlides/notesSlide175.xml" Id="Rc0a74ff3279c4a21"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2.xml" Id="Ref810e3d3687430f" /><Relationship Type="http://schemas.openxmlformats.org/officeDocument/2006/relationships/notesSlide" Target="/ppt/notesSlides/notesSlide176.xml" Id="Rc5d848b34d634498"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2.xml" Id="Rdf019192091145f4" /><Relationship Type="http://schemas.openxmlformats.org/officeDocument/2006/relationships/notesSlide" Target="/ppt/notesSlides/notesSlide177.xml" Id="R32d2304afa2745dd"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2.xml" Id="Rb7cb3d10a8fe46f7" /><Relationship Type="http://schemas.openxmlformats.org/officeDocument/2006/relationships/notesSlide" Target="/ppt/notesSlides/notesSlide178.xml" Id="R5b7b47339c044bd0"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2.xml" Id="R3252e1325cee4f98" /><Relationship Type="http://schemas.openxmlformats.org/officeDocument/2006/relationships/notesSlide" Target="/ppt/notesSlides/notesSlide179.xml" Id="Rba13178302ad4d87"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2.xml" Id="R0ec253497c554da0" /><Relationship Type="http://schemas.openxmlformats.org/officeDocument/2006/relationships/notesSlide" Target="/ppt/notesSlides/notesSlide180.xml" Id="Rd64196db656c43a3"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2.xml" Id="R0db5b1f6dc3e4c08" /><Relationship Type="http://schemas.openxmlformats.org/officeDocument/2006/relationships/notesSlide" Target="/ppt/notesSlides/notesSlide181.xml" Id="Rdd99dd8c6b6447eb"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2.xml" Id="R83209e58c36b4605" /><Relationship Type="http://schemas.openxmlformats.org/officeDocument/2006/relationships/notesSlide" Target="/ppt/notesSlides/notesSlide182.xml" Id="R244f96614874480e"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2.xml" Id="Ra448cde6baa540e2" /><Relationship Type="http://schemas.openxmlformats.org/officeDocument/2006/relationships/notesSlide" Target="/ppt/notesSlides/notesSlide183.xml" Id="Rcc5e3644aff8405f"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2.xml" Id="R1eb8514282e142d3" /><Relationship Type="http://schemas.openxmlformats.org/officeDocument/2006/relationships/notesSlide" Target="/ppt/notesSlides/notesSlide184.xml" Id="R5e730344825a425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2.xml" Id="Ra6b2821953fd4c9f" /><Relationship Type="http://schemas.openxmlformats.org/officeDocument/2006/relationships/notesSlide" Target="/ppt/notesSlides/notesSlide185.xml" Id="R70c27604f8784671"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2.xml" Id="R78c427f982dd409b" /><Relationship Type="http://schemas.openxmlformats.org/officeDocument/2006/relationships/notesSlide" Target="/ppt/notesSlides/notesSlide186.xml" Id="R080b9ed195fd45a8"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2.xml" Id="R1e72897ce22a42e7" /><Relationship Type="http://schemas.openxmlformats.org/officeDocument/2006/relationships/notesSlide" Target="/ppt/notesSlides/notesSlide187.xml" Id="R7972e4bdf1854f61"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2.xml" Id="Rda83e77f28fb4e43" /><Relationship Type="http://schemas.openxmlformats.org/officeDocument/2006/relationships/notesSlide" Target="/ppt/notesSlides/notesSlide188.xml" Id="R6850f811048a40d9"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2.xml" Id="R02b9d6c176a9488e" /><Relationship Type="http://schemas.openxmlformats.org/officeDocument/2006/relationships/notesSlide" Target="/ppt/notesSlides/notesSlide189.xml" Id="R46a8d77977c14418"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2.xml" Id="R7bd86c60809a4323" /><Relationship Type="http://schemas.openxmlformats.org/officeDocument/2006/relationships/notesSlide" Target="/ppt/notesSlides/notesSlide190.xml" Id="R4d287020ddfc457b"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2.xml" Id="Rbc14ea672abe4e50" /><Relationship Type="http://schemas.openxmlformats.org/officeDocument/2006/relationships/notesSlide" Target="/ppt/notesSlides/notesSlide191.xml" Id="R0f5bcf020f224fdb"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2.xml" Id="R737e50e1c95e42e5" /><Relationship Type="http://schemas.openxmlformats.org/officeDocument/2006/relationships/notesSlide" Target="/ppt/notesSlides/notesSlide192.xml" Id="R45dde324e5924bb0"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2.xml" Id="Rf16d5710ed1448bf" /><Relationship Type="http://schemas.openxmlformats.org/officeDocument/2006/relationships/notesSlide" Target="/ppt/notesSlides/notesSlide193.xml" Id="R2348ace30fe64494"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2.xml" Id="R7d23c5b4baf64b50" /><Relationship Type="http://schemas.openxmlformats.org/officeDocument/2006/relationships/notesSlide" Target="/ppt/notesSlides/notesSlide194.xml" Id="R69c6cde38e1b4191"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2.xml" Id="Ra10ae539da344574" /><Relationship Type="http://schemas.openxmlformats.org/officeDocument/2006/relationships/notesSlide" Target="/ppt/notesSlides/notesSlide195.xml" Id="R12d331daf624407e"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2.xml" Id="Re57f4f8c053f44c2" /><Relationship Type="http://schemas.openxmlformats.org/officeDocument/2006/relationships/notesSlide" Target="/ppt/notesSlides/notesSlide196.xml" Id="Ra9b9ae8cf4bb4643"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2.xml" Id="Rafaeb6026478438b" /><Relationship Type="http://schemas.openxmlformats.org/officeDocument/2006/relationships/notesSlide" Target="/ppt/notesSlides/notesSlide197.xml" Id="Rff267f03804d47ff"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2.xml" Id="R4417277567604998" /><Relationship Type="http://schemas.openxmlformats.org/officeDocument/2006/relationships/notesSlide" Target="/ppt/notesSlides/notesSlide198.xml" Id="R038084e980944f50"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2.xml" Id="R2b9bba354e3f4320" /><Relationship Type="http://schemas.openxmlformats.org/officeDocument/2006/relationships/notesSlide" Target="/ppt/notesSlides/notesSlide199.xml" Id="Rad36970f5b3747d3"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2.xml" Id="R34efe396000549a5" /><Relationship Type="http://schemas.openxmlformats.org/officeDocument/2006/relationships/notesSlide" Target="/ppt/notesSlides/notesSlide200.xml" Id="R5a1c5a8ffbe94171" /></Relationships>
</file>

<file path=ppt/slides/_rels/slide201.xml.rels>&#65279;<?xml version="1.0" encoding="utf-8"?><Relationships xmlns="http://schemas.openxmlformats.org/package/2006/relationships"><Relationship Type="http://schemas.openxmlformats.org/officeDocument/2006/relationships/slideLayout" Target="/ppt/slideLayouts/slideLayout2.xml" Id="Re553a8f1c47d457e" /><Relationship Type="http://schemas.openxmlformats.org/officeDocument/2006/relationships/notesSlide" Target="/ppt/notesSlides/notesSlide201.xml" Id="R8aca370405da4db4" /></Relationships>
</file>

<file path=ppt/slides/_rels/slide202.xml.rels>&#65279;<?xml version="1.0" encoding="utf-8"?><Relationships xmlns="http://schemas.openxmlformats.org/package/2006/relationships"><Relationship Type="http://schemas.openxmlformats.org/officeDocument/2006/relationships/slideLayout" Target="/ppt/slideLayouts/slideLayout2.xml" Id="R1208359c06b443d7" /><Relationship Type="http://schemas.openxmlformats.org/officeDocument/2006/relationships/notesSlide" Target="/ppt/notesSlides/notesSlide202.xml" Id="R370c51670d9a4187" /></Relationships>
</file>

<file path=ppt/slides/_rels/slide203.xml.rels>&#65279;<?xml version="1.0" encoding="utf-8"?><Relationships xmlns="http://schemas.openxmlformats.org/package/2006/relationships"><Relationship Type="http://schemas.openxmlformats.org/officeDocument/2006/relationships/slideLayout" Target="/ppt/slideLayouts/slideLayout2.xml" Id="Rdf3a3ed9e331498b" /><Relationship Type="http://schemas.openxmlformats.org/officeDocument/2006/relationships/notesSlide" Target="/ppt/notesSlides/notesSlide203.xml" Id="R839a36f4fa994238" /></Relationships>
</file>

<file path=ppt/slides/_rels/slide204.xml.rels>&#65279;<?xml version="1.0" encoding="utf-8"?><Relationships xmlns="http://schemas.openxmlformats.org/package/2006/relationships"><Relationship Type="http://schemas.openxmlformats.org/officeDocument/2006/relationships/slideLayout" Target="/ppt/slideLayouts/slideLayout2.xml" Id="Re4c75ba1d1254d28" /><Relationship Type="http://schemas.openxmlformats.org/officeDocument/2006/relationships/notesSlide" Target="/ppt/notesSlides/notesSlide204.xml" Id="Rc50c5a6124274f0e" /></Relationships>
</file>

<file path=ppt/slides/_rels/slide205.xml.rels>&#65279;<?xml version="1.0" encoding="utf-8"?><Relationships xmlns="http://schemas.openxmlformats.org/package/2006/relationships"><Relationship Type="http://schemas.openxmlformats.org/officeDocument/2006/relationships/slideLayout" Target="/ppt/slideLayouts/slideLayout2.xml" Id="Rc44c389323004fdb" /><Relationship Type="http://schemas.openxmlformats.org/officeDocument/2006/relationships/notesSlide" Target="/ppt/notesSlides/notesSlide205.xml" Id="R3604e0faa8834e2a" /></Relationships>
</file>

<file path=ppt/slides/_rels/slide206.xml.rels>&#65279;<?xml version="1.0" encoding="utf-8"?><Relationships xmlns="http://schemas.openxmlformats.org/package/2006/relationships"><Relationship Type="http://schemas.openxmlformats.org/officeDocument/2006/relationships/slideLayout" Target="/ppt/slideLayouts/slideLayout2.xml" Id="R2ebcc105152c4fd2" /><Relationship Type="http://schemas.openxmlformats.org/officeDocument/2006/relationships/notesSlide" Target="/ppt/notesSlides/notesSlide206.xml" Id="Rd1cc240bd3d640ce" /></Relationships>
</file>

<file path=ppt/slides/_rels/slide207.xml.rels>&#65279;<?xml version="1.0" encoding="utf-8"?><Relationships xmlns="http://schemas.openxmlformats.org/package/2006/relationships"><Relationship Type="http://schemas.openxmlformats.org/officeDocument/2006/relationships/slideLayout" Target="/ppt/slideLayouts/slideLayout2.xml" Id="Ra88c123573694708" /><Relationship Type="http://schemas.openxmlformats.org/officeDocument/2006/relationships/notesSlide" Target="/ppt/notesSlides/notesSlide207.xml" Id="R6aab006aa7964976" /></Relationships>
</file>

<file path=ppt/slides/_rels/slide208.xml.rels>&#65279;<?xml version="1.0" encoding="utf-8"?><Relationships xmlns="http://schemas.openxmlformats.org/package/2006/relationships"><Relationship Type="http://schemas.openxmlformats.org/officeDocument/2006/relationships/slideLayout" Target="/ppt/slideLayouts/slideLayout2.xml" Id="Rf066a16d91b24909" /><Relationship Type="http://schemas.openxmlformats.org/officeDocument/2006/relationships/notesSlide" Target="/ppt/notesSlides/notesSlide208.xml" Id="Rd86e332aabad44f3" /></Relationships>
</file>

<file path=ppt/slides/_rels/slide209.xml.rels>&#65279;<?xml version="1.0" encoding="utf-8"?><Relationships xmlns="http://schemas.openxmlformats.org/package/2006/relationships"><Relationship Type="http://schemas.openxmlformats.org/officeDocument/2006/relationships/slideLayout" Target="/ppt/slideLayouts/slideLayout2.xml" Id="R8d1ffeba08fb4f01" /><Relationship Type="http://schemas.openxmlformats.org/officeDocument/2006/relationships/notesSlide" Target="/ppt/notesSlides/notesSlide209.xml" Id="R1776fc16b357487b" /></Relationships>
</file>

<file path=ppt/slides/_rels/slide210.xml.rels>&#65279;<?xml version="1.0" encoding="utf-8"?><Relationships xmlns="http://schemas.openxmlformats.org/package/2006/relationships"><Relationship Type="http://schemas.openxmlformats.org/officeDocument/2006/relationships/slideLayout" Target="/ppt/slideLayouts/slideLayout2.xml" Id="R76a8700448bf4258" /><Relationship Type="http://schemas.openxmlformats.org/officeDocument/2006/relationships/notesSlide" Target="/ppt/notesSlides/notesSlide210.xml" Id="R624e9ea4510b417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B5B96D9-C456-4EB1-A764-13F73776D7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C0499E9-4240-4986-81F2-AD34413EF3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AE217-B1C0-43BF-ACA4-CA3D4245A9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DE5FC97E-CE9D-4E93-BFF9-8EDD5AAFDE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A96DBF-43F6-4036-988D-B9C512948E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BBF016B6-DED7-4E3F-8E36-43696D63B6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F17E0D-2E0B-40B4-911A-B017003BA35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2C4BC8B1-B4AD-4B25-8C6B-46388B9E5BA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E6D7EE-A04E-49FA-B593-E12D3F47B9F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302D1C72-F640-4DB7-8AAD-A84A1393B42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AA5A10-1BC9-42B0-B2D9-8A0582E3CEA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C8C67D68-6D75-4A80-8F38-2A9AE7DDF11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8C4769-3D17-4E77-9C56-6EA930C443EA}"/>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1547F6C9-17F6-4417-B0B3-9D236A3C560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8747C30-D954-4079-9442-B030EE8C890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DE91CF41-10BB-4CE6-A2F2-9C309ADE61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3516C4-3B1D-402D-B757-458F7E9946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531E9CB-493D-4657-83A7-73B6B9F264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462685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9A54C6-D177-4319-A333-2E74F3753E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E58B26B-CDC7-4A60-A924-90771795F15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6D59DE8-6848-44E1-88DA-6E3C272E9F2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1CF17332-F5CA-4541-9D46-F197149E6D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D0A46-4006-432E-B894-7FB5F0399D4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1EED4AC-3768-41A1-8125-824A6299D3B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C3B7CDA7-095E-42FD-BFF3-84159B29F54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B77D01C-32E7-4652-8DC7-8D625C7B411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2109CC-0765-4514-8CBE-875F957E3DA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7D1DC929-398D-4768-9D62-0EB2CDA424F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DA341B-0896-4FE0-9E19-F857F278535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2909413-E8B9-4CA4-BE7E-07609549604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601257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9E2B09A-245C-4EBD-9D4D-6C64E383DA2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41D5A09-D1B6-4E71-979E-682775FC72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E27D7-E0CA-415A-90FC-33E90ED2B20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AFFA54A4-AE6A-4FE1-98EB-D9ABB798A0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50519-F29A-48C8-9E46-C93E661E0A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FC807A9E-3144-43E3-BCA3-1630AA7710D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70BF93-3CDB-404E-8138-A03B7D13CF7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E6EBD823-4EDF-4FCA-9D6D-EA225A4985F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AB9DC0-87B9-4D6B-A20F-B018ADEA999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5A46BFFE-BA22-4D1B-B85A-03EA2667451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F50FB3-016A-49A2-B849-606A8991F12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22AB4DB0-7AC3-4153-8639-465E7D54B1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34540C7-8E2E-4AC5-9C08-77EEB3CFF22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72CB1534-75D2-4B0D-937D-9CA104E3310A}"/>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DD7392A-3FF2-4DD2-9C9B-1FB3B5C302F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BE7D8B4E-246D-4B4C-ADC6-74928E25CF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168A64-8FC9-4842-B4A0-AA0156C20AB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7DEB143-262B-49A7-A991-99B6AD88EAD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14827394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20171-B338-4EA7-94A8-77DBA4166A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A2FACED-D5A0-44D7-9EE3-9E15972379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547BC58-D0B6-40B8-AF27-D5B688C46C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3C4904E4-BBCD-4402-BBC2-CC5B027668D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095089-9399-43DB-9EE3-F3E5B24267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1F4066C-BB98-43C5-B721-1F005B04702D}"/>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62212B7A-1F8E-49C0-9AEE-8F2F075B7D0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1CEF03F-785E-417B-B00F-5D2DF87AA54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137B31A-6973-4787-81BC-313CCB8D90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E43AD6D8-0492-4C09-BC5A-2BBED5E595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8CB35D-813E-4FBE-94EB-A15AC0267C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30BC4E-C6D6-46FA-8C8B-DC8724FFD47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1046487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5AB52A-33FA-49FE-A0C5-C9F38337889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5DE4394-FF43-4FF0-B0EF-C16DBF81FE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5B87DA-A8D9-416A-9378-E186AB324B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xmlns:a="http://schemas.openxmlformats.org/drawingml/2006/main">
              <a:ext uri="{FF2B5EF4-FFF2-40B4-BE49-F238E27FC236}">
                <a16:creationId xmlns:a16="http://schemas.microsoft.com/office/drawing/2014/main" id="{CF95F56B-6658-4091-85CD-F2911B2EA2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36875C-51F0-416D-8272-D941F4BACB8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7C2DD03D-78B2-4BD8-A34A-291247A4E50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84A1988-740B-4091-93D1-753483754B0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xmlns:a="http://schemas.openxmlformats.org/drawingml/2006/main">
              <a:ext uri="{FF2B5EF4-FFF2-40B4-BE49-F238E27FC236}">
                <a16:creationId xmlns:a16="http://schemas.microsoft.com/office/drawing/2014/main" id="{0C599161-14C2-4D7B-95BB-00241AB7207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87B7CD-2156-4739-9928-50509759A3A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xmlns:a="http://schemas.openxmlformats.org/drawingml/2006/main">
              <a:ext uri="{FF2B5EF4-FFF2-40B4-BE49-F238E27FC236}">
                <a16:creationId xmlns:a16="http://schemas.microsoft.com/office/drawing/2014/main" id="{AF5C5604-54ED-4A33-BC4C-3932DED3168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843974-2AA9-4CB0-BD01-7EFD92D4283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xmlns:a="http://schemas.openxmlformats.org/drawingml/2006/main">
              <a:ext uri="{FF2B5EF4-FFF2-40B4-BE49-F238E27FC236}">
                <a16:creationId xmlns:a16="http://schemas.microsoft.com/office/drawing/2014/main" id="{90E01AD3-C095-40E0-B72C-CE56397C4A8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358F4B-9DF7-4531-ABA1-7A42E75A69F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xmlns:a="http://schemas.openxmlformats.org/drawingml/2006/main">
              <a:ext uri="{FF2B5EF4-FFF2-40B4-BE49-F238E27FC236}">
                <a16:creationId xmlns:a16="http://schemas.microsoft.com/office/drawing/2014/main" id="{B04B15FC-7AB6-45DC-967C-EBFF65AD20D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076FB0A-E9A5-44E5-A625-2FF23B71FB1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xmlns:a="http://schemas.openxmlformats.org/drawingml/2006/main">
              <a:ext uri="{FF2B5EF4-FFF2-40B4-BE49-F238E27FC236}">
                <a16:creationId xmlns:a16="http://schemas.microsoft.com/office/drawing/2014/main" id="{6F3DF4D9-D838-456A-960D-766DEDD0C2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A1221DA-5C6C-4566-9D31-4CDA01F31F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D2445D1-F8F5-449A-B3D4-FCDDC2EDA27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p14:creationId xmlns:p14="http://schemas.microsoft.com/office/powerpoint/2010/main" val="11041618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38A95D-6F9A-40D7-B808-2A418740694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E21975B4-3BC5-4E99-951B-2AF6F4F73B6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C35525D-D2A7-4811-9AFD-43D4A92B4D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xmlns:a="http://schemas.openxmlformats.org/drawingml/2006/main">
              <a:ext uri="{FF2B5EF4-FFF2-40B4-BE49-F238E27FC236}">
                <a16:creationId xmlns:a16="http://schemas.microsoft.com/office/drawing/2014/main" id="{2D87FEE0-4B9A-4773-95B2-17670BB3349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A9C7F4-0CBF-40E6-A2FC-8F2A5F8844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8C5C4234-4C0D-4B5C-B74F-F0D06B1EB82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xmlns:a="http://schemas.openxmlformats.org/drawingml/2006/main">
              <a:ext uri="{FF2B5EF4-FFF2-40B4-BE49-F238E27FC236}">
                <a16:creationId xmlns:a16="http://schemas.microsoft.com/office/drawing/2014/main" id="{E0A9E7A2-AF49-4F95-932B-C47226142FD4}"/>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62814AC-A41A-47D4-8F62-4EF91750F09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77FAAE-85F5-4954-A105-044EF2F98DF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 경우의 수는 10배가 된다.</a:t>
            </a:r>
          </a:p>
        </p:txBody>
      </p:sp>
      <p:sp>
        <p:nvSpPr>
          <p:cNvPr id="10" name="">
            <a:extLst xmlns:a="http://schemas.openxmlformats.org/drawingml/2006/main">
              <a:ext uri="{FF2B5EF4-FFF2-40B4-BE49-F238E27FC236}">
                <a16:creationId xmlns:a16="http://schemas.microsoft.com/office/drawing/2014/main" id="{3806FC0B-AB44-4892-8B5D-1BEF4BCE628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55F1D2-B83C-4162-95B6-D4BE8EDA4A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060FB23-09F5-4FF7-B40D-AB528E6862C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p14:creationId xmlns:p14="http://schemas.microsoft.com/office/powerpoint/2010/main" val="18925934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08842D-9B4E-4574-985A-3502170740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1B46674-1F5F-49A0-A4FB-80111A1CD3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B61E251-6A53-4545-BD55-97F945B83A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F98BE4C7-FA1D-4715-BD8C-CA01D9C615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E22093-04BA-4673-A4AE-675C22CFF9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4EB8D640-B546-470A-88CA-2CF6F0BBF109}"/>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13CFB45-841E-4B6E-B964-12F431D6EF0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5EA585A7-034C-4927-B837-83E07FCB5BD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07A6A22-5829-41B1-8426-D1FC80D45A7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9BC5EA-50A9-49DB-9A97-70C48BE157C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90B03915-C4FC-4013-B1CC-67174F5E9BCD}"/>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EC4884-C333-4724-8530-4A9429D4932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BF4A7D76-101F-4EAF-A4E6-7496A2A127E1}"/>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575D00-8D95-4A07-B2C3-F95E89F84FA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C763AFAF-AC2E-4492-9652-16750598BEC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27CF390-8317-4697-B18F-1F6C7ACDD41B}"/>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B7FF9B64-32D4-4FE0-A310-54835359BFC1}"/>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A585AD3-0874-4885-BE84-2EB66F75E8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630443B6-D015-497A-B168-D0EB0846B5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118C4CC-C7D2-4CC4-92DB-774EC62D06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D11C55E-0F7A-4D44-818D-12CE27F493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7403299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C92D3-B508-492D-9513-EC10A352771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9433F3B5-63C1-4D15-BB12-0337590C3F1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BEAC8CB-5690-4114-A2A2-532949410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E22C7BFC-08AC-445C-BDB7-606F0B70DB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E48277-2E38-47E7-8E6B-96DF005EBD3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61962F79-7767-4E29-BD24-2F44234BE63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71EC1E-9695-4B73-8B64-A698995BF36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FE37A95A-81CE-47D2-9340-A6B206E1AB6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5B54ECD-1555-4616-8B37-E23FB5FD9108}"/>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25D9A97B-6A51-44D6-B2F4-CDD7EF6CCD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E536BF-EBC5-4863-9567-A71F4757FD8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A4A0C3-59C1-4FE7-9999-D6F835D41AA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ADA20ADE-667E-4CF7-96BF-7F98AE6C45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25FCA82-0EFE-4DB8-8575-834BBCC4F6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037F19D-BA32-40BF-BDF2-657D6C9551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9828899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2EE8291-DF2B-43CC-A4E7-DD06AADD9F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A2AF8C3-236D-44BD-8952-D8898950B4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0E79F0-29A2-45D9-80B2-DE308B5E69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07E9BA83-445C-43B3-A928-FBD64109B7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85DE04-79F5-4B36-8F72-C2581548CFF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4A43497A-C7B0-43B1-9438-8066253FCD5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D12B41-ED69-44B4-8DFF-6D017CD430D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D245DBB5-7E80-469F-8E60-4391CCE470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A960F3-F738-4BA5-87F2-C0196C7B3D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628147D6-D526-433E-A6FC-E57175436C5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3D0960-74FA-4F69-BC8E-5E9AD291A5A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FEA9DD49-6C56-49CD-9DEE-DDD46900F56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232DE1-EE66-4E9D-ACF4-D6A01541EE6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41A4B578-DFB9-4509-B8DA-7C5348A217B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96E76C-6132-4F23-ABA1-EF3C26159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DB05C4A3-A7A0-414B-AB32-DEC8EBCEBD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C8CABE-0175-4E5B-BD95-432114F0D6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7D7838-0272-41D4-9FC2-00284D45E3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3519553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E7DCC8-2522-4B37-8FFE-9F8E4A43D6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AB7D50-5993-46A6-93C8-A30C62B1FC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52F242-D407-41D3-9515-5880D2945E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70F39C76-5E73-4DB5-A278-4BFE27CA23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DBAB31-EB41-41C6-9624-821259D54B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ECC90A9-9AD4-4C3E-85A5-BCDAD66168F2}"/>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68CAADB4-4B28-40DB-99DD-D0BC85AA31CF}"/>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8C55C6E-F2E0-4B8E-8C5F-ACF260643D9A}"/>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7912F4-EEEA-4704-BB63-923B3296D372}"/>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2CBC57A3-8149-433A-827A-236CF66DFD8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C9A2D3-E07E-4A1A-B2B5-310FAD586CD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75121FD-BF39-4EFF-8B63-F6FD103573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15541324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5551A8-49D6-4994-BC64-0FE44BFAD7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BA9983A-43CF-4CA0-A314-CC437050029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FA3B62-404D-495A-9025-8E1F5789054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92CC4F8C-D693-4A5B-97C6-D3A33CD329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D09284-BB5E-4DD1-9102-E406DB1F6D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31784244-13F9-4F24-8C34-476AE9BDCCED}"/>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8ED4E7A-CCB7-461D-AF5F-ACD9D99899B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6CA6E2D2-E1E2-4855-893E-925D62E40B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7292CA-501A-4AEC-B32A-650196E236B7}"/>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7ABC2F5B-F393-4B76-8FF7-9DBA6A4C868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6A66D5-FC1E-4A5D-87CF-BA338FF618E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A8B16423-D25D-4D83-A95D-56AFCABC2CC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006EC18-C404-41F3-B2A4-A3E04DD14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6FC57695-00FA-4FF5-BCA0-8B94C3556BD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6F9116-6A2A-4B94-B649-53A0E1E83F1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BF58FD1B-4774-42A9-A4B8-F6F3338C61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3F19C70-D4B2-4AC7-AEB0-5895F023582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52CEEBA-FE99-4BE0-BD07-4CF2879036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7405823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690CD8-6E66-41BA-AAE2-F39E86E878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ED9ED2A-BCEF-4E12-B180-5E198D7CCD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12BB31F-16EC-4C90-9D61-6DE4D746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xmlns:a="http://schemas.openxmlformats.org/drawingml/2006/main">
              <a:ext uri="{FF2B5EF4-FFF2-40B4-BE49-F238E27FC236}">
                <a16:creationId xmlns:a16="http://schemas.microsoft.com/office/drawing/2014/main" id="{482D0861-C4EF-4171-A47F-C32FAB6DBE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DD3E31-56B9-44DB-BFF2-03D63C38838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D07C5978-984F-4A52-A5F4-D15BD0FE06FB}"/>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xmlns:a="http://schemas.openxmlformats.org/drawingml/2006/main">
              <a:ext uri="{FF2B5EF4-FFF2-40B4-BE49-F238E27FC236}">
                <a16:creationId xmlns:a16="http://schemas.microsoft.com/office/drawing/2014/main" id="{BEB8671B-DCA8-41B7-817F-AA31E062DFF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5E8C2CF-BB7C-4A76-B7AF-A81EC1DB596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DE4129-18AC-4BCC-8D5F-10E878B307C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가능 여부를 가르는 것은 오직 탐색 공간의 크기다. 경우의 수를 먼저 계산해 수백만 이하이면 시도해 볼 만하다. 정렬 여부나 정답 개수는 판단 기준이 아니다.</a:t>
            </a:r>
          </a:p>
        </p:txBody>
      </p:sp>
      <p:sp>
        <p:nvSpPr>
          <p:cNvPr id="10" name="">
            <a:extLst xmlns:a="http://schemas.openxmlformats.org/drawingml/2006/main">
              <a:ext uri="{FF2B5EF4-FFF2-40B4-BE49-F238E27FC236}">
                <a16:creationId xmlns:a16="http://schemas.microsoft.com/office/drawing/2014/main" id="{BD2DDD3C-3DB4-463A-A121-D8265080E5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A4621E-0936-45A5-B370-67FA95CEE63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6601BF2-5115-425A-BC00-0652CB26E3A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p14:creationId xmlns:p14="http://schemas.microsoft.com/office/powerpoint/2010/main" val="11305795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6DB4CF4-7CA6-4EA9-8E96-6011301565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8172177-461E-410D-AB56-E004EB6A93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BEFC68-8FA3-47CD-86AF-A08740395E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xmlns:a="http://schemas.openxmlformats.org/drawingml/2006/main">
              <a:ext uri="{FF2B5EF4-FFF2-40B4-BE49-F238E27FC236}">
                <a16:creationId xmlns:a16="http://schemas.microsoft.com/office/drawing/2014/main" id="{9965D013-8ECF-4713-AA7F-0BF871A482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F09795-D5E1-4BAA-AEB9-0E762E76B1A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89C148A8-F7C9-4F32-A6EF-A872152492B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18F684F-1F2D-4479-AE91-7963CB57DC9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xmlns:a="http://schemas.openxmlformats.org/drawingml/2006/main">
              <a:ext uri="{FF2B5EF4-FFF2-40B4-BE49-F238E27FC236}">
                <a16:creationId xmlns:a16="http://schemas.microsoft.com/office/drawing/2014/main" id="{466B3813-7386-4080-8567-7854F56EC11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3212901-383D-42D8-B1F1-69133482704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xmlns:a="http://schemas.openxmlformats.org/drawingml/2006/main">
              <a:ext uri="{FF2B5EF4-FFF2-40B4-BE49-F238E27FC236}">
                <a16:creationId xmlns:a16="http://schemas.microsoft.com/office/drawing/2014/main" id="{FF7328F6-97AB-4EE2-ADF4-7B85F7DD36E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0CFBD2-2595-4183-A188-D98A3BD528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xmlns:a="http://schemas.openxmlformats.org/drawingml/2006/main">
              <a:ext uri="{FF2B5EF4-FFF2-40B4-BE49-F238E27FC236}">
                <a16:creationId xmlns:a16="http://schemas.microsoft.com/office/drawing/2014/main" id="{66FDDB93-7904-44D9-AD9A-4B28F868EAC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31CE026-563A-4A13-9D73-91BA6260488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xmlns:a="http://schemas.openxmlformats.org/drawingml/2006/main">
              <a:ext uri="{FF2B5EF4-FFF2-40B4-BE49-F238E27FC236}">
                <a16:creationId xmlns:a16="http://schemas.microsoft.com/office/drawing/2014/main" id="{5AF07834-AB5F-42A4-8479-3360B888FD3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4D19D61-0F71-4D1D-97FF-28A6949EDC6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xmlns:a="http://schemas.openxmlformats.org/drawingml/2006/main">
              <a:ext uri="{FF2B5EF4-FFF2-40B4-BE49-F238E27FC236}">
                <a16:creationId xmlns:a16="http://schemas.microsoft.com/office/drawing/2014/main" id="{A2ACC8F8-A47E-4157-AD22-25F79D474D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2481E4-1708-4310-9CBE-077F4FB6264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91D12F6-757C-4DD0-919D-04FF6818BB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p14:creationId xmlns:p14="http://schemas.microsoft.com/office/powerpoint/2010/main" val="158945648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07A1AF-4FC2-46DB-9C65-3613B72FC0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38D0F38-56A1-4C78-8279-6E2ECE187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EDB9A1-747E-4797-AF9D-947DB17252C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xmlns:a="http://schemas.openxmlformats.org/drawingml/2006/main">
              <a:ext uri="{FF2B5EF4-FFF2-40B4-BE49-F238E27FC236}">
                <a16:creationId xmlns:a16="http://schemas.microsoft.com/office/drawing/2014/main" id="{79346310-D01B-4F0F-BD37-4BE4360A99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D100A4-BB04-4408-9546-49E6B77B9CE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6AB281F4-81A0-419C-AC49-209362374F1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xmlns:a="http://schemas.openxmlformats.org/drawingml/2006/main">
              <a:ext uri="{FF2B5EF4-FFF2-40B4-BE49-F238E27FC236}">
                <a16:creationId xmlns:a16="http://schemas.microsoft.com/office/drawing/2014/main" id="{AC674A30-1162-4038-BBB1-BA1E501EFA6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9325644-F650-4F67-802D-D501CEC8886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14A59E-04C1-4692-94F9-62DB4A50D2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찾아야 할 변수가 하나면 반복문 하나, 둘이면 둘, 셋이면 셋이다. 변수의 개수와 중첩 깊이가 같다는 것이 이 절의 핵심 패턴이며, 그만큼 시간 복잡도의 차수도 올라간다.</a:t>
            </a:r>
          </a:p>
        </p:txBody>
      </p:sp>
      <p:sp>
        <p:nvSpPr>
          <p:cNvPr id="10" name="">
            <a:extLst xmlns:a="http://schemas.openxmlformats.org/drawingml/2006/main">
              <a:ext uri="{FF2B5EF4-FFF2-40B4-BE49-F238E27FC236}">
                <a16:creationId xmlns:a16="http://schemas.microsoft.com/office/drawing/2014/main" id="{1BD27B35-6056-4D66-B220-3DB697D956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5F8687-E3E1-445B-A768-D11B98878D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82A247B-F3EC-436A-994F-9ABB7B41AB9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p14:creationId xmlns:p14="http://schemas.microsoft.com/office/powerpoint/2010/main" val="7961109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DC8C029-37B8-4E9A-A2E0-C1EC559B3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994A4C66-DF98-41C6-AC30-1ADA0679F45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932F65-CE40-4E86-994A-089AD6426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EA098B58-1330-433A-82B5-23AAC18BE60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1FC7F1-0D77-4891-B65A-6843256D5FD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C5DF7A71-8B80-4B8A-8B42-A4BA984CCA1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F9058AC-5D63-40E3-BAE8-A90DAC7D075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156DE01-837E-4AA1-9B23-19A436E0F6F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7D0897A-63AD-4494-8604-BF03479CC48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FBD55C-4132-4A7D-A40D-728B211A6962}"/>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7324E6F-D72F-4CC7-8C29-DF8ECE40A39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998EF8-D4A8-4473-8386-1E919D758EF1}"/>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455189E4-140D-45AB-AC08-F46EDE69021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60A8EB3-F0FB-4791-9BDA-085B45ABB84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08417386-F6C0-4951-81AB-C7243175CD2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7837D26-EECA-41E9-B6FD-CD52C7FC2F9E}"/>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373EF187-2B74-4DDB-B12E-97FEF9E8E39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0C422D8-C511-48E0-8A0C-1BA1106635F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05D3BFF2-E902-4CAA-90FC-BECC690A31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DDE17B8-0BD5-488D-9717-E268F8D8A8F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25642CE5-E764-47AE-A572-57EED7491D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9010873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4338D83-9603-46B5-8D32-19BC594C40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D9ABF2-C42A-4F46-8946-8C421C8A60F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7E5588-7557-4A73-AAFB-8D97BD9ECF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29552162-4B52-4FB6-89CB-7881423719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C5E1C3-F184-4730-95A1-E7A7F963E8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9D22D607-9BA0-491C-A16D-623208712E9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21DBC85-2921-44DA-8DB3-7B3034BBA74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2D9BEDC2-1596-4B4B-AE71-AA492B36B3B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E5C94752-7CB5-4BC4-A88A-61770362D86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2C294B8E-99B2-424A-B459-91BCDEC00629}"/>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A7D2FD9-A1CA-4E55-8371-DAED1AF83DC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A662FF-E073-4912-9845-8D4234014EB1}"/>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57D961DF-F6B5-4A21-B5DE-FA3DDBDAAB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29C619-2840-48A7-854E-5015CD23D4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922B647-7170-4A58-80D1-E188B6CD6C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14424303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4036371-5D17-4C31-AA1B-221A3F5900C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9FA82E5-5C05-46A2-91ED-E48100B50C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7193FF-BAE8-46A7-8404-4C6C0CAB48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xmlns:a="http://schemas.openxmlformats.org/drawingml/2006/main">
              <a:ext uri="{FF2B5EF4-FFF2-40B4-BE49-F238E27FC236}">
                <a16:creationId xmlns:a16="http://schemas.microsoft.com/office/drawing/2014/main" id="{5654EAD4-C23A-4C9D-812F-CC41EFEA3BA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31B8D6-D767-42EA-A94E-2C4E58E954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BBD2B53F-A2D6-4447-833C-259942B14EC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97782428-0E99-480F-9871-AFEFA86A0DC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CBB24D37-7B04-4C74-A28F-6FBF93B2455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DDD30DF-6427-4A8F-B284-9D2EDD2EA24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C106BF-8C4E-455A-B5AA-3761E177EBB3}"/>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xmlns:a="http://schemas.openxmlformats.org/drawingml/2006/main">
              <a:ext uri="{FF2B5EF4-FFF2-40B4-BE49-F238E27FC236}">
                <a16:creationId xmlns:a16="http://schemas.microsoft.com/office/drawing/2014/main" id="{B0F5BBCB-1BA5-42BC-A09E-C92334566E7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52389E-0094-4803-8BE9-A63F52E8F8B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xmlns:a="http://schemas.openxmlformats.org/drawingml/2006/main">
              <a:ext uri="{FF2B5EF4-FFF2-40B4-BE49-F238E27FC236}">
                <a16:creationId xmlns:a16="http://schemas.microsoft.com/office/drawing/2014/main" id="{82CDA594-786F-4BDA-8AAE-613645A702C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FD017B-6CDA-4136-AFD4-10451096526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xmlns:a="http://schemas.openxmlformats.org/drawingml/2006/main">
              <a:ext uri="{FF2B5EF4-FFF2-40B4-BE49-F238E27FC236}">
                <a16:creationId xmlns:a16="http://schemas.microsoft.com/office/drawing/2014/main" id="{71FAC183-17DE-43A3-907D-7155AA80D1A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5B0509-353A-45A6-AB33-D2DC325A495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xmlns:a="http://schemas.openxmlformats.org/drawingml/2006/main">
              <a:ext uri="{FF2B5EF4-FFF2-40B4-BE49-F238E27FC236}">
                <a16:creationId xmlns:a16="http://schemas.microsoft.com/office/drawing/2014/main" id="{CCF31BDC-126F-4D5E-BFB6-847389C8201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B5ECAA9-649C-4B3D-82E0-C2B73847B76E}"/>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xmlns:a="http://schemas.openxmlformats.org/drawingml/2006/main">
              <a:ext uri="{FF2B5EF4-FFF2-40B4-BE49-F238E27FC236}">
                <a16:creationId xmlns:a16="http://schemas.microsoft.com/office/drawing/2014/main" id="{C00CDEAB-F3CF-47F9-A134-16FCE7D49F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6FD3846-C5D7-40FF-A383-6B31FEC852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AFDC111-C026-4B69-90CC-1018C41E9BE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p14:creationId xmlns:p14="http://schemas.microsoft.com/office/powerpoint/2010/main" val="7192385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25480CF-71CC-4651-A8C4-86276D4B88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38664FC0-22C2-49BF-8872-62E1244B25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494CB6-6194-47C6-A23B-95E1522411B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xmlns:a="http://schemas.openxmlformats.org/drawingml/2006/main">
              <a:ext uri="{FF2B5EF4-FFF2-40B4-BE49-F238E27FC236}">
                <a16:creationId xmlns:a16="http://schemas.microsoft.com/office/drawing/2014/main" id="{F71B644F-7D7A-45C1-B7DE-425AB5CB5E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070DD3-939F-4BB3-97E4-8EF49530088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3C782695-5245-4529-B65C-C3E9E0D9A9D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1D8891-D9C9-40FF-A0B0-35A524EE98B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D1C5F2AC-532D-47FC-9E92-F77E57A5682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A77B77D4-8E47-464A-88AE-D002B9A812F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xmlns:a="http://schemas.openxmlformats.org/drawingml/2006/main">
              <a:ext uri="{FF2B5EF4-FFF2-40B4-BE49-F238E27FC236}">
                <a16:creationId xmlns:a16="http://schemas.microsoft.com/office/drawing/2014/main" id="{DE37AE4C-44D9-4B17-8A99-76EF05D4ED81}"/>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901C8D2-4E80-4362-A820-55114A27BE5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9CDD04-891C-4B39-9F21-5E2EC8684AC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xmlns:a="http://schemas.openxmlformats.org/drawingml/2006/main">
              <a:ext uri="{FF2B5EF4-FFF2-40B4-BE49-F238E27FC236}">
                <a16:creationId xmlns:a16="http://schemas.microsoft.com/office/drawing/2014/main" id="{7C0787EF-2B56-4AD2-AC24-345BF2C622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F6F7EDD-F530-4A8E-8826-011159380A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6FDCE63-AF6A-483E-9E33-ABDAF9D36E5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p14:creationId xmlns:p14="http://schemas.microsoft.com/office/powerpoint/2010/main" val="20000350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BC74774-20E7-497F-8097-BB2EB370FB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E6ECA76-C074-4433-9064-FA2181E0C0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E6C030-C73F-400F-B82D-96872F7FBF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8A7A52B1-5876-4C42-8CCD-A2B7334AEF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C0F12B-4C8B-4177-A4B3-B65E199D74C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934936A-BD04-473E-A5D5-462025AAE41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07AA113-FFD0-4DDE-BE73-DFDD2084ABA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F316F6A-5A59-4F37-8DBF-2F711DAC9F1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F2208D7-CA19-4DBD-98C4-661B6343189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AAB00F-B308-4A32-ACC8-2026EAAEB2D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24960D2D-2BED-405E-BE9A-2FC1693FD53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B75574-EF38-4BDF-9442-02A32D8595F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7274DB6B-49FE-42CE-B1AE-3B4E3F63566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25BF89-CCD6-40DA-B31F-D7A7A0C14444}"/>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1D47BD96-3172-4B9F-BEBE-B4420285943E}"/>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F913946-5578-4AC2-9DFD-D40D27AE675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F3B4338F-8D7C-4B0B-82C7-50F0737DA5C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8657F67-1A8A-4E55-A351-673869391F0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7E6C6B8F-C6D5-4CB6-8DFE-FE994ACA22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368B00-1D27-43E3-9CA7-FAB83CD62B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7AE0165-2C75-41C2-98D7-369F49E0464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8533147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EFE9D4-78DD-4A50-BDE0-CE288E8D94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282E3490-00FD-4406-8B80-716CD02306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BD9C31-1BCB-45B4-90ED-9BC24ACE7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1D02C061-E313-4532-818B-6264732C8F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FC07BB-9BBF-40F7-8BE0-E08852EA83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7AB8DA7-E70C-4777-8A02-443D1C1F58C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718283B-08E6-4811-8449-4EEF0220EE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2645F3E5-624E-40AF-A739-6AACE49DE3E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1B0C76BF-AAB4-4210-A109-482A94A5FE48}"/>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C5258752-C152-4AA1-AA50-5485A97AE528}"/>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D12C989-70D1-4CE2-AD54-231D0F77C4A2}"/>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5FF323-F9A6-4FD7-B8E7-25C1096B5D86}"/>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41861115-6D2C-43AA-9364-273A6867E3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6AEE0F-E410-4420-AEC1-3F6383D0894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744624A-77CF-4A75-9495-EB3D167B0D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213252082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D15104-B4A9-4831-84FF-CF5D966FC4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F1C55E3-5F18-4825-9270-5706CE6098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A055A1-843E-4DE0-AC93-C94EBE925C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93DBA060-F955-464A-8B0B-0E6169C423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CB015A-9B71-4ADC-8199-AC292F19189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3FC295A9-D30A-4F66-9C82-830F8DD9F67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A8A4963-61C9-41F2-87BD-EDF0821A575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10EC9E2-B6ED-4A86-9FB4-603744F8E35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4502AC56-1949-4CAD-AC3E-BF9CBF54CE68}"/>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1068C8-EADB-410C-9222-E3CFE2876A2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8DA8EBC3-A127-4C73-A470-E99858482523}"/>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8867C5-4FF4-4803-AF5D-C5C35F04F67E}"/>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CCCC60FE-DB43-4217-BFB3-79AE4C7B7637}"/>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2549B-CEF3-40EF-8795-EBFEC89DEE8A}"/>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8390AC58-6C10-44F1-8627-9A9E34F531D9}"/>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A836AE-F21A-49A6-BC16-51B94234F2C1}"/>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A6C06B98-87DE-4691-8FC3-98AB3B3F5F3A}"/>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4FE4A16-0D3E-4F8D-9126-9855B789FF76}"/>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50398836-07C1-470E-B2D0-A005E430BE7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4492462-884E-42DB-B17F-80A4911819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1667B33-E5BC-4201-ACE5-18BD1CF98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2831205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438F5E3-3DBB-46A9-8181-35D3A1F63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3E9BC1D-0622-4B6B-80F6-B953E5B8B6A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80A4E3-EA56-4127-80EE-4CAD8E5670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65360E7-FF6D-40FD-A50D-14A6214159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0564C-6374-4525-A007-DDDAC7309ED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801CDA45-F7DD-48B8-90B1-005D767A910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78A5EAA-0607-489E-8297-7F9746684C4F}"/>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0D29B4C2-3978-4B4F-AFD9-858348DE8835}"/>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0E8B99F-5A3E-46CA-8409-05E2E0BD09A8}"/>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5D35E104-494B-4B95-A2E5-DCDC50E9CD59}"/>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7A631BE-BB53-48B6-840A-CE121974711F}"/>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678992-31B4-4C4B-AA52-B63577A7D580}"/>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3FC10594-9B87-4AE3-B7A0-9B550C6AA64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EA7C9B-218E-4545-B9C9-AC29F72F74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0B96A04-397E-420D-BE2B-04B2129188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3865898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675912-CD31-424A-BCF2-F644CCF58C4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88619B-55F6-40A3-9878-87383ACF20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E93C96-E933-446F-AAEA-249B486AEE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xmlns:a="http://schemas.openxmlformats.org/drawingml/2006/main">
              <a:ext uri="{FF2B5EF4-FFF2-40B4-BE49-F238E27FC236}">
                <a16:creationId xmlns:a16="http://schemas.microsoft.com/office/drawing/2014/main" id="{E34443F7-8FD6-4084-880F-20ECDA5F04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365D57-68DA-43F0-9E6D-DA635889E84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CD2C28F4-E19D-4E6A-B36D-74D13C37477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7FF243-F23F-4006-911A-6A65CF7B9671}"/>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xmlns:a="http://schemas.openxmlformats.org/drawingml/2006/main">
              <a:ext uri="{FF2B5EF4-FFF2-40B4-BE49-F238E27FC236}">
                <a16:creationId xmlns:a16="http://schemas.microsoft.com/office/drawing/2014/main" id="{7DDE0CF4-ECAF-4534-B2DA-2578E1DFB36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A33725-AE3C-4AFC-991E-66AA9FE0E49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5B46D3BD-A04D-448D-B59A-D7DC30A425F4}"/>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A3BA99-F5D6-4E10-BE20-8CB2A1467EE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xmlns:a="http://schemas.openxmlformats.org/drawingml/2006/main">
              <a:ext uri="{FF2B5EF4-FFF2-40B4-BE49-F238E27FC236}">
                <a16:creationId xmlns:a16="http://schemas.microsoft.com/office/drawing/2014/main" id="{05D5E219-C5A4-41FF-A66A-E49D7F24E5A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D38D8B-E7E6-4252-8F70-C21FFA64C37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xmlns:a="http://schemas.openxmlformats.org/drawingml/2006/main">
              <a:ext uri="{FF2B5EF4-FFF2-40B4-BE49-F238E27FC236}">
                <a16:creationId xmlns:a16="http://schemas.microsoft.com/office/drawing/2014/main" id="{B9EA1EFD-CA78-496F-8B87-468F36B6650D}"/>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7BA8C13-2D00-4275-ACBF-628698F33C7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xmlns:a="http://schemas.openxmlformats.org/drawingml/2006/main">
              <a:ext uri="{FF2B5EF4-FFF2-40B4-BE49-F238E27FC236}">
                <a16:creationId xmlns:a16="http://schemas.microsoft.com/office/drawing/2014/main" id="{C02A8DDD-885D-448B-ABFA-965FDD181C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AB837A-A242-4425-A1A2-7918B4FA86D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FB1F196-9BD4-4281-9536-EB69D6CA7D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p14:creationId xmlns:p14="http://schemas.microsoft.com/office/powerpoint/2010/main" val="15558756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AB497C0-1BDF-49EA-9A73-B6ED30A766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D92D2D7-3E27-43A9-B004-9695CF4847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9A3C30-E57F-4A91-B793-67FB397004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xmlns:a="http://schemas.openxmlformats.org/drawingml/2006/main">
              <a:ext uri="{FF2B5EF4-FFF2-40B4-BE49-F238E27FC236}">
                <a16:creationId xmlns:a16="http://schemas.microsoft.com/office/drawing/2014/main" id="{1F44E1B5-F42E-4754-9F9C-AAA8412D9A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57EA54-5073-4FE8-90DA-CA1521F8349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783A3E29-3899-40C7-A3DC-B060FC7A36C5}"/>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xmlns:a="http://schemas.openxmlformats.org/drawingml/2006/main">
              <a:ext uri="{FF2B5EF4-FFF2-40B4-BE49-F238E27FC236}">
                <a16:creationId xmlns:a16="http://schemas.microsoft.com/office/drawing/2014/main" id="{F60651AB-9322-4451-8AB4-55AD0941C4A9}"/>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E809548-443F-49E8-94CE-B6CEFF34E45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285A4D-119B-4624-B3A7-C245403E1B5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 O(n²)이다.</a:t>
            </a:r>
          </a:p>
        </p:txBody>
      </p:sp>
      <p:sp>
        <p:nvSpPr>
          <p:cNvPr id="10" name="">
            <a:extLst xmlns:a="http://schemas.openxmlformats.org/drawingml/2006/main">
              <a:ext uri="{FF2B5EF4-FFF2-40B4-BE49-F238E27FC236}">
                <a16:creationId xmlns:a16="http://schemas.microsoft.com/office/drawing/2014/main" id="{0E05290E-0A69-40AF-8EF7-98FF790728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9D53DFB-1557-4C81-B28A-F4A2484694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FE1EDD-0DDB-4D2D-813B-9D47DAB7FA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p14:creationId xmlns:p14="http://schemas.microsoft.com/office/powerpoint/2010/main" val="1796011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BCCB8C4-4167-4301-8FBC-86852BA83E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557A665-A2DE-40E9-B419-FCB96B7A6D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BA6FF9F-E780-4072-8153-129CE4A047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85CFED24-5541-48E5-B7CA-485A6BA28E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FC55BF-4BD9-43DC-9007-F929B31731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F1D8A012-9492-4B45-A131-412B7FB450F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5C07-6823-41F5-BACA-E7C81BC8164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38197021-B39C-4E9F-B8B5-61C406BFBE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6970F0AC-08BF-4AFA-A5EB-D07AC91DB88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B7E618C-FD27-417D-92C6-2E9D13A870E7}"/>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0355E36C-39B4-4ED3-A126-DAAF2BB133B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8F19480-24F3-43E1-BC94-751AEAAE8B2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F86182DC-1304-4942-A08A-43938FAE283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7DF318-80A9-4D76-AD4B-5B1AFFD38072}"/>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CF1E79EA-7776-4463-BB2E-D0D300F4247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1A7440-87FB-4E41-9147-F6BC54BA35C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DD927C6B-8D32-4537-84E8-A853FA4D841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EF79125-985C-410C-AEB9-F7C30AFECBB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DAEB0343-253D-4418-923C-23734D82097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0B58BDE-000B-412D-BEDE-D4A1ED6C3A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A96AB74-3B36-4ACC-97A2-5B1FC04F7A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9613380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E526CB-782F-44B0-ADC5-25CCF342AA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52F232-FA48-4E52-8642-CBF81AA5F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A098BF-8014-45F1-95AB-389F3FD071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3E47CFCE-FF26-4582-AF2E-3A1C785C9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E90EBC-DE3D-4FA1-BF8C-01DF698343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31B77093-24F5-4094-BC6D-1CD4E7B6BFB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AA45124-775A-4F71-9A9E-1C9E4C7B5AB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5C04FAD3-3399-497C-B275-A6D9AB4BADF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0C12FEF0-A0D4-45BA-BA7E-95DAD5CD9CE4}"/>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20086412-E2AA-451F-A93A-3E9029728BE5}"/>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1FB024F-1BDB-491D-8D0A-70B8898AA307}"/>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4C6ACDE-A525-4F3F-B4BD-EA30D187BC6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69A0AB36-7745-44AF-AFA7-58EBB3220C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BB4CB0-1F6A-45E4-8700-CE688E0E56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1A89068-863D-43FE-A718-A98DA59C67D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180626807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71A76FA-A4E3-4957-9859-8C1B95C2E1E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924FA9-6B02-48AC-B501-952206135E4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18669A5-65C3-43ED-81FC-688CC50BA5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xmlns:a="http://schemas.openxmlformats.org/drawingml/2006/main">
              <a:ext uri="{FF2B5EF4-FFF2-40B4-BE49-F238E27FC236}">
                <a16:creationId xmlns:a16="http://schemas.microsoft.com/office/drawing/2014/main" id="{0A8F1341-EF6F-4C78-AD7A-DE1E3C4222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085A7E-0493-49E3-83AE-60BBDDAB57E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7019FB47-4DE9-40CA-9001-7702127934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3868B3-418A-4450-9817-980E4B56BD3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xmlns:a="http://schemas.openxmlformats.org/drawingml/2006/main">
              <a:ext uri="{FF2B5EF4-FFF2-40B4-BE49-F238E27FC236}">
                <a16:creationId xmlns:a16="http://schemas.microsoft.com/office/drawing/2014/main" id="{FA651B65-9DED-442A-AC3A-DDDF9359B602}"/>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A3146E1-7779-4C60-B15B-A2863FB92B6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xmlns:a="http://schemas.openxmlformats.org/drawingml/2006/main">
              <a:ext uri="{FF2B5EF4-FFF2-40B4-BE49-F238E27FC236}">
                <a16:creationId xmlns:a16="http://schemas.microsoft.com/office/drawing/2014/main" id="{1C41BE17-94B4-4E7F-BBBE-5E8CE7606634}"/>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4E2070-1A68-47E3-B436-6301FC26ED73}"/>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xmlns:a="http://schemas.openxmlformats.org/drawingml/2006/main">
              <a:ext uri="{FF2B5EF4-FFF2-40B4-BE49-F238E27FC236}">
                <a16:creationId xmlns:a16="http://schemas.microsoft.com/office/drawing/2014/main" id="{2550858A-FE6A-46B8-A18D-341E76421E7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11EE776-4E59-41BA-B950-4D0F4BAFC23C}"/>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CA99B858-C2C8-423A-B8E5-9B14B6EAF5C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882CB5-D661-4DAD-80FF-AC7B39E3C8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xmlns:a="http://schemas.openxmlformats.org/drawingml/2006/main">
              <a:ext uri="{FF2B5EF4-FFF2-40B4-BE49-F238E27FC236}">
                <a16:creationId xmlns:a16="http://schemas.microsoft.com/office/drawing/2014/main" id="{F8380DB8-F946-4972-9A48-FD405C3CDA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7CDDAEE-CB49-46B8-B400-7A9DC1D154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0BBE1FD-27D5-4712-9F0B-52F7BADDCA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p14:creationId xmlns:p14="http://schemas.microsoft.com/office/powerpoint/2010/main" val="11791915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7BEEA9-8B05-4847-B1BA-14E0C6831E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02E39-72AF-430E-BC38-E1251C2573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7D6262E-B294-4CEF-91D6-9CB3CED4E7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xmlns:a="http://schemas.openxmlformats.org/drawingml/2006/main">
              <a:ext uri="{FF2B5EF4-FFF2-40B4-BE49-F238E27FC236}">
                <a16:creationId xmlns:a16="http://schemas.microsoft.com/office/drawing/2014/main" id="{4C935B05-5008-4BEC-86DD-5923054ED5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0476D6-E06A-45FC-945B-81EB2F04359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37B07E14-30D5-4DDB-AE15-0B156F6F7CD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xmlns:a="http://schemas.openxmlformats.org/drawingml/2006/main">
              <a:ext uri="{FF2B5EF4-FFF2-40B4-BE49-F238E27FC236}">
                <a16:creationId xmlns:a16="http://schemas.microsoft.com/office/drawing/2014/main" id="{F2AB3CD6-C7F3-4D0C-B92A-4CF3ED17A79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457A94-7B55-4B56-8D0D-FE3EB7FA278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8021CC7-A335-4634-B927-EC193478D3A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 자리가 아니라 곱해지는 횟수로 들어간다는 점을 혼동하지 않아야 한다.</a:t>
            </a:r>
          </a:p>
        </p:txBody>
      </p:sp>
      <p:sp>
        <p:nvSpPr>
          <p:cNvPr id="10" name="">
            <a:extLst xmlns:a="http://schemas.openxmlformats.org/drawingml/2006/main">
              <a:ext uri="{FF2B5EF4-FFF2-40B4-BE49-F238E27FC236}">
                <a16:creationId xmlns:a16="http://schemas.microsoft.com/office/drawing/2014/main" id="{9000779A-F8EC-4065-8693-11FAA4D2D0D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C6DA7A-440A-473E-853D-81067FE2E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36F712-212A-490C-B4B7-8E0F43277A6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p14:creationId xmlns:p14="http://schemas.microsoft.com/office/powerpoint/2010/main" val="143909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B1CCCF6-6B32-48FC-99A4-723E4504A85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56C6F56-EBC6-46A4-A21A-833C123F8BF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C7D3B35-E26C-4EBA-B196-F8955ED66D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C3D9D5EA-7B91-4A8B-A55A-3417B3DA13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A3DDE-A373-47E9-B861-56AF03A013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CD071C3C-43A1-45ED-89F7-4FC3F81C95A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925FE3-4AD7-4412-A145-73E7F9AB933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E790D32B-E6E3-4169-8248-87A76D8F609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2471A6B-1E29-4050-850F-36B4B2AEB5D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65DE6F72-4443-4FEE-AC4D-01BE41DBCC9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60EC69-EDAB-4552-BDF8-D33106B4E32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0B5DFBB5-B5FD-4A8C-8124-B2E77E60F869}"/>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6D7FDD-986B-47DA-8A5B-9F8104FAD7D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B43E6AE4-8853-4CFD-A8A5-11487B60384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7723802-FE35-41D2-A3F4-8CDF1815C76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C0E6B938-2855-4E80-9E90-02FE2C341E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B70625-DFA4-4BE6-8A38-05E38DAB3B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8DF8194-C492-4F3B-A9C8-3C6933654A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9953191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5165E-56CE-4734-82D6-7F4ED45B7E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655D2D89-F88F-4181-9DA1-5B28105710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EA74B40-7A9E-4EC2-AC6B-870EF2D95EF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A6E7DF4-02DB-48F5-9880-114955E26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A32FB9-DE67-4FCB-91D9-63B88C7201F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152FDBAD-9969-4631-AD44-FB4884224BC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89B1B439-E177-4C27-8294-4719A504542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C82A0-B18F-45BA-8BBA-186998281F3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8DF9FC-787D-4012-ADE8-1EBE24C155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1175C436-4087-4C78-ADA7-FC0529B671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664417-8379-4047-8636-8F324B311D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DFF305-51CD-4A7B-A90F-213AA5E7F91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53449443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00C667-1496-47D1-B929-A039DACCFF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FC7440B-12B8-4AB9-A316-190963B28D3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86DB0D-F0D3-4643-AEF9-0AD6B0D75A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23B3705E-A941-4728-A0CE-333645E245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15D8A5-A33A-4D2F-BA8B-C91A2E3BAD3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1C5A5341-0D81-4621-86AC-76CA3FB9B66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D2324A-4DA5-4EC9-9D2D-2F6A33DC0C4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D1B729B8-4E56-47E6-8C00-8048AFB0C9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3D16823-84A0-48E3-8588-2FC2B2BE7EB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943F253E-5B21-494C-BB53-563A1CD64719}"/>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E2109-D9B0-4283-AD01-EE8E460C298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134B2F2F-ABB9-4351-AA15-1C5E8AAC35C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492A20-2350-4E12-A649-6F2FB761155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8C1CD661-8CD9-42A9-9DD2-DB9F05DC76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D7475B-546E-4143-854D-9CBEB5FC78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9588A98-248C-4137-B6DE-CB8912915C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894A825-48E5-4FAB-8744-AFC5FFBF4ED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AE1FD1-0BC7-4D41-9E13-73D89CE46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6898695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295F4A-91F4-4572-8E29-BEC0FD70F96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477DDD4-EC74-4B3D-B27D-05081A8F5EB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881AC1-F9D5-40BA-B37D-366FBDBE37B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2D611C0F-A0DA-4502-BC64-49507BEA55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B3A5DE-7BF8-4F29-AC33-95B372386E3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81FA461-AE88-41AF-88B6-AEFB3D5934C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98318BBB-62BF-4F5E-96BC-C1AA88D65F4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C3031A-69A0-408B-A2A1-0397343635A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9E467C-59B3-42F3-B7C5-8F3867D6A59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F88671E6-A7B0-440F-854E-8633CFA41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BBE916-41C3-4031-B3FA-BCF93A8042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12F87E-4CA0-43EC-9231-B9C48CAAD6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33703635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49E9B3-D3F4-4C9A-977C-6761AA24A87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F64B1C8-5907-4AB7-AED7-DFBFC3F738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054DFD-DE8E-4B30-BBEA-FADA0F7922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BB1A5AF8-A9AA-4A71-9937-AD1439A6F4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5551-2F5C-4EB7-8E9D-074DC61FDF6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48528494-296C-404F-802F-C310B98E80F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4945BC-DF2F-49DB-8248-107070F97E2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25CB55C0-40D6-4E1C-AA6E-BA8FA411998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C4E006-6E21-42DA-94C7-4128E49F873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E69810DD-5E2F-4710-9158-4AE21F204E7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7A9CBA-F128-423B-9E18-66DB7F6D11E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F0A4F179-B507-49D3-A7CD-470DE091CE5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20E1365-EDA5-49D1-BA74-A988BAFE228A}"/>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BD02E201-3C79-42D0-8ABD-6E3E9ADEE68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E6CBDF-85D3-4CF0-B727-DE8C42DB934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4482B923-657E-47C7-9868-5E4A2B51F7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BC398F2-4285-44E2-88B8-4E2BC733685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1E9780E-F200-4B7B-BEBF-4671408205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208763865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900188-6B5F-4529-AD57-185E908DA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65981D7-2C30-454D-9045-F3D4C661ED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34B0F0-B4FC-4086-98B6-C9B1B8E532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485186D1-2A69-4C7D-8BED-905BF68596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31343-7E99-4960-972B-1D5DD6920A2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8C7B709C-5EE5-47D3-B1B9-62265EC83D8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111EC4EC-50EF-4666-8855-388A3AD5B71A}"/>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D89598E-B6D0-4217-82EB-770DDA56882B}"/>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52088F-4EE1-4E4E-A303-8EF42F6F540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224059A6-B1F0-42E6-80FD-CB7514FB64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B075A2-94ED-4E18-9CFE-F80BE1421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17F7493-3E9D-41B7-9525-4104FAE201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9888180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DA62A23-C753-4EB5-B20B-E5538D488B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943E946-FD2B-4907-AC00-70BF7C0EE51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A20E982-1E37-4F1D-A01A-40A13D34C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xmlns:a="http://schemas.openxmlformats.org/drawingml/2006/main">
              <a:ext uri="{FF2B5EF4-FFF2-40B4-BE49-F238E27FC236}">
                <a16:creationId xmlns:a16="http://schemas.microsoft.com/office/drawing/2014/main" id="{4A1388B9-7852-4094-BF2C-DD1926018B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FF5B47-7DC2-4ECB-9156-2CB23C5B078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1C0BBDBC-437F-4278-85B7-B35AEA2378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5C52DE-50C5-44D0-B8EB-802850E3566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xmlns:a="http://schemas.openxmlformats.org/drawingml/2006/main">
              <a:ext uri="{FF2B5EF4-FFF2-40B4-BE49-F238E27FC236}">
                <a16:creationId xmlns:a16="http://schemas.microsoft.com/office/drawing/2014/main" id="{9561E4CE-3F67-4009-835D-F4D58B36FA4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934666-7FD1-480A-B562-231C95AC927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xmlns:a="http://schemas.openxmlformats.org/drawingml/2006/main">
              <a:ext uri="{FF2B5EF4-FFF2-40B4-BE49-F238E27FC236}">
                <a16:creationId xmlns:a16="http://schemas.microsoft.com/office/drawing/2014/main" id="{1EBBE034-A007-4BAF-B21E-6ADB5E468CD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8D6A32-1C79-4745-96B3-84A13D0AC47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빠짐없이 그리고 중복 없이 생성해야 한다</a:t>
            </a:r>
          </a:p>
        </p:txBody>
      </p:sp>
      <p:sp>
        <p:nvSpPr>
          <p:cNvPr id="12" name="">
            <a:extLst xmlns:a="http://schemas.openxmlformats.org/drawingml/2006/main">
              <a:ext uri="{FF2B5EF4-FFF2-40B4-BE49-F238E27FC236}">
                <a16:creationId xmlns:a16="http://schemas.microsoft.com/office/drawing/2014/main" id="{8046770D-BD7E-496D-851E-E09411389A3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DAAD38-AB13-4057-89DD-B621099E515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xmlns:a="http://schemas.openxmlformats.org/drawingml/2006/main">
              <a:ext uri="{FF2B5EF4-FFF2-40B4-BE49-F238E27FC236}">
                <a16:creationId xmlns:a16="http://schemas.microsoft.com/office/drawing/2014/main" id="{F7B14CDE-DF0E-44A5-9C2C-E7D0C6363A0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37EF91-0B5F-43E3-93D8-F6A3DB58947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xmlns:a="http://schemas.openxmlformats.org/drawingml/2006/main">
              <a:ext uri="{FF2B5EF4-FFF2-40B4-BE49-F238E27FC236}">
                <a16:creationId xmlns:a16="http://schemas.microsoft.com/office/drawing/2014/main" id="{5110D5D2-B1B9-4258-936D-E0CFAE2680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2509027-673D-4B7A-98FF-B09C80116D1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0E7F7F4-90C2-497E-873D-723DAE14622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p14:creationId xmlns:p14="http://schemas.microsoft.com/office/powerpoint/2010/main" val="2696029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190510-4D3B-4AB5-BB03-6516C0F5A38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941896-DB9F-4C25-BF4C-9E79DFA82C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743C777-7F7A-4810-931B-DBD62887F1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xmlns:a="http://schemas.openxmlformats.org/drawingml/2006/main">
              <a:ext uri="{FF2B5EF4-FFF2-40B4-BE49-F238E27FC236}">
                <a16:creationId xmlns:a16="http://schemas.microsoft.com/office/drawing/2014/main" id="{D57C1B08-8ACB-463D-8E34-033DDCBD5FB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5C160D-EDD5-4763-AA5A-D9B7D6977D9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3F7073BF-3C22-495A-B961-75E760282E90}"/>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빠짐없이 그리고 중복 없이 생성해야 한다</a:t>
            </a:r>
          </a:p>
        </p:txBody>
      </p:sp>
      <p:sp>
        <p:nvSpPr>
          <p:cNvPr id="7" name="">
            <a:extLst xmlns:a="http://schemas.openxmlformats.org/drawingml/2006/main">
              <a:ext uri="{FF2B5EF4-FFF2-40B4-BE49-F238E27FC236}">
                <a16:creationId xmlns:a16="http://schemas.microsoft.com/office/drawing/2014/main" id="{E43D8F28-B055-4E76-A51D-A6D2CDD016C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4F1FEB8-989D-4756-A755-96A58A64209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39AE7B-8E2B-4616-8439-3836CD95F98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하나라도 빠지면 정답을 놓칠 수 있어 정확성이 무너지고, 중복이 생기면 같은 경우를 여러 번 세어 결과가 틀어지거나 시간이 낭비된다. 생성 순서나 정렬 여부는 요구 사항이 아니다.</a:t>
            </a:r>
          </a:p>
        </p:txBody>
      </p:sp>
      <p:sp>
        <p:nvSpPr>
          <p:cNvPr id="10" name="">
            <a:extLst xmlns:a="http://schemas.openxmlformats.org/drawingml/2006/main">
              <a:ext uri="{FF2B5EF4-FFF2-40B4-BE49-F238E27FC236}">
                <a16:creationId xmlns:a16="http://schemas.microsoft.com/office/drawing/2014/main" id="{82E47A9C-E881-41EE-BB69-EA9EED8F0C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278FBB-9A89-45ED-9CE3-CE3C20ADBC5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943EE47-2054-454B-9C9D-1405571914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p14:creationId xmlns:p14="http://schemas.microsoft.com/office/powerpoint/2010/main" val="115382933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5BE91D-E7B0-4C4B-8C1E-A58018DBC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D193FFEC-393C-48E8-9795-F4D4E9783BD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2CCA1E0-CD1C-4F78-A156-478678D1D7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337A305E-816E-4583-9D21-0A683AE9F5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ED5821-E569-48ED-B91A-3241EBFE2AE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79781BCF-C5DE-48E4-A925-0CCECD27A18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56F08C-4EA4-4614-83CB-AA96EE22523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09993EBC-2499-4400-970F-E2C99564E0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881C8E-9801-4334-AD03-58CF6BB1B254}"/>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1F59EF29-1EC9-4CDB-842B-3ED33799483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0764F5-E747-4958-9566-27ECA23412C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F0043F6-6893-45AF-93A3-EBC241A7102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FD2A32-A624-4667-B662-8D3239A473D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2AE999D9-8A9E-424A-B873-EC787F811097}"/>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7E6D1B-DDCF-406E-9F69-4AD71C1C0CF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64E7BBC2-57C3-497A-95E5-00C486A83D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3A2C42B-BC3D-4630-8328-BC78DCA258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BE9F7E3-6825-4DF3-BA34-75FE01F1D7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17118662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665B252-00EA-41C9-84B8-2BD0035100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2DC02F7-EB28-4DB1-AFFD-A778A462D56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DF58FE-4493-4509-AAAA-979B43584C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5DB83F42-D330-4E47-AF7E-A5B118812B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CC2CDA-0827-47DC-8B3F-F4B2841EB8D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326B2C-0A6F-4F66-9265-CBFD60D09982}"/>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A27FF780-FD6F-479C-AC93-5A073B3F211E}"/>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9E69E1-8358-44A4-BFA7-81427456E2C6}"/>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F53CE1-C6DF-4E3B-96A3-4E995C214C60}"/>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4A598F17-8261-4455-95E7-FDF54FFE76B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EEA248-5805-43F3-A658-C1EE18CB81D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BC42160-148C-4926-AD59-FDE7B2C32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7718418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F2EE2E2-8E85-4F6C-992B-61CC9578DC1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91061B-AB0E-4B47-AF9F-D0DCA5691A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3595F13-D4F7-425D-B1E8-2AA2576E09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4BE3DEA1-E067-4391-9361-0F9395A1075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8D99B7-A6EA-44BA-A6D4-7CEEEB889E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90302040-B5C5-4B14-B3C5-D96AEB8E2936}"/>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1308BD3-BDC8-415B-A63C-A338E6C0537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4D50E36B-3D3F-4D58-B618-5ADCF41263F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4ED85A-A9D3-4DB5-B856-DC0D4871966F}"/>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94A1CAD6-A3C8-4954-884E-6BC6D0B7AB0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E60806-C013-490C-9364-10093DDB827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E0CF465D-3B73-49D7-8D2D-FE9ECF4C243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67BA726-181A-411D-94F0-34F8C6C965A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0D9A37F6-A1FE-4F94-9FE3-DEEE8E0B0D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50DCFD-26B3-4D14-BFF2-8A1DC698585D}"/>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D3F6CBA1-261E-42DE-A741-5B57425D7E4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0B3CB4-2D00-4440-946D-1AF2AFC62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8E3AB53-FA31-4080-ACFC-65373EA05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6159175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822AF6-4B48-4E9A-B915-F1264B39E55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F562356-051C-4D78-B41F-6A9502EBCC4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4D799A3-86E9-4CB4-998E-F0F0FE7334C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AAB55D44-93F8-4537-9522-BFD8A71442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8DEA3A-E6C9-4C39-8703-0C1B79A8A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BB8D04A2-47C4-4623-9FE9-085A6186748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11F7CB26-B6B0-4CE4-8350-81575402989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6675D2-4D82-4E11-AE22-E5E155C16A2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D2D599-BFD8-49C7-AD19-1BE1E7CE1E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6E753707-7EFB-4CB8-9CCD-AA0737872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C05A62-BC98-445E-AEB7-32748743443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6DB2D2-01BC-4EA3-805E-D6C7F0309C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1593318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F607E40-6344-446A-97EE-34FC5F8D0A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DE5DF35-C18D-4A50-A982-E648CB3BD1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7CA0F50-50B3-48ED-B7A1-DDDBDD2D0BE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97054729-C439-4920-B694-E2DCAA812B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617A9-2F71-4024-815A-4DFD5917EB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0A229EA-5328-45B1-9936-0EAD898948C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37EF49-BD28-4716-B866-2E6B7BB70A0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2237E1A-DE8C-4F37-AB2B-430F3645E0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4F87CC77-4828-4832-BC5A-C5E66F092CD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13A7A9A-1997-4B57-BAE7-4076209E8FD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FC06D14F-FF78-4B1D-9739-916D15A8748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CEB5E6-466C-4C87-BD6D-1621E0D75CF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354AE583-ECCF-4787-896F-C740BBD45F9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7349913-02EC-4F02-B83E-B7FF0FE28ED8}"/>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E265096-CFC0-4990-80F4-ED42B6B07EA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0A80E9-6F99-43B5-90CD-05077481468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E0A26156-1534-439C-8961-7B0DB596D2F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578FACC-4FFF-40F4-9F42-0EB51E18AC43}"/>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11D76705-A7B3-47A6-A511-75A1DA88AE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30953BB-38D1-4375-8822-1A4D53936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A012A6A-F5FC-4452-BF88-1BFCFD8AF0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50848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E74BF51-8DDB-4862-AF56-BC80C142E75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CC075DB-9320-466C-B139-147DBB195B1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BEAFD0-E03C-472B-86F4-4DBB5A329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B950CAA-5CC9-4A69-8C27-2CFE09992E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F6801-C9C5-4A36-8040-DFA2BA94C7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DB1ED3C4-4F44-4335-B8B8-DEF352D017A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E5CEE7-6F6E-4A40-9FEF-F906F9C3DD0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E4CA32DF-C642-4A74-AFCE-8EC126045C0A}"/>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9F74BB02-E4EA-4EF1-ACBE-78A49C64EFC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DE35311D-B7FF-403B-999B-8EC5AB5CD00B}"/>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90502A-BBA6-4CFF-9DD1-38620AAE5435}"/>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A65861-4E52-457E-BA07-96C2B464D262}"/>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048E6303-CBFC-4BB8-9487-EF9D7013FD5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635C41-61A3-46AE-91E2-AD16B29BCA4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46F832B-8643-4CE2-8346-42AFF5E696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240225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7D89651-D2F8-4C67-B140-F732FAFC938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BF99ADD-C08B-473D-B172-9686ED3C67C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EB9C1C-E7E2-43F3-B7F0-8A0EC47F5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A3C1C9A0-9E45-4981-BA5E-ADCA788C76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DF4583-93D0-47F6-8168-71C1583E963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9ACCA0C-1412-489F-B8D4-97E7E456307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8548D29-C1B2-4B3E-9D8E-910D50BF5D5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03D6331-E947-451E-8E44-778B4F35E2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C395867D-F77D-4613-994C-8B4D567D157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849C0A3-8C37-448F-A64C-AD97D90E373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0EAE03F4-ADC1-4EF0-81FF-66B6557CD6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E3FC91-A20D-4C60-B5FB-511EBFE5E823}"/>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1840344B-BB35-4D20-B258-AA7BF3B6136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8E4225-CF6F-4D34-AA8D-1231633BC0A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A25EB06C-FE66-4E16-BF36-3AE1BCFFFA08}"/>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0C1EFC1-D6EC-492D-88FB-90560571E75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391BCADB-612B-4777-84C0-61810B172E6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F98D48F-45FF-439C-91B0-3A66E26DED5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59807A64-60D6-4265-8D5A-42A7AF75E0E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2CA8C77-3368-454D-B10F-AD89A53B8BC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99D5302-CFAB-4868-918A-E95911578E1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3753854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A67AD96-4A1F-4814-A3E8-DDC95D9EB2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D8DCB0A-ABCA-4854-ADC6-6B85D72A20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904C57D-3A23-4875-8F1B-07ADC903A93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C952C0B3-AC7A-49AD-B8BB-B657CBA01E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AC38F-B5E3-4FD5-B231-0BD51B77FC5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393666B-3542-442B-8484-3A15DE57EC8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3BABC1-6087-4A83-A3C7-229F1F792A1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398AF90-C7CC-4193-8410-20D3EAD03B0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E0188060-425D-43DD-A1BB-C5222C62680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3EDEAF3C-3714-453A-9071-D7FC275F613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2A711F-1BBC-4BC1-BE85-5F4A08DDC3FB}"/>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D9396D-8A7A-4D96-9468-6567ECD5982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6D694BE4-ECA5-4D34-AA9A-805C58495A2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ADB4EED-6087-4B79-8478-18D1EE59D6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B5BD91C-E898-4314-9424-60A2B676CB9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6914693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9A46FC9-31FD-41B6-B060-1FBFFBC92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A35C7E3-79E4-4540-A524-E20FFB5D73A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AB3ECC-BE3A-4377-9963-0CC4FA38DA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00C40BC6-6D4D-420F-9DF4-B4E6C9DC6C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CE5653-C1F7-4FA6-A1A9-0674BFE85B4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141AC30C-EE93-4B9C-84D3-44972370F89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19E87B7-7F72-4721-9C77-D940261738F0}"/>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FE7294A0-633B-42F8-9A03-297C68EEF7A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FB7F77-9FF6-4AED-9625-6DEE680A8B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881FE2C2-735E-49D1-8B85-DC1BD44F4B7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221B99-B73C-4576-9C31-C530E989BA2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C7322116-E838-462D-A464-B31DD4EE6AB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9E21B01-37FE-4E0B-80C0-B351D69616E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FC4D1A66-BABA-4EB4-AA5F-67FA0FA5516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653D24-5B87-4DE8-B716-32611D96FD4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F1DD30FC-DC8B-43B4-BAF4-C6DE7A4775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BCA22AA-194C-4382-A22F-7218627461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79AF715-4FED-4137-AB46-A1398EE276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152729537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EB471F-B27F-4A69-B241-C308BE9F30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2B2D8DA-FFF5-427A-94EF-CCE8AAED7A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7F7D4E-903E-47CA-985D-F88F57619CB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4E2A2092-5F76-47A1-A883-796498BED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9D2B1F-C13B-4941-A28A-888DB1887C4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791E8CDE-BF04-4FB7-A03C-0E1FD6AEB4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4C209D81-3750-4F6C-9777-E4ADCE3E754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3E70F84-B4AA-4618-B748-13DFB96AE31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71F0C5-C676-4909-AC8A-A46BCC93D170}"/>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44DD7975-20E6-48BE-BB2E-92E9102F14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D28744-C249-4CD2-9AFF-13F4F5C26E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880DF6-EAF1-4F6F-8E64-29E6B93175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47011904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199597C-67A7-4059-BE63-31A95B6884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4A9BDB6-9443-4F71-A0C7-58D0F6DEF3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604FBCB-1207-431E-950D-400A12B677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xmlns:a="http://schemas.openxmlformats.org/drawingml/2006/main">
              <a:ext uri="{FF2B5EF4-FFF2-40B4-BE49-F238E27FC236}">
                <a16:creationId xmlns:a16="http://schemas.microsoft.com/office/drawing/2014/main" id="{EA2D3217-BD1F-43CE-B1D7-B457B2EA75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8A4622-10DF-439C-A173-93BBE7149FC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7880E5D9-3ADA-447B-AD11-6E9D0D9770C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4C3A8F6-A829-4106-A337-D2685187A899}"/>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xmlns:a="http://schemas.openxmlformats.org/drawingml/2006/main">
              <a:ext uri="{FF2B5EF4-FFF2-40B4-BE49-F238E27FC236}">
                <a16:creationId xmlns:a16="http://schemas.microsoft.com/office/drawing/2014/main" id="{125BAAFF-4D1E-47DE-8106-F71999CC295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ED798C-EA22-4F80-901E-068841A2B24A}"/>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xmlns:a="http://schemas.openxmlformats.org/drawingml/2006/main">
              <a:ext uri="{FF2B5EF4-FFF2-40B4-BE49-F238E27FC236}">
                <a16:creationId xmlns:a16="http://schemas.microsoft.com/office/drawing/2014/main" id="{EA4C6EDF-49FA-4D7F-AED2-91E9FC9A5EC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4DF869-F5FC-4BCA-AB1A-83C1E3ACDFC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xmlns:a="http://schemas.openxmlformats.org/drawingml/2006/main">
              <a:ext uri="{FF2B5EF4-FFF2-40B4-BE49-F238E27FC236}">
                <a16:creationId xmlns:a16="http://schemas.microsoft.com/office/drawing/2014/main" id="{3C33174A-DCDF-49D3-89FB-2B6439C882CD}"/>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8D9CCFF-6D26-4113-8F1B-EC322FDA441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xmlns:a="http://schemas.openxmlformats.org/drawingml/2006/main">
              <a:ext uri="{FF2B5EF4-FFF2-40B4-BE49-F238E27FC236}">
                <a16:creationId xmlns:a16="http://schemas.microsoft.com/office/drawing/2014/main" id="{933539AD-D671-4251-BAF7-1148E2A0841E}"/>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40346F-4757-4301-8535-F08F7FBD9D3C}"/>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xmlns:a="http://schemas.openxmlformats.org/drawingml/2006/main">
              <a:ext uri="{FF2B5EF4-FFF2-40B4-BE49-F238E27FC236}">
                <a16:creationId xmlns:a16="http://schemas.microsoft.com/office/drawing/2014/main" id="{E3B3CF00-EBCD-43AD-B8C2-437DF563F2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9BD02D-592C-4AC2-BFB7-C191B63071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C6808D-CE04-4633-8DA7-B4F0B35D3D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p14:creationId xmlns:p14="http://schemas.microsoft.com/office/powerpoint/2010/main" val="6577968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E0387D-D729-4308-8413-873D09164E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2640DD8-8ACC-40CA-80D6-37BA603453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CDCAB5F-B2C4-49D5-B39C-5FFD289B1F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xmlns:a="http://schemas.openxmlformats.org/drawingml/2006/main">
              <a:ext uri="{FF2B5EF4-FFF2-40B4-BE49-F238E27FC236}">
                <a16:creationId xmlns:a16="http://schemas.microsoft.com/office/drawing/2014/main" id="{16DA8C7F-5451-4CE6-955B-CC360F9C2FE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5B3C5B-E58C-46FF-857B-9B42288A476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8DEB3C98-D43C-465E-86B3-251A6A63C99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xmlns:a="http://schemas.openxmlformats.org/drawingml/2006/main">
              <a:ext uri="{FF2B5EF4-FFF2-40B4-BE49-F238E27FC236}">
                <a16:creationId xmlns:a16="http://schemas.microsoft.com/office/drawing/2014/main" id="{5CA5DCA9-3213-4D52-8890-B049C043D17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0A221FD-45A9-477D-804A-56B631BA082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D6EB5D2-CC51-4290-9E0D-9A98FF7874B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 자리에 n−1가지 식으로 r개를 채우므로 n부터 시작해 r개의 수를 곱한다. 두 번째 식은 조합의 개수다.</a:t>
            </a:r>
          </a:p>
        </p:txBody>
      </p:sp>
      <p:sp>
        <p:nvSpPr>
          <p:cNvPr id="10" name="">
            <a:extLst xmlns:a="http://schemas.openxmlformats.org/drawingml/2006/main">
              <a:ext uri="{FF2B5EF4-FFF2-40B4-BE49-F238E27FC236}">
                <a16:creationId xmlns:a16="http://schemas.microsoft.com/office/drawing/2014/main" id="{EEF1A159-1242-4DA7-AF3A-805A6CD8F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24271F6-B7B6-415C-8C88-863A9F69570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C885BE9-A054-4BAA-BE12-D679F81F40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p14:creationId xmlns:p14="http://schemas.microsoft.com/office/powerpoint/2010/main" val="10530514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6E52089-0F0D-4091-A83B-88A91374A8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5F3B75-A09E-4162-9E8A-5C4259973D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0BD4F52-0825-4EE1-9218-5DD1C03D7F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BFA23CD8-5AEF-4310-93D9-1FDD073B1F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41436A-2B3B-4628-BD46-4480B6C708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A8972835-CC64-414D-BF4C-7DB565B572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6FF000-5DD0-4971-A939-DDEB4E78083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8DE3374B-B151-4FC5-B42B-ED6CB261D37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E926EC-C097-4F99-BC26-6BD08B407AE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8F1DBB69-5503-47A7-B5F2-99869487E7A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6AA020-30F6-42C9-931F-00F5735D570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58CAB6E7-395A-4F39-B4F9-E9DB01C775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07EB80-E67E-490C-89FC-56FB669FF3C0}"/>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07E6E91-F7D2-469C-8A49-FE2B9EFD41F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9AECD4-28D6-4E24-ACD8-9108CF51077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70834E47-2115-477B-8102-43F963A5C1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A5B0F90-831F-4510-8305-793EDA2A7E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9F59629-EF2B-4365-86DE-40527E0EBD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88136443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579D4E-B556-4570-8DF8-0B5D1E4724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2926D83-BAC6-41BF-9A73-015D4D6E0B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08C4B33-0811-4EF8-9CAF-70473B10FC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2999A3B8-261F-4BF5-8CEB-6D143890F25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05396A-CC63-47D1-B89B-7B4E09DF26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0F3F7550-1021-44CF-9014-79E75AF866F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CEE4DA50-79CC-4F9C-A5C6-65358503E66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600C903-66D3-48E7-9758-EA8A300D97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24E2EBE-E964-4ED9-A92B-F7AC8A7FEC2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99F689E1-9D31-465D-B9AE-A7DB42F2BAA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6387EB-67C2-484A-BD39-9A49AE9D0A9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0CFB68-BF19-45FB-92DB-F015DD70122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799479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48ABB9-AC90-40EF-8FA7-AE85B4E1E3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8BE390-FFBF-4EDE-83B1-080E9BF8858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C2B52A-4BF0-49BB-9DF6-4126626D54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5FDEAE7D-DD61-443F-8F5B-6AB05D73F9B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089A0B-F729-4DE9-AF56-833CFBCA60E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4F096B9E-29DE-49D6-9FC2-D650C2D3625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183304-C0EC-4A23-8223-21ACE495D9F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F6464ECC-650E-4ED9-9FDE-8775F1B9985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C08112-7D5B-4364-8B2C-D4AF3ADE090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3832F8BA-0816-4DB4-99F6-B202E798410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2B1F07-61BE-443F-BCA6-697E8FE2C0D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9CE7A0EC-5698-4BA1-B43C-11E2661019A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C9F088-F21A-48DA-A95C-0671ED4DF34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F8CABD8A-7902-48CF-92EF-627C064CBD5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6753B6-7BA1-4F11-AA66-DF17FCBEAAE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94ABF083-85F7-406C-B3B4-8475402E60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B590806-632C-449E-8472-CA5B47FE19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C23DCA8-5205-49EB-A75F-D9D890588A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47815572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4B429C-8CC0-4428-B1CF-204D4CC8EA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B3EA39-BF98-4CAD-9001-DA87ED8AF6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9EB9A1-159C-40EF-AA22-11BBEEAFC6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5DEABB0C-C169-43CB-B73A-168541FF26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694E70-7724-4D94-A6C8-93C2B172ACD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5FF8B020-1FC4-4DBB-8E5C-DFE4D38A1C3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33C626EE-726E-4C84-84A2-F607A7E15D9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F99A03F-D24E-4013-A4E5-A579DCCEA58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8A7760-2782-4520-A2F7-521BB78008A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EB5F19AB-98D5-456E-92D6-5E0D9C6AA93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95DFA2-C273-421E-9CFB-8B871186BB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E0FA26-1CFE-4680-B7AE-38B5B0CD46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51200180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DDE3EC9-DB5B-409B-9032-3B27C2C99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99A906B-A51F-452C-B798-1CFDCF64AD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405E80-B58E-47F2-8F2D-B4E5E74385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2D4B1FF3-BD2E-4104-8814-9F6562DA3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8334B-B6B0-4F82-8A76-DD08EE6A266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4가지 맛 중 2가지를 골라 더블 컵을 만들 때 가능한 메뉴의 가짓수는? (순서 무관)</a:t>
            </a:r>
          </a:p>
        </p:txBody>
      </p:sp>
      <p:sp>
        <p:nvSpPr>
          <p:cNvPr id="6" name="">
            <a:extLst xmlns:a="http://schemas.openxmlformats.org/drawingml/2006/main">
              <a:ext uri="{FF2B5EF4-FFF2-40B4-BE49-F238E27FC236}">
                <a16:creationId xmlns:a16="http://schemas.microsoft.com/office/drawing/2014/main" id="{084C5441-012F-43C9-A8AA-F08194F20A5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0CA2CDA-46AD-4624-BEE5-B67681F67C9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E733893B-3595-4E86-B579-946F10B976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F3AE99-8C41-4C0B-A080-01EB6F5A5415}"/>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7E22A807-7723-4A58-97E5-E90B4D9735D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0D4A92B-6C5C-4696-96AB-40464453760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2C19B87B-BAE4-414E-A4F4-AD9DDE11B6A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DC5C276-5E83-4D02-8413-6C58369E450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8D138D9A-5A08-437C-B8B7-9CBA049AB04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7F42B69-CCE6-4018-BDD3-97631F82A4AF}"/>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6E274877-2A9A-4AAB-B8DB-1C716BFADA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DC8BE2-CBC1-40C3-BCE0-16DFE88D48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5E8FA1-7F55-4623-9C33-2A6FEAB0A8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08566669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164475-7167-4A84-AAD7-F3FC334B09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3362781-5EC1-4B80-AA51-8CF3A36AC7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AECC29-8592-43C6-8DD3-615D162ACD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2270D40E-54E9-45FD-A32F-3F977E61B5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E5DB9C-F182-4340-9479-E65DDFB908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4가지 맛 중 2가지를 골라 더블 컵을 만들 때 가능한 메뉴의 가짓수는? (순서 무관)</a:t>
            </a:r>
          </a:p>
        </p:txBody>
      </p:sp>
      <p:sp>
        <p:nvSpPr>
          <p:cNvPr id="6" name="">
            <a:extLst xmlns:a="http://schemas.openxmlformats.org/drawingml/2006/main">
              <a:ext uri="{FF2B5EF4-FFF2-40B4-BE49-F238E27FC236}">
                <a16:creationId xmlns:a16="http://schemas.microsoft.com/office/drawing/2014/main" id="{5E17F8B1-AE4D-4F49-9C93-5453184F3E4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6가지</a:t>
            </a:r>
          </a:p>
        </p:txBody>
      </p:sp>
      <p:sp>
        <p:nvSpPr>
          <p:cNvPr id="7" name="">
            <a:extLst xmlns:a="http://schemas.openxmlformats.org/drawingml/2006/main">
              <a:ext uri="{FF2B5EF4-FFF2-40B4-BE49-F238E27FC236}">
                <a16:creationId xmlns:a16="http://schemas.microsoft.com/office/drawing/2014/main" id="{996FF5EF-AE35-4CF2-A1AB-5100AA3DCC5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7A22C0D-10AF-43FD-B7B5-8D96288149C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35E62A-9736-4BFC-A2A8-2C8F10C7E5C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4C2 = (4 × 3) / (2 × 1) = 6가지다. 순서를 구별했다면 4P2 = 12가지가 되지만, 초코·바닐라와 바닐라·초코는 같은 메뉴이므로 조합으로 센다.</a:t>
            </a:r>
          </a:p>
        </p:txBody>
      </p:sp>
      <p:sp>
        <p:nvSpPr>
          <p:cNvPr id="10" name="">
            <a:extLst xmlns:a="http://schemas.openxmlformats.org/drawingml/2006/main">
              <a:ext uri="{FF2B5EF4-FFF2-40B4-BE49-F238E27FC236}">
                <a16:creationId xmlns:a16="http://schemas.microsoft.com/office/drawing/2014/main" id="{51D9BF32-6CDD-468B-9AB0-0441C49B86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EC96A9-B0DB-46A2-93C2-151FA81B36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FA7A34-E7BF-4D1B-9908-8E112D1CE2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138722152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4E24B2-0569-4B52-8459-2BCCF34898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3CD98FC-4712-44AA-B1FA-6AAF9D50ED0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FB2394-6B4E-4FA4-8384-4F0A7F12267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AF888BEC-201D-453B-BE0F-3FA85B8B2A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5C158-4D36-458A-81E9-1CA1E85B235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BBC442AC-B126-4104-928C-4C809DF3E21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B11E16-B043-4571-909B-342DA39918D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7B8CADE7-9800-47DC-A115-4810A21907C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552A12-9CB9-4A5F-9818-0978E291FF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D77AFEA5-6265-4295-823F-9F414163C00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BF3C84-D539-4B5D-941F-AD62F90E3BB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2611EA61-C907-4B53-84DB-23AD1464DE4C}"/>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73F27D-DB25-4FB5-894E-A74FE720824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AFE9420F-C9AD-499F-8A8C-95B4CA08FAF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7DCB65-7569-4259-8E2A-0DFF643BAD0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B07CA556-2223-4A4B-9C92-30E8434ABC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0D21F-10C7-43B3-B328-4FC7661CCB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5AC4E47-C75C-4360-AA13-2144F2DF0B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69008856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818473-9FB0-463F-A779-BE9C2A3E66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775DC7-4172-44F4-80A2-4458CEA23B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C01C029-D1AF-43A7-B6BE-9306CE5A3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344208A-1E63-4902-9C04-B2A394E2B33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0C367E-6BB9-4411-BAC7-3181508DE07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6950662C-20F0-4707-968F-F21DA72DE8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0C9D0059-8780-4CFA-A9F4-CBC13A3DEFC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50CE41-1B47-4ED9-A65E-3622E16B209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C5D7A1-CAB7-43C7-B9CC-74921BBFF7E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4080952E-5D31-437F-9ED1-77BB55E1F63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C8C0D2-3E93-46D9-AC1B-1F8753508E9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C444ECD-FDF2-44F3-A1AA-C1791FD6A6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213017268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C7F0A1B-98EB-450A-B292-D88491D136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D9DF140-77D0-4B54-A41D-C101076023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99181EE-8923-4129-86B2-AD3CA55F960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xmlns:a="http://schemas.openxmlformats.org/drawingml/2006/main">
              <a:ext uri="{FF2B5EF4-FFF2-40B4-BE49-F238E27FC236}">
                <a16:creationId xmlns:a16="http://schemas.microsoft.com/office/drawing/2014/main" id="{66F1CC4D-ACED-4650-986C-21DC9C27CBD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50F8D6-03F2-4E6B-8F79-FE36B0B6FB8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6214713C-E63E-4FB7-90B6-5A99DA2047E6}"/>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8F5C40-66FF-42C7-97A1-00DA4DE1DA16}"/>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xmlns:a="http://schemas.openxmlformats.org/drawingml/2006/main">
              <a:ext uri="{FF2B5EF4-FFF2-40B4-BE49-F238E27FC236}">
                <a16:creationId xmlns:a16="http://schemas.microsoft.com/office/drawing/2014/main" id="{91398B80-B76E-4682-97D8-24BC8700914A}"/>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7C55619-218B-45FB-82C1-AE758CE7FD4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xmlns:a="http://schemas.openxmlformats.org/drawingml/2006/main">
              <a:ext uri="{FF2B5EF4-FFF2-40B4-BE49-F238E27FC236}">
                <a16:creationId xmlns:a16="http://schemas.microsoft.com/office/drawing/2014/main" id="{7D0D341C-34A9-41A2-BE73-AD8CC77B5D3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BEC174-F811-4067-8A6C-52ECFC995C9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xmlns:a="http://schemas.openxmlformats.org/drawingml/2006/main">
              <a:ext uri="{FF2B5EF4-FFF2-40B4-BE49-F238E27FC236}">
                <a16:creationId xmlns:a16="http://schemas.microsoft.com/office/drawing/2014/main" id="{7F2BC4A6-DD09-47EE-9D85-D9342AEBAE1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3497A4-B033-4A10-AC68-A91CA580DF8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xmlns:a="http://schemas.openxmlformats.org/drawingml/2006/main">
              <a:ext uri="{FF2B5EF4-FFF2-40B4-BE49-F238E27FC236}">
                <a16:creationId xmlns:a16="http://schemas.microsoft.com/office/drawing/2014/main" id="{03A905E4-34D1-4244-8A66-EABC514A47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AB70869-73BB-4609-9464-9741DDE013D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xmlns:a="http://schemas.openxmlformats.org/drawingml/2006/main">
              <a:ext uri="{FF2B5EF4-FFF2-40B4-BE49-F238E27FC236}">
                <a16:creationId xmlns:a16="http://schemas.microsoft.com/office/drawing/2014/main" id="{CAB956A9-97A3-481B-B504-C629D298D5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681FE66-7EC8-4510-A51B-6A7B6995FF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9C72A37-072B-4492-975D-A115DD79C8A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p14:creationId xmlns:p14="http://schemas.microsoft.com/office/powerpoint/2010/main" val="13845139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8E761F-21EC-4B7E-B196-B5B2FAE0AB8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B46196E-731D-4D23-A111-FFB5EC5135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0C20A9A-3D5B-41FD-9366-B73E0A29A8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xmlns:a="http://schemas.openxmlformats.org/drawingml/2006/main">
              <a:ext uri="{FF2B5EF4-FFF2-40B4-BE49-F238E27FC236}">
                <a16:creationId xmlns:a16="http://schemas.microsoft.com/office/drawing/2014/main" id="{2B9A96FA-71B5-4674-9E5F-B49639FB4C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18E567-D14A-4B3C-A817-A43D83A3959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C2271DBA-175A-40D3-9C21-2B40DBBB0E7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xmlns:a="http://schemas.openxmlformats.org/drawingml/2006/main">
              <a:ext uri="{FF2B5EF4-FFF2-40B4-BE49-F238E27FC236}">
                <a16:creationId xmlns:a16="http://schemas.microsoft.com/office/drawing/2014/main" id="{AE29E359-AB3D-445D-A94E-6396FC55BA8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411B813-82CE-4B34-A3C8-12ADD4AF1E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69BA7F-44BC-47FD-BF4F-EBF68D9F120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 가장 빠르며, 순열을 전부 생성하는 방식은 n이 10을 넘기면 곧 한계에 부딪힌다.</a:t>
            </a:r>
          </a:p>
        </p:txBody>
      </p:sp>
      <p:sp>
        <p:nvSpPr>
          <p:cNvPr id="10" name="">
            <a:extLst xmlns:a="http://schemas.openxmlformats.org/drawingml/2006/main">
              <a:ext uri="{FF2B5EF4-FFF2-40B4-BE49-F238E27FC236}">
                <a16:creationId xmlns:a16="http://schemas.microsoft.com/office/drawing/2014/main" id="{D37F9832-27E7-4D00-9E85-B57A260279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7F5EF5-89BA-4C2A-9011-59F902A7B7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E0884F-8BF3-4BF2-85E3-5530A5EC1C5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p14:creationId xmlns:p14="http://schemas.microsoft.com/office/powerpoint/2010/main" val="152285500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BA165A6-9A5E-44CF-9036-1C6F7D1A4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80E6780-61DA-47B9-A121-CCE01FC0A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676B689-037E-4FEE-B89D-34272ED6AE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xmlns:a="http://schemas.openxmlformats.org/drawingml/2006/main">
              <a:ext uri="{FF2B5EF4-FFF2-40B4-BE49-F238E27FC236}">
                <a16:creationId xmlns:a16="http://schemas.microsoft.com/office/drawing/2014/main" id="{8DF93552-8FEB-428E-BF06-2F9718972B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2BF464-6B8C-4D87-9B07-7D5A51BDD7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153AB832-501E-4855-8307-F7E9E14F2D5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0D7E10-F8DB-4C62-B731-6FC4B8F628F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xmlns:a="http://schemas.openxmlformats.org/drawingml/2006/main">
              <a:ext uri="{FF2B5EF4-FFF2-40B4-BE49-F238E27FC236}">
                <a16:creationId xmlns:a16="http://schemas.microsoft.com/office/drawing/2014/main" id="{5DA51D13-ECAE-4F87-8BAD-50EC689AE62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A4CE506-1ABF-4BD3-A707-F3419FC911CD}"/>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xmlns:a="http://schemas.openxmlformats.org/drawingml/2006/main">
              <a:ext uri="{FF2B5EF4-FFF2-40B4-BE49-F238E27FC236}">
                <a16:creationId xmlns:a16="http://schemas.microsoft.com/office/drawing/2014/main" id="{CF6C503D-5610-423A-BEAE-BBE489148DA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784D10-A706-4654-B7A7-FB556C2BE23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xmlns:a="http://schemas.openxmlformats.org/drawingml/2006/main">
              <a:ext uri="{FF2B5EF4-FFF2-40B4-BE49-F238E27FC236}">
                <a16:creationId xmlns:a16="http://schemas.microsoft.com/office/drawing/2014/main" id="{C21BA1D8-CFED-496A-A374-30793053EF7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A5A9F82-839F-44AF-92ED-566610379A7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xmlns:a="http://schemas.openxmlformats.org/drawingml/2006/main">
              <a:ext uri="{FF2B5EF4-FFF2-40B4-BE49-F238E27FC236}">
                <a16:creationId xmlns:a16="http://schemas.microsoft.com/office/drawing/2014/main" id="{95673089-3A3E-4A53-B224-54A69DD01D87}"/>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A933FB8-8118-4DDF-B2DE-ED7D2FDBC6D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xmlns:a="http://schemas.openxmlformats.org/drawingml/2006/main">
              <a:ext uri="{FF2B5EF4-FFF2-40B4-BE49-F238E27FC236}">
                <a16:creationId xmlns:a16="http://schemas.microsoft.com/office/drawing/2014/main" id="{3B40F3C4-EBBF-48FF-A99E-6E2F54C6C3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6921698-C744-409D-ACF6-506FB219652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1C647E2-3D73-4368-ABDB-B8B8D88BC7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p14:creationId xmlns:p14="http://schemas.microsoft.com/office/powerpoint/2010/main" val="170810455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BD2537-65C2-4988-92D7-45155086F3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15EA43D6-8725-4CAE-8D98-EF1EC1F4402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7669237-0B00-4D39-A3CB-A838C7BC61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xmlns:a="http://schemas.openxmlformats.org/drawingml/2006/main">
              <a:ext uri="{FF2B5EF4-FFF2-40B4-BE49-F238E27FC236}">
                <a16:creationId xmlns:a16="http://schemas.microsoft.com/office/drawing/2014/main" id="{B320BB07-6820-455B-AADC-0E1E92754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6EB0D-7DAB-4F36-87DB-A8754E5648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5644D5C7-3668-4B14-97A9-200F2E4F627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xmlns:a="http://schemas.openxmlformats.org/drawingml/2006/main">
              <a:ext uri="{FF2B5EF4-FFF2-40B4-BE49-F238E27FC236}">
                <a16:creationId xmlns:a16="http://schemas.microsoft.com/office/drawing/2014/main" id="{3438D562-5A48-48C4-B50F-86891AB11EA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C162E67-9CFA-4645-896C-4C863DDDBE2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949043-AAE1-44B5-873B-0AAB67F045F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 = 1,000개가 된다.</a:t>
            </a:r>
          </a:p>
        </p:txBody>
      </p:sp>
      <p:sp>
        <p:nvSpPr>
          <p:cNvPr id="10" name="">
            <a:extLst xmlns:a="http://schemas.openxmlformats.org/drawingml/2006/main">
              <a:ext uri="{FF2B5EF4-FFF2-40B4-BE49-F238E27FC236}">
                <a16:creationId xmlns:a16="http://schemas.microsoft.com/office/drawing/2014/main" id="{267A9BCE-D29A-4A1F-9399-26A8FD93C7E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79A34E-D7DA-4659-B166-6EFD118694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1644F0E-B7E7-424E-94DF-19B7966C8F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p14:creationId xmlns:p14="http://schemas.microsoft.com/office/powerpoint/2010/main" val="105592499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1BC8284-3572-4879-B64C-541F39FCFE9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ECC11A1-C977-4DE2-A281-CEF2549E677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B91007-78D8-4C74-9ACF-A4E88B95B9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xmlns:a="http://schemas.openxmlformats.org/drawingml/2006/main">
              <a:ext uri="{FF2B5EF4-FFF2-40B4-BE49-F238E27FC236}">
                <a16:creationId xmlns:a16="http://schemas.microsoft.com/office/drawing/2014/main" id="{AE7829BC-74A7-4A66-845D-D122A1C167A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F74FBE-55E0-46AD-92FB-2B3FA3E7FBB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67A43639-6848-4509-BC65-49310428F67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6D2C3F1-B830-40A2-BE56-9820485A5F4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xmlns:a="http://schemas.openxmlformats.org/drawingml/2006/main">
              <a:ext uri="{FF2B5EF4-FFF2-40B4-BE49-F238E27FC236}">
                <a16:creationId xmlns:a16="http://schemas.microsoft.com/office/drawing/2014/main" id="{77AF026E-6ECA-4232-A844-D071252E41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D564E7C-6526-4A9A-AE92-13F64115B58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xmlns:a="http://schemas.openxmlformats.org/drawingml/2006/main">
              <a:ext uri="{FF2B5EF4-FFF2-40B4-BE49-F238E27FC236}">
                <a16:creationId xmlns:a16="http://schemas.microsoft.com/office/drawing/2014/main" id="{C1AF4648-F50C-415A-8D28-5AC27B33F6B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FE85E1-908D-45D2-8F8C-883C8AC312F9}"/>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xmlns:a="http://schemas.openxmlformats.org/drawingml/2006/main">
              <a:ext uri="{FF2B5EF4-FFF2-40B4-BE49-F238E27FC236}">
                <a16:creationId xmlns:a16="http://schemas.microsoft.com/office/drawing/2014/main" id="{62AA9196-7771-4642-99D8-9D4410DE75D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670B93-9F7E-4312-9696-6C637C4DBAE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xmlns:a="http://schemas.openxmlformats.org/drawingml/2006/main">
              <a:ext uri="{FF2B5EF4-FFF2-40B4-BE49-F238E27FC236}">
                <a16:creationId xmlns:a16="http://schemas.microsoft.com/office/drawing/2014/main" id="{24CB9D17-BC13-4A4F-8A47-6379FCDEE68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55CAE9-D7A5-4EEA-BFFA-DA91D5FB9CD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xmlns:a="http://schemas.openxmlformats.org/drawingml/2006/main">
              <a:ext uri="{FF2B5EF4-FFF2-40B4-BE49-F238E27FC236}">
                <a16:creationId xmlns:a16="http://schemas.microsoft.com/office/drawing/2014/main" id="{09A23887-1461-4313-B61D-BF224B6A78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69C20DF-9F1A-49DC-A0E6-C992CF9415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144B52-F491-48FF-8795-343AD1E065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p14:creationId xmlns:p14="http://schemas.microsoft.com/office/powerpoint/2010/main" val="2217335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DB33C9-CFE1-4E2F-9C40-4B13B5E01DD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09834D-4151-4756-95D7-3491B4F45A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D845B93-099A-437F-9F37-F626DFA17C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xmlns:a="http://schemas.openxmlformats.org/drawingml/2006/main">
              <a:ext uri="{FF2B5EF4-FFF2-40B4-BE49-F238E27FC236}">
                <a16:creationId xmlns:a16="http://schemas.microsoft.com/office/drawing/2014/main" id="{C14A093A-1D91-47D3-A300-33E8F09EB7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22AAEC-2456-4B71-B826-4A2F3F767E2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EA90E8D3-7F9D-40D1-946A-38B7DB4D8CA8}"/>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xmlns:a="http://schemas.openxmlformats.org/drawingml/2006/main">
              <a:ext uri="{FF2B5EF4-FFF2-40B4-BE49-F238E27FC236}">
                <a16:creationId xmlns:a16="http://schemas.microsoft.com/office/drawing/2014/main" id="{F8BF377A-CE2F-4A5A-A8D1-939B204CCA34}"/>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7D2AA3C-A1C8-4868-A127-6D66949D5C2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CB21F9-F3C0-43E7-943C-04AEA58B52E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 m=3이면 9개의 시작 위치를 검사한다.</a:t>
            </a:r>
          </a:p>
        </p:txBody>
      </p:sp>
      <p:sp>
        <p:nvSpPr>
          <p:cNvPr id="10" name="">
            <a:extLst xmlns:a="http://schemas.openxmlformats.org/drawingml/2006/main">
              <a:ext uri="{FF2B5EF4-FFF2-40B4-BE49-F238E27FC236}">
                <a16:creationId xmlns:a16="http://schemas.microsoft.com/office/drawing/2014/main" id="{CB54B1C8-7219-482B-A30A-52B6EB53DD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F26D3B-727D-4A85-AF03-1804D37BA5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6A61AE-B068-4AE8-B1F0-160D0C38B9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p14:creationId xmlns:p14="http://schemas.microsoft.com/office/powerpoint/2010/main" val="57816553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5518E7-237F-47AC-BE0B-A2352B3D3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1307FE9-EC70-409A-8962-723A3F9161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562FC9B-00FC-4BC2-A2B1-AEBF3E5CE6E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A3B42FDA-C423-4120-9A80-9781E4299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EA9CBD-2CB8-4172-B611-324D1DC5B5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6FE82FC9-47BE-4A8D-AA4F-4260BA082E2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BEA4957-0F76-4F3E-B453-E8F6AF2AE9A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091CF908-CC42-4025-919E-883F5B606C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A29613AC-854C-4B29-AB7B-D49C4769FAD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89939C7-A8BE-48DE-81EE-0331E03A5B9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86A3FD1-82BE-4959-9D1A-43FC911E8CB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80A9B7-8A1A-4CD2-A4C6-BA73F779351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D317EAB7-5FF3-49C9-9663-8ACB00CC155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311A2A-F7BD-432D-B997-C40BCAAD9FE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47EB97F2-85BA-4AF2-98FA-DD5865BF55F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AAD1EF4-5596-4B9A-B6AE-3ECB3041A12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E6FE459E-376E-45C9-BAD5-F10F4F7B35A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A669CB1-5271-4B37-B541-941E6C12EE1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64E75356-D4C3-4550-BEEB-86ADA9FD568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044CF92-4ADA-4D5A-91D7-C321C7F781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1EA8D7FC-1574-4803-979B-CD8864A77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206917239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2693B1D-1DCA-4A50-A059-7D6DD116F8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88295B-99B6-4A16-BD9C-83FCCE73C5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211A5F9-65B9-4B22-A1C0-1E6294266C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ECCDA82E-A706-4FE0-92D3-BC4470F047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EEF93A-F770-41DD-A056-7F5299FA712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156D1B40-788E-4C44-9D51-9E23F784D81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8FB2909-A827-4D40-99C3-AD3F6BFBD42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8483DE8-A109-4725-A704-A28A5C87F68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933E380-6097-450D-9F55-C48C43F22F6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FB6BFA93-C179-4593-8E04-B5792B9F01C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928BDA5-CA15-45AD-BD95-743431789E6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0B2A37-0009-4736-8D4C-5E71FF6B266F}"/>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63F102E8-C07F-4085-849B-E7495AD1609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54952FB-7F55-4CF9-BB06-9BFDC2B472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40F2CEE-876D-4643-B0EC-FD54D72D6D6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56589361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D9F3C20-3974-4BC4-B306-AFCF506C87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180F283-4FE4-4764-8AA4-DA76522689B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88AB9F6-FD88-46DF-ADE5-74993DA2207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xmlns:a="http://schemas.openxmlformats.org/drawingml/2006/main">
              <a:ext uri="{FF2B5EF4-FFF2-40B4-BE49-F238E27FC236}">
                <a16:creationId xmlns:a16="http://schemas.microsoft.com/office/drawing/2014/main" id="{69D502CE-A300-42D7-928F-F16F1C1143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13E86E-3CB0-4D87-A6B4-F657DE7CEB2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E88FC5DA-5849-4F2C-A335-FE30030BE9F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DAABF-4823-42E3-93B9-89447E2439DF}"/>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xmlns:a="http://schemas.openxmlformats.org/drawingml/2006/main">
              <a:ext uri="{FF2B5EF4-FFF2-40B4-BE49-F238E27FC236}">
                <a16:creationId xmlns:a16="http://schemas.microsoft.com/office/drawing/2014/main" id="{E1759DA0-FDF1-4500-913A-C5AFEAACD35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9A2686-1004-49FD-A25A-3B39778913C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xmlns:a="http://schemas.openxmlformats.org/drawingml/2006/main">
              <a:ext uri="{FF2B5EF4-FFF2-40B4-BE49-F238E27FC236}">
                <a16:creationId xmlns:a16="http://schemas.microsoft.com/office/drawing/2014/main" id="{1B27029E-527A-4E3E-A7F4-17E6A6679022}"/>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4837BD9-04E4-46EB-BC85-877C5DA45ED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1233F43C-0963-426F-84F2-F859C3F477B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9FB761-2072-46E7-98F8-48D6BBF6527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xmlns:a="http://schemas.openxmlformats.org/drawingml/2006/main">
              <a:ext uri="{FF2B5EF4-FFF2-40B4-BE49-F238E27FC236}">
                <a16:creationId xmlns:a16="http://schemas.microsoft.com/office/drawing/2014/main" id="{C98AC1F7-B70D-49E6-A7F9-7EC688252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21325A-A05D-4133-A76A-F077DC3033E3}"/>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xmlns:a="http://schemas.openxmlformats.org/drawingml/2006/main">
              <a:ext uri="{FF2B5EF4-FFF2-40B4-BE49-F238E27FC236}">
                <a16:creationId xmlns:a16="http://schemas.microsoft.com/office/drawing/2014/main" id="{EFEC043E-49A7-4B6A-857C-27C5CE95A3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DD322FE-2EDA-428F-9F49-47A1C142853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AD86865-0D90-463A-BFB9-E9E02393E8B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p14:creationId xmlns:p14="http://schemas.microsoft.com/office/powerpoint/2010/main" val="99697222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C17BA4-EC60-44F0-AE1A-20E85ED160E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67646A-5A37-41B0-BAB9-FC11F81E69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7858862-1B18-4EA1-8BAE-EA4326C4308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xmlns:a="http://schemas.openxmlformats.org/drawingml/2006/main">
              <a:ext uri="{FF2B5EF4-FFF2-40B4-BE49-F238E27FC236}">
                <a16:creationId xmlns:a16="http://schemas.microsoft.com/office/drawing/2014/main" id="{58957690-2DC7-4FBF-8AD6-16B3F7A55A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704A70-B5D9-4043-A9E2-27DEE90AF79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27B54A3F-CD67-4671-A5F4-C6D424F3931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xmlns:a="http://schemas.openxmlformats.org/drawingml/2006/main">
              <a:ext uri="{FF2B5EF4-FFF2-40B4-BE49-F238E27FC236}">
                <a16:creationId xmlns:a16="http://schemas.microsoft.com/office/drawing/2014/main" id="{C5EC834B-2D93-4246-A047-1558E99C12A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32DC3DF-665C-46B1-94E7-7005B8F5DF3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11B35AB-D9C8-44E9-BA15-00CB66D0CB2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최대 n−m+1개이고 각 위치에서 최대 m번 비교하므로 곱해서 O(n×m)이다. KMP가 O(n+m), 보이어-무어가 평균 O(n/m)으로 이를 개선한 알고리즘이다.</a:t>
            </a:r>
          </a:p>
        </p:txBody>
      </p:sp>
      <p:sp>
        <p:nvSpPr>
          <p:cNvPr id="10" name="">
            <a:extLst xmlns:a="http://schemas.openxmlformats.org/drawingml/2006/main">
              <a:ext uri="{FF2B5EF4-FFF2-40B4-BE49-F238E27FC236}">
                <a16:creationId xmlns:a16="http://schemas.microsoft.com/office/drawing/2014/main" id="{DE097886-7686-4D05-91DD-75A65C5892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FF8F71-8964-4A5A-B92F-C8CE0CEF93D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A4D6F2F-EA0A-4133-BD7F-F53C8B1AD2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p14:creationId xmlns:p14="http://schemas.microsoft.com/office/powerpoint/2010/main" val="75054526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ACDB0CF-CEFC-4DC9-8353-28846A84A9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DAC7B98-D245-46AC-86EA-EC1EA88C06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1986C1-2429-48D6-86E0-A852382571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E1771907-6699-47AC-B646-7C815D8499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53D893-53EC-4C82-B3B3-CEFE7A4657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25E95B6-77A3-4D56-BC5E-112FBB456AD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EEBB7AC-0FCD-45E7-B92B-838E6182D71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D998D0C2-86FA-4862-A115-4850D29BD96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0DA087E3-BAA6-4D65-991D-CA65D3F2256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D0E61DC-7750-4FE1-B981-0E8A2BBA91F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3447D14B-18B6-48B9-9174-A92712C2EE4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F00500-286F-4CAD-902A-A903A31B1FE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92C52040-C13B-43FE-971A-EB6F985A201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9753CD8-C848-44F6-A26C-222076ACD5EF}"/>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417DAB5E-5737-4591-8E5B-D5460E51FF6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D055D8-978F-48CE-B0A4-293AE9067558}"/>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9C80640-0824-47B7-8C3A-762BF910C60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6D1A6-4BF3-4F68-AD9C-539C046A789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92024F54-A59B-49EB-9A0C-C2AD31E327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5C57F62-08B6-49CC-AB7A-44446FDB5A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1EA152B-206D-4FCB-9DD1-465B6CE7C9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149124393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41F434B-E04F-46E8-9C9E-54BB29EDF5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DBAF787-A92F-4FB8-B7ED-7029BCDCE0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AB2E9D-DECA-4D74-9479-6E8A43EBC1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1B49D08D-3ED8-4481-AFAF-D7FBE9956E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10EE92-3E82-4594-B6EE-4231E060208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C27890B-A508-4E92-BD1C-14CD4289D8C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05B480-76E8-4A9A-A8EF-9830E1C3604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5A5FD76-21C5-433E-9D10-190A8E726F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D8CD383-0077-4313-A513-D26E0D3B0666}"/>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F98BD54F-0966-43C3-A00C-8B68898F223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EA062B-2215-425D-9EDA-6617B2D42A3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ADC160-3174-43B2-AB97-EF8E09E88A7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EBDCEDC8-42C7-49F5-B35C-D498F34B2DF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CF493B-027C-45BC-B18C-C08DC3F94B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B7E431E-AB64-4C77-A670-F549C1943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56594756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9B32719-3985-4785-92FC-78B487B22E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EBFE099-12AB-4542-BAA4-24F7B42D6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2574FB0-C6EA-4483-8718-AF192A5B737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2F4F37CF-7D11-4619-B59D-9ABF048455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318ED0-9F59-4B68-A236-9B142871DCB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5DA7B59A-4060-4E30-AA79-762596D885D4}"/>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AE6A7D-3828-424C-A402-D6D01BDD626D}"/>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9A2F5EC-933A-461C-8FEE-FFB750AF77C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84249C0-A4B6-4E82-9B18-8F32832682C9}"/>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D6F2F26-E08D-4EF8-A74F-78FA240FEE0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3AD6D318-72B9-4FC7-818E-E10B65919CE4}"/>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100DD8E-6F64-446D-A068-64D3E0682ED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5B34ECDF-F6F6-4970-8E5D-3E3E051B8214}"/>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E64AC8-EDC5-4CDA-8730-23BC6B67D04D}"/>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BF3674A2-B37B-43D9-87DE-84BAE366B313}"/>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A07F98D-54CD-45C9-95F9-3972B28C87E2}"/>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73B3AB7D-FD16-4A80-8CE3-0DF5119B180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72A270C-F935-45F4-8C1B-13DB19ECC874}"/>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88C714F9-DF29-4DC9-A6B7-B625654B31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0360EAB-C31D-4C5F-85F9-2A7EBC597E1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95F01E6-52F3-4993-B022-F94D01FBBEC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16799178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1C222C-072C-4847-B573-6974D5B511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DD00AC-B313-480B-8C07-1C8744F063C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3C030C-451E-47DB-AAE9-F0F22B1E18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B22A8258-73A6-4853-9644-68F5534D51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F37A22-19EA-40EF-B94C-ABAA11B91D9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65766C4E-8D8E-49DB-BFBE-D503A2FA8DDD}"/>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6F18C3C-2002-4814-9E77-04A0425FE15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A400986-5300-47DE-B0C0-9D008B43268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B989BF96-B937-4A05-A6FD-6DFFF324D58F}"/>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E829912-0282-4892-80EA-B861D53B01A7}"/>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D90E202-F03E-4995-A6A9-463C0501D841}"/>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2090BC-EE2D-464B-B629-DA321931BB35}"/>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8570043-84D2-4AAC-A094-8CBE423235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96B1271-B27C-409B-A61F-EC56569535E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E923566-EC83-4839-AFAF-F3EF5C99A7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10284066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61403F7-7722-4B1C-A1DF-8E8CF9393E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732396-5F50-45DF-8FDF-8BDD3A7B0CE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E2FD62-C45A-4D80-BF4F-8E275EFD07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A58BFFD-C760-47BF-A5DF-915BB3BA00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A52F1A-24BD-408A-A2BE-5F02811DAA8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1A61F42C-A830-42A6-A37F-F8B5D345397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D10590-BEBB-4DCF-88AC-F045AEB75AC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FA9A70F6-0D31-45AA-8CAE-1148759EACF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FF2CEB6-D16D-4A69-9EBD-044ABB7A7942}"/>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9C01216-95F3-4E9F-B07F-375E5060C46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41ECFE3D-83BC-47A2-9E31-ECB5FF77DE9A}"/>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C7EA30-9A6D-4B7D-8F14-F8B5420B015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3141EAC0-AF93-4638-BBCA-0B9B044D8F8D}"/>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CEEC35-6BAC-4A4E-A3E4-9CB8F2F2254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4E16EA3E-ACED-43B3-AA5A-69AD7F15CAF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8FDB0C7-E93C-4A81-8FF1-74FB55456A7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5D8D9FA0-442E-46EC-AE99-7675C5CB697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E9F789A-2EF5-4B9C-A2A4-3E066BACCF5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DC88E967-2A1B-402C-B763-DA754DAA5E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B893414-57B5-4593-82F8-A0629CA245F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B80FD4B-8064-43EF-94B2-00F684472B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92541989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9593B42-38C6-46A1-8747-3D8E04634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C3FF655-38ED-44C7-8B58-7BE79CB0110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50F691-75F4-4131-8FC7-EDBFBB1DB4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20A17E44-0265-41A2-8F79-5F7210B863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48A99D-5B2C-4724-BDF9-E9F0F7231F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985D5D58-B1E5-417E-93A6-A7E20C74C9B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54D4A66-C5BA-45E8-B81F-76340306DAB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9134E280-05EC-413F-8945-9533ACD1286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E98BCC0E-AE42-4B6E-90A8-CA4D96662B30}"/>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4186C3EE-F478-4F1A-B73E-461121449F9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27F548C3-5DAD-4F3D-8F04-FB3958F62B0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28E10E-A452-4F30-A82E-596409E61323}"/>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71559D14-473D-4C8A-9FDB-87570A1174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22D7A67-69BF-44E6-8CBD-D5552B9EFE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65A4EA3-58D5-45F4-B43A-615944627D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4151935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EDEC36-3D14-4E86-BF3A-8C07DFDC5C7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AA5DF21-816E-4B94-A205-B55C7F189E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5E57F-E7A2-4670-B279-DCDF09FBE6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36BE166-244B-4C72-A7BB-9A9F7F5898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F4DD7D-3BC9-4BCA-B024-340D3E7457F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E5235135-510C-45ED-8763-0F2CA6BC894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33FE879-4B08-4DED-A9E9-E3AB90EE5B4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ABE9E529-8664-4AFE-A30A-A5E9104B06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1F7F49-8EDE-47BE-BA4D-61286563AA6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3908D6A5-4CE3-4FB7-AECE-E0917E34A18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9B480C-3C21-41F6-BEFA-132914FCA88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E64B3F5F-4020-4D45-8EA5-18C049D12D0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4CB8F3-B4CC-4826-9D30-4FA33283D64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44528C32-9298-41D4-87C7-83354F14151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D22A42-48EB-46FE-8F4C-A80AE959521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CF4E808F-51D4-40E7-A083-86F05111661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3B3C70-28D4-473C-AD8B-BA03DD1B24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1616BEF-C92A-4BAB-A9A3-D1777FCFAB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67993720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37E8BD-F4AA-4724-B570-6700883752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5E481CB-046A-485D-BD6B-00763A81B98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33098E3-EA46-41EE-A43A-6E15C7D63F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0AFB7E52-D142-49E4-B860-A3C624187E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7FBE99-07A7-43BC-9302-0E8EFBB2866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A8CDBF95-97D4-4B80-9402-3E5B3189D6C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8FE1C70C-1290-46E9-8E08-5CD9B01EFA1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C615E3E-9BBA-439D-81B1-9B1C7C3B88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DB8FCDE-EB84-430B-A6F3-487B12D4CC3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D587CDA8-0ED3-4F6F-8AD8-EC5D3B3410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742FD4-7782-4245-BF2E-FF55ADE483A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9B7A42-2EB9-467B-BB62-E01F6F742D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597311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4C01298-9ED9-4F94-87BD-263F239FB03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7052F41-BEE6-41EA-9394-643106B6332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07E492-DDE0-4BB1-A146-FB3C732636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808AE759-952B-4302-A82F-DBFE24D150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B42EDB-DD62-4B08-B939-DE7C2C4F94F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2ACE9F91-1623-4AEC-A012-88EC73CDE34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1439C9E-A0A3-4050-B370-B683D9DFD5F5}"/>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2344C04F-57FC-478B-9684-7CC4D6A0B996}"/>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8B68E483-0049-463E-90D7-6814280EEB7E}"/>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70A8D2-0ED0-4371-A318-1838F48CF38C}"/>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B5AB7E3A-092B-47ED-9195-D3EE396031BF}"/>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CD9C0B-CFD5-4FBA-B2E6-19A8179EFBAB}"/>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B29DA419-3CF2-4C1C-A63F-43499FC76C7A}"/>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5CDD87-CB95-4F14-BC18-99989E69F4A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B85BDFC7-BDE2-4785-B3FF-7F6661EF42E0}"/>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CD19549-4FA1-44A3-953B-DBD3F18A8690}"/>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D85C9C89-51C6-4DF6-8936-406CDDACCF74}"/>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0D97E08-B57B-4FE4-9E3B-5EBAE4DE7689}"/>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0CF900A-1B48-445B-87C1-5DD976BD39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D738710-35A4-46F3-9E9C-AE59B19FFCE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E99A581-B672-4160-8641-ED4AA9F002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41500108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9E8108B-3518-4CD2-9949-092596F248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AB5CD3E-F823-4E5E-B062-2B08A53A77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B118096-4A94-4706-90A2-B287471C50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29B609D9-7C1A-4CAC-9842-471490D474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9CFC6A-76D1-4553-A680-18E0F1CC05CE}"/>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869EF0C1-01B2-4FB8-BAEB-EC4808EFE2E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C17BFFB-68D9-4790-81DA-64925C0C741E}"/>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1095D84F-A9AB-4F00-843D-F1715B24B64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1D79DEA-3FE6-4741-90C7-C1ABC1146762}"/>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149D9175-5739-4976-A7C2-E19BB3128C0C}"/>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DA3EEEA-654B-439D-996B-620BA0FFACF8}"/>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E7339D-C2B2-41E9-95C5-FDF9FC4C686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664DC1C3-5836-4209-8E51-4CE1A6DE6C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1D1A516-12DD-4E6A-A71B-250E981A5E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B966A64-A989-4B69-9ED1-26D77E7B9F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1854566378"/>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1EA4ECB-2E5A-4989-9114-C669837D301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563F0EE-E21F-4C6C-B30C-B7B6FFB169B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922B885-B5A0-4C6D-BA1E-96106FA2CB4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xmlns:a="http://schemas.openxmlformats.org/drawingml/2006/main">
              <a:ext uri="{FF2B5EF4-FFF2-40B4-BE49-F238E27FC236}">
                <a16:creationId xmlns:a16="http://schemas.microsoft.com/office/drawing/2014/main" id="{0E248416-EF87-44C4-B494-5AF730A294B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4CD60-CE49-47EA-971C-84AFEE1E63B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DDB13008-E4A1-4649-B4B0-EA8F0605123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09DF16-2C0D-42B9-8896-B9CDAF16A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xmlns:a="http://schemas.openxmlformats.org/drawingml/2006/main">
              <a:ext uri="{FF2B5EF4-FFF2-40B4-BE49-F238E27FC236}">
                <a16:creationId xmlns:a16="http://schemas.microsoft.com/office/drawing/2014/main" id="{D21ABC3A-DD81-4C39-AAA8-3E9F300FB91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817FFF-C14E-447A-939C-13DF2A24F34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1FF55250-F0C6-4C0E-A8DB-61D5A686A82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F28454-10E9-45C6-9604-86AC270B14A0}"/>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xmlns:a="http://schemas.openxmlformats.org/drawingml/2006/main">
              <a:ext uri="{FF2B5EF4-FFF2-40B4-BE49-F238E27FC236}">
                <a16:creationId xmlns:a16="http://schemas.microsoft.com/office/drawing/2014/main" id="{B2547653-3A33-4A16-9227-B6A9FE4BFB0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1810B1C-C152-40F5-A9E2-8AF11672D5A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xmlns:a="http://schemas.openxmlformats.org/drawingml/2006/main">
              <a:ext uri="{FF2B5EF4-FFF2-40B4-BE49-F238E27FC236}">
                <a16:creationId xmlns:a16="http://schemas.microsoft.com/office/drawing/2014/main" id="{104B2DBA-D31C-456C-B3F5-EA1AD53EFE8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66105A-CECC-4D9A-B08A-31F335EB00A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xmlns:a="http://schemas.openxmlformats.org/drawingml/2006/main">
              <a:ext uri="{FF2B5EF4-FFF2-40B4-BE49-F238E27FC236}">
                <a16:creationId xmlns:a16="http://schemas.microsoft.com/office/drawing/2014/main" id="{96DDCD6F-D64B-487D-949B-67E739A30B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4C644D8-5575-40F8-A83B-75E31F31D3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F1993CD-86D2-46DD-BBDA-CED8B52E0B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p14:creationId xmlns:p14="http://schemas.microsoft.com/office/powerpoint/2010/main" val="89225075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05E5695-48D1-4EC1-95D5-70F22AE6F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194035F-2DA5-4F92-A770-88974EA443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6E24073-F60A-4916-8236-4D8B789756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xmlns:a="http://schemas.openxmlformats.org/drawingml/2006/main">
              <a:ext uri="{FF2B5EF4-FFF2-40B4-BE49-F238E27FC236}">
                <a16:creationId xmlns:a16="http://schemas.microsoft.com/office/drawing/2014/main" id="{FD04C4C7-C5C4-4F55-9AE0-D43E7615EA5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97C877-3A3F-497B-9614-3616231D5FB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12DB7AC7-5D97-42F4-99AC-A275D5F3AE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xmlns:a="http://schemas.openxmlformats.org/drawingml/2006/main">
              <a:ext uri="{FF2B5EF4-FFF2-40B4-BE49-F238E27FC236}">
                <a16:creationId xmlns:a16="http://schemas.microsoft.com/office/drawing/2014/main" id="{ED6A4CD0-EB83-4972-BBED-29CBC2B2CD6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2C71E08-3717-4361-B909-4DC61CD1A53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6BEFF45-A87B-4C2B-AE56-F8D6D651A12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 순회하며 모든 부분집합에 하나씩 대응한다.</a:t>
            </a:r>
          </a:p>
        </p:txBody>
      </p:sp>
      <p:sp>
        <p:nvSpPr>
          <p:cNvPr id="10" name="">
            <a:extLst xmlns:a="http://schemas.openxmlformats.org/drawingml/2006/main">
              <a:ext uri="{FF2B5EF4-FFF2-40B4-BE49-F238E27FC236}">
                <a16:creationId xmlns:a16="http://schemas.microsoft.com/office/drawing/2014/main" id="{45335E69-FFB5-4F85-856E-BED40BE1EA0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59CDCD-03DC-4CD2-95BC-1C8C41656B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C9C18EC-A415-485D-A48C-6791B4C0D3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p14:creationId xmlns:p14="http://schemas.microsoft.com/office/powerpoint/2010/main" val="10337529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8F243B-583A-4778-B245-CC43843F2F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871BF41-6B84-40F9-9B53-FDBED47554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B78672-273F-4DB0-BC1D-F11BD2046B8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532C27B2-37A2-48B1-B46B-40BAD61885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6E73C4-146C-4854-8E77-019F5CACC9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C0F2FF6-61CD-4FAB-8B03-81CC45D1286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1AF3A0-BB55-4677-A047-CF4230FA8BA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6C7EA30B-E367-40C2-B7A9-476A775295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B7DA0A-5D8A-410C-8464-3BB87931100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ACFA8891-CD9B-4EBB-957F-577DEBFFFF7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89D79D2-2715-4741-A5EA-5315736377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0C97E829-0CF0-4BF7-855C-2FFBDECB758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CC4FFA3-FEC0-478D-9368-5A97077FB8B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E5B3E44F-2BA2-4F4F-AB78-0153E2F6BEC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0F20908-B1F6-4B62-A587-2F72CE63440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AAC65CC0-16E4-47C4-917A-6D42630273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FF9CA87-CFC4-4EE5-A264-53BA944006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B587A55-3116-47C2-9C0D-AC7F63E8326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1399533504"/>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8EE0CD-2826-49F4-8208-C7A8F2AB40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60CB188-F7BF-4A99-B3C8-30DC733193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B524F8-09CB-483F-A33F-0A37B11F9A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7DC1F4C7-2C37-40BB-8CBB-3A1F69855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327412-58F9-4897-8E15-007359D065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58F9AF49-B353-4C99-8C98-B80B022FC34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35301299-049A-4A56-8A9C-9981D120E160}"/>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98B8FEC-E40A-458A-8F89-0A5BE9B13ABD}"/>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9A0865A-7E97-4A23-BE50-ADD182A8C5B3}"/>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3647A6B7-F9CF-421E-9E57-3CB368C555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B424F8-C845-43BB-B59F-6AC1A220A3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B1DE051-64C8-42AF-8C4D-E261AC4A14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81223034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04163D2-5923-432D-A8B8-B1FA1E8A39B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24FBED-D859-414B-958E-885C7C5CD1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D22BF87-3AA3-483A-9F7D-559A5F112F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xmlns:a="http://schemas.openxmlformats.org/drawingml/2006/main">
              <a:ext uri="{FF2B5EF4-FFF2-40B4-BE49-F238E27FC236}">
                <a16:creationId xmlns:a16="http://schemas.microsoft.com/office/drawing/2014/main" id="{2C218001-62C7-41D3-AF95-DA7023E15B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6FD6BA-EE8B-461B-B0BE-F99D6461187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C5D9AA3A-5C7B-4A7A-AF9D-1AEF6FA1FC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CE769E-596C-4B64-9619-64C0BFFC1AB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xmlns:a="http://schemas.openxmlformats.org/drawingml/2006/main">
              <a:ext uri="{FF2B5EF4-FFF2-40B4-BE49-F238E27FC236}">
                <a16:creationId xmlns:a16="http://schemas.microsoft.com/office/drawing/2014/main" id="{32EA6784-5F42-4787-B606-E72221E66A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179573-68EC-422B-8D29-F0D4FAC487B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xmlns:a="http://schemas.openxmlformats.org/drawingml/2006/main">
              <a:ext uri="{FF2B5EF4-FFF2-40B4-BE49-F238E27FC236}">
                <a16:creationId xmlns:a16="http://schemas.microsoft.com/office/drawing/2014/main" id="{4F5EF82B-713A-41D9-B5C7-58AAB9B109E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23EB2-455D-4DEE-B08E-32D2F0745EE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xmlns:a="http://schemas.openxmlformats.org/drawingml/2006/main">
              <a:ext uri="{FF2B5EF4-FFF2-40B4-BE49-F238E27FC236}">
                <a16:creationId xmlns:a16="http://schemas.microsoft.com/office/drawing/2014/main" id="{3A3B3016-1DD6-4225-B508-24AD3A9329A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A0741E-8108-4968-856F-5D29C81A37C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xmlns:a="http://schemas.openxmlformats.org/drawingml/2006/main">
              <a:ext uri="{FF2B5EF4-FFF2-40B4-BE49-F238E27FC236}">
                <a16:creationId xmlns:a16="http://schemas.microsoft.com/office/drawing/2014/main" id="{5A626B35-3437-4E2F-88E4-52BFBC6E06E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A0FD67C-12F5-45F4-98A0-0ED5BE7F882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xmlns:a="http://schemas.openxmlformats.org/drawingml/2006/main">
              <a:ext uri="{FF2B5EF4-FFF2-40B4-BE49-F238E27FC236}">
                <a16:creationId xmlns:a16="http://schemas.microsoft.com/office/drawing/2014/main" id="{9EB07D3F-DADB-4EB5-911E-41844C366F1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F1BB1B-CB0A-4158-ACA1-48312973FD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5DEA042-64EF-43DB-832C-7AD2005803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p14:creationId xmlns:p14="http://schemas.microsoft.com/office/powerpoint/2010/main" val="146797271"/>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5CC055-3FEE-4EBF-891E-37BF34E90C9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87EA717-61AE-4CC9-8396-77BDE3C30D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26E734E-A203-4254-B1F2-DD37C10792D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xmlns:a="http://schemas.openxmlformats.org/drawingml/2006/main">
              <a:ext uri="{FF2B5EF4-FFF2-40B4-BE49-F238E27FC236}">
                <a16:creationId xmlns:a16="http://schemas.microsoft.com/office/drawing/2014/main" id="{FF27DA62-170F-4C08-B148-E05664A470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64A711-5077-4CEC-BA16-7FF8A3110AB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A7D5EA79-F9CF-41E8-8821-B8CBF4BA2B5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xmlns:a="http://schemas.openxmlformats.org/drawingml/2006/main">
              <a:ext uri="{FF2B5EF4-FFF2-40B4-BE49-F238E27FC236}">
                <a16:creationId xmlns:a16="http://schemas.microsoft.com/office/drawing/2014/main" id="{2D48D3DA-79FE-4C3C-8FCF-B623501E4B6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4AD9B60-836D-4F76-A3DA-EB187567094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D4F0F95-8F0A-4DD1-A599-715D8613E4C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 크며 이 장에서 다루는 세 가지 폭발 유형 중 가장 가파르다.</a:t>
            </a:r>
          </a:p>
        </p:txBody>
      </p:sp>
      <p:sp>
        <p:nvSpPr>
          <p:cNvPr id="10" name="">
            <a:extLst xmlns:a="http://schemas.openxmlformats.org/drawingml/2006/main">
              <a:ext uri="{FF2B5EF4-FFF2-40B4-BE49-F238E27FC236}">
                <a16:creationId xmlns:a16="http://schemas.microsoft.com/office/drawing/2014/main" id="{DC6661F5-876D-4BDA-A44C-D6D3949138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84BC06-B1EC-439A-A575-256BA33868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08A32B-F306-486A-AF5A-2393D526554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p14:creationId xmlns:p14="http://schemas.microsoft.com/office/powerpoint/2010/main" val="17810291"/>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76AE43-8807-4A65-98B9-DF057FCAF0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8DC967B-9BF4-4CA6-8040-4B4A4C604D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26BA1D-AEA6-4FC4-A3E1-3301BA5FFA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xmlns:a="http://schemas.openxmlformats.org/drawingml/2006/main">
              <a:ext uri="{FF2B5EF4-FFF2-40B4-BE49-F238E27FC236}">
                <a16:creationId xmlns:a16="http://schemas.microsoft.com/office/drawing/2014/main" id="{1B631A69-1ECE-48A3-B01C-5A7ACF70703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3FB220-BBB5-4767-ABBE-62304E8D866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D058B136-A398-4BC6-83F8-A1FC5BA1603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236457-1D0E-464C-887C-253FFF19AD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xmlns:a="http://schemas.openxmlformats.org/drawingml/2006/main">
              <a:ext uri="{FF2B5EF4-FFF2-40B4-BE49-F238E27FC236}">
                <a16:creationId xmlns:a16="http://schemas.microsoft.com/office/drawing/2014/main" id="{526985E6-698E-4F20-BE9B-95240FA3D33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695E19-6984-48FA-9C1A-0252FE3EEC0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xmlns:a="http://schemas.openxmlformats.org/drawingml/2006/main">
              <a:ext uri="{FF2B5EF4-FFF2-40B4-BE49-F238E27FC236}">
                <a16:creationId xmlns:a16="http://schemas.microsoft.com/office/drawing/2014/main" id="{50E037A2-9372-46DE-AE64-71EFFFFF292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F0DE1-AA5A-43C6-B487-E013B8C3BA1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F5E23518-B92E-475F-B72F-35423253878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7B87A42-DE9D-4FDC-89C4-1FF9C9A737F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xmlns:a="http://schemas.openxmlformats.org/drawingml/2006/main">
              <a:ext uri="{FF2B5EF4-FFF2-40B4-BE49-F238E27FC236}">
                <a16:creationId xmlns:a16="http://schemas.microsoft.com/office/drawing/2014/main" id="{344B1B76-6520-46DC-B3E7-A98FBB0DFB9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CE8646-BF33-4892-B40D-69D39B2D564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xmlns:a="http://schemas.openxmlformats.org/drawingml/2006/main">
              <a:ext uri="{FF2B5EF4-FFF2-40B4-BE49-F238E27FC236}">
                <a16:creationId xmlns:a16="http://schemas.microsoft.com/office/drawing/2014/main" id="{DDBF43D5-3042-455E-AA47-0A536A65C86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BFEB59C-7DA4-45FB-85BC-619E0E9AD5B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32E7128-91E4-40E9-881B-C8990CBC49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p14:creationId xmlns:p14="http://schemas.microsoft.com/office/powerpoint/2010/main" val="96111497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B4DE4B-A2CA-44FF-8821-9C946B3D0B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1C652A-4906-4CA7-9D70-8E2A9631C9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068E333-667B-4984-ABD3-8C01CFFC51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xmlns:a="http://schemas.openxmlformats.org/drawingml/2006/main">
              <a:ext uri="{FF2B5EF4-FFF2-40B4-BE49-F238E27FC236}">
                <a16:creationId xmlns:a16="http://schemas.microsoft.com/office/drawing/2014/main" id="{FE0D503A-C07F-4766-8E48-F8EBF1E1354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455BB7-AF1F-4C0F-9A97-4312DEE352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70D278B1-3FB4-48DB-A9AB-0530EFFC361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xmlns:a="http://schemas.openxmlformats.org/drawingml/2006/main">
              <a:ext uri="{FF2B5EF4-FFF2-40B4-BE49-F238E27FC236}">
                <a16:creationId xmlns:a16="http://schemas.microsoft.com/office/drawing/2014/main" id="{9276212E-DF71-434A-862B-DD980BBC11C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D4F90C1-5E9D-437A-8475-54664AD01C7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8D1856-6292-45DA-8E4C-C63B0A1A9BC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 나열하는 구조에서 나타난다.</a:t>
            </a:r>
          </a:p>
        </p:txBody>
      </p:sp>
      <p:sp>
        <p:nvSpPr>
          <p:cNvPr id="10" name="">
            <a:extLst xmlns:a="http://schemas.openxmlformats.org/drawingml/2006/main">
              <a:ext uri="{FF2B5EF4-FFF2-40B4-BE49-F238E27FC236}">
                <a16:creationId xmlns:a16="http://schemas.microsoft.com/office/drawing/2014/main" id="{25503B89-DE04-4D1C-8019-2F690F7472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52FE9D-E04C-4F4E-B38C-ED3B9308C9D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D94779F-D74F-4CC1-8D34-1CBDE12385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p14:creationId xmlns:p14="http://schemas.microsoft.com/office/powerpoint/2010/main" val="195005660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9A2891-EF8E-44CD-8F27-51FBA10A54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189A0BDA-5E6B-4174-B836-B4CB15FAA8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AEC6829-80C4-470C-97A9-4850F89D95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xmlns:a="http://schemas.openxmlformats.org/drawingml/2006/main">
              <a:ext uri="{FF2B5EF4-FFF2-40B4-BE49-F238E27FC236}">
                <a16:creationId xmlns:a16="http://schemas.microsoft.com/office/drawing/2014/main" id="{1DC11156-55CE-4B7C-BDBD-A78C1D7F78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620AAA-B1A9-45BC-9FE2-A9A273DF63E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6BF443DE-4239-4A7F-B079-AFFC70525E1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7A3E113-A522-4906-8CE6-8E287BB7BA9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xmlns:a="http://schemas.openxmlformats.org/drawingml/2006/main">
              <a:ext uri="{FF2B5EF4-FFF2-40B4-BE49-F238E27FC236}">
                <a16:creationId xmlns:a16="http://schemas.microsoft.com/office/drawing/2014/main" id="{AAEF8CF8-C4F1-44DC-8973-0AC14BD7ECE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77070C-731A-49CD-B2B6-C3BCDFD96D8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xmlns:a="http://schemas.openxmlformats.org/drawingml/2006/main">
              <a:ext uri="{FF2B5EF4-FFF2-40B4-BE49-F238E27FC236}">
                <a16:creationId xmlns:a16="http://schemas.microsoft.com/office/drawing/2014/main" id="{4A9CA99B-1684-4E88-A83F-59387456617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A41142-FA20-4001-99E5-C4512AA6B8C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xmlns:a="http://schemas.openxmlformats.org/drawingml/2006/main">
              <a:ext uri="{FF2B5EF4-FFF2-40B4-BE49-F238E27FC236}">
                <a16:creationId xmlns:a16="http://schemas.microsoft.com/office/drawing/2014/main" id="{38BB5916-AADD-40E1-A3AB-48D7B1CFCD9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88A62B-574D-4194-A4DF-65287B8F320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xmlns:a="http://schemas.openxmlformats.org/drawingml/2006/main">
              <a:ext uri="{FF2B5EF4-FFF2-40B4-BE49-F238E27FC236}">
                <a16:creationId xmlns:a16="http://schemas.microsoft.com/office/drawing/2014/main" id="{7E98F4FB-F0AE-46FE-831A-1D0ACD6A613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9F66CE9-81B4-4C1F-B32E-01C63ED0C73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xmlns:a="http://schemas.openxmlformats.org/drawingml/2006/main">
              <a:ext uri="{FF2B5EF4-FFF2-40B4-BE49-F238E27FC236}">
                <a16:creationId xmlns:a16="http://schemas.microsoft.com/office/drawing/2014/main" id="{F269C52D-61D1-44E7-BF12-2D0B49B8BD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D2B1B-8B7C-48A7-BCDD-A5A302BA77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E37E714-AB21-4AF7-BCB0-B992EA6A92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p14:creationId xmlns:p14="http://schemas.microsoft.com/office/powerpoint/2010/main" val="448182447"/>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BB8A5A-F5E3-4D13-BC69-C52F63D664C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8B295A0-7093-4518-A79C-E62ACE71C4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74C7D-8D93-4848-9B80-95AF715BAEA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xmlns:a="http://schemas.openxmlformats.org/drawingml/2006/main">
              <a:ext uri="{FF2B5EF4-FFF2-40B4-BE49-F238E27FC236}">
                <a16:creationId xmlns:a16="http://schemas.microsoft.com/office/drawing/2014/main" id="{123CBC4C-C15A-4294-9396-B83D44CDBD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768691-D4DC-4367-871C-E4707D94179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A92D4D54-4E96-4915-A82B-4ECB079E8BDE}"/>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xmlns:a="http://schemas.openxmlformats.org/drawingml/2006/main">
              <a:ext uri="{FF2B5EF4-FFF2-40B4-BE49-F238E27FC236}">
                <a16:creationId xmlns:a16="http://schemas.microsoft.com/office/drawing/2014/main" id="{400C98A8-57A0-4836-B992-7393E4A6D8EA}"/>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B0293C2-DC6B-412C-82CC-C463D3A6AC19}"/>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9BA0DC-BF8E-4D6D-BD7D-860F3D04D607}"/>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 n개면 2ⁿ가지가 되는 구조다.</a:t>
            </a:r>
          </a:p>
        </p:txBody>
      </p:sp>
      <p:sp>
        <p:nvSpPr>
          <p:cNvPr id="10" name="">
            <a:extLst xmlns:a="http://schemas.openxmlformats.org/drawingml/2006/main">
              <a:ext uri="{FF2B5EF4-FFF2-40B4-BE49-F238E27FC236}">
                <a16:creationId xmlns:a16="http://schemas.microsoft.com/office/drawing/2014/main" id="{79770765-62F1-4D20-ACD6-C1D2C80C78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2E813C6-DF38-4924-B10C-23FA239C627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CEAC708-C62B-46FC-B77A-EC0C9BF918D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p14:creationId xmlns:p14="http://schemas.microsoft.com/office/powerpoint/2010/main" val="510051553"/>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E31E99F-6DB1-4781-9CA4-E7436EB4B3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C3F16D0-9152-4F54-8558-C1DC8221C23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52ECD50-0C9E-419C-9669-ED345A0360F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E06D9F87-4326-4ED1-9C0A-69E860FE95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417CBD-A3D9-4F29-A321-163B301965F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10! 의 값에 가장 가까운 것은?</a:t>
            </a:r>
          </a:p>
        </p:txBody>
      </p:sp>
      <p:sp>
        <p:nvSpPr>
          <p:cNvPr id="6" name="">
            <a:extLst xmlns:a="http://schemas.openxmlformats.org/drawingml/2006/main">
              <a:ext uri="{FF2B5EF4-FFF2-40B4-BE49-F238E27FC236}">
                <a16:creationId xmlns:a16="http://schemas.microsoft.com/office/drawing/2014/main" id="{ABCD5367-8CFF-49F6-949B-1C79510FFB5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81BA8D5-14C9-4CD3-B593-45440446502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약 1,024</a:t>
            </a:r>
          </a:p>
        </p:txBody>
      </p:sp>
      <p:sp>
        <p:nvSpPr>
          <p:cNvPr id="8" name="">
            <a:extLst xmlns:a="http://schemas.openxmlformats.org/drawingml/2006/main">
              <a:ext uri="{FF2B5EF4-FFF2-40B4-BE49-F238E27FC236}">
                <a16:creationId xmlns:a16="http://schemas.microsoft.com/office/drawing/2014/main" id="{300A2248-63B9-4F9E-A30A-21F9B1F6333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EB9CCC-3243-4595-A8EA-557285A22E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약 360만</a:t>
            </a:r>
          </a:p>
        </p:txBody>
      </p:sp>
      <p:sp>
        <p:nvSpPr>
          <p:cNvPr id="10" name="">
            <a:extLst xmlns:a="http://schemas.openxmlformats.org/drawingml/2006/main">
              <a:ext uri="{FF2B5EF4-FFF2-40B4-BE49-F238E27FC236}">
                <a16:creationId xmlns:a16="http://schemas.microsoft.com/office/drawing/2014/main" id="{16215F84-9E8D-4DB3-8046-52D0130EE6A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70B06C-C5A3-4562-86E7-F8CA99D08B9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약 10만</a:t>
            </a:r>
          </a:p>
        </p:txBody>
      </p:sp>
      <p:sp>
        <p:nvSpPr>
          <p:cNvPr id="12" name="">
            <a:extLst xmlns:a="http://schemas.openxmlformats.org/drawingml/2006/main">
              <a:ext uri="{FF2B5EF4-FFF2-40B4-BE49-F238E27FC236}">
                <a16:creationId xmlns:a16="http://schemas.microsoft.com/office/drawing/2014/main" id="{C0374CEC-1C2E-400E-A52D-605B2380ACE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85BEDF-1399-4DA4-9F1B-FCC9D43B778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약 1억</a:t>
            </a:r>
          </a:p>
        </p:txBody>
      </p:sp>
      <p:sp>
        <p:nvSpPr>
          <p:cNvPr id="14" name="">
            <a:extLst xmlns:a="http://schemas.openxmlformats.org/drawingml/2006/main">
              <a:ext uri="{FF2B5EF4-FFF2-40B4-BE49-F238E27FC236}">
                <a16:creationId xmlns:a16="http://schemas.microsoft.com/office/drawing/2014/main" id="{52085483-5A83-48F8-8835-F5882C526AB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B32FFA-4706-46FD-9319-FAF8ACF3167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약 100억</a:t>
            </a:r>
          </a:p>
        </p:txBody>
      </p:sp>
      <p:sp>
        <p:nvSpPr>
          <p:cNvPr id="16" name="">
            <a:extLst xmlns:a="http://schemas.openxmlformats.org/drawingml/2006/main">
              <a:ext uri="{FF2B5EF4-FFF2-40B4-BE49-F238E27FC236}">
                <a16:creationId xmlns:a16="http://schemas.microsoft.com/office/drawing/2014/main" id="{89AF3BF8-6B2B-4C87-AF8A-8015693AE1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B96B6E-7C7A-4885-AEC7-6F5AE72F13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20ABBA-30A8-4C43-B69B-BF23EF94BD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146341290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1D308B-5217-4889-9D8B-6116FDC686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0EF0CE6-FD03-44F7-AC90-1399C5D6BCA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26F93E-1106-4FDB-85BA-D4CE1F10AD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626AFB7C-D137-4672-B825-B24F96E6A1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2D11A-61A6-47D1-B731-915A1673699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10! 의 값에 가장 가까운 것은?</a:t>
            </a:r>
          </a:p>
        </p:txBody>
      </p:sp>
      <p:sp>
        <p:nvSpPr>
          <p:cNvPr id="6" name="">
            <a:extLst xmlns:a="http://schemas.openxmlformats.org/drawingml/2006/main">
              <a:ext uri="{FF2B5EF4-FFF2-40B4-BE49-F238E27FC236}">
                <a16:creationId xmlns:a16="http://schemas.microsoft.com/office/drawing/2014/main" id="{7D8A50C9-E360-4178-9514-B3E7A494018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약 360만</a:t>
            </a:r>
          </a:p>
        </p:txBody>
      </p:sp>
      <p:sp>
        <p:nvSpPr>
          <p:cNvPr id="7" name="">
            <a:extLst xmlns:a="http://schemas.openxmlformats.org/drawingml/2006/main">
              <a:ext uri="{FF2B5EF4-FFF2-40B4-BE49-F238E27FC236}">
                <a16:creationId xmlns:a16="http://schemas.microsoft.com/office/drawing/2014/main" id="{0813C199-5B0B-4B1D-B086-E8AA46CDFA8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1694349-CB1E-4418-A60D-37B2480791B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406C6A-D5B2-4DDA-8CE5-07A9A707D4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 3,628,800으로 약 360만이다. 같은 n에서 2¹⁰ 은 1,024에 불과하므로 팩토리얼이 지수보다 훨씬 빠르게 커진다는 것을 알 수 있다.</a:t>
            </a:r>
          </a:p>
        </p:txBody>
      </p:sp>
      <p:sp>
        <p:nvSpPr>
          <p:cNvPr id="10" name="">
            <a:extLst xmlns:a="http://schemas.openxmlformats.org/drawingml/2006/main">
              <a:ext uri="{FF2B5EF4-FFF2-40B4-BE49-F238E27FC236}">
                <a16:creationId xmlns:a16="http://schemas.microsoft.com/office/drawing/2014/main" id="{B08DD99B-BA5C-4719-859F-66CA223DB6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929BF1-96C0-49DF-A99A-14C30D1197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7C13F9-BB95-426D-BCF9-41B8BDD5314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15044075"/>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DE1B82C-A75F-46C4-AB38-D4989C9E7E7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6C06984-4E5E-4DBF-A9DF-06B010323EF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3C426E8-9BCF-49E3-A835-37E3407EBBD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xmlns:a="http://schemas.openxmlformats.org/drawingml/2006/main">
              <a:ext uri="{FF2B5EF4-FFF2-40B4-BE49-F238E27FC236}">
                <a16:creationId xmlns:a16="http://schemas.microsoft.com/office/drawing/2014/main" id="{A7AB2541-16B1-40C1-A165-37B63C5702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939FB7-D036-4394-86E7-43AB23D6D6A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7FD41E3D-5F1D-4F1D-8ACC-ABF313550390}"/>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AFF7DE5-5FA5-42B3-ACF7-243BED00C17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xmlns:a="http://schemas.openxmlformats.org/drawingml/2006/main">
              <a:ext uri="{FF2B5EF4-FFF2-40B4-BE49-F238E27FC236}">
                <a16:creationId xmlns:a16="http://schemas.microsoft.com/office/drawing/2014/main" id="{C3203944-6FB3-4C92-AB11-52CFBDBDABC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3B0D05-FD67-4090-84CF-4BD612AF8839}"/>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xmlns:a="http://schemas.openxmlformats.org/drawingml/2006/main">
              <a:ext uri="{FF2B5EF4-FFF2-40B4-BE49-F238E27FC236}">
                <a16:creationId xmlns:a16="http://schemas.microsoft.com/office/drawing/2014/main" id="{C46200C9-721E-4FC8-B194-706F061A15A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2B35AE-408A-4CE6-B9E3-A312D6E7961D}"/>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xmlns:a="http://schemas.openxmlformats.org/drawingml/2006/main">
              <a:ext uri="{FF2B5EF4-FFF2-40B4-BE49-F238E27FC236}">
                <a16:creationId xmlns:a16="http://schemas.microsoft.com/office/drawing/2014/main" id="{BB364550-9990-424F-83CF-0B22865BD0D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EF76AD3-C9B5-4F40-BDC1-357D79D2B09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xmlns:a="http://schemas.openxmlformats.org/drawingml/2006/main">
              <a:ext uri="{FF2B5EF4-FFF2-40B4-BE49-F238E27FC236}">
                <a16:creationId xmlns:a16="http://schemas.microsoft.com/office/drawing/2014/main" id="{5F05223A-00E9-4104-A878-DC4ECB6ADCB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BD86570-39FA-4176-99B1-6434C3FDE36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xmlns:a="http://schemas.openxmlformats.org/drawingml/2006/main">
              <a:ext uri="{FF2B5EF4-FFF2-40B4-BE49-F238E27FC236}">
                <a16:creationId xmlns:a16="http://schemas.microsoft.com/office/drawing/2014/main" id="{59299D4C-C4CD-493B-8CC0-E65F69C204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A59D4EF-3246-4299-91BE-5F91D85BC0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F2EFF18-FFEF-458C-9EF7-26590D80C7F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p14:creationId xmlns:p14="http://schemas.microsoft.com/office/powerpoint/2010/main" val="1664241168"/>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D7AB03-F335-4D16-81F9-ED7C911A162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E3083E1-1F51-4B5E-801D-09056610BC4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F310F5-0F2A-4442-BCEE-7790C75FD5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xmlns:a="http://schemas.openxmlformats.org/drawingml/2006/main">
              <a:ext uri="{FF2B5EF4-FFF2-40B4-BE49-F238E27FC236}">
                <a16:creationId xmlns:a16="http://schemas.microsoft.com/office/drawing/2014/main" id="{DF1069E9-9E9B-49D8-81BB-A2BCF6538D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FEA5B4-4C7F-4EC6-A145-92B66343DE1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578C9A95-18E0-4953-B5B9-C0D1DF478F7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xmlns:a="http://schemas.openxmlformats.org/drawingml/2006/main">
              <a:ext uri="{FF2B5EF4-FFF2-40B4-BE49-F238E27FC236}">
                <a16:creationId xmlns:a16="http://schemas.microsoft.com/office/drawing/2014/main" id="{B8D641A2-8C85-4609-A8D1-D98950C230A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893891C-5645-45CA-8A50-6790EACED4C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F227B0-328E-49AB-BBFC-B92386D7D9D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 100만, 8자리 1억으로 늘어난다.</a:t>
            </a:r>
          </a:p>
        </p:txBody>
      </p:sp>
      <p:sp>
        <p:nvSpPr>
          <p:cNvPr id="10" name="">
            <a:extLst xmlns:a="http://schemas.openxmlformats.org/drawingml/2006/main">
              <a:ext uri="{FF2B5EF4-FFF2-40B4-BE49-F238E27FC236}">
                <a16:creationId xmlns:a16="http://schemas.microsoft.com/office/drawing/2014/main" id="{A3E408A4-5647-4E52-B5E4-CCB2B50756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4ABC8F-769F-4707-A286-5EF396649C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98B4639-8705-4B6A-A9D9-76F4D38591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p14:creationId xmlns:p14="http://schemas.microsoft.com/office/powerpoint/2010/main" val="8161983"/>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EBCFA3C-506B-4CFA-8716-1600FCB50E5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4E7A0817-859F-4AA4-8FFA-8790BF3C34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8692DF5-6D12-4718-B68D-4E7867E3D3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xmlns:a="http://schemas.openxmlformats.org/drawingml/2006/main">
              <a:ext uri="{FF2B5EF4-FFF2-40B4-BE49-F238E27FC236}">
                <a16:creationId xmlns:a16="http://schemas.microsoft.com/office/drawing/2014/main" id="{7BB1ECD4-3223-44FE-9E92-DB49667A03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76E5FF-9F94-44CF-A746-172AA08F8B8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51F36B65-25D3-476A-81D6-7A28C90CCF8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32A069A-FC19-4C1E-A114-2EAB437A8EC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xmlns:a="http://schemas.openxmlformats.org/drawingml/2006/main">
              <a:ext uri="{FF2B5EF4-FFF2-40B4-BE49-F238E27FC236}">
                <a16:creationId xmlns:a16="http://schemas.microsoft.com/office/drawing/2014/main" id="{742498F0-D552-4897-A6C4-4041B474CCD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91144-EE07-481B-8D2D-26FA92C49D7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xmlns:a="http://schemas.openxmlformats.org/drawingml/2006/main">
              <a:ext uri="{FF2B5EF4-FFF2-40B4-BE49-F238E27FC236}">
                <a16:creationId xmlns:a16="http://schemas.microsoft.com/office/drawing/2014/main" id="{338F3B47-A1DA-4D51-8830-1DFC720B855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9899DF-077C-4E1B-A808-C82747BE1992}"/>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F773D515-C66D-4414-BFF9-C7BB55D92FB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2814FEF-F489-4F9A-BBCB-D17AA4BE1E8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5F5D453F-1F9F-47F6-87D7-E7B45614F87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6B8A141-E405-44B3-B7B8-E0B299961923}"/>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xmlns:a="http://schemas.openxmlformats.org/drawingml/2006/main">
              <a:ext uri="{FF2B5EF4-FFF2-40B4-BE49-F238E27FC236}">
                <a16:creationId xmlns:a16="http://schemas.microsoft.com/office/drawing/2014/main" id="{80E13C0A-9F5C-4BE0-8D14-02C3D307EA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CA3A5F-C482-4967-BC47-E4E1D146B9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297433F-89AD-4D94-98FF-8AC60CDB99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p14:creationId xmlns:p14="http://schemas.microsoft.com/office/powerpoint/2010/main" val="1955864110"/>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B5BC94-DCC3-42A2-B55D-6AE56D6D97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7BC3967-DD78-43D8-9D96-D8358FF93BA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501A8B-6EC6-4226-9BB1-839E82FC10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xmlns:a="http://schemas.openxmlformats.org/drawingml/2006/main">
              <a:ext uri="{FF2B5EF4-FFF2-40B4-BE49-F238E27FC236}">
                <a16:creationId xmlns:a16="http://schemas.microsoft.com/office/drawing/2014/main" id="{4D1112F7-6F63-4FAE-A78D-DFB42E2800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37ACFD-7E84-4C91-93BB-B809CD18605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620AF05D-BD70-4969-87D7-544EC873AE3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xmlns:a="http://schemas.openxmlformats.org/drawingml/2006/main">
              <a:ext uri="{FF2B5EF4-FFF2-40B4-BE49-F238E27FC236}">
                <a16:creationId xmlns:a16="http://schemas.microsoft.com/office/drawing/2014/main" id="{F82D521B-41A8-4D28-A9D2-AAE10021918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ED731E4-4611-414C-B450-5CB5FAB2DEA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EE3102-641B-455F-AC6C-8067E7ACB7D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도시를 한 번씩 방문하는 순서를 전부 나열하는 것이므로 순열의 개수만큼 확인해야 한다. 도시 4개면 24가지, 10개면 약 360만 가지, 20개면 약 2.4 × 10¹⁸ 가지다.</a:t>
            </a:r>
          </a:p>
        </p:txBody>
      </p:sp>
      <p:sp>
        <p:nvSpPr>
          <p:cNvPr id="10" name="">
            <a:extLst xmlns:a="http://schemas.openxmlformats.org/drawingml/2006/main">
              <a:ext uri="{FF2B5EF4-FFF2-40B4-BE49-F238E27FC236}">
                <a16:creationId xmlns:a16="http://schemas.microsoft.com/office/drawing/2014/main" id="{C4F3EA17-F9B8-4558-A3B9-50749B54352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5BA8D32-69F0-4DBD-9584-7C0DC8AA11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B63D08-A764-428B-82D3-E41E0806342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p14:creationId xmlns:p14="http://schemas.microsoft.com/office/powerpoint/2010/main" val="28053626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44CF0DC-A893-4F2E-9DB9-48C94017E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2526A1E-411D-4428-B755-8B86FE4128E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B5444B-F395-43BB-BF33-8A1C19A34E3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4A31DF08-DB62-4886-87B7-4D8AA7CF718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43EFE1-1B48-4E6C-AA7E-D4528AD3C78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네 개의 도시를 한 번씩 방문하는 경로를 모두 나열하면 몇 가지인가?</a:t>
            </a:r>
          </a:p>
        </p:txBody>
      </p:sp>
      <p:sp>
        <p:nvSpPr>
          <p:cNvPr id="6" name="">
            <a:extLst xmlns:a="http://schemas.openxmlformats.org/drawingml/2006/main">
              <a:ext uri="{FF2B5EF4-FFF2-40B4-BE49-F238E27FC236}">
                <a16:creationId xmlns:a16="http://schemas.microsoft.com/office/drawing/2014/main" id="{E6975621-9C05-4FDE-8207-E02C0E8903D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358DE-84DE-464E-8589-255BFEC380F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0929E37B-7365-43A8-B642-B19ECA026F9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BB78D0-96BC-45CB-814E-1B2E200C07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A6D0359F-8050-4213-B993-A97C06456FE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1DEFFCC-5923-49B8-95BC-AD819432210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B65F89CC-647F-477A-A400-3DCE23DFBB7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7356501-2D4E-4EB6-93F6-F4633B56E62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1C05B726-3280-4AC1-98E4-8A26DD9ED2D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E1DFB7-CBC3-4ED0-8611-43DD416B9AA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20B0474A-0A34-4BE9-A6B0-B44CD3BA57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89D3B4A-410E-4AE0-9BDC-89721C8959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59CF64A-DD7B-4B8E-9CF4-9AB8BBF906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1983594531"/>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74138D-6FFD-44A7-9E09-6F23C4EE4A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C3E371-FFC8-4AA6-B785-FFBD9E8791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E33B776-B46A-4AF0-BD7C-E31EE6B565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A61DEF8F-9B45-4D6F-985F-B2AFFC983B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3BBDDD-240B-49EF-8210-2423DD261E8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네 개의 도시를 한 번씩 방문하는 경로를 모두 나열하면 몇 가지인가?</a:t>
            </a:r>
          </a:p>
        </p:txBody>
      </p:sp>
      <p:sp>
        <p:nvSpPr>
          <p:cNvPr id="6" name="">
            <a:extLst xmlns:a="http://schemas.openxmlformats.org/drawingml/2006/main">
              <a:ext uri="{FF2B5EF4-FFF2-40B4-BE49-F238E27FC236}">
                <a16:creationId xmlns:a16="http://schemas.microsoft.com/office/drawing/2014/main" id="{343DFAC1-2E36-4A74-ABF4-3F25366378A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24가지</a:t>
            </a:r>
          </a:p>
        </p:txBody>
      </p:sp>
      <p:sp>
        <p:nvSpPr>
          <p:cNvPr id="7" name="">
            <a:extLst xmlns:a="http://schemas.openxmlformats.org/drawingml/2006/main">
              <a:ext uri="{FF2B5EF4-FFF2-40B4-BE49-F238E27FC236}">
                <a16:creationId xmlns:a16="http://schemas.microsoft.com/office/drawing/2014/main" id="{205CBF18-621C-4AE3-973D-7B69EB364DC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65558F5-C74B-49EE-8FCE-7F1D2F9BE10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B333C98-0C44-40B5-8D60-524E60735A5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4! = 4 × 3 × 2 × 1 = 24가지다. 출발 도시를 고정하면 3! = 6가지로 줄고, 방향을 구별하지 않으면 3가지까지 줄어든다.</a:t>
            </a:r>
          </a:p>
        </p:txBody>
      </p:sp>
      <p:sp>
        <p:nvSpPr>
          <p:cNvPr id="10" name="">
            <a:extLst xmlns:a="http://schemas.openxmlformats.org/drawingml/2006/main">
              <a:ext uri="{FF2B5EF4-FFF2-40B4-BE49-F238E27FC236}">
                <a16:creationId xmlns:a16="http://schemas.microsoft.com/office/drawing/2014/main" id="{084CB39C-3CFC-4CEE-8D31-304D04CB8D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30997C-B52F-4A11-95F6-51126DC3F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5CDD35B-9082-466C-802A-EE63934D04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1370534253"/>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63F8C16-4E88-4E83-BFD4-9DC81CAC1A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7E95BAC-11AA-414B-8057-DBFA2AE9C9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A190847-E5CE-437E-9BD9-5A011E7ADB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xmlns:a="http://schemas.openxmlformats.org/drawingml/2006/main">
              <a:ext uri="{FF2B5EF4-FFF2-40B4-BE49-F238E27FC236}">
                <a16:creationId xmlns:a16="http://schemas.microsoft.com/office/drawing/2014/main" id="{2D08341C-7976-494E-A789-7E73050DB9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0168F-81C8-4674-9B35-E9EFC3C73A4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93E282D6-1E65-4E7E-84CE-2B631C36DD0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94612D3-4B8E-43ED-820A-B96E8346BF5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xmlns:a="http://schemas.openxmlformats.org/drawingml/2006/main">
              <a:ext uri="{FF2B5EF4-FFF2-40B4-BE49-F238E27FC236}">
                <a16:creationId xmlns:a16="http://schemas.microsoft.com/office/drawing/2014/main" id="{AB436B53-A59D-485A-B7BC-83E8976B11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ECD4D1-77A3-48ED-86E0-6F2A92E03CE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xmlns:a="http://schemas.openxmlformats.org/drawingml/2006/main">
              <a:ext uri="{FF2B5EF4-FFF2-40B4-BE49-F238E27FC236}">
                <a16:creationId xmlns:a16="http://schemas.microsoft.com/office/drawing/2014/main" id="{3CF42914-DF2D-4A4F-80BE-A34C9B17990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DAF895-4CD6-4D64-BB53-D0C77F7EDBA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xmlns:a="http://schemas.openxmlformats.org/drawingml/2006/main">
              <a:ext uri="{FF2B5EF4-FFF2-40B4-BE49-F238E27FC236}">
                <a16:creationId xmlns:a16="http://schemas.microsoft.com/office/drawing/2014/main" id="{037862A1-C172-4C72-AEC8-2F20300D8A5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F7A54DD-0BFC-41E2-ACE9-948B41C0649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xmlns:a="http://schemas.openxmlformats.org/drawingml/2006/main">
              <a:ext uri="{FF2B5EF4-FFF2-40B4-BE49-F238E27FC236}">
                <a16:creationId xmlns:a16="http://schemas.microsoft.com/office/drawing/2014/main" id="{52D65ACB-F005-4212-9350-E6DCDE3F51B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AC4285A-CC23-46BE-8AA9-C912BF68CB7C}"/>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xmlns:a="http://schemas.openxmlformats.org/drawingml/2006/main">
              <a:ext uri="{FF2B5EF4-FFF2-40B4-BE49-F238E27FC236}">
                <a16:creationId xmlns:a16="http://schemas.microsoft.com/office/drawing/2014/main" id="{171D16BF-3FEA-461F-8087-60FDA20906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20E96A-3F48-4301-81D0-CE90B62DC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5DBE9EE-F99D-48A1-8E7C-F0A47671642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p14:creationId xmlns:p14="http://schemas.microsoft.com/office/powerpoint/2010/main" val="32382028"/>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B8FC67-8CB3-4D83-A5D6-6873F04A816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ABE7565-4698-48FA-BB50-88578BF5C5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AF0D69-AAC9-4F4D-961B-93D1BEB492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xmlns:a="http://schemas.openxmlformats.org/drawingml/2006/main">
              <a:ext uri="{FF2B5EF4-FFF2-40B4-BE49-F238E27FC236}">
                <a16:creationId xmlns:a16="http://schemas.microsoft.com/office/drawing/2014/main" id="{AD91F566-C94C-45EC-8813-FCD6125BB27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5D380F-1F6D-47BE-8033-46C7EF7E78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37AB5F8F-6565-4DD2-B898-336BACB87E4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xmlns:a="http://schemas.openxmlformats.org/drawingml/2006/main">
              <a:ext uri="{FF2B5EF4-FFF2-40B4-BE49-F238E27FC236}">
                <a16:creationId xmlns:a16="http://schemas.microsoft.com/office/drawing/2014/main" id="{A4E3022A-C0E2-478D-8B97-9055AEB2558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2864669-99FA-4E19-BA01-BB4B08FD6B7F}"/>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2E4C12-386B-4291-96E7-89B6DEC1950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 아니라 계산량 자체가 문제다.</a:t>
            </a:r>
          </a:p>
        </p:txBody>
      </p:sp>
      <p:sp>
        <p:nvSpPr>
          <p:cNvPr id="10" name="">
            <a:extLst xmlns:a="http://schemas.openxmlformats.org/drawingml/2006/main">
              <a:ext uri="{FF2B5EF4-FFF2-40B4-BE49-F238E27FC236}">
                <a16:creationId xmlns:a16="http://schemas.microsoft.com/office/drawing/2014/main" id="{EE2E126A-4C1B-4583-B4E4-4F067423C1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A90B42-4B22-4489-8E1A-1536A2640D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4B39DA-BFE1-4D9D-8EBE-AE2E59B2BB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p14:creationId xmlns:p14="http://schemas.microsoft.com/office/powerpoint/2010/main" val="605543912"/>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5366092-AE1B-468E-9597-56A70DD8F7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92DE048-ACBA-430F-94D8-B3C87CDE4B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1A3522-8E56-4E92-BDD2-72C3AF8304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966DA4A1-9E28-4A32-9658-7847CB3B05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47A96-D923-468B-A9C2-242B571669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F133A9D3-AAB8-45F1-A88B-B52F25960BC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E3ABD26-619C-4766-BA4B-AB7D414D7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D9D72B12-C5CB-4463-87BE-3F01F4201D2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FD6798-FBE7-47F8-B9C5-A333B972FC8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815E5730-BDA3-4465-8F51-B34A7FCE5AE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CA447E-AC2B-41E1-9EB7-F02DC69E0F5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97466E20-5FA7-4B6D-95F6-5C00C76854F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FC68737-47ED-40FC-9B67-39D75C33874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D07174DB-F929-4796-8DB5-FBFB54D81E4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5A6FC5C-F2A9-4CD3-8D98-20FBD24A1BD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9F6F71B-7035-4E24-8E5D-F08A7324B6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77F6FC-BF7F-4DD0-9824-C1EB58A3A59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8C919A-FE75-4F1B-B8E9-3778E3AD81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2080684723"/>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555A01-8682-4206-A313-89B08F5F60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E3AD36C-08A5-4848-89F3-BDA9AC6D17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6D2D8C-8483-44EB-B63A-3CE07623F6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80FDE44A-12A4-485C-8364-5CD84D2646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2BB10A-96C7-40E6-A85F-701899F2E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A7CE32EB-78C2-4825-81F7-0040CB0AB8F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6F770CB6-B0E4-413D-8990-4651844AA14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A1FA504-FFC1-43A0-8226-5588E363B1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9B314A0-2120-44AC-ACA3-3935F6188C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27AA9BB4-A184-4285-B372-06927F084CD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24FDA6-AC70-49E0-BFA9-2AC1CC492E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5D6A1D-B6E6-40D3-AE6A-43828AEF0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878228590"/>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5E4519-9AD0-405C-A381-8A3FC366AE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4BE4A42-CD34-417F-8E92-761F0FDCDF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A117B7A-7709-4095-842F-2C21F966A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8C5B9370-8A38-49D4-8070-0B35ADABAB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EADFFB-3811-4BA3-821F-1C3D39865C1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6EBAD7EB-258C-4C36-AE18-BB74E3E7DCB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40424BC-E396-4076-B4F5-B39ADB9B1FC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519384B8-56BA-4FA8-9CC2-C9D646FE8DB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E123D1-8620-4CEB-ADFE-CD380C3AFD7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44B4D71D-00AF-43FB-8677-6E79794858B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838A84-7446-4ECB-BD13-96828E07A5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0FC17105-2EE3-4BB9-A163-9904DAC39FA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A84FBA-56DC-4076-8688-41DB1972407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D1D531FE-1271-4730-B74F-51F37E34E96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F0F6B2-93F5-439D-8469-EC8836E82F2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19F4A870-BCF6-4537-86F6-0D622F73B3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6292DA8-8F70-4969-A253-0ECDB74B44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5B199AE-E5A6-4401-A324-CE85D2A7AB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25408748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1A222F-2659-4B2A-AF43-EA221D09D21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179D29E-8745-42F6-BB1F-878C51B8822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9D6BB0-4EA9-4982-AD9B-A233C54BB18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F8F58FBC-78F4-4980-9025-16A908BB312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375AB7-3BEB-4AB4-8D47-2A739152D1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75ADC30B-E2C6-4A62-B6DD-CC015464DD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CB67DA55-6A77-49C5-91CC-90D23E0F469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FA0CD4B-A110-4D69-8A9B-9996DCA235C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B40A0-57C9-4A7A-92E2-4DF84B583BA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A82E04BE-359C-46DC-A577-D35CEF3ED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C00C0B-A9A2-42EC-A525-F577BCC4D9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5C31FC2-1789-4B4E-BCC2-CB78538A5B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799562654"/>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89DCE88-8579-4F5C-B3AA-4BE53CF4BA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E5F6625B-38A7-41C4-AB21-D89A8B2F50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7F41303-006F-492B-BF6F-22374354E1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81B55583-DE50-4409-BF31-05F4C526A1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01D5D5-6D05-4439-A476-C89C70A4A6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9798FDBE-10AD-4E89-90F3-AD03C923C9F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AF5BE0-0919-4F82-A706-B9502EA380C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EAE31B26-A817-40E8-950B-18215A0203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7B8867-C98F-4463-BE63-7FFD231BBA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92C9E237-C4AA-4326-9760-5A36DEF2822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ACDDD7-8DF2-43E9-B6A0-B2CB77AB531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CE884AD4-7C5F-4901-8B27-622F948A517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D16494-D65E-4ACC-A271-B2F1C308981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8C5CFB17-A3D9-46E0-BE09-8165FA53717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7EC80E-43D0-465D-BF5F-23181C2E2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687F4E2E-1170-487A-86FE-F10EF178D69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ED9F29-7176-4F26-918E-3D033E3867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B40CCAA-590A-4F06-99D6-3B5C08F65C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2102039482"/>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32EE30-4130-4B46-BF8F-A62D4EABB3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50AC76E-C731-4E2F-BF26-609A053656A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A620017-1957-4ADC-A9EB-8C6ADEA5E25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DAB1CE78-6D17-4708-9BBC-2562F894250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0E2740-21CC-4EBB-A864-D06BD8FA384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FE7E6BA1-5D75-41F1-BB13-53A915645EE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205EDFFE-55EF-4177-9ECD-B37C014A3FC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7352B47-1D8E-4D0F-91DC-476AFD9D9B6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216729-6015-427C-899C-3544CF247C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8230DFD1-EEDC-47EE-8EC3-400A4D941BF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6DBAF4-E0B6-4D3B-A400-B93CA3384D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EBA950-F910-475D-94BB-4C58D9CC23D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580641304"/>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66C1AD-F263-4260-A7FE-BD0F5D16BF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410920D-0DC1-4AFC-A62E-78A1FCD36C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F751D-4529-4A46-87B6-0849E15ABD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BEEF33BE-67EC-4E72-ADCA-0707386BCD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5CD0C-8A13-472F-B38D-958AEC804AC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합이 10인 부분집합을 찾을 때 백트래킹이 완전 탐색보다 빠른 이유는?</a:t>
            </a:r>
          </a:p>
        </p:txBody>
      </p:sp>
      <p:sp>
        <p:nvSpPr>
          <p:cNvPr id="6" name="">
            <a:extLst xmlns:a="http://schemas.openxmlformats.org/drawingml/2006/main">
              <a:ext uri="{FF2B5EF4-FFF2-40B4-BE49-F238E27FC236}">
                <a16:creationId xmlns:a16="http://schemas.microsoft.com/office/drawing/2014/main" id="{116664DC-C2D4-43F7-93C2-F4B395E6AEF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800CD1-296E-4483-9C77-8DAA5C5ED0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B3D0514D-FAFE-4202-878B-BF3296BDE00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F272F4-476E-45AD-A58A-E12DFEC2915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DFF3335C-E595-4806-B077-A20FF3E8E0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D0265B-CD02-4613-9F29-7DA8D4E69D9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88CC0DB-A244-445F-9286-1B8A47CED93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1F0766-8CFC-447F-AE31-1A2D3C9B8EF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E86A5A-B293-4C86-9742-C17F647A6B0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4D3A52-FA2E-44B9-AA2B-7C2AD7DBC0C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AEB15D8F-94B3-4DAE-8EB0-E4915543C4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6F61734-2D87-4EA1-A87B-5B1DB4287DF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3C5284-92DC-46D1-BB61-C09741E9F4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2889229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28D0A0-2C4B-476C-BEA1-07F8446CB3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1BE9E29-D484-4528-947E-095EE679EC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5CA909-E810-48A4-A6C3-C1F0E0F5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F3FD8D4E-F00F-436C-A100-BC1FBD99A7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A3F2E3-33CA-4F1D-84D9-64C7640CE7D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합이 10인 부분집합을 찾을 때 백트래킹이 완전 탐색보다 빠른 이유는?</a:t>
            </a:r>
          </a:p>
        </p:txBody>
      </p:sp>
      <p:sp>
        <p:nvSpPr>
          <p:cNvPr id="6" name="">
            <a:extLst xmlns:a="http://schemas.openxmlformats.org/drawingml/2006/main">
              <a:ext uri="{FF2B5EF4-FFF2-40B4-BE49-F238E27FC236}">
                <a16:creationId xmlns:a16="http://schemas.microsoft.com/office/drawing/2014/main" id="{F43C8AEA-58C9-4FB7-9F90-A16A4121C65A}"/>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더하다가 이미 10을 넘으면 그 갈래를 더 이상 보지 않기 때문이다</a:t>
            </a:r>
          </a:p>
        </p:txBody>
      </p:sp>
      <p:sp>
        <p:nvSpPr>
          <p:cNvPr id="7" name="">
            <a:extLst xmlns:a="http://schemas.openxmlformats.org/drawingml/2006/main">
              <a:ext uri="{FF2B5EF4-FFF2-40B4-BE49-F238E27FC236}">
                <a16:creationId xmlns:a16="http://schemas.microsoft.com/office/drawing/2014/main" id="{6A31962E-D899-4BFF-A96C-77174E4E813E}"/>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5D8A88-7833-46EA-B264-7E69B091D516}"/>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5C2727-509D-4041-BBD2-D93ADA0AC4D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합이 100을 넘어가도 부분집합을 끝까지 완성한 뒤에야 검사한다. 백트래킹은 중간에 가망이 없다고 판단되면 즉시 되돌아간다. 계산 결과를 저장하는 것은 동적 계획법이다.</a:t>
            </a:r>
          </a:p>
        </p:txBody>
      </p:sp>
      <p:sp>
        <p:nvSpPr>
          <p:cNvPr id="10" name="">
            <a:extLst xmlns:a="http://schemas.openxmlformats.org/drawingml/2006/main">
              <a:ext uri="{FF2B5EF4-FFF2-40B4-BE49-F238E27FC236}">
                <a16:creationId xmlns:a16="http://schemas.microsoft.com/office/drawing/2014/main" id="{E7ED86EC-4157-4178-823A-16572FB23C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7B72DB-83D5-4ECC-9E8A-DF12FA207A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2650-F118-42BB-A3FE-F53D084E2D9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872850677"/>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3CF5BE-170B-4316-85C5-9F25CB70A7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786C10B-8EC1-4E9A-8066-73F505F49D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B8B0FBC-FEB5-4813-A473-C158FDFEBE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0FFF72B8-E3C8-42EE-A13C-82AB3FE16E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9C027-2453-4224-8B29-0524681A65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8E809CE8-3001-4BD2-9B75-1F19755A603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549FD96-FDD4-4143-8C52-C502F29ECE7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A43AC7EE-DFA8-4DC3-B449-A0EEFB405EC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981AE482-DFD8-45FE-B2F4-2FEE6C420F3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1A3C8B-F966-4FB1-AB27-6E2F1F463AFC}"/>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4C9FFC05-2D4F-4DD4-B21D-11C316C0306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7AD31F-90DD-40B1-A1CE-2C1C77ECBB6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D2EA0A36-BF38-465B-8373-AFF8AF28A7C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D4F4D8A-41A7-4B4D-8CBC-132EE948E59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51F654CD-8B48-4AA2-83D4-AE8403CE277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27D17A3-6C19-4B43-B50D-5EE2D32EB317}"/>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83FB01A-74E6-4287-AD73-FE0BB19253B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2A0340-16BD-4D35-9005-00AB1F5B836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B3E02E54-4A21-47B6-9991-BB896B20E7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BD8CF2-699B-4DC1-87E8-34734AD110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882891B-2E4C-4BE1-8651-D4A28FEDD9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21194876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BEB36DC-9963-4B70-B19F-83C3E26F6A6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47C754CA-90E3-4251-8C0F-4E9D534D89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0121A82-1CB8-40FA-B8F8-4D05D7EB57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F0076364-28CE-49DC-B109-4D9D261537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5BD8FD-0294-4D75-AD77-174F7AE3D83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56403FFE-528B-4278-87EB-BA5BD455C36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9C51595-CBF1-4269-8492-F30D84DC54E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7467DA4F-49B4-418F-931E-CFDFD3298F7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5E9A94DF-43F1-4E54-8F1F-B69F2736D8C9}"/>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BB9A7C43-8D50-42A1-A912-1E5A4E930EC9}"/>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9908962-521E-4610-BA23-8EBBE4BAC6CF}"/>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F36FD2D-4308-404A-AC90-2F59F077ECAF}"/>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3CCF1704-CCAB-41B8-8592-6802555EF6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C13D210-6A10-4612-B60C-FAEE59AF34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F6232CD-B6F9-465C-AF67-31A4C4463C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239988964"/>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7D1735-5FC2-49B4-8758-9B8E6C82E65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3F22E4E2-EE84-4D27-AD84-664EE0BA28A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E90386-3322-4B93-B7F9-E3A4FF2B16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xmlns:a="http://schemas.openxmlformats.org/drawingml/2006/main">
              <a:ext uri="{FF2B5EF4-FFF2-40B4-BE49-F238E27FC236}">
                <a16:creationId xmlns:a16="http://schemas.microsoft.com/office/drawing/2014/main" id="{85AF3E2B-06A9-4C42-AE44-54B645FF71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57B754-2AF5-4156-A8F4-66D9C166BE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6BE1BE6A-FD6F-42C5-AFC1-A31C854D48A6}"/>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E1E684-D9B1-4C88-A259-E93DE6BB1685}"/>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xmlns:a="http://schemas.openxmlformats.org/drawingml/2006/main">
              <a:ext uri="{FF2B5EF4-FFF2-40B4-BE49-F238E27FC236}">
                <a16:creationId xmlns:a16="http://schemas.microsoft.com/office/drawing/2014/main" id="{32CDB43E-7455-442C-9701-D4A789BA9F5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F5D2819-BFEF-436A-95D5-0CDEDBA9639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xmlns:a="http://schemas.openxmlformats.org/drawingml/2006/main">
              <a:ext uri="{FF2B5EF4-FFF2-40B4-BE49-F238E27FC236}">
                <a16:creationId xmlns:a16="http://schemas.microsoft.com/office/drawing/2014/main" id="{210B2DB9-FEB7-4F2C-A222-49315031924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0F3BEFD-1D7C-4F7C-8718-B7EB96BC622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xmlns:a="http://schemas.openxmlformats.org/drawingml/2006/main">
              <a:ext uri="{FF2B5EF4-FFF2-40B4-BE49-F238E27FC236}">
                <a16:creationId xmlns:a16="http://schemas.microsoft.com/office/drawing/2014/main" id="{D6F8DD42-B9C6-48AA-A1D3-51B910D91FB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3C9613-3CCC-43BE-AF5C-7CC7938CFA1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xmlns:a="http://schemas.openxmlformats.org/drawingml/2006/main">
              <a:ext uri="{FF2B5EF4-FFF2-40B4-BE49-F238E27FC236}">
                <a16:creationId xmlns:a16="http://schemas.microsoft.com/office/drawing/2014/main" id="{19DCBFCF-94B6-44FE-8AD7-9B94BA56A7F2}"/>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33FA4B0-2E29-4DC4-B36A-A07EEEBBC557}"/>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xmlns:a="http://schemas.openxmlformats.org/drawingml/2006/main">
              <a:ext uri="{FF2B5EF4-FFF2-40B4-BE49-F238E27FC236}">
                <a16:creationId xmlns:a16="http://schemas.microsoft.com/office/drawing/2014/main" id="{F3CA1046-86E1-44CD-8003-E11F2AF2DE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BD22963-DC5B-4261-B1D9-3131DEFFDD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D6B28B2-46B4-48BC-BC04-408CD79C9A8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p14:creationId xmlns:p14="http://schemas.microsoft.com/office/powerpoint/2010/main" val="2072007546"/>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8E2E9-9A48-4486-8898-A2E744D2E2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6BFEDE8-5317-44E4-833C-71E4F40763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17B505-B846-4AC1-9727-7BE6125D1E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xmlns:a="http://schemas.openxmlformats.org/drawingml/2006/main">
              <a:ext uri="{FF2B5EF4-FFF2-40B4-BE49-F238E27FC236}">
                <a16:creationId xmlns:a16="http://schemas.microsoft.com/office/drawing/2014/main" id="{DAFC8B23-A27E-4370-A2ED-0782CE5C5D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B37A3A-38DB-4AF1-B5C4-07BAFED97A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8A520E9F-08BC-4394-9A8D-1F02A76E30A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xmlns:a="http://schemas.openxmlformats.org/drawingml/2006/main">
              <a:ext uri="{FF2B5EF4-FFF2-40B4-BE49-F238E27FC236}">
                <a16:creationId xmlns:a16="http://schemas.microsoft.com/office/drawing/2014/main" id="{A066BCF9-6548-429D-AB4A-EB8BF74552B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C1A28B-B5C5-4774-B457-F7F66F2A453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FA4212-3C21-455F-866D-922BCCFD2AE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버리는 이진 탐색은 분할 정복의 사고가 적용된 방식으로 O(log n)이다.</a:t>
            </a:r>
          </a:p>
        </p:txBody>
      </p:sp>
      <p:sp>
        <p:nvSpPr>
          <p:cNvPr id="10" name="">
            <a:extLst xmlns:a="http://schemas.openxmlformats.org/drawingml/2006/main">
              <a:ext uri="{FF2B5EF4-FFF2-40B4-BE49-F238E27FC236}">
                <a16:creationId xmlns:a16="http://schemas.microsoft.com/office/drawing/2014/main" id="{5844EEA4-8EDD-4A20-A260-8C5FF16235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37C95F-DD13-4C7A-B80A-EC4368B934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9AD9D34-B734-4190-AE99-6629283209F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p14:creationId xmlns:p14="http://schemas.microsoft.com/office/powerpoint/2010/main" val="1227407481"/>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E4A4F5-4DD7-4545-BD09-60919F082AE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30EF391-083C-48E6-90AD-2EAE8CA6852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2BC4F-7CB9-4650-9BDA-0D806A0CBA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C56D6043-4208-44EA-80C7-47EE3EE1F3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179CB8-9E80-41D0-BAA8-3CFF2A98322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295C734D-11F9-44F0-AD02-3BF36CB110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CC5819-AE03-419A-B9D8-B6A9862338E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C4BF42B5-A154-4DD7-8CF0-B00434E89B0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EDBF36-2E6F-4738-B5B9-94601D880B2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8A5DE788-1293-4579-B208-B504697BF4B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863395-7AD0-4198-996D-2D393DC1C7A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CE0DC3E-2377-4C72-9D6B-D60F34DEFD85}"/>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F92ECA-95A8-42A4-8531-116772D1172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4F3E72F-A32D-48F5-8D80-300A033D25F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33C5D6-89C6-4FE7-BC25-C0F5EAED6081}"/>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CFFDD5A8-8B75-4D34-A789-651210EE7C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0FE2F8D-094D-480B-9719-3DF2256234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66FE003-D513-4847-A993-96E81406D9E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59972918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5DD238-A8FC-4EE0-A007-447FB472C56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19F304C-2994-4C60-ABAD-F0E679898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6084C7-027E-4020-92C4-05B633323A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01EA16A4-F6D5-4ECA-954A-69D5AB0724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580760-1331-4586-BBCF-8D5FBB24E42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8CF6DDF-6ECE-4080-B30A-7A8840694A1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62E9C21E-E47F-49BF-9B97-F4B10F5E5A66}"/>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075D34-94F7-439E-8E4B-A53B6A3335C1}"/>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68C28-8A2B-443E-9DAC-A7771BF47B6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98837A88-92F3-4FA1-9B62-7C17C3B648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57E59C-2E36-4B12-9ED2-DC02932FA77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88F8E5-FDB4-4E89-945E-FA9CDA3692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81839324"/>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E07FB3B-AB00-4D89-A121-F45DF0C059A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EBD2F3C-5595-457D-987B-214CE1DF9A0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41A7A4-07A7-4EEB-8B81-56129709F7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xmlns:a="http://schemas.openxmlformats.org/drawingml/2006/main">
              <a:ext uri="{FF2B5EF4-FFF2-40B4-BE49-F238E27FC236}">
                <a16:creationId xmlns:a16="http://schemas.microsoft.com/office/drawing/2014/main" id="{E741EF14-1737-47DD-8724-DAC5AC61CF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EDDFD8-DEE5-444C-8CE3-A0D2EAABC48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119698DD-A110-4526-9545-8A8880837D3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D120526-CC99-4DF8-9193-FFE00058EF7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xmlns:a="http://schemas.openxmlformats.org/drawingml/2006/main">
              <a:ext uri="{FF2B5EF4-FFF2-40B4-BE49-F238E27FC236}">
                <a16:creationId xmlns:a16="http://schemas.microsoft.com/office/drawing/2014/main" id="{B20BBB68-1931-4683-BBAB-F8E5E2F3D70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9FD9CB-20CE-44D3-88BF-77764FAA47D1}"/>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xmlns:a="http://schemas.openxmlformats.org/drawingml/2006/main">
              <a:ext uri="{FF2B5EF4-FFF2-40B4-BE49-F238E27FC236}">
                <a16:creationId xmlns:a16="http://schemas.microsoft.com/office/drawing/2014/main" id="{D240642A-0E98-4ADF-A805-7777B221DA9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175460-FB91-4D8C-AF99-206FB3C03D0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xmlns:a="http://schemas.openxmlformats.org/drawingml/2006/main">
              <a:ext uri="{FF2B5EF4-FFF2-40B4-BE49-F238E27FC236}">
                <a16:creationId xmlns:a16="http://schemas.microsoft.com/office/drawing/2014/main" id="{08F9F979-70DE-443B-89DB-5C1F27BE4BA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BF3E1F8-0B0D-45B5-95E7-8BB054C8EE04}"/>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xmlns:a="http://schemas.openxmlformats.org/drawingml/2006/main">
              <a:ext uri="{FF2B5EF4-FFF2-40B4-BE49-F238E27FC236}">
                <a16:creationId xmlns:a16="http://schemas.microsoft.com/office/drawing/2014/main" id="{F47C73AB-F4DE-4DBC-83A8-F22ED1BD454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665F812-68A8-4907-B06A-BDEF75FEF41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입력을 읽는 속도가 훨씬 빠르기 때문이다</a:t>
            </a:r>
          </a:p>
        </p:txBody>
      </p:sp>
      <p:sp>
        <p:nvSpPr>
          <p:cNvPr id="16" name="">
            <a:extLst xmlns:a="http://schemas.openxmlformats.org/drawingml/2006/main">
              <a:ext uri="{FF2B5EF4-FFF2-40B4-BE49-F238E27FC236}">
                <a16:creationId xmlns:a16="http://schemas.microsoft.com/office/drawing/2014/main" id="{61A75522-5A16-4081-A8BD-FE37171B122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291C23-3ECB-447F-BD0A-43DF8CE7A4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4BEE3F4-97FB-4A31-AE2D-0C1E14F3BC5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p14:creationId xmlns:p14="http://schemas.microsoft.com/office/powerpoint/2010/main" val="328123497"/>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883120-BAD0-4D3B-BA95-7B3D9031A2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8FE18751-77DC-4560-9A77-E5A30A80BE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858E75-43B3-4EC1-89DB-16E2ACF25E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xmlns:a="http://schemas.openxmlformats.org/drawingml/2006/main">
              <a:ext uri="{FF2B5EF4-FFF2-40B4-BE49-F238E27FC236}">
                <a16:creationId xmlns:a16="http://schemas.microsoft.com/office/drawing/2014/main" id="{CC19C691-2DC1-4676-BB42-504FDCC88A5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3E7322-BD27-4897-AF2D-817D65A0B6A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6FC64809-513C-4060-A030-2009B1C970A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입력을 읽는 속도가 훨씬 빠르기 때문이다</a:t>
            </a:r>
          </a:p>
        </p:txBody>
      </p:sp>
      <p:sp>
        <p:nvSpPr>
          <p:cNvPr id="7" name="">
            <a:extLst xmlns:a="http://schemas.openxmlformats.org/drawingml/2006/main">
              <a:ext uri="{FF2B5EF4-FFF2-40B4-BE49-F238E27FC236}">
                <a16:creationId xmlns:a16="http://schemas.microsoft.com/office/drawing/2014/main" id="{A6638077-B15C-4B8F-831D-CE88D2EDAD9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659D713-5748-4EBC-99C6-CA6C1AD0A5D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93CB7F-1332-427D-A89D-B5891AC771E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대량 입력에서 input()은 느려 시간 초과의 원인이 된다. sys.stdin.readline은 개행 문자를 그대로 남기므로 문자열을 다룰 때는 strip()을 따로 붙여야 한다.</a:t>
            </a:r>
          </a:p>
        </p:txBody>
      </p:sp>
      <p:sp>
        <p:nvSpPr>
          <p:cNvPr id="10" name="">
            <a:extLst xmlns:a="http://schemas.openxmlformats.org/drawingml/2006/main">
              <a:ext uri="{FF2B5EF4-FFF2-40B4-BE49-F238E27FC236}">
                <a16:creationId xmlns:a16="http://schemas.microsoft.com/office/drawing/2014/main" id="{58BCF06A-745D-4183-AB0B-09FD223D01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FCBA3E-16FE-492A-8A17-181FE8F59D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8BEBA5A-E4F7-4C97-BFAA-991870900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p14:creationId xmlns:p14="http://schemas.microsoft.com/office/powerpoint/2010/main" val="2033774811"/>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EABFAA4-2FA0-4C59-A38E-A1ABCA17B0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6502977-CBEC-4E0A-AA19-AB9E06B180D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F2D411-9B91-4376-BDC7-2CAAC4FF92B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6443417B-8C83-4FC1-BC75-19E7BBE75C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9A26C-BA60-42E4-9D7E-08855AB3C5D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B275A3C2-94B6-4BDE-90CB-5BBCB05578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B515CDA-8F96-4BA5-8AB3-6F7CD1B065C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FF6C0815-8424-4084-B985-BAB3349E87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041D0D2-2F6B-40E3-9FA8-C7FD22CC7F6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A3A9A0-6F1F-4F89-B9D3-5F94AB8A0625}"/>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6164A303-2F96-4985-ABFA-F8C7129AF88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F71BCC-E5F9-41C3-BDB8-C1DD75057E50}"/>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651DE23E-9BB3-4CF5-A76E-17243C9A52D3}"/>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8AF88C-1B04-4A5E-BF20-DDDFF513958A}"/>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1ED2C85C-AF8C-4E5D-93ED-4A7ABD01329B}"/>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BA74712-25D0-4F23-BA1C-29B773E39C2F}"/>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2C9A2ACE-D360-4A5F-BA03-8B04FEC1A75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F739D38-8B51-4D57-9D37-558986792ED6}"/>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23EF1DE0-79FC-4F2B-907F-04F240E26A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75A4AC9-3623-4E58-A6CA-6CB08E39BD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1CA66C8-692E-4967-A574-17F683E974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722109719"/>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609C00-3DC0-4505-9AE0-A7F65DCBB9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6ED43DF-AF21-4C60-A8B8-19C7C5D50B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8E399F7-7BD3-4BDD-8B6F-C6C29383A58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60D848C-C29B-4039-B32D-FE2DF6BBE2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E761D0-5735-42ED-8FCB-89538068A7F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777AC85-D187-4F80-A965-7FE8A8EF2DA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9996CA1-CB99-4714-8860-03202B7A585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87237D25-AF73-48D9-9BDD-410484C0BB6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1818F7BB-953F-4EB4-8E1D-9F84C3F90E1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5A7D8518-B780-4E1F-85CC-1665A8484C4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6CA6665-0CCA-453C-9BB5-F7766769A4E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CE855E-F534-4B0E-89F5-E410F8E3A7E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6149F6A9-0C7F-483A-881B-D27D6B634B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871DB74-BD8F-4FA5-81D7-713D2A0CED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5498403-5C6F-4A44-B6BC-E6A4155F9E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26535996"/>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7C458B7-E524-4579-B874-17F5F432E8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7C04ED03-2E28-43D7-8BD8-8BD111A77F1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FEB320-7B03-43DE-A1E7-CFE12DE0EE5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B2D01448-6B55-40B4-B434-3B05FDC81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6CECC0-3789-43AA-B80F-51B2EB3266A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091B4CF-5E15-475E-A872-5787951C35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97D0A7-BA18-4A4B-995F-B47292FB453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322E0DD0-80F1-468D-940E-6EA26E34ED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E14B8990-7CB4-4DBC-9E1A-A950ED79733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F129D3-EB7B-43D8-9E99-762D7450AB79}"/>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276D9F79-BD04-4F7C-A4E0-25B200EAE6A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96CE61-E84A-4331-8013-C7AA3FB72E55}"/>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AB9C06F4-8BC8-4838-A925-5E9B3DBD4FC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94CFEC-BFE8-4508-B822-E37456F56F4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F315A83A-4D7F-4D29-A57B-F7556511772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E1DFEF-EB93-476C-ADAB-795549243796}"/>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73F070AA-3B0A-420A-A7E7-56E6F520588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8D43E4-5B64-423E-813E-3F15BE9AF7D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D654B7A9-F1A7-4B30-956C-FFAD355EA69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29F141E-D10D-4699-B24A-263B80562D2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1998924-88C3-4969-8A6F-E94EDC29CBD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1242796121"/>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92B1CB-E1E0-46C4-AF37-5F00071F9AE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DC67031E-E51D-42A3-950B-16B78D14B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31F4DA5-F167-4140-A4D1-16E4EE03B0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B0E0A048-9856-4472-9865-491E5EFB1C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B09753-8199-4D27-828E-04ACD3A5F21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838FB4F8-60AC-4877-ACA8-07C87F2122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5C08E2-016C-4C77-8A12-F7D3BCE59B43}"/>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E7DF01A6-DAB4-4112-ADE4-829A7082DE9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A3A46CA-521A-4799-8D7C-CB78FB65195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1A522F58-7F8B-4A91-9714-DD73B66CF3A6}"/>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ED936A5-D72F-4F30-8D32-99E8EF5D40D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6B3A36C-1F69-4208-89FF-8A86FE8162D6}"/>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250B1-794D-4702-82D2-085666BFA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4315D8F-F44F-4B2D-9AAB-D8E6588FFFD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40526C3B-1683-4C2D-8221-361BA1F1FE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513179305"/>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C390BB1-AD49-4E79-8CE4-B7C8ABD4F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7CCB7BA-BF49-4098-9523-E2BEE74281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C0F3D-904F-4824-8AA9-3C500CC1AA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6328F18B-D656-42FD-876A-7B26CD653FA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48ADD-0CA1-4C8D-BEC3-F492EFBFE6B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N개의 원소 중 3개를 고르는 완전 탐색을 N = 100 에서 수행할 때 확인해야 할 경우의 수는?</a:t>
            </a:r>
          </a:p>
        </p:txBody>
      </p:sp>
      <p:sp>
        <p:nvSpPr>
          <p:cNvPr id="6" name="">
            <a:extLst xmlns:a="http://schemas.openxmlformats.org/drawingml/2006/main">
              <a:ext uri="{FF2B5EF4-FFF2-40B4-BE49-F238E27FC236}">
                <a16:creationId xmlns:a16="http://schemas.microsoft.com/office/drawing/2014/main" id="{060D7A97-A7AE-4681-B75F-9105043DB03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BBAD510-7CAB-415D-93D3-10A20CDF1B1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약 1억 가지</a:t>
            </a:r>
          </a:p>
        </p:txBody>
      </p:sp>
      <p:sp>
        <p:nvSpPr>
          <p:cNvPr id="8" name="">
            <a:extLst xmlns:a="http://schemas.openxmlformats.org/drawingml/2006/main">
              <a:ext uri="{FF2B5EF4-FFF2-40B4-BE49-F238E27FC236}">
                <a16:creationId xmlns:a16="http://schemas.microsoft.com/office/drawing/2014/main" id="{F099A343-336E-4CEF-B4BF-171AA41D2C1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E93401-C40F-4C07-89FE-73EF770ED81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약 100만 가지</a:t>
            </a:r>
          </a:p>
        </p:txBody>
      </p:sp>
      <p:sp>
        <p:nvSpPr>
          <p:cNvPr id="10" name="">
            <a:extLst xmlns:a="http://schemas.openxmlformats.org/drawingml/2006/main">
              <a:ext uri="{FF2B5EF4-FFF2-40B4-BE49-F238E27FC236}">
                <a16:creationId xmlns:a16="http://schemas.microsoft.com/office/drawing/2014/main" id="{F6C51753-5F11-4F8A-A93A-2F5BFFF8E228}"/>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711E32-A2A0-466C-8720-22D4645860B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약 300가지</a:t>
            </a:r>
          </a:p>
        </p:txBody>
      </p:sp>
      <p:sp>
        <p:nvSpPr>
          <p:cNvPr id="12" name="">
            <a:extLst xmlns:a="http://schemas.openxmlformats.org/drawingml/2006/main">
              <a:ext uri="{FF2B5EF4-FFF2-40B4-BE49-F238E27FC236}">
                <a16:creationId xmlns:a16="http://schemas.microsoft.com/office/drawing/2014/main" id="{ADE71EF4-6613-4FAD-88E4-F278F51CD8E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0C1745-BE57-4EDF-B7E1-118B02E94BD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약 16만 가지</a:t>
            </a:r>
          </a:p>
        </p:txBody>
      </p:sp>
      <p:sp>
        <p:nvSpPr>
          <p:cNvPr id="14" name="">
            <a:extLst xmlns:a="http://schemas.openxmlformats.org/drawingml/2006/main">
              <a:ext uri="{FF2B5EF4-FFF2-40B4-BE49-F238E27FC236}">
                <a16:creationId xmlns:a16="http://schemas.microsoft.com/office/drawing/2014/main" id="{C2753485-EAD5-4790-9380-D032773D7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64606B4-4DAA-43B0-BFAD-75FDB9D6AB6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약 100가지</a:t>
            </a:r>
          </a:p>
        </p:txBody>
      </p:sp>
      <p:sp>
        <p:nvSpPr>
          <p:cNvPr id="16" name="">
            <a:extLst xmlns:a="http://schemas.openxmlformats.org/drawingml/2006/main">
              <a:ext uri="{FF2B5EF4-FFF2-40B4-BE49-F238E27FC236}">
                <a16:creationId xmlns:a16="http://schemas.microsoft.com/office/drawing/2014/main" id="{ACE338F9-8482-48A4-B7A6-D1FBF520AB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975488-646A-4108-A488-5F3B4B1AC8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7D86B38-39C0-468F-BA39-1376A011B29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1028039123"/>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731299-FD87-40C0-993F-ECBD5E2EE2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1EF708-28BC-49CA-AB2D-A7DB52041C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41C463A-3BD9-41A8-9685-D8FA1DCFBFA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EBEBB767-C883-42EF-8FAE-F1B5AA428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A465B9-0ACF-4A35-AE18-8DF18E5360A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N개의 원소 중 3개를 고르는 완전 탐색을 N = 100 에서 수행할 때 확인해야 할 경우의 수는?</a:t>
            </a:r>
          </a:p>
        </p:txBody>
      </p:sp>
      <p:sp>
        <p:nvSpPr>
          <p:cNvPr id="6" name="">
            <a:extLst xmlns:a="http://schemas.openxmlformats.org/drawingml/2006/main">
              <a:ext uri="{FF2B5EF4-FFF2-40B4-BE49-F238E27FC236}">
                <a16:creationId xmlns:a16="http://schemas.microsoft.com/office/drawing/2014/main" id="{AB6C935E-D0AB-421A-8BE3-6F216A97F65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약 16만 가지</a:t>
            </a:r>
          </a:p>
        </p:txBody>
      </p:sp>
      <p:sp>
        <p:nvSpPr>
          <p:cNvPr id="7" name="">
            <a:extLst xmlns:a="http://schemas.openxmlformats.org/drawingml/2006/main">
              <a:ext uri="{FF2B5EF4-FFF2-40B4-BE49-F238E27FC236}">
                <a16:creationId xmlns:a16="http://schemas.microsoft.com/office/drawing/2014/main" id="{878C6C4B-F4F8-46AF-AE80-346E63C7AA0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B4278B6-D93A-4C8C-AC8E-2EFAE898E5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90248A3-D4F3-406F-8C1F-C6522AF6271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100C3 = (100 × 99 × 98) / 6 = 161,700가지다. 수십만 번은 현재 컴퓨터로 충분히 안전한 범위이므로 완전 탐색을 적용할 수 있다.</a:t>
            </a:r>
          </a:p>
        </p:txBody>
      </p:sp>
      <p:sp>
        <p:nvSpPr>
          <p:cNvPr id="10" name="">
            <a:extLst xmlns:a="http://schemas.openxmlformats.org/drawingml/2006/main">
              <a:ext uri="{FF2B5EF4-FFF2-40B4-BE49-F238E27FC236}">
                <a16:creationId xmlns:a16="http://schemas.microsoft.com/office/drawing/2014/main" id="{03B446BF-1B0F-42E2-B69F-48CF5CD5F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DBC2F7-AEFA-463D-96B3-2032E8F9D00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F724F9B-5B42-4136-B21C-39D35A471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504380283"/>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D8C2EAA-9442-49FF-9086-9C224F2F9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0FDD9EA-8AE9-4005-B62A-616B10E64BF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D9F287B-0209-4DA0-89C4-5034884313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401C7B35-4A1C-41B0-8E3B-539335DD36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B5B3F-F7EB-43DA-B83B-3A11F270BB2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86217DF7-978F-4309-B1AF-7AA4D38941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846F415-35A2-41DE-80FA-C628C570365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5959D34C-3828-4026-B982-4768FC290AA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D3B478A-4058-427D-BA2C-B95BD6A524E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0AB7EC-05A0-4F40-B150-1F72AE73221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6555FC83-05FB-4E16-9613-F42D5341F60B}"/>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DCFEE75-619C-4E57-8774-D390B9B862C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678E5463-E115-4FBB-AA95-B90EA11A3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1D5524F-F3D6-4DC0-A7FB-5087336C390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B9827634-A4FF-4B7F-8B65-F88F5CCFC38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E657F3A-FA84-414C-9D45-648B2B4704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DA32B728-7BBA-4C85-B1B1-F995D317BFC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4346A6E-ABF4-4118-A3BC-0249D35AF94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4739CCE7-807A-43CC-B136-E5B17008D0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B64D5B4-3D57-44A8-999C-00DF4F6F9A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8E48B1E-363A-40F8-AF49-1170360AED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1333927385"/>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39A2AC2-3BBF-4675-BE20-E7C09966349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158AD9-9F72-4E2E-B55E-8951A90384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9E2FBD-A4E3-4356-BA5E-BDC2B5A1AE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5B30C67F-16BD-4278-B82A-2889E48424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694A37-01D0-4062-BD5F-8DD31A888C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C48B51E4-ADBB-48F4-8484-7067B7FA888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70606E-0D24-424C-A1A6-11D097CF370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07D9D4BA-0110-4416-8709-5C87417EC6B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715FF86E-6C89-4A8C-A1E2-9A15D6B0978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3A3864E8-AF6D-4399-B282-18683BCFC0A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209A787-DD15-4509-9773-C09C99436F1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DE1882-C66A-4E19-B5F8-2A0F72687ABC}"/>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3A258876-BB50-4467-9531-BB3DD9507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5202EE-1427-4D20-B9D5-E72DD220B89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A6FE572-B71A-4EAD-AED5-8C6236E6919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01681351"/>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A0BB6CC-33F8-4A67-9805-DB338EE06FC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C45DEF0-A721-40AB-BF7F-FD26AD27B0C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알고리즘 작성</a:t>
            </a:r>
          </a:p>
        </p:txBody>
      </p:sp>
      <p:sp>
        <p:nvSpPr>
          <p:cNvPr id="3" name="">
            <a:extLst xmlns:a="http://schemas.openxmlformats.org/drawingml/2006/main">
              <a:ext uri="{FF2B5EF4-FFF2-40B4-BE49-F238E27FC236}">
                <a16:creationId xmlns:a16="http://schemas.microsoft.com/office/drawing/2014/main" id="{E7131D60-430D-4E3B-8D77-F77E4081CBD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A08183A4-F623-4B12-85C2-B3599E23CC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F4A340-E0E8-42BE-A134-0958391EC832}"/>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네 자리 숫자 문자열 secret을 0000부터 순서대로 찾는 함수를 작성하시오. 네 중첩 반복문을 사용하고, 찾을 때까지 시도한 횟수를 반환하시오. 0000도 첫 시도이며 앞자리 0을 보존한다.</a:t>
            </a:r>
          </a:p>
        </p:txBody>
      </p:sp>
      <p:sp>
        <p:nvSpPr>
          <p:cNvPr id="6" name="">
            <a:extLst xmlns:a="http://schemas.openxmlformats.org/drawingml/2006/main">
              <a:ext uri="{FF2B5EF4-FFF2-40B4-BE49-F238E27FC236}">
                <a16:creationId xmlns:a16="http://schemas.microsoft.com/office/drawing/2014/main" id="{DA7C0856-055D-4BEC-8CD7-17ABF267E51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5444BF4-6B9B-4216-959E-A0797CB8C410}"/>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lock_attempts("8234")</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8235</a:t>
            </a:r>
          </a:p>
        </p:txBody>
      </p:sp>
      <p:sp>
        <p:nvSpPr>
          <p:cNvPr id="8" name="">
            <a:extLst xmlns:a="http://schemas.openxmlformats.org/drawingml/2006/main">
              <a:ext uri="{FF2B5EF4-FFF2-40B4-BE49-F238E27FC236}">
                <a16:creationId xmlns:a16="http://schemas.microsoft.com/office/drawing/2014/main" id="{12C15504-5527-4E81-B4C8-0BD0AAA0BBBA}"/>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A54EA5-AB81-4A56-B6C0-58AF10D6E3CF}"/>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05DE4E1A-002C-4979-897F-74A304AFF4E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E4B053E9-C559-42E8-AC2A-559468E4983C}"/>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시도 횟수</a:t>
            </a:r>
          </a:p>
        </p:txBody>
      </p:sp>
      <p:sp>
        <p:nvSpPr>
          <p:cNvPr id="12" name="">
            <a:extLst xmlns:a="http://schemas.openxmlformats.org/drawingml/2006/main">
              <a:ext uri="{FF2B5EF4-FFF2-40B4-BE49-F238E27FC236}">
                <a16:creationId xmlns:a16="http://schemas.microsoft.com/office/drawing/2014/main" id="{E2C3AF24-52CD-4880-A05A-C5D56C590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B6FCF9-52C0-46B2-8C36-C89D9E913EC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AF1D6ACD-8E70-462E-9749-BF645E530E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p14:creationId xmlns:p14="http://schemas.microsoft.com/office/powerpoint/2010/main" val="3271732153"/>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7411F4-4ADD-4278-A4EA-04A9D820D1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1909BCE-19FB-4DC1-87EC-77F84CEF50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Python 구현 예시</a:t>
            </a:r>
          </a:p>
        </p:txBody>
      </p:sp>
      <p:sp>
        <p:nvSpPr>
          <p:cNvPr id="3" name="">
            <a:extLst xmlns:a="http://schemas.openxmlformats.org/drawingml/2006/main">
              <a:ext uri="{FF2B5EF4-FFF2-40B4-BE49-F238E27FC236}">
                <a16:creationId xmlns:a16="http://schemas.microsoft.com/office/drawing/2014/main" id="{5B34EF14-41F8-4076-97FC-B8BF1D09F3F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5BB5FD1A-65AD-403A-A5AC-CD1138B3799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CDF50A-B8E4-4B86-ABE7-C891D13B3FA3}"/>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lock_attempts(secret):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a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b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c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d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f"{a}{b}{c}{d}" == 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p:txBody>
      </p:sp>
      <p:sp>
        <p:nvSpPr>
          <p:cNvPr id="6" name="">
            <a:extLst xmlns:a="http://schemas.openxmlformats.org/drawingml/2006/main">
              <a:ext uri="{FF2B5EF4-FFF2-40B4-BE49-F238E27FC236}">
                <a16:creationId xmlns:a16="http://schemas.microsoft.com/office/drawing/2014/main" id="{CF9F8BFF-1762-445F-AA2B-ED0E78B4D06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7ECF442C-7DE4-4543-8706-3C43F37F879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EF05DE6-5EB8-49C0-8E1F-7ED7654B6EA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 추가 공간 O(1).</a:t>
            </a:r>
          </a:p>
        </p:txBody>
      </p:sp>
      <p:sp>
        <p:nvSpPr>
          <p:cNvPr id="9" name="">
            <a:extLst xmlns:a="http://schemas.openxmlformats.org/drawingml/2006/main">
              <a:ext uri="{FF2B5EF4-FFF2-40B4-BE49-F238E27FC236}">
                <a16:creationId xmlns:a16="http://schemas.microsoft.com/office/drawing/2014/main" id="{DD1EB487-894D-415A-812B-92AF0CE8C51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CA727AA-779B-48A2-8ADE-504F6E2DBF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144755F3-3140-49F0-8A59-600445F2FF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2885197748"/>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224D01-2F2B-4351-B7BD-4B9C4EEEDD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2AF0866-A6B1-455C-BD8F-1F3CC46C51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C 구현 예시</a:t>
            </a:r>
          </a:p>
        </p:txBody>
      </p:sp>
      <p:sp>
        <p:nvSpPr>
          <p:cNvPr id="3" name="">
            <a:extLst xmlns:a="http://schemas.openxmlformats.org/drawingml/2006/main">
              <a:ext uri="{FF2B5EF4-FFF2-40B4-BE49-F238E27FC236}">
                <a16:creationId xmlns:a16="http://schemas.microsoft.com/office/drawing/2014/main" id="{32A5ED39-6C1D-488A-B520-9B09BFC847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75D36297-B6A8-4A6D-9436-8014E371B7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6065C9-8A93-461C-B366-9BBC5E557060}"/>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lock_attempts(const char secret[])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a = 0; a &lt; 10; 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b = 0; b &lt; 10; b++)</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c = 0; c &lt; 10; c++)</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d = 0; d &lt; 10; d++)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char attempt[5] = {'0'+a, '0'+b, '0'+c, '0'+d,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(strcmp(attempt, secret) == 0)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5B42CEFD-E528-43B9-900A-648C8DE11C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2C73098E-84F7-49CD-BA3F-5DCD3F8B90D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A0C9F00-3257-4F09-8C4B-D7C4663EA3C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 추가 공간 O(1).</a:t>
            </a:r>
          </a:p>
        </p:txBody>
      </p:sp>
      <p:sp>
        <p:nvSpPr>
          <p:cNvPr id="9" name="">
            <a:extLst xmlns:a="http://schemas.openxmlformats.org/drawingml/2006/main">
              <a:ext uri="{FF2B5EF4-FFF2-40B4-BE49-F238E27FC236}">
                <a16:creationId xmlns:a16="http://schemas.microsoft.com/office/drawing/2014/main" id="{FFBDA65D-C82A-4982-B2BD-49874D84BF9D}"/>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BA8955F-2EFA-49A0-808F-CDE4C52D7F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899BB7-DBC3-4708-8D3C-C050059541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6CDF71-42C3-406E-9EA7-3E59EC9949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4086944497"/>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FDCC8C-6E84-4D87-89A9-F274B6ECA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756C4D9-90AA-4DBD-A83C-55D5378824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단답형</a:t>
            </a:r>
          </a:p>
        </p:txBody>
      </p:sp>
      <p:sp>
        <p:nvSpPr>
          <p:cNvPr id="3" name="">
            <a:extLst xmlns:a="http://schemas.openxmlformats.org/drawingml/2006/main">
              <a:ext uri="{FF2B5EF4-FFF2-40B4-BE49-F238E27FC236}">
                <a16:creationId xmlns:a16="http://schemas.microsoft.com/office/drawing/2014/main" id="{A61F9035-EA27-4DB9-95F5-0AA376A82F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14BAF98-C355-4631-B4D6-82FB33AF5D9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1EE457-6640-4F03-B43C-CCF6D9DF82EC}"/>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BD4E3C38-B4AA-42D7-9667-292E1A7F30B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071DF9E-996A-4E18-9217-978A7E448BA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10F050-1A15-4FCC-B65C-EEEBC616B40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5C8E817-4DBF-4747-AE40-AB8CB67D42EC}"/>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C2A828-01B2-43C9-9493-0A0589BC4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1FF842-B92C-4C08-8E75-BAF94BE0EC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FBF7AA-F2EB-4BF3-882E-767D4A5AA5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3646945195"/>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D7CB99-438E-416D-ADDF-684113034C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C635A91B-8C29-4F82-B2B8-46D95CB853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정답 및 해설</a:t>
            </a:r>
          </a:p>
        </p:txBody>
      </p:sp>
      <p:sp>
        <p:nvSpPr>
          <p:cNvPr id="3" name="">
            <a:extLst xmlns:a="http://schemas.openxmlformats.org/drawingml/2006/main">
              <a:ext uri="{FF2B5EF4-FFF2-40B4-BE49-F238E27FC236}">
                <a16:creationId xmlns:a16="http://schemas.microsoft.com/office/drawing/2014/main" id="{DF59D2F2-63BC-439B-9D90-EB823CC1A34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5A59A86-6738-46B9-8195-E480E3F0F4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99BD8A-0627-4D7A-952E-96F765232C8C}"/>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D3D9D5B1-3205-4E61-A684-1C7C1C54F66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EC6D58D5-5F3A-46B6-8603-107B43FBA1A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7694176-C6FF-42BD-93D2-E6A3E90BE8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48DB9A-8F43-4BAA-A014-35BB47A856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D39E469E-2600-4382-B24F-B9F07B8600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4BB278-4610-40A8-8A9E-E2139B92DB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1463C97-8E3F-44C4-80E9-147CD24027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p14:creationId xmlns:p14="http://schemas.microsoft.com/office/powerpoint/2010/main" val="70758675"/>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4F92A6-D2D0-4267-832B-765DCE2063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D23F914C-468A-4F8E-958D-F21C0E6AA46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단답형</a:t>
            </a:r>
          </a:p>
        </p:txBody>
      </p:sp>
      <p:sp>
        <p:nvSpPr>
          <p:cNvPr id="3" name="">
            <a:extLst xmlns:a="http://schemas.openxmlformats.org/drawingml/2006/main">
              <a:ext uri="{FF2B5EF4-FFF2-40B4-BE49-F238E27FC236}">
                <a16:creationId xmlns:a16="http://schemas.microsoft.com/office/drawing/2014/main" id="{C4D8AAD7-56B1-429B-8C7D-6086E6E3189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CFE9A59-F08C-4DA0-8962-0731429643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EB01C2-948B-44C4-A772-AE0951EEBD0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57092300-7043-4AAA-977A-7CE8B41C9C2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5CFD39D-2484-489D-A1ED-BDE5C3C4B49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E936245-6087-4952-A123-572270DD5C2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E36CA0-DEEC-4260-BB2D-FE6104E4B52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404DD85-C801-434A-8C5A-ECBF4259EBA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2FD399-F11C-41E3-8974-4C455620A95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DB78F24-DF67-488C-85E7-0FF32A99D5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p14:creationId xmlns:p14="http://schemas.microsoft.com/office/powerpoint/2010/main" val="3820091994"/>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281599-58E1-4360-B61C-F544826C43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2BEDF7C9-C9FB-4C1D-AB43-C8BA04DC9F4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정답 및 해설</a:t>
            </a:r>
          </a:p>
        </p:txBody>
      </p:sp>
      <p:sp>
        <p:nvSpPr>
          <p:cNvPr id="3" name="">
            <a:extLst xmlns:a="http://schemas.openxmlformats.org/drawingml/2006/main">
              <a:ext uri="{FF2B5EF4-FFF2-40B4-BE49-F238E27FC236}">
                <a16:creationId xmlns:a16="http://schemas.microsoft.com/office/drawing/2014/main" id="{5DE26461-1C0D-4925-8BEB-ED651A99FD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7CD87F4-F017-4CAC-97BA-A4E5750B03A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0CB9BD-ECCE-40B3-860F-E10C78796372}"/>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0618D70F-2C78-432C-9435-BCCBD46CBBDB}"/>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10초</a:t>
            </a:r>
          </a:p>
        </p:txBody>
      </p:sp>
      <p:sp>
        <p:nvSpPr>
          <p:cNvPr id="7" name="">
            <a:extLst xmlns:a="http://schemas.openxmlformats.org/drawingml/2006/main">
              <a:ext uri="{FF2B5EF4-FFF2-40B4-BE49-F238E27FC236}">
                <a16:creationId xmlns:a16="http://schemas.microsoft.com/office/drawing/2014/main" id="{A05B6ED2-41E8-44D5-88F8-9801FB6A81A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44B3EA6-961C-4930-82A2-DA952C274E0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BDF7CD-66F1-456C-B33E-C9AFD9B732D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 걸린다.</a:t>
            </a:r>
          </a:p>
        </p:txBody>
      </p:sp>
      <p:sp>
        <p:nvSpPr>
          <p:cNvPr id="10" name="">
            <a:extLst xmlns:a="http://schemas.openxmlformats.org/drawingml/2006/main">
              <a:ext uri="{FF2B5EF4-FFF2-40B4-BE49-F238E27FC236}">
                <a16:creationId xmlns:a16="http://schemas.microsoft.com/office/drawing/2014/main" id="{5AD8CDE7-39E7-4F86-9221-779AEA6965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46AB70-1B2D-408E-A2FE-A56093D5C1F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7F30D3-89EB-4E49-A2A7-BDF49DE051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p14:creationId xmlns:p14="http://schemas.microsoft.com/office/powerpoint/2010/main" val="1214110746"/>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DDBF6F-ABA1-4D3D-AB0D-AACC68DAF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876D0004-F9FD-4F51-915D-31629DCE3F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단답형</a:t>
            </a:r>
          </a:p>
        </p:txBody>
      </p:sp>
      <p:sp>
        <p:nvSpPr>
          <p:cNvPr id="3" name="">
            <a:extLst xmlns:a="http://schemas.openxmlformats.org/drawingml/2006/main">
              <a:ext uri="{FF2B5EF4-FFF2-40B4-BE49-F238E27FC236}">
                <a16:creationId xmlns:a16="http://schemas.microsoft.com/office/drawing/2014/main" id="{1ACC1678-70D6-4208-80B4-E583AC96F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81D0DD-9510-41A0-9FD0-8CDCB8E129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9EF9B-072A-4ECC-9E49-643CC2B4886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C4A7C337-500D-42C8-AED5-6009CC398B6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5D24CA1-CDEA-4FE6-BE8E-03A8E49DA8D4}"/>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B47AC8-2123-49F6-8791-DB274B40674A}"/>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E04968-42A0-4C4F-A165-42D3AA475D0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AC25C24-7F85-4146-B123-20D2B6CD32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2918A-F39A-4833-99DE-FAEA58FDC6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983928-1F5B-4E81-9AC2-B0AD4C8AAE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p14:creationId xmlns:p14="http://schemas.microsoft.com/office/powerpoint/2010/main" val="2258873584"/>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BE4FAF-7805-44CB-8AAE-3114BD817F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F57B2EEA-421B-4736-9E1B-FC9876EF0B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정답 및 해설</a:t>
            </a:r>
          </a:p>
        </p:txBody>
      </p:sp>
      <p:sp>
        <p:nvSpPr>
          <p:cNvPr id="3" name="">
            <a:extLst xmlns:a="http://schemas.openxmlformats.org/drawingml/2006/main">
              <a:ext uri="{FF2B5EF4-FFF2-40B4-BE49-F238E27FC236}">
                <a16:creationId xmlns:a16="http://schemas.microsoft.com/office/drawing/2014/main" id="{FD4CBA2E-5B50-461B-92DD-CD386AD483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4E29E63-0B26-4211-8E52-94AAB35F29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C6B51A-AD44-4887-9FDA-3D510071E94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41487064-12D3-4363-B511-59E171150BCC}"/>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알고리즘이 확인할 모든 후보의 집합</a:t>
            </a:r>
          </a:p>
        </p:txBody>
      </p:sp>
      <p:sp>
        <p:nvSpPr>
          <p:cNvPr id="7" name="">
            <a:extLst xmlns:a="http://schemas.openxmlformats.org/drawingml/2006/main">
              <a:ext uri="{FF2B5EF4-FFF2-40B4-BE49-F238E27FC236}">
                <a16:creationId xmlns:a16="http://schemas.microsoft.com/office/drawing/2014/main" id="{5C78745C-0E0D-4D1C-ACEC-D338A85F644F}"/>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202D361-8A1B-4719-9127-80389CF07D66}"/>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77B905-87BE-4993-BF9E-3E1DAD82C9B8}"/>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실행 시간은 후보 수와 후보당 처리 비용에 좌우된다. 코드를 작성하기 전에 두 값을 함께 살펴본다.</a:t>
            </a:r>
          </a:p>
        </p:txBody>
      </p:sp>
      <p:sp>
        <p:nvSpPr>
          <p:cNvPr id="10" name="">
            <a:extLst xmlns:a="http://schemas.openxmlformats.org/drawingml/2006/main">
              <a:ext uri="{FF2B5EF4-FFF2-40B4-BE49-F238E27FC236}">
                <a16:creationId xmlns:a16="http://schemas.microsoft.com/office/drawing/2014/main" id="{756D8EF8-9257-49AA-BE72-1F1FB5E485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1EF337-D5EB-4D04-AD65-B67756FDA0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F5EC54-E9DD-4004-9FD6-A84DB345FD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246790249"/>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0F6EE0D-111E-41FF-904D-3F0F6DB77A6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28C3FA0-E118-4ADA-A99C-378BEAF837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알고리즘 작성</a:t>
            </a:r>
          </a:p>
        </p:txBody>
      </p:sp>
      <p:sp>
        <p:nvSpPr>
          <p:cNvPr id="3" name="">
            <a:extLst xmlns:a="http://schemas.openxmlformats.org/drawingml/2006/main">
              <a:ext uri="{FF2B5EF4-FFF2-40B4-BE49-F238E27FC236}">
                <a16:creationId xmlns:a16="http://schemas.microsoft.com/office/drawing/2014/main" id="{549A05C5-C173-4DC8-B9DA-42F16086A61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B6E7C495-03FA-406B-B5EB-4DF2B4AAA0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B3C500-5FE8-42DA-B2A6-5D62CC9A24DD}"/>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배열 A에서 i&lt;j이며 A[i]+A[j]=target인 모든 값 쌍을 구하는 함수를 작성하시오. i, j가 증가하는 순서로 저장한다. 값이 같아도 인덱스가 다른 쌍은 별개다. 0≤n≤30, 값과 target은 −100~100이다.</a:t>
            </a:r>
          </a:p>
        </p:txBody>
      </p:sp>
      <p:sp>
        <p:nvSpPr>
          <p:cNvPr id="6" name="">
            <a:extLst xmlns:a="http://schemas.openxmlformats.org/drawingml/2006/main">
              <a:ext uri="{FF2B5EF4-FFF2-40B4-BE49-F238E27FC236}">
                <a16:creationId xmlns:a16="http://schemas.microsoft.com/office/drawing/2014/main" id="{BFE0DE5A-6836-434E-9E07-D7597511A458}"/>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465AED1-B853-40CB-BEF8-00E7CFD37C0E}"/>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find_pairs([1,3,5,7,9], 10)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[[1,9],[3,7]]</a:t>
            </a:r>
          </a:p>
        </p:txBody>
      </p:sp>
      <p:sp>
        <p:nvSpPr>
          <p:cNvPr id="8" name="">
            <a:extLst xmlns:a="http://schemas.openxmlformats.org/drawingml/2006/main">
              <a:ext uri="{FF2B5EF4-FFF2-40B4-BE49-F238E27FC236}">
                <a16:creationId xmlns:a16="http://schemas.microsoft.com/office/drawing/2014/main" id="{66F352E8-D853-4DED-A3B2-8049DC703E73}"/>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758FE3-04DE-4938-80A6-7D78680262AE}"/>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33C633DF-9C0F-47DE-A2EF-A154D116CA7C}"/>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E415B1CD-48ED-44F7-8E3F-6214621AC58C}"/>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out[][2] = 값의 쌍, return = 행 수 (최대 435)</a:t>
            </a:r>
          </a:p>
        </p:txBody>
      </p:sp>
      <p:sp>
        <p:nvSpPr>
          <p:cNvPr id="12" name="">
            <a:extLst xmlns:a="http://schemas.openxmlformats.org/drawingml/2006/main">
              <a:ext uri="{FF2B5EF4-FFF2-40B4-BE49-F238E27FC236}">
                <a16:creationId xmlns:a16="http://schemas.microsoft.com/office/drawing/2014/main" id="{6B0B6CBF-434B-4595-8B20-BA56CF354FF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738A53-AABD-43B7-82A4-C1B30607FC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42A4C63-654E-47E6-A39E-91CD50A96E6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p14:creationId xmlns:p14="http://schemas.microsoft.com/office/powerpoint/2010/main" val="4259295955"/>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7305B2-D9DB-444E-9ADB-4ECC86D933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0937B9-F1EB-4C0D-9129-44B8F493810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Python 구현 예시</a:t>
            </a:r>
          </a:p>
        </p:txBody>
      </p:sp>
      <p:sp>
        <p:nvSpPr>
          <p:cNvPr id="3" name="">
            <a:extLst xmlns:a="http://schemas.openxmlformats.org/drawingml/2006/main">
              <a:ext uri="{FF2B5EF4-FFF2-40B4-BE49-F238E27FC236}">
                <a16:creationId xmlns:a16="http://schemas.microsoft.com/office/drawing/2014/main" id="{F50CCF9C-312D-4387-8633-54A098719D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A4936495-85BA-4974-AC7D-B4187D49F5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5821AA-2632-4725-BBD6-FA71EACBA3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find_pairs(A,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result.append([A[i],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866FCA46-C3AB-4229-B748-9AD1DC7779B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AED16F0B-83CF-4A11-B5AC-3B3EC5F35CB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520A53-E06B-4562-BD6B-BEE105B13B4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 결과 공간 O(n²).</a:t>
            </a:r>
          </a:p>
        </p:txBody>
      </p:sp>
      <p:sp>
        <p:nvSpPr>
          <p:cNvPr id="9" name="">
            <a:extLst xmlns:a="http://schemas.openxmlformats.org/drawingml/2006/main">
              <a:ext uri="{FF2B5EF4-FFF2-40B4-BE49-F238E27FC236}">
                <a16:creationId xmlns:a16="http://schemas.microsoft.com/office/drawing/2014/main" id="{6AE5448B-4507-437C-A306-EDE639764E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F117C23-E120-4CAE-94F6-8D3EF01FB4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D52005B-2928-4FA1-A81C-20981D8DEC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p14:creationId xmlns:p14="http://schemas.microsoft.com/office/powerpoint/2010/main" val="3204593893"/>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E33940-55F9-48AB-A075-495EFBFF0A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64D17-DA28-4686-91E3-CC50FA5EE17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C 구현 예시</a:t>
            </a:r>
          </a:p>
        </p:txBody>
      </p:sp>
      <p:sp>
        <p:nvSpPr>
          <p:cNvPr id="3" name="">
            <a:extLst xmlns:a="http://schemas.openxmlformats.org/drawingml/2006/main">
              <a:ext uri="{FF2B5EF4-FFF2-40B4-BE49-F238E27FC236}">
                <a16:creationId xmlns:a16="http://schemas.microsoft.com/office/drawing/2014/main" id="{49D2D979-7E40-4477-8E2C-A245C18B66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F4CBCC4F-D6DD-4FB6-96B9-954518344E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F37BF4-A3AA-4F69-86FE-DD55B962B5BE}"/>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find_pairs(const int A[], int n, int target, int out[][2])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i = 0; i &lt; n; 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j = i + 1; j &lt; n;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out[count][0] = A[i]; out[count++][1]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1A67E08-5C65-416E-BF2B-09DBFAA31B3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127235E-6898-458A-AF86-C6454A03B56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40A2E8-D3F2-4E75-A5AC-0905DFACA85D}"/>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 결과 공간 O(n²).</a:t>
            </a:r>
          </a:p>
        </p:txBody>
      </p:sp>
      <p:sp>
        <p:nvSpPr>
          <p:cNvPr id="9" name="">
            <a:extLst xmlns:a="http://schemas.openxmlformats.org/drawingml/2006/main">
              <a:ext uri="{FF2B5EF4-FFF2-40B4-BE49-F238E27FC236}">
                <a16:creationId xmlns:a16="http://schemas.microsoft.com/office/drawing/2014/main" id="{D6DF6818-A50C-4A87-B6D5-CAA73B13B651}"/>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4BB5D566-85F3-453F-B236-D463891603B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D52B5-93D7-4D51-B9A0-C9DEE3B695C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6ACB93-B886-41D1-8A45-2BC6CE031E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p14:creationId xmlns:p14="http://schemas.microsoft.com/office/powerpoint/2010/main" val="2214859042"/>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C2E2DA-2E0B-4DF3-B734-D6FD10061E5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7AFE8A63-DFA0-4F57-B0A1-A8EBF5FB8F6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단답형</a:t>
            </a:r>
          </a:p>
        </p:txBody>
      </p:sp>
      <p:sp>
        <p:nvSpPr>
          <p:cNvPr id="3" name="">
            <a:extLst xmlns:a="http://schemas.openxmlformats.org/drawingml/2006/main">
              <a:ext uri="{FF2B5EF4-FFF2-40B4-BE49-F238E27FC236}">
                <a16:creationId xmlns:a16="http://schemas.microsoft.com/office/drawing/2014/main" id="{0D491E90-1F41-4149-8731-A2136E1C76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2D49E74-03D0-464D-9A14-6B13C714BF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EAB19C-405B-49CB-90EA-D056D4DFD51B}"/>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09DF7F65-E544-4D67-A0F7-8639B789CF6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8C7FECB-A879-441F-B642-EA3491DAA420}"/>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0F5E93-F533-44CD-9ED2-FCFA5DCA693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479C39C-5536-46BC-A153-526102FDEFE8}"/>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AB4E05-8A56-44CB-9EB9-6D1F6B6D768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9DFBEB-8DE2-4DF1-BB3F-7E5C5774777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869325-A832-43CA-87AA-2764FEE561B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p14:creationId xmlns:p14="http://schemas.microsoft.com/office/powerpoint/2010/main" val="2537900433"/>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C6DD8B-CF93-43D5-89DE-7586C0969A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68111C09-9F32-4B89-A723-FCE58CC79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정답 및 해설</a:t>
            </a:r>
          </a:p>
        </p:txBody>
      </p:sp>
      <p:sp>
        <p:nvSpPr>
          <p:cNvPr id="3" name="">
            <a:extLst xmlns:a="http://schemas.openxmlformats.org/drawingml/2006/main">
              <a:ext uri="{FF2B5EF4-FFF2-40B4-BE49-F238E27FC236}">
                <a16:creationId xmlns:a16="http://schemas.microsoft.com/office/drawing/2014/main" id="{DC9A1BEC-2FD7-43FF-80C5-437ADFFF60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D42B751-E72E-451F-A15A-2356116C0D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8253F7-F173-4B75-81AB-A914AD2B1F9E}"/>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C49C87EE-6EDE-4870-BB57-BCC901F204E2}"/>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3가지</a:t>
            </a:r>
          </a:p>
        </p:txBody>
      </p:sp>
      <p:sp>
        <p:nvSpPr>
          <p:cNvPr id="7" name="">
            <a:extLst xmlns:a="http://schemas.openxmlformats.org/drawingml/2006/main">
              <a:ext uri="{FF2B5EF4-FFF2-40B4-BE49-F238E27FC236}">
                <a16:creationId xmlns:a16="http://schemas.microsoft.com/office/drawing/2014/main" id="{5ABCA8DF-4E6E-4543-AA0B-0BED069DEED7}"/>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F5F00D-31AA-4017-A409-E2162573B13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DD0623-A14B-48B9-B8C8-54610F9CA265}"/>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 세면 이 값이 나온다.</a:t>
            </a:r>
          </a:p>
        </p:txBody>
      </p:sp>
      <p:sp>
        <p:nvSpPr>
          <p:cNvPr id="10" name="">
            <a:extLst xmlns:a="http://schemas.openxmlformats.org/drawingml/2006/main">
              <a:ext uri="{FF2B5EF4-FFF2-40B4-BE49-F238E27FC236}">
                <a16:creationId xmlns:a16="http://schemas.microsoft.com/office/drawing/2014/main" id="{0607EE06-2AAF-42E6-9D08-DFEEEF099B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508827-4646-46CB-A3BF-AEFDB6B7E86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E27D7EF-975D-4560-A489-F4B9F1B3264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p14:creationId xmlns:p14="http://schemas.microsoft.com/office/powerpoint/2010/main" val="4056672379"/>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A68BBA-EFD8-4690-A420-DB5C1F146C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9E16973-064C-4CF1-A436-B1EDED54215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단답형</a:t>
            </a:r>
          </a:p>
        </p:txBody>
      </p:sp>
      <p:sp>
        <p:nvSpPr>
          <p:cNvPr id="3" name="">
            <a:extLst xmlns:a="http://schemas.openxmlformats.org/drawingml/2006/main">
              <a:ext uri="{FF2B5EF4-FFF2-40B4-BE49-F238E27FC236}">
                <a16:creationId xmlns:a16="http://schemas.microsoft.com/office/drawing/2014/main" id="{8179CED5-BEFD-47B3-9502-D1B94D4C53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8615639-D1F5-488E-A972-738D14E029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35B070-2C2A-4BE1-A1C2-E276DB0CA3E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D3DF09E4-D95D-4269-9C22-8B739504DC8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A077AB9-4097-4C2B-8CD2-09D3BCDA8C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933F59E-594F-40E5-AFD7-E5F384D3DFE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84AF62-1E59-4ACD-889D-78B230E694CB}"/>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F3E4C39-ADFB-413C-9777-6D18042078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6CF41F-E564-45B9-A74D-4E155083306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9F446E-DAB3-4128-A199-56B2759052B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p14:creationId xmlns:p14="http://schemas.microsoft.com/office/powerpoint/2010/main" val="953991938"/>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471DE6-410E-4053-A8AE-40FA4D4D74C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F4B0027-7F91-4EC5-94CF-1BE6DAE64B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정답 및 해설</a:t>
            </a:r>
          </a:p>
        </p:txBody>
      </p:sp>
      <p:sp>
        <p:nvSpPr>
          <p:cNvPr id="3" name="">
            <a:extLst xmlns:a="http://schemas.openxmlformats.org/drawingml/2006/main">
              <a:ext uri="{FF2B5EF4-FFF2-40B4-BE49-F238E27FC236}">
                <a16:creationId xmlns:a16="http://schemas.microsoft.com/office/drawing/2014/main" id="{607ABF42-9768-43D7-981C-B4FF10B7DF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78B1810-3A8D-4BA2-ABB0-A539F74EA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C92B2C-2440-421F-924C-1B219A8CB889}"/>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3BA6848E-4D1B-40D1-B171-BD6905F43178}"/>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약 50만 번 (1000 × 999 ÷ 2 = 499,500)</a:t>
            </a:r>
          </a:p>
        </p:txBody>
      </p:sp>
      <p:sp>
        <p:nvSpPr>
          <p:cNvPr id="7" name="">
            <a:extLst xmlns:a="http://schemas.openxmlformats.org/drawingml/2006/main">
              <a:ext uri="{FF2B5EF4-FFF2-40B4-BE49-F238E27FC236}">
                <a16:creationId xmlns:a16="http://schemas.microsoft.com/office/drawing/2014/main" id="{A6D16B94-9915-4D0A-810D-7CB4970853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56EC6B3-5EFD-494C-804B-98AA08E5415C}"/>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C46C65-E7D9-49D1-A274-5FBEA7B993DE}"/>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xmlns:a="http://schemas.openxmlformats.org/drawingml/2006/main">
              <a:ext uri="{FF2B5EF4-FFF2-40B4-BE49-F238E27FC236}">
                <a16:creationId xmlns:a16="http://schemas.microsoft.com/office/drawing/2014/main" id="{F217CC92-696A-42A4-AF8D-0E66A5C6FD6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23526DB-1767-4F39-B507-2958702208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2B3EAD-A8A1-45D4-A899-45F7D62A4A0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p14:creationId xmlns:p14="http://schemas.microsoft.com/office/powerpoint/2010/main" val="2993499041"/>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C41084-56DE-4BA0-A16B-1F07FF77C2C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8C82E69-3839-4B31-B6B0-0F6ADEFC9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단답형</a:t>
            </a:r>
          </a:p>
        </p:txBody>
      </p:sp>
      <p:sp>
        <p:nvSpPr>
          <p:cNvPr id="3" name="">
            <a:extLst xmlns:a="http://schemas.openxmlformats.org/drawingml/2006/main">
              <a:ext uri="{FF2B5EF4-FFF2-40B4-BE49-F238E27FC236}">
                <a16:creationId xmlns:a16="http://schemas.microsoft.com/office/drawing/2014/main" id="{A2D5700B-B812-4A4C-8657-C5FC0928BF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0FE78C0-4AC2-4F70-BDB9-87AF732ADA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FB1D6-E130-4740-9D94-D392E5D9D88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7E239B7E-D2F0-43CF-97A8-E0CBCA4EC4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2119DD1-9590-4A89-8A11-0FD8312B204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7ABD318-113E-4196-A84A-03E944EDD5F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0181CE-C1B2-447D-8AF3-2F2685FDD3E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48E0482-9C20-4DBD-A4B2-813D84ADF6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CBEC51-F6AA-40B5-9F42-0E58151E36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B912-778B-48A2-8781-3CBFF557F0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2011152355"/>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FEEEF9-A580-4917-A53E-17A9D5FB1D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584DBEE-2B62-40E2-B658-B8132C25D6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정답 및 해설</a:t>
            </a:r>
          </a:p>
        </p:txBody>
      </p:sp>
      <p:sp>
        <p:nvSpPr>
          <p:cNvPr id="3" name="">
            <a:extLst xmlns:a="http://schemas.openxmlformats.org/drawingml/2006/main">
              <a:ext uri="{FF2B5EF4-FFF2-40B4-BE49-F238E27FC236}">
                <a16:creationId xmlns:a16="http://schemas.microsoft.com/office/drawing/2014/main" id="{3786F33C-390C-4B3F-81A9-5807EE9326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341DDD-9141-4DED-B77C-68F2759693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51AA7F-5134-4CEF-ACEA-ABF51B0D408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2F112722-EACC-4D6C-974F-CEDE35841F0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정확히 2배</a:t>
            </a:r>
          </a:p>
        </p:txBody>
      </p:sp>
      <p:sp>
        <p:nvSpPr>
          <p:cNvPr id="7" name="">
            <a:extLst xmlns:a="http://schemas.openxmlformats.org/drawingml/2006/main">
              <a:ext uri="{FF2B5EF4-FFF2-40B4-BE49-F238E27FC236}">
                <a16:creationId xmlns:a16="http://schemas.microsoft.com/office/drawing/2014/main" id="{C6240148-D8AC-4D69-B3B1-D4FC7D2E80C9}"/>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C27B29-B7DD-4211-AC3F-0100CED1F04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43852F-78FD-4B5D-8B8F-7A4C33414DF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원래는 n(n−1)/2회, 변경 후에는 (n−1)n회이다. 바깥 반복문의 범위는 그대로이므로 비율은 정확히 2이다.</a:t>
            </a:r>
          </a:p>
        </p:txBody>
      </p:sp>
      <p:sp>
        <p:nvSpPr>
          <p:cNvPr id="10" name="">
            <a:extLst xmlns:a="http://schemas.openxmlformats.org/drawingml/2006/main">
              <a:ext uri="{FF2B5EF4-FFF2-40B4-BE49-F238E27FC236}">
                <a16:creationId xmlns:a16="http://schemas.microsoft.com/office/drawing/2014/main" id="{D1BB4DE3-90E6-4317-95D3-07F2B839D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00990D-F49D-44AF-93A5-D3CFE05EA1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D6C41-0834-42CF-87C4-2C6A98596FE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415922151"/>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2C6886D-A9F9-44FB-AE25-C8790DF6455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5E16302-1CBC-4AE9-AAD3-E40FEDC9B6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알고리즘 작성</a:t>
            </a:r>
          </a:p>
        </p:txBody>
      </p:sp>
      <p:sp>
        <p:nvSpPr>
          <p:cNvPr id="3" name="">
            <a:extLst xmlns:a="http://schemas.openxmlformats.org/drawingml/2006/main">
              <a:ext uri="{FF2B5EF4-FFF2-40B4-BE49-F238E27FC236}">
                <a16:creationId xmlns:a16="http://schemas.microsoft.com/office/drawing/2014/main" id="{2B820086-2219-417E-A3A9-D2469A4B8E1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D045B781-E259-453E-830F-C86A971611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AD212A-FF56-4E38-8E8B-B11B95AEBF55}"/>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양의 카드 값 A에서 서로 다른 세 장을 골라 합이 target 이하인 최대 합을 반환하는 함수를 작성하시오. 가능한 조합이 없으면 0이다. 0≤n≤100, 카드 값은 1~1,000, 0≤target≤3,000이다.</a:t>
            </a:r>
          </a:p>
        </p:txBody>
      </p:sp>
      <p:sp>
        <p:nvSpPr>
          <p:cNvPr id="6" name="">
            <a:extLst xmlns:a="http://schemas.openxmlformats.org/drawingml/2006/main">
              <a:ext uri="{FF2B5EF4-FFF2-40B4-BE49-F238E27FC236}">
                <a16:creationId xmlns:a16="http://schemas.microsoft.com/office/drawing/2014/main" id="{A201B0DC-3E27-4ECE-8DC9-3A80F5AED843}"/>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843EBCE-8DCA-45C0-8BDD-9DF7D2D2BCC3}"/>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blackjack([5,6,7,8,9], 21)</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21</a:t>
            </a:r>
          </a:p>
        </p:txBody>
      </p:sp>
      <p:sp>
        <p:nvSpPr>
          <p:cNvPr id="8" name="">
            <a:extLst xmlns:a="http://schemas.openxmlformats.org/drawingml/2006/main">
              <a:ext uri="{FF2B5EF4-FFF2-40B4-BE49-F238E27FC236}">
                <a16:creationId xmlns:a16="http://schemas.microsoft.com/office/drawing/2014/main" id="{33DEB134-F78B-4D34-B0B9-5087C8C26B3E}"/>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DCEC61-194E-415C-811D-B558C7594F8B}"/>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F485B27A-F564-4B22-B941-7F9BE80A127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5073C97D-1DCA-466A-BA42-0483344E00BD}"/>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합 또는 0</a:t>
            </a:r>
          </a:p>
        </p:txBody>
      </p:sp>
      <p:sp>
        <p:nvSpPr>
          <p:cNvPr id="12" name="">
            <a:extLst xmlns:a="http://schemas.openxmlformats.org/drawingml/2006/main">
              <a:ext uri="{FF2B5EF4-FFF2-40B4-BE49-F238E27FC236}">
                <a16:creationId xmlns:a16="http://schemas.microsoft.com/office/drawing/2014/main" id="{A4095A87-E0F1-493E-893F-C3830C35236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AD7464C-C493-4F37-8088-751F1E12C53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7F51998C-04A8-4896-AE3B-4941C1B6504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p14:creationId xmlns:p14="http://schemas.microsoft.com/office/powerpoint/2010/main" val="701956095"/>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E6B98E2-BDB3-4E29-828D-B2BFA7E173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D29252F-1597-43EA-B73D-C171CC1ACC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Python 구현 예시</a:t>
            </a:r>
          </a:p>
        </p:txBody>
      </p:sp>
      <p:sp>
        <p:nvSpPr>
          <p:cNvPr id="3" name="">
            <a:extLst xmlns:a="http://schemas.openxmlformats.org/drawingml/2006/main">
              <a:ext uri="{FF2B5EF4-FFF2-40B4-BE49-F238E27FC236}">
                <a16:creationId xmlns:a16="http://schemas.microsoft.com/office/drawing/2014/main" id="{65DEAB38-1B54-44DD-AEB6-9AE4DE51B0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1B4753E1-038B-4E9C-89AD-91E68E4701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F71BEC-1D19-4C06-87C7-BEC42DD4EA2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blackjack(A,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k in range(j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total = A[i] + A[j] + A[k]</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total &lt;= target and total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total</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B7857FF6-E6FF-42DF-BC43-BC57A2E89860}"/>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324DA2E-4556-4661-B9FC-8F99C6BC9EE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6BA855-5836-4183-8330-BF6C4FF63CB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 추가 공간 O(1).</a:t>
            </a:r>
          </a:p>
        </p:txBody>
      </p:sp>
      <p:sp>
        <p:nvSpPr>
          <p:cNvPr id="9" name="">
            <a:extLst xmlns:a="http://schemas.openxmlformats.org/drawingml/2006/main">
              <a:ext uri="{FF2B5EF4-FFF2-40B4-BE49-F238E27FC236}">
                <a16:creationId xmlns:a16="http://schemas.microsoft.com/office/drawing/2014/main" id="{0E293514-F244-4A07-8DED-A6DEACAB9D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C80676D-F44B-4CC0-870D-9FF51498D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20FE3A2A-80CD-4A87-BF29-558BEA6E7CD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60000685"/>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1DE3A9-059C-4DEC-9DC5-A7F800CBEA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CF410AA-E8E7-405D-88BC-4184A14A6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C 구현 예시</a:t>
            </a:r>
          </a:p>
        </p:txBody>
      </p:sp>
      <p:sp>
        <p:nvSpPr>
          <p:cNvPr id="3" name="">
            <a:extLst xmlns:a="http://schemas.openxmlformats.org/drawingml/2006/main">
              <a:ext uri="{FF2B5EF4-FFF2-40B4-BE49-F238E27FC236}">
                <a16:creationId xmlns:a16="http://schemas.microsoft.com/office/drawing/2014/main" id="{DF5A5A46-3BBF-4BCC-B412-B9392224E14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85326EC5-BF08-4E7E-8516-97A2FFCD07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6B8D9-C01B-457E-8FF4-3A761F91DB0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int blackjack(const int A[], int n, int target)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best=0;</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for(int i=0;i&lt;n;i++) for(int j=i+1;j&lt;n;j++) for(int k=j+1;k&lt;n;k++)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total=A[i]+A[j]+A[k];</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if(total&lt;=target &amp;&amp; total&gt;best) best=total;</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return best;</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777035A-13EA-410C-9C99-A44648F40486}"/>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1</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2</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3</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4</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5</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6</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7</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8CE079FD-2264-4D4F-BAD6-A58ABF0DFBB8}"/>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CEBF37-EF5A-4750-A6E0-8DE3F5469D9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 추가 공간 O(1).</a:t>
            </a:r>
          </a:p>
        </p:txBody>
      </p:sp>
      <p:sp>
        <p:nvSpPr>
          <p:cNvPr id="9" name="">
            <a:extLst xmlns:a="http://schemas.openxmlformats.org/drawingml/2006/main">
              <a:ext uri="{FF2B5EF4-FFF2-40B4-BE49-F238E27FC236}">
                <a16:creationId xmlns:a16="http://schemas.microsoft.com/office/drawing/2014/main" id="{7B0D1DAD-E848-4EE6-B8B5-A39DAD144D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02345B0B-DA29-4190-9095-1567D2A75B3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9D180B-E7BE-46CD-BEF2-1ECE53C747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84DDBF-0A23-40F2-888D-964F4EB6BCA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p14:creationId xmlns:p14="http://schemas.microsoft.com/office/powerpoint/2010/main" val="3320280824"/>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869F6B-A154-4090-8AE0-24442B1645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08965E8-6FED-4E0C-8D5D-2032CD1319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단답형</a:t>
            </a:r>
          </a:p>
        </p:txBody>
      </p:sp>
      <p:sp>
        <p:nvSpPr>
          <p:cNvPr id="3" name="">
            <a:extLst xmlns:a="http://schemas.openxmlformats.org/drawingml/2006/main">
              <a:ext uri="{FF2B5EF4-FFF2-40B4-BE49-F238E27FC236}">
                <a16:creationId xmlns:a16="http://schemas.microsoft.com/office/drawing/2014/main" id="{718070E2-6724-40B9-AC38-D4521756C0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C1EEECC-B794-4B86-ACF3-3ECD77DB8A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5F23BF-774B-4771-ABFE-F41C4AB2B5BD}"/>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3CDCA61-0E00-43B0-BF4D-82B22662D370}"/>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CD41CC-B88E-431E-B270-361797F959F3}"/>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995897-595B-4441-855F-8751BE4EE26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005164-0E19-41B2-B8DD-B5A7320C6A0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48BF9B-A43D-4E17-BD12-D41E872968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24A062-EFD1-4F54-8A34-4673F228B3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DAAC88E-AAE4-4DCC-917F-E77A5FAD6EB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p14:creationId xmlns:p14="http://schemas.microsoft.com/office/powerpoint/2010/main" val="868968492"/>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287058-1E08-4CC5-B2EA-0E62A832DA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3797A6-6C82-4BB5-B5C0-AACDD8FDC5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정답 및 해설</a:t>
            </a:r>
          </a:p>
        </p:txBody>
      </p:sp>
      <p:sp>
        <p:nvSpPr>
          <p:cNvPr id="3" name="">
            <a:extLst xmlns:a="http://schemas.openxmlformats.org/drawingml/2006/main">
              <a:ext uri="{FF2B5EF4-FFF2-40B4-BE49-F238E27FC236}">
                <a16:creationId xmlns:a16="http://schemas.microsoft.com/office/drawing/2014/main" id="{FC670894-4202-4B3E-BCD0-1853CD9B17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A073ED0-B71E-49E2-A479-AFFA61EFA26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E9A55E-ACB6-4706-ABB0-DE77D699CA1B}"/>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9AA2C938-65CF-475F-B5BA-5163C105F99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81E63224-5F82-44EB-9B34-F51210055D5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C6E0510-F5F1-4588-B7A4-3B5DAE8869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F61BB1-A3E3-4628-AB21-67064FD64CA8}"/>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8CBAB1FB-8ABD-4FA7-9F38-F676C29BFA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058A09-B422-4FFC-93A6-1EC988B576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44361A-7B7C-4FC0-8F1F-AF23579BBB8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p14:creationId xmlns:p14="http://schemas.microsoft.com/office/powerpoint/2010/main" val="2866156621"/>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F25A588-EA60-4D78-BAEF-F93BB90586F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CCA52A0-FC14-4F6E-837C-244160D8A6F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알고리즘 작성</a:t>
            </a:r>
          </a:p>
        </p:txBody>
      </p:sp>
      <p:sp>
        <p:nvSpPr>
          <p:cNvPr id="3" name="">
            <a:extLst xmlns:a="http://schemas.openxmlformats.org/drawingml/2006/main">
              <a:ext uri="{FF2B5EF4-FFF2-40B4-BE49-F238E27FC236}">
                <a16:creationId xmlns:a16="http://schemas.microsoft.com/office/drawing/2014/main" id="{659B4350-F302-4F20-B4F4-19F38C56C1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B46CCFCE-891A-41B9-AA81-8647D16FB2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F67A00-37B7-4FFF-907A-6C1C9609D5D0}"/>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n개가 담긴 A에서 r개를 고르는 모든 순열을 직접 생성하시오. 0≤r≤n≤6이다. 입력 인덱스 순으로 탐색하며 r=0이면 빈 순열 하나를 반환한다. 순열 생성 라이브러리는 사용하지 않는다.</a:t>
            </a:r>
          </a:p>
        </p:txBody>
      </p:sp>
      <p:sp>
        <p:nvSpPr>
          <p:cNvPr id="6" name="">
            <a:extLst xmlns:a="http://schemas.openxmlformats.org/drawingml/2006/main">
              <a:ext uri="{FF2B5EF4-FFF2-40B4-BE49-F238E27FC236}">
                <a16:creationId xmlns:a16="http://schemas.microsoft.com/office/drawing/2014/main" id="{6AA73807-C006-4A1B-BC46-942618E38427}"/>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5C5FFD-B0AB-4509-8C58-417828C69FD1}"/>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make_permutations([1,2,3], 2)</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[[1,2],[1,3],[2,1],[2,3],[3,1],[3,2]]</a:t>
            </a:r>
          </a:p>
        </p:txBody>
      </p:sp>
      <p:sp>
        <p:nvSpPr>
          <p:cNvPr id="8" name="">
            <a:extLst xmlns:a="http://schemas.openxmlformats.org/drawingml/2006/main">
              <a:ext uri="{FF2B5EF4-FFF2-40B4-BE49-F238E27FC236}">
                <a16:creationId xmlns:a16="http://schemas.microsoft.com/office/drawing/2014/main" id="{2D189748-F8DA-46CE-B86A-4650ACF4FA19}"/>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82C555-1C6D-491A-BC24-BA91966A2921}"/>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DDBE7217-78CE-4B56-8680-DCA232C71863}"/>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31335BE1-7184-4DB1-B0DA-67E769DB06E1}"/>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out[][6] = 선택 결과, return = 행 수 (최대 720)</a:t>
            </a:r>
          </a:p>
        </p:txBody>
      </p:sp>
      <p:sp>
        <p:nvSpPr>
          <p:cNvPr id="12" name="">
            <a:extLst xmlns:a="http://schemas.openxmlformats.org/drawingml/2006/main">
              <a:ext uri="{FF2B5EF4-FFF2-40B4-BE49-F238E27FC236}">
                <a16:creationId xmlns:a16="http://schemas.microsoft.com/office/drawing/2014/main" id="{24A12FD5-A472-41CD-AEB9-D6042D519A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A02002-0C80-42F7-91BD-37A41B2A0B5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4B549F80-A11A-4CD8-9A39-1FA1FCEB1C4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p14:creationId xmlns:p14="http://schemas.microsoft.com/office/powerpoint/2010/main" val="1417668969"/>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A6EFA3-FDC6-4576-9D97-D1B5086D068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F3F99CC-9CB2-486C-A88C-D31F923098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Python 구현 예시</a:t>
            </a:r>
          </a:p>
        </p:txBody>
      </p:sp>
      <p:sp>
        <p:nvSpPr>
          <p:cNvPr id="3" name="">
            <a:extLst xmlns:a="http://schemas.openxmlformats.org/drawingml/2006/main">
              <a:ext uri="{FF2B5EF4-FFF2-40B4-BE49-F238E27FC236}">
                <a16:creationId xmlns:a16="http://schemas.microsoft.com/office/drawing/2014/main" id="{CA8537E4-0296-4BD1-AFCB-5199E74B9C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B0DD55D0-EC69-4335-8106-9D2EECF611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FB1A8-E8A8-4A4F-999C-905228D53B1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make_permutations(A, r):</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path =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len(A)</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len(path) == r:</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result.append(path.copy())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in range(len(A)):</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path.append(A[i])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path.pop()</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93CC3229-342B-4217-86CC-8AE43C9B02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EBD491DF-1F4D-4D5D-9B16-389F7641736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912ACC-25A2-494C-AA56-1F5A757F09B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nPr, 기록 시간 O(r·nPr), 재귀·사용 배열 O(n).</a:t>
            </a:r>
          </a:p>
        </p:txBody>
      </p:sp>
      <p:sp>
        <p:nvSpPr>
          <p:cNvPr id="9" name="">
            <a:extLst xmlns:a="http://schemas.openxmlformats.org/drawingml/2006/main">
              <a:ext uri="{FF2B5EF4-FFF2-40B4-BE49-F238E27FC236}">
                <a16:creationId xmlns:a16="http://schemas.microsoft.com/office/drawing/2014/main" id="{3B365BB5-352A-4807-89EF-7A9EE77037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30CF52-D09C-4DD6-98D4-A07F749C730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4900EA11-1332-4D0D-8653-2DC1346EEC5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p14:creationId xmlns:p14="http://schemas.microsoft.com/office/powerpoint/2010/main" val="3185825717"/>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3EC269-77DE-4680-868B-D7EF264950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71F061D-24DC-4D8B-8EC6-F886784CFF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C 구현 예시</a:t>
            </a:r>
          </a:p>
        </p:txBody>
      </p:sp>
      <p:sp>
        <p:nvSpPr>
          <p:cNvPr id="3" name="">
            <a:extLst xmlns:a="http://schemas.openxmlformats.org/drawingml/2006/main">
              <a:ext uri="{FF2B5EF4-FFF2-40B4-BE49-F238E27FC236}">
                <a16:creationId xmlns:a16="http://schemas.microsoft.com/office/drawing/2014/main" id="{CB264003-975C-4A81-9687-CCF54BF0AD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D9B11E13-9473-48CC-BF99-1DE15D790D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CCCC79-930F-47A5-BC4B-547CFA8F5225}"/>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perm_visit(const int A[], int n, int r, int depth, int used[], int path[],</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out[][6], int *count)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(depth==r)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j=0;j&lt;r;j++) out[*count][j]=path[j];</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(*count)++;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 (int i=0; i&lt;n; i++)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(used[i]) continue;</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used[i]=1; path[depth]=A[i];</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perm_visit(A,n,r,depth+1,used,path,out,count);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make_permutations(const int A[], int n, int r, int out[][6])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path[6]={0}, count=0;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used[6]={0}; perm_visit(A,n,r,0,used,path,out,&amp;count);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5E8EA8E-E8C3-4FB4-AB59-6654630BA0BA}"/>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1A179C84-0C46-4D59-A441-068C6227767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A232A72-B75B-4C4B-ABC2-8FE594A2908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nPr, 기록 시간 O(r·nPr), 재귀·사용 배열 O(n).</a:t>
            </a:r>
          </a:p>
        </p:txBody>
      </p:sp>
      <p:sp>
        <p:nvSpPr>
          <p:cNvPr id="9" name="">
            <a:extLst xmlns:a="http://schemas.openxmlformats.org/drawingml/2006/main">
              <a:ext uri="{FF2B5EF4-FFF2-40B4-BE49-F238E27FC236}">
                <a16:creationId xmlns:a16="http://schemas.microsoft.com/office/drawing/2014/main" id="{7F4A050B-F663-4CB7-8785-63A08B69B07E}"/>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C9F89CC-60A9-4309-B310-4358D155E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6D67177-7FA4-49D4-9746-9887C906905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153F06A-7058-48AF-A5F5-E57CDB1781C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p14:creationId xmlns:p14="http://schemas.microsoft.com/office/powerpoint/2010/main" val="1535152114"/>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3DC6BF-F155-4BCA-80F9-C8E4BFEA3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8CDD440-7814-40C8-872A-5EE725D116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단답형</a:t>
            </a:r>
          </a:p>
        </p:txBody>
      </p:sp>
      <p:sp>
        <p:nvSpPr>
          <p:cNvPr id="3" name="">
            <a:extLst xmlns:a="http://schemas.openxmlformats.org/drawingml/2006/main">
              <a:ext uri="{FF2B5EF4-FFF2-40B4-BE49-F238E27FC236}">
                <a16:creationId xmlns:a16="http://schemas.microsoft.com/office/drawing/2014/main" id="{48415C8A-E25D-47DE-A530-CE56DD469EA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BBA13B-2687-4EE4-BBD7-5E94E4DB11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E58BCA-9112-451B-AE85-45D7EC12C16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085EB9FE-EA08-48CE-87D6-01053648EF1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17CB8C-5B25-4221-8184-F647E15D8EDD}"/>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5A7044-E383-49DD-9AE8-126A225BF92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91082D-D31F-4968-B55B-44F19FA5EB3D}"/>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52AC72C-6C7F-466A-89CC-E3D2AE8D47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B244FB-5A6D-47FB-B1E2-DA8CD6FF0E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9CF5406-C4BC-480A-8A65-227D72003E0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p14:creationId xmlns:p14="http://schemas.microsoft.com/office/powerpoint/2010/main" val="3520219327"/>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EAE41D-6BC2-460D-A742-004348CCC4B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B0A6BF4-C386-484B-B118-6FCB17C8F88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정답 및 해설</a:t>
            </a:r>
          </a:p>
        </p:txBody>
      </p:sp>
      <p:sp>
        <p:nvSpPr>
          <p:cNvPr id="3" name="">
            <a:extLst xmlns:a="http://schemas.openxmlformats.org/drawingml/2006/main">
              <a:ext uri="{FF2B5EF4-FFF2-40B4-BE49-F238E27FC236}">
                <a16:creationId xmlns:a16="http://schemas.microsoft.com/office/drawing/2014/main" id="{954B1A9B-B889-4AAB-AEE9-1EF0CCCB9A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17E5596-E6F9-458C-94C5-0075A9CA04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A55EEC-A923-4606-A5EA-BD0D89EC1ADD}"/>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D0A441CB-154F-4666-A3D3-3E3A94F8A0FC}"/>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60가지</a:t>
            </a:r>
          </a:p>
        </p:txBody>
      </p:sp>
      <p:sp>
        <p:nvSpPr>
          <p:cNvPr id="7" name="">
            <a:extLst xmlns:a="http://schemas.openxmlformats.org/drawingml/2006/main">
              <a:ext uri="{FF2B5EF4-FFF2-40B4-BE49-F238E27FC236}">
                <a16:creationId xmlns:a16="http://schemas.microsoft.com/office/drawing/2014/main" id="{1502BE7E-DF33-4D38-AF0D-3ACBB170F6C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2544C04-DE93-4B7B-B6DE-567E98F703C7}"/>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575071-D2D0-4EDE-A801-A9E010E110B0}"/>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xmlns:a="http://schemas.openxmlformats.org/drawingml/2006/main">
              <a:ext uri="{FF2B5EF4-FFF2-40B4-BE49-F238E27FC236}">
                <a16:creationId xmlns:a16="http://schemas.microsoft.com/office/drawing/2014/main" id="{C4C4A2CF-2C74-4796-A52C-E54DB37F9D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B7BA53-F80F-40A1-B706-E193D851285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EE5BB37-1FA9-444F-91F6-FA92C869FE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p14:creationId xmlns:p14="http://schemas.microsoft.com/office/powerpoint/2010/main" val="3300976269"/>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AE69AE-545D-4BFF-8FF1-97BCBE19978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C6B502F-2F39-43B8-8210-6B704C570C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단답형</a:t>
            </a:r>
          </a:p>
        </p:txBody>
      </p:sp>
      <p:sp>
        <p:nvSpPr>
          <p:cNvPr id="3" name="">
            <a:extLst xmlns:a="http://schemas.openxmlformats.org/drawingml/2006/main">
              <a:ext uri="{FF2B5EF4-FFF2-40B4-BE49-F238E27FC236}">
                <a16:creationId xmlns:a16="http://schemas.microsoft.com/office/drawing/2014/main" id="{9214C187-7BCF-4EDE-A94E-B6D21362A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6BBE951-1C03-4D98-BB58-A1C901DE546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B86C6F-C7EA-452D-ABEA-66A2C406307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BC9D62EC-1187-4FCA-AAE4-B3771AAE45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10E357C-B8C1-44D2-8A93-0A989CBFAFC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1C5FC19-049D-432A-AF69-61C674C38D6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B4218B-6B0D-4211-815D-FA9256247198}"/>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11B427-59CB-47F5-8579-717F136E48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F58091-55BD-4D49-B4B4-749767A7C8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BE5C0-E4E2-4DB8-B637-665F43F0AD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p14:creationId xmlns:p14="http://schemas.microsoft.com/office/powerpoint/2010/main" val="3667456095"/>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F694A0-C7A0-413A-AE0B-3A5210FDAC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929E41E-99C2-49F5-A161-8D92E998E24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정답 및 해설</a:t>
            </a:r>
          </a:p>
        </p:txBody>
      </p:sp>
      <p:sp>
        <p:nvSpPr>
          <p:cNvPr id="3" name="">
            <a:extLst xmlns:a="http://schemas.openxmlformats.org/drawingml/2006/main">
              <a:ext uri="{FF2B5EF4-FFF2-40B4-BE49-F238E27FC236}">
                <a16:creationId xmlns:a16="http://schemas.microsoft.com/office/drawing/2014/main" id="{255F8A20-DCF3-4CC3-84D1-21BE55188BD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9A92C86-8845-4404-AB5D-EB436BEBEE2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06426B-F10B-4E5F-BCC8-C6120F54AE27}"/>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1A400F67-F32A-4E49-8F01-8A8F4E9ADD55}"/>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10가지</a:t>
            </a:r>
          </a:p>
        </p:txBody>
      </p:sp>
      <p:sp>
        <p:nvSpPr>
          <p:cNvPr id="7" name="">
            <a:extLst xmlns:a="http://schemas.openxmlformats.org/drawingml/2006/main">
              <a:ext uri="{FF2B5EF4-FFF2-40B4-BE49-F238E27FC236}">
                <a16:creationId xmlns:a16="http://schemas.microsoft.com/office/drawing/2014/main" id="{87CAE0A1-66D2-40C9-A71E-C90F3F38A7EA}"/>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79563C6-071F-4F71-ADF4-666F70B90E7D}"/>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B43539-0697-4D5A-8A76-A6ECF5F6477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 선택이므로 조합으로 센다.</a:t>
            </a:r>
          </a:p>
        </p:txBody>
      </p:sp>
      <p:sp>
        <p:nvSpPr>
          <p:cNvPr id="10" name="">
            <a:extLst xmlns:a="http://schemas.openxmlformats.org/drawingml/2006/main">
              <a:ext uri="{FF2B5EF4-FFF2-40B4-BE49-F238E27FC236}">
                <a16:creationId xmlns:a16="http://schemas.microsoft.com/office/drawing/2014/main" id="{141B7ADE-DB8C-4A02-9489-9579A372E9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0A2D39-47BB-4951-BC1A-EDB3D4056C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B4B61C-94E6-4954-9658-27E00FF72F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p14:creationId xmlns:p14="http://schemas.microsoft.com/office/powerpoint/2010/main" val="4248152436"/>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3126158-32D1-477C-93F6-4CB0D3EC989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00850B85-394C-4530-8420-F753B0FBD1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알고리즘 작성</a:t>
            </a:r>
          </a:p>
        </p:txBody>
      </p:sp>
      <p:sp>
        <p:nvSpPr>
          <p:cNvPr id="3" name="">
            <a:extLst xmlns:a="http://schemas.openxmlformats.org/drawingml/2006/main">
              <a:ext uri="{FF2B5EF4-FFF2-40B4-BE49-F238E27FC236}">
                <a16:creationId xmlns:a16="http://schemas.microsoft.com/office/drawing/2014/main" id="{18F69927-1E56-4D55-946B-7CE9BF72AD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23306682-7684-467D-80D7-FE2F45A988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957884-220A-484C-BE39-7523881CB996}"/>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배열 A에서 r개를 고르는 모든 조합을 직접 생성하시오. 0≤r≤n≤6이다. 각 조합은 입력 인덱스 증가 순이며 r=0이면 빈 조합 하나다. 조합 생성 라이브러리를 쓰지 않는다.</a:t>
            </a:r>
          </a:p>
        </p:txBody>
      </p:sp>
      <p:sp>
        <p:nvSpPr>
          <p:cNvPr id="6" name="">
            <a:extLst xmlns:a="http://schemas.openxmlformats.org/drawingml/2006/main">
              <a:ext uri="{FF2B5EF4-FFF2-40B4-BE49-F238E27FC236}">
                <a16:creationId xmlns:a16="http://schemas.microsoft.com/office/drawing/2014/main" id="{39A142FF-D7EC-47D4-823A-A9EDC94AF167}"/>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17C614-2947-452D-9C78-DD90747046BC}"/>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make_combinations([1,2,3], 2)</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[[1,2],[1,3],[2,3]]</a:t>
            </a:r>
          </a:p>
        </p:txBody>
      </p:sp>
      <p:sp>
        <p:nvSpPr>
          <p:cNvPr id="8" name="">
            <a:extLst xmlns:a="http://schemas.openxmlformats.org/drawingml/2006/main">
              <a:ext uri="{FF2B5EF4-FFF2-40B4-BE49-F238E27FC236}">
                <a16:creationId xmlns:a16="http://schemas.microsoft.com/office/drawing/2014/main" id="{01B05FBD-74B1-4D40-BAD4-DD0376BD30CD}"/>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B454AA-B1C4-4ADC-BE42-31C2ACCAC2E5}"/>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25427D59-3415-4522-85B1-3CC51C1F1843}"/>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5B44DCFD-13BD-4C61-BEB0-60CCE8DEC730}"/>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out[][6] = 선택 결과, return = 행 수 (최대 20)</a:t>
            </a:r>
          </a:p>
        </p:txBody>
      </p:sp>
      <p:sp>
        <p:nvSpPr>
          <p:cNvPr id="12" name="">
            <a:extLst xmlns:a="http://schemas.openxmlformats.org/drawingml/2006/main">
              <a:ext uri="{FF2B5EF4-FFF2-40B4-BE49-F238E27FC236}">
                <a16:creationId xmlns:a16="http://schemas.microsoft.com/office/drawing/2014/main" id="{C9DFD0FB-072D-4515-99EF-E4EA7F2EDE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FBC3A26-3EEF-4860-89A5-339D46AE44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DA7671AD-49DF-48C4-9152-69FF5E3E10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p14:creationId xmlns:p14="http://schemas.microsoft.com/office/powerpoint/2010/main" val="2105285883"/>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5CF0E3A-F06F-4195-8A72-C9B6D4AED35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2C35942-AAD5-49F3-A658-5056AF827BC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Python 구현 예시</a:t>
            </a:r>
          </a:p>
        </p:txBody>
      </p:sp>
      <p:sp>
        <p:nvSpPr>
          <p:cNvPr id="3" name="">
            <a:extLst xmlns:a="http://schemas.openxmlformats.org/drawingml/2006/main">
              <a:ext uri="{FF2B5EF4-FFF2-40B4-BE49-F238E27FC236}">
                <a16:creationId xmlns:a16="http://schemas.microsoft.com/office/drawing/2014/main" id="{7D4BCCA0-E0C1-4C69-8D3B-E012CA90A0D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198D9541-6755-439E-B1B5-5F58C2336EF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F25158-4CD2-455A-8FD3-FCDF7DE2774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make_combinations(A, r):</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path =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def dfs(start):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len(path) == r:</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result.append(path.copy())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range(start,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path.append(A[i])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dfs(i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path.pop()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E93EBC84-625D-443D-9362-A3D012B950F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A0B21401-9D6B-4CE3-8C21-17B0FCFB6A7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E6E8B3-6F42-4B69-8DB9-4F9042D10FE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nCr, 결과 기록 O(r·nCr), 탐색 노드 수를 함께 고려한다.</a:t>
            </a:r>
          </a:p>
        </p:txBody>
      </p:sp>
      <p:sp>
        <p:nvSpPr>
          <p:cNvPr id="9" name="">
            <a:extLst xmlns:a="http://schemas.openxmlformats.org/drawingml/2006/main">
              <a:ext uri="{FF2B5EF4-FFF2-40B4-BE49-F238E27FC236}">
                <a16:creationId xmlns:a16="http://schemas.microsoft.com/office/drawing/2014/main" id="{0310ADD8-37DD-4073-91E0-A3D09BEE27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614E0B9-0B7E-414B-A7CE-FDFEFAF3111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5020F00-929A-463A-B228-E2573E99C1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p14:creationId xmlns:p14="http://schemas.microsoft.com/office/powerpoint/2010/main" val="601070626"/>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B0CE47-FF8E-4EF2-9885-4F4C062AA5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054FC8-F4F3-461A-A20B-8CC023672F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C 구현 예시</a:t>
            </a:r>
          </a:p>
        </p:txBody>
      </p:sp>
      <p:sp>
        <p:nvSpPr>
          <p:cNvPr id="3" name="">
            <a:extLst xmlns:a="http://schemas.openxmlformats.org/drawingml/2006/main">
              <a:ext uri="{FF2B5EF4-FFF2-40B4-BE49-F238E27FC236}">
                <a16:creationId xmlns:a16="http://schemas.microsoft.com/office/drawing/2014/main" id="{577ADC55-B0E4-4D59-BA5C-BDD2A5D675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340D998F-6864-4801-8B84-618A30803D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A9D7CE-B931-44B5-83F2-DBB2A38928E1}"/>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static void comb_visit(const int A[], int n, int r, int depth, int start, int path[],</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out[][6], int *count)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(depth==r)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for(int j=0;j&lt;r;j++) out[*count][j]=path[j];</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(*count)++; return;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(int i=start; i&lt;n; i++)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path[depth]=A[i];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comb_visit(A,n,r,depth+1,i+1,path,out,count);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int make_combinations(const int A[], int n, int r, int out[][6])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path[6]={0}, count=0;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comb_visit(A,n,r,0,0,path,out,&amp;count);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60BFD9A4-A40A-4343-AAA6-14CAF7684D3A}"/>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A0F5D643-308D-40BD-88D8-A2E688F9F9EB}"/>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CC58B5-EFAA-4930-8728-6B1E1819750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nCr, 결과 기록 O(r·nCr), 탐색 노드 수를 함께 고려한다.</a:t>
            </a:r>
          </a:p>
        </p:txBody>
      </p:sp>
      <p:sp>
        <p:nvSpPr>
          <p:cNvPr id="9" name="">
            <a:extLst xmlns:a="http://schemas.openxmlformats.org/drawingml/2006/main">
              <a:ext uri="{FF2B5EF4-FFF2-40B4-BE49-F238E27FC236}">
                <a16:creationId xmlns:a16="http://schemas.microsoft.com/office/drawing/2014/main" id="{EB474AC2-CDE2-460D-B8A7-ECA7AF3C64A5}"/>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262377C6-77FB-4466-9392-E0F59CD0F69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B64259-DEA6-4641-94AB-5397162819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2612466-05CD-4A3F-94DA-9A46F155062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p14:creationId xmlns:p14="http://schemas.microsoft.com/office/powerpoint/2010/main" val="2937560757"/>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648576-AC53-4189-82D4-D30EC96631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83D4485-59A3-4B92-AB74-5FA9A7590F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단답형</a:t>
            </a:r>
          </a:p>
        </p:txBody>
      </p:sp>
      <p:sp>
        <p:nvSpPr>
          <p:cNvPr id="3" name="">
            <a:extLst xmlns:a="http://schemas.openxmlformats.org/drawingml/2006/main">
              <a:ext uri="{FF2B5EF4-FFF2-40B4-BE49-F238E27FC236}">
                <a16:creationId xmlns:a16="http://schemas.microsoft.com/office/drawing/2014/main" id="{3D35EA8F-2A7E-4081-A44A-BAF3AECDC3B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20DDB0-AD35-4A42-ACB9-CCF583AD89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02612-5BD5-4793-8D61-F2D2E0FECF2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6ACFE5A8-9ADD-4801-8AF3-A17BFDD6CE9F}"/>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7511595-83E1-4A39-A692-0150593E2F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DCF43F-CABE-415C-9F62-661C3754316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73AEE5-12F6-4CFE-8400-42613A706FD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79E0D4E-9222-4CA5-973C-2ECAD6F3DE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B57FBE-B858-404E-B5E8-67740A6591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920AB3-A32C-45D7-BF4C-88D4296B7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160754954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FAAC76-CA46-4AA1-B360-4568763C9B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A5B9B2-67EA-4F11-BB5C-2C9E191746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정답 및 해설</a:t>
            </a:r>
          </a:p>
        </p:txBody>
      </p:sp>
      <p:sp>
        <p:nvSpPr>
          <p:cNvPr id="3" name="">
            <a:extLst xmlns:a="http://schemas.openxmlformats.org/drawingml/2006/main">
              <a:ext uri="{FF2B5EF4-FFF2-40B4-BE49-F238E27FC236}">
                <a16:creationId xmlns:a16="http://schemas.microsoft.com/office/drawing/2014/main" id="{2C269342-F15B-4EEE-8E2C-6D168A39C9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676AA64-E663-4D76-955C-4041DC1CBD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087221-C017-4475-90D7-29425B64A3A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A12804A7-76BA-4844-8BC7-6821013A65A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636B98F1-B332-430A-AD78-5D50A6D982D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B6A3A3A-C07C-4447-BDFF-02563ED0E13A}"/>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437F6F-B6E5-4F3E-9E80-E5A408F334B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CEA41622-E448-4169-AFE8-5BF2EF102D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C8FB70-C665-43D8-9442-C0A25C1277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3E44C36-97B8-478B-9B44-6C1901160EA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p14:creationId xmlns:p14="http://schemas.microsoft.com/office/powerpoint/2010/main" val="1530011079"/>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ADCE4F-8F1E-44C2-8ACE-43AC408DC9E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110FD61-77DC-4BE0-8545-2B4A9B285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단답형</a:t>
            </a:r>
          </a:p>
        </p:txBody>
      </p:sp>
      <p:sp>
        <p:nvSpPr>
          <p:cNvPr id="3" name="">
            <a:extLst xmlns:a="http://schemas.openxmlformats.org/drawingml/2006/main">
              <a:ext uri="{FF2B5EF4-FFF2-40B4-BE49-F238E27FC236}">
                <a16:creationId xmlns:a16="http://schemas.microsoft.com/office/drawing/2014/main" id="{EF6E8523-F1DB-4813-8FDF-6EF485F152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81FA188-2421-438A-BE2A-994F6194B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1C49CD-D79C-4D97-9CDF-990E95C03923}"/>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15FF05C3-E141-478B-9C92-CA9758BF811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FC2D1BC-7BD8-4164-90D0-4FAD8EAA48F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8FB846-B798-49E6-8234-F3E852EBB1B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15472E-A5B2-414E-B90A-93139E4EEF80}"/>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01972D-549A-49D7-8E2E-A851E22456C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578531-0F89-4CE7-A79B-899ABD15CC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28A5C5-E930-4547-8DAB-7BEBDA3676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p14:creationId xmlns:p14="http://schemas.microsoft.com/office/powerpoint/2010/main" val="135754570"/>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542A10-3FA1-4E4C-8839-4D2193B19BC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572ABD6-9D6C-4E38-B88A-E1990B780FC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정답 및 해설</a:t>
            </a:r>
          </a:p>
        </p:txBody>
      </p:sp>
      <p:sp>
        <p:nvSpPr>
          <p:cNvPr id="3" name="">
            <a:extLst xmlns:a="http://schemas.openxmlformats.org/drawingml/2006/main">
              <a:ext uri="{FF2B5EF4-FFF2-40B4-BE49-F238E27FC236}">
                <a16:creationId xmlns:a16="http://schemas.microsoft.com/office/drawing/2014/main" id="{62F45415-BDB4-40E1-9E61-BA7FE35D2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FE86D56-85DF-4551-9C72-3129587CD32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25A374-1B66-4859-92F2-E964710FF094}"/>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32349D51-03D4-4E58-B3EA-0AA37858644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목표 깊이를 3에서 4로 바꾼다.</a:t>
            </a:r>
          </a:p>
        </p:txBody>
      </p:sp>
      <p:sp>
        <p:nvSpPr>
          <p:cNvPr id="7" name="">
            <a:extLst xmlns:a="http://schemas.openxmlformats.org/drawingml/2006/main">
              <a:ext uri="{FF2B5EF4-FFF2-40B4-BE49-F238E27FC236}">
                <a16:creationId xmlns:a16="http://schemas.microsoft.com/office/drawing/2014/main" id="{15EBB0BB-AF93-4604-B0B7-83A05CFD2C6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AA844E-B4D9-4EE8-8E27-B18AABBAF181}"/>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18916B-351C-4955-B10B-3393BE777B19}"/>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선택한 원소의 수가 r에 도달하면 하나의 조합이 완성된다. 이 원리는 Python과 C에서 같다.</a:t>
            </a:r>
          </a:p>
        </p:txBody>
      </p:sp>
      <p:sp>
        <p:nvSpPr>
          <p:cNvPr id="10" name="">
            <a:extLst xmlns:a="http://schemas.openxmlformats.org/drawingml/2006/main">
              <a:ext uri="{FF2B5EF4-FFF2-40B4-BE49-F238E27FC236}">
                <a16:creationId xmlns:a16="http://schemas.microsoft.com/office/drawing/2014/main" id="{D5F92A1D-2C5E-4521-AB82-8A0FA1AE7AF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DC174F2-9B3D-474F-A9EB-C3CBDA6CC1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F84FAEC-3CF0-4C4F-BE34-244D434801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Tree>
    <p:extLst>
      <p:ext uri="{BB962C8B-B14F-4D97-AF65-F5344CB8AC3E}">
        <p14:creationId xmlns:p14="http://schemas.microsoft.com/office/powerpoint/2010/main" val="2060021467"/>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DF0014-5067-49F9-AB18-CD99D70BC4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678409D-0E17-4440-BFC4-6D78D2E7FD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단답형</a:t>
            </a:r>
          </a:p>
        </p:txBody>
      </p:sp>
      <p:sp>
        <p:nvSpPr>
          <p:cNvPr id="3" name="">
            <a:extLst xmlns:a="http://schemas.openxmlformats.org/drawingml/2006/main">
              <a:ext uri="{FF2B5EF4-FFF2-40B4-BE49-F238E27FC236}">
                <a16:creationId xmlns:a16="http://schemas.microsoft.com/office/drawing/2014/main" id="{6A7574B5-8DFA-4F8C-A58F-4A35AE91708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B351A-F154-48C8-BDBB-3B74283BB3B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45130B-B505-4367-85A5-A7D8C42EF7E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A5A4C804-4A68-42D7-B342-9E13B390DF3A}"/>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BBBB495-D500-4373-9915-78902C727FC5}"/>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8520D3F-F27F-4F7D-93A2-49F3ACA5CFC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21AC8F-B7C8-4320-A6B5-E91AD79ACC4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D4AE7C7-C01B-49CF-BD4E-5F838C9AA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09EB10-8394-4EA9-906E-9C08DAA1597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279F95E-B43B-4BB6-9F15-DD97F771D3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Tree>
    <p:extLst>
      <p:ext uri="{BB962C8B-B14F-4D97-AF65-F5344CB8AC3E}">
        <p14:creationId xmlns:p14="http://schemas.microsoft.com/office/powerpoint/2010/main" val="3549412467"/>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4F611A-C749-47C8-931A-26EFAF84838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76B3D005-55D2-4A19-8D50-9CA3F6AE23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정답 및 해설</a:t>
            </a:r>
          </a:p>
        </p:txBody>
      </p:sp>
      <p:sp>
        <p:nvSpPr>
          <p:cNvPr id="3" name="">
            <a:extLst xmlns:a="http://schemas.openxmlformats.org/drawingml/2006/main">
              <a:ext uri="{FF2B5EF4-FFF2-40B4-BE49-F238E27FC236}">
                <a16:creationId xmlns:a16="http://schemas.microsoft.com/office/drawing/2014/main" id="{31166DB3-AD61-465E-BAE0-99D280E3A5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F250A-962F-4CDF-9451-E1CAFD6E3D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113775-D653-4C55-821E-4BB233144BB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C5D9FB6D-8618-47A5-B669-F8D1310F6BF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9C4ACE0F-D7D5-4F96-B3E3-C52F31C55E7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E1FB735-1BAE-40B8-BF68-C1A923F68C1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D26026-D005-45DC-801D-659C1225615B}"/>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06CAFF76-A482-4378-89FE-E9C2649F37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94FA2C-781B-48A6-9F11-7121BDA9C93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832FF7-8A1E-4EE2-9012-3877887F8A2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p14:creationId xmlns:p14="http://schemas.microsoft.com/office/powerpoint/2010/main" val="2414519793"/>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E9E407C-E164-4644-BE0F-7CC4DA16071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4960BD8-DEBB-49C2-8B2C-B5F58EA9C03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알고리즘 작성</a:t>
            </a:r>
          </a:p>
        </p:txBody>
      </p:sp>
      <p:sp>
        <p:nvSpPr>
          <p:cNvPr id="3" name="">
            <a:extLst xmlns:a="http://schemas.openxmlformats.org/drawingml/2006/main">
              <a:ext uri="{FF2B5EF4-FFF2-40B4-BE49-F238E27FC236}">
                <a16:creationId xmlns:a16="http://schemas.microsoft.com/office/drawing/2014/main" id="{45AA637B-E785-441F-9050-486DAB2F5D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DA7E07D3-DC12-4A5A-8706-39E06B8854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06010E-8CAA-441D-93B8-D5C812358523}"/>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텍스트 text에서 패턴 pattern의 모든 시작 인덱스를 무차별 매칭으로 구하시오. 겹치는 일치도 포함한다. 길이는 각각 0~50, 1~10이며 영문자로 구성된다. 일치가 없으면 빈 목록이다.</a:t>
            </a:r>
          </a:p>
        </p:txBody>
      </p:sp>
      <p:sp>
        <p:nvSpPr>
          <p:cNvPr id="6" name="">
            <a:extLst xmlns:a="http://schemas.openxmlformats.org/drawingml/2006/main">
              <a:ext uri="{FF2B5EF4-FFF2-40B4-BE49-F238E27FC236}">
                <a16:creationId xmlns:a16="http://schemas.microsoft.com/office/drawing/2014/main" id="{8575F1E9-79E1-4403-A5D7-8FBB61580B7C}"/>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F4C073B-8F8A-4A7A-9472-949240F6EC1A}"/>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bf_string_match("ababcabcababd", "abc")</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[2,5]</a:t>
            </a:r>
          </a:p>
        </p:txBody>
      </p:sp>
      <p:sp>
        <p:nvSpPr>
          <p:cNvPr id="8" name="">
            <a:extLst xmlns:a="http://schemas.openxmlformats.org/drawingml/2006/main">
              <a:ext uri="{FF2B5EF4-FFF2-40B4-BE49-F238E27FC236}">
                <a16:creationId xmlns:a16="http://schemas.microsoft.com/office/drawing/2014/main" id="{409856C5-B0DC-494C-9FE6-7FEEC3BD75A5}"/>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68B7FC-D6CF-4CCD-8B89-BA842A5F022E}"/>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CAB49EC2-3B2D-4F87-B06C-55C19AB1D8A8}"/>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859588EF-BB4C-4E5F-BE3F-B04BD5D05BB5}"/>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 = 시작 인덱스, return = 개수 (용량 201)</a:t>
            </a:r>
          </a:p>
        </p:txBody>
      </p:sp>
      <p:sp>
        <p:nvSpPr>
          <p:cNvPr id="12" name="">
            <a:extLst xmlns:a="http://schemas.openxmlformats.org/drawingml/2006/main">
              <a:ext uri="{FF2B5EF4-FFF2-40B4-BE49-F238E27FC236}">
                <a16:creationId xmlns:a16="http://schemas.microsoft.com/office/drawing/2014/main" id="{8053CC8E-9800-4101-B900-7D627E143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1CC44ED-022D-48E2-892F-72C49C1DE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AABBD719-4054-4067-B1DA-FA4EBBEFCDB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p14:creationId xmlns:p14="http://schemas.microsoft.com/office/powerpoint/2010/main" val="228139856"/>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0802E0-3779-425D-A44C-ED00C1F5E34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36037B9-D319-48C8-99D0-34C0D8583DA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Python 구현 예시</a:t>
            </a:r>
          </a:p>
        </p:txBody>
      </p:sp>
      <p:sp>
        <p:nvSpPr>
          <p:cNvPr id="3" name="">
            <a:extLst xmlns:a="http://schemas.openxmlformats.org/drawingml/2006/main">
              <a:ext uri="{FF2B5EF4-FFF2-40B4-BE49-F238E27FC236}">
                <a16:creationId xmlns:a16="http://schemas.microsoft.com/office/drawing/2014/main" id="{0426E2EC-56BA-4DC1-BCEF-87D3F2AD1D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4B4C566D-4348-488E-8D1F-422CEAD55E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6B6188-6C6B-480C-BC29-268EC6D987BD}"/>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bf_string_match(text, pattern):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range(len(text) - len(pattern)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while j &lt; len(pattern) and text[i+j] == pattern[j]: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j == len(pattern):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3D7A72F6-B287-454C-8D79-4B5A4BAB8E3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B11A3A1A-04F7-406E-982C-4C405FE48BFA}"/>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32D9FA-5A69-479F-BC62-640E52E0718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O((n−m+1)·m), n&lt;m이면 즉시 빈 결과.</a:t>
            </a:r>
          </a:p>
        </p:txBody>
      </p:sp>
      <p:sp>
        <p:nvSpPr>
          <p:cNvPr id="9" name="">
            <a:extLst xmlns:a="http://schemas.openxmlformats.org/drawingml/2006/main">
              <a:ext uri="{FF2B5EF4-FFF2-40B4-BE49-F238E27FC236}">
                <a16:creationId xmlns:a16="http://schemas.microsoft.com/office/drawing/2014/main" id="{7519C192-8CC3-4E04-B88B-492921C32E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4E26F5-0359-460D-A545-DB4138EEF4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51938A8-7D56-4D85-A074-8EAD922CA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p14:creationId xmlns:p14="http://schemas.microsoft.com/office/powerpoint/2010/main" val="4022582476"/>
      </p:ext>
    </p:extLst>
  </p:cSld>
</p:sld>
</file>

<file path=ppt/slides/slide1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2743F1-A62D-4A93-92CE-9A74CACC97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014E34D-12A9-4AF4-89D2-C62FEA4F64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C 구현 예시</a:t>
            </a:r>
          </a:p>
        </p:txBody>
      </p:sp>
      <p:sp>
        <p:nvSpPr>
          <p:cNvPr id="3" name="">
            <a:extLst xmlns:a="http://schemas.openxmlformats.org/drawingml/2006/main">
              <a:ext uri="{FF2B5EF4-FFF2-40B4-BE49-F238E27FC236}">
                <a16:creationId xmlns:a16="http://schemas.microsoft.com/office/drawing/2014/main" id="{D9BA6C99-E35E-4CBA-AAEF-33184FBACF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3F2A857F-8CAB-4CE2-B523-2FC7AE0CC8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5821D7-442D-4ADD-817C-ACD9EE9540E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int bf_string_match(const char text[], const char pattern[], int out[])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n=(int)strlen(text), m=(int)strlen(pattern), count=0;</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for(int i=0;i&lt;=n-m;i++)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j=0;</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while(j&lt;m &amp;&amp; text[i+j]==pattern[j]) j++;</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if(j==m) out[count++]=i;</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return count;</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1D8742F6-27AA-4CA3-802A-F0F7C0DE6C7C}"/>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1</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2</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3</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4</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5</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6</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7</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8</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1F2DECA-3370-414B-94B1-1E330C447479}"/>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40188F-3103-4C47-A136-70D196C6BF8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O((n−m+1)·m), n&lt;m이면 즉시 빈 결과.</a:t>
            </a:r>
          </a:p>
        </p:txBody>
      </p:sp>
      <p:sp>
        <p:nvSpPr>
          <p:cNvPr id="9" name="">
            <a:extLst xmlns:a="http://schemas.openxmlformats.org/drawingml/2006/main">
              <a:ext uri="{FF2B5EF4-FFF2-40B4-BE49-F238E27FC236}">
                <a16:creationId xmlns:a16="http://schemas.microsoft.com/office/drawing/2014/main" id="{D927A639-B39E-4758-9913-C4843EAA442A}"/>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5B0E40A3-D317-4AB4-A3B3-12D8AB94C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C19598-84C1-4AC2-B95F-68E6FD825EF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7BCA3A5-8D5B-4B20-9051-91AE5BBA71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p14:creationId xmlns:p14="http://schemas.microsoft.com/office/powerpoint/2010/main" val="780438722"/>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AA0DC98-5555-4EDD-AC9B-6AA5F344818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E1FCAA-EE08-4620-A350-766DDFD57E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알고리즘 작성</a:t>
            </a:r>
          </a:p>
        </p:txBody>
      </p:sp>
      <p:sp>
        <p:nvSpPr>
          <p:cNvPr id="3" name="">
            <a:extLst xmlns:a="http://schemas.openxmlformats.org/drawingml/2006/main">
              <a:ext uri="{FF2B5EF4-FFF2-40B4-BE49-F238E27FC236}">
                <a16:creationId xmlns:a16="http://schemas.microsoft.com/office/drawing/2014/main" id="{39F0F41E-07A9-4AE9-849A-33902594BC3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CD563BC6-9AC3-4122-A131-36A87AA621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D716F8-8446-4E2D-BFD9-2529F673EB17}"/>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2≤n≤30인 정수 배열 A의 모든 i&lt;j를 검사하여 차이의 절댓값이 최소인 값의 쌍과 차이를 구하시오. 동률이면 탐색 중 처음 찾은 쌍을 유지한다. 반환 형식은 [A[i],A[j],차이]다. 원소는 −2,000,000,000~2,000,000,000이다.</a:t>
            </a:r>
          </a:p>
        </p:txBody>
      </p:sp>
      <p:sp>
        <p:nvSpPr>
          <p:cNvPr id="6" name="">
            <a:extLst xmlns:a="http://schemas.openxmlformats.org/drawingml/2006/main">
              <a:ext uri="{FF2B5EF4-FFF2-40B4-BE49-F238E27FC236}">
                <a16:creationId xmlns:a16="http://schemas.microsoft.com/office/drawing/2014/main" id="{06906594-0E8C-4D37-9314-4B1396822E69}"/>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0EEE98-CE33-4A83-ABEE-316FF3FFB641}"/>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closest_pair([10,3,22,15,17,9])</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[10,9,1]</a:t>
            </a:r>
          </a:p>
        </p:txBody>
      </p:sp>
      <p:sp>
        <p:nvSpPr>
          <p:cNvPr id="8" name="">
            <a:extLst xmlns:a="http://schemas.openxmlformats.org/drawingml/2006/main">
              <a:ext uri="{FF2B5EF4-FFF2-40B4-BE49-F238E27FC236}">
                <a16:creationId xmlns:a16="http://schemas.microsoft.com/office/drawing/2014/main" id="{04C7BFDE-42D9-4F76-8CD9-2F59603B5CCD}"/>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124061-A425-4CD8-B5CE-C0CC0DDCB173}"/>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2A82BDB3-FE2D-4FAA-ACA0-D0257AC7967E}"/>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2CA309E5-E823-4BE6-A16C-B5246E73AA05}"/>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out[0]=첫 값, out[1]=둘째 값, out[2]=최소 차이</a:t>
            </a:r>
          </a:p>
        </p:txBody>
      </p:sp>
      <p:sp>
        <p:nvSpPr>
          <p:cNvPr id="12" name="">
            <a:extLst xmlns:a="http://schemas.openxmlformats.org/drawingml/2006/main">
              <a:ext uri="{FF2B5EF4-FFF2-40B4-BE49-F238E27FC236}">
                <a16:creationId xmlns:a16="http://schemas.microsoft.com/office/drawing/2014/main" id="{031627F6-FC1D-4141-BD69-82FE71E3A8D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E2A0E1F-9ABC-4773-BDDF-DE661B180C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0B5A73FF-38AD-4C3A-9811-A43F0CD60E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p14:creationId xmlns:p14="http://schemas.microsoft.com/office/powerpoint/2010/main" val="3423699663"/>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FB9FED-2E11-4E38-A281-C54B281AB2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FD2E1B8-A7F3-4561-8141-70F97317AE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Python 구현 예시</a:t>
            </a:r>
          </a:p>
        </p:txBody>
      </p:sp>
      <p:sp>
        <p:nvSpPr>
          <p:cNvPr id="3" name="">
            <a:extLst xmlns:a="http://schemas.openxmlformats.org/drawingml/2006/main">
              <a:ext uri="{FF2B5EF4-FFF2-40B4-BE49-F238E27FC236}">
                <a16:creationId xmlns:a16="http://schemas.microsoft.com/office/drawing/2014/main" id="{F30D3AA4-B4F2-43FF-9675-1FA1EFFA71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8BEBC56F-5E11-45DE-A39A-281CE9558D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C97C5F-86B7-487C-99E9-1BB14FC6D60B}"/>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closest_pair(A):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None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gap = abs(A[i]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best is None or gap &lt; best[2]:</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[A[i], A[j], gap]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0B24F981-C893-4641-A7B0-3C24061D05DB}"/>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D8718838-2913-4BFA-AE64-A8E9B33B8900}"/>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B6B6616-A9CD-48AB-B5E6-7C96C864B10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 결과를 제외한 추가 공간 O(1).</a:t>
            </a:r>
          </a:p>
        </p:txBody>
      </p:sp>
      <p:sp>
        <p:nvSpPr>
          <p:cNvPr id="9" name="">
            <a:extLst xmlns:a="http://schemas.openxmlformats.org/drawingml/2006/main">
              <a:ext uri="{FF2B5EF4-FFF2-40B4-BE49-F238E27FC236}">
                <a16:creationId xmlns:a16="http://schemas.microsoft.com/office/drawing/2014/main" id="{A64CC25F-C1B4-4079-A024-AD0E959519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18F95-7181-4193-AB39-4D586D161F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E5D1B5A-528E-4D38-8DCA-8E85AF4B81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p14:creationId xmlns:p14="http://schemas.microsoft.com/office/powerpoint/2010/main" val="3900034579"/>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7FD4CF-BA1E-4DD1-9FED-51BA3CC144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333329-7428-4349-85EC-D22562A94C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C 구현 예시</a:t>
            </a:r>
          </a:p>
        </p:txBody>
      </p:sp>
      <p:sp>
        <p:nvSpPr>
          <p:cNvPr id="3" name="">
            <a:extLst xmlns:a="http://schemas.openxmlformats.org/drawingml/2006/main">
              <a:ext uri="{FF2B5EF4-FFF2-40B4-BE49-F238E27FC236}">
                <a16:creationId xmlns:a16="http://schemas.microsoft.com/office/drawing/2014/main" id="{47CBB71E-F0EE-4985-AC3D-B4F11B9A022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9C1F9305-89B4-492F-9DC4-8B380C4B74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08E1B-6C96-4026-A8D7-56BE98C7F7F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void closest_pair(const int A[], int n, long long out[3])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out[2]=LLONG_MAX;</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i=0;i&lt;n;i++) for(int j=i+1;j&lt;n;j++)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long long diff=llabs((long long)A[i]-A[j]);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if(diff&lt;out[2]) { out[0]=A[i]; out[1]=A[j]; out[2]=diff;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FF5330BE-12BF-472A-93B8-DF7E255585A5}"/>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F7626D8B-67B0-427C-B5A2-5EDB49CAF5C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5219593-69D4-4810-B40F-1519F3106428}"/>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 결과를 제외한 추가 공간 O(1).</a:t>
            </a:r>
          </a:p>
        </p:txBody>
      </p:sp>
      <p:sp>
        <p:nvSpPr>
          <p:cNvPr id="9" name="">
            <a:extLst xmlns:a="http://schemas.openxmlformats.org/drawingml/2006/main">
              <a:ext uri="{FF2B5EF4-FFF2-40B4-BE49-F238E27FC236}">
                <a16:creationId xmlns:a16="http://schemas.microsoft.com/office/drawing/2014/main" id="{3BCC61B0-8702-4914-BE69-B25CD9F819E6}"/>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ED78AC7-2643-4E42-834E-8F0D4EB22C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B67337-500B-489B-B9CB-C4E619452A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23AB7A2-1515-4103-9F35-BD5F62FA4E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2019964117"/>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BACFF4C-FC28-465F-BCDE-7BEC02930C3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E203A1E-2782-4AC2-9F1A-8896714A823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알고리즘 작성</a:t>
            </a:r>
          </a:p>
        </p:txBody>
      </p:sp>
      <p:sp>
        <p:nvSpPr>
          <p:cNvPr id="3" name="">
            <a:extLst xmlns:a="http://schemas.openxmlformats.org/drawingml/2006/main">
              <a:ext uri="{FF2B5EF4-FFF2-40B4-BE49-F238E27FC236}">
                <a16:creationId xmlns:a16="http://schemas.microsoft.com/office/drawing/2014/main" id="{26AFBD15-C2FD-4DA7-B976-7DE525A1E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8957E469-A717-42A4-B957-C06AA9ABF9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FDF88C-B540-42E0-B936-136E2EEEBE8E}"/>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배열 A의 모든 부분집합을 비트마스크 증가 순서로 생성하시오. 0≤n≤8이다. 각 부분집합 내부는 입력 인덱스 순이며 빈 부분집합도 포함한다.</a:t>
            </a:r>
          </a:p>
        </p:txBody>
      </p:sp>
      <p:sp>
        <p:nvSpPr>
          <p:cNvPr id="6" name="">
            <a:extLst xmlns:a="http://schemas.openxmlformats.org/drawingml/2006/main">
              <a:ext uri="{FF2B5EF4-FFF2-40B4-BE49-F238E27FC236}">
                <a16:creationId xmlns:a16="http://schemas.microsoft.com/office/drawing/2014/main" id="{58B01A17-C74C-418A-8DA9-615A28BE25D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B4E5F7-F455-4F79-828D-BA29367C2692}"/>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power_set([1,2,3])</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[[],[1],[2],[1,2],[3],[1,3],[2,3],[1,2,3]]</a:t>
            </a:r>
          </a:p>
        </p:txBody>
      </p:sp>
      <p:sp>
        <p:nvSpPr>
          <p:cNvPr id="8" name="">
            <a:extLst xmlns:a="http://schemas.openxmlformats.org/drawingml/2006/main">
              <a:ext uri="{FF2B5EF4-FFF2-40B4-BE49-F238E27FC236}">
                <a16:creationId xmlns:a16="http://schemas.microsoft.com/office/drawing/2014/main" id="{5F9BE6E5-1119-4FD4-9707-32DFF8E4392E}"/>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23446D1-21A8-4BE7-91A3-FE8972A250EA}"/>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37042E80-151A-4E5A-A58F-9A678C28235C}"/>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97DD109B-990B-45A4-981C-E9203689DC44}"/>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out[][8], sizes[] = 부분집합과 길이, return = 개수 (최대 256)</a:t>
            </a:r>
          </a:p>
        </p:txBody>
      </p:sp>
      <p:sp>
        <p:nvSpPr>
          <p:cNvPr id="12" name="">
            <a:extLst xmlns:a="http://schemas.openxmlformats.org/drawingml/2006/main">
              <a:ext uri="{FF2B5EF4-FFF2-40B4-BE49-F238E27FC236}">
                <a16:creationId xmlns:a16="http://schemas.microsoft.com/office/drawing/2014/main" id="{D3EAC639-74AE-4174-B36E-29D4C6AB17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7BE304-A413-4990-A914-63E0B6A449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47B9610-CF83-4443-8E62-27DA73A102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p14:creationId xmlns:p14="http://schemas.microsoft.com/office/powerpoint/2010/main" val="2214291735"/>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8B48C7-670A-4EEE-B56B-8B8BF5C458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2E1C119-7863-4AB9-BE9F-7785E3F5F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Python 구현 예시</a:t>
            </a:r>
          </a:p>
        </p:txBody>
      </p:sp>
      <p:sp>
        <p:nvSpPr>
          <p:cNvPr id="3" name="">
            <a:extLst xmlns:a="http://schemas.openxmlformats.org/drawingml/2006/main">
              <a:ext uri="{FF2B5EF4-FFF2-40B4-BE49-F238E27FC236}">
                <a16:creationId xmlns:a16="http://schemas.microsoft.com/office/drawing/2014/main" id="{DBE274E0-6142-445F-BD09-C5B2BA349B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B7D0A60F-FCD6-4073-876C-BA59347C9C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8CC10C-F926-4B01-ADFC-E7E3B28924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power_set(A):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subset.append(A[j])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result.append(subset)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57ED805F-F94D-4FFD-9302-65E801D93F7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F85C53F-E755-4998-8039-3A6A314F7E9E}"/>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78C1D6-C10C-4605-8AB5-040F4A8BE3A0}"/>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시간·전체 결과 공간 O(n·2ⁿ).</a:t>
            </a:r>
          </a:p>
        </p:txBody>
      </p:sp>
      <p:sp>
        <p:nvSpPr>
          <p:cNvPr id="9" name="">
            <a:extLst xmlns:a="http://schemas.openxmlformats.org/drawingml/2006/main">
              <a:ext uri="{FF2B5EF4-FFF2-40B4-BE49-F238E27FC236}">
                <a16:creationId xmlns:a16="http://schemas.microsoft.com/office/drawing/2014/main" id="{4FA5CD4E-0B45-4D4A-A1C6-0AB502A5C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6AE5A24-FA62-491B-8611-0A732B58ED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F1228160-F5C0-4BF5-A305-4DB04D679F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p14:creationId xmlns:p14="http://schemas.microsoft.com/office/powerpoint/2010/main" val="72080007"/>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F2FC65-9208-402C-8EF1-6AF0641044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5B3B200-C4C7-4936-8EA9-345A9E4808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C 구현 예시</a:t>
            </a:r>
          </a:p>
        </p:txBody>
      </p:sp>
      <p:sp>
        <p:nvSpPr>
          <p:cNvPr id="3" name="">
            <a:extLst xmlns:a="http://schemas.openxmlformats.org/drawingml/2006/main">
              <a:ext uri="{FF2B5EF4-FFF2-40B4-BE49-F238E27FC236}">
                <a16:creationId xmlns:a16="http://schemas.microsoft.com/office/drawing/2014/main" id="{8933BD32-D4B9-453D-B6EE-C85FAE89F2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DA503213-EC2A-40F0-AE05-6477932A1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B3BA6-8F78-4C5D-94FC-CB268978F0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power_set(const int A[], int n, int out[][8], int sizes[])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count=1&lt;&lt;n;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mask=0;mask&lt;count;mask++)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sizes[mask]=0;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j=0;j&lt;n;j++) if(mask &amp; (1u&lt;&lt;j))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out[mask][sizes[mask]++]=A[j];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8DC194D9-D5EF-4205-9F17-FE235BF6EB1D}"/>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CE9EC1FC-A2AE-434B-9F9D-385E5935552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B79079-C069-4B29-8187-D8F057E6704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시간·전체 결과 공간 O(n·2ⁿ).</a:t>
            </a:r>
          </a:p>
        </p:txBody>
      </p:sp>
      <p:sp>
        <p:nvSpPr>
          <p:cNvPr id="9" name="">
            <a:extLst xmlns:a="http://schemas.openxmlformats.org/drawingml/2006/main">
              <a:ext uri="{FF2B5EF4-FFF2-40B4-BE49-F238E27FC236}">
                <a16:creationId xmlns:a16="http://schemas.microsoft.com/office/drawing/2014/main" id="{AE849C21-565A-40EA-87EA-433D215EF1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0F23B16-3160-49AF-A36D-77E71A54BA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93416F-0230-470D-BCFD-AD9D3064C1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344E276-84EC-468B-A42F-31F840AA22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p14:creationId xmlns:p14="http://schemas.microsoft.com/office/powerpoint/2010/main" val="1721745623"/>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17C50B-D9CB-4E7C-997B-0306BC328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3C97D37-9E2E-4523-A7FA-9BE9302EB0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단답형</a:t>
            </a:r>
          </a:p>
        </p:txBody>
      </p:sp>
      <p:sp>
        <p:nvSpPr>
          <p:cNvPr id="3" name="">
            <a:extLst xmlns:a="http://schemas.openxmlformats.org/drawingml/2006/main">
              <a:ext uri="{FF2B5EF4-FFF2-40B4-BE49-F238E27FC236}">
                <a16:creationId xmlns:a16="http://schemas.microsoft.com/office/drawing/2014/main" id="{90BB1E7F-F1F6-433F-A695-492D3449493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3510DE4-66E3-43C0-ACCC-8E1884EE10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8F56CB-42F1-4235-A30A-D289B4F40FD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n≥m≥1이다. 텍스트의 가능한 시작 위치를 모두 검사하며 각 위치의 첫 글자에서 불일치한다면 총 문자 비교 횟수는 얼마인가?</a:t>
            </a:r>
          </a:p>
        </p:txBody>
      </p:sp>
      <p:sp>
        <p:nvSpPr>
          <p:cNvPr id="6" name="">
            <a:extLst xmlns:a="http://schemas.openxmlformats.org/drawingml/2006/main">
              <a:ext uri="{FF2B5EF4-FFF2-40B4-BE49-F238E27FC236}">
                <a16:creationId xmlns:a16="http://schemas.microsoft.com/office/drawing/2014/main" id="{B9A90D50-B4DF-4665-819C-8EAC19157CA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B4D4E6D0-B4D2-40B7-998D-72CBA1481A7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EBC86C-2066-45E6-B488-F1AF14039F8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5052F4-FBF8-4ABC-B5CF-B7B2AB0FFB3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AF432DA-75F1-4E31-92E3-757BF0D3C5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6BDADE-3525-4591-80DD-01DC8C63E8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5EB1E5F-0941-41B3-81F5-56954099DB5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p14:creationId xmlns:p14="http://schemas.microsoft.com/office/powerpoint/2010/main" val="3040480449"/>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B12071-EF01-45EC-B5B3-82979447BE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6D688EE-2BC4-4E46-AFF3-449C7F685D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정답 및 해설</a:t>
            </a:r>
          </a:p>
        </p:txBody>
      </p:sp>
      <p:sp>
        <p:nvSpPr>
          <p:cNvPr id="3" name="">
            <a:extLst xmlns:a="http://schemas.openxmlformats.org/drawingml/2006/main">
              <a:ext uri="{FF2B5EF4-FFF2-40B4-BE49-F238E27FC236}">
                <a16:creationId xmlns:a16="http://schemas.microsoft.com/office/drawing/2014/main" id="{0C567CDA-E2C3-4F49-B6DF-6BC8AC6CA5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714D32-C43D-46CB-9364-563A85E2F4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6B684-E3B8-412B-9FC2-0A0BB06F19AD}"/>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n≥m≥1이다. 텍스트의 가능한 시작 위치를 모두 검사하며 각 위치의 첫 글자에서 불일치한다면 총 문자 비교 횟수는 얼마인가?</a:t>
            </a:r>
          </a:p>
        </p:txBody>
      </p:sp>
      <p:sp>
        <p:nvSpPr>
          <p:cNvPr id="6" name="">
            <a:extLst xmlns:a="http://schemas.openxmlformats.org/drawingml/2006/main">
              <a:ext uri="{FF2B5EF4-FFF2-40B4-BE49-F238E27FC236}">
                <a16:creationId xmlns:a16="http://schemas.microsoft.com/office/drawing/2014/main" id="{CEA81339-3F48-418F-AD7A-5E2DC2FC8CB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n−m+1회</a:t>
            </a:r>
          </a:p>
        </p:txBody>
      </p:sp>
      <p:sp>
        <p:nvSpPr>
          <p:cNvPr id="7" name="">
            <a:extLst xmlns:a="http://schemas.openxmlformats.org/drawingml/2006/main">
              <a:ext uri="{FF2B5EF4-FFF2-40B4-BE49-F238E27FC236}">
                <a16:creationId xmlns:a16="http://schemas.microsoft.com/office/drawing/2014/main" id="{E7763898-2866-4AAB-BD31-1A6E1E774987}"/>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975BC96-28D7-4352-AF69-6B017D9318B3}"/>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842941-0EC2-4DBE-B7B2-BA85A6CD12BF}"/>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위치는 0부터 n−m까지이며, 위치마다 한 번 비교한다.</a:t>
            </a:r>
          </a:p>
        </p:txBody>
      </p:sp>
      <p:sp>
        <p:nvSpPr>
          <p:cNvPr id="10" name="">
            <a:extLst xmlns:a="http://schemas.openxmlformats.org/drawingml/2006/main">
              <a:ext uri="{FF2B5EF4-FFF2-40B4-BE49-F238E27FC236}">
                <a16:creationId xmlns:a16="http://schemas.microsoft.com/office/drawing/2014/main" id="{E1C607B0-D135-407D-AC91-AF0E63822F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B9A2F9-A97E-4C88-8BC0-9DBB16231D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FA31E9-11E8-4DFC-8E34-EC172399DA0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p14:creationId xmlns:p14="http://schemas.microsoft.com/office/powerpoint/2010/main" val="3522459586"/>
      </p:ext>
    </p:extLst>
  </p:cSld>
</p:sld>
</file>

<file path=ppt/slides/slide1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20F800-3A01-4A73-9938-FAD19FE08B9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97A4294-6C6B-4FCA-9A76-A3CBCA2808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단답형</a:t>
            </a:r>
          </a:p>
        </p:txBody>
      </p:sp>
      <p:sp>
        <p:nvSpPr>
          <p:cNvPr id="3" name="">
            <a:extLst xmlns:a="http://schemas.openxmlformats.org/drawingml/2006/main">
              <a:ext uri="{FF2B5EF4-FFF2-40B4-BE49-F238E27FC236}">
                <a16:creationId xmlns:a16="http://schemas.microsoft.com/office/drawing/2014/main" id="{F4ED03BB-5752-4AAD-B137-E522E77D7A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264B0FC-FFFF-4E08-90C3-D2D2F7CC57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97726C-301F-4448-8864-900471647B27}"/>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두 수의 차이를 비교하며 더 작은 차이를 만날 때 best 쌍을 갱신한다. 반복 도중 best가 담고 있는 것은 무엇인가?</a:t>
            </a:r>
          </a:p>
        </p:txBody>
      </p:sp>
      <p:sp>
        <p:nvSpPr>
          <p:cNvPr id="6" name="">
            <a:extLst xmlns:a="http://schemas.openxmlformats.org/drawingml/2006/main">
              <a:ext uri="{FF2B5EF4-FFF2-40B4-BE49-F238E27FC236}">
                <a16:creationId xmlns:a16="http://schemas.microsoft.com/office/drawing/2014/main" id="{1DC889E1-476F-4DBB-BA81-49C68014D8B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6699C3CC-E33B-4672-B358-065E40F45F5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94B5AB-76F4-4944-B45C-DC3D41D6394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1D61D9-34C1-4572-A3C3-A1A20291293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DD83DAB-CF9E-41E8-A761-B677BCE900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63BAEA-2EAA-4942-B092-8C420170A02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EB9CD5-3D94-46DA-8C02-1FB088B0A2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p14:creationId xmlns:p14="http://schemas.microsoft.com/office/powerpoint/2010/main" val="1335919291"/>
      </p:ext>
    </p:extLst>
  </p:cSld>
</p:sld>
</file>

<file path=ppt/slides/slide1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C7452F-BC9B-4D39-8174-D2DE566E0B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BEE8952-93B9-4D50-B1F5-60A53EB1D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정답 및 해설</a:t>
            </a:r>
          </a:p>
        </p:txBody>
      </p:sp>
      <p:sp>
        <p:nvSpPr>
          <p:cNvPr id="3" name="">
            <a:extLst xmlns:a="http://schemas.openxmlformats.org/drawingml/2006/main">
              <a:ext uri="{FF2B5EF4-FFF2-40B4-BE49-F238E27FC236}">
                <a16:creationId xmlns:a16="http://schemas.microsoft.com/office/drawing/2014/main" id="{5F34A5FD-DD6F-4F31-9935-CDF4A4B583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DC87736-ECCF-4824-AABF-356DC55179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6BAFB5-534C-4E06-82DD-218834F17EE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두 수의 차이를 비교하며 더 작은 차이를 만날 때 best 쌍을 갱신한다. 반복 도중 best가 담고 있는 것은 무엇인가?</a:t>
            </a:r>
          </a:p>
        </p:txBody>
      </p:sp>
      <p:sp>
        <p:nvSpPr>
          <p:cNvPr id="6" name="">
            <a:extLst xmlns:a="http://schemas.openxmlformats.org/drawingml/2006/main">
              <a:ext uri="{FF2B5EF4-FFF2-40B4-BE49-F238E27FC236}">
                <a16:creationId xmlns:a16="http://schemas.microsoft.com/office/drawing/2014/main" id="{83E51ADA-6BD7-415D-AE0B-79230E921D6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지금까지 검사한 쌍 중 차이가 가장 작은 쌍</a:t>
            </a:r>
          </a:p>
        </p:txBody>
      </p:sp>
      <p:sp>
        <p:nvSpPr>
          <p:cNvPr id="7" name="">
            <a:extLst xmlns:a="http://schemas.openxmlformats.org/drawingml/2006/main">
              <a:ext uri="{FF2B5EF4-FFF2-40B4-BE49-F238E27FC236}">
                <a16:creationId xmlns:a16="http://schemas.microsoft.com/office/drawing/2014/main" id="{79E40436-2872-4106-8EAE-5CD675A4321F}"/>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A68AC05-6507-4E92-A9C7-CA113D222C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BF6951-B5DB-49F3-AEE1-35C7CB82065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아직 검사하지 않은 쌍까지 포함한 최적해는 아니다. 모든 쌍을 확인한 뒤 전체 최적해가 된다.</a:t>
            </a:r>
          </a:p>
        </p:txBody>
      </p:sp>
      <p:sp>
        <p:nvSpPr>
          <p:cNvPr id="10" name="">
            <a:extLst xmlns:a="http://schemas.openxmlformats.org/drawingml/2006/main">
              <a:ext uri="{FF2B5EF4-FFF2-40B4-BE49-F238E27FC236}">
                <a16:creationId xmlns:a16="http://schemas.microsoft.com/office/drawing/2014/main" id="{E0B6E984-E5FD-443C-92DA-9F718020A6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49DA5E3-6AD6-493C-98C5-FD96A4674C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6DC6766-EC95-410B-A3D4-DD96577E4AC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p14:creationId xmlns:p14="http://schemas.microsoft.com/office/powerpoint/2010/main" val="1122627237"/>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E8B79A-80E0-491F-AF81-87B748C777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0277CA-61FD-4215-A11F-610267D103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단답형</a:t>
            </a:r>
          </a:p>
        </p:txBody>
      </p:sp>
      <p:sp>
        <p:nvSpPr>
          <p:cNvPr id="3" name="">
            <a:extLst xmlns:a="http://schemas.openxmlformats.org/drawingml/2006/main">
              <a:ext uri="{FF2B5EF4-FFF2-40B4-BE49-F238E27FC236}">
                <a16:creationId xmlns:a16="http://schemas.microsoft.com/office/drawing/2014/main" id="{2510DF4B-8DDC-4BDE-8207-69DEC2C699D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B10376-525A-4708-895E-0F9517F990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DDE86C-F0A9-4735-865B-39FA8155EE68}"/>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D909546E-81EB-4534-B73A-980EACAAC3C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D4D2F0D-8118-41BB-AFCA-5C99A706CC1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4A9A52-A9C5-40B6-8AFD-5D205C1D8EF7}"/>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D531BB-D04B-4378-8B45-EC5060AEA58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EE118C-BA80-4189-8417-95362C6307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E5CF05-196F-4BFB-9689-EBF9464689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EA3D9B6-EF2D-4556-A164-CA5C129553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157322858"/>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B5EA34-1AE3-4987-98AD-DBDFEE3325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80EBB7-2AEC-4F37-9329-521A08EFB2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정답 및 해설</a:t>
            </a:r>
          </a:p>
        </p:txBody>
      </p:sp>
      <p:sp>
        <p:nvSpPr>
          <p:cNvPr id="3" name="">
            <a:extLst xmlns:a="http://schemas.openxmlformats.org/drawingml/2006/main">
              <a:ext uri="{FF2B5EF4-FFF2-40B4-BE49-F238E27FC236}">
                <a16:creationId xmlns:a16="http://schemas.microsoft.com/office/drawing/2014/main" id="{1EEAD525-4D23-4296-AF94-9C1A587A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1F16583-306C-4D9D-8BBF-DFE8066B40A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1BFB0C-3359-4743-8670-07BB80687A6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08E620E6-07E6-47E6-972A-564DD4F96E4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01A81F92-DDBE-4E51-83E8-72017AAC789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A1FD382-75CF-4C5D-B495-688FAA381E5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8AF2CC-9AD7-405D-B0B9-73AB07D37043}"/>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86F9128D-7688-4ECC-8930-E095AEC2CE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985EC1A-F39F-471E-9F4E-EB3E989A0A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AB1DD05-AC71-41C5-B229-6D23D6EEC85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342545850"/>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6DBE77-30C8-4D53-BC14-BC8FAAB7EC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7FB77450-9F24-4605-AFDE-D939612959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단답형</a:t>
            </a:r>
          </a:p>
        </p:txBody>
      </p:sp>
      <p:sp>
        <p:nvSpPr>
          <p:cNvPr id="3" name="">
            <a:extLst xmlns:a="http://schemas.openxmlformats.org/drawingml/2006/main">
              <a:ext uri="{FF2B5EF4-FFF2-40B4-BE49-F238E27FC236}">
                <a16:creationId xmlns:a16="http://schemas.microsoft.com/office/drawing/2014/main" id="{01124784-D0C0-4E22-BD3E-76CE73B953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E09C2D2-BB0D-4C08-854C-778B9B54FB5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622F03-ABA8-40D1-BF8B-3F49FAB685B9}"/>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k가 고정된 중첩 반복, 모든 부분집합, 전체 순열의 후보 수 증가를 각각 빅오 표기로 쓰시오.</a:t>
            </a:r>
          </a:p>
        </p:txBody>
      </p:sp>
      <p:sp>
        <p:nvSpPr>
          <p:cNvPr id="6" name="">
            <a:extLst xmlns:a="http://schemas.openxmlformats.org/drawingml/2006/main">
              <a:ext uri="{FF2B5EF4-FFF2-40B4-BE49-F238E27FC236}">
                <a16:creationId xmlns:a16="http://schemas.microsoft.com/office/drawing/2014/main" id="{47128020-85D2-4E2E-B8AF-1A1C2C92906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B4442AC5-8033-4B6D-AC82-420BAA92D7C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9A4EA3-6C08-45EA-A579-CBBD835190C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3BA6D7-C08E-4146-867D-446BA17D052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BA23E4A-3773-4906-B987-BA630ADC8B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B770B1B-1AC8-4CCF-B303-D93EEDF0B9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A8F07B6-AAB3-4BE3-8A75-74DA60905A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p14:creationId xmlns:p14="http://schemas.microsoft.com/office/powerpoint/2010/main" val="1106863195"/>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A5FA73-9F04-4CE2-BBFC-B5717FCEC48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7BC989D-6C3A-4EFE-8603-3547C8101B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정답 및 해설</a:t>
            </a:r>
          </a:p>
        </p:txBody>
      </p:sp>
      <p:sp>
        <p:nvSpPr>
          <p:cNvPr id="3" name="">
            <a:extLst xmlns:a="http://schemas.openxmlformats.org/drawingml/2006/main">
              <a:ext uri="{FF2B5EF4-FFF2-40B4-BE49-F238E27FC236}">
                <a16:creationId xmlns:a16="http://schemas.microsoft.com/office/drawing/2014/main" id="{933BC74F-5E37-47C4-A148-D7AEE25FBE6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CE78B0A-8917-496E-9A17-6E0DB5887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98480E-17CB-4AFE-9749-2B1BF80E0FA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k가 고정된 중첩 반복, 모든 부분집합, 전체 순열의 후보 수 증가를 각각 빅오 표기로 쓰시오.</a:t>
            </a:r>
          </a:p>
        </p:txBody>
      </p:sp>
      <p:sp>
        <p:nvSpPr>
          <p:cNvPr id="6" name="">
            <a:extLst xmlns:a="http://schemas.openxmlformats.org/drawingml/2006/main">
              <a:ext uri="{FF2B5EF4-FFF2-40B4-BE49-F238E27FC236}">
                <a16:creationId xmlns:a16="http://schemas.microsoft.com/office/drawing/2014/main" id="{CCFCE002-2568-47B3-8816-6528AE57238C}"/>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O(nᵏ), O(2ⁿ), O(n!)</a:t>
            </a:r>
          </a:p>
        </p:txBody>
      </p:sp>
      <p:sp>
        <p:nvSpPr>
          <p:cNvPr id="7" name="">
            <a:extLst xmlns:a="http://schemas.openxmlformats.org/drawingml/2006/main">
              <a:ext uri="{FF2B5EF4-FFF2-40B4-BE49-F238E27FC236}">
                <a16:creationId xmlns:a16="http://schemas.microsoft.com/office/drawing/2014/main" id="{671CB8AF-1934-497A-BEFB-BE7D7067AA8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B3B255F-D7EA-49F5-B859-50446945A179}"/>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1D5EE2-DB93-4B8F-AC10-F8EF956D675E}"/>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다항식, 지수, 팩토리얼 증가이다. 후보 한 개를 검사하는 비용은 별도로 곱한다.</a:t>
            </a:r>
          </a:p>
        </p:txBody>
      </p:sp>
      <p:sp>
        <p:nvSpPr>
          <p:cNvPr id="10" name="">
            <a:extLst xmlns:a="http://schemas.openxmlformats.org/drawingml/2006/main">
              <a:ext uri="{FF2B5EF4-FFF2-40B4-BE49-F238E27FC236}">
                <a16:creationId xmlns:a16="http://schemas.microsoft.com/office/drawing/2014/main" id="{909C2E11-B796-4326-87A2-6B27CC57003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76332B-F8EF-4825-98FA-96B893BB7EC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AD6732-EB76-495B-9A2F-F0895A5716A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p14:creationId xmlns:p14="http://schemas.microsoft.com/office/powerpoint/2010/main" val="1653702890"/>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9CA5BD-195A-4857-B65C-DE023742DB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5BD5EBC-3A65-4813-A7FB-C8E78DEF5A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단답형</a:t>
            </a:r>
          </a:p>
        </p:txBody>
      </p:sp>
      <p:sp>
        <p:nvSpPr>
          <p:cNvPr id="3" name="">
            <a:extLst xmlns:a="http://schemas.openxmlformats.org/drawingml/2006/main">
              <a:ext uri="{FF2B5EF4-FFF2-40B4-BE49-F238E27FC236}">
                <a16:creationId xmlns:a16="http://schemas.microsoft.com/office/drawing/2014/main" id="{FF917290-A71D-494C-A534-F569E76A48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FD7F712-3E0A-4201-A11F-F73CC6525D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31B32A-F2C2-4C79-B8BE-CA31E6CC01C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n=5일 때 n!, 2ⁿ, nⁿ의 값을 각각 쓰시오.</a:t>
            </a:r>
          </a:p>
        </p:txBody>
      </p:sp>
      <p:sp>
        <p:nvSpPr>
          <p:cNvPr id="6" name="">
            <a:extLst xmlns:a="http://schemas.openxmlformats.org/drawingml/2006/main">
              <a:ext uri="{FF2B5EF4-FFF2-40B4-BE49-F238E27FC236}">
                <a16:creationId xmlns:a16="http://schemas.microsoft.com/office/drawing/2014/main" id="{A0EAD553-5ABE-4F5C-A811-9CD5BA330306}"/>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9349EF42-5828-46ED-B90C-F11879152C3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595E1C6-D762-46BC-AB27-68073F79CE1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29E6B1-1D71-4E8B-9A73-E113D6E2A72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7637E2-40F6-4291-9E90-E6B2213099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F1FA5D-AD08-4899-8363-BB6C9B5558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87EED8-B5EE-48F0-A338-1C34162F75E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p14:creationId xmlns:p14="http://schemas.microsoft.com/office/powerpoint/2010/main" val="526306325"/>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A6C949-FA41-4FBB-AEC5-E295A9EB9D2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FA418AB-EF2D-4C67-8A2D-3B5DE63A8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정답 및 해설</a:t>
            </a:r>
          </a:p>
        </p:txBody>
      </p:sp>
      <p:sp>
        <p:nvSpPr>
          <p:cNvPr id="3" name="">
            <a:extLst xmlns:a="http://schemas.openxmlformats.org/drawingml/2006/main">
              <a:ext uri="{FF2B5EF4-FFF2-40B4-BE49-F238E27FC236}">
                <a16:creationId xmlns:a16="http://schemas.microsoft.com/office/drawing/2014/main" id="{D12AC64B-4504-4628-90DA-F6E9A2EE9FF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F685407-701A-4E93-9D47-E0803BCAE0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A295ED-67DC-481F-BCCD-FA083ABF82C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n=5일 때 n!, 2ⁿ, nⁿ의 값을 각각 쓰시오.</a:t>
            </a:r>
          </a:p>
        </p:txBody>
      </p:sp>
      <p:sp>
        <p:nvSpPr>
          <p:cNvPr id="6" name="">
            <a:extLst xmlns:a="http://schemas.openxmlformats.org/drawingml/2006/main">
              <a:ext uri="{FF2B5EF4-FFF2-40B4-BE49-F238E27FC236}">
                <a16:creationId xmlns:a16="http://schemas.microsoft.com/office/drawing/2014/main" id="{082EAF0A-916D-4E88-ABC0-EC48943E06A4}"/>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120, 32, 3,125</a:t>
            </a:r>
          </a:p>
        </p:txBody>
      </p:sp>
      <p:sp>
        <p:nvSpPr>
          <p:cNvPr id="7" name="">
            <a:extLst xmlns:a="http://schemas.openxmlformats.org/drawingml/2006/main">
              <a:ext uri="{FF2B5EF4-FFF2-40B4-BE49-F238E27FC236}">
                <a16:creationId xmlns:a16="http://schemas.microsoft.com/office/drawing/2014/main" id="{11F9211E-0259-4634-94A7-90983B8AF489}"/>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9623A4F-4592-42AA-BA79-4FF3F3FA091B}"/>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E26C3B-E2E1-40E5-8194-5DA265E28714}"/>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5!=5×4×3×2×1, 2⁵=32, 5⁵=3,125이다.</a:t>
            </a:r>
          </a:p>
        </p:txBody>
      </p:sp>
      <p:sp>
        <p:nvSpPr>
          <p:cNvPr id="10" name="">
            <a:extLst xmlns:a="http://schemas.openxmlformats.org/drawingml/2006/main">
              <a:ext uri="{FF2B5EF4-FFF2-40B4-BE49-F238E27FC236}">
                <a16:creationId xmlns:a16="http://schemas.microsoft.com/office/drawing/2014/main" id="{AB3C715F-755D-44C8-BB1D-478668C54B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98DEE0-418D-44F3-9C7A-3AAFC9467C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11021B-688A-4FC3-849F-7C1376DA61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p14:creationId xmlns:p14="http://schemas.microsoft.com/office/powerpoint/2010/main" val="3866210139"/>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7EF24C-05B5-44E1-B318-46CE92E44F0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C09DD48E-FC03-47B3-9EC4-3671E1219A1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단답형</a:t>
            </a:r>
          </a:p>
        </p:txBody>
      </p:sp>
      <p:sp>
        <p:nvSpPr>
          <p:cNvPr id="3" name="">
            <a:extLst xmlns:a="http://schemas.openxmlformats.org/drawingml/2006/main">
              <a:ext uri="{FF2B5EF4-FFF2-40B4-BE49-F238E27FC236}">
                <a16:creationId xmlns:a16="http://schemas.microsoft.com/office/drawing/2014/main" id="{4D4F15C9-3A20-4A10-B6EB-AF0E38871D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B34E0B3-D5DC-4303-8E62-A4DD0B0CB35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D4D803-AC7A-4E97-B5BF-4C657FAECE1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D7BF4E7-5CD6-4C61-9721-85C282ECB11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1A010E34-2803-435D-85C0-9A772129765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8CD2A9-9CE3-4C22-B046-38643BFC868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F9FBD04-7459-4E15-AAC5-C6E0D1ACFF1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CCA44-DF9D-42AD-95DF-BFBDE7EB497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58E739-D8F7-4AB4-8516-1C0178066A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55A63E5-8B25-47F8-A145-9A01935B0A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p14:creationId xmlns:p14="http://schemas.microsoft.com/office/powerpoint/2010/main" val="3774832062"/>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560F80-BC71-4C60-AD73-0F065CBCC0F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1101584-C4A9-42C0-9DDF-CF1A2F3FCA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정답 및 해설</a:t>
            </a:r>
          </a:p>
        </p:txBody>
      </p:sp>
      <p:sp>
        <p:nvSpPr>
          <p:cNvPr id="3" name="">
            <a:extLst xmlns:a="http://schemas.openxmlformats.org/drawingml/2006/main">
              <a:ext uri="{FF2B5EF4-FFF2-40B4-BE49-F238E27FC236}">
                <a16:creationId xmlns:a16="http://schemas.microsoft.com/office/drawing/2014/main" id="{92304D9F-0D9E-4847-A601-06D59279AC9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A6B1D7-0370-4D15-B9BA-8180075685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733C48-8AC2-4D2A-A578-81DD790554DE}"/>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2EAFF7B-2663-4A9C-B4F4-E0D10216EE81}"/>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1억 가지 (10⁸)</a:t>
            </a:r>
          </a:p>
        </p:txBody>
      </p:sp>
      <p:sp>
        <p:nvSpPr>
          <p:cNvPr id="7" name="">
            <a:extLst xmlns:a="http://schemas.openxmlformats.org/drawingml/2006/main">
              <a:ext uri="{FF2B5EF4-FFF2-40B4-BE49-F238E27FC236}">
                <a16:creationId xmlns:a16="http://schemas.microsoft.com/office/drawing/2014/main" id="{B0EBD30F-12E9-4B12-9CB7-CDEEF2A2671E}"/>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E6D8F03-1562-4BE5-B9D3-7E5EDDF283A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4BDE559-1633-4AC3-B6F5-BF140F07C06E}"/>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xmlns:a="http://schemas.openxmlformats.org/drawingml/2006/main">
              <a:ext uri="{FF2B5EF4-FFF2-40B4-BE49-F238E27FC236}">
                <a16:creationId xmlns:a16="http://schemas.microsoft.com/office/drawing/2014/main" id="{4D564D74-96CC-487C-9FB6-ADBCB3F01F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56D789-43E2-4570-9AA8-017F983AF8C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FC431F4-8B51-46B8-87DF-00C6AE736F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p14:creationId xmlns:p14="http://schemas.microsoft.com/office/powerpoint/2010/main" val="1157247304"/>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F5A650-42D4-4A48-8AC7-6493BE2116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6FA7D6F-D55A-486B-8230-19B3D2C709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단답형</a:t>
            </a:r>
          </a:p>
        </p:txBody>
      </p:sp>
      <p:sp>
        <p:nvSpPr>
          <p:cNvPr id="3" name="">
            <a:extLst xmlns:a="http://schemas.openxmlformats.org/drawingml/2006/main">
              <a:ext uri="{FF2B5EF4-FFF2-40B4-BE49-F238E27FC236}">
                <a16:creationId xmlns:a16="http://schemas.microsoft.com/office/drawing/2014/main" id="{787437D0-B339-4480-9C18-D37E3CF0CB6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03161D5-1A5E-48D6-8E9D-B31902DC32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9D8EB4-C637-44C2-9CD5-AEEFFD7DD02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원소가 30개인 집합의 부분집합 개수는 대략 얼마인지 쓰시오.</a:t>
            </a:r>
          </a:p>
        </p:txBody>
      </p:sp>
      <p:sp>
        <p:nvSpPr>
          <p:cNvPr id="6" name="">
            <a:extLst xmlns:a="http://schemas.openxmlformats.org/drawingml/2006/main">
              <a:ext uri="{FF2B5EF4-FFF2-40B4-BE49-F238E27FC236}">
                <a16:creationId xmlns:a16="http://schemas.microsoft.com/office/drawing/2014/main" id="{ECD2132E-D02E-40D3-8620-7B42CC2A240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42F7936-DCEC-4A1C-8C6C-C1297DA8D0C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DEC18A-383E-465B-B037-94D7EAE154D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334DDC-3FF2-4170-A362-783F891C4EF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65EAA2-7262-4279-9557-21853AEB335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10DAC0-F714-4A31-9B28-D76CA4C96C9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A07D66-094D-4520-B501-A0382F5EFE0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258645909"/>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25307C-BE77-49C1-81CE-68699D6BE8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0266B35D-E758-4A08-8646-59CBFAEA670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정답 및 해설</a:t>
            </a:r>
          </a:p>
        </p:txBody>
      </p:sp>
      <p:sp>
        <p:nvSpPr>
          <p:cNvPr id="3" name="">
            <a:extLst xmlns:a="http://schemas.openxmlformats.org/drawingml/2006/main">
              <a:ext uri="{FF2B5EF4-FFF2-40B4-BE49-F238E27FC236}">
                <a16:creationId xmlns:a16="http://schemas.microsoft.com/office/drawing/2014/main" id="{A027176C-047E-4F71-ADA6-BAD270F3FF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4372861-05BC-4534-8850-8D46B55DFB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969EE4-B0E3-4BC3-BE1F-8D1BECEB7CD6}"/>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원소가 30개인 집합의 부분집합 개수는 대략 얼마인지 쓰시오.</a:t>
            </a:r>
          </a:p>
        </p:txBody>
      </p:sp>
      <p:sp>
        <p:nvSpPr>
          <p:cNvPr id="6" name="">
            <a:extLst xmlns:a="http://schemas.openxmlformats.org/drawingml/2006/main">
              <a:ext uri="{FF2B5EF4-FFF2-40B4-BE49-F238E27FC236}">
                <a16:creationId xmlns:a16="http://schemas.microsoft.com/office/drawing/2014/main" id="{A4DA9832-84A3-4F41-8365-609F23CF4F5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약 10억 개 (2³⁰ ≈ 1.07 × 10⁹)</a:t>
            </a:r>
          </a:p>
        </p:txBody>
      </p:sp>
      <p:sp>
        <p:nvSpPr>
          <p:cNvPr id="7" name="">
            <a:extLst xmlns:a="http://schemas.openxmlformats.org/drawingml/2006/main">
              <a:ext uri="{FF2B5EF4-FFF2-40B4-BE49-F238E27FC236}">
                <a16:creationId xmlns:a16="http://schemas.microsoft.com/office/drawing/2014/main" id="{215FD1B4-CC3A-4093-A87F-001876CD08D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1721D72-48EA-42BD-84C3-5869D51B56FA}"/>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94A7B4-E36B-4228-B8F4-541BCB18BC9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원소가 20개일 때 약 100만이던 것이 30개에서 약 10억이 된다. 원소 10개가 늘었을 뿐인데 1,000배가 된 것이다.</a:t>
            </a:r>
          </a:p>
        </p:txBody>
      </p:sp>
      <p:sp>
        <p:nvSpPr>
          <p:cNvPr id="10" name="">
            <a:extLst xmlns:a="http://schemas.openxmlformats.org/drawingml/2006/main">
              <a:ext uri="{FF2B5EF4-FFF2-40B4-BE49-F238E27FC236}">
                <a16:creationId xmlns:a16="http://schemas.microsoft.com/office/drawing/2014/main" id="{3564E812-C31E-4A1D-A7A1-57578D9D7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2D067F-B28B-4E76-A166-7803C81FBD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7C1037-BEFF-48A5-B777-8463850D83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2809175"/>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385E4B3-6291-4D97-BC73-DC6BE5FA6D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EB5FC62-DC95-4E6E-8B8D-9E3914560CF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알고리즘 작성</a:t>
            </a:r>
          </a:p>
        </p:txBody>
      </p:sp>
      <p:sp>
        <p:nvSpPr>
          <p:cNvPr id="3" name="">
            <a:extLst xmlns:a="http://schemas.openxmlformats.org/drawingml/2006/main">
              <a:ext uri="{FF2B5EF4-FFF2-40B4-BE49-F238E27FC236}">
                <a16:creationId xmlns:a16="http://schemas.microsoft.com/office/drawing/2014/main" id="{63EF9759-452A-497B-AEBB-C09D2FCE37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92B4B941-60FD-4ADC-82CE-CE67A326A0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C459F0-7EC8-4367-A46D-0ECCF656A6FC}"/>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p:txBody>
      </p:sp>
      <p:sp>
        <p:nvSpPr>
          <p:cNvPr id="6" name="">
            <a:extLst xmlns:a="http://schemas.openxmlformats.org/drawingml/2006/main">
              <a:ext uri="{FF2B5EF4-FFF2-40B4-BE49-F238E27FC236}">
                <a16:creationId xmlns:a16="http://schemas.microsoft.com/office/drawing/2014/main" id="{594A4810-944C-4FF6-8973-B71121D186A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B6EF9E-7636-427F-993B-EFF76D03C45B}"/>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tsp_min([[0,4,7,3],[4,0,6,2],[7,6,0,5],[3,2,5,0]])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18</a:t>
            </a:r>
          </a:p>
        </p:txBody>
      </p:sp>
      <p:sp>
        <p:nvSpPr>
          <p:cNvPr id="8" name="">
            <a:extLst xmlns:a="http://schemas.openxmlformats.org/drawingml/2006/main">
              <a:ext uri="{FF2B5EF4-FFF2-40B4-BE49-F238E27FC236}">
                <a16:creationId xmlns:a16="http://schemas.microsoft.com/office/drawing/2014/main" id="{7AF2F7A5-751B-401D-8BB4-3A879F253A16}"/>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AA43DA-69E3-4ADB-9A9D-1AC10CFB62BF}"/>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A8E82476-FE17-4BAE-99C2-4CB4D0AE3B2E}"/>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65D6D657-29DE-45CF-B7CD-E7E6E258AC8B}"/>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최소 왕복 비용</a:t>
            </a:r>
          </a:p>
        </p:txBody>
      </p:sp>
      <p:sp>
        <p:nvSpPr>
          <p:cNvPr id="12" name="">
            <a:extLst xmlns:a="http://schemas.openxmlformats.org/drawingml/2006/main">
              <a:ext uri="{FF2B5EF4-FFF2-40B4-BE49-F238E27FC236}">
                <a16:creationId xmlns:a16="http://schemas.microsoft.com/office/drawing/2014/main" id="{D8F0A053-F582-467A-9FEA-C761BE8B6B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8A806F2-68F6-48D4-8848-6DBC70E321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6EB0BC50-6485-4B7B-8A43-80F60348426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p14:creationId xmlns:p14="http://schemas.microsoft.com/office/powerpoint/2010/main" val="3997697290"/>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0BA933-5E67-4717-89E4-8BD4AE79183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FB1132C-6FA6-4EFF-8B10-2DD1C9E58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Python 구현 예시</a:t>
            </a:r>
          </a:p>
        </p:txBody>
      </p:sp>
      <p:sp>
        <p:nvSpPr>
          <p:cNvPr id="3" name="">
            <a:extLst xmlns:a="http://schemas.openxmlformats.org/drawingml/2006/main">
              <a:ext uri="{FF2B5EF4-FFF2-40B4-BE49-F238E27FC236}">
                <a16:creationId xmlns:a16="http://schemas.microsoft.com/office/drawing/2014/main" id="{3BEBDE71-079F-450C-B02E-14DDD5F1A0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7D314F3B-DE72-4AAD-98F9-24D92B26C29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2CEB43-AA35-470C-AFD1-0DE5F12A485C}"/>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tsp_min(dist):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n = len(dist)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used[0]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dfs(last, depth, cost):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cost + dist[last][0]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float('inf')</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city in range(1,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value = dfs(city, depth + 1, cost + dist[last][city])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min(best, value)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best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dfs(0, 1, 0)</a:t>
            </a:r>
          </a:p>
        </p:txBody>
      </p:sp>
      <p:sp>
        <p:nvSpPr>
          <p:cNvPr id="6" name="">
            <a:extLst xmlns:a="http://schemas.openxmlformats.org/drawingml/2006/main">
              <a:ext uri="{FF2B5EF4-FFF2-40B4-BE49-F238E27FC236}">
                <a16:creationId xmlns:a16="http://schemas.microsoft.com/office/drawing/2014/main" id="{C29B7B5B-6BB1-4BC6-AEA7-AB9E859417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3E9F06E3-DD11-4C64-9986-5E16C85AAB93}"/>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301E95-2817-47BC-848A-35CA76DD33B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 재귀 공간 O(n).</a:t>
            </a:r>
          </a:p>
        </p:txBody>
      </p:sp>
      <p:sp>
        <p:nvSpPr>
          <p:cNvPr id="9" name="">
            <a:extLst xmlns:a="http://schemas.openxmlformats.org/drawingml/2006/main">
              <a:ext uri="{FF2B5EF4-FFF2-40B4-BE49-F238E27FC236}">
                <a16:creationId xmlns:a16="http://schemas.microsoft.com/office/drawing/2014/main" id="{674929F4-9905-4EEC-A526-629914F4C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3C44C0B-625D-4F20-8350-4993CD3E07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2DD327C-817D-4EE2-9194-1225C4B06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p14:creationId xmlns:p14="http://schemas.microsoft.com/office/powerpoint/2010/main" val="3042691220"/>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CB2D37-7EFE-4341-8380-390B895126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8EFEB5C-F6C3-4685-9CA3-FC7947AD5A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C 구현 예시</a:t>
            </a:r>
          </a:p>
        </p:txBody>
      </p:sp>
      <p:sp>
        <p:nvSpPr>
          <p:cNvPr id="3" name="">
            <a:extLst xmlns:a="http://schemas.openxmlformats.org/drawingml/2006/main">
              <a:ext uri="{FF2B5EF4-FFF2-40B4-BE49-F238E27FC236}">
                <a16:creationId xmlns:a16="http://schemas.microsoft.com/office/drawing/2014/main" id="{A98F8B7F-79A6-4A4E-BC88-50806F3DA1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011E1D44-7859-44FD-9B57-A2004AA68B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1C765C-12F0-4C85-B2AD-1A10602CC0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tsp_visit(const int d[][8], int n, int depth, int last,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 int cost, int *best)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if(depth==n)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total=cost+d[last][0];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if(total&lt;*best) *best=total;</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next=1;next&lt;n;next++) if(!used[next])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used[next]=1;</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tsp_visit(d,n,depth+1,next,used,cost+d[last][next],best);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tsp_min(const int dist[][8], int 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used[8]={1}, best=INT_MAX;</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tsp_visit(dist,n,1,0,used,0,&amp;best);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43A19AB-F204-4CA5-8409-56656C3897C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F2DE99C9-F038-4EE4-87F7-F417677B34E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E42612-ADAC-47CF-8DA0-D74970872F3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 재귀 공간 O(n).</a:t>
            </a:r>
          </a:p>
        </p:txBody>
      </p:sp>
      <p:sp>
        <p:nvSpPr>
          <p:cNvPr id="9" name="">
            <a:extLst xmlns:a="http://schemas.openxmlformats.org/drawingml/2006/main">
              <a:ext uri="{FF2B5EF4-FFF2-40B4-BE49-F238E27FC236}">
                <a16:creationId xmlns:a16="http://schemas.microsoft.com/office/drawing/2014/main" id="{67569A80-D094-4C67-920F-26E8E54E8393}"/>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AF3B2F5-079E-45C1-8946-B3945E3E89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ACF2C3-E2BE-4089-B993-195BBDDAD71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8226727-C11B-452E-8B77-241F2F3E2F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225562668"/>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0B68DE-1709-443F-904B-BF4750D657C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1436D7E-06A7-4386-96B3-64AAC65A67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단답형</a:t>
            </a:r>
          </a:p>
        </p:txBody>
      </p:sp>
      <p:sp>
        <p:nvSpPr>
          <p:cNvPr id="3" name="">
            <a:extLst xmlns:a="http://schemas.openxmlformats.org/drawingml/2006/main">
              <a:ext uri="{FF2B5EF4-FFF2-40B4-BE49-F238E27FC236}">
                <a16:creationId xmlns:a16="http://schemas.microsoft.com/office/drawing/2014/main" id="{3D8F11B5-5824-4CC4-9616-18F274355C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E0CC429-DAD3-4C5B-BFC6-AB51925598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83B421-90E1-42DF-914B-8AA7B9B8DB0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388AB96B-2838-4E74-842A-C802646F05E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F978573-49BD-46DD-BFB1-25531C9447A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DA0395-2985-4F2C-89F7-7D3D972F930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13917F-1FB5-4661-9350-C222F445DFB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4314518-BF28-47E4-ADAA-3548540858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B557394-FD2B-48B3-BF1D-6CBE1E9E263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0229D9-0B40-4AA9-B25C-3B5A196EB5B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p14:creationId xmlns:p14="http://schemas.microsoft.com/office/powerpoint/2010/main" val="66626504"/>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42936A-98C3-4581-A122-9863D150FD0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D317624-DD3E-49F7-8E63-AAD04712D09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정답 및 해설</a:t>
            </a:r>
          </a:p>
        </p:txBody>
      </p:sp>
      <p:sp>
        <p:nvSpPr>
          <p:cNvPr id="3" name="">
            <a:extLst xmlns:a="http://schemas.openxmlformats.org/drawingml/2006/main">
              <a:ext uri="{FF2B5EF4-FFF2-40B4-BE49-F238E27FC236}">
                <a16:creationId xmlns:a16="http://schemas.microsoft.com/office/drawing/2014/main" id="{278252D2-411C-4C2E-AC7A-BAD22E90B9D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0BF01-4E16-49FC-A492-EBB04969DC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C0BAE0-360C-4929-B5B8-CBC14FD8F04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2EA6EBF9-7929-40A8-A40E-219DE24B30ED}"/>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2배</a:t>
            </a:r>
          </a:p>
        </p:txBody>
      </p:sp>
      <p:sp>
        <p:nvSpPr>
          <p:cNvPr id="7" name="">
            <a:extLst xmlns:a="http://schemas.openxmlformats.org/drawingml/2006/main">
              <a:ext uri="{FF2B5EF4-FFF2-40B4-BE49-F238E27FC236}">
                <a16:creationId xmlns:a16="http://schemas.microsoft.com/office/drawing/2014/main" id="{71D584A8-D5BE-4AC2-85A6-6386FE503F96}"/>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B63B6A1-69A0-4B3D-AFFE-6A26BF74BE49}"/>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B5BF6D-95CF-409C-98EF-3D856870C3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 반복되어 2ⁿ이 된다.</a:t>
            </a:r>
          </a:p>
        </p:txBody>
      </p:sp>
      <p:sp>
        <p:nvSpPr>
          <p:cNvPr id="10" name="">
            <a:extLst xmlns:a="http://schemas.openxmlformats.org/drawingml/2006/main">
              <a:ext uri="{FF2B5EF4-FFF2-40B4-BE49-F238E27FC236}">
                <a16:creationId xmlns:a16="http://schemas.microsoft.com/office/drawing/2014/main" id="{8CC94EC8-A919-4CCA-AC43-C45897817F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CFBD89-EE47-49C8-BDF8-25814E6E2E4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38A711D-74B1-47F2-A817-7F6862E201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p14:creationId xmlns:p14="http://schemas.microsoft.com/office/powerpoint/2010/main" val="2382867990"/>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05CCAD-BA4E-44CA-9802-7107C60CB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3B005E0-4B75-4A9B-8690-82E29EE14A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단답형</a:t>
            </a:r>
          </a:p>
        </p:txBody>
      </p:sp>
      <p:sp>
        <p:nvSpPr>
          <p:cNvPr id="3" name="">
            <a:extLst xmlns:a="http://schemas.openxmlformats.org/drawingml/2006/main">
              <a:ext uri="{FF2B5EF4-FFF2-40B4-BE49-F238E27FC236}">
                <a16:creationId xmlns:a16="http://schemas.microsoft.com/office/drawing/2014/main" id="{37B23649-C17D-4F62-B46C-9580A121A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2C54D7-136B-407C-A12D-0D41CD8959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489BF-5CB5-43DA-BFD4-C7ECAA116910}"/>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후보를 최대 1,048,576개 검사할 수 있다. 부분집합 후보가 2ⁿ개이면 가능한 n의 최댓값은 얼마인가?</a:t>
            </a:r>
          </a:p>
        </p:txBody>
      </p:sp>
      <p:sp>
        <p:nvSpPr>
          <p:cNvPr id="6" name="">
            <a:extLst xmlns:a="http://schemas.openxmlformats.org/drawingml/2006/main">
              <a:ext uri="{FF2B5EF4-FFF2-40B4-BE49-F238E27FC236}">
                <a16:creationId xmlns:a16="http://schemas.microsoft.com/office/drawing/2014/main" id="{642D27AE-4FB3-4E01-A7BF-3BFEA1510D9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09C1C0E-DF93-4514-9936-1A9958845C6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DFFF03-3692-475F-BAB0-19C377FA471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AE0905-953A-4DFA-97B3-2E4E3C9F193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71EB0A-3067-403D-A76B-F07692A008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B9C6D4-02CA-46D0-8353-40DB5EDE9D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10D8556-3222-4297-9F61-A71F3C4E08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p14:creationId xmlns:p14="http://schemas.microsoft.com/office/powerpoint/2010/main" val="2781284350"/>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37B287-F37D-4955-833D-E0C5EF99211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E86F608-588A-4B3C-BC1E-93F6F3CBCB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정답 및 해설</a:t>
            </a:r>
          </a:p>
        </p:txBody>
      </p:sp>
      <p:sp>
        <p:nvSpPr>
          <p:cNvPr id="3" name="">
            <a:extLst xmlns:a="http://schemas.openxmlformats.org/drawingml/2006/main">
              <a:ext uri="{FF2B5EF4-FFF2-40B4-BE49-F238E27FC236}">
                <a16:creationId xmlns:a16="http://schemas.microsoft.com/office/drawing/2014/main" id="{A3C63FAE-DA5F-4294-B7B8-90B41F0AC38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F952789-2DF8-4EF3-B76B-D608F46A8A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B0BACA-E8FD-47C1-89CA-E3430E44FA5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후보를 최대 1,048,576개 검사할 수 있다. 부분집합 후보가 2ⁿ개이면 가능한 n의 최댓값은 얼마인가?</a:t>
            </a:r>
          </a:p>
        </p:txBody>
      </p:sp>
      <p:sp>
        <p:nvSpPr>
          <p:cNvPr id="6" name="">
            <a:extLst xmlns:a="http://schemas.openxmlformats.org/drawingml/2006/main">
              <a:ext uri="{FF2B5EF4-FFF2-40B4-BE49-F238E27FC236}">
                <a16:creationId xmlns:a16="http://schemas.microsoft.com/office/drawing/2014/main" id="{7FA10D5F-3388-46CE-8BFC-F0A362650C25}"/>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20</a:t>
            </a:r>
          </a:p>
        </p:txBody>
      </p:sp>
      <p:sp>
        <p:nvSpPr>
          <p:cNvPr id="7" name="">
            <a:extLst xmlns:a="http://schemas.openxmlformats.org/drawingml/2006/main">
              <a:ext uri="{FF2B5EF4-FFF2-40B4-BE49-F238E27FC236}">
                <a16:creationId xmlns:a16="http://schemas.microsoft.com/office/drawing/2014/main" id="{5A8E036A-CFC4-4DCF-80E6-0CCAAA7001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9C200-B8A6-4953-9F7A-69E35AD30C68}"/>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0A1E505-C944-4946-9BE1-006300B1643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2²⁰=1,048,576이고 2²¹은 그 두 배이다. 실제 제한은 후보당 처리 비용에도 좌우된다.</a:t>
            </a:r>
          </a:p>
        </p:txBody>
      </p:sp>
      <p:sp>
        <p:nvSpPr>
          <p:cNvPr id="10" name="">
            <a:extLst xmlns:a="http://schemas.openxmlformats.org/drawingml/2006/main">
              <a:ext uri="{FF2B5EF4-FFF2-40B4-BE49-F238E27FC236}">
                <a16:creationId xmlns:a16="http://schemas.microsoft.com/office/drawing/2014/main" id="{C06246E5-C088-4E2A-809D-82E90A2D5E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69C5A6-6D3E-4BF1-BDB3-4E64ED0CDF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815D5C-B36A-4D6B-AB4A-401F9F2384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p14:creationId xmlns:p14="http://schemas.microsoft.com/office/powerpoint/2010/main" val="799606957"/>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CB9A876-B6CD-4278-8786-F9FFDD553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4E7DAD47-51EB-40F7-B72D-6ECDF5BC16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단답형</a:t>
            </a:r>
          </a:p>
        </p:txBody>
      </p:sp>
      <p:sp>
        <p:nvSpPr>
          <p:cNvPr id="3" name="">
            <a:extLst xmlns:a="http://schemas.openxmlformats.org/drawingml/2006/main">
              <a:ext uri="{FF2B5EF4-FFF2-40B4-BE49-F238E27FC236}">
                <a16:creationId xmlns:a16="http://schemas.microsoft.com/office/drawing/2014/main" id="{63B56C79-0619-4EBE-B265-EBF7375C84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B062BB6-CEA0-44C8-AA91-ADFDD4D7D5F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7BC529-745E-4ECE-B126-F9619E41E11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후보를 최대 1,000만 개 검사할 수 있다. 전체 순열 후보가 n!개이면 가능한 n의 최댓값은 얼마인가?</a:t>
            </a:r>
          </a:p>
        </p:txBody>
      </p:sp>
      <p:sp>
        <p:nvSpPr>
          <p:cNvPr id="6" name="">
            <a:extLst xmlns:a="http://schemas.openxmlformats.org/drawingml/2006/main">
              <a:ext uri="{FF2B5EF4-FFF2-40B4-BE49-F238E27FC236}">
                <a16:creationId xmlns:a16="http://schemas.microsoft.com/office/drawing/2014/main" id="{991BFC6E-02BF-4262-9CD1-C4F52F38ACC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5A42467-FAC0-47A5-8557-224671149DC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B691655-B7EE-4B49-8537-F5EF0157DA4C}"/>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43CB41-57A2-4BDD-8C88-95D29DC28D9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EFDBF8E-922C-4A0B-B4B0-FC61C0A031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DB92C3-E12A-4BD9-A628-85D699ED40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9B02A1-31CA-4446-9DD0-B32CDA5265B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p14:creationId xmlns:p14="http://schemas.microsoft.com/office/powerpoint/2010/main" val="974889135"/>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2213EE-AF49-4EF5-BF7C-FA4866E56F0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647F354-E0F8-464B-A6F3-A3997532FA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정답 및 해설</a:t>
            </a:r>
          </a:p>
        </p:txBody>
      </p:sp>
      <p:sp>
        <p:nvSpPr>
          <p:cNvPr id="3" name="">
            <a:extLst xmlns:a="http://schemas.openxmlformats.org/drawingml/2006/main">
              <a:ext uri="{FF2B5EF4-FFF2-40B4-BE49-F238E27FC236}">
                <a16:creationId xmlns:a16="http://schemas.microsoft.com/office/drawing/2014/main" id="{AB9343C4-CEB6-494E-9C72-BDF6408E7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A2AE2C0-574D-44FA-A4B6-28D9E8196C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88E9FC-8A95-4334-9BAE-10C2C9B9A65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후보를 최대 1,000만 개 검사할 수 있다. 전체 순열 후보가 n!개이면 가능한 n의 최댓값은 얼마인가?</a:t>
            </a:r>
          </a:p>
        </p:txBody>
      </p:sp>
      <p:sp>
        <p:nvSpPr>
          <p:cNvPr id="6" name="">
            <a:extLst xmlns:a="http://schemas.openxmlformats.org/drawingml/2006/main">
              <a:ext uri="{FF2B5EF4-FFF2-40B4-BE49-F238E27FC236}">
                <a16:creationId xmlns:a16="http://schemas.microsoft.com/office/drawing/2014/main" id="{FF97E5D2-C5EB-43D9-9F98-CAE25FA2CC3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a:t>
            </a:r>
          </a:p>
        </p:txBody>
      </p:sp>
      <p:sp>
        <p:nvSpPr>
          <p:cNvPr id="7" name="">
            <a:extLst xmlns:a="http://schemas.openxmlformats.org/drawingml/2006/main">
              <a:ext uri="{FF2B5EF4-FFF2-40B4-BE49-F238E27FC236}">
                <a16:creationId xmlns:a16="http://schemas.microsoft.com/office/drawing/2014/main" id="{B570F7F5-BFCE-491C-8017-4E848DB84E2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BE26B5-8FA0-4D3F-9769-939A7AE6B6D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7BD335-481B-455D-91DF-2F741AC8801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10!=3,628,800은 제한 이하이고 11!=39,916,800은 제한을 넘는다.</a:t>
            </a:r>
          </a:p>
        </p:txBody>
      </p:sp>
      <p:sp>
        <p:nvSpPr>
          <p:cNvPr id="10" name="">
            <a:extLst xmlns:a="http://schemas.openxmlformats.org/drawingml/2006/main">
              <a:ext uri="{FF2B5EF4-FFF2-40B4-BE49-F238E27FC236}">
                <a16:creationId xmlns:a16="http://schemas.microsoft.com/office/drawing/2014/main" id="{14203FE7-8599-4FEF-9861-3FCC4AC43F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C8CC4B-51D3-41F2-ACB0-FA1A6DA4BD0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3C83A88-0974-4801-8E8F-0BA0C1815D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p14:creationId xmlns:p14="http://schemas.microsoft.com/office/powerpoint/2010/main" val="146390366"/>
      </p:ext>
    </p:extLst>
  </p:cSld>
</p:sld>
</file>

<file path=ppt/slides/slide1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E1F9A3-3A08-444C-AA22-1BB4B1BDB8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39C0FD07-85FC-442A-ABE9-46A9216CF8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단답형</a:t>
            </a:r>
          </a:p>
        </p:txBody>
      </p:sp>
      <p:sp>
        <p:nvSpPr>
          <p:cNvPr id="3" name="">
            <a:extLst xmlns:a="http://schemas.openxmlformats.org/drawingml/2006/main">
              <a:ext uri="{FF2B5EF4-FFF2-40B4-BE49-F238E27FC236}">
                <a16:creationId xmlns:a16="http://schemas.microsoft.com/office/drawing/2014/main" id="{CEE79C8F-AA06-4D97-92EE-D037E5751B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14647BD-9334-41C8-B6E1-8400A4C89C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6C69D0-EEB6-43F7-811A-03E09B1E86A4}"/>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컴퓨터가 2배 빨라지면 같은 시간 안에 검사할 수 있는 부분집합 문제의 원소 수 n은 얼마나 늘어나는가?</a:t>
            </a:r>
          </a:p>
        </p:txBody>
      </p:sp>
      <p:sp>
        <p:nvSpPr>
          <p:cNvPr id="6" name="">
            <a:extLst xmlns:a="http://schemas.openxmlformats.org/drawingml/2006/main">
              <a:ext uri="{FF2B5EF4-FFF2-40B4-BE49-F238E27FC236}">
                <a16:creationId xmlns:a16="http://schemas.microsoft.com/office/drawing/2014/main" id="{3CAC3141-41EE-4F6B-A898-C76C8B7D02E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11BEEF4C-272C-48FF-87C9-41AE9ED95CD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9361BD-D2B6-4204-B41A-620E1CFDAEE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9062F9-E8EC-4F14-A48E-8B9866DBF30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7CAF1B-AC64-4BEA-9E55-B982F387B0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D8B1F-79CA-4E2F-B5FE-C2E406C1C6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3F3F5C8-B242-47FD-ACAC-F9D1FD5DC6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p14:creationId xmlns:p14="http://schemas.microsoft.com/office/powerpoint/2010/main" val="1135206711"/>
      </p:ext>
    </p:extLst>
  </p:cSld>
</p:sld>
</file>

<file path=ppt/slides/slide1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450E75-736D-4EFF-8A13-514F27CF60A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C3723996-7CB6-4517-9E2E-8AB03B1EA9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정답 및 해설</a:t>
            </a:r>
          </a:p>
        </p:txBody>
      </p:sp>
      <p:sp>
        <p:nvSpPr>
          <p:cNvPr id="3" name="">
            <a:extLst xmlns:a="http://schemas.openxmlformats.org/drawingml/2006/main">
              <a:ext uri="{FF2B5EF4-FFF2-40B4-BE49-F238E27FC236}">
                <a16:creationId xmlns:a16="http://schemas.microsoft.com/office/drawing/2014/main" id="{56E54457-8458-4252-911D-A71AD91E47A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C09C986-A144-436A-91D1-2C772869A75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BEB873-4DCD-48BD-8446-B20C8C74D7E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컴퓨터가 2배 빨라지면 같은 시간 안에 검사할 수 있는 부분집합 문제의 원소 수 n은 얼마나 늘어나는가?</a:t>
            </a:r>
          </a:p>
        </p:txBody>
      </p:sp>
      <p:sp>
        <p:nvSpPr>
          <p:cNvPr id="6" name="">
            <a:extLst xmlns:a="http://schemas.openxmlformats.org/drawingml/2006/main">
              <a:ext uri="{FF2B5EF4-FFF2-40B4-BE49-F238E27FC236}">
                <a16:creationId xmlns:a16="http://schemas.microsoft.com/office/drawing/2014/main" id="{986C499D-1025-465A-93B9-71919BDCF57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1개</a:t>
            </a:r>
          </a:p>
        </p:txBody>
      </p:sp>
      <p:sp>
        <p:nvSpPr>
          <p:cNvPr id="7" name="">
            <a:extLst xmlns:a="http://schemas.openxmlformats.org/drawingml/2006/main">
              <a:ext uri="{FF2B5EF4-FFF2-40B4-BE49-F238E27FC236}">
                <a16:creationId xmlns:a16="http://schemas.microsoft.com/office/drawing/2014/main" id="{699F8724-8EC8-4F88-B6EA-A19156D53B3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63F91B-FEF3-4D20-B9C1-A5910AC826AE}"/>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434A71-5537-414F-AF99-075C578BEEC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2ⁿ⁺¹=2×2ⁿ이므로 같은 후보당 비용에서 원소를 하나 더 처리한다. 하드웨어 속도 향상만으로 지수 증가를 없앨 수는 없다.</a:t>
            </a:r>
          </a:p>
        </p:txBody>
      </p:sp>
      <p:sp>
        <p:nvSpPr>
          <p:cNvPr id="10" name="">
            <a:extLst xmlns:a="http://schemas.openxmlformats.org/drawingml/2006/main">
              <a:ext uri="{FF2B5EF4-FFF2-40B4-BE49-F238E27FC236}">
                <a16:creationId xmlns:a16="http://schemas.microsoft.com/office/drawing/2014/main" id="{8FDA6983-2943-42B4-B0E3-3F2984AEB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F12B08-BCFD-4D42-AAAE-25C2CB3E93C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D014B74-AC65-4206-BF09-DDA04334CC8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p14:creationId xmlns:p14="http://schemas.microsoft.com/office/powerpoint/2010/main" val="2084488987"/>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CD17D0-F1AB-4CD0-9B2C-ADCDA486B3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11893D8E-E7E3-4F90-BB99-4A26FEB421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단답형</a:t>
            </a:r>
          </a:p>
        </p:txBody>
      </p:sp>
      <p:sp>
        <p:nvSpPr>
          <p:cNvPr id="3" name="">
            <a:extLst xmlns:a="http://schemas.openxmlformats.org/drawingml/2006/main">
              <a:ext uri="{FF2B5EF4-FFF2-40B4-BE49-F238E27FC236}">
                <a16:creationId xmlns:a16="http://schemas.microsoft.com/office/drawing/2014/main" id="{0F016A35-8169-4310-AC55-9BD0C1C6B1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57894-F8EC-415D-AA90-ED9ACFBA67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575477-C42F-450B-A9A9-D282A3A6E4C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C4FC2A96-B779-470F-9DE4-F563AB309FA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D74F523-4042-4DB8-9E27-CF3C4603770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12ED867-7F6E-4C1C-BA1E-5AFA5766394E}"/>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5291BF-45D5-418C-8D07-C62748603FE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12634C9-ADFC-4660-8C53-9933DF37D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2F5344-5258-4E4B-93C3-D56801B2D5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4D123C-CA49-4EE8-B139-32F80CA2ACC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p14:creationId xmlns:p14="http://schemas.microsoft.com/office/powerpoint/2010/main" val="286554836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0E8D3C-6D3D-468C-9D02-9AC4613703A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507A67FC-BFD1-4867-A37A-64A8A89AE0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정답 및 해설</a:t>
            </a:r>
          </a:p>
        </p:txBody>
      </p:sp>
      <p:sp>
        <p:nvSpPr>
          <p:cNvPr id="3" name="">
            <a:extLst xmlns:a="http://schemas.openxmlformats.org/drawingml/2006/main">
              <a:ext uri="{FF2B5EF4-FFF2-40B4-BE49-F238E27FC236}">
                <a16:creationId xmlns:a16="http://schemas.microsoft.com/office/drawing/2014/main" id="{72BDD9A1-01BF-4C3D-A2B8-7165226F7A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3E0A9F-8EB2-483F-B73C-F02A9F0109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690CF9-F090-4765-A318-59842007427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9673B2E-DA33-42D0-BD41-DBB837589F7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5611CB39-0C58-4F2C-AC91-E6A3D625CA9E}"/>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4AFBE0F-379B-4F2E-8A56-A88779B10734}"/>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BFA5F2-31E5-4060-8559-6B8CFF1B51F3}"/>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DDF79A66-68FE-4594-9F38-1D3D2D267C6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4D3E98-10A5-49E3-82AF-B5C560B098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F35019-B436-4F31-818D-C4808A25B2F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040462380"/>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16EC12-8F00-454D-B131-B92A30E6FC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8228D7D-5F45-4738-8C9E-FDCC58B32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단답형</a:t>
            </a:r>
          </a:p>
        </p:txBody>
      </p:sp>
      <p:sp>
        <p:nvSpPr>
          <p:cNvPr id="3" name="">
            <a:extLst xmlns:a="http://schemas.openxmlformats.org/drawingml/2006/main">
              <a:ext uri="{FF2B5EF4-FFF2-40B4-BE49-F238E27FC236}">
                <a16:creationId xmlns:a16="http://schemas.microsoft.com/office/drawing/2014/main" id="{74457CBF-F655-4118-B4E3-6631DF3690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621C28-E287-4007-813C-44153339A8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F5E67-6EE5-44E3-942C-51FE9D2A48A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B8B9C1D3-F741-4F7B-8E25-F637BD424FD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E032B8C-1FD2-4960-8BE1-0795161A6B4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488534-230E-460B-9248-877F7362F6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328FD0-27D2-4AB6-86E4-7FF2942020F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203820-C267-4FBB-8F72-F57CC97AAB8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9A1EB8-2CFB-434D-84AB-446FF07032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CFCFA8-9D22-472C-A097-1DCF1EFAD19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3210978862"/>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5CB90C-1E8E-40A6-9A0F-6F8494C436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71A196B-DD51-4106-BEA2-A8B8037E94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정답 및 해설</a:t>
            </a:r>
          </a:p>
        </p:txBody>
      </p:sp>
      <p:sp>
        <p:nvSpPr>
          <p:cNvPr id="3" name="">
            <a:extLst xmlns:a="http://schemas.openxmlformats.org/drawingml/2006/main">
              <a:ext uri="{FF2B5EF4-FFF2-40B4-BE49-F238E27FC236}">
                <a16:creationId xmlns:a16="http://schemas.microsoft.com/office/drawing/2014/main" id="{4C60BE8B-8FFA-412C-B1DD-7B0D2D28620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7D9154-81CA-4EB1-8EF0-60B9C39FB1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979F0B-7FED-4951-8226-BFCFD5049AB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044706C0-3617-4F22-9EC8-20EB97995C8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분할 정복</a:t>
            </a:r>
          </a:p>
        </p:txBody>
      </p:sp>
      <p:sp>
        <p:nvSpPr>
          <p:cNvPr id="7" name="">
            <a:extLst xmlns:a="http://schemas.openxmlformats.org/drawingml/2006/main">
              <a:ext uri="{FF2B5EF4-FFF2-40B4-BE49-F238E27FC236}">
                <a16:creationId xmlns:a16="http://schemas.microsoft.com/office/drawing/2014/main" id="{243E4960-6370-425B-B3B2-B58F9ED5DF25}"/>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19A601-0612-462B-8D27-59CD7ABCA8C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FD3209-D58E-4E82-BCDD-63A8E48DADC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분할하고 작은 문제를 해결한 뒤 결합한다.</a:t>
            </a:r>
          </a:p>
        </p:txBody>
      </p:sp>
      <p:sp>
        <p:nvSpPr>
          <p:cNvPr id="10" name="">
            <a:extLst xmlns:a="http://schemas.openxmlformats.org/drawingml/2006/main">
              <a:ext uri="{FF2B5EF4-FFF2-40B4-BE49-F238E27FC236}">
                <a16:creationId xmlns:a16="http://schemas.microsoft.com/office/drawing/2014/main" id="{22D3AF5E-8B16-4433-9ADE-D5D27D59E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E2C1B21-C893-476D-8FFB-54CD3538C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9E23B1-D3D7-4081-991A-057BBE8789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p14:creationId xmlns:p14="http://schemas.microsoft.com/office/powerpoint/2010/main" val="1242465416"/>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03A46D-2642-4F1A-B5DF-40DBD8B717C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8361D79C-3C3E-407A-8D79-1069919F46E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단답형</a:t>
            </a:r>
          </a:p>
        </p:txBody>
      </p:sp>
      <p:sp>
        <p:nvSpPr>
          <p:cNvPr id="3" name="">
            <a:extLst xmlns:a="http://schemas.openxmlformats.org/drawingml/2006/main">
              <a:ext uri="{FF2B5EF4-FFF2-40B4-BE49-F238E27FC236}">
                <a16:creationId xmlns:a16="http://schemas.microsoft.com/office/drawing/2014/main" id="{852C3896-3738-4013-BCB5-B41636383E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A5AA83-4FDD-4994-B03B-E644DC3C0EA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34FCED-2991-40E5-ACFB-2C660C4C351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F(n)=F(n−1)+F(n−2)를 그대로 재귀 계산할 때와 메모이제이션할 때의 시간 복잡도 상한을 각각 쓰시오.</a:t>
            </a:r>
          </a:p>
        </p:txBody>
      </p:sp>
      <p:sp>
        <p:nvSpPr>
          <p:cNvPr id="6" name="">
            <a:extLst xmlns:a="http://schemas.openxmlformats.org/drawingml/2006/main">
              <a:ext uri="{FF2B5EF4-FFF2-40B4-BE49-F238E27FC236}">
                <a16:creationId xmlns:a16="http://schemas.microsoft.com/office/drawing/2014/main" id="{8D32B0BA-F14F-46C8-975F-6170C24FCD9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61897BF-49D6-423B-BDA3-07753977FBE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2AC55A-48E7-4088-9705-D93244EED52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4F1260B-55C6-47CD-AB17-4C5EFC0B1C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E290A6-2DA4-45AF-8E79-F1604F294F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DB39F0-96F7-4736-94F0-062BB9C4E91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616E0D8-FC7A-46DB-88B3-32D385EE2C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p14:creationId xmlns:p14="http://schemas.microsoft.com/office/powerpoint/2010/main" val="3452328582"/>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B44ED33-757D-42CC-979B-27D40495C96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7F77AF4D-0214-4D6B-A82C-41D8FD3F9E3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정답 및 해설</a:t>
            </a:r>
          </a:p>
        </p:txBody>
      </p:sp>
      <p:sp>
        <p:nvSpPr>
          <p:cNvPr id="3" name="">
            <a:extLst xmlns:a="http://schemas.openxmlformats.org/drawingml/2006/main">
              <a:ext uri="{FF2B5EF4-FFF2-40B4-BE49-F238E27FC236}">
                <a16:creationId xmlns:a16="http://schemas.microsoft.com/office/drawing/2014/main" id="{7390CE8E-8629-480F-A10A-4EA4DC5836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14BCD9B-091B-4F1F-A731-A59C103DF4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6DDAE5-B256-45AC-AD1C-80A171D91ECE}"/>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F(n)=F(n−1)+F(n−2)를 그대로 재귀 계산할 때와 메모이제이션할 때의 시간 복잡도 상한을 각각 쓰시오.</a:t>
            </a:r>
          </a:p>
        </p:txBody>
      </p:sp>
      <p:sp>
        <p:nvSpPr>
          <p:cNvPr id="6" name="">
            <a:extLst xmlns:a="http://schemas.openxmlformats.org/drawingml/2006/main">
              <a:ext uri="{FF2B5EF4-FFF2-40B4-BE49-F238E27FC236}">
                <a16:creationId xmlns:a16="http://schemas.microsoft.com/office/drawing/2014/main" id="{967C2E1B-0853-4AE7-9843-3D7943DD17D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단순 재귀 O(2ⁿ), 메모이제이션 O(n)</a:t>
            </a:r>
          </a:p>
        </p:txBody>
      </p:sp>
      <p:sp>
        <p:nvSpPr>
          <p:cNvPr id="7" name="">
            <a:extLst xmlns:a="http://schemas.openxmlformats.org/drawingml/2006/main">
              <a:ext uri="{FF2B5EF4-FFF2-40B4-BE49-F238E27FC236}">
                <a16:creationId xmlns:a16="http://schemas.microsoft.com/office/drawing/2014/main" id="{AF079986-5311-42A0-A82A-9F04D7685A73}"/>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54DB14A-68D9-4D9E-AFC8-1E1E0F207A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8EFBD7-CC1A-43C5-A9B4-42E16DC28EB1}"/>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덧셈을 상수 시간으로 가정한다. 메모이제이션은 각 F(k)를 한 번만 계산한다.</a:t>
            </a:r>
          </a:p>
        </p:txBody>
      </p:sp>
      <p:sp>
        <p:nvSpPr>
          <p:cNvPr id="10" name="">
            <a:extLst xmlns:a="http://schemas.openxmlformats.org/drawingml/2006/main">
              <a:ext uri="{FF2B5EF4-FFF2-40B4-BE49-F238E27FC236}">
                <a16:creationId xmlns:a16="http://schemas.microsoft.com/office/drawing/2014/main" id="{A7564AFD-29E3-4571-A6C8-04449E01F3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C6F833-157D-49C2-AB0F-5FBF2386EAD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8C08ED-C3D4-4401-B058-D6D6BE0AA4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p14:creationId xmlns:p14="http://schemas.microsoft.com/office/powerpoint/2010/main" val="2633311848"/>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2F5EDC-CCC0-4488-AC14-B34673A1F19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E9A6BA70-A17A-4701-8C00-D8C5AE8019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단답형</a:t>
            </a:r>
          </a:p>
        </p:txBody>
      </p:sp>
      <p:sp>
        <p:nvSpPr>
          <p:cNvPr id="3" name="">
            <a:extLst xmlns:a="http://schemas.openxmlformats.org/drawingml/2006/main">
              <a:ext uri="{FF2B5EF4-FFF2-40B4-BE49-F238E27FC236}">
                <a16:creationId xmlns:a16="http://schemas.microsoft.com/office/drawing/2014/main" id="{C6821B06-F1EC-4C4C-AAF4-1C5BB47FF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2EBA358-A157-41C3-A65D-183C54B68D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17B849-9173-4E10-855B-B416640C76B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C4A93FEB-26EE-4072-9BFC-8E87D12F42E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B85AE4F-A750-4A3B-802F-981ED9BCC2F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C29D39-B040-4837-9758-204328A96C7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9B2C012-7B59-453A-8346-8BB58700AB0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F80022-D3F6-48E5-8E59-208DC3F66CD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0BF2E1-CF8E-4797-8CE5-11E4C7840F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E64366-8E54-48C6-A3BC-C17B0A24D8C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412666397"/>
      </p:ext>
    </p:extLst>
  </p:cSld>
</p:sld>
</file>

<file path=ppt/slides/slide2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C94DD8-6C4D-4590-B129-B4CCDB8606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69E389AD-FF02-42C2-8827-03CCD58B9A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정답 및 해설</a:t>
            </a:r>
          </a:p>
        </p:txBody>
      </p:sp>
      <p:sp>
        <p:nvSpPr>
          <p:cNvPr id="3" name="">
            <a:extLst xmlns:a="http://schemas.openxmlformats.org/drawingml/2006/main">
              <a:ext uri="{FF2B5EF4-FFF2-40B4-BE49-F238E27FC236}">
                <a16:creationId xmlns:a16="http://schemas.microsoft.com/office/drawing/2014/main" id="{5D9017E6-620D-43C1-AB37-823B46B67AA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CEF99B69-ED64-4BF9-9138-94DAEDD66D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484183-0669-400E-BB29-D919BA566DB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F2CB217E-E133-483A-A073-3092F3E7C47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부분 문제의 답을 저장하여 같은 계산에 재사용한다.</a:t>
            </a:r>
          </a:p>
        </p:txBody>
      </p:sp>
      <p:sp>
        <p:nvSpPr>
          <p:cNvPr id="7" name="">
            <a:extLst xmlns:a="http://schemas.openxmlformats.org/drawingml/2006/main">
              <a:ext uri="{FF2B5EF4-FFF2-40B4-BE49-F238E27FC236}">
                <a16:creationId xmlns:a16="http://schemas.microsoft.com/office/drawing/2014/main" id="{297D1EAB-E197-484A-BFB2-0430FB623E6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A98583-43FB-4869-B5A8-8EAB5339A3D1}"/>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75B928-17F4-4ECB-A5F7-7C59C17783F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상향식 테이블 채우기 또는 하향식 메모이제이션으로 구현할 수 있다.</a:t>
            </a:r>
          </a:p>
        </p:txBody>
      </p:sp>
      <p:sp>
        <p:nvSpPr>
          <p:cNvPr id="10" name="">
            <a:extLst xmlns:a="http://schemas.openxmlformats.org/drawingml/2006/main">
              <a:ext uri="{FF2B5EF4-FFF2-40B4-BE49-F238E27FC236}">
                <a16:creationId xmlns:a16="http://schemas.microsoft.com/office/drawing/2014/main" id="{838F8A3A-BA4D-42D0-96CF-E58A5D67D3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86B0AD-0406-46C2-AEAC-0AA7060E95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A4748C6-E6B2-4195-B85F-2B29864B97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Tree>
    <p:extLst>
      <p:ext uri="{BB962C8B-B14F-4D97-AF65-F5344CB8AC3E}">
        <p14:creationId xmlns:p14="http://schemas.microsoft.com/office/powerpoint/2010/main" val="1253229097"/>
      </p:ext>
    </p:extLst>
  </p:cSld>
</p:sld>
</file>

<file path=ppt/slides/slide2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BB738F-D9D7-4020-9FA9-048B001D9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69BFFEDC-491A-4494-B441-8AEC0A931C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단답형</a:t>
            </a:r>
          </a:p>
        </p:txBody>
      </p:sp>
      <p:sp>
        <p:nvSpPr>
          <p:cNvPr id="3" name="">
            <a:extLst xmlns:a="http://schemas.openxmlformats.org/drawingml/2006/main">
              <a:ext uri="{FF2B5EF4-FFF2-40B4-BE49-F238E27FC236}">
                <a16:creationId xmlns:a16="http://schemas.microsoft.com/office/drawing/2014/main" id="{6A643A8B-C5FA-407E-9C28-889E3CC57B0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C34B694-97CF-4A8B-B7A4-96BC961E48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6A0F42-94BE-4C0E-B73D-D5E75DEDD42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D47DF3C4-A7D5-49E1-A733-7E4CFC564AA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686B02F-015C-438B-BA3B-AFDD409E562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3877B0-316A-4B4E-B1DC-603A9DEE9C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3C7B0E-67CE-48E0-89D1-52D1DAEDCF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173A4A-326C-4FFC-86E2-BDDC7C8AD1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39E65B-7FF3-4A32-92D9-1D86B9A85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5E18FE-A8AE-4608-816C-8C11D33DE79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Tree>
    <p:extLst>
      <p:ext uri="{BB962C8B-B14F-4D97-AF65-F5344CB8AC3E}">
        <p14:creationId xmlns:p14="http://schemas.microsoft.com/office/powerpoint/2010/main" val="3924538529"/>
      </p:ext>
    </p:extLst>
  </p:cSld>
</p:sld>
</file>

<file path=ppt/slides/slide2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8458B4-D049-4B89-BB4B-500FAB84B8D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E3FDC361-77A1-454C-B1DC-640DC757E4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정답 및 해설</a:t>
            </a:r>
          </a:p>
        </p:txBody>
      </p:sp>
      <p:sp>
        <p:nvSpPr>
          <p:cNvPr id="3" name="">
            <a:extLst xmlns:a="http://schemas.openxmlformats.org/drawingml/2006/main">
              <a:ext uri="{FF2B5EF4-FFF2-40B4-BE49-F238E27FC236}">
                <a16:creationId xmlns:a16="http://schemas.microsoft.com/office/drawing/2014/main" id="{F32C17F6-F26B-4532-B9E4-D4A92E7DEE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B84F32-5A24-4BD9-BB2F-F2F5953825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A0E128-A17B-496D-A8C2-497DD1A6A3C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A8BA9937-1EF9-4CA1-8A7D-85C27A87DF7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1,000,000번</a:t>
            </a:r>
          </a:p>
        </p:txBody>
      </p:sp>
      <p:sp>
        <p:nvSpPr>
          <p:cNvPr id="7" name="">
            <a:extLst xmlns:a="http://schemas.openxmlformats.org/drawingml/2006/main">
              <a:ext uri="{FF2B5EF4-FFF2-40B4-BE49-F238E27FC236}">
                <a16:creationId xmlns:a16="http://schemas.microsoft.com/office/drawing/2014/main" id="{A28AFD27-34BC-4CEC-B270-58CF44FDF972}"/>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47F959-53AD-4238-8FFA-378413FAD61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762527-698E-4890-B581-EC585FFC243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100×100×100=1,000,000이다.</a:t>
            </a:r>
          </a:p>
        </p:txBody>
      </p:sp>
      <p:sp>
        <p:nvSpPr>
          <p:cNvPr id="10" name="">
            <a:extLst xmlns:a="http://schemas.openxmlformats.org/drawingml/2006/main">
              <a:ext uri="{FF2B5EF4-FFF2-40B4-BE49-F238E27FC236}">
                <a16:creationId xmlns:a16="http://schemas.microsoft.com/office/drawing/2014/main" id="{DF86C5E3-E035-4FC7-94C5-267FCE4D16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FDB33F-4940-44E7-9FED-D0A4A78FF1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F6C380-12B1-4873-87ED-18887D16F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Tree>
    <p:extLst>
      <p:ext uri="{BB962C8B-B14F-4D97-AF65-F5344CB8AC3E}">
        <p14:creationId xmlns:p14="http://schemas.microsoft.com/office/powerpoint/2010/main" val="3451217861"/>
      </p:ext>
    </p:extLst>
  </p:cSld>
</p:sld>
</file>

<file path=ppt/slides/slide2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959D1E-C89D-4062-B38B-5A45EF3C95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8B55E6C-7B2E-4E83-918D-005D56DE3D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단답형</a:t>
            </a:r>
          </a:p>
        </p:txBody>
      </p:sp>
      <p:sp>
        <p:nvSpPr>
          <p:cNvPr id="3" name="">
            <a:extLst xmlns:a="http://schemas.openxmlformats.org/drawingml/2006/main">
              <a:ext uri="{FF2B5EF4-FFF2-40B4-BE49-F238E27FC236}">
                <a16:creationId xmlns:a16="http://schemas.microsoft.com/office/drawing/2014/main" id="{A1335B38-0593-4960-A4C9-E3BED2621A0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3D1676-C695-473D-8B5F-F300758EF8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F87DD6-467F-4B82-BD24-0B4337AD253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22D60936-5721-4401-A068-4424AFD72F3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813B8351-3F1F-4D62-AFA1-96AC36DBA598}"/>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E3D9E4-1982-4B18-807C-9BE488A42F04}"/>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CEB40A-4FDA-4C8F-B53A-78D211EDD2F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F2BA243-8AF2-4054-BBBC-79FB4334294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872A71-D341-4AC5-B10B-F933CED3AF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EA8438-CA3C-435C-AEEE-2A0CAE1881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Tree>
    <p:extLst>
      <p:ext uri="{BB962C8B-B14F-4D97-AF65-F5344CB8AC3E}">
        <p14:creationId xmlns:p14="http://schemas.microsoft.com/office/powerpoint/2010/main" val="2877937266"/>
      </p:ext>
    </p:extLst>
  </p:cSld>
</p:sld>
</file>

<file path=ppt/slides/slide2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43A948-E50E-44CC-89F1-26BFECA3947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20AA9E2C-D9B5-415B-8264-6AC6C8828A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정답 및 해설</a:t>
            </a:r>
          </a:p>
        </p:txBody>
      </p:sp>
      <p:sp>
        <p:nvSpPr>
          <p:cNvPr id="3" name="">
            <a:extLst xmlns:a="http://schemas.openxmlformats.org/drawingml/2006/main">
              <a:ext uri="{FF2B5EF4-FFF2-40B4-BE49-F238E27FC236}">
                <a16:creationId xmlns:a16="http://schemas.microsoft.com/office/drawing/2014/main" id="{C5E3DAD7-378E-466D-82C7-A84AC5AD7A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55393AD-C83B-4FA1-996D-3EEBC5381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39B3D8-1428-48F2-9177-08BA1FD0A14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55313F44-E282-42E7-B8B0-840BC23500DE}"/>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단일 반복, 중첩 반복, 조합 생성, 순열 생성, 비트마스크</a:t>
            </a:r>
          </a:p>
        </p:txBody>
      </p:sp>
      <p:sp>
        <p:nvSpPr>
          <p:cNvPr id="7" name="">
            <a:extLst xmlns:a="http://schemas.openxmlformats.org/drawingml/2006/main">
              <a:ext uri="{FF2B5EF4-FFF2-40B4-BE49-F238E27FC236}">
                <a16:creationId xmlns:a16="http://schemas.microsoft.com/office/drawing/2014/main" id="{5A85719A-67E4-4359-A81A-FC44B5601A70}"/>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EC73117-4A6B-449A-A7C6-BEEF8064327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B23A4F-046E-436F-8069-BB00FB68A76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Python과 C 모두 같은 탐색 원리를 구현할 수 있다.</a:t>
            </a:r>
          </a:p>
        </p:txBody>
      </p:sp>
      <p:sp>
        <p:nvSpPr>
          <p:cNvPr id="10" name="">
            <a:extLst xmlns:a="http://schemas.openxmlformats.org/drawingml/2006/main">
              <a:ext uri="{FF2B5EF4-FFF2-40B4-BE49-F238E27FC236}">
                <a16:creationId xmlns:a16="http://schemas.microsoft.com/office/drawing/2014/main" id="{B0FE04CA-5288-4670-9F31-116E417651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B2767A-8EFE-4E77-9E75-90E3AC4CA4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3AA862D-D8A8-459F-8B30-54320B87C8D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Tree>
    <p:extLst>
      <p:ext uri="{BB962C8B-B14F-4D97-AF65-F5344CB8AC3E}">
        <p14:creationId xmlns:p14="http://schemas.microsoft.com/office/powerpoint/2010/main" val="3197614372"/>
      </p:ext>
    </p:extLst>
  </p:cSld>
</p:sld>
</file>

<file path=ppt/slides/slide2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0F601AA-5270-497D-95F3-3B5A904BE5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1EBD23C-DDFC-40CD-82B1-1055F78124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알고리즘 작성</a:t>
            </a:r>
          </a:p>
        </p:txBody>
      </p:sp>
      <p:sp>
        <p:nvSpPr>
          <p:cNvPr id="3" name="">
            <a:extLst xmlns:a="http://schemas.openxmlformats.org/drawingml/2006/main">
              <a:ext uri="{FF2B5EF4-FFF2-40B4-BE49-F238E27FC236}">
                <a16:creationId xmlns:a16="http://schemas.microsoft.com/office/drawing/2014/main" id="{6C072B04-4FF8-4818-A83A-2BADF7A9AB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CFB06C2-E212-499E-88DE-FCE00CADAA4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6709C-CD36-4F95-A195-B2166E43DB64}"/>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물건별 weights, values와 용량 capacity가 주어진다. 각 물건을 최대 한 번 골라 총 무게가 용량 이하인 최대 가치를 구하시오. 0≤n≤16, 무게·가치는 1~100, 0≤capacity≤300이다. 비트마스크로 모든 선택을 검사한다.</a:t>
            </a:r>
          </a:p>
        </p:txBody>
      </p:sp>
      <p:sp>
        <p:nvSpPr>
          <p:cNvPr id="6" name="">
            <a:extLst xmlns:a="http://schemas.openxmlformats.org/drawingml/2006/main">
              <a:ext uri="{FF2B5EF4-FFF2-40B4-BE49-F238E27FC236}">
                <a16:creationId xmlns:a16="http://schemas.microsoft.com/office/drawing/2014/main" id="{76D19179-A0EA-490E-8616-E74FAA813CA5}"/>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C35DC1-D5B5-44A8-B725-4E2DEC498D1C}"/>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knapsack([4,6,3,5], [5,8,3,6], 10)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13</a:t>
            </a:r>
          </a:p>
        </p:txBody>
      </p:sp>
      <p:sp>
        <p:nvSpPr>
          <p:cNvPr id="8" name="">
            <a:extLst xmlns:a="http://schemas.openxmlformats.org/drawingml/2006/main">
              <a:ext uri="{FF2B5EF4-FFF2-40B4-BE49-F238E27FC236}">
                <a16:creationId xmlns:a16="http://schemas.microsoft.com/office/drawing/2014/main" id="{9A63EE0C-E815-42F4-B90D-40B3048F521A}"/>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33056F-F64A-4444-A100-9EECC92AEC68}"/>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52275A8C-BAA2-4724-86B9-CEB49D8F907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02DC9C88-C756-4CFE-9B20-E492B8609704}"/>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가치</a:t>
            </a:r>
          </a:p>
        </p:txBody>
      </p:sp>
      <p:sp>
        <p:nvSpPr>
          <p:cNvPr id="12" name="">
            <a:extLst xmlns:a="http://schemas.openxmlformats.org/drawingml/2006/main">
              <a:ext uri="{FF2B5EF4-FFF2-40B4-BE49-F238E27FC236}">
                <a16:creationId xmlns:a16="http://schemas.microsoft.com/office/drawing/2014/main" id="{A3B115DB-2C34-4412-A859-EBE051F089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01C994B-1088-4EE5-B581-11224729828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A4AC243-A307-4359-AAE1-CAC89C492C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Tree>
    <p:extLst>
      <p:ext uri="{BB962C8B-B14F-4D97-AF65-F5344CB8AC3E}">
        <p14:creationId xmlns:p14="http://schemas.microsoft.com/office/powerpoint/2010/main" val="2567496899"/>
      </p:ext>
    </p:extLst>
  </p:cSld>
</p:sld>
</file>

<file path=ppt/slides/slide2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2664544-C2CB-488E-9B3F-F11C09D436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33B8CAC3-4E58-47C3-B8D5-79823081ED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Python 구현 예시</a:t>
            </a:r>
          </a:p>
        </p:txBody>
      </p:sp>
      <p:sp>
        <p:nvSpPr>
          <p:cNvPr id="3" name="">
            <a:extLst xmlns:a="http://schemas.openxmlformats.org/drawingml/2006/main">
              <a:ext uri="{FF2B5EF4-FFF2-40B4-BE49-F238E27FC236}">
                <a16:creationId xmlns:a16="http://schemas.microsoft.com/office/drawing/2014/main" id="{7BFB9692-37E0-4DE1-9A43-A9FBAD4F5C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EE93030-9DBF-4BDB-9B8F-32AF476C34D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E10F60-BD6E-4084-BCEE-986BFB4FA46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knapsack(weights, values, capacity):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value = 0,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 weights[j]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value += values[j]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weight &lt;= capacity and value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value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FEE17173-8F86-4272-A4FC-DE64D579F0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p:txBody>
      </p:sp>
      <p:sp>
        <p:nvSpPr>
          <p:cNvPr id="7" name="">
            <a:extLst xmlns:a="http://schemas.openxmlformats.org/drawingml/2006/main">
              <a:ext uri="{FF2B5EF4-FFF2-40B4-BE49-F238E27FC236}">
                <a16:creationId xmlns:a16="http://schemas.microsoft.com/office/drawing/2014/main" id="{2A6633F7-246F-4E12-A211-A2CA82AC2175}"/>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413385B-AE3D-4F47-90B8-1A3D655F742B}"/>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 추가 공간 O(1).</a:t>
            </a:r>
          </a:p>
        </p:txBody>
      </p:sp>
      <p:sp>
        <p:nvSpPr>
          <p:cNvPr id="9" name="">
            <a:extLst xmlns:a="http://schemas.openxmlformats.org/drawingml/2006/main">
              <a:ext uri="{FF2B5EF4-FFF2-40B4-BE49-F238E27FC236}">
                <a16:creationId xmlns:a16="http://schemas.microsoft.com/office/drawing/2014/main" id="{239692E3-D7AD-49C6-888C-1E2A39F56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CB84529-70C8-40A0-954B-C39987A1E80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AAC5611-C5DF-4881-8A81-95C9BC30C8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Tree>
    <p:extLst>
      <p:ext uri="{BB962C8B-B14F-4D97-AF65-F5344CB8AC3E}">
        <p14:creationId xmlns:p14="http://schemas.microsoft.com/office/powerpoint/2010/main" val="4045821131"/>
      </p:ext>
    </p:extLst>
  </p:cSld>
</p:sld>
</file>

<file path=ppt/slides/slide2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E5BA8F-ACC3-421C-8245-B060F252D14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5A820138-3DE5-4254-9A64-1BFA397A2BC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C 구현 예시</a:t>
            </a:r>
          </a:p>
        </p:txBody>
      </p:sp>
      <p:sp>
        <p:nvSpPr>
          <p:cNvPr id="3" name="">
            <a:extLst xmlns:a="http://schemas.openxmlformats.org/drawingml/2006/main">
              <a:ext uri="{FF2B5EF4-FFF2-40B4-BE49-F238E27FC236}">
                <a16:creationId xmlns:a16="http://schemas.microsoft.com/office/drawing/2014/main" id="{3CCF0D1C-5C8A-4F4B-966C-6AFE9A1AF24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0BB30735-88B4-44D0-99AE-47FA5DBB214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083AD3-49EE-47AD-81B3-AE1BD8E2E2E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knapsack(const int weights[], const int values[], int n, int capacity)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best=0;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for(unsigned mask=0;mask&lt;(1u&lt;&lt;n);mask++)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weight=0, value=0;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for(int j=0;j&lt;n;j++) if(mask &amp; (1u&lt;&lt;j)) {weight+=weights[j]; value+=values[j];}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if(weight&lt;=capacity &amp;&amp; value&gt;best) best=value;</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3ADF885-05AA-4AC7-AB7C-987E1922FAC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8</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AAA42A4-2DCE-49D5-A166-A1FAA35DFEB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5D782A-813E-4DFC-B6D0-2D8A3E09DC72}"/>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 추가 공간 O(1).</a:t>
            </a:r>
          </a:p>
        </p:txBody>
      </p:sp>
      <p:sp>
        <p:nvSpPr>
          <p:cNvPr id="9" name="">
            <a:extLst xmlns:a="http://schemas.openxmlformats.org/drawingml/2006/main">
              <a:ext uri="{FF2B5EF4-FFF2-40B4-BE49-F238E27FC236}">
                <a16:creationId xmlns:a16="http://schemas.microsoft.com/office/drawing/2014/main" id="{7A3046F2-D9E2-4CC8-9CF6-383950695862}"/>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5CE4945-7ACB-4391-B321-3B2D7FFCF58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D8B5EF-7B75-445E-9AAE-F2ABAAD13B8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8C2844-9494-4F9A-BEC1-FCA0A63649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Tree>
    <p:extLst>
      <p:ext uri="{BB962C8B-B14F-4D97-AF65-F5344CB8AC3E}">
        <p14:creationId xmlns:p14="http://schemas.microsoft.com/office/powerpoint/2010/main" val="113448987"/>
      </p:ext>
    </p:extLst>
  </p:cSld>
</p:sld>
</file>

<file path=ppt/slides/slide2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A18E9E-32FA-4D8D-BA1D-183CD5B80C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731017D9-D676-4BF8-90A5-32FB365850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단답형</a:t>
            </a:r>
          </a:p>
        </p:txBody>
      </p:sp>
      <p:sp>
        <p:nvSpPr>
          <p:cNvPr id="3" name="">
            <a:extLst xmlns:a="http://schemas.openxmlformats.org/drawingml/2006/main">
              <a:ext uri="{FF2B5EF4-FFF2-40B4-BE49-F238E27FC236}">
                <a16:creationId xmlns:a16="http://schemas.microsoft.com/office/drawing/2014/main" id="{4FA18FF8-9F51-4D78-9CAE-70040909DA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78F39A7-6E9B-4118-B6D7-924B4983F73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F709CF-0402-405A-A2D0-28B78BB4C56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8B9DD0E1-AB76-436C-B853-9095C0171A9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B746627-510E-44B9-BE7F-63CA9DCC8A5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E30F76-B6C7-4A72-80A6-84AC2456F42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A28AD-CD8F-4844-A197-4BE9736B6B9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5325DF-51FC-410D-81B4-F413CF2A38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D766F03-8B33-4276-AD6C-E609C077D67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363A41-547D-47AE-BB26-A76C63ACC2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Tree>
    <p:extLst>
      <p:ext uri="{BB962C8B-B14F-4D97-AF65-F5344CB8AC3E}">
        <p14:creationId xmlns:p14="http://schemas.microsoft.com/office/powerpoint/2010/main" val="3751239084"/>
      </p:ext>
    </p:extLst>
  </p:cSld>
</p:sld>
</file>

<file path=ppt/slides/slide2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8B3FDC-39FA-474B-8C45-85082224BAC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44D73477-F3E1-428F-BCCB-1BBCC8622C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정답 및 해설</a:t>
            </a:r>
          </a:p>
        </p:txBody>
      </p:sp>
      <p:sp>
        <p:nvSpPr>
          <p:cNvPr id="3" name="">
            <a:extLst xmlns:a="http://schemas.openxmlformats.org/drawingml/2006/main">
              <a:ext uri="{FF2B5EF4-FFF2-40B4-BE49-F238E27FC236}">
                <a16:creationId xmlns:a16="http://schemas.microsoft.com/office/drawing/2014/main" id="{E3EA4558-9ECA-457D-AE7B-14206F1254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9FBEC74-2D50-48CE-8BBF-5D76E569C7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12BF70-F588-4BC3-BD60-69864DA0E0A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256DD314-9D1D-4AE8-958C-322E1A08329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앞에서 읽으나 뒤에서 읽으나 같은 문자열</a:t>
            </a:r>
          </a:p>
        </p:txBody>
      </p:sp>
      <p:sp>
        <p:nvSpPr>
          <p:cNvPr id="7" name="">
            <a:extLst xmlns:a="http://schemas.openxmlformats.org/drawingml/2006/main">
              <a:ext uri="{FF2B5EF4-FFF2-40B4-BE49-F238E27FC236}">
                <a16:creationId xmlns:a16="http://schemas.microsoft.com/office/drawing/2014/main" id="{30593E20-AFBA-4D82-AE47-961ADAA7E92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90EEB85-1019-4470-AFBF-4776D29275B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AE48AE-10D3-4DBD-8785-A41A60114282}"/>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level과 noon이 예이다. 양 끝의 문자를 차례로 비교하여 확인할 수 있다.</a:t>
            </a:r>
          </a:p>
        </p:txBody>
      </p:sp>
      <p:sp>
        <p:nvSpPr>
          <p:cNvPr id="10" name="">
            <a:extLst xmlns:a="http://schemas.openxmlformats.org/drawingml/2006/main">
              <a:ext uri="{FF2B5EF4-FFF2-40B4-BE49-F238E27FC236}">
                <a16:creationId xmlns:a16="http://schemas.microsoft.com/office/drawing/2014/main" id="{26952B13-7F22-44A2-8A4D-E3EC1EEA35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401CBE-FA18-49F3-8281-06EA7738776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60CC5E9-AE10-4899-8604-824FA5439C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Tree>
    <p:extLst>
      <p:ext uri="{BB962C8B-B14F-4D97-AF65-F5344CB8AC3E}">
        <p14:creationId xmlns:p14="http://schemas.microsoft.com/office/powerpoint/2010/main" val="70472228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2026-09-19T08:51:12.2500000Z</dcterms:created>
  <dcterms:modified xsi:type="dcterms:W3CDTF">2026-09-19T08:51:12.2500000Z</dcterms:modified>
</coreProperties>
</file>