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charts/chart1.xml" ContentType="application/vnd.openxmlformats-officedocument.drawingml.chart+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xlsx" ContentType="application/vnd.openxmlformats-officedocument.spreadsheetml.sheet"/>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0"/>
  </p:notesMasterIdLst>
  <p:sldIdLst>
    <p:sldId id="256" r:id="rId2"/>
    <p:sldId id="394" r:id="rId3"/>
    <p:sldId id="258" r:id="rId4"/>
    <p:sldId id="259" r:id="rId5"/>
    <p:sldId id="260" r:id="rId6"/>
    <p:sldId id="261" r:id="rId7"/>
    <p:sldId id="455" r:id="rId8"/>
    <p:sldId id="320" r:id="rId9"/>
    <p:sldId id="345" r:id="rId10"/>
    <p:sldId id="346" r:id="rId11"/>
    <p:sldId id="347" r:id="rId12"/>
    <p:sldId id="348" r:id="rId13"/>
    <p:sldId id="349" r:id="rId14"/>
    <p:sldId id="350" r:id="rId15"/>
    <p:sldId id="351" r:id="rId16"/>
    <p:sldId id="352" r:id="rId17"/>
    <p:sldId id="353" r:id="rId18"/>
    <p:sldId id="354" r:id="rId19"/>
    <p:sldId id="454" r:id="rId20"/>
    <p:sldId id="355" r:id="rId21"/>
    <p:sldId id="356" r:id="rId22"/>
    <p:sldId id="357" r:id="rId23"/>
    <p:sldId id="358" r:id="rId24"/>
    <p:sldId id="453" r:id="rId25"/>
    <p:sldId id="359" r:id="rId26"/>
    <p:sldId id="360" r:id="rId27"/>
    <p:sldId id="361" r:id="rId28"/>
    <p:sldId id="362" r:id="rId29"/>
    <p:sldId id="363" r:id="rId30"/>
    <p:sldId id="364" r:id="rId31"/>
    <p:sldId id="365" r:id="rId32"/>
    <p:sldId id="366" r:id="rId33"/>
    <p:sldId id="367" r:id="rId34"/>
    <p:sldId id="368" r:id="rId35"/>
    <p:sldId id="369" r:id="rId36"/>
    <p:sldId id="370" r:id="rId37"/>
    <p:sldId id="323" r:id="rId38"/>
    <p:sldId id="324" r:id="rId39"/>
    <p:sldId id="325" r:id="rId40"/>
    <p:sldId id="262" r:id="rId41"/>
    <p:sldId id="263" r:id="rId42"/>
    <p:sldId id="264" r:id="rId43"/>
    <p:sldId id="265" r:id="rId44"/>
    <p:sldId id="266" r:id="rId45"/>
    <p:sldId id="267" r:id="rId46"/>
    <p:sldId id="268" r:id="rId47"/>
    <p:sldId id="269" r:id="rId48"/>
    <p:sldId id="270" r:id="rId49"/>
    <p:sldId id="271" r:id="rId50"/>
    <p:sldId id="326" r:id="rId51"/>
    <p:sldId id="327" r:id="rId52"/>
    <p:sldId id="452" r:id="rId53"/>
    <p:sldId id="372" r:id="rId54"/>
    <p:sldId id="373" r:id="rId55"/>
    <p:sldId id="374" r:id="rId56"/>
    <p:sldId id="375" r:id="rId57"/>
    <p:sldId id="330" r:id="rId58"/>
    <p:sldId id="451" r:id="rId59"/>
    <p:sldId id="331" r:id="rId60"/>
    <p:sldId id="332" r:id="rId61"/>
    <p:sldId id="333" r:id="rId62"/>
    <p:sldId id="334" r:id="rId63"/>
    <p:sldId id="335" r:id="rId64"/>
    <p:sldId id="450" r:id="rId65"/>
    <p:sldId id="371" r:id="rId66"/>
    <p:sldId id="376" r:id="rId67"/>
    <p:sldId id="377" r:id="rId68"/>
    <p:sldId id="378" r:id="rId69"/>
    <p:sldId id="379" r:id="rId70"/>
    <p:sldId id="380" r:id="rId71"/>
    <p:sldId id="381" r:id="rId72"/>
    <p:sldId id="382" r:id="rId73"/>
    <p:sldId id="383" r:id="rId74"/>
    <p:sldId id="384" r:id="rId75"/>
    <p:sldId id="385" r:id="rId76"/>
    <p:sldId id="386" r:id="rId77"/>
    <p:sldId id="387" r:id="rId78"/>
    <p:sldId id="388" r:id="rId79"/>
    <p:sldId id="389" r:id="rId80"/>
    <p:sldId id="390" r:id="rId81"/>
    <p:sldId id="391" r:id="rId82"/>
    <p:sldId id="392" r:id="rId83"/>
    <p:sldId id="338" r:id="rId84"/>
    <p:sldId id="339" r:id="rId85"/>
    <p:sldId id="340" r:id="rId86"/>
    <p:sldId id="341" r:id="rId87"/>
    <p:sldId id="342" r:id="rId88"/>
    <p:sldId id="343" r:id="rId89"/>
    <p:sldId id="344" r:id="rId90"/>
    <p:sldId id="272" r:id="rId91"/>
    <p:sldId id="447" r:id="rId92"/>
    <p:sldId id="448" r:id="rId93"/>
    <p:sldId id="449" r:id="rId94"/>
    <p:sldId id="395" r:id="rId95"/>
    <p:sldId id="257" r:id="rId96"/>
    <p:sldId id="396" r:id="rId97"/>
    <p:sldId id="397" r:id="rId98"/>
    <p:sldId id="398" r:id="rId99"/>
    <p:sldId id="399" r:id="rId100"/>
    <p:sldId id="400" r:id="rId101"/>
    <p:sldId id="401" r:id="rId102"/>
    <p:sldId id="402" r:id="rId103"/>
    <p:sldId id="403" r:id="rId104"/>
    <p:sldId id="404" r:id="rId105"/>
    <p:sldId id="405" r:id="rId106"/>
    <p:sldId id="406" r:id="rId107"/>
    <p:sldId id="407" r:id="rId108"/>
    <p:sldId id="408" r:id="rId109"/>
    <p:sldId id="409" r:id="rId110"/>
    <p:sldId id="410" r:id="rId111"/>
    <p:sldId id="273" r:id="rId112"/>
    <p:sldId id="274" r:id="rId113"/>
    <p:sldId id="275" r:id="rId114"/>
    <p:sldId id="276" r:id="rId115"/>
    <p:sldId id="277" r:id="rId116"/>
    <p:sldId id="278" r:id="rId117"/>
    <p:sldId id="279" r:id="rId118"/>
    <p:sldId id="280" r:id="rId119"/>
    <p:sldId id="281" r:id="rId120"/>
    <p:sldId id="411" r:id="rId121"/>
    <p:sldId id="412" r:id="rId122"/>
    <p:sldId id="413" r:id="rId123"/>
    <p:sldId id="414" r:id="rId124"/>
    <p:sldId id="415" r:id="rId125"/>
    <p:sldId id="416" r:id="rId126"/>
    <p:sldId id="417" r:id="rId127"/>
    <p:sldId id="418" r:id="rId128"/>
    <p:sldId id="419" r:id="rId129"/>
    <p:sldId id="420" r:id="rId130"/>
    <p:sldId id="421" r:id="rId131"/>
    <p:sldId id="422" r:id="rId132"/>
    <p:sldId id="423" r:id="rId133"/>
    <p:sldId id="424" r:id="rId134"/>
    <p:sldId id="425" r:id="rId135"/>
    <p:sldId id="426" r:id="rId136"/>
    <p:sldId id="427" r:id="rId137"/>
    <p:sldId id="428" r:id="rId138"/>
    <p:sldId id="429" r:id="rId139"/>
    <p:sldId id="430" r:id="rId140"/>
    <p:sldId id="302" r:id="rId141"/>
    <p:sldId id="303" r:id="rId142"/>
    <p:sldId id="304" r:id="rId143"/>
    <p:sldId id="305" r:id="rId144"/>
    <p:sldId id="306" r:id="rId145"/>
    <p:sldId id="307" r:id="rId146"/>
    <p:sldId id="308" r:id="rId147"/>
    <p:sldId id="309" r:id="rId148"/>
    <p:sldId id="310" r:id="rId149"/>
    <p:sldId id="446" r:id="rId150"/>
    <p:sldId id="311" r:id="rId151"/>
    <p:sldId id="312" r:id="rId152"/>
    <p:sldId id="431" r:id="rId153"/>
    <p:sldId id="432" r:id="rId154"/>
    <p:sldId id="433" r:id="rId155"/>
    <p:sldId id="434" r:id="rId156"/>
    <p:sldId id="435" r:id="rId157"/>
    <p:sldId id="436" r:id="rId158"/>
    <p:sldId id="437" r:id="rId159"/>
    <p:sldId id="438" r:id="rId160"/>
    <p:sldId id="321" r:id="rId161"/>
    <p:sldId id="322" r:id="rId162"/>
    <p:sldId id="439" r:id="rId163"/>
    <p:sldId id="440" r:id="rId164"/>
    <p:sldId id="441" r:id="rId165"/>
    <p:sldId id="442" r:id="rId166"/>
    <p:sldId id="443" r:id="rId167"/>
    <p:sldId id="328" r:id="rId168"/>
    <p:sldId id="445" r:id="rId169"/>
    <p:sldId id="329" r:id="rId170"/>
    <p:sldId id="444" r:id="rId171"/>
    <p:sldId id="282" r:id="rId172"/>
    <p:sldId id="283" r:id="rId173"/>
    <p:sldId id="284" r:id="rId174"/>
    <p:sldId id="285" r:id="rId175"/>
    <p:sldId id="286" r:id="rId176"/>
    <p:sldId id="287" r:id="rId177"/>
    <p:sldId id="288" r:id="rId178"/>
    <p:sldId id="289" r:id="rId179"/>
    <p:sldId id="290" r:id="rId180"/>
    <p:sldId id="291" r:id="rId181"/>
    <p:sldId id="292" r:id="rId182"/>
    <p:sldId id="293" r:id="rId183"/>
    <p:sldId id="294" r:id="rId184"/>
    <p:sldId id="295" r:id="rId185"/>
    <p:sldId id="296" r:id="rId186"/>
    <p:sldId id="297" r:id="rId187"/>
    <p:sldId id="298" r:id="rId188"/>
    <p:sldId id="299" r:id="rId189"/>
    <p:sldId id="300" r:id="rId190"/>
    <p:sldId id="301" r:id="rId191"/>
    <p:sldId id="393" r:id="rId192"/>
    <p:sldId id="313" r:id="rId193"/>
    <p:sldId id="314" r:id="rId194"/>
    <p:sldId id="315" r:id="rId195"/>
    <p:sldId id="316" r:id="rId196"/>
    <p:sldId id="317" r:id="rId197"/>
    <p:sldId id="318" r:id="rId198"/>
    <p:sldId id="319" r:id="rId199"/>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notesMaster" Target="notesMasters/notesMaster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viewProps" Target="view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s>
</file>

<file path=ppt/charts/_rels/chart1.xml.rels><Relationships xmlns="http://schemas.openxmlformats.org/package/2006/relationships"><Relationship Id="rIdChartSnapshot1" Type="http://schemas.openxmlformats.org/officeDocument/2006/relationships/package" Target="../embeddings/chart-data-snapshot-00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변동</c:v>
          </c:tx>
          <c:spPr>
            <a:solidFill>
              <a:srgbClr val="7FA4AF"/>
            </a:solidFill>
          </c:spPr>
          <c:invertIfNegative val="0"/>
          <c:dPt>
            <c:idx val="0"/>
            <c:invertIfNegative val="0"/>
            <c:bubble3D val="0"/>
            <c:extLst>
              <c:ext xmlns:c16="http://schemas.microsoft.com/office/drawing/2014/chart" uri="{C3380CC4-5D6E-409C-BE32-E72D297353CC}">
                <c16:uniqueId val="{00000001-EE19-4021-ABEA-14E0BFC93215}"/>
              </c:ext>
            </c:extLst>
          </c:dPt>
          <c:dPt>
            <c:idx val="1"/>
            <c:invertIfNegative val="0"/>
            <c:bubble3D val="0"/>
            <c:extLst>
              <c:ext xmlns:c16="http://schemas.microsoft.com/office/drawing/2014/chart" uri="{C3380CC4-5D6E-409C-BE32-E72D297353CC}">
                <c16:uniqueId val="{00000003-EE19-4021-ABEA-14E0BFC93215}"/>
              </c:ext>
            </c:extLst>
          </c:dPt>
          <c:dPt>
            <c:idx val="2"/>
            <c:invertIfNegative val="0"/>
            <c:bubble3D val="0"/>
            <c:spPr>
              <a:solidFill>
                <a:srgbClr val="ED944A"/>
              </a:solidFill>
            </c:spPr>
            <c:extLst>
              <c:ext xmlns:c16="http://schemas.microsoft.com/office/drawing/2014/chart" uri="{C3380CC4-5D6E-409C-BE32-E72D297353CC}">
                <c16:uniqueId val="{00000005-EE19-4021-ABEA-14E0BFC93215}"/>
              </c:ext>
            </c:extLst>
          </c:dPt>
          <c:dPt>
            <c:idx val="3"/>
            <c:invertIfNegative val="0"/>
            <c:bubble3D val="0"/>
            <c:spPr>
              <a:solidFill>
                <a:srgbClr val="ED944A"/>
              </a:solidFill>
            </c:spPr>
            <c:extLst>
              <c:ext xmlns:c16="http://schemas.microsoft.com/office/drawing/2014/chart" uri="{C3380CC4-5D6E-409C-BE32-E72D297353CC}">
                <c16:uniqueId val="{00000007-EE19-4021-ABEA-14E0BFC93215}"/>
              </c:ext>
            </c:extLst>
          </c:dPt>
          <c:dPt>
            <c:idx val="4"/>
            <c:invertIfNegative val="0"/>
            <c:bubble3D val="0"/>
            <c:spPr>
              <a:solidFill>
                <a:srgbClr val="ED944A"/>
              </a:solidFill>
            </c:spPr>
            <c:extLst>
              <c:ext xmlns:c16="http://schemas.microsoft.com/office/drawing/2014/chart" uri="{C3380CC4-5D6E-409C-BE32-E72D297353CC}">
                <c16:uniqueId val="{00000009-EE19-4021-ABEA-14E0BFC93215}"/>
              </c:ext>
            </c:extLst>
          </c:dPt>
          <c:dPt>
            <c:idx val="5"/>
            <c:invertIfNegative val="0"/>
            <c:bubble3D val="0"/>
            <c:extLst>
              <c:ext xmlns:c16="http://schemas.microsoft.com/office/drawing/2014/chart" uri="{C3380CC4-5D6E-409C-BE32-E72D297353CC}">
                <c16:uniqueId val="{0000000B-EE19-4021-ABEA-14E0BFC93215}"/>
              </c:ext>
            </c:extLst>
          </c:dPt>
          <c:dPt>
            <c:idx val="6"/>
            <c:invertIfNegative val="0"/>
            <c:bubble3D val="0"/>
            <c:extLst>
              <c:ext xmlns:c16="http://schemas.microsoft.com/office/drawing/2014/chart" uri="{C3380CC4-5D6E-409C-BE32-E72D297353CC}">
                <c16:uniqueId val="{0000000D-EE19-4021-ABEA-14E0BFC93215}"/>
              </c:ext>
            </c:extLst>
          </c:dPt>
          <c:dPt>
            <c:idx val="7"/>
            <c:invertIfNegative val="0"/>
            <c:bubble3D val="0"/>
            <c:extLst>
              <c:ext xmlns:c16="http://schemas.microsoft.com/office/drawing/2014/chart" uri="{C3380CC4-5D6E-409C-BE32-E72D297353CC}">
                <c16:uniqueId val="{0000000F-EE19-4021-ABEA-14E0BFC93215}"/>
              </c:ext>
            </c:extLst>
          </c:dPt>
          <c:dLbls>
            <c:spPr>
              <a:noFill/>
              <a:ln>
                <a:noFill/>
              </a:ln>
              <a:effectLst/>
            </c:spPr>
            <c:txPr>
              <a:bodyPr anchorCtr="1"/>
              <a:lstStyle/>
              <a:p>
                <a:pPr>
                  <a:defRPr sz="1575" b="1">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Data'!$A$2:$A$9</c:f>
              <c:strCache>
                <c:ptCount val="8"/>
                <c:pt idx="0">
                  <c:v>1일</c:v>
                </c:pt>
                <c:pt idx="1">
                  <c:v>2일</c:v>
                </c:pt>
                <c:pt idx="2">
                  <c:v>3일</c:v>
                </c:pt>
                <c:pt idx="3">
                  <c:v>4일</c:v>
                </c:pt>
                <c:pt idx="4">
                  <c:v>5일</c:v>
                </c:pt>
                <c:pt idx="5">
                  <c:v>6일</c:v>
                </c:pt>
                <c:pt idx="6">
                  <c:v>7일</c:v>
                </c:pt>
                <c:pt idx="7">
                  <c:v>8일</c:v>
                </c:pt>
              </c:strCache>
            </c:strRef>
          </c:cat>
          <c:val>
            <c:numRef>
              <c:f>'Chart Data'!$B$2:$B$9</c:f>
              <c:numCache>
                <c:formatCode>General</c:formatCode>
                <c:ptCount val="8"/>
                <c:pt idx="0">
                  <c:v>3</c:v>
                </c:pt>
                <c:pt idx="1">
                  <c:v>-5</c:v>
                </c:pt>
                <c:pt idx="2">
                  <c:v>12</c:v>
                </c:pt>
                <c:pt idx="3">
                  <c:v>-2</c:v>
                </c:pt>
                <c:pt idx="4">
                  <c:v>7</c:v>
                </c:pt>
                <c:pt idx="5">
                  <c:v>-9</c:v>
                </c:pt>
                <c:pt idx="6">
                  <c:v>5</c:v>
                </c:pt>
                <c:pt idx="7">
                  <c:v>1</c:v>
                </c:pt>
              </c:numCache>
            </c:numRef>
          </c:val>
          <c:extLst>
            <c:ext xmlns:c16="http://schemas.microsoft.com/office/drawing/2014/chart" uri="{C3380CC4-5D6E-409C-BE32-E72D297353CC}">
              <c16:uniqueId val="{00000010-EE19-4021-ABEA-14E0BFC93215}"/>
            </c:ext>
          </c:extLst>
        </c:ser>
        <c:dLbls>
          <c:dLblPos val="outEnd"/>
          <c:showLegendKey val="0"/>
          <c:showVal val="1"/>
          <c:showCatName val="0"/>
          <c:showSerName val="0"/>
          <c:showPercent val="0"/>
          <c:showBubbleSize val="0"/>
        </c:dLbls>
        <c:gapWidth val="52"/>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5"/>
        </c:scaling>
        <c:delete val="0"/>
        <c:axPos val="l"/>
        <c:majorGridlines>
          <c:spPr>
            <a:ln w="9525">
              <a:solidFill>
                <a:srgbClr val="D9D9D9"/>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666666"/>
                </a:solidFill>
                <a:latin typeface="Malgun Gothic"/>
                <a:ea typeface="Malgun Gothic"/>
                <a:cs typeface="Malgun Gothic"/>
              </a:defRPr>
            </a:pPr>
            <a:endParaRPr lang="ko-KR"/>
          </a:p>
        </c:txPr>
        <c:crossAx val="48650112"/>
        <c:crosses val="autoZero"/>
        <c:crossBetween val="between"/>
        <c:majorUnit val="5"/>
      </c:valAx>
      <c:spPr>
        <a:solidFill>
          <a:srgbClr val="FFFFFF"/>
        </a:solidFill>
        <a:ln w="0">
          <a:noFill/>
        </a:ln>
      </c:spPr>
    </c:plotArea>
    <c:plotVisOnly val="1"/>
    <c:dispBlanksAs val="zero"/>
    <c:showDLblsOverMax val="1"/>
  </c:chart>
  <c:spPr>
    <a:solidFill>
      <a:srgbClr val="FFFFFF"/>
    </a:solidFill>
    <a:ln w="0">
      <a:noFill/>
    </a:ln>
  </c:spPr>
  <c:externalData r:id="rIdChartSnapshot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분할 정복으로 문제를 푸는 방법을 배웁니다. 먼저 문제를 작은 부분으로 나누고, 각 부분을 풀고, 결과를 합치는 세 단계를 보겠습니다. 이 구조를 가장 먼저 확인할 예가 병합 정렬과 퀵 정렬이에요. 병합 정렬은 둘로 나눈 배열을 각각 정렬한 뒤 작은 값부터 합칩니다. 퀵 정렬은 피벗을 기준으로 값을 나누고, 피벗을 제외한 두 구간을 다시 정렬합니다. 두 정렬은 배열이 끝까지 정렬되는 과정을 직접 따라가겠습니다. 이어서 최대 구간 합과 최근접 쌍, 쿼드 트리 같은 응용을 보고, 마스터 정리로 시간 복잡도를 정리합니다. 마지막에는 색종이 만들기와 빠른 거듭제곱 예제를 풀어보겠습니다.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6555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카드 여덟 장이 섞여 있다고 생각해 볼게요. 카드에 적힌 값은 8, 3, 6, 2, 7, 1, 5, 4입니다. 우리가 만들고 싶은 결과는 1부터 8까지 작은 값부터 차례대로 놓인 배열입니다. 여기서 사용하는 방법이 병합 정렬, 영어로 머지소트예요.</a:t>
            </a:r>
          </a:p>
          <a:p>
            <a:endParaRPr/>
          </a:p>
          <a:p>
            <a:r>
              <a:t>그림의 첫 장면은 섞인 카드 묶음입니다. 큰 묶음 전체를 한꺼번에 정렬하려고 하지 않고, 우선 반으로 나눕니다. 네 장씩 나누고, 각각을 두 장씩 나누고, 마지막에는 한 장씩 남습니다. 한 장만 있는 묶음은 다른 값과 순서를 비교할 필요가 없으니까 이미 정렬된 상태라고 볼 수 있죠.</a:t>
            </a:r>
          </a:p>
          <a:p>
            <a:endParaRPr/>
          </a:p>
          <a:p>
            <a:r>
              <a:t>그 다음부터가 병합입니다. 정렬된 두 묶음을 받아서 작은 값부터 새 결과에 넣어요. 한 장과 한 장을 합쳐 두 장을 만들고, 정렬된 두 장과 두 장을 합쳐 네 장을 만들고, 마지막에는 정렬된 네 장과 네 장을 합쳐 여덟 장을 만듭니다. 작은 묶음의 정렬 결과가 다음 병합의 입력이 되는 겁니다.</a:t>
            </a:r>
          </a:p>
          <a:p>
            <a:endParaRPr/>
          </a:p>
          <a:p>
            <a:r>
              <a:t>중요한 전제는 병합할 두 입력이 각각 이미 정렬되어 있다는 것입니다. 그래야 각 줄의 맨 앞에서 아직 사용하지 않은 값 하나씩만 비교해도 다음에 넣을 가장 작은 값을 고를 수 있습니다. 그림은 이 흐름을 카드 정리로 나타낸 것이고, 이어지는 배열 그림에서는 실제 숫자와 포인터가 움직이는 순서를 전부 따라가겠습니다. 왼쪽부터 호출을 마친 뒤 오른쪽으로 돌아오는 순서도 같이 확인해 볼게요.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715184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endParaRP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endParaRP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endParaRP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나누는 단계부터 빠짐없이 보겠습니다. 맨 위에는 8, 3, 6, 2, 7, 1, 5, 4가 있습니다. 여덟 개의 가운데를 기준으로 왼쪽 네 개와 오른쪽 네 개를 나눕니다. 왼쪽은 8, 3, 6, 2이고 오른쪽은 7, 1, 5, 4입니다. 화면의 선은 어느 묶음이 어느 묶음으로 나뉘었는지 보여줍니다.</a:t>
            </a:r>
          </a:p>
          <a:p>
            <a:endParaRPr/>
          </a:p>
          <a:p>
            <a:r>
              <a:t>여기서 숫자의 크기는 아직 비교하지 않습니다. 가장 큰 8이 왼쪽에 있고 가장 작은 1이 오른쪽에 그대로 있죠. 작은 수를 왼쪽으로 옮기는 작업이 아닙니다. 현재 놓인 순서를 유지하면서 가운데 위치에서 구간만 자르는 것입니다. 그래서 나누기 직후의 두 배열은 아직 정렬되지 않았습니다.</a:t>
            </a:r>
          </a:p>
          <a:p>
            <a:endParaRPr/>
          </a:p>
          <a:p>
            <a:r>
              <a:t>코드에서는 원소 수의 절반을 mid로 잡고, 그 앞을 왼쪽 입력으로, 그 뒤를 오른쪽 입력으로 넘깁니다. Python에서는 왼쪽을 정렬하는 재귀 호출이 먼저 실행됩니다. 왼쪽 네 개도 아직 크므로 더 나눠야 합니다. 오른쪽 네 개의 호출은 왼쪽 호출이 끝나서 돌아온 다음에 실행됩니다.</a:t>
            </a:r>
          </a:p>
          <a:p>
            <a:endParaRPr/>
          </a:p>
          <a:p>
            <a:r>
              <a:t>지금 그림은 어떤 구간으로 나눌지 보여주는 전체 구조입니다. 두 가지를 구분해 주세요. 나누는 기준은 값의 크기가 아니라 가운데 위치이고, 두 재귀 호출의 실행은 동시에 일어나는 것이 아니라 왼쪽부터 차례대로 일어납니다. 다음 화면에서는 네 개짜리 구간 안쪽을 더 나눠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92884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네 개짜리 구간을 다시 반씩 나눕니다. 왼쪽의 8, 3, 6, 2는 8, 3과 6, 2가 됩니다. 오른쪽의 7, 1, 5, 4는 7, 1과 5, 4가 됩니다. 화면 아래에 두 개짜리 묶음이 네 개 생겼습니다. 위에서 내려오는 선을 따라가면 각 묶음이 어느 구간에서 나왔는지 알 수 있습니다.</a:t>
            </a:r>
          </a:p>
          <a:p>
            <a:endParaRPr/>
          </a:p>
          <a:p>
            <a:r>
              <a:t>여전히 값의 순서는 바꾸지 않았습니다. 8, 3을 나눠 얻었다고 해서 3, 8로 정렬한 것은 아니죠. 6, 2도 6이 먼저 있고, 7, 1과 5, 4도 원래 순서입니다. 병합 정렬에서 나누는 단계는 문제의 크기를 줄이는 단계입니다. 정렬은 뒤에서 두 결과를 합칠 때 일어납니다.</a:t>
            </a:r>
          </a:p>
          <a:p>
            <a:endParaRPr/>
          </a:p>
          <a:p>
            <a:r>
              <a:t>실제 호출은 맨 왼쪽의 8, 3부터 내려갑니다. 그 호출을 끝내고 나서 같은 부모 안의 6, 2를 처리합니다. 두 결과를 받은 뒤에는 왼쪽 네 개를 합칠 수 있습니다. 그때까지 오른쪽 네 개는 기다립니다. 지금 네 묶음이 같은 줄에 있다고 해서 컴퓨터가 네 묶음을 한꺼번에 처리한다고 생각하면 안 됩니다.</a:t>
            </a:r>
          </a:p>
          <a:p>
            <a:endParaRPr/>
          </a:p>
          <a:p>
            <a:r>
              <a:t>두 개짜리 구간도 아직 원소가 둘이니까 한 번 더 나눕니다. 다음 화면에서 원소 하나만 남을 때까지 내려가겠습니다. 그 뒤에는 이번에 만든 구간들이 정렬된 결과를 받아 위로 돌아오는 모습을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85918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마지막 나누기입니다. 8, 3을 8 하나와 3 하나로 나누고, 6, 2를 6 하나와 2 하나로 나눕니다. 오른쪽에서도 7 하나, 1 하나, 5 하나, 4 하나가 됩니다. 아래 줄에 한 원소짜리 배열이 여덟 개 보입니다. 처음 배열의 값이 빠지거나 새로 생긴 것은 아닙니다. 같은 여덟 값을 작은 구간으로 나눠 바라보고 있습니다.</a:t>
            </a:r>
          </a:p>
          <a:p>
            <a:endParaRPr/>
          </a:p>
          <a:p>
            <a:r>
              <a:t>원소 하나인 배열은 이미 정렬되어 있다고 봅니다. 예를 들어 8 하나만 있는 배열에는 다른 값이 없어서 앞뒤 순서를 바꿀 일이 없죠. 이것이 재귀를 멈추는 이유입니다. 코드의 길이가 1 이하이면 바로 반환한다는 조건이 이 부분에 해당합니다. 빈 배열도 정렬할 값이 없으므로 같은 조건으로 끝냅니다.</a:t>
            </a:r>
          </a:p>
          <a:p>
            <a:endParaRPr/>
          </a:p>
          <a:p>
            <a:r>
              <a:t>처음의 8, 3을 정렬하는 호출은 왼쪽에서 8 하나를 돌려받고, 오른쪽에서 3 하나를 돌려받습니다. 두 입력이 각각 정렬되어 있으니 이제 merge를 호출할 수 있습니다. 작은 3을 먼저 놓고 8을 뒤에 놓으면 두 원소가 정렬됩니다. 이 두 개짜리 결과가 다시 위쪽 호출로 돌아갑니다.</a:t>
            </a:r>
          </a:p>
          <a:p>
            <a:endParaRPr/>
          </a:p>
          <a:p>
            <a:r>
              <a:t>한 원소를 반환하는 것은 정렬된 작은 문제의 답을 만드는 과정입니다. 그 답 두 개를 받아 더 큰 답을 만드는 것이 병합이고요. 다음 화면에서 실제 병합 순서를 먼저 확인한 뒤, 첫 번째 병합부터 마지막까지 모든 값의 비교와 화살표 이동을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9150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병합은 총 일곱 번 일어납니다. 아래에는 방금 나눈 한 원소짜리 배열이 있고, 위에는 병합해서 돌아올 결과가 있습니다. 그림을 아래에서 위로 읽어 주세요. 숫자에 붙인 동그라미 1번부터 7번은 실제 Python 재귀 코드가 병합을 실행하는 순서입니다.</a:t>
            </a:r>
          </a:p>
          <a:p>
            <a:endParaRPr/>
          </a:p>
          <a:p>
            <a:r>
              <a:t>먼저 왼쪽 네 개를 끝냅니다. 1번에서 8 하나와 3 하나를 합쳐 3, 8을 만듭니다. 2번에서는 6 하나와 2 하나를 합쳐 2, 6을 만듭니다. 이제 두 결과를 다 받았으니 3번에서 3, 8과 2, 6을 합쳐 2, 3, 6, 8을 만듭니다. 왼쪽 네 개의 정렬이 여기서 끝납니다.</a:t>
            </a:r>
          </a:p>
          <a:p>
            <a:endParaRPr/>
          </a:p>
          <a:p>
            <a:r>
              <a:t>그다음 오른쪽 네 개를 처리합니다. 4번에서 7과 1을 합쳐 1, 7을 만들고, 5번에서 5와 4를 합쳐 4, 5를 만듭니다. 6번에서 이 두 결과를 합치면 1, 4, 5, 7입니다. 마지막 7번은 왼쪽 네 개의 결과와 오른쪽 네 개의 결과를 받아 전체 여덟 개를 정렬합니다.</a:t>
            </a:r>
          </a:p>
          <a:p>
            <a:endParaRPr/>
          </a:p>
          <a:p>
            <a:r>
              <a:t>아래의 병합 네 개를 전부 먼저 끝내고 위로 올라가는 순서와는 차이가 있습니다. 실제 재귀 코드는 왼쪽 호출을 끝낸 뒤 오른쪽 호출을 실행하므로, 1번과 2번 다음에 곧바로 3번이 나옵니다. 그 뒤에야 4번을 시작합니다. 그림에서 같은 줄에 있는 묶음이 동시에 실행되는 것은 아닙니다.</a:t>
            </a:r>
          </a:p>
          <a:p>
            <a:endParaRPr/>
          </a:p>
          <a:p>
            <a:r>
              <a:t>지금은 결과를 한눈에 보여주는 지도입니다. 다음부터는 이 지도에 나온 병합을 한 번도 건너뛰지 않고 차례대로 보겠습니다. 한 값이 결과에 들어갈 때마다 어느 화살표가 움직이고, 그 정렬 결과가 다음 병합의 어느 입력이 되는지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739756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병합입니다. 왼쪽 네 개 중 앞쪽의 8, 3을 한 원소씩 나눴습니다. 두 호출이 8 하나와 3 하나를 반환했으므로, 이 두 정렬된 결과를 합칠 차례입니다.</a:t>
            </a:r>
          </a:p>
          <a:p>
            <a:endParaRPr/>
          </a:p>
          <a:p>
            <a:r>
              <a:t>왼쪽 입력은 8이고 오른쪽 입력은 3입니다.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8과 오른쪽 맨 앞의 3입니다. 더 작은 3을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앞쪽 두 개입니다. 이 정렬 결과는 세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325824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3입니다. 3이 더 작으므로 오른쪽의 값을 결과 뒤에 넣었습니다. 아래 결과는 3입니다.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5333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3, 8이고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0661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병합에서 3, 8을 만들었습니다. 하지만 이것을 아직 정렬되지 않은 6, 2와 바로 합치면 안 됩니다. 왼쪽 네 개의 나머지 두 원소도 먼저 정렬해야 합니다. 6, 2를 한 원소씩 나누고, 6 하나와 2 하나를 돌려받았습니다. 이제 두 번째 병합입니다.</a:t>
            </a:r>
          </a:p>
          <a:p>
            <a:endParaRPr/>
          </a:p>
          <a:p>
            <a:r>
              <a:t>왼쪽 입력은 6이고 오른쪽 입력은 2입니다.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6과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뒤쪽 두 개입니다. 이 정렬 결과는 세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227746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6과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6이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4546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6을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2, 6이고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67754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왼쪽의 3, 8과 오른쪽의 2, 6을 합쳐 보겠습니다. 두 배열은 각각 정렬되어 있습니다. 왼쪽에서 아직 사용하지 않은 첫 값을 가리키는 인덱스를 i, 오른쪽에서 아직 사용하지 않은 첫 값을 가리키는 인덱스를 j라고 부르겠습니다. 처음에는 i와 j가 모두 0입니다.</a:t>
            </a:r>
          </a:p>
          <a:p>
            <a:endParaRPr/>
          </a:p>
          <a:p>
            <a:r>
              <a:t>첫 번째 장면에서 i가 가리키는 왼쪽 값은 3이고, j가 가리키는 오른쪽 값은 2입니다. 둘 중 작은 값은 2이니까 오른쪽의 2를 결과에 먼저 넣습니다. 오른쪽에서 값을 하나 사용했으므로 j만 한 칸 움직여요. 왼쪽의 3은 아직 쓰지 않았으니까 i를 움직이면 안 됩니다.</a:t>
            </a:r>
          </a:p>
          <a:p>
            <a:endParaRPr/>
          </a:p>
          <a:p>
            <a:r>
              <a:t>두 번째 장면을 보세요. 결과에는 2가 들어갔고, 왼쪽 포인터는 여전히 3을 가리킵니다. 오른쪽 포인터는 그 다음 값인 6을 가리키게 되었죠. 따라서 다음 비교는 3과 6입니다. 여기서는 3이 더 작으니까 다음에는 왼쪽의 3을 결과에 넣고 i만 움직입니다.</a:t>
            </a:r>
          </a:p>
          <a:p>
            <a:endParaRPr/>
          </a:p>
          <a:p>
            <a:r>
              <a:t>포인터 두 개를 항상 같이 움직이는 방식이 아닙니다. 방금 값을 가져온 줄의 포인터만 움직입니다. 이 규칙을 지켜야 아직 넣지 않은 값을 건너뛰지 않아요. 실제 코드에서는 결과에 값을 붙이는 문장 바로 다음에 그쪽 인덱스를 1 늘립니다. 이어지는 슬라이드에서 결과가 2, 3, 6, 8이 될 때까지 각 비교와 인덱스의 변화를 한 번씩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19144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입력은 원래의 8, 3과 6, 2가 아닙니다. 첫 번째 병합이 만든 3, 8과 두 번째 병합이 만든 2, 6입니다. 더 작은 두 문제의 정렬 결과가 이번 merge의 입력이 된 것입니다. 이 두 배열을 합치면 원래 왼쪽 네 원소 전체의 정렬이 끝납니다.</a:t>
            </a:r>
          </a:p>
          <a:p>
            <a:endParaRPr/>
          </a:p>
          <a:p>
            <a:r>
              <a:t>왼쪽 입력은 3, 8이고 오른쪽 입력은 2, 6입니다.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3과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왼쪽 4개 전체입니다. 이 병합이 끝나면 왼쪽 네 개가 완성되고, 그다음 오른쪽 네 개를 정렬합니다.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70938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3과 오른쪽 6입니다. 이 둘 중 더 작은 3을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5784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6입니다. 3이 더 작으므로 왼쪽의 값을 결과 뒤에 넣었습니다. 아래 결과는 2, 3입니다.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8과 오른쪽 6입니다. 이 둘 중 더 작은 6을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50611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6입니다. 6이 더 작으므로 오른쪽의 값을 결과 뒤에 넣었습니다. 아래 결과는 2, 3, 6입니다.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329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3, 8과 2, 6을 비교해서 결과에 2, 3, 6을 넣었습니다. 오른쪽에서는 2도 사용했고 6도 사용했으니까 더 가져올 값이 없습니다. 왼쪽에서는 3을 사용했고, 아직 8이 남아 있어요.</a:t>
            </a:r>
          </a:p>
          <a:p>
            <a:endParaRPr/>
          </a:p>
          <a:p>
            <a:r>
              <a:t>앞의 비교 반복문은 양쪽 모두 값이 남아 있을 때만 실행됩니다. 한쪽이 비었는데 그쪽의 값을 읽으려고 하면 배열 범위를 벗어나게 되죠. 따라서 이 상태에서는 두 값을 비교하는 반복을 끝내고, 값이 남은 쪽을 처리하는 반복으로 넘어갑니다.</a:t>
            </a:r>
          </a:p>
          <a:p>
            <a:endParaRPr/>
          </a:p>
          <a:p>
            <a:r>
              <a:t>그림에서 왼쪽의 8을 결과 맨 뒤로 옮기면 2, 3, 6, 8이 됩니다. 왜 남은 값을 다시 정렬하지 않아도 될까요? 왼쪽 배열은 처음부터 정렬되어 있었기 때문입니다. 지금은 하나만 남았지만, 여러 값이 남아 있더라도 그 값들의 순서는 이미 작은 값부터 큰 값입니다. 그 순서대로 결과에 붙이면 됩니다.</a:t>
            </a:r>
          </a:p>
          <a:p>
            <a:endParaRPr/>
          </a:p>
          <a:p>
            <a:r>
              <a:t>파이썬 코드에서는 남은 왼쪽 값을 처리하는 while문과 남은 오른쪽 값을 처리하는 while문을 따로 씁니다. 빈 쪽의 while문은 조건이 처음부터 거짓이라서 한 번도 실행되지 않습니다. 그래서 양쪽 반복문을 모두 적어도 괜찮아요. 여기서는 남은 8을 out에 붙인 다음 i를 한 칸 늘리면 이번 병합이 끝납니다. 다음 장에서 배열 칸과 인덱스로 같은 동작을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113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2, 3, 6, 8이고 작은 값부터 정렬되어 있습니다. 새 결과를 반환하면 이번 호출이 끝납니다. 왼쪽 네 개를 정렬하는 호출이 여기서 끝나고, 처음 함수로 돌아가 오른쪽 네 개의 호출을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61599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네 개를 정렬해서 2, 3, 6, 8을 반환했습니다. 이제 처음 함수의 다음 줄로 넘어가 오른쪽 네 개를 정렬합니다. 오른쪽의 7, 1, 5, 4도 같은 방식으로 나누며, 먼저 7 하나와 1 하나의 결과를 받습니다. 이것이 네 번째 병합입니다.</a:t>
            </a:r>
          </a:p>
          <a:p>
            <a:endParaRPr/>
          </a:p>
          <a:p>
            <a:r>
              <a:t>왼쪽 입력은 7이고 오른쪽 입력은 1입니다.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7과 오른쪽 맨 앞의 1입니다.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앞쪽 두 개입니다. 이 정렬 결과는 여섯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125120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1입니다. 1이 더 작으므로 오른쪽의 값을 결과 뒤에 넣었습니다. 아래 결과는 1입니다.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65444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1, 7이고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27553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오른쪽의 앞쪽 두 원소는 네 번째 병합에서 1, 7이 되었습니다. 이제 뒤쪽의 5, 4를 처리합니다. 한 원소씩 나눠 5 하나와 4 하나를 돌려받았으므로, 이 둘을 정렬된 두 원소로 합칠 수 있습니다. 오른쪽 네 개를 합치기 전에 반드시 이 결과도 준비해야 합니다.</a:t>
            </a:r>
          </a:p>
          <a:p>
            <a:endParaRPr/>
          </a:p>
          <a:p>
            <a:r>
              <a:t>왼쪽 입력은 5이고 오른쪽 입력은 4입니다.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5과 오른쪽 맨 앞의 4입니다. 더 작은 4을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뒤쪽 두 개입니다. 이 정렬 결과는 여섯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45429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5과 오른쪽의 4입니다. 4이 더 작으므로 오른쪽의 값을 결과 뒤에 넣었습니다. 아래 결과는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5이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36344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5을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4, 5이고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15895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네 개 안의 두 작은 문제가 모두 끝났습니다. 네 번째 병합에서 1, 7을 받았고, 다섯 번째 병합에서 4, 5를 받았습니다. 따라서 지금 비교할 두 배열은 1, 7과 4, 5입니다. 원래 순서인 7, 1과 5, 4를 그대로 쓰는 것이 아닙니다. 이 병합이 끝나면 오른쪽 네 개도 정렬된 결과를 반환합니다.</a:t>
            </a:r>
          </a:p>
          <a:p>
            <a:endParaRPr/>
          </a:p>
          <a:p>
            <a:r>
              <a:t>왼쪽 입력은 1, 7이고 오른쪽 입력은 4, 5입니다.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1과 오른쪽 맨 앞의 4입니다.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오른쪽 4개 전체입니다. 이 병합이 끝나면 오른쪽 네 개가 완성되고, 마지막 전체 병합의 입력으로 넘깁니다.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85797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1과 오른쪽의 4입니다. 1이 더 작으므로 왼쪽의 값을 결과 뒤에 넣었습니다. 아래 결과는 1입니다.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4입니다. 이 둘 중 더 작은 4을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434565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4입니다. 4이 더 작으므로 오른쪽의 값을 결과 뒤에 넣었습니다. 아래 결과는 1,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5입니다. 이 둘 중 더 작은 5을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09012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5입니다. 5이 더 작으므로 오른쪽의 값을 결과 뒤에 넣었습니다. 아래 결과는 1, 4, 5입니다.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13050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1, 4, 5, 7이고 작은 값부터 정렬되어 있습니다. 새 결과를 반환하면 이번 호출이 끝납니다. 오른쪽 네 개의 정렬도 끝났습니다. 처음 함수는 앞에서 받은 왼쪽 2, 3, 6, 8과 지금 받은 오른쪽 1, 4, 5, 7을 마지막 병합에 넘깁니다.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50426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endParaRP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endParaRP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endParaRP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endParaRP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endParaRP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endParaRP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endParaRP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endParaRP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endParaRP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endParaRP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endParaRP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endParaRP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endParaRP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endParaRP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endParaRP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endParaRP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endParaRP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endParaRP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endParaRP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endParaRP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endParaRP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endParaRP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endParaRP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endParaRP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endParaRP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endParaRP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endParaRP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endParaRP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endParaRP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endParaRP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endParaRP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endParaRP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endParaRPr/>
          </a:p>
          <a:p>
            <a:r>
              <a:t>오른쪽의 마지막 7을 사용하면 제이는 4가 됩니다. 오른쪽 길이도 4이므로 맨 위 while의 조건이 거짓이 되어 비교를 멈춥니다. 하지만 왼쪽에는 8이 남아 있죠. 그래서 아래에 두 번째 while이 있습니다. 아이가 왼쪽 길이보다 작은 동안, left[i]를 append로 결과 뒤에 하나 붙이고 아이를 1 늘립니다. 지금 아이는 3이므로 왼쪽의 마지막 8을 붙인 다음 4가 됩니다. 다시 조건을 확인하면 4는 길이 4보다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endParaRPr/>
          </a:p>
          <a:p>
            <a:r>
              <a:t>세 번째 while은 오른쪽에 남은 값을 붙이는 부분입니다. 이번 예에서는 제이가 이미 4이므로 처음부터 조건이 거짓이고 한 번도 실행하지 않습니다. 반대로 왼쪽이 먼저 끝나는 입력이라면 두 번째 while을 건너뛰고 이 세 번째 while에서 오른쪽 값을 하나씩 붙입니다. 예를 들어 왼쪽이 1, 2이고 오른쪽이 3, 4이면, 위의 비교에서 1과 2를 먼저 넣고 아래의 오른쪽 while에서 3과 4를 넣는 것입니다. 처음부터 한쪽이 빈 리스트여도 이 구조로 처리할 수 있습니다. 세 while의 역할을 정리하면, 첫 번째는 양쪽 값을 비교해서 작은 값을 넣고, 두 번째는 남은 왼쪽 값을 넣고, 세 번째는 남은 오른쪽 값을 넣습니다. 마지막 return은 완성된 결과를 호출한 곳으로 돌려줍니다. 원래 left와 right는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endParaRP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endParaRP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endParaRP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endParaRP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endParaRP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endParaRP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endParaRP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endParaRP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endParaRP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endParaRP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endParaRP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endParaRP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endParaRP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endParaRP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endParaRP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endParaRP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endParaRP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정렬이 왜 n 로그 n 시간이 걸리는지, 화면의 여덟 개짜리 예로 생각해 보겠습니다. 여기서 n은 원소 수이고, 시간 복잡도는 원소 수가 늘어날 때 처리량이 어떤 속도로 늘어나는지 표현하는 것입니다. 실제로 몇 초 걸린다는 뜻은 아닙니다.</a:t>
            </a:r>
          </a:p>
          <a:p>
            <a:endParaRPr/>
          </a:p>
          <a:p>
            <a:r>
              <a:t>한 개짜리 배열 둘을 합치면 두 개짜리 결과가 됩니다. 이런 병합이 네 번 있으니, 그 단계에서 결과로 옮기는 원소는 두 개씩 네 번, 총 여덟 개입니다. 다음에는 두 개짜리 배열 둘을 합쳐 네 개짜리 결과를 만듭니다. 이것이 두 번이므로 네 개씩 두 번, 역시 여덟 개입니다. 마지막에는 네 개짜리 배열 둘을 합치며 여덟 개를 한 번 처리합니다.</a:t>
            </a:r>
          </a:p>
          <a:p>
            <a:endParaRPr/>
          </a:p>
          <a:p>
            <a:r>
              <a:t>각 단계의 전체 처리량이 모두 여덟 개라는 점을 보세요. 병합 하나만 보면 크기가 달라도, 같은 단계의 병합들을 모두 합치면 전체 원소를 한 번씩 처리합니다. 그래서 n개라면 단계 하나의 처리량이 n에 비례합니다. C의 결과 복사처럼 원소를 한 번 더 옮기는 작업이 있어도, 처리량이 n에 비례한다는 사실은 같습니다.</a:t>
            </a:r>
          </a:p>
          <a:p>
            <a:endParaRPr/>
          </a:p>
          <a:p>
            <a:r>
              <a:t>그런 단계는 몇 번 있을까요? 여덟 개에서는 2개짜리, 4개짜리, 8개짜리를 만드는 세 단계입니다. 여덟은 2를 세 번 곱한 수죠. 일반적으로 두 배씩 커져 n개가 될 때까지의 단계 수가 로그 n에 비례합니다. 따라서 단계당 n만큼의 작업을 로그 n단계 하므로 전체는 n 로그 n입니다.</a:t>
            </a:r>
          </a:p>
          <a:p>
            <a:endParaRPr/>
          </a:p>
          <a:p>
            <a:r>
              <a:t>현재 코드에서는 입력이 이미 정렬되어 있어도 같은 방식으로 나누고 병합합니다. 그래서 최선, 평균, 최악 모두 n 로그 n에 비례합니다. 화면의 세타 기호는 이 증가 규모를 나타냅니다.</a:t>
            </a:r>
          </a:p>
          <a:p>
            <a:endParaRPr/>
          </a:p>
          <a:p>
            <a:r>
              <a:t>마지막 줄의 안정 정렬도 확인하겠습니다. 같은 점수인 두 학생의 기록을 점수만 보고 정렬한다고 생각해 보세요. 점수가 같을 때 원래 먼저 있던 기록을 계속 먼저 둔다면 안정적이라고 합니다. 앞의 병합 코드가 같은 값에서 왼쪽을 먼저 선택하는 이유가 이것입니다. 숫자만 보면 같아 보이지만, 숫자에 붙어 있는 다른 기록의 순서를 보존하는 의미가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endParaRP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endParaRPr/>
          </a:p>
          <a:p>
            <a:r>
              <a:t>3이 더 작으니 오른쪽의 3을 넣습니다. 오른쪽의 다음 값은 7입니다. 이제 5와 7을 비교해서 5를 넣습니다. 결과는 1, 2, 3, 5가 되고, 왼쪽의 두 원소를 모두 사용한 상태가 됩니다.</a:t>
            </a:r>
          </a:p>
          <a:p>
            <a:endParaRP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endParaRP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같은 정렬 문제를 퀵 정렬, 영어로 퀵소트로 풀어 보겠습니다. 여기서 사용할 배열은 8, 4, 6, 3, 7, 1입니다. 병합 정렬에서 사용한 여덟 값과는 다른 예제니까 화면의 입력을 먼저 확인해 주세요.</a:t>
            </a:r>
          </a:p>
          <a:p>
            <a:endParaRPr/>
          </a:p>
          <a:p>
            <a:r>
              <a:t>퀵 정렬의 피벗은 값을 나누는 비교 기준입니다. 이번 첫 호출에서는 가운데 칸의 값 6을 피벗으로 고릅니다. 그림의 가운데에 있는 6을 기준으로 6 이하인 값은 왼쪽에, 6보다 큰 값은 오른쪽에 모은다고 생각하면 됩니다. 3, 4, 1은 왼쪽에 들어갈 값이고, 7과 8은 오른쪽에 들어갈 값이죠.</a:t>
            </a:r>
          </a:p>
          <a:p>
            <a:endParaRPr/>
          </a:p>
          <a:p>
            <a:r>
              <a:t>이때 왼쪽 값들이 모두 정렬된 것은 아닙니다. 3, 4, 1은 아직 순서가 섞여 있어요. 분할 단계가 보장하는 것은 피벗보다 작은 쪽과 큰 쪽의 구분입니다. 피벗을 두 구간 사이의 자기 자리에 놓고 나면, 왼쪽 구간과 오른쪽 구간을 다시 퀵 정렬로 처리해야 합니다.</a:t>
            </a:r>
          </a:p>
          <a:p>
            <a:endParaRPr/>
          </a:p>
          <a:p>
            <a:r>
              <a:t>수업에서 사용하는 구현은 피벗 값을 먼저 맨 끝으로 옮겨 놓습니다. 그 다음 두 포인터로 나머지 구간을 검사하면서 잘못된 쪽에 있는 값을 찾아 교환합니다. 검사가 끝나면 피벗을 다시 두 구간 사이로 옮깁니다. 피벗을 끝으로 옮기는 교환과, 피벗의 최종 위치를 정하는 교환은 목적이 다릅니다. 이어지는 그림에서 첫 교환부터 모든 재귀 호출이 끝나는 순간까지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998040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정렬을 시작하겠습니다. 여기서 피벗이라는 말이 처음 나왔죠. 피벗은 값을 두 쪽으로 나눌 때 사용하는 비교 기준값입니다. 현재 배열 안에서 원소 하나를 고르고, 다른 값들을 그 값과 비교합니다. 지금 배열은 8, 4, 6, 3, 7, 1이고, 이번 기준값은 6으로 잡겠습니다. 주황색 칸의 6을 봐 주세요.</a:t>
            </a:r>
          </a:p>
          <a:p>
            <a:endParaRPr/>
          </a:p>
          <a:p>
            <a:r>
              <a:t>이번 코드의 규칙은 피벗 이하인 값은 왼쪽에 모으고, 피벗보다 큰 값은 오른쪽에 모으는 것입니다. 6을 기준으로 보면 4, 3, 1은 왼쪽에 들어가고 8, 7은 오른쪽에 들어가야 합니다. 같은 값이 나온다면 우리 코드는 왼쪽에 넣습니다. 이렇게 어느 쪽에 둘지 기준을 정하고 배열 안의 위치를 바꿉니다.</a:t>
            </a:r>
          </a:p>
          <a:p>
            <a:endParaRPr/>
          </a:p>
          <a:p>
            <a:r>
              <a:t>양쪽으로 나누는 작업이 끝나면 피벗을 두 묶음 사이에 놓습니다. 6 왼쪽에는 6 이하인 값이, 오른쪽에는 6보다 큰 값이 있도록 놓는 것입니다. 그러면 다음 정렬에서는 그 피벗을 제외하고 왼쪽 묶음과 오른쪽 묶음을 각각 정렬합니다. 왼쪽 내부의 값들도 아직 크기순으로 정리해야 하므로, 두 묶음에 같은 정렬 함수를 다시 호출합니다.</a:t>
            </a:r>
          </a:p>
          <a:p>
            <a:endParaRPr/>
          </a:p>
          <a:p>
            <a:r>
              <a:t>여기서 바로 다음 배열로 넘어가기 전에 준비 과정을 보겠습니다. 먼저 왜 6을 골랐는지 확인하고, 6과 마지막 값 1을 실제로 바꿔 보겠습니다. 그다음 두 포인터를 어디에 놓는지 보겠습니다. 피벗을 선택하는 일, 검사하는 동안 옮겨 두는 일, 검사 후 최종 자리에 넣는 일은 차례대로 진행하는 서로 다른 동작입니다.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2402005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피벗 6을 고르는 과정을 보겠습니다. 배열의 칸 번호인 인덱스는 0부터 시작합니다. 원소가 여섯 개이므로 처음 칸은 0, 마지막 칸은 5입니다. 화면에서 맨 왼쪽의 8이 인덱스 0에 있고, 맨 오른쪽의 1이 인덱스 5에 있습니다. lo는 현재 구간의 처음 인덱스, hi는 마지막 인덱스라는 뜻입니다. 따라서 지금 lo는 0이고 hi는 5입니다.</a:t>
            </a:r>
          </a:p>
          <a:p>
            <a:endParaRPr/>
          </a:p>
          <a:p>
            <a:r>
              <a:t>이번 코드에서는 현재 구간의 가운데 인덱스에 있는 값을 고릅니다. lo와 hi를 더하고 2로 나눈 정수 몫을 사용합니다. 0과 5를 더하면 5이고, 2로 나눈 정수 몫은 2입니다. Python의 슬래시 두 개는 소수 부분을 버리고 몫을 구하는 연산입니다. 그래서 pivot_idx는 2가 됩니다. 아래 코드 한 줄이 이 계산을 합니다.</a:t>
            </a:r>
          </a:p>
          <a:p>
            <a:endParaRPr/>
          </a:p>
          <a:p>
            <a:r>
              <a:t>인덱스 2의 칸을 보세요. 그 칸에 6이 있으므로 피벗의 값은 6입니다. 인덱스 2와 피벗 값 6을 구분해 주세요. 인덱스는 칸 번호이고, 값은 그 칸 안에 들어 있는 숫자입니다. 지금은 이 값 6을 다른 원소와 비교하는 기준으로 쓰겠습니다.</a:t>
            </a:r>
          </a:p>
          <a:p>
            <a:endParaRPr/>
          </a:p>
          <a:p>
            <a:r>
              <a:t>가운데라는 말은 현재 배열에서의 위치를 뜻합니다. 숫자를 크기순으로 미리 정렬하거나, 가운데 크기의 숫자를 따로 찾은 것이 아닙니다. 피벗을 고르는 방법은 여러 가지가 있고, 여기서는 그림과 Python, C 코드가 모두 가운데 위치의 값을 고르는 방식으로 통일되어 있습니다.</a:t>
            </a:r>
          </a:p>
          <a:p>
            <a:endParaRPr/>
          </a:p>
          <a:p>
            <a:r>
              <a:t>아직 배열의 순서는 8, 4, 6, 3, 7, 1 그대로입니다. 지금까지는 기준값을 선택했을 뿐입니다. 다음 화면에서 인덱스 2의 피벗 6과 마지막 인덱스 5의 값 1을 서로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059648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윗줄은 교환 전이고 아랫줄은 교환 후입니다. 먼저 윗줄에서 주황색 피벗 6을 찾아보세요. 인덱스 2에 있습니다. 맨 오른쪽 인덱스 5에는 값 1이 있습니다. 이제 이 두 칸의 값을 서로 바꾸겠습니다. 중간에 있는 3과 7이나 다른 칸의 값은 움직이지 않습니다.</a:t>
            </a:r>
          </a:p>
          <a:p>
            <a:endParaRPr/>
          </a:p>
          <a:p>
            <a:r>
              <a:t>교환 후인 아랫줄을 보세요. 인덱스 2에는 원래 맨 끝에 있던 1이 들어갔고, 인덱스 5에는 원래 가운데에 있던 피벗 6이 들어갔습니다. 그래서 배열은 8, 4, 1, 3, 7, 6입니다. 여섯 값이 그대로 남아 있고 두 값의 위치만 바뀌었습니다. 6을 끝에 추가하거나 1을 지운 것이 아닙니다.</a:t>
            </a:r>
          </a:p>
          <a:p>
            <a:endParaRPr/>
          </a:p>
          <a:p>
            <a:r>
              <a:t>화면의 Python 한 줄은 두 값을 동시에 교환하는 문법입니다. 오른쪽에 적은 두 값을 먼저 읽어서, 왼쪽의 두 칸에 각각 넣습니다. 피벗 칸에는 이전의 마지막 값을 넣고, 마지막 칸에는 이전의 피벗 값을 넣습니다. C 코드에서는 같은 동작을 swap 함수로 합니다. 그림의 교환과 코드의 교환이 같은 두 칸을 대상으로 한다는 점을 확인해 주세요.</a:t>
            </a:r>
          </a:p>
          <a:p>
            <a:endParaRPr/>
          </a:p>
          <a:p>
            <a:r>
              <a:t>그런데 왜 피벗을 마지막 칸으로 옮길까요? 지금부터 다른 값들을 왼쪽과 오른쪽으로 나누면서 여러 칸의 값을 바꿀 것입니다. 이 구현에서는 기준값인 피벗을 마지막 칸에 따로 두고, 그 앞의 다섯 값만 두 포인터로 검사합니다. 그러면 두 포인터가 값을 교환하는 동안 피벗 칸은 그대로 유지됩니다. 비교할 때 사용하는 기준값은 계속 6입니다.</a:t>
            </a:r>
          </a:p>
          <a:p>
            <a:endParaRPr/>
          </a:p>
          <a:p>
            <a:r>
              <a:t>지금 맨 끝은 검사하는 동안 잠시 두는 자리입니다. 아직 6의 최종 정렬 위치를 정한 것은 아닙니다. 앞의 값들을 모두 나눈 뒤에는 6 이하인 묶음과 6보다 큰 묶음 사이에 6을 넣습니다. 그때 두 번째 피벗 교환이 나옵니다. 첫 교환은 검사 준비이고, 마지막 교환은 피벗 자리 확정이라는 차이를 기억해 주세요.</a:t>
            </a:r>
          </a:p>
          <a:p>
            <a:endParaRPr/>
          </a:p>
          <a:p>
            <a:r>
              <a:t>다음 화면에서는 피벗을 제외한 나머지 구간에 L과 R을 놓겠습니다. 아랫줄의 배열을 그대로 이어서 사용합니다.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2351201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배열 8, 4, 1, 3, 7, 6을 그대로 가져왔습니다. 마지막 칸의 주황색 6은 피벗이고, 검사하는 동안 그대로 둡니다. 이제 그 앞의 다섯 칸에 두 포인터를 놓습니다. L은 왼쪽에서 오른쪽으로 움직이고, R은 오른쪽에서 왼쪽으로 움직입니다.</a:t>
            </a:r>
          </a:p>
          <a:p>
            <a:endParaRPr/>
          </a:p>
          <a:p>
            <a:r>
              <a:t>L은 현재 구간의 처음인 lo에서 시작합니다. lo가 0이므로 L은 인덱스 0의 8을 가리킵니다. R은 마지막 칸인 hi에서 한 칸 앞, hi 마이너스 1에서 시작합니다. hi가 5이므로 R은 인덱스 4의 7을 가리킵니다. 화면에서 파란 L은 8 아래에 있고, 초록 R은 7 아래에 있습니다. 피벗 화살표는 맨 끝 6 아래에 따로 있습니다.</a:t>
            </a:r>
          </a:p>
          <a:p>
            <a:endParaRPr/>
          </a:p>
          <a:p>
            <a:r>
              <a:t>R을 5가 아니라 4에 놓는 이유가 중요합니다. 인덱스 5에는 검사 대상에서 빼 둔 피벗이 있기 때문입니다. 두 포인터는 인덱스 0부터 4까지에 있는 다른 원소들을 검사하고, 그 값들을 기준값 6과 비교합니다. 피벗을 검사 대상에서 제외한다고 해서 기준값 없이 비교하는 것은 아닙니다. pivot 변수에는 마지막 칸의 값 6이 들어 있습니다.</a:t>
            </a:r>
          </a:p>
          <a:p>
            <a:endParaRPr/>
          </a:p>
          <a:p>
            <a:r>
              <a:t>먼저 왼쪽 포인터 L의 조건을 봅니다. 왼쪽에 둘 수 있는 값은 6 이하입니다. 그런 값을 만나면 L을 오른쪽으로 한 칸 옮기고 다음 값을 확인합니다. 그런데 첫 값은 8입니다. 8은 6보다 크므로 오른쪽으로 보내야 합니다. 그래서 L은 지금 인덱스 0에서 멈춥니다. 아직 배열의 값을 교환하지 않았습니다.</a:t>
            </a:r>
          </a:p>
          <a:p>
            <a:endParaRPr/>
          </a:p>
          <a:p>
            <a:r>
              <a:t>이제 R이 반대쪽에서 왼쪽으로 보낼 값을 찾습니다. 현재 값 7은 6보다 크므로 오른쪽에 있어도 됩니다. 다음 화면에서는 R이 7의 칸을 지나 인덱스 3의 값 3으로 움직입니다. 그때 L은 8을, R은 3을 가리킵니다. 두 값의 자리를 바꾸면 큰 값은 오른쪽으로, 작은 값은 왼쪽으로 옮길 수 있습니다.</a:t>
            </a:r>
          </a:p>
          <a:p>
            <a:endParaRPr/>
          </a:p>
          <a:p>
            <a:r>
              <a:t>여기까지가 탐색을 시작하기 위한 준비입니다. 가운데 칸에서 6을 골랐고, 6과 1을 교환했고, 피벗 앞 구간에 L과 R을 놓았습니다. 다음부터는 이 상태에서 포인터가 한 칸씩 이동하는 모습을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629297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endParaRP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endParaRP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endParaRP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6을 끝으로 옮긴 뒤의 배열은 8, 4, 1, 3, 7, 6입니다. 마지막 칸의 6은 비교 기준으로 잠시 빼놓은 값입니다. 따라서 L과 R이 검사하는 범위는 그 앞의 다섯 칸입니다.</a:t>
            </a:r>
          </a:p>
          <a:p>
            <a:endParaRPr/>
          </a:p>
          <a:p>
            <a:r>
              <a:t>왼쪽에서 출발한 L은 값 8에서 멈췄습니다. 8은 피벗 6보다 크니까 왼쪽에 두면 안 되는 값이죠. 오른쪽에서 출발한 R은 7을 지나서 값 3에서 멈췄습니다. 3은 6 이하니까 왼쪽으로 보내야 할 값입니다. 지금 L은 인덱스 0이고 R은 인덱스 3입니다.</a:t>
            </a:r>
          </a:p>
          <a:p>
            <a:endParaRPr/>
          </a:p>
          <a:p>
            <a:r>
              <a:t>첫 장면에서 두 값이 서로 잘못된 쪽에 있다는 것을 확인해 주세요. 두 번째 장면에서는 그 두 값만 맞바꿉니다. 배열은 3, 4, 1, 8, 7, 6이 됩니다. 3은 왼쪽으로 왔고 8은 오른쪽으로 갔습니다. 가운데의 4와 1, 그리고 끝에 둔 피벗 6은 이번 교환에서 움직이지 않습니다.</a:t>
            </a:r>
          </a:p>
          <a:p>
            <a:endParaRPr/>
          </a:p>
          <a:p>
            <a:r>
              <a:t>값을 교환하는 것과 포인터를 움직이는 것은 별개의 동작입니다. 이 코드에서는 교환 직후에도 L은 0, R은 3입니다. 다음 반복에서 새로 들어온 값을 검사하면서 L과 R이 이동합니다. 그래서 그림의 두 장면에서도 포인터는 같은 칸을 가리키고 있습니다. 이어지는 배열 그림에서 L이 3, 4, 1을 지나고 R이 8을 지나면서 두 포인터가 교차하는 과정을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094598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endParaRP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endParaRP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endParaRP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endParaRP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endParaRP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endParaRP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endParaRP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endParaRP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endParaRP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endParaRP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endParaRP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endParaRP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endParaRP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endParaRP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endParaRP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포인터의 탐색을 마친 상태입니다. 배열은 3, 4, 1, 8, 7, 6이고, L은 인덱스 3, R은 인덱스 2입니다. L이 R보다 커졌으니까 더 이상 두 포인터가 찾은 값끼리 교환하지 않습니다.</a:t>
            </a:r>
          </a:p>
          <a:p>
            <a:endParaRPr/>
          </a:p>
          <a:p>
            <a:r>
              <a:t>이제 맨 끝에 잠시 두었던 피벗 6을 제자리로 옮겨야 합니다. 여기서 L이 가리키는 인덱스 3의 값은 8입니다. L보다 앞의 값들은 모두 6 이하이고, L부터 끝의 피벗 앞까지는 6보다 큰 값들입니다. 따라서 L의 칸은 피벗을 놓을 경계 자리입니다.</a:t>
            </a:r>
          </a:p>
          <a:p>
            <a:endParaRPr/>
          </a:p>
          <a:p>
            <a:r>
              <a:t>첫 번째 그림에서 값 8과 마지막의 6을 확인해 주세요. 그 두 값을 바꾸면 배열은 3, 4, 1, 6, 7, 8이 됩니다. 피벗 6은 인덱스 3에 들어갔고, 8은 맨 끝으로 이동했습니다. 이 교환은 앞에서 피벗을 검사 구간 밖으로 빼놓던 첫 교환과 다릅니다. 이번에는 피벗이 최종 정렬 위치에 들어간 것입니다.</a:t>
            </a:r>
          </a:p>
          <a:p>
            <a:endParaRPr/>
          </a:p>
          <a:p>
            <a:r>
              <a:t>두 번째 그림의 왼쪽에는 3, 4, 1이 있습니다. 이 값들의 내부 순서는 아직 정렬되지 않았지만 모두 6보다 작습니다. 오른쪽에는 7과 8이 있고 둘 다 6보다 큽니다. 다음 호출은 피벗 6을 제외한 왼쪽 인덱스 0부터 2까지, 그리고 오른쪽 인덱스 4부터 5까지입니다. 이어지는 슬라이드에서 이 두 구간을 실제로 다시 나누고, 최종 결과 1, 3, 4, 6, 7, 8이 완성될 때까지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46747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탐색이 끝난 순간으로 돌아오겠습니다. 윗줄의 배열은 3, 4, 1, 8, 7, 6입니다. 앞에서 8과 3을 바꾼 뒤 두 포인터를 계속 움직였죠. L은 인덱스 3, R은 인덱스 2가 되어 서로 교차했습니다. 따라서 더 교환할 검사 대상 쌍이 없고, 반복문을 끝낸 상태입니다.</a:t>
            </a:r>
          </a:p>
          <a:p>
            <a:endParaRPr/>
          </a:p>
          <a:p>
            <a:r>
              <a:t>이때 L을 기준으로 구간을 나눠 보세요. L보다 앞인 인덱스 0, 1, 2에는 3, 4, 1이 있습니다. 모두 피벗 6 이하입니다. L부터 피벗 바로 앞까지인 인덱스 3과 4에는 8과 7이 있습니다. 모두 6보다 큽니다. 그래서 L은 큰 값 구간의 첫 칸입니다. 피벗이 두 묶음 사이에 들어가려면 바로 이 L 위치에 놓여야 합니다.</a:t>
            </a:r>
          </a:p>
          <a:p>
            <a:endParaRPr/>
          </a:p>
          <a:p>
            <a:r>
              <a:t>지금 L 위치에는 8이 있으니, 맨 끝의 피벗 6과 8을 교환하겠습니다. 인덱스 3에는 6이 들어가고, 인덱스 5에는 8이 들어갑니다. 8은 피벗보다 큰 값이므로 오른쪽 끝으로 가도 올바른 쪽에 놓인 것입니다. 인덱스 4의 7은 이미 오른쪽에 잘 놓여 있어서 움직일 필요가 없습니다.</a:t>
            </a:r>
          </a:p>
          <a:p>
            <a:endParaRPr/>
          </a:p>
          <a:p>
            <a:r>
              <a:t>아랫줄을 보세요. 배열은 3, 4, 1, 6, 7, 8이 되었습니다. 피벗 6이 가운데 경계인 인덱스 3에 있고, 그 왼쪽에는 6 이하인 값 세 개, 오른쪽에는 6보다 큰 값 두 개가 있습니다. 나중에 전체를 오름차순으로 정렬해도 이 예의 6은 앞에 1, 3, 4 세 값이 오므로 인덱스 3에 놓입니다. 이 교환으로 피벗의 자리가 확정된 것입니다.</a:t>
            </a:r>
          </a:p>
          <a:p>
            <a:endParaRPr/>
          </a:p>
          <a:p>
            <a:r>
              <a:t>앞에서 했던 첫 교환과 함께 비교해 보겠습니다. 처음에는 가운데 인덱스 2의 6과 마지막의 1을 바꿨습니다. 그 교환은 다른 값들을 검사하는 동안 피벗을 따로 두기 위한 준비였습니다. 지금은 검사 결과를 바탕으로 마지막의 6을 L 위치에 넣습니다. 두 번 모두 마지막 칸이 등장하지만, 준비할 때는 피벗을 끝으로 보내고, 끝날 때는 피벗을 경계로 가져오는 것입니다.</a:t>
            </a:r>
          </a:p>
          <a:p>
            <a:endParaRPr/>
          </a:p>
          <a:p>
            <a:r>
              <a:t>아랫줄의 왼쪽 3, 4, 1은 아직 크기순으로 정렬되어 있지 않습니다. 이번 분할이 확정한 것은 피벗의 자리와 양쪽에 들어갈 값의 범위입니다. partition은 피벗 위치 3을 반환합니다. 정렬 함수는 인덱스 0부터 2까지와 인덱스 4부터 5까지에 같은 정렬을 다시 적용합니다. 인덱스 3의 피벗은 그 두 호출에서 제외합니다. 다음 화면에서는 양쪽 구간이 어떻게 이어지는지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158962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분할이 끝났습니다. 배열은 3, 4, 1, 6, 7, 8이고, 피벗 6은 인덱스 3에 자리를 잡았습니다. 하지만 왼쪽의 3, 4, 1은 아직 오름차순이 아니죠. 그래서 퀵 정렬은 여기서 끝나지 않습니다. 방금 했던 피벗 선택과 분할을 남은 구간에 다시 적용합니다.</a:t>
            </a:r>
          </a:p>
          <a:p>
            <a:endParaRPr/>
          </a:p>
          <a:p>
            <a:r>
              <a:t>partition이 돌려준 값 p는 피벗의 인덱스입니다. 지금은 3입니다. 처음 구간의 lo는 0, hi는 5였으니 왼쪽 호출은 0부터 p 마이너스 1, 즉 2까지입니다. 오른쪽 호출은 p 플러스 1인 4부터 5까지입니다. 인덱스 3의 피벗을 어느 호출에도 넣지 않는 이유는 그 값의 자리를 이미 정했기 때문입니다.</a:t>
            </a:r>
          </a:p>
          <a:p>
            <a:endParaRPr/>
          </a:p>
          <a:p>
            <a:r>
              <a:t>화면의 파란 세 칸이 먼저 처리할 왼쪽 구간입니다. 아래 코드에서는 왼쪽 호출을 먼저 적었습니다. 이 함수가 끝나서 돌아오기 전에는 다음 줄의 오른쪽 호출을 실행하지 않습니다. 두 구간을 한꺼번에 처리하는 것으로 생각하지 말고, 왼쪽을 끝내고 돌아와서 오른쪽으로 넘어간다고 보세요.</a:t>
            </a:r>
          </a:p>
          <a:p>
            <a:endParaRPr/>
          </a:p>
          <a:p>
            <a:r>
              <a:t>다음 화면부터는 왼쪽의 세 값만 검사하겠습니다. 회색으로 보이는 다른 칸은 이번 호출의 범위 밖입니다. 배열 전체는 그대로 하나이고, 같은 배열에서 검사할 처음과 끝 인덱스만 바뀝니다. 작은 새 배열을 따로 만들어 정렬하는 코드가 아닙니다.</a:t>
            </a:r>
          </a:p>
          <a:p>
            <a:endParaRPr/>
          </a:p>
          <a:p>
            <a:r>
              <a:t>왼쪽 구간에서 피벗을 다시 고르고, 포인터를 움직이고, 구간이 하나 이하가 될 때까지 따라가겠습니다. 그다음 원래 호출로 돌아와 오른쪽의 두 칸도 같은 코드로 처리하겠습니다.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3539951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 구간만 보겠습니다. 처음 인덱스는 0, 마지막 인덱스는 2입니다. 그 안의 값은 3, 4, 1입니다. 피벗을 고르는 규칙은 아까와 같습니다. 처음과 마지막 인덱스를 더하고 2로 나눈 정수 몫을 구합니다. 0 더하기 2를 2로 나누면 1이므로, 인덱스 1의 값 4를 피벗으로 고릅니다.</a:t>
            </a:r>
          </a:p>
          <a:p>
            <a:endParaRPr/>
          </a:p>
          <a:p>
            <a:r>
              <a:t>윗줄에서 주황색 4를 찾아보세요. 이제 그 값을 현재 구간의 마지막 칸으로 옮깁니다. 여기서 마지막이라는 말은 배열 전체의 마지막 인덱스 5가 아닙니다. 현재 호출의 hi인 인덱스 2를 말합니다. 이 칸에는 값 1이 있습니다. 따라서 4와 1을 서로 교환합니다.</a:t>
            </a:r>
          </a:p>
          <a:p>
            <a:endParaRPr/>
          </a:p>
          <a:p>
            <a:r>
              <a:t>아랫줄에서는 인덱스 1에 1이 들어가고 인덱스 2에 피벗 4가 들어갔습니다. 왼쪽 세 칸은 3, 1, 4가 되었습니다. 인덱스 0의 3은 그대로이고, 그 뒤의 6, 7, 8도 그대로입니다. 특히 앞에서 확정한 피벗 6을 다시 움직이지 않았다는 점을 확인해 주세요.</a:t>
            </a:r>
          </a:p>
          <a:p>
            <a:endParaRPr/>
          </a:p>
          <a:p>
            <a:r>
              <a:t>이 교환은 4를 최종 위치에 놓으려고 계산한 결과가 아니라, 다른 값들을 검사하기 위한 준비입니다. 검사 전에는 인덱스 2가 최종 자리인지 아직 판단하지 않았습니다. 앞의 3과 1을 모두 확인한 뒤 L이 어디에 멈췄는지로 최종 위치를 정합니다.</a:t>
            </a:r>
          </a:p>
          <a:p>
            <a:endParaRPr/>
          </a:p>
          <a:p>
            <a:r>
              <a:t>다음 화면에서는 L을 현재 구간의 처음인 0에, R을 피벗 바로 앞인 1에 놓습니다. 비교 기준은 새 피벗 4입니다. 이전 호출에서 사용한 피벗 6으로 계속 비교하는 것이 아닙니다. 호출마다 그 구간에 맞는 피벗을 새로 고릅니다.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702882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배열을 그대로 가져왔습니다. 현재 왼쪽 구간은 인덱스 0부터 2까지이고, 피벗 4는 맨 뒤인 인덱스 2에 있습니다. 두 포인터가 검사할 값은 그 앞의 3과 1뿐입니다. 화면의 회색 칸에 있는 6, 7, 8은 이번 분할에 참여하지 않습니다.</a:t>
            </a:r>
          </a:p>
          <a:p>
            <a:endParaRPr/>
          </a:p>
          <a:p>
            <a:r>
              <a:t>L은 lo에서 시작하므로 0입니다. R은 hi 마이너스 1에서 시작하므로 1입니다. 파란 L은 인덱스 0의 값 3을 가리키고, 초록 R은 인덱스 1의 값 1을 가리킵니다. 주황색 피벗 4는 인덱스 2에 그대로 둡니다.</a:t>
            </a:r>
          </a:p>
          <a:p>
            <a:endParaRPr/>
          </a:p>
          <a:p>
            <a:r>
              <a:t>이번 분할에서도 4 이하인 값은 왼쪽에 두고, 4보다 큰 값은 오른쪽으로 보냅니다. 코드는 L이 가리키는 값부터 검사합니다. 3은 4 이하이므로 지금 있는 왼쪽 자리에 두어도 됩니다. 이 조건이 맞으면 값의 자리를 바꾸는 대신 L만 오른쪽으로 한 칸 옮깁니다.</a:t>
            </a:r>
          </a:p>
          <a:p>
            <a:endParaRPr/>
          </a:p>
          <a:p>
            <a:r>
              <a:t>여기서는 아직 R을 움직이지 않았습니다. L 검사와 R 검사를 번갈아 무조건 한 칸씩 하는 코드가 아닙니다. L이 왼쪽에 둘 수 있는 값을 만나는 동안은 L의 반복문이 계속 진행됩니다. L이 큰 값을 만나거나 R을 넘어가면 그때 다음 조건을 확인합니다.</a:t>
            </a:r>
          </a:p>
          <a:p>
            <a:endParaRPr/>
          </a:p>
          <a:p>
            <a:r>
              <a:t>다음 화면에서 L이 0에서 1로 움직이는 모습을 보겠습니다. 배열 값은 그대로 두고 포인터만 이동합니다. 포인터의 숫자가 바뀌는 것과 배열 안의 값이 교환되는 것을 구분해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809876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값 3이 피벗 4 이하라는 것을 확인했습니다. 그래서 3은 그대로 두고 L을 0에서 1로 늘렸습니다. 배열은 여전히 3, 1, 4, 6, 7, 8입니다. 이번 화면에서 바뀐 것은 L의 위치뿐입니다.</a:t>
            </a:r>
          </a:p>
          <a:p>
            <a:endParaRPr/>
          </a:p>
          <a:p>
            <a:r>
              <a:t>이제 파란 L과 초록 R이 같은 인덱스 1을 가리킵니다. 그렇다고 탐색을 바로 끝내지는 않습니다. 반복문은 L이 R 이하일 때 현재 칸을 검사하도록 되어 있습니다. 지금 L과 R이 둘 다 1이므로, 이 칸에 있는 값 1을 한 번 더 확인해야 합니다.</a:t>
            </a:r>
          </a:p>
          <a:p>
            <a:endParaRPr/>
          </a:p>
          <a:p>
            <a:r>
              <a:t>값 1을 피벗 4와 비교해 보겠습니다. 1도 4 이하입니다. 따라서 이 값도 왼쪽에 두어도 됩니다. 다음 동작은 L을 한 칸 더 늘리는 것입니다. 여기서 두 포인터가 같은 칸을 가리킨다고 자기 자신과 교환하거나 R을 함께 옮기지 않습니다. 코드의 L 반복문 조건을 그대로 따라갑니다.</a:t>
            </a:r>
          </a:p>
          <a:p>
            <a:endParaRPr/>
          </a:p>
          <a:p>
            <a:r>
              <a:t>R은 아직 1입니다. L이 이동하는 동안 R은 기다리고 있습니다. 첫 번째 전체 분할에서는 L이 처음부터 큰 값 8을 만나 멈춰서 R을 움직였지만, 지금은 작은 값 3과 1을 연달아 만났습니다. 입력 값에 따라 어느 포인터가 얼마나 움직이는지가 달라집니다.</a:t>
            </a:r>
          </a:p>
          <a:p>
            <a:endParaRPr/>
          </a:p>
          <a:p>
            <a:r>
              <a:t>다음에는 L이 2, R이 1이 되어 서로 교차합니다. 그 순간 검사할 앞쪽 값이 더는 남아 있지 않습니다. 피벗을 어디에 넣어야 하는지 L의 위치를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35780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1의 값 1도 피벗 4 이하였으므로 L을 2로 늘렸습니다. R은 그대로 1입니다. 이제 L이 R보다 커졌습니다. 검사할 구간을 모두 지나온 것이므로 포인터 탐색을 끝냅니다. 이때 R의 반복문은 앞에 붙은 L 이하 R 조건이 맞지 않아 더 검사하지 않습니다.</a:t>
            </a:r>
          </a:p>
          <a:p>
            <a:endParaRPr/>
          </a:p>
          <a:p>
            <a:r>
              <a:t>L은 큰 값 구간의 시작 위치를 나타냅니다. 이번에는 피벗 앞의 두 값이 모두 4 이하였으므로 큰 값 구간이 비어 있습니다. 그래서 L이 바로 피벗이 있는 인덱스 2에 도착했습니다. 주황색 피벗과 파란 L이 같은 칸에 보이는 이유입니다.</a:t>
            </a:r>
          </a:p>
          <a:p>
            <a:endParaRPr/>
          </a:p>
          <a:p>
            <a:r>
              <a:t>코드의 마지막 줄은 L 위치와 hi 위치를 교환합니다. 지금 L도 2이고 hi도 2이므로, 인덱스 2의 값 4를 자기 자신과 바꿉니다. 같은 칸에 같은 값이 들어가니 눈에 보이는 배열 변화가 없습니다. 그림이 빠진 것이 아니라 실제 코드에서도 값이 그대로인 경우입니다.</a:t>
            </a:r>
          </a:p>
          <a:p>
            <a:endParaRPr/>
          </a:p>
          <a:p>
            <a:r>
              <a:t>이제 partition은 피벗 위치 2를 반환합니다. 왼쪽에는 4 이하인 값 3과 1이 있고, 오른쪽에는 검사 대상 원소가 없습니다. 피벗 4의 자리는 확정했지만 앞의 3과 1은 아직 오름차순이 아닙니다. 둘의 순서를 정하는 호출이 한 번 더 필요합니다.</a:t>
            </a:r>
          </a:p>
          <a:p>
            <a:endParaRPr/>
          </a:p>
          <a:p>
            <a:r>
              <a:t>다음 왼쪽 호출 범위는 0부터 1까지입니다. 방금 확정한 인덱스 2의 4는 그 호출에서 제외합니다. 6을 제외했던 것과 같은 이유로, 이번에는 4도 더 움직이지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84541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배열의 앞부분은 3, 1, 4입니다. 4의 자리는 확정했지만 3과 1은 순서가 뒤집혀 있죠. 그래서 퀵 정렬 함수를 다시 호출합니다. 이번 범위는 인덱스 0부터 1까지입니다. 원소가 두 개이므로 종료 조건에 해당하지 않고, 피벗을 고르는 작업을 진행합니다.</a:t>
            </a:r>
          </a:p>
          <a:p>
            <a:endParaRPr/>
          </a:p>
          <a:p>
            <a:r>
              <a:t>앞의 호출에서 p가 2였으므로 왼쪽 끝은 p 마이너스 1인 1이 됩니다. lo는 계속 0입니다. 따라서 코드에 적힌 quick_sort에 같은 배열 a와 0, 1을 넘깁니다. 다시 말하지만 인덱스가 새로 0, 1로 재설정된 것이 아닙니다. 원래 배열의 그 두 칸을 가리킵니다.</a:t>
            </a:r>
          </a:p>
          <a:p>
            <a:endParaRPr/>
          </a:p>
          <a:p>
            <a:r>
              <a:t>회색 칸의 4와 6은 각 분할에서 위치를 확정한 값입니다. 이번 호출에서는 이 칸들을 피벗 후보로 고르거나 서로 교환하지 않습니다. 오른쪽의 7, 8도 원래 호출에서 처리할 차례를 기다리고 있으므로 그대로 둡니다.</a:t>
            </a:r>
          </a:p>
          <a:p>
            <a:endParaRPr/>
          </a:p>
          <a:p>
            <a:r>
              <a:t>지금 함수 호출은 왼쪽 안의 왼쪽으로 더 들어간 상태입니다. 원래 구간 0부터 5까지를 처리하던 함수가 0부터 2까지의 함수를 호출했고, 그 함수가 다시 0부터 1까지의 함수를 호출했습니다. 안쪽 호출이 끝나면 바깥 호출로 차례대로 돌아가겠습니다.</a:t>
            </a:r>
          </a:p>
          <a:p>
            <a:endParaRPr/>
          </a:p>
          <a:p>
            <a:r>
              <a:t>다음 화면에서 가운데 인덱스를 계산해 보겠습니다. 0과 1을 더한 뒤 2로 나눈 정수 몫은 0입니다. 그래서 이번 피벗은 인덱스 0의 값 3입니다. 두 칸인 경우에는 왼쪽 칸을 피벗으로 고르게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464982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두 칸만 정렬합니다. 윗줄의 인덱스 0에는 3, 인덱스 1에는 1이 있습니다. 가운데 인덱스 계산은 0 더하기 1을 2로 나눈 정수 몫입니다. 결과가 0이므로 값 3이 피벗입니다. 짝수 개의 칸에서 가운데 위치가 두 개일 때, 이 계산은 왼쪽 칸을 고릅니다.</a:t>
            </a:r>
          </a:p>
          <a:p>
            <a:endParaRPr/>
          </a:p>
          <a:p>
            <a:r>
              <a:t>피벗을 검사 준비를 위해 현재 구간의 끝인 hi로 옮깁니다. 지금 hi는 1입니다. 그래서 인덱스 0의 3과 인덱스 1의 1을 교환합니다. 아랫줄을 보면 1이 인덱스 0으로, 피벗 3이 인덱스 1로 옮겨갔습니다.</a:t>
            </a:r>
          </a:p>
          <a:p>
            <a:endParaRPr/>
          </a:p>
          <a:p>
            <a:r>
              <a:t>이제 배열 전체는 1, 3, 4, 6, 7, 8입니다. 벌써 오름차순으로 보이죠. 하지만 이 코드에는 배열이 우연히 정렬되어 있는지 검사해서 바로 끝내는 별도 단계가 없습니다. 정해진 분할 절차를 계속 따라 피벗 3의 위치를 확인하고, 남은 작은 구간의 종료 조건도 확인합니다.</a:t>
            </a:r>
          </a:p>
          <a:p>
            <a:endParaRPr/>
          </a:p>
          <a:p>
            <a:r>
              <a:t>이번에 바뀐 칸은 처음 두 칸뿐입니다. 이전 단계에서 확정한 4와 6은 그대로입니다. 피벗을 옮기려고 배열 전체의 맨 끝 값 8과 바꾸면 범위를 벗어난 잘못된 동작이 되므로, 지금 호출의 hi가 1이라는 점을 계속 확인해 주세요.</a:t>
            </a:r>
          </a:p>
          <a:p>
            <a:endParaRPr/>
          </a:p>
          <a:p>
            <a:r>
              <a:t>다음에는 검사할 값이 1 하나만 남아 있습니다. L은 0, R은 hi 마이너스 1인 0에서 시작합니다. 두 포인터가 같은 칸에서 시작하는 분할도 같은 조건으로 처리할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40343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처음 두 값은 1, 3입니다. 피벗 3을 인덱스 1에 두었으므로, 그 앞에서 검사할 값은 인덱스 0의 1 하나입니다. L은 lo인 0, R은 hi 마이너스 1인 0입니다. 그래서 두 화살표가 같은 칸을 가리킵니다.</a:t>
            </a:r>
          </a:p>
          <a:p>
            <a:endParaRPr/>
          </a:p>
          <a:p>
            <a:r>
              <a:t>아까도 L과 R이 같은 칸에서 한 번 만났죠. 이 코드에서는 L이 R 이하인 동안 값을 검사합니다. 같을 때도 조건이 맞으므로 이 칸을 확인해야 합니다. 포인터가 같아졌다고 곧바로 분할을 끝내는 것으로 외우면 마지막 한 칸을 놓칠 수 있습니다.</a:t>
            </a:r>
          </a:p>
          <a:p>
            <a:endParaRPr/>
          </a:p>
          <a:p>
            <a:r>
              <a:t>현재 값 1을 피벗 3과 비교하겠습니다. 1은 3 이하이므로 왼쪽에 두면 됩니다. 이 경우 배열 값을 교환할 필요가 없습니다. L만 0에서 1로 한 칸 움직입니다. R은 0에 그대로 있습니다.</a:t>
            </a:r>
          </a:p>
          <a:p>
            <a:endParaRPr/>
          </a:p>
          <a:p>
            <a:r>
              <a:t>여기서 L을 옮기면 두 포인터가 서로 교차하게 됩니다. 그다음 반복문에서 L 이하 R 조건이 맞지 않아 더는 배열 원소를 검사하지 않습니다. 피벗이 있는 인덱스 1의 값 3을 검사 대상에 다시 넣지도 않습니다. 그 값은 비교 기준으로 따로 둔 값입니다.</a:t>
            </a:r>
          </a:p>
          <a:p>
            <a:endParaRPr/>
          </a:p>
          <a:p>
            <a:r>
              <a:t>다음 화면에서는 L이 피벗 칸에 도착한 상태와 마지막 교환을 보겠습니다. 앞의 값이 모두 피벗 이하인 경우에는 피벗이 이미 들어가야 할 칸에 있는 경우가 다시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728318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 1이 피벗 3 이하라는 것을 확인하고 L을 1로 늘렸습니다. R은 0입니다. 이제 L이 R보다 크므로 탐색을 끝냅니다. 아랫줄 코드는 이번 구간의 마지막 교환을 그대로 숫자로 적은 것입니다.</a:t>
            </a:r>
          </a:p>
          <a:p>
            <a:endParaRPr/>
          </a:p>
          <a:p>
            <a:r>
              <a:t>L 위치는 인덱스 1이고 hi도 인덱스 1입니다. 그 칸에 피벗 3이 있습니다. 따라서 마지막 교환은 3을 자기 자신과 바꾸는 동작입니다. 배열은 1, 3, 4, 6, 7, 8 그대로입니다. 앞 단계의 피벗 4에서도 같은 경우를 보았습니다.</a:t>
            </a:r>
          </a:p>
          <a:p>
            <a:endParaRPr/>
          </a:p>
          <a:p>
            <a:r>
              <a:t>그렇다고 마지막 교환을 그림에서 임의로 생략한 것이 아닙니다. 코드의 교환문을 실행하지만 두 인덱스가 같아서 값이 변하지 않는 것입니다. 두 인덱스가 다른 경우에는 피벗이 움직이고, 같은 경우에는 지금처럼 제자리에 남습니다. 둘 다 같은 분할 코드가 처리합니다.</a:t>
            </a:r>
          </a:p>
          <a:p>
            <a:endParaRPr/>
          </a:p>
          <a:p>
            <a:r>
              <a:t>partition이 반환하는 피벗 위치 p는 1입니다. 그 왼쪽에는 값 1 하나가 있고 오른쪽 검사 구간은 비어 있습니다. 이제 이 두 구간에 퀵 정렬 함수를 다시 호출해 종료 조건을 확인하겠습니다. 피벗 3이 들어 있는 인덱스 1은 두 호출에서 제외합니다.</a:t>
            </a:r>
          </a:p>
          <a:p>
            <a:endParaRPr/>
          </a:p>
          <a:p>
            <a:r>
              <a:t>왼쪽 호출은 0부터 0까지입니다. 오른쪽 호출은 2부터 1까지입니다. 처음 인덱스가 마지막 인덱스보다 큰 오른쪽 범위는 원소가 없는 구간을 뜻합니다. 다음 화면에서 이 두 호출이 추가 분할 없이 끝나는 이유를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575859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3의 자리를 정했으므로 왼쪽과 오른쪽의 작은 구간에 함수를 호출합니다. 먼저 왼쪽은 인덱스 0부터 0까지입니다. 같은 처음과 끝이므로 값 1 하나만 들어 있습니다. 원소가 하나라면 서로 비교하거나 순서를 바꿀 다른 원소가 없습니다. 이미 정렬된 구간으로 보고 끝내면 됩니다.</a:t>
            </a:r>
          </a:p>
          <a:p>
            <a:endParaRPr/>
          </a:p>
          <a:p>
            <a:r>
              <a:t>코드 맨 위에는 lo가 hi 이상이면 return한다는 조건이 있습니다. 0은 0과 같으므로 이 조건이 맞습니다. 그래서 이 호출은 피벗을 고르지도 않고 partition을 실행하지도 않습니다. 곧바로 자신을 호출했던 구간 0부터 1까지의 함수로 돌아갑니다.</a:t>
            </a:r>
          </a:p>
          <a:p>
            <a:endParaRPr/>
          </a:p>
          <a:p>
            <a:r>
              <a:t>그다음 그 함수의 오른쪽 호출을 실행합니다. 범위는 2부터 1까지입니다. 처음 인덱스가 마지막 인덱스보다 크므로 여기에 들어가는 원소는 없습니다. 2번 칸에 있는 4를 검사하라는 뜻이 아닙니다. 이런 빈 구간도 lo가 hi 이상이라는 같은 조건으로 바로 끝냅니다.</a:t>
            </a:r>
          </a:p>
          <a:p>
            <a:endParaRPr/>
          </a:p>
          <a:p>
            <a:r>
              <a:t>두 호출이 모두 끝났으므로 구간 0부터 1까지의 정렬이 완료되었습니다. 처음 두 값은 1, 3입니다. 더 합치거나 복사할 작업은 없습니다. 이미 같은 배열 안에서 자리만 바꿨기 때문에 그 결과를 그대로 두고 함수 호출만 끝내면 됩니다.</a:t>
            </a:r>
          </a:p>
          <a:p>
            <a:endParaRPr/>
          </a:p>
          <a:p>
            <a:r>
              <a:t>다음에는 이 함수를 불렀던 구간 0부터 2까지의 함수로 돌아갑니다. 거기에는 아직 오른쪽 호출 한 줄이 남아 있습니다. 재귀가 끝난다는 말은 모든 호출을 한 번에 지우는 것이 아니라, 안쪽 함수부터 바깥 함수로 차례대로 돌아오는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6649956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구간 0부터 1까지의 호출을 끝냈습니다. 이제 그 함수를 불렀던 구간 0부터 2까지의 호출로 돌아왔습니다. 이 구간의 피벗은 값 4였고, 반환된 피벗 위치는 2였죠. 왼쪽 호출은 끝났으니 다음 줄의 오른쪽 호출을 실행할 차례입니다.</a:t>
            </a:r>
          </a:p>
          <a:p>
            <a:endParaRPr/>
          </a:p>
          <a:p>
            <a:r>
              <a:t>오른쪽 범위는 p 플러스 1인 3부터 hi인 2까지입니다. 3부터 2까지는 빈 구간입니다. 3이 2보다 크므로 종료 조건에 걸려 바로 돌아옵니다. 인덱스 3의 값 6을 다시 분할하는 것이 아닙니다. 이 호출에는 검사할 원소가 없습니다.</a:t>
            </a:r>
          </a:p>
          <a:p>
            <a:endParaRPr/>
          </a:p>
          <a:p>
            <a:r>
              <a:t>이렇게 구간 0부터 2까지의 양쪽 호출을 모두 끝냈습니다. 왼쪽 세 값은 이제 1, 3, 4입니다. 피벗 4 앞의 작은 값들이 정렬되었고, 그 뒤에는 추가 원소가 없었습니다. 따라서 이 함수도 끝내고 원래 구간 0부터 5까지의 함수로 돌아갑니다.</a:t>
            </a:r>
          </a:p>
          <a:p>
            <a:endParaRPr/>
          </a:p>
          <a:p>
            <a:r>
              <a:t>처음 호출에서는 피벗 6을 인덱스 3에 놓은 뒤 왼쪽 함수를 먼저 실행했었습니다. 지금이 바로 그 왼쪽 함수가 끝나서 돌아온 순간입니다. 이제 처음 호출의 다음 줄인 오른쪽 구간 4부터 5까지를 실행합니다. 코드에 적힌 순서대로 왼쪽을 완전히 끝낸 다음 오른쪽으로 넘어갑니다.</a:t>
            </a:r>
          </a:p>
          <a:p>
            <a:endParaRPr/>
          </a:p>
          <a:p>
            <a:r>
              <a:t>오른쪽 값은 7, 8이라 이미 크기순으로 보입니다. 하지만 이 코드는 두 값이 정렬되어 있는지 따로 확인하고 건너뛰지 않습니다. 원소가 두 개이므로 분할 절차를 실행합니다. 다음 화면에서 이 두 칸도 실제 코드대로 끝까지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734043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오른쪽 구간을 시작합니다. 범위는 인덱스 4부터 5까지이고 값은 7, 8입니다. 왼쪽의 1, 3, 4와 앞에서 확정한 6은 이번 호출의 범위 밖이므로 그대로 둡니다. 같은 배열의 마지막 두 칸만 보겠습니다.</a:t>
            </a:r>
          </a:p>
          <a:p>
            <a:endParaRPr/>
          </a:p>
          <a:p>
            <a:r>
              <a:t>피벗 인덱스를 계산해 보겠습니다. 4와 5를 더하면 9이고, 2로 나눈 정수 몫은 4입니다. 따라서 인덱스 4의 값 7이 피벗입니다. 계산에 인덱스를 사용했다는 점을 기억해 주세요. 값 7과 8의 평균을 구한 것이 아닙니다.</a:t>
            </a:r>
          </a:p>
          <a:p>
            <a:endParaRPr/>
          </a:p>
          <a:p>
            <a:r>
              <a:t>이 구현은 피벗을 먼저 현재 구간의 마지막 칸으로 옮깁니다. 지금 hi는 5이므로 인덱스 4의 7과 인덱스 5의 8을 서로 바꿉니다. 아랫줄에서는 오른쪽 두 칸이 8, 7이 되었습니다. 배열 전체는 1, 3, 4, 6, 8, 7입니다.</a:t>
            </a:r>
          </a:p>
          <a:p>
            <a:endParaRPr/>
          </a:p>
          <a:p>
            <a:r>
              <a:t>정렬되어 있던 7, 8을 왜 다시 바꾸는지 궁금할 수 있습니다. 이 코드는 피벗을 마지막에 따로 두고 나머지 값들을 검사하도록 만든 분할 방식입니다. 준비 과정에서 잠시 순서가 바뀔 수 있고, 검사 후 피벗을 알맞은 위치에 다시 넣으면 됩니다. 중간 배열이 언제나 오름차순이어야 하는 것은 아닙니다.</a:t>
            </a:r>
          </a:p>
          <a:p>
            <a:endParaRPr/>
          </a:p>
          <a:p>
            <a:r>
              <a:t>이제 검사할 값은 피벗 앞의 8 하나입니다. L은 lo인 4, R은 hi 마이너스 1인 4에서 시작합니다. 다음 화면에서 값 8이 피벗 7보다 크다는 것을 확인하고, 어느 포인터가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950395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오른쪽 두 칸은 8, 7입니다. 인덱스 5의 7을 기준값으로 따로 두고, 인덱스 4의 8을 검사하겠습니다. L과 R은 모두 4입니다. 같은 칸에서 시작한다는 점은 앞의 두 원소 분할과 같습니다.</a:t>
            </a:r>
          </a:p>
          <a:p>
            <a:endParaRPr/>
          </a:p>
          <a:p>
            <a:r>
              <a:t>먼저 L의 조건을 확인합니다. L은 피벗 이하인 값이면 오른쪽으로 지나갑니다. 그런데 현재 값은 8이고 피벗은 7입니다. 8은 7보다 크므로 왼쪽에 두면 안 됩니다. 따라서 L은 4에서 멈춥니다. 배열 값도 아직 바꾸지 않습니다.</a:t>
            </a:r>
          </a:p>
          <a:p>
            <a:endParaRPr/>
          </a:p>
          <a:p>
            <a:r>
              <a:t>이번에는 L이 멈췄고 두 포인터가 교차하지 않았으므로 R의 조건을 확인합니다. R은 피벗보다 큰 값이면 왼쪽으로 지나갑니다. 오른쪽에 두어도 되는 값을 찾았을 때 그 칸을 지나, 왼쪽으로 보내야 할 값이 있는지 찾는 것입니다.</a:t>
            </a:r>
          </a:p>
          <a:p>
            <a:endParaRPr/>
          </a:p>
          <a:p>
            <a:r>
              <a:t>R이 가리키는 값도 8입니다. 8은 피벗 7보다 크므로 R을 한 칸 왼쪽으로 움직입니다. 그러면 R은 3이 됩니다. 하지만 인덱스 3은 이번 구간의 처음인 4보다 앞에 있습니다. 다음 조건에서 L 이하 R이 맞지 않아 그 칸의 값 6은 검사하지 않습니다.</a:t>
            </a:r>
          </a:p>
          <a:p>
            <a:endParaRPr/>
          </a:p>
          <a:p>
            <a:r>
              <a:t>다음 화면에서는 L이 4에 그대로 있고 R만 3으로 이동해 교차한 모습을 보겠습니다. 두 포인터가 같은 칸에서 시작해도 값에 따라 L이 움직일 수도 있고 R이 움직일 수도 있습니다. 피벗과의 비교 결과를 따라가면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0887864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R이 인덱스 4의 값 8을 확인했습니다. 8은 피벗 7보다 크므로 오른쪽에 두면 되는 값입니다. 따라서 R을 한 칸 왼쪽인 3으로 줄였습니다. L은 큰 값 8에서 멈춰 있으므로 계속 4입니다. 이제 L이 R보다 커져 두 포인터가 교차했습니다.</a:t>
            </a:r>
          </a:p>
          <a:p>
            <a:endParaRPr/>
          </a:p>
          <a:p>
            <a:r>
              <a:t>화면에서 초록 R이 인덱스 3의 값 6 아래에 있습니다. 이것은 포인터의 숫자가 3이라는 뜻입니다. 값 6을 새로 검사하거나 움직인다는 뜻은 아닙니다. R을 줄인 뒤 반복문 조건을 다시 확인할 때, 먼저 L이 R 이하인지 검사합니다. 지금 4는 3 이하가 아니므로 뒤의 배열 값 비교는 실행하지 않습니다.</a:t>
            </a:r>
          </a:p>
          <a:p>
            <a:endParaRPr/>
          </a:p>
          <a:p>
            <a:r>
              <a:t>이 조건 덕분에 현재 구간 바깥의 원소를 검사하지 않습니다. 앞에서 확정한 피벗 6은 그대로 남습니다. 이런 경계에서는 포인터가 가리키는 칸의 값보다, 계속 검사할 수 있는 범위인지를 먼저 확인하는 것이 중요합니다.</a:t>
            </a:r>
          </a:p>
          <a:p>
            <a:endParaRPr/>
          </a:p>
          <a:p>
            <a:r>
              <a:t>이번 분할에서는 L과 R이 가리키는 서로 다른 두 값을 교환할 기회가 없었습니다. 검사 대상이 8 하나였고, 그 값은 피벗보다 큰 쪽에 두면 되기 때문입니다. 이제 포인터 탐색을 끝내고 피벗의 최종 위치를 정합니다.</a:t>
            </a:r>
          </a:p>
          <a:p>
            <a:endParaRPr/>
          </a:p>
          <a:p>
            <a:r>
              <a:t>L은 인덱스 4입니다. 그 앞의 현재 검사 구간에는 7 이하인 값이 없고, L 위치의 8은 7보다 큽니다. 따라서 피벗 7을 L 위치에 넣어야 합니다. 다음 화면에서 인덱스 4의 8과 마지막 인덱스 5의 7을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791250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포인터 탐색이 끝난 배열은 1, 3, 4, 6, 8, 7입니다. 오른쪽 구간에서 L은 인덱스 4를 가리킵니다. 그 칸의 값 8은 피벗 7보다 큽니다. 피벗이 앞에 오고 큰 값이 뒤에 오도록 이 두 값의 자리를 바꾸겠습니다.</a:t>
            </a:r>
          </a:p>
          <a:p>
            <a:endParaRPr/>
          </a:p>
          <a:p>
            <a:r>
              <a:t>윗줄에서 파란 L 아래의 8과 주황색 피벗 7을 찾아보세요. 인덱스 4와 5입니다. 코드의 마지막 교환문은 a의 L 위치와 hi 위치를 바꿉니다. 숫자를 넣어 보면 인덱스 4와 5의 교환입니다. 이 동작을 실행하면 인덱스 4에는 7, 인덱스 5에는 8이 들어갑니다.</a:t>
            </a:r>
          </a:p>
          <a:p>
            <a:endParaRPr/>
          </a:p>
          <a:p>
            <a:r>
              <a:t>아랫줄에서 오른쪽 구간이 다시 7, 8이 된 것을 볼 수 있습니다. 배열 전체도 1, 3, 4, 6, 7, 8입니다. 처음에 정렬되어 있던 두 값이 준비 교환 때문에 8, 7이 되었다가, 마지막 교환으로 다시 7, 8이 된 것입니다. 실제 코드에서는 두 교환을 모두 실행했습니다.</a:t>
            </a:r>
          </a:p>
          <a:p>
            <a:endParaRPr/>
          </a:p>
          <a:p>
            <a:r>
              <a:t>이제 partition은 피벗 위치 4를 반환합니다. 현재 구간 안에서 피벗 7보다 왼쪽인 구간은 비어 있고, 오른쪽에는 값 8 하나가 있습니다. 7의 자리를 정했으므로 다음 호출에서는 그 인덱스 4를 제외합니다.</a:t>
            </a:r>
          </a:p>
          <a:p>
            <a:endParaRPr/>
          </a:p>
          <a:p>
            <a:r>
              <a:t>배열이 오름차순으로 보이더라도 함수 호출을 아직 끝낸 것은 아닙니다. 남은 양쪽 호출이 종료 조건에 걸려 돌아오는 것까지 확인하겠습니다. 다음 화면의 왼쪽 범위는 4부터 3까지, 오른쪽 범위는 5부터 5까지입니다.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204342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7을 인덱스 4에 놓았으므로 양쪽 구간에 마지막으로 함수를 호출합니다. 이번 구간의 lo는 4, hi는 5였고, 피벗 위치 p는 4입니다. 왼쪽 범위는 lo부터 p 마이너스 1까지이므로 4부터 3까지입니다. 원소가 없는 빈 구간입니다.</a:t>
            </a:r>
          </a:p>
          <a:p>
            <a:endParaRPr/>
          </a:p>
          <a:p>
            <a:r>
              <a:t>왼쪽 호출은 처음 줄의 종료 조건에서 바로 끝납니다. 4가 3 이상이므로 피벗을 고르거나 배열 값을 읽을 필요가 없습니다. 인덱스 4의 7을 다시 검사하라는 뜻이 아닙니다. 피벗은 이미 양쪽 호출에서 제외했습니다.</a:t>
            </a:r>
          </a:p>
          <a:p>
            <a:endParaRPr/>
          </a:p>
          <a:p>
            <a:r>
              <a:t>그다음 오른쪽 호출은 p 플러스 1부터 hi까지이므로 5부터 5까지입니다. 인덱스 5의 값 8 하나가 들어 있습니다. 원소 하나는 그대로 정렬된 구간으로 볼 수 있으므로 5가 5 이상이라는 종료 조건에서 바로 돌아옵니다.</a:t>
            </a:r>
          </a:p>
          <a:p>
            <a:endParaRPr/>
          </a:p>
          <a:p>
            <a:r>
              <a:t>이제 구간 4부터 5까지의 왼쪽과 오른쪽 호출을 모두 끝냈습니다. 오른쪽 두 값은 7, 8이고, 더 처리할 구간은 없습니다. 이 함수도 끝내고 원래 구간 0부터 5까지의 함수로 돌아갑니다.</a:t>
            </a:r>
          </a:p>
          <a:p>
            <a:endParaRPr/>
          </a:p>
          <a:p>
            <a:r>
              <a:t>원래 함수는 왼쪽 구간을 이미 끝냈고 방금 오른쪽 구간도 끝냈습니다. 따라서 원래 함수에도 남은 정렬 호출이 없습니다. 다음 화면에서 완성된 배열과 실제 피벗 확정 순서를 한 번 정리하겠습니다.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909124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퀵 정렬을 끝까지 따라왔습니다. 최종 배열은 1, 3, 4, 6, 7, 8입니다. 처음 배열의 값 여섯 개가 그대로 있고, 위치만 오름차순으로 바뀌었습니다. 원래 구간 0부터 5까지의 호출이 끝나는 순간입니다.</a:t>
            </a:r>
          </a:p>
          <a:p>
            <a:endParaRPr/>
          </a:p>
          <a:p>
            <a:r>
              <a:t>피벗을 확정한 순서를 다시 확인해 보겠습니다. 첫 번째 전체 분할에서 피벗 6을 인덱스 3에 놓았습니다. 그 왼쪽 구간 0부터 2까지에서는 피벗 4를 인덱스 2에 놓았고, 다시 그 왼쪽 0부터 1까지에서는 피벗 3을 인덱스 1에 놓았습니다. 작은 구간이 하나 또는 빈 구간이 되자 종료 조건으로 돌아왔습니다.</a:t>
            </a:r>
          </a:p>
          <a:p>
            <a:endParaRPr/>
          </a:p>
          <a:p>
            <a:r>
              <a:t>왼쪽을 모두 끝내고 원래 호출로 돌아온 뒤에는 오른쪽 4부터 5까지를 처리했습니다. 그 구간의 피벗 7은 인덱스 4에 놓였습니다. 양쪽에 남은 빈 구간과 원소 하나의 구간도 바로 끝내서, 처음 호출에 더 남은 일이 없게 되었습니다.</a:t>
            </a:r>
          </a:p>
          <a:p>
            <a:endParaRPr/>
          </a:p>
          <a:p>
            <a:r>
              <a:t>여기서 합병 정렬과 다른 점도 보입니다. 합병 정렬은 양쪽 결과를 다시 합치는 반복문이 필요했죠. 이번 퀵 정렬은 분할하면서 같은 배열 안의 값들을 교환했고, 피벗 왼쪽과 오른쪽도 그 배열의 정해진 범위 안에서 정렬했습니다. 그래서 호출이 돌아올 때 별도의 병합 단계는 필요하지 않습니다.</a:t>
            </a:r>
          </a:p>
          <a:p>
            <a:endParaRPr/>
          </a:p>
          <a:p>
            <a:r>
              <a:t>가장 중요한 흐름은 피벗을 정하고, 그 피벗을 제외한 작은 구간에 같은 함수를 호출하며, 원소가 하나 이하가 되면 끝내는 것입니다. 이번 예에서는 값 6만 제자리에 놓는 데서 멈추지 않고, 남은 모든 호출까지 끝냈습니다. 다음 코드 화면에서도 이 피벗 선택과 포인터 이동, 두 재귀 호출, 종료 조건을 그림과 연결해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8563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endParaRP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endParaRPr/>
          </a:p>
          <a:p>
            <a:r>
              <a:t>L은 lo, R은 hi 마이너스 1로 시작합니다. 예제에서는 L이 0이고 R이 4입니다. 왜 R을 hi부터 시작하지 않을까요? hi 위치에는 피벗을 따로 뒀기 때문에, 두 포인터는 그 앞의 값들만 검사해야 합니다.</a:t>
            </a:r>
          </a:p>
          <a:p>
            <a:endParaRP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endParaRP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endParaRP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endParaRP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endParaRP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endParaRP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endParaRP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endParaRP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endParaRP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endParaRP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endParaRP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endParaRP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endParaRP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endParaRP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endParaRP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endParaRP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endParaRP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endParaRP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endParaRP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endParaRP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endParaRP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endParaRP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endParaRP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endParaRP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endParaRP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endParaRP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endParaRP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endParaRP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endParaRP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endParaRP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endParaRP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endParaRP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endParaRP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endParaRP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endParaRP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어느 회사의 일별 손익 변동을 여덟 개의 정수로 기록했다고 생각해 보겠습니다. 값은 3, 마이너스 5, 12, 마이너스 2, 7, 마이너스 9, 5, 1입니다. 이 값들은 그날의 손익 변화량이지, 그날의 주식 가격 자체가 아닙니다. 양수인 날은 이익이 나고, 음수인 날은 손실이 난다고 읽으면 됩니다.</a:t>
            </a:r>
          </a:p>
          <a:p>
            <a:endParaRPr/>
          </a:p>
          <a:p>
            <a:r>
              <a:t>문제는 연속된 며칠을 골라 그 기간의 합이 가장 크게 되도록 만드는 것입니다. 첫날부터 마지막 날까지 다 고를 필요는 없습니다. 시작 날짜와 끝 날짜를 정하고, 그 사이의 날짜를 모두 포함하면 돼요. 단, 하루 이상은 골라야 합니다. 아무 날짜도 고르지 않는 빈 구간은 허용하지 않습니다.</a:t>
            </a:r>
          </a:p>
          <a:p>
            <a:endParaRPr/>
          </a:p>
          <a:p>
            <a:r>
              <a:t>그림의 막대그래프를 보세요. 셋째 날의 12와 다섯째 날의 7이 눈에 들어오지만, 이 두 날만 골라 더할 수는 없습니다. 그 사이에 있는 넷째 날의 마이너스 2도 같이 포함해야 합니다. 그래서 셋째 날부터 다섯째 날까지의 합은 12에서 2를 빼고 7을 더한 17입니다.</a:t>
            </a:r>
          </a:p>
          <a:p>
            <a:endParaRPr/>
          </a:p>
          <a:p>
            <a:r>
              <a:t>여덟 날을 처음부터 끝까지 모두 더하면 12입니다. 따라서 전체를 선택한 합보다 이 세 날을 고른 합이 더 큽니다. 이 배열의 최대 구간 합은 17이고, 선택한 구간은 셋째 날부터 다섯째 날까지입니다. 코드에서는 첫 칸을 0부터 세니까 같은 구간을 인덱스 2부터 4까지라고 부릅니다. 뒤의 모든 재귀 호출과 중앙을 걸친 합 계산에서도 똑같은 여덟 값을 사용하겠습니다.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3473082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가장 먼저 떠올릴 수 있는 방법은 모든 시작 날짜와 끝 날짜를 확인하는 것입니다. 첫날에서 시작한다고 정해 볼게요. 첫날만 고르면 합이 3이고, 둘째 날까지 늘리면 3에서 5를 뺀 마이너스 2입니다. 셋째 날까지 늘리면 거기에 12를 더해서 10이 됩니다. 이런 식으로 마지막 날까지 끝점을 한 칸씩 늘립니다.</a:t>
            </a:r>
          </a:p>
          <a:p>
            <a:endParaRPr/>
          </a:p>
          <a:p>
            <a:r>
              <a:t>첫날에서 시작하는 구간을 다 확인했으면 이번에는 둘째 날에서 시작합니다. 둘째 날만 고르는 경우, 둘째 날부터 셋째 날까지 고르는 경우를 차례대로 보는 거죠. 이렇게 시작 날짜를 여덟째 날까지 옮기면 가능한 모든 연속 구간을 빠짐없이 검사할 수 있습니다.</a:t>
            </a:r>
          </a:p>
          <a:p>
            <a:endParaRPr/>
          </a:p>
          <a:p>
            <a:r>
              <a:t>여덟 값에서는 첫날에서 시작하는 후보가 여덟 개, 둘째 날에서 시작하는 후보가 일곱 개입니다. 그 뒤로 하나씩 줄어서 마지막 날에서는 한 개가 됩니다. 전부 합하면 후보는 36개입니다. 이 작은 예제에서는 직접 확인할 만한 양이죠. 하지만 값의 개수가 커지면 시작점과 끝점의 조합이 빠르게 늘어납니다.</a:t>
            </a:r>
          </a:p>
          <a:p>
            <a:endParaRPr/>
          </a:p>
          <a:p>
            <a:r>
              <a:t>끝점을 늘릴 때 지금까지 더한 합을 저장해 놓으면 새 값 하나만 더하면 됩니다. 이렇게 구현한 완전 탐색은 시간 복잡도가 O(n²)입니다. 매 구간의 합을 처음부터 다시 계산하면 일을 더 많이 하게 됩니다. 그림의 학생이 같은 후보를 계속 적느라 복잡해지는 모습을 보세요. 이제 배열을 나눠 작은 문제의 답을 가져오는 분할 정복으로 계산을 줄여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9160997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배열을 가운데에서 왼쪽 절반과 오른쪽 절반으로 나눠 보겠습니다. 우리가 찾는 최대 구간은 세 경우 중 하나에 들어갑니다. 첫째, 구간 전체가 왼쪽 절반 안에 있을 수 있습니다. 둘째, 구간 전체가 오른쪽 절반 안에 있을 수 있습니다. 셋째, 왼쪽에서 시작해서 가운데 경계를 지나 오른쪽까지 이어질 수 있습니다.</a:t>
            </a:r>
          </a:p>
          <a:p>
            <a:endParaRPr/>
          </a:p>
          <a:p>
            <a:r>
              <a:t>그림에서 왼쪽을 살피는 학생과 오른쪽을 살피는 학생을 보세요. 각자 자기 절반에서 가장 큰 구간 합을 찾는다고 생각하면 됩니다. 이 두 값을 코드에서는 left_max와 right_max라고 부릅니다. 이 값들은 각각의 절반 안에서 시작점과 끝점을 자유롭게 고른 결과입니다.</a:t>
            </a:r>
          </a:p>
          <a:p>
            <a:endParaRPr/>
          </a:p>
          <a:p>
            <a:r>
              <a:t>가운데의 학생은 다리 양쪽을 연결하는 구간을 살핍니다. 이 구간의 최대 합이 cross_max입니다. 여기서는 왼쪽의 아무 구간과 오른쪽의 아무 구간을 더하면 안 됩니다. 두 구간을 붙였을 때 사이에 빠진 칸이 없어야 하기 때문입니다. 왼쪽에서는 가운데 칸 mid에서 끝나는 구간, 오른쪽에서는 바로 다음 칸 mid+1에서 시작하는 구간을 찾아야 해요.</a:t>
            </a:r>
          </a:p>
          <a:p>
            <a:endParaRPr/>
          </a:p>
          <a:p>
            <a:r>
              <a:t>이번 여덟 값의 예제에서는 mid가 인덱스 3이고, 경계는 인덱스 3과 4 사이입니다. 중앙을 걸친 구간은 그 두 칸을 모두 포함해야 합니다. 왼쪽 절반의 최대 구간인 left_max와, mid에서 끝나는 최대 합인 left_sum은 다른 값일 수 있다는 점도 기억해 주세요. 세 경우의 후보를 모두 계산한 다음 max로 가장 큰 값을 고르면 정답을 놓치지 않습니다. 다음부터는 실제 배열에서 이 세 답이 만들어지는 과정을 한 단계씩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519184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최대 구간 합을 처음부터 끝까지 따라가 보겠습니다. 예제 배열은 3, 마이너스 5, 12, 마이너스 2, 7, 마이너스 9, 5, 1입니다. 뒤의 코드에서도 똑같은 여덟 값을 사용할게요. 화면 아래의 작은 숫자는 값이 아니라 인덱스이고, 첫 칸은 인덱스 0입니다.</a:t>
            </a:r>
          </a:p>
          <a:p>
            <a:endParaRPr/>
          </a:p>
          <a:p>
            <a:r>
              <a:t>구간이라는 말은 배열에서 이어 붙은 칸들을 뜻합니다. 시작 칸 하나와 끝 칸 하나를 정하면 그 사이에 있는 값은 하나도 빼놓을 수 없습니다. 값 12와 7만 골라 더하는 것은 안 됩니다. 그 사이의 마이너스 2도 반드시 포함해야 해요. 또 아무 원소도 고르지 않는 빈 구간은 허용하지 않습니다.</a:t>
            </a:r>
          </a:p>
          <a:p>
            <a:endParaRPr/>
          </a:p>
          <a:p>
            <a:r>
              <a:t>지금 주황색으로 표시한 구간은 인덱스 2부터 4까지입니다. 12에서 2를 빼면 10이고, 거기에 7을 더하면 17입니다. 배열 전체를 더하면 12이므로, 전체를 선택하는 것보다 이 세 칸만 선택한 합이 더 큽니다. 음수가 있다고 무조건 그 칸에서 끊는 것도 아닙니다. 마이너스 2를 포함해도 양쪽의 큰 양수를 함께 가져올 수 있죠.</a:t>
            </a:r>
          </a:p>
          <a:p>
            <a:endParaRPr/>
          </a:p>
          <a:p>
            <a:r>
              <a:t>이제 답이 17이라는 사실을 코드에 넣고 출발하는 것이 아닙니다. 배열을 작은 구간으로 나누어 원소 하나에서 시작하고, 작은 답을 합쳐서 코드가 스스로 17을 찾는 과정을 보겠습니다. 각 단계에서 어떤 호출이 실행 중인지도 같이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2801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함수는 지금 주어진 구간의 처음을 low, 끝을 high라고 부릅니다. 이번 전체 호출에서는 low가 0이고 high가 7입니다. mid는 0과 7을 더한 뒤 2로 나눈 정수 몫이므로 3입니다. 따라서 왼쪽은 인덱스 0부터 3까지, 오른쪽은 4부터 7까지예요. 화면의 세로선이 그 경계입니다.</a:t>
            </a:r>
          </a:p>
          <a:p>
            <a:endParaRPr/>
          </a:p>
          <a:p>
            <a:r>
              <a:t>연속한 구간을 하나 골랐다고 생각해 봅시다. 그 구간이 경계 왼쪽에서 끝날 수도 있고, 경계 오른쪽에서 시작할 수도 있습니다. 두 경우가 각각 왼쪽 안에만 있는 구간과 오른쪽 안에만 있는 구간입니다. 둘 다 아니라면 경계를 넘어 양쪽에 칸이 있는 구간입니다. 연속 구간이라서 이 세 경우 외에 네 번째 경우는 없어요.</a:t>
            </a:r>
          </a:p>
          <a:p>
            <a:endParaRPr/>
          </a:p>
          <a:p>
            <a:r>
              <a:t>left_max는 왼쪽 안에서 가장 큰 구간 합입니다. 왼쪽 네 칸 가운데 어디서 시작하고 어디서 끝내도 됩니다. right_max도 오른쪽 안에서 똑같이 구합니다. 두 값은 각 절반에 같은 함수를 다시 호출해서 받아올 거예요. 여기서는 아직 그 값들을 알고 있다고 가정하지 않겠습니다.</a:t>
            </a:r>
          </a:p>
          <a:p>
            <a:endParaRPr/>
          </a:p>
          <a:p>
            <a:r>
              <a:t>cross_max는 경계 양쪽을 모두 포함한 구간 가운데 가장 큰 합입니다. 아래 줄에서는 모양만 보여 주었습니다. 파란 줄과 초록 줄에 표시된 칸도 아직 정답 후보를 계산한 결과가 아니라 각 종류의 예입니다. 앞으로 재귀 호출로 왼쪽 답을 먼저 구하고, 오른쪽 답을 구한 뒤, 경계를 걸치는 답을 구해서 세 값을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758501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걸친다는 조건을 자세히 보겠습니다. 지금 경계 바로 왼쪽은 인덱스 3의 마이너스 2이고, 바로 오른쪽은 인덱스 4의 7입니다. 왼쪽과 오른쪽을 모두 선택한 연속 구간이라면 이 두 칸을 반드시 지나가야 합니다. 한쪽 칸을 빼면 구간이 중간에서 끊어지니까요.</a:t>
            </a:r>
          </a:p>
          <a:p>
            <a:endParaRPr/>
          </a:p>
          <a:p>
            <a:r>
              <a:t>그래서 경계를 걸치는 답을 구할 때는 왼쪽의 끝을 mid에 고정합니다. 시작 칸만 mid, mid 마이너스 1, 그 전 칸으로 바꿔 봅니다. 실제 탐색에서는 mid의 값을 먼저 더하고, 포인터 i를 한 칸씩 왼쪽으로 옮기며 구간을 늘릴 거예요. 왼쪽 어디에서 끝나도 되는 left_max와는 조건이 다릅니다.</a:t>
            </a:r>
          </a:p>
          <a:p>
            <a:endParaRPr/>
          </a:p>
          <a:p>
            <a:r>
              <a:t>오른쪽은 시작 칸을 mid 플러스 1에 고정합니다. 끝 칸을 한 칸씩 오른쪽으로 늘려 봅니다. 이쪽 포인터 j는 4, 5, 6, 7 순서로 이동합니다. 양쪽에서 각각 가장 좋은 구간을 저장해 두면, 두 구간이 경계에서 바로 붙습니다. 중간에 빠진 칸도 없고, 같은 칸을 두 번 더하지도 않아요.</a:t>
            </a:r>
          </a:p>
          <a:p>
            <a:endParaRPr/>
          </a:p>
          <a:p>
            <a:r>
              <a:t>왼쪽에서 저장할 이름은 left_sum이고 오른쪽은 right_sum입니다. 재귀 호출에서 받는 left_max와 right_max와 구별해 주세요. 이름이 비슷하지만 선택할 수 있는 구간의 조건이 다릅니다. 다음 화면에서 이 차이를 숫자로 확인한 뒤, 실제 실행 순서대로 작은 호출부터 계산하겠습니다.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0861589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자주 헷갈리는 부분을 먼저 보겠습니다. 나중에 재귀 호출을 마치면 왼쪽 최대값은 12이고 오른쪽 최대값은 7이라는 답을 받습니다. 그러면 둘을 더해서 19라고 하면 되지 않을까요? 위의 줄에서 선택한 칸을 보세요. 12와 7 사이에 있는 마이너스 2를 빠뜨렸습니다. 그래서 두 칸을 더한 19는 연속 구간의 합이 아닙니다.</a:t>
            </a:r>
          </a:p>
          <a:p>
            <a:endParaRPr/>
          </a:p>
          <a:p>
            <a:r>
              <a:t>left_max는 왼쪽 전체에서 아무 구간이나 고를 수 있습니다. 값 12 한 칸에서 끝내도 되기 때문에 12가 답이 되는 것이죠. 하지만 경계를 걸치는 왼쪽 부분은 반드시 인덱스 3에서 끝나야 합니다. 값 12를 가져오려면 다음 칸인 마이너스 2도 같이 가져와야 해서 합이 10이 됩니다.</a:t>
            </a:r>
          </a:p>
          <a:p>
            <a:endParaRPr/>
          </a:p>
          <a:p>
            <a:r>
              <a:t>오른쪽 부분은 반드시 인덱스 4에서 시작해야 합니다. 이 예제에서는 7 한 칸이 가장 좋습니다. 따라서 경계에 붙은 왼쪽 합 10과 오른쪽 합 7을 더한 17이 실제로 가능한 걸친 구간입니다. 아래 주황색 칸은 12, 마이너스 2, 7이 모두 붙어 있어요.</a:t>
            </a:r>
          </a:p>
          <a:p>
            <a:endParaRPr/>
          </a:p>
          <a:p>
            <a:r>
              <a:t>여기서 12, 7, 10을 암기하지 않아도 됩니다. 뒤의 모든 화면에서 재귀 호출과 포인터 이동으로 각각 계산할 겁니다. 지금은 left_max와 left_sum이 서로 다른 조건의 값이라는 것만 기억해 주세요. 그 차이를 놓치면 중간 칸을 건너뛴 잘못된 답을 만들게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6000185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스캔에서는 두 값을 따로 관리합니다. current_sum은 지금 실제로 늘려 가는 구간의 합입니다. 처음에는 0에서 시작하고, 첫 칸을 읽은 다음 그 값을 더합니다. 다음 칸을 읽으면 이전 current_sum에 그 값을 계속 더해요. 탐색 중에 합이 작아졌다고 마음대로 0으로 바꾸지 않습니다. 경계에서 이어진 구간을 확인해야 하기 때문입니다.</a:t>
            </a:r>
          </a:p>
          <a:p>
            <a:endParaRPr/>
          </a:p>
          <a:p>
            <a:r>
              <a:t>left_sum은 왼쪽 후보들 가운데 지금까지 가장 큰 합을 저장합니다. 오른쪽을 훑을 때는 같은 역할을 right_sum이 합니다. 현재 합이 저장한 최댓값보다 크면 기록을 갱신하고, 그렇지 않으면 기록은 그대로 둡니다. 현재 구간과 최선으로 저장한 구간이 서로 다를 수도 있어요.</a:t>
            </a:r>
          </a:p>
          <a:p>
            <a:endParaRPr/>
          </a:p>
          <a:p>
            <a:r>
              <a:t>예를 들어 경계의 마이너스 2에서 시작해서 12를 더하면 현재 합은 10입니다. 그다음 마이너스 5를 더하면 현재 합은 5가 됩니다. 다음 칸을 더할 때는 10이 아니라 5에 더해야 합니다. 저장한 기록 10은 좋은 답을 잊지 않기 위한 값이지, 현재 합을 계산하는 출발점이 아닙니다.</a:t>
            </a:r>
          </a:p>
          <a:p>
            <a:endParaRPr/>
          </a:p>
          <a:p>
            <a:r>
              <a:t>최댓값 기록은 처음에 마이너스 무한대로 둡니다. 어떤 실제 합보다도 작다고 생각하면 돼요. 그러면 첫 원소가 음수여도 그 음수가 기록됩니다. 기록을 0으로 시작하면 음수만 있는 배열에서 허용하지 않은 빈 구간을 답으로 고르는 오류가 생깁니다. 아래 예에서는 첫 원소 마이너스 2를 읽고 기록이 그 값으로 바뀝니다.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4606994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호출이 어떻게 작아지는지 먼저 보겠습니다. 맨 위는 인덱스 0부터 7까지 여덟 칸입니다. 이것을 왼쪽 네 칸과 오른쪽 네 칸으로 나눕니다. 네 칸짜리 호출은 다시 두 칸씩 나누고, 두 칸짜리 호출은 원소 하나씩 나눕니다. 맨 아래의 원소 하나에서 함수가 멈춥니다.</a:t>
            </a:r>
          </a:p>
          <a:p>
            <a:endParaRPr/>
          </a:p>
          <a:p>
            <a:r>
              <a:t>원소 하나만 있는 구간에서는 고를 수 있는 비어 있지 않은 구간도 그 한 칸뿐입니다. 그래서 그 칸의 값을 바로 반환합니다. 양수는 물론 음수도 그대로 반환해요. 가장 왼쪽의 호출은 3을 돌려주고, 그 옆의 호출은 마이너스 5를 돌려줍니다. 두 값을 받은 두 칸짜리 부모 호출은 경계를 걸치는 합도 계산해서 세 후보를 비교합니다.</a:t>
            </a:r>
          </a:p>
          <a:p>
            <a:endParaRPr/>
          </a:p>
          <a:p>
            <a:r>
              <a:t>화면의 가지가 좌우로 나뉘어 있다고 두 호출이 동시에 실행되는 것은 아닙니다. 코드에 왼쪽 호출이 먼저 적혀 있으므로 맨 왼쪽 가지부터 내려갑니다. 그 호출에서 또 왼쪽을 먼저 실행합니다. 작은 답을 받아 왼쪽 네 칸의 답을 끝까지 구하고 나서야 전체 호출의 오른쪽 네 칸으로 넘어갑니다.</a:t>
            </a:r>
          </a:p>
          <a:p>
            <a:endParaRPr/>
          </a:p>
          <a:p>
            <a:r>
              <a:t>또 left_max라는 이름은 호출마다 따로 있습니다. 두 칸짜리 호출이 받은 left_max와 전체 여덟 칸짜리 호출이 기다리는 left_max는 같은 저장 공간이 아닙니다. 다음 화면들에서는 현재 처리하는 인덱스 구간을 제목에 넣고, 반환값을 어느 부모 호출이 받는지도 함께 말해 드리겠습니다.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0094696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7까지입니다. 이번 구간의 원소는 3, 마이너스 5, 12, 마이너스 2,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7를 2로 나누어 소수 부분을 버리면 3입니다. 왼쪽 호출에는 0부터 3까지를 넘기고, 오른쪽 호출에는 4부터 7까지를 넘깁니다. mid는 왼쪽에만 포함되므로 같은 칸을 두 번 처리하지 않습니다.</a:t>
            </a:r>
          </a:p>
          <a:p>
            <a:endParaRPr/>
          </a:p>
          <a:p>
            <a:r>
              <a:t>코드는 left_max를 구하는 줄부터 실행합니다. 그래서 다음에는 왼쪽 [0~3] 호출 안으로 들어갑니다. 이 호출이 답을 돌려주기 전에는 right_max를 구하는 다음 줄로 넘어가지 않습니다. 지금은 전체 여덟 칸의 답을 구하는 호출입니다.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261091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3까지입니다. 이번 구간의 원소는 3, 마이너스 5,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3를 2로 나누어 소수 부분을 버리면 1입니다. 왼쪽 호출에는 0부터 1까지를 넘기고, 오른쪽 호출에는 2부터 3까지를 넘깁니다. mid는 왼쪽에만 포함되므로 같은 칸을 두 번 처리하지 않습니다.</a:t>
            </a:r>
          </a:p>
          <a:p>
            <a:endParaRPr/>
          </a:p>
          <a:p>
            <a:r>
              <a:t>코드는 left_max를 구하는 줄부터 실행합니다. 그래서 다음에는 왼쪽 [0~1] 호출 안으로 들어갑니다. 이 호출이 답을 돌려주기 전에는 right_max를 구하는 다음 줄로 넘어가지 않습니다. [0~7]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7368804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1까지입니다. 이번 구간의 원소는 3, 마이너스 5입니다.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1를 2로 나누어 소수 부분을 버리면 0입니다. 왼쪽 호출에는 0부터 0까지를 넘기고, 오른쪽 호출에는 1부터 1까지를 넘깁니다. mid는 왼쪽에만 포함되므로 같은 칸을 두 번 처리하지 않습니다.</a:t>
            </a:r>
          </a:p>
          <a:p>
            <a:endParaRPr/>
          </a:p>
          <a:p>
            <a:r>
              <a:t>코드는 left_max를 구하는 줄부터 실행합니다. 그래서 다음에는 왼쪽 [0~0] 호출 안으로 들어갑니다. 이 호출이 답을 돌려주기 전에는 right_max를 구하는 다음 줄로 넘어가지 않습니다. [0~3]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534060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0부터 0까지입니다.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3 하나입니다. 빈 구간을 고르지 않는 문제이므로 선택할 수 있는 구간은 이 한 칸밖에 없습니다. 이 값을 더 작은 호출로 나눌 필요는 없습니다. 따라서 종료 조건 low와 high가 같다는 조건을 만족하고, a[low]의 값 3을 바로 반환합니다.</a:t>
            </a:r>
          </a:p>
          <a:p>
            <a:endParaRPr/>
          </a:p>
          <a:p>
            <a:r>
              <a:t>이 반환값은 부모 [0~1]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6249936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1부터 1까지입니다.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5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5을 바로 반환합니다.</a:t>
            </a:r>
          </a:p>
          <a:p>
            <a:endParaRPr/>
          </a:p>
          <a:p>
            <a:r>
              <a:t>이 반환값은 부모 [0~1]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7390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왼쪽 스캔입니다. 현재 mid는 0입니다. 포인터 i가 가리킨 인덱스는 0이고, 그 칸의 값은 3입니다. 왼쪽 구간은 항상 0에서 끝나며, 시작 칸을 왼쪽으로 늘리고 있습니다.</a:t>
            </a:r>
          </a:p>
          <a:p>
            <a:endParaRPr/>
          </a:p>
          <a:p>
            <a:r>
              <a:t>바로 전 현재 합은 0이었습니다. 여기에 이번 칸의 3을 더하면 3입니다. 첫 줄에서 색칠한 구간은 인덱스 0부터 0까지이고, 이 칸들을 모두 더한 값이 current_sum 3입니다. 지금은 첫 칸을 읽었으므로 초기 0에 이 한 값을 더했습니다.</a:t>
            </a:r>
          </a:p>
          <a:p>
            <a:endParaRPr/>
          </a:p>
          <a:p>
            <a:r>
              <a:t>이제 기록 left_sum과 비교합니다. 기록은 아직 마이너스 무한대이므로 실제 합 3을 첫 기록으로 저장합니다. 아래 줄이 저장한 최선의 구간입니다. </a:t>
            </a:r>
          </a:p>
          <a:p>
            <a:endParaRPr/>
          </a:p>
          <a:p>
            <a:r>
              <a:t>현재 구간의 처음 low인 0까지 읽었습니다. 다음 인덱스 -1는 이 호출 범위 밖이므로 읽지 않고 왼쪽 반복문을 끝냅니다. left_sum 3을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219669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오른쪽 스캔입니다. 현재 mid는 0입니다. 포인터 j가 가리킨 인덱스는 1이고, 그 칸의 값은 마이너스 5입니다. 오른쪽 구간은 항상 1에서 시작하며, 끝 칸을 오른쪽으로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right_sum과 비교합니다. 기록은 아직 마이너스 무한대이므로 실제 합 마이너스 5을 첫 기록으로 저장합니다. 아래 줄이 저장한 최선의 구간입니다. 왼쪽에서 끝낸 기록 3은 이 오른쪽 계산 동안 따로 보관하고 있습니다.</a:t>
            </a:r>
          </a:p>
          <a:p>
            <a:endParaRPr/>
          </a:p>
          <a:p>
            <a:r>
              <a:t>현재 구간의 끝 high인 1까지 읽었습니다. 다음 인덱스 2는 범위 밖이므로 읽지 않고 오른쪽 반복문을 끝냅니다. right_sum 마이너스 5을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2732370"/>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[0~1] 호출에서 필요한 후보 세 개를 모두 구했습니다. 왼쪽 안에서 가장 큰 합은 3이고, 오른쪽 안에서 가장 큰 합은 마이너스 5입니다. 경계를 걸친 합은 왼쪽 기록 3과 오른쪽 기록 마이너스 5을 더한 마이너스 2입니다. 화면의 각 줄은 그 값에 해당하는 실제 구간입니다.</a:t>
            </a:r>
          </a:p>
          <a:p>
            <a:endParaRPr/>
          </a:p>
          <a:p>
            <a:r>
              <a:t>이제 세 값 중 가장 큰 것을 고릅니다. 3, 마이너스 5, 마이너스 2 중 가장 큰 값은 3입니다. 왼쪽 안에만 있는 구간이 이 호출의 답입니다. 선택한 인덱스는 0부터 0까지입니다. 경계를 걸치는 계산을 했더라도 그 값이 반드시 답이 되는 것은 아니라는 점을 확인해 주세요.</a:t>
            </a:r>
          </a:p>
          <a:p>
            <a:endParaRPr/>
          </a:p>
          <a:p>
            <a:r>
              <a:t>이제 [0~1] 호출이 끝나고 부모 [0~3] 호출로 돌아갑니다. 부모는 이 3을 자신의 left_max에 저장합니다. 우리가 방금 비교한 left_max, right_max는 현재 [0~1]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591943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[0~3] 호출로 돌아왔습니다. 방금 반환받은 값은 3입니다. 왼쪽 [0~1] 안에서 합이 가장 큰 구간은 인덱스 0부터 0까지였고, 그 합이 3이었죠. 부모인 현재 호출은 이 결과를 자신의 left_max에 저장합니다.</a:t>
            </a:r>
          </a:p>
          <a:p>
            <a:endParaRPr/>
          </a:p>
          <a:p>
            <a:r>
              <a:t>여기서 left_max는 현재 [0~3] 호출의 왼쪽 전체에서 가장 큰 합을 뜻합니다. 화면의 파란 칸이 그 구간입니다. 경계의 mid까지 꼭 이어져야 하는 값은 아닙니다. 지금 파란 구간은 0에서 끝나므로, 현재 mid인 1까지 이어져 있지 않습니다. 나중에 경계를 걸치는 계산은 따로 할 거예요.</a:t>
            </a:r>
          </a:p>
          <a:p>
            <a:endParaRPr/>
          </a:p>
          <a:p>
            <a:r>
              <a:t>코드는 이제 다음 줄로 넘어갑니다. 오른쪽 [2~3] 호출을 시작하고, 그 답을 right_max에 받습니다. 아래 초록색 범위는 다음에 처리할 오른쪽 범위 전체입니다. 아직 오른쪽 답의 구간을 찾은 것이 아닙니다. 왼쪽 답 3은 저장해 둔 채로 오른쪽 호출이 끝나기를 기다립니다.</a:t>
            </a:r>
          </a:p>
          <a:p>
            <a:endParaRPr/>
          </a:p>
          <a:p>
            <a:r>
              <a:t>[0~7] 부모는 left_max의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09525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2부터 3까지입니다. 이번 구간의 원소는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2 더하기 3를 2로 나누어 소수 부분을 버리면 2입니다. 왼쪽 호출에는 2부터 2까지를 넘기고, 오른쪽 호출에는 3부터 3까지를 넘깁니다. mid는 왼쪽에만 포함되므로 같은 칸을 두 번 처리하지 않습니다.</a:t>
            </a:r>
          </a:p>
          <a:p>
            <a:endParaRPr/>
          </a:p>
          <a:p>
            <a:r>
              <a:t>코드는 left_max를 구하는 줄부터 실행합니다. 그래서 다음에는 왼쪽 [2~2] 호출 안으로 들어갑니다. 이 호출이 답을 돌려주기 전에는 right_max를 구하는 다음 줄로 넘어가지 않습니다. [0~3]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5685273"/>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2부터 2까지입니다.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12 하나입니다. 빈 구간을 고르지 않는 문제이므로 선택할 수 있는 구간은 이 한 칸밖에 없습니다. 이 값을 더 작은 호출로 나눌 필요는 없습니다. 따라서 종료 조건 low와 high가 같다는 조건을 만족하고, a[low]의 값 12을 바로 반환합니다.</a:t>
            </a:r>
          </a:p>
          <a:p>
            <a:endParaRPr/>
          </a:p>
          <a:p>
            <a:r>
              <a:t>이 반환값은 부모 [2~3]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624363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3부터 3까지입니다.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2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2을 바로 반환합니다.</a:t>
            </a:r>
          </a:p>
          <a:p>
            <a:endParaRPr/>
          </a:p>
          <a:p>
            <a:r>
              <a:t>이 반환값은 부모 [2~3]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85627975"/>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왼쪽 스캔입니다. 현재 mid는 2입니다. 포인터 i가 가리킨 인덱스는 2이고, 그 칸의 값은 12입니다. 왼쪽 구간은 항상 2에서 끝나며, 시작 칸을 왼쪽으로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left_sum과 비교합니다. 기록은 아직 마이너스 무한대이므로 실제 합 12을 첫 기록으로 저장합니다. 아래 줄이 저장한 최선의 구간입니다. </a:t>
            </a:r>
          </a:p>
          <a:p>
            <a:endParaRPr/>
          </a:p>
          <a:p>
            <a:r>
              <a:t>현재 구간의 처음 low인 2까지 읽었습니다. 다음 인덱스 1는 이 호출 범위 밖이므로 읽지 않고 왼쪽 반복문을 끝냅니다. left_sum 12을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5413851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오른쪽 스캔입니다. 현재 mid는 2입니다. 포인터 j가 가리킨 인덱스는 3이고, 그 칸의 값은 마이너스 2입니다. 오른쪽 구간은 항상 3에서 시작하며, 끝 칸을 오른쪽으로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right_sum과 비교합니다. 기록은 아직 마이너스 무한대이므로 실제 합 마이너스 2을 첫 기록으로 저장합니다. 아래 줄이 저장한 최선의 구간입니다. 왼쪽에서 끝낸 기록 12은 이 오른쪽 계산 동안 따로 보관하고 있습니다.</a:t>
            </a:r>
          </a:p>
          <a:p>
            <a:endParaRPr/>
          </a:p>
          <a:p>
            <a:r>
              <a:t>현재 구간의 끝 high인 3까지 읽었습니다. 다음 인덱스 4는 범위 밖이므로 읽지 않고 오른쪽 반복문을 끝냅니다. right_sum 마이너스 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2261171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[2~3] 호출에서 필요한 후보 세 개를 모두 구했습니다. 왼쪽 안에서 가장 큰 합은 12이고, 오른쪽 안에서 가장 큰 합은 마이너스 2입니다. 경계를 걸친 합은 왼쪽 기록 12과 오른쪽 기록 마이너스 2을 더한 10입니다. 화면의 각 줄은 그 값에 해당하는 실제 구간입니다.</a:t>
            </a:r>
          </a:p>
          <a:p>
            <a:endParaRPr/>
          </a:p>
          <a:p>
            <a:r>
              <a:t>이제 세 값 중 가장 큰 것을 고릅니다. 12, 마이너스 2, 10 중 가장 큰 값은 12입니다. 왼쪽 안에만 있는 구간이 이 호출의 답입니다. 선택한 인덱스는 2부터 2까지입니다. 경계를 걸치는 계산을 했더라도 그 값이 반드시 답이 되는 것은 아니라는 점을 확인해 주세요.</a:t>
            </a:r>
          </a:p>
          <a:p>
            <a:endParaRPr/>
          </a:p>
          <a:p>
            <a:r>
              <a:t>이제 [2~3] 호출이 끝나고 부모 [0~3] 호출로 돌아갑니다. 부모는 이 12을 자신의 right_max에 저장합니다. 우리가 방금 비교한 left_max, right_max는 현재 [2~3]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7807040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[2~3]의 답은 12이고, 인덱스 2부터 2까지를 선택한 합입니다. 이 값을 현재 [0~3] 호출의 right_max에 저장합니다. 이전에 저장한 left_max 3도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1이므로 왼쪽 부분은 인덱스 1에서 끝나야 하고, 오른쪽 부분은 2에서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7975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3과 오른쪽 답 12을 이미 받았습니다. 이제 그 값들은 잠시 저장해 두고, 경계를 걸치는 답을 구하는 max_crossing_sum을 실행합니다. 현재 구간은 [0~3]이고 가운데 인덱스는 1입니다. 다른 작은 호출에서 썼던 mid가 아니라 지금 구간의 mid를 사용합니다.</a:t>
            </a:r>
          </a:p>
          <a:p>
            <a:endParaRPr/>
          </a:p>
          <a:p>
            <a:r>
              <a:t>왼쪽 스캔은 경계 바로 왼쪽 칸 a[1]에서 시작합니다. 이 칸의 값은 마이너스 5입니다. 그다음 0부터 0까지 인덱스를 하나씩 줄입니다. 이렇게 하면 왼쪽 구간의 끝은 항상 1에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73191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1이고, 그 칸의 값은 마이너스 5입니다. 왼쪽 구간은 항상 1에서 끝나며, 시작 칸을 왼쪽으로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left_sum과 비교합니다. 기록은 아직 마이너스 무한대이므로 실제 합 마이너스 5을 첫 기록으로 저장합니다. 아래 줄이 저장한 최선의 구간입니다. </a:t>
            </a:r>
          </a:p>
          <a:p>
            <a:endParaRPr/>
          </a:p>
          <a:p>
            <a:r>
              <a:t>이제 i를 0로 줄입니다. 다음 칸에서는 지금 current_sum 마이너스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5150599"/>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0이고, 그 칸의 값은 3입니다. 왼쪽 구간은 항상 1에서 끝나며, 시작 칸을 왼쪽으로 늘리고 있습니다.</a:t>
            </a:r>
          </a:p>
          <a:p>
            <a:endParaRPr/>
          </a:p>
          <a:p>
            <a:r>
              <a:t>바로 전 현재 합은 마이너스 5이었습니다. 여기에 이번 칸의 3을 더하면 마이너스 2입니다. 첫 줄에서 색칠한 구간은 인덱스 0부터 1까지이고, 이 칸들을 모두 더한 값이 current_sum 마이너스 2입니다. 이전 최댓값 기록 −5에 더한 것이 아니라 이전 current_sum 마이너스 5에 더했습니다.</a:t>
            </a:r>
          </a:p>
          <a:p>
            <a:endParaRPr/>
          </a:p>
          <a:p>
            <a:r>
              <a:t>이제 기록 left_sum과 비교합니다. 현재 합 마이너스 2이 기존 기록 마이너스 5보다 큽니다. 그래서 기록을 마이너스 2으로 갱신하고, 지금 검사한 구간을 가장 좋은 구간으로 저장합니다. 아래 줄이 저장한 최선의 구간입니다. </a:t>
            </a:r>
          </a:p>
          <a:p>
            <a:endParaRPr/>
          </a:p>
          <a:p>
            <a:r>
              <a:t>현재 구간의 처음 low인 0까지 읽었습니다. 다음 인덱스 -1는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719522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1에 붙어 있는 가장 좋은 구간은 인덱스 0부터 1까지이고,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2입니다. 왼쪽이 1에서 끝났으므로 오른쪽은 그 바로 다음 칸에서 시작해야 합니다. 오른쪽은 2부터 3까지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2526018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2이고, 그 칸의 값은 12입니다. 오른쪽 구간은 항상 2에서 시작하며, 끝 칸을 오른쪽으로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right_sum과 비교합니다. 기록은 아직 마이너스 무한대이므로 실제 합 12을 첫 기록으로 저장합니다. 아래 줄이 저장한 최선의 구간입니다. 왼쪽에서 끝낸 기록 마이너스 2은 이 오른쪽 계산 동안 따로 보관하고 있습니다.</a:t>
            </a:r>
          </a:p>
          <a:p>
            <a:endParaRPr/>
          </a:p>
          <a:p>
            <a:r>
              <a:t>이제 j를 3로 늘립니다. 다음 칸에서는 지금 current_sum 12에 a[3]를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972985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3이고, 그 칸의 값은 마이너스 2입니다. 오른쪽 구간은 항상 2에서 시작하며, 끝 칸을 오른쪽으로 늘리고 있습니다.</a:t>
            </a:r>
          </a:p>
          <a:p>
            <a:endParaRPr/>
          </a:p>
          <a:p>
            <a:r>
              <a:t>바로 전 현재 합은 12이었습니다. 여기에 이번 칸의 마이너스 2을 더하면 10입니다. 첫 줄에서 색칠한 구간은 인덱스 2부터 3까지이고, 이 칸들을 모두 더한 값이 current_sum 10입니다. 이전 최댓값 기록 12에 더한 것이 아니라 이전 current_sum 12에 더했습니다.</a:t>
            </a:r>
          </a:p>
          <a:p>
            <a:endParaRPr/>
          </a:p>
          <a:p>
            <a:r>
              <a:t>이제 기록 right_sum과 비교합니다. 현재 합 10은 기존 기록 12보다 크지 않습니다. 따라서 기록은 12을 유지하고, 기록한 구간도 인덱스 2부터 2까지로 그대로 둡니다. 현재 합이 줄어도 이전에 찾은 좋은 답을 잊으면 안 됩니다. 아래 줄이 저장한 최선의 구간입니다. 왼쪽에서 끝낸 기록 마이너스 2은 이 오른쪽 계산 동안 따로 보관하고 있습니다.</a:t>
            </a:r>
          </a:p>
          <a:p>
            <a:endParaRPr/>
          </a:p>
          <a:p>
            <a:r>
              <a:t>현재 구간의 끝 high인 3까지 읽었습니다. 다음 인덱스 4는 범위 밖이므로 읽지 않고 오른쪽 반복문을 끝냅니다. right_sum 12을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5828840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0부터 1까지의 합 마이너스 2입니다. 오른쪽 기록은 인덱스 2부터 2까지의 합 12입니다. 첫 줄과 둘째 줄에서 색칠한 칸을 확인해 보세요.</a:t>
            </a:r>
          </a:p>
          <a:p>
            <a:endParaRPr/>
          </a:p>
          <a:p>
            <a:r>
              <a:t>왼쪽 기록의 끝은 반드시 mid인 1이고, 오른쪽 기록의 시작은 반드시 mid 플러스 1인 2입니다. 따라서 두 구간을 붙이면 인덱스 0부터 2까지의 연속 구간 하나가 됩니다. 빠진 중간 칸도 없고, 양쪽에서 겹쳐 더한 칸도 없습니다.</a:t>
            </a:r>
          </a:p>
          <a:p>
            <a:endParaRPr/>
          </a:p>
          <a:p>
            <a:r>
              <a:t>두 기록을 더하면 마이너스 2 더하기 12이므로 10입니다. 이 값이 현재 [0~3]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3, right_max 12, 지금 구한 cross_max 10을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237658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[0~3] 호출에서 필요한 후보 세 개를 모두 구했습니다. 왼쪽 안에서 가장 큰 합은 3이고, 오른쪽 안에서 가장 큰 합은 12입니다. 경계를 걸친 합은 왼쪽 기록 마이너스 2과 오른쪽 기록 12을 더한 10입니다. 화면의 각 줄은 그 값에 해당하는 실제 구간입니다.</a:t>
            </a:r>
          </a:p>
          <a:p>
            <a:endParaRPr/>
          </a:p>
          <a:p>
            <a:r>
              <a:t>이제 세 값 중 가장 큰 것을 고릅니다. 3, 12, 10 중 가장 큰 값은 12입니다. 오른쪽 안에만 있는 구간이 이 호출의 답입니다. 선택한 인덱스는 2부터 2까지입니다. 경계를 걸치는 계산을 했더라도 그 값이 반드시 답이 되는 것은 아니라는 점을 확인해 주세요.</a:t>
            </a:r>
          </a:p>
          <a:p>
            <a:endParaRPr/>
          </a:p>
          <a:p>
            <a:r>
              <a:t>이제 [0~3] 호출이 끝나고 부모 [0~7] 호출로 돌아갑니다. 부모는 이 12을 자신의 left_max에 저장합니다. 우리가 방금 비교한 left_max, right_max는 현재 [0~3]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506589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[0~7] 호출로 돌아왔습니다. 방금 반환받은 값은 12입니다. 왼쪽 [0~3] 안에서 합이 가장 큰 구간은 인덱스 2부터 2까지였고, 그 합이 12이었죠. 부모인 현재 호출은 이 결과를 자신의 left_max에 저장합니다.</a:t>
            </a:r>
          </a:p>
          <a:p>
            <a:endParaRPr/>
          </a:p>
          <a:p>
            <a:r>
              <a:t>여기서 left_max는 현재 [0~7] 호출의 왼쪽 전체에서 가장 큰 합을 뜻합니다. 화면의 파란 칸이 그 구간입니다. 경계의 mid까지 꼭 이어져야 하는 값은 아닙니다. 지금 파란 구간은 2에서 끝나므로, 현재 mid인 3까지 이어져 있지 않습니다. 나중에 경계를 걸치는 계산은 따로 할 거예요.</a:t>
            </a:r>
          </a:p>
          <a:p>
            <a:endParaRPr/>
          </a:p>
          <a:p>
            <a:r>
              <a:t>코드는 이제 다음 줄로 넘어갑니다. 오른쪽 [4~7] 호출을 시작하고, 그 답을 right_max에 받습니다. 아래 초록색 범위는 다음에 처리할 오른쪽 범위 전체입니다. 아직 오른쪽 답의 구간을 찾은 것이 아닙니다. 왼쪽 답 12은 저장해 둔 채로 오른쪽 호출이 끝나기를 기다립니다.</a:t>
            </a:r>
          </a:p>
          <a:p>
            <a:endParaRPr/>
          </a:p>
          <a:p>
            <a:r>
              <a:t>지금은 전체 여덟 칸의 답을 구하는 호출입니다.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6535815"/>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7까지입니다. 이번 구간의 원소는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7를 2로 나누어 소수 부분을 버리면 5입니다. 왼쪽 호출에는 4부터 5까지를 넘기고, 오른쪽 호출에는 6부터 7까지를 넘깁니다. mid는 왼쪽에만 포함되므로 같은 칸을 두 번 처리하지 않습니다.</a:t>
            </a:r>
          </a:p>
          <a:p>
            <a:endParaRPr/>
          </a:p>
          <a:p>
            <a:r>
              <a:t>코드는 left_max를 구하는 줄부터 실행합니다. 그래서 다음에는 왼쪽 [4~5] 호출 안으로 들어갑니다. 이 호출이 답을 돌려주기 전에는 right_max를 구하는 다음 줄로 넘어가지 않습니다. [0~7]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08392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5까지입니다. 이번 구간의 원소는 7, 마이너스 9입니다.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5를 2로 나누어 소수 부분을 버리면 4입니다. 왼쪽 호출에는 4부터 4까지를 넘기고, 오른쪽 호출에는 5부터 5까지를 넘깁니다. mid는 왼쪽에만 포함되므로 같은 칸을 두 번 처리하지 않습니다.</a:t>
            </a:r>
          </a:p>
          <a:p>
            <a:endParaRPr/>
          </a:p>
          <a:p>
            <a:r>
              <a:t>코드는 left_max를 구하는 줄부터 실행합니다. 그래서 다음에는 왼쪽 [4~4] 호출 안으로 들어갑니다. 이 호출이 답을 돌려주기 전에는 right_max를 구하는 다음 줄로 넘어가지 않습니다. [4~7]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561901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4부터 4까지입니다.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7 하나입니다. 빈 구간을 고르지 않는 문제이므로 선택할 수 있는 구간은 이 한 칸밖에 없습니다. 이 값을 더 작은 호출로 나눌 필요는 없습니다. 따라서 종료 조건 low와 high가 같다는 조건을 만족하고, a[low]의 값 7을 바로 반환합니다.</a:t>
            </a:r>
          </a:p>
          <a:p>
            <a:endParaRPr/>
          </a:p>
          <a:p>
            <a:r>
              <a:t>이 반환값은 부모 [4~5]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77140018"/>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5부터 5까지입니다.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9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9을 바로 반환합니다.</a:t>
            </a:r>
          </a:p>
          <a:p>
            <a:endParaRPr/>
          </a:p>
          <a:p>
            <a:r>
              <a:t>이 반환값은 부모 [4~5]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179338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왼쪽 스캔입니다. 현재 mid는 4입니다. 포인터 i가 가리킨 인덱스는 4이고, 그 칸의 값은 7입니다. 왼쪽 구간은 항상 4에서 끝나며, 시작 칸을 왼쪽으로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left_sum과 비교합니다. 기록은 아직 마이너스 무한대이므로 실제 합 7을 첫 기록으로 저장합니다. 아래 줄이 저장한 최선의 구간입니다. </a:t>
            </a:r>
          </a:p>
          <a:p>
            <a:endParaRPr/>
          </a:p>
          <a:p>
            <a:r>
              <a:t>현재 구간의 처음 low인 4까지 읽었습니다. 다음 인덱스 3는 이 호출 범위 밖이므로 읽지 않고 왼쪽 반복문을 끝냅니다. left_sum 7을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433719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오른쪽 스캔입니다. 현재 mid는 4입니다. 포인터 j가 가리킨 인덱스는 5이고, 그 칸의 값은 마이너스 9입니다. 오른쪽 구간은 항상 5에서 시작하며, 끝 칸을 오른쪽으로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right_sum과 비교합니다. 기록은 아직 마이너스 무한대이므로 실제 합 마이너스 9을 첫 기록으로 저장합니다. 아래 줄이 저장한 최선의 구간입니다. 왼쪽에서 끝낸 기록 7은 이 오른쪽 계산 동안 따로 보관하고 있습니다.</a:t>
            </a:r>
          </a:p>
          <a:p>
            <a:endParaRPr/>
          </a:p>
          <a:p>
            <a:r>
              <a:t>현재 구간의 끝 high인 5까지 읽었습니다. 다음 인덱스 6는 범위 밖이므로 읽지 않고 오른쪽 반복문을 끝냅니다. right_sum 마이너스 9을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60643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[4~5] 호출에서 필요한 후보 세 개를 모두 구했습니다. 왼쪽 안에서 가장 큰 합은 7이고, 오른쪽 안에서 가장 큰 합은 마이너스 9입니다. 경계를 걸친 합은 왼쪽 기록 7과 오른쪽 기록 마이너스 9을 더한 마이너스 2입니다. 화면의 각 줄은 그 값에 해당하는 실제 구간입니다.</a:t>
            </a:r>
          </a:p>
          <a:p>
            <a:endParaRPr/>
          </a:p>
          <a:p>
            <a:r>
              <a:t>이제 세 값 중 가장 큰 것을 고릅니다. 7, 마이너스 9, 마이너스 2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[4~5] 호출이 끝나고 부모 [4~7] 호출로 돌아갑니다. 부모는 이 7을 자신의 left_max에 저장합니다. 우리가 방금 비교한 left_max, right_max는 현재 [4~5]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59510373"/>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[4~7] 호출로 돌아왔습니다. 방금 반환받은 값은 7입니다. 왼쪽 [4~5] 안에서 합이 가장 큰 구간은 인덱스 4부터 4까지였고, 그 합이 7이었죠. 부모인 현재 호출은 이 결과를 자신의 left_max에 저장합니다.</a:t>
            </a:r>
          </a:p>
          <a:p>
            <a:endParaRPr/>
          </a:p>
          <a:p>
            <a:r>
              <a:t>여기서 left_max는 현재 [4~7] 호출의 왼쪽 전체에서 가장 큰 합을 뜻합니다. 화면의 파란 칸이 그 구간입니다. 경계의 mid까지 꼭 이어져야 하는 값은 아닙니다. 지금 파란 구간은 4에서 끝나므로, 현재 mid인 5까지 이어져 있지 않습니다. 나중에 경계를 걸치는 계산은 따로 할 거예요.</a:t>
            </a:r>
          </a:p>
          <a:p>
            <a:endParaRPr/>
          </a:p>
          <a:p>
            <a:r>
              <a:t>코드는 이제 다음 줄로 넘어갑니다. 오른쪽 [6~7] 호출을 시작하고, 그 답을 right_max에 받습니다. 아래 초록색 범위는 다음에 처리할 오른쪽 범위 전체입니다. 아직 오른쪽 답의 구간을 찾은 것이 아닙니다. 왼쪽 답 7은 저장해 둔 채로 오른쪽 호출이 끝나기를 기다립니다.</a:t>
            </a:r>
          </a:p>
          <a:p>
            <a:endParaRPr/>
          </a:p>
          <a:p>
            <a:r>
              <a:t>[0~7] 부모는 right_max의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6859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6부터 7까지입니다. 이번 구간의 원소는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6 더하기 7를 2로 나누어 소수 부분을 버리면 6입니다. 왼쪽 호출에는 6부터 6까지를 넘기고, 오른쪽 호출에는 7부터 7까지를 넘깁니다. mid는 왼쪽에만 포함되므로 같은 칸을 두 번 처리하지 않습니다.</a:t>
            </a:r>
          </a:p>
          <a:p>
            <a:endParaRPr/>
          </a:p>
          <a:p>
            <a:r>
              <a:t>코드는 left_max를 구하는 줄부터 실행합니다. 그래서 다음에는 왼쪽 [6~6] 호출 안으로 들어갑니다. 이 호출이 답을 돌려주기 전에는 right_max를 구하는 다음 줄로 넘어가지 않습니다. [4~7]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599612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6부터 6까지입니다.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5 하나입니다. 빈 구간을 고르지 않는 문제이므로 선택할 수 있는 구간은 이 한 칸밖에 없습니다. 이 값을 더 작은 호출로 나눌 필요는 없습니다. 따라서 종료 조건 low와 high가 같다는 조건을 만족하고, a[low]의 값 5을 바로 반환합니다.</a:t>
            </a:r>
          </a:p>
          <a:p>
            <a:endParaRPr/>
          </a:p>
          <a:p>
            <a:r>
              <a:t>이 반환값은 부모 [6~7]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36079887"/>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7부터 7까지입니다.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 하나입니다. 빈 구간을 고르지 않는 문제이므로 선택할 수 있는 구간은 이 한 칸밖에 없습니다. 이 값을 더 작은 호출로 나눌 필요는 없습니다. 따라서 종료 조건 low와 high가 같다는 조건을 만족하고, a[low]의 값 1을 바로 반환합니다.</a:t>
            </a:r>
          </a:p>
          <a:p>
            <a:endParaRPr/>
          </a:p>
          <a:p>
            <a:r>
              <a:t>이 반환값은 부모 [6~7]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89230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왼쪽 스캔입니다. 현재 mid는 6입니다. 포인터 i가 가리킨 인덱스는 6이고, 그 칸의 값은 5입니다. 왼쪽 구간은 항상 6에서 끝나며, 시작 칸을 왼쪽으로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left_sum과 비교합니다. 기록은 아직 마이너스 무한대이므로 실제 합 5을 첫 기록으로 저장합니다. 아래 줄이 저장한 최선의 구간입니다. </a:t>
            </a:r>
          </a:p>
          <a:p>
            <a:endParaRPr/>
          </a:p>
          <a:p>
            <a:r>
              <a:t>현재 구간의 처음 low인 6까지 읽었습니다. 다음 인덱스 5는 이 호출 범위 밖이므로 읽지 않고 왼쪽 반복문을 끝냅니다. left_sum 5을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02668374"/>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오른쪽 스캔입니다. 현재 mid는 6입니다. 포인터 j가 가리킨 인덱스는 7이고, 그 칸의 값은 1입니다. 오른쪽 구간은 항상 7에서 시작하며, 끝 칸을 오른쪽으로 늘리고 있습니다.</a:t>
            </a:r>
          </a:p>
          <a:p>
            <a:endParaRPr/>
          </a:p>
          <a:p>
            <a:r>
              <a:t>바로 전 현재 합은 0이었습니다. 여기에 이번 칸의 1을 더하면 1입니다. 첫 줄에서 색칠한 구간은 인덱스 7부터 7까지이고, 이 칸들을 모두 더한 값이 current_sum 1입니다. 지금은 첫 칸을 읽었으므로 초기 0에 이 한 값을 더했습니다.</a:t>
            </a:r>
          </a:p>
          <a:p>
            <a:endParaRPr/>
          </a:p>
          <a:p>
            <a:r>
              <a:t>이제 기록 right_sum과 비교합니다. 기록은 아직 마이너스 무한대이므로 실제 합 1을 첫 기록으로 저장합니다. 아래 줄이 저장한 최선의 구간입니다. 왼쪽에서 끝낸 기록 5은 이 오른쪽 계산 동안 따로 보관하고 있습니다.</a:t>
            </a:r>
          </a:p>
          <a:p>
            <a:endParaRPr/>
          </a:p>
          <a:p>
            <a:r>
              <a:t>현재 구간의 끝 high인 7까지 읽었습니다. 다음 인덱스 8는 범위 밖이므로 읽지 않고 오른쪽 반복문을 끝냅니다. right_sum 1을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9134770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[6~7] 호출에서 필요한 후보 세 개를 모두 구했습니다. 왼쪽 안에서 가장 큰 합은 5이고, 오른쪽 안에서 가장 큰 합은 1입니다. 경계를 걸친 합은 왼쪽 기록 5과 오른쪽 기록 1을 더한 6입니다. 화면의 각 줄은 그 값에 해당하는 실제 구간입니다.</a:t>
            </a:r>
          </a:p>
          <a:p>
            <a:endParaRPr/>
          </a:p>
          <a:p>
            <a:r>
              <a:t>이제 세 값 중 가장 큰 것을 고릅니다. 5, 1, 6 중 가장 큰 값은 6입니다. 경계를 걸치는 구간이 이 호출의 답입니다. 선택한 인덱스는 6부터 7까지입니다. 이번에는 두 절반 안의 답보다 경계를 이어 붙인 답이 더 큽니다.</a:t>
            </a:r>
          </a:p>
          <a:p>
            <a:endParaRPr/>
          </a:p>
          <a:p>
            <a:r>
              <a:t>이제 [6~7] 호출이 끝나고 부모 [4~7] 호출로 돌아갑니다. 부모는 이 6을 자신의 right_max에 저장합니다. 우리가 방금 비교한 left_max, right_max는 현재 [6~7]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881612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[6~7]의 답은 6이고, 인덱스 6부터 7까지를 선택한 합입니다. 이 값을 현재 [4~7] 호출의 right_max에 저장합니다. 이전에 저장한 left_max 7도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5이므로 왼쪽 부분은 인덱스 5에서 끝나야 하고, 오른쪽 부분은 6에서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12854777"/>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7과 오른쪽 답 6을 이미 받았습니다. 이제 그 값들은 잠시 저장해 두고, 경계를 걸치는 답을 구하는 max_crossing_sum을 실행합니다. 현재 구간은 [4~7]이고 가운데 인덱스는 5입니다. 다른 작은 호출에서 썼던 mid가 아니라 지금 구간의 mid를 사용합니다.</a:t>
            </a:r>
          </a:p>
          <a:p>
            <a:endParaRPr/>
          </a:p>
          <a:p>
            <a:r>
              <a:t>왼쪽 스캔은 경계 바로 왼쪽 칸 a[5]에서 시작합니다. 이 칸의 값은 마이너스 9입니다. 그다음 4부터 4까지 인덱스를 하나씩 줄입니다. 이렇게 하면 왼쪽 구간의 끝은 항상 5에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8095519"/>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5이고, 그 칸의 값은 마이너스 9입니다. 왼쪽 구간은 항상 5에서 끝나며, 시작 칸을 왼쪽으로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left_sum과 비교합니다. 기록은 아직 마이너스 무한대이므로 실제 합 마이너스 9을 첫 기록으로 저장합니다. 아래 줄이 저장한 최선의 구간입니다. </a:t>
            </a:r>
          </a:p>
          <a:p>
            <a:endParaRPr/>
          </a:p>
          <a:p>
            <a:r>
              <a:t>이제 i를 4로 줄입니다. 다음 칸에서는 지금 current_sum 마이너스 9에 a[4]를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4693988"/>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4이고, 그 칸의 값은 7입니다. 왼쪽 구간은 항상 5에서 끝나며, 시작 칸을 왼쪽으로 늘리고 있습니다.</a:t>
            </a:r>
          </a:p>
          <a:p>
            <a:endParaRPr/>
          </a:p>
          <a:p>
            <a:r>
              <a:t>바로 전 현재 합은 마이너스 9이었습니다. 여기에 이번 칸의 7을 더하면 마이너스 2입니다. 첫 줄에서 색칠한 구간은 인덱스 4부터 5까지이고, 이 칸들을 모두 더한 값이 current_sum 마이너스 2입니다. 이전 최댓값 기록 −9에 더한 것이 아니라 이전 current_sum 마이너스 9에 더했습니다.</a:t>
            </a:r>
          </a:p>
          <a:p>
            <a:endParaRPr/>
          </a:p>
          <a:p>
            <a:r>
              <a:t>이제 기록 left_sum과 비교합니다. 현재 합 마이너스 2이 기존 기록 마이너스 9보다 큽니다. 그래서 기록을 마이너스 2으로 갱신하고, 지금 검사한 구간을 가장 좋은 구간으로 저장합니다. 아래 줄이 저장한 최선의 구간입니다. </a:t>
            </a:r>
          </a:p>
          <a:p>
            <a:endParaRPr/>
          </a:p>
          <a:p>
            <a:r>
              <a:t>현재 구간의 처음 low인 4까지 읽었습니다. 다음 인덱스 3는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715634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5에 붙어 있는 가장 좋은 구간은 인덱스 4부터 5까지이고,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6입니다. 왼쪽이 5에서 끝났으므로 오른쪽은 그 바로 다음 칸에서 시작해야 합니다. 오른쪽은 6부터 7까지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96435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6이고, 그 칸의 값은 5입니다. 오른쪽 구간은 항상 6에서 시작하며, 끝 칸을 오른쪽으로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right_sum과 비교합니다. 기록은 아직 마이너스 무한대이므로 실제 합 5을 첫 기록으로 저장합니다. 아래 줄이 저장한 최선의 구간입니다. 왼쪽에서 끝낸 기록 마이너스 2은 이 오른쪽 계산 동안 따로 보관하고 있습니다.</a:t>
            </a:r>
          </a:p>
          <a:p>
            <a:endParaRPr/>
          </a:p>
          <a:p>
            <a:r>
              <a:t>이제 j를 7로 늘립니다. 다음 칸에서는 지금 current_sum 5에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894035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7이고, 그 칸의 값은 1입니다. 오른쪽 구간은 항상 6에서 시작하며, 끝 칸을 오른쪽으로 늘리고 있습니다.</a:t>
            </a:r>
          </a:p>
          <a:p>
            <a:endParaRPr/>
          </a:p>
          <a:p>
            <a:r>
              <a:t>바로 전 현재 합은 5이었습니다. 여기에 이번 칸의 1을 더하면 6입니다. 첫 줄에서 색칠한 구간은 인덱스 6부터 7까지이고, 이 칸들을 모두 더한 값이 current_sum 6입니다. 이전 최댓값 기록 5에 더한 것이 아니라 이전 current_sum 5에 더했습니다.</a:t>
            </a:r>
          </a:p>
          <a:p>
            <a:endParaRPr/>
          </a:p>
          <a:p>
            <a:r>
              <a:t>이제 기록 right_sum과 비교합니다. 현재 합 6이 기존 기록 5보다 큽니다. 그래서 기록을 6으로 갱신하고, 지금 검사한 구간을 가장 좋은 구간으로 저장합니다. 아래 줄이 저장한 최선의 구간입니다. 왼쪽에서 끝낸 기록 마이너스 2은 이 오른쪽 계산 동안 따로 보관하고 있습니다.</a:t>
            </a:r>
          </a:p>
          <a:p>
            <a:endParaRPr/>
          </a:p>
          <a:p>
            <a:r>
              <a:t>현재 구간의 끝 high인 7까지 읽었습니다. 다음 인덱스 8는 범위 밖이므로 읽지 않고 오른쪽 반복문을 끝냅니다. right_sum 6을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7085593"/>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4부터 5까지의 합 마이너스 2입니다. 오른쪽 기록은 인덱스 6부터 7까지의 합 6입니다. 첫 줄과 둘째 줄에서 색칠한 칸을 확인해 보세요.</a:t>
            </a:r>
          </a:p>
          <a:p>
            <a:endParaRPr/>
          </a:p>
          <a:p>
            <a:r>
              <a:t>왼쪽 기록의 끝은 반드시 mid인 5이고, 오른쪽 기록의 시작은 반드시 mid 플러스 1인 6입니다. 따라서 두 구간을 붙이면 인덱스 4부터 7까지의 연속 구간 하나가 됩니다. 빠진 중간 칸도 없고, 양쪽에서 겹쳐 더한 칸도 없습니다.</a:t>
            </a:r>
          </a:p>
          <a:p>
            <a:endParaRPr/>
          </a:p>
          <a:p>
            <a:r>
              <a:t>두 기록을 더하면 마이너스 2 더하기 6이므로 4입니다. 이 값이 현재 [4~7]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7, right_max 6, 지금 구한 cross_max 4을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94293476"/>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[4~7] 호출에서 필요한 후보 세 개를 모두 구했습니다. 왼쪽 안에서 가장 큰 합은 7이고, 오른쪽 안에서 가장 큰 합은 6입니다. 경계를 걸친 합은 왼쪽 기록 마이너스 2과 오른쪽 기록 6을 더한 4입니다. 화면의 각 줄은 그 값에 해당하는 실제 구간입니다.</a:t>
            </a:r>
          </a:p>
          <a:p>
            <a:endParaRPr/>
          </a:p>
          <a:p>
            <a:r>
              <a:t>이제 세 값 중 가장 큰 것을 고릅니다. 7, 6, 4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[4~7] 호출이 끝나고 부모 [0~7] 호출로 돌아갑니다. 부모는 이 7을 자신의 right_max에 저장합니다. 우리가 방금 비교한 left_max, right_max는 현재 [4~7]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686270"/>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[4~7]의 답은 7이고, 인덱스 4부터 4까지를 선택한 합입니다. 이 값을 현재 [0~7] 호출의 right_max에 저장합니다. 이전에 저장한 left_max 12도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3이므로 왼쪽 부분은 인덱스 3에서 끝나야 하고, 오른쪽 부분은 4에서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7610998"/>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절반의 답 12와 오른쪽 절반의 답 7을 구했습니다. 이제 중앙 경계를 걸친 구간의 최대 합을 구할 차례입니다. 그림의 첫 장면은 왼쪽 스캔, 두 번째 장면은 오른쪽 스캔, 세 번째 장면은 두 결과를 붙이는 과정입니다.</a:t>
            </a:r>
          </a:p>
          <a:p>
            <a:endParaRPr/>
          </a:p>
          <a:p>
            <a:r>
              <a:t>왼쪽 스캔은 mid인 인덱스 3의 마이너스 2에서 출발합니다. 왼쪽으로 한 칸씩 넓혀 가면 현재 합은 마이너스 2, 10, 5, 8이 됩니다. 그중 가장 큰 값은 10이고, 그때 선택한 구간은 값 12와 마이너스 2입니다. 그림에서 금색으로 남겨 놓은 두 칸이 바로 그 구간이에요. 현재 합이 나중에 5나 8로 바뀌더라도, 지금까지의 최고 기록 10은 따로 저장해 둡니다.</a:t>
            </a:r>
          </a:p>
          <a:p>
            <a:endParaRPr/>
          </a:p>
          <a:p>
            <a:r>
              <a:t>오른쪽 스캔은 mid 바로 다음인 인덱스 4의 7에서 출발합니다. 오른쪽으로 넓히면 현재 합이 7, 마이너스 2, 3, 4가 됩니다. 최고 기록은 첫 칸의 7입니다. 더 멀리까지 넓혔다고 해서 그 긴 구간을 반드시 고르는 것은 아닙니다. 훑는 동안 가장 큰 합을 기록했던 구간을 고릅니다.</a:t>
            </a:r>
          </a:p>
          <a:p>
            <a:endParaRPr/>
          </a:p>
          <a:p>
            <a:r>
              <a:t>왼쪽 최고 기록 10과 오른쪽 최고 기록 7을 합하면 17입니다. 실제로 이어 붙인 값은 12, 마이너스 2, 7이고, 중간 칸이 빠지지 않았습니다. 여기서 왼쪽 기록 10은 왼쪽 절반 전체의 최대 구간 합 12와 다른 값입니다. 12만 고르면 경계 바로 왼쪽의 마이너스 2를 빠뜨리기 때문에 중앙을 걸친 구간으로 붙일 수 없어요. 이제 이 그림의 왼쪽 스캔부터 코드가 수행하는 순서대로 한 칸씩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70848332"/>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12과 오른쪽 답 7을 이미 받았습니다. 이제 그 값들은 잠시 저장해 두고, 경계를 걸치는 답을 구하는 max_crossing_sum을 실행합니다. 현재 구간은 [0~7]이고 가운데 인덱스는 3입니다. 다른 작은 호출에서 썼던 mid가 아니라 지금 구간의 mid를 사용합니다.</a:t>
            </a:r>
          </a:p>
          <a:p>
            <a:endParaRPr/>
          </a:p>
          <a:p>
            <a:r>
              <a:t>왼쪽 스캔은 경계 바로 왼쪽 칸 a[3]에서 시작합니다. 이 칸의 값은 마이너스 2입니다. 그다음 2부터 0까지 인덱스를 하나씩 줄입니다. 이렇게 하면 왼쪽 구간의 끝은 항상 3에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1013742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3이고, 그 칸의 값은 마이너스 2입니다. 왼쪽 구간은 항상 3에서 끝나며, 시작 칸을 왼쪽으로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left_sum과 비교합니다. 기록은 아직 마이너스 무한대이므로 실제 합 마이너스 2을 첫 기록으로 저장합니다. 아래 줄이 저장한 최선의 구간입니다. </a:t>
            </a:r>
          </a:p>
          <a:p>
            <a:endParaRPr/>
          </a:p>
          <a:p>
            <a:r>
              <a:t>이제 i를 2로 줄입니다. 다음 칸에서는 지금 current_sum 마이너스 2에 a[2]를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2254247"/>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2이고, 그 칸의 값은 12입니다. 왼쪽 구간은 항상 3에서 끝나며, 시작 칸을 왼쪽으로 늘리고 있습니다.</a:t>
            </a:r>
          </a:p>
          <a:p>
            <a:endParaRPr/>
          </a:p>
          <a:p>
            <a:r>
              <a:t>바로 전 현재 합은 마이너스 2이었습니다. 여기에 이번 칸의 12을 더하면 10입니다. 첫 줄에서 색칠한 구간은 인덱스 2부터 3까지이고, 이 칸들을 모두 더한 값이 current_sum 10입니다. 이전 최댓값 기록 −2에 더한 것이 아니라 이전 current_sum 마이너스 2에 더했습니다.</a:t>
            </a:r>
          </a:p>
          <a:p>
            <a:endParaRPr/>
          </a:p>
          <a:p>
            <a:r>
              <a:t>이제 기록 left_sum과 비교합니다. 현재 합 10이 기존 기록 마이너스 2보다 큽니다. 그래서 기록을 10으로 갱신하고, 지금 검사한 구간을 가장 좋은 구간으로 저장합니다. 아래 줄이 저장한 최선의 구간입니다. </a:t>
            </a:r>
          </a:p>
          <a:p>
            <a:endParaRPr/>
          </a:p>
          <a:p>
            <a:r>
              <a:t>이제 i를 1로 줄입니다. 다음 칸에서는 지금 current_sum 10에 a[1]를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45163496"/>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1이고, 그 칸의 값은 마이너스 5입니다. 왼쪽 구간은 항상 3에서 끝나며, 시작 칸을 왼쪽으로 늘리고 있습니다.</a:t>
            </a:r>
          </a:p>
          <a:p>
            <a:endParaRPr/>
          </a:p>
          <a:p>
            <a:r>
              <a:t>바로 전 현재 합은 10이었습니다. 여기에 이번 칸의 마이너스 5을 더하면 5입니다. 첫 줄에서 색칠한 구간은 인덱스 1부터 3까지이고, 이 칸들을 모두 더한 값이 current_sum 5입니다. 이전 최댓값 기록 10에 더한 것이 아니라 이전 current_sum 10에 더했습니다.</a:t>
            </a:r>
          </a:p>
          <a:p>
            <a:endParaRPr/>
          </a:p>
          <a:p>
            <a:r>
              <a:t>이제 기록 left_sum과 비교합니다. 현재 합 5은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이제 i를 0로 줄입니다. 다음 칸에서는 지금 current_sum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4185066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0이고, 그 칸의 값은 3입니다. 왼쪽 구간은 항상 3에서 끝나며, 시작 칸을 왼쪽으로 늘리고 있습니다.</a:t>
            </a:r>
          </a:p>
          <a:p>
            <a:endParaRPr/>
          </a:p>
          <a:p>
            <a:r>
              <a:t>바로 전 현재 합은 5이었습니다. 여기에 이번 칸의 3을 더하면 8입니다. 첫 줄에서 색칠한 구간은 인덱스 0부터 3까지이고, 이 칸들을 모두 더한 값이 current_sum 8입니다. 이전 최댓값 기록 10에 더한 것이 아니라 이전 current_sum 5에 더했습니다.</a:t>
            </a:r>
          </a:p>
          <a:p>
            <a:endParaRPr/>
          </a:p>
          <a:p>
            <a:r>
              <a:t>이제 기록 left_sum과 비교합니다. 현재 합 8은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현재 구간의 처음 low인 0까지 읽었습니다. 다음 인덱스 -1는 이 호출 범위 밖이므로 읽지 않고 왼쪽 반복문을 끝냅니다. left_sum 10을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6609647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3에 붙어 있는 가장 좋은 구간은 인덱스 2부터 3까지이고, 그 합은 10입니다. 이 값을 left_sum에 보관합니다. 화면의 파란 칸이 기록한 구간입니다. 왼쪽 스캔의 마지막 current_sum 8과 left_sum 10을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4입니다. 왼쪽이 3에서 끝났으므로 오른쪽은 그 바로 다음 칸에서 시작해야 합니다. 오른쪽은 4부터 7까지 인덱스를 늘리며 읽습니다.</a:t>
            </a:r>
          </a:p>
          <a:p>
            <a:endParaRPr/>
          </a:p>
          <a:p>
            <a:r>
              <a:t>다음 화면부터는 오른쪽 현재 합을 계산하고 right_sum을 갱신합니다. 왼쪽 기록 10은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4282687"/>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4이고, 그 칸의 값은 7입니다. 오른쪽 구간은 항상 4에서 시작하며, 끝 칸을 오른쪽으로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right_sum과 비교합니다. 기록은 아직 마이너스 무한대이므로 실제 합 7을 첫 기록으로 저장합니다. 아래 줄이 저장한 최선의 구간입니다. 왼쪽에서 끝낸 기록 10은 이 오른쪽 계산 동안 따로 보관하고 있습니다.</a:t>
            </a:r>
          </a:p>
          <a:p>
            <a:endParaRPr/>
          </a:p>
          <a:p>
            <a:r>
              <a:t>이제 j를 5로 늘립니다. 다음 칸에서는 지금 current_sum 7에 a[5]를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79838988"/>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5이고, 그 칸의 값은 마이너스 9입니다. 오른쪽 구간은 항상 4에서 시작하며, 끝 칸을 오른쪽으로 늘리고 있습니다.</a:t>
            </a:r>
          </a:p>
          <a:p>
            <a:endParaRPr/>
          </a:p>
          <a:p>
            <a:r>
              <a:t>바로 전 현재 합은 7이었습니다. 여기에 이번 칸의 마이너스 9을 더하면 마이너스 2입니다. 첫 줄에서 색칠한 구간은 인덱스 4부터 5까지이고, 이 칸들을 모두 더한 값이 current_sum 마이너스 2입니다. 이전 최댓값 기록 7에 더한 것이 아니라 이전 current_sum 7에 더했습니다.</a:t>
            </a:r>
          </a:p>
          <a:p>
            <a:endParaRPr/>
          </a:p>
          <a:p>
            <a:r>
              <a:t>이제 기록 right_sum과 비교합니다. 현재 합 마이너스 2은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6로 늘립니다. 다음 칸에서는 지금 current_sum 마이너스 2에 a[6]를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855024"/>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6이고, 그 칸의 값은 5입니다. 오른쪽 구간은 항상 4에서 시작하며, 끝 칸을 오른쪽으로 늘리고 있습니다.</a:t>
            </a:r>
          </a:p>
          <a:p>
            <a:endParaRPr/>
          </a:p>
          <a:p>
            <a:r>
              <a:t>바로 전 현재 합은 마이너스 2이었습니다. 여기에 이번 칸의 5을 더하면 3입니다. 첫 줄에서 색칠한 구간은 인덱스 4부터 6까지이고, 이 칸들을 모두 더한 값이 current_sum 3입니다. 이전 최댓값 기록 7에 더한 것이 아니라 이전 current_sum 마이너스 2에 더했습니다.</a:t>
            </a:r>
          </a:p>
          <a:p>
            <a:endParaRPr/>
          </a:p>
          <a:p>
            <a:r>
              <a:t>이제 기록 right_sum과 비교합니다. 현재 합 3은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7로 늘립니다. 다음 칸에서는 지금 current_sum 3에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3913968"/>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7이고, 그 칸의 값은 1입니다. 오른쪽 구간은 항상 4에서 시작하며, 끝 칸을 오른쪽으로 늘리고 있습니다.</a:t>
            </a:r>
          </a:p>
          <a:p>
            <a:endParaRPr/>
          </a:p>
          <a:p>
            <a:r>
              <a:t>바로 전 현재 합은 3이었습니다. 여기에 이번 칸의 1을 더하면 4입니다. 첫 줄에서 색칠한 구간은 인덱스 4부터 7까지이고, 이 칸들을 모두 더한 값이 current_sum 4입니다. 이전 최댓값 기록 7에 더한 것이 아니라 이전 current_sum 3에 더했습니다.</a:t>
            </a:r>
          </a:p>
          <a:p>
            <a:endParaRPr/>
          </a:p>
          <a:p>
            <a:r>
              <a:t>이제 기록 right_sum과 비교합니다. 현재 합 4은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현재 구간의 끝 high인 7까지 읽었습니다. 다음 인덱스 8는 범위 밖이므로 읽지 않고 오른쪽 반복문을 끝냅니다. right_sum 7을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721150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2부터 3까지의 합 10입니다. 오른쪽 기록은 인덱스 4부터 4까지의 합 7입니다. 첫 줄과 둘째 줄에서 색칠한 칸을 확인해 보세요.</a:t>
            </a:r>
          </a:p>
          <a:p>
            <a:endParaRPr/>
          </a:p>
          <a:p>
            <a:r>
              <a:t>왼쪽 기록의 끝은 반드시 mid인 3이고, 오른쪽 기록의 시작은 반드시 mid 플러스 1인 4입니다. 따라서 두 구간을 붙이면 인덱스 2부터 4까지의 연속 구간 하나가 됩니다. 빠진 중간 칸도 없고, 양쪽에서 겹쳐 더한 칸도 없습니다.</a:t>
            </a:r>
          </a:p>
          <a:p>
            <a:endParaRPr/>
          </a:p>
          <a:p>
            <a:r>
              <a:t>두 기록을 더하면 10 더하기 7이므로 17입니다. 이 값이 현재 [0~7]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12, right_max 7, 지금 구한 cross_max 17을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33346836"/>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[0~7] 호출에서 필요한 후보 세 개를 모두 구했습니다. 왼쪽 안에서 가장 큰 합은 12이고, 오른쪽 안에서 가장 큰 합은 7입니다. 경계를 걸친 합은 왼쪽 기록 10과 오른쪽 기록 7을 더한 17입니다. 화면의 각 줄은 그 값에 해당하는 실제 구간입니다.</a:t>
            </a:r>
          </a:p>
          <a:p>
            <a:endParaRPr/>
          </a:p>
          <a:p>
            <a:r>
              <a:t>이제 세 값 중 가장 큰 것을 고릅니다. 12, 7, 17 중 가장 큰 값은 17입니다. 경계를 걸치는 구간이 이 호출의 답입니다. 선택한 인덱스는 2부터 4까지입니다. 이번에는 두 절반 안의 답보다 경계를 이어 붙인 답이 더 큽니다.</a:t>
            </a:r>
          </a:p>
          <a:p>
            <a:endParaRPr/>
          </a:p>
          <a:p>
            <a:r>
              <a:t>이제 전체 여덟 칸의 계산이 끝났습니다. 반환하는 값은 17이고, 그 값에 해당하는 구간은 12 − 2 + 7입니다. 답을 코드에 미리 넣지 않고 작은 호출의 반환과 경계 스캔을 거쳐 찾았습니다.</a:t>
            </a:r>
          </a:p>
          <a:p>
            <a:endParaRPr/>
          </a:p>
          <a:p>
            <a:r>
              <a:t>뒤에서는 방금 따라간 과정을 실제 파이썬 코드와 연결해 보겠습니다. 특히 재귀 답과 경계에 붙은 기록이 어떻게 다른지, 음수만 있을 때도 빈 구간을 고르지 않는지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751672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방금 따라간 과정을 코드와 연결해 보겠습니다. 함수가 받는 세 입력은 배열 a, 시작 인덱스 low, 끝 인덱스 high입니다. low와 high는 둘 다 포함합니다. 전체 배열에서 시작할 때는 0과 len(a) 마이너스 1을 넘기므로 이 예제에서는 0과 7입니다.</a:t>
            </a:r>
          </a:p>
          <a:p>
            <a:endParaRPr/>
          </a:p>
          <a:p>
            <a:r>
              <a:t>첫 조건은 low와 high가 같은지 확인합니다. 같으면 원소 하나만 남은 것이어서 a[low]를 반환합니다. 화면에서 3, 마이너스 5, 12, 마이너스 2 같은 값들이 각각 위로 돌아왔던 부분이 이 줄입니다. 이 조건이 없으면 같은 한 칸을 계속 나누어 호출할 수 있어요.</a:t>
            </a:r>
          </a:p>
          <a:p>
            <a:endParaRPr/>
          </a:p>
          <a:p>
            <a:r>
              <a:t>두 칸 이상이면 mid를 계산합니다. 왼쪽 호출은 low부터 mid까지, 오른쪽 호출은 mid 플러스 1부터 high까지입니다. left_max를 받는 줄은 왼쪽 함수가 반환할 때까지 기다리고, 그 다음에 right_max를 받는 줄이 실행됩니다. 각 작은 호출도 이 코드의 처음부터 똑같이 시작한다는 점을 기억해 주세요.</a:t>
            </a:r>
          </a:p>
          <a:p>
            <a:endParaRPr/>
          </a:p>
          <a:p>
            <a:r>
              <a:t>양쪽 답을 받은 다음 max_crossing_sum을 호출합니다. 여기서 두 반복문으로 경계에 붙은 가장 좋은 합을 구합니다. 마지막 max는 세 값 중 가장 큰 값을 고르는 함수입니다. 전체 호출에서는 left_max가 12, right_max가 7, cross_max가 17이므로 17을 반환했습니다. 코드에는 정답 17이 미리 적혀 있지 않고 이 세 계산의 결과로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218427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 계산 함수의 왼쪽 부분입니다. left_sum에는 가장 큰 왼쪽 후보의 합을 저장합니다. 시작값 float의 마이너스 inf는 마이너스 무한대라는 뜻입니다. 실제로 나온 어떤 합보다도 작게 두어 첫 후보를 반드시 저장하려는 장치예요. current_sum은 아직 읽은 칸이 없어서 0으로 시작합니다.</a:t>
            </a:r>
          </a:p>
          <a:p>
            <a:endParaRPr/>
          </a:p>
          <a:p>
            <a:r>
              <a:t>반복문의 range는 mid에서 시작하고, 인덱스를 마이너스 1씩 줄입니다. 파이썬의 range는 두 번째 인수에 적힌 값을 포함하지 않기 때문에 멈춤값을 low가 아니라 low 마이너스 1로 적었습니다. 전체 호출에서는 range의 인수가 3, 마이너스 1, 마이너스 1입니다. 실제로 읽는 인덱스는 3, 2, 1, 0입니다. 인덱스 마이너스 1의 값은 읽지 않습니다.</a:t>
            </a:r>
          </a:p>
          <a:p>
            <a:endParaRPr/>
          </a:p>
          <a:p>
            <a:r>
              <a:t>current_sum 더하기 a[i]를 수행하면 mid부터 현재 i까지 이어진 모든 칸의 합이 됩니다. 화면에서 마이너스 2, 10, 5, 8로 바뀌었던 값이 이 변수입니다. 그다음 조건에서 현재 합이 left_sum보다 큰지 확인합니다. 클 때만 left_sum을 바꿉니다. 그래서 기록은 마이너스 2에서 10으로 갱신된 뒤 10을 유지했습니다.</a:t>
            </a:r>
          </a:p>
          <a:p>
            <a:endParaRPr/>
          </a:p>
          <a:p>
            <a:r>
              <a:t>이 코드에서는 구간의 시작 인덱스를 따로 저장하지 않고 합만 반환합니다. 우리가 그림에서 최선의 칸도 색칠한 것은 어떤 합인지 이해하기 위한 표시입니다. 프로그램에 필요한 답이 최대 합 하나라면 이 코드처럼 합만 가지고 있어도 됩니다. 다음 화면에서는 왼쪽 기록을 보관한 채 오른쪽 합을 새로 시작하겠습니다.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34441387"/>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반복문을 마친 다음 코드입니다. right_sum은 오른쪽 후보의 최댓값 기록이므로 마이너스 무한대로 시작합니다. current_sum은 오른쪽 부분만 더하기 위해 0으로 새로 설정합니다. 앞에서 구한 left_sum은 이 코드에서 바꾸지 않아요.</a:t>
            </a:r>
          </a:p>
          <a:p>
            <a:endParaRPr/>
          </a:p>
          <a:p>
            <a:r>
              <a:t>오른쪽 반복문은 mid 플러스 1에서 시작합니다. 왼쪽에 mid가 들어 있었으므로 바로 다음 칸부터 읽는 것입니다. 이번에는 인덱스를 오른쪽으로 늘리며 high까지 포함합니다. range의 멈춤값이 포함되지 않으므로 high 플러스 1을 적었습니다. 전체 호출에서 실제 인덱스는 4, 5, 6, 7이고, 8번 칸을 읽지는 않습니다.</a:t>
            </a:r>
          </a:p>
          <a:p>
            <a:endParaRPr/>
          </a:p>
          <a:p>
            <a:r>
              <a:t>각 칸의 값을 current_sum에 더한 뒤 right_sum과 비교합니다. 전체 호출의 현재 합은 7, 마이너스 2, 3, 4 순서였습니다. 첫 값 7이 가장 컸으므로 right_sum은 끝까지 7을 유지했습니다. 마지막에 나온 current_sum 4를 답으로 쓰지 않는 이유가 여기 있습니다. 마지막 후보와 가장 좋은 후보는 다를 수 있어요.</a:t>
            </a:r>
          </a:p>
          <a:p>
            <a:endParaRPr/>
          </a:p>
          <a:p>
            <a:r>
              <a:t>마지막 줄은 left_sum과 right_sum을 더해 반환합니다. 두 구간은 각각 mid에서 끝나고 mid 플러스 1에서 시작하므로 빈틈 없이 붙습니다. 전체 호출의 기록은 10과 7이었고 합은 17입니다. 이 값이 부모 함수에서 받는 cross_max가 됩니다. 이제 부모의 마지막 max가 left_max, right_max, cross_max를 비교합니다.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4799909"/>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반복문의 인덱스가 낯설 수 있어서 그림으로 한 번 더 보겠습니다. 전체 구간은 인덱스 0부터 7까지이고 mid는 3입니다. 왼쪽을 읽는 순서는 3, 2, 1, 0입니다. 화면의 파란 칸을 오른쪽 끝에서 왼쪽 끝으로 읽습니다. 오른쪽은 4, 5, 6, 7 순서이고 초록 칸을 왼쪽 끝에서 오른쪽 끝으로 읽어요.</a:t>
            </a:r>
          </a:p>
          <a:p>
            <a:endParaRPr/>
          </a:p>
          <a:p>
            <a:r>
              <a:t>range의 두 번째 인수는 실제로 방문하지 않는 멈춤값입니다. 왼쪽은 마지막으로 0번 칸을 읽어야 해서 멈춤값을 마이너스 1로 적었습니다. step이 마이너스 1이므로 인덱스를 계속 줄이다가 그 직전에 멈춥니다. 오른쪽은 마지막으로 7번 칸을 읽어야 해서 멈춤값을 8로 적었습니다.</a:t>
            </a:r>
          </a:p>
          <a:p>
            <a:endParaRPr/>
          </a:p>
          <a:p>
            <a:r>
              <a:t>파이썬에서는 배열의 마이너스 인덱스를 사용하면 뒤쪽 값을 읽을 수 있지만, 지금 왼쪽 반복문에서는 마이너스 1을 실제로 읽지 않습니다. 또한 a[8]에 접근하는 것도 아닙니다. range가 만들어 주는 인덱스 목록에 이 두 값은 포함되어 있지 않아요. 화면의 이동 순서를 그대로 목록으로 생각하면 쉽습니다.</a:t>
            </a:r>
          </a:p>
          <a:p>
            <a:endParaRPr/>
          </a:p>
          <a:p>
            <a:r>
              <a:t>더 작은 호출에서도 원리는 같습니다. 예를 들어 low가 4, mid가 5인 왼쪽 스캔은 5, 4만 읽고 멈춥니다. 배열 전체의 0까지 내려가면 안 됩니다. 반복문의 low와 high는 항상 현재 호출의 범위라는 점을 함께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48653430"/>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예제에는 양수가 많았으니 음수만 있는 경우도 확인해 볼게요. 네 값은 마이너스 4, 마이너스 2, 마이너스 5, 마이너스 1입니다. 빈 구간은 허용하지 않으므로 답을 0으로 정하면 안 됩니다. 네 값 중 가장 덜 작은 값인 마이너스 1 한 칸이 전체 답입니다.</a:t>
            </a:r>
          </a:p>
          <a:p>
            <a:endParaRPr/>
          </a:p>
          <a:p>
            <a:r>
              <a:t>왼쪽 두 칸의 재귀 답은 마이너스 2이고 오른쪽 두 칸의 재귀 답은 마이너스 1입니다. 원소 하나에서도 음수를 그대로 반환하고, 두 칸에서도 음수 후보를 비교했기 때문에 이 답을 받을 수 있습니다. 음수를 0으로 바꾸는 코드는 이 문제의 조건과 다릅니다.</a:t>
            </a:r>
          </a:p>
          <a:p>
            <a:endParaRPr/>
          </a:p>
          <a:p>
            <a:r>
              <a:t>가운데 경계의 mid는 1입니다. 왼쪽 스캔은 마이너스 2에서 시작하고 마이너스 4를 더해서 현재 합이 마이너스 6이 됩니다. 기록은 더 큰 마이너스 2를 유지합니다. 오른쪽은 마이너스 5에서 시작하고 마이너스 1을 더해 마이너스 6이 됩니다. 기록은 마이너스 5를 유지합니다. 따라서 걸친 합은 마이너스 2와 마이너스 5를 더한 마이너스 7입니다.</a:t>
            </a:r>
          </a:p>
          <a:p>
            <a:endParaRPr/>
          </a:p>
          <a:p>
            <a:r>
              <a:t>세 후보 마이너스 2, 마이너스 1, 마이너스 7을 비교하면 마이너스 1이 가장 큽니다. 음수에서는 절댓값이 크다고 값도 큰 것이 아닙니다. 이 결과가 나오려면 최댓값 기록을 0이 아니라 마이너스 무한대로 초기화해야 한다는 점을 확인할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0711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여덟 칸 예제에서는 경계를 걸친 합 17이 최종 답이었습니다. 하지만 항상 cross_max가 이기는 것은 아닙니다. 이번 네 값은 8, 마이너스 10, 마이너스 2, 마이너스 3입니다. 왼쪽 두 칸 안에서는 8 한 칸을 고른 합이 가장 크고, 오른쪽 안에서는 마이너스 2 한 칸이 가장 큽니다.</a:t>
            </a:r>
          </a:p>
          <a:p>
            <a:endParaRPr/>
          </a:p>
          <a:p>
            <a:r>
              <a:t>mid는 인덱스 1이어서 왼쪽 경계 칸이 마이너스 10입니다. 왼쪽 스캔의 첫 합은 마이너스 10이고, 그다음 8을 더하면 마이너스 2입니다. 둘 중 큰 기록은 마이너스 2입니다. 경계를 걸치는 왼쪽 부분에서는 값 8만 고를 수 없어요. 경계 칸 마이너스 10도 포함해야 하니까요.</a:t>
            </a:r>
          </a:p>
          <a:p>
            <a:endParaRPr/>
          </a:p>
          <a:p>
            <a:r>
              <a:t>오른쪽은 인덱스 2의 마이너스 2에서 시작하고, 마이너스 3을 더하면 합이 마이너스 5입니다. 오른쪽 기록은 마이너스 2를 유지합니다. 두 기록 마이너스 2와 마이너스 2를 더하면 cross_max는 마이너스 4입니다. 아래 줄에서 8, 마이너스 10, 마이너스 2가 모두 붙어 있는 것을 확인해 주세요.</a:t>
            </a:r>
          </a:p>
          <a:p>
            <a:endParaRPr/>
          </a:p>
          <a:p>
            <a:r>
              <a:t>마지막 비교는 8, 마이너스 2, 마이너스 4 중 가장 큰 8을 고릅니다. 경계를 걸친 구간을 정확히 계산해도, 그 구간이 더 불리하면 왼쪽 답을 그대로 반환해야 합니다. 그래서 마지막 줄은 left_sum 더하기 right_sum을 곧장 최종 답으로 내는 코드가 아니라, left_max, right_max, cross_max 세 값을 비교하는 코드입니다.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96087646"/>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모든 재귀 호출과 중앙을 걸친 합의 계산을 마쳤습니다. 이제 이 방법이 왜 완전 탐색보다 빠른지 확인해 볼게요. 분할 정복 알고리즘의 한 호출이 하는 일을 나누어 보겠습니다.</a:t>
            </a:r>
          </a:p>
          <a:p>
            <a:endParaRPr/>
          </a:p>
          <a:p>
            <a:r>
              <a:t>먼저 분할입니다. low와 high의 가운데인 mid를 계산하는 일은 원소 수와 관계없이 한 번의 계산으로 끝납니다. 그래서 O(1)입니다. 그 다음 정복 단계에서는 절반 크기의 문제를 왼쪽과 오른쪽에서 한 번씩 풉니다. 이 두 재귀 호출의 비용을 2T(n/2)라고 적습니다.</a:t>
            </a:r>
          </a:p>
          <a:p>
            <a:endParaRPr/>
          </a:p>
          <a:p>
            <a:r>
              <a:t>결합 단계에서는 중앙을 걸친 구간의 최대 합을 구합니다. 그림에서 왼쪽과 오른쪽을 각각 살피는 모습을 보세요. mid에서 왼쪽 끝까지, mid+1에서 오른쪽 끝까지 각 값을 한 번씩 읽으니까 한 호출의 결합 비용은 O(n)입니다. 구간마다 모든 시작점과 끝점을 다시 조합해서 조사하는 것이 아니에요.</a:t>
            </a:r>
          </a:p>
          <a:p>
            <a:endParaRPr/>
          </a:p>
          <a:p>
            <a:r>
              <a:t>재귀 호출을 한 층씩 모아서 보면, 같은 층의 구간들은 원래 배열을 서로 겹치지 않게 나눠 갖습니다. 그래서 한 층에서 값을 훑는 총량은 O(n)이고, 문제를 계속 절반으로 나누므로 층의 개수는 O(log n)입니다. 두 값을 곱해서 전체 시간은 O(n log n)이 됩니다. 병합 정렬에서 정렬된 두 구간을 합칠 때와 같은 형태의 시간 복잡도예요. 다음 그림에서 실제 여덟 값에 대해 각 층이 어떤 구간을 읽는지도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042332"/>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계산 비용도 방금 본 그림으로 확인해 보겠습니다. 경계를 걸치는 합을 구할 때 왼쪽 칸을 한 번씩 읽고 오른쪽 칸을 한 번씩 읽었습니다. 현재 구간의 크기가 n개라면 두 반복문을 합쳐 총 n칸을 읽으므로 이 결합 단계의 비용은 O(n)입니다.</a:t>
            </a:r>
          </a:p>
          <a:p>
            <a:endParaRPr/>
          </a:p>
          <a:p>
            <a:r>
              <a:t>전체 여덟 칸 예제에는 두 칸짜리 호출이 네 개 있습니다. 각각 경계 계산에서 두 칸을 읽으므로 합치면 8번입니다. 네 칸짜리 호출은 두 개 있고 각각 네 칸을 읽어서 역시 합치면 8번입니다. 마지막 전체 여덟 칸 호출에서도 여덟 칸을 읽습니다. 그래서 경계 스캔에서 원소를 읽은 횟수는 8 더하기 8 더하기 8, 총 24번입니다. 이 수는 모든 명령의 실행 횟수가 아니라 결합 반복문에서 배열 칸을 읽은 횟수예요.</a:t>
            </a:r>
          </a:p>
          <a:p>
            <a:endParaRPr/>
          </a:p>
          <a:p>
            <a:r>
              <a:t>한 층에서 구간들이 나뉘어 있어도 전체 원소 수의 합은 n으로 같습니다. 반으로 나누어 원소 하나까지 내려가면 결합할 층의 수는 로그 n에 비례합니다. 지금은 8에서 4, 2, 1로 줄었으므로 결합 층이 세 개였습니다. 따라서 각 층의 n번 비용을 로그 n개의 층에서 수행해서 전체 시간은 O(n log n)입니다.</a:t>
            </a:r>
          </a:p>
          <a:p>
            <a:endParaRPr/>
          </a:p>
          <a:p>
            <a:r>
              <a:t>점화식으로 쓰면 T(n)은 크기 절반의 호출 두 번과 O(n)의 결합 비용을 더한 값입니다. 이 식이 외워야 하는 갑작스러운 공식이 아니라, 우리가 왼쪽과 오른쪽을 호출한 뒤 두 스캔을 실행한 코드의 구조라는 점을 연결해 주세요. 원소 하나의 호출에서는 경계 반복문을 실행하지 않고 바로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6296227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과정을 마지막 그림으로 다시 묶어 보겠습니다. 맨 아래의 원소 하나는 자기 값을 그대로 반환했습니다. 그 위의 두 칸짜리 호출은 각각 3, 12, 7, 6을 반환했습니다. 특히 마지막 두 칸 5와 1은 경계를 이어 붙인 합 6이 더 좋았죠.</a:t>
            </a:r>
          </a:p>
          <a:p>
            <a:endParaRPr/>
          </a:p>
          <a:p>
            <a:r>
              <a:t>왼쪽 네 칸짜리 호출은 3, 12, 걸친 합 10을 비교해서 12를 반환했습니다. 오른쪽 네 칸짜리 호출은 7, 6, 걸친 합 4를 비교해서 7을 반환했습니다. 그래서 전체 호출이 받은 left_max는 12이고 right_max는 7이었습니다. 재귀 답을 갑자기 주어진 숫자로 생각하지 말고, 아래에서 실제로 계산해 올린 결과라고 보세요.</a:t>
            </a:r>
          </a:p>
          <a:p>
            <a:endParaRPr/>
          </a:p>
          <a:p>
            <a:r>
              <a:t>전체 경계는 인덱스 3과 4 사이였습니다. 왼쪽 스캔의 현재 합은 마이너스 2, 10, 5, 8이었고 저장한 최댓값은 10이었습니다. 오른쪽 현재 합은 7, 마이너스 2, 3, 4였고 저장한 최댓값은 7이었습니다. 두 기록을 더해서 cross_max 17을 만들었습니다. 그때 선택된 구간은 인덱스 2부터 4까지의 12, 마이너스 2, 7입니다.</a:t>
            </a:r>
          </a:p>
          <a:p>
            <a:endParaRPr/>
          </a:p>
          <a:p>
            <a:r>
              <a:t>마지막으로 12, 7, 17 중 가장 큰 17을 반환합니다. 기억할 것은 세 가지입니다. 재귀의 left_max와 right_max는 각 절반 내부의 답이고, 경계 스캔의 left_sum과 right_sum은 반드시 경계에 붙은 구간의 기록입니다. 그리고 현재 합과 저장한 최댓값은 서로 다를 수 있습니다. 이 구분을 하면 재귀 호출과 두 포인터의 이동을 코드 한 줄씩 따라갈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9120047"/>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표의 마지막 열부터 외우기보다는 각 행의 점화식을 먼저 읽어보겠습니다. 이진 탐색은 절반 크기의 문제를 하나만 남깁니다. 그래서 에이는 일, 비는 이이고, 한 단계에서 가운데 값과 비교하는 일은 상수 시간입니다. 병합 정렬은 절반 크기 두 부분을 모두 정렬하므로 에이가 이입니다. 두 정렬 결과를 병합할 때 전체 원소를 한 번씩 보니 결합 비용은 엔에 비례합니다. 절반으로 나누는 깊이는 로그 엔이고 각 깊이의 전체 병합 비용은 엔이므로 엔 로그 엔 시간이 됩니다. 최대 구간 합도 두 절반의 결과와 경계를 가로지르는 합을 결합합니다. 최근접 쌍의 엔 로그 엔 결과는 와이 좌표의 정렬 순서를 재귀 과정에서 유지하는 구현일 때 해당합니다. 점화식을 쓸 때는 실제 코드가 수행하는 일과 결합 비용이 일치하는지 확인해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2835357"/>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장의 공통 구조를 다시 보겠습니다</a:t>
            </a:r>
            <a:r>
              <a:rPr lang="en-US" altLang="ko-KR"/>
              <a:t>. </a:t>
            </a:r>
            <a:r>
              <a:rPr lang="ko-KR" altLang="en-US"/>
              <a:t>먼저 문제를 작은 부분으로 나누고</a:t>
            </a:r>
            <a:r>
              <a:rPr lang="en-US" altLang="ko-KR"/>
              <a:t>, </a:t>
            </a:r>
            <a:r>
              <a:rPr lang="ko-KR" altLang="en-US"/>
              <a:t>각 부분을 재귀적으로 푼 뒤 원래 문제의 답을 구성합니다</a:t>
            </a:r>
            <a:r>
              <a:rPr lang="en-US" altLang="ko-KR"/>
              <a:t>. </a:t>
            </a:r>
            <a:r>
              <a:rPr lang="ko-KR" altLang="en-US"/>
              <a:t>병합 정렬은 정렬된 두 부분에서 작은 값부터 꺼내 합쳤습니다</a:t>
            </a:r>
            <a:r>
              <a:rPr lang="en-US" altLang="ko-KR"/>
              <a:t>. </a:t>
            </a:r>
            <a:r>
              <a:rPr lang="ko-KR" altLang="en-US"/>
              <a:t>퀵 정렬은 피벗을 제자리에 놓고 그 왼쪽과 오른쪽을 각각 정렬했습니다</a:t>
            </a:r>
            <a:r>
              <a:rPr lang="en-US" altLang="ko-KR"/>
              <a:t>. </a:t>
            </a:r>
            <a:r>
              <a:rPr lang="ko-KR" altLang="en-US"/>
              <a:t>피벗 하나를 정했다고 전체 정렬이 끝난 것은 아니라는 점도 확인했어요</a:t>
            </a:r>
            <a:r>
              <a:rPr lang="en-US" altLang="ko-KR"/>
              <a:t>. </a:t>
            </a:r>
            <a:r>
              <a:rPr lang="ko-KR" altLang="en-US"/>
              <a:t>최대 구간 합과 최근접 쌍은 두 부분의 경계를 걸치는 경우를 빠뜨리지 않는 것이 핵심입니다</a:t>
            </a:r>
            <a:r>
              <a:rPr lang="en-US" altLang="ko-KR"/>
              <a:t>. </a:t>
            </a:r>
            <a:r>
              <a:rPr lang="ko-KR" altLang="en-US"/>
              <a:t>쿼드 트리는 균일하지 않은 영역을 네 부분으로 나눴습니다</a:t>
            </a:r>
            <a:r>
              <a:rPr lang="en-US" altLang="ko-KR"/>
              <a:t>. </a:t>
            </a:r>
            <a:r>
              <a:rPr lang="ko-KR" altLang="en-US"/>
              <a:t>시간 복잡도를 정리할 때는 실제 코드의 재귀 호출 수와 결합 비용을 점화식에 넣어야 합니다</a:t>
            </a:r>
            <a:r>
              <a:rPr lang="en-US" altLang="ko-KR"/>
              <a:t>. </a:t>
            </a:r>
            <a:r>
              <a:rPr lang="ko-KR" altLang="en-US"/>
              <a:t>마지막으로 종료 조건을 확인해 주세요</a:t>
            </a:r>
            <a:r>
              <a:rPr lang="en-US" altLang="ko-KR"/>
              <a:t>. </a:t>
            </a:r>
            <a:r>
              <a:rPr lang="ko-KR" altLang="en-US"/>
              <a:t>빈 구간과 원소 한 개에서는 더 나누지 않고</a:t>
            </a:r>
            <a:r>
              <a:rPr lang="en-US" altLang="ko-KR"/>
              <a:t>, </a:t>
            </a:r>
            <a:r>
              <a:rPr lang="ko-KR" altLang="en-US"/>
              <a:t>퀵 정렬의 재귀 호출에는 확정된 피벗을 다시 넣지 않습니다</a:t>
            </a:r>
            <a:r>
              <a:rPr lang="en-US" altLang="ko-KR"/>
              <a:t>. </a:t>
            </a:r>
            <a:r>
              <a:rPr lang="ko-KR" altLang="en-US"/>
              <a:t>이제 직접 실행하며 배열이 끝까지 정렬되는지 확인해 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9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2.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7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3.xml"/><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4.xml"/><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5.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0.xm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1.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4.xml"/><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7.xml"/><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8.xml"/><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3.xml"/><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98B6D93F-C23E-4C15-ACBE-9F87874C554E}"/>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CHAPTER 04</a:t>
            </a:r>
          </a:p>
        </p:txBody>
      </p:sp>
      <p:sp>
        <p:nvSpPr>
          <p:cNvPr id="2" name="brand">
            <a:extLst>
              <a:ext uri="{FF2B5EF4-FFF2-40B4-BE49-F238E27FC236}">
                <a16:creationId xmlns:a16="http://schemas.microsoft.com/office/drawing/2014/main" id="{A198CCF9-CAA5-4497-9ABE-CED63DCAB6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466115-E3DF-47AD-ADC0-D7487EC3A686}"/>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이번 장에서 배울 내용</a:t>
            </a:r>
          </a:p>
        </p:txBody>
      </p:sp>
      <p:sp>
        <p:nvSpPr>
          <p:cNvPr id="4" name="footer">
            <a:extLst>
              <a:ext uri="{FF2B5EF4-FFF2-40B4-BE49-F238E27FC236}">
                <a16:creationId xmlns:a16="http://schemas.microsoft.com/office/drawing/2014/main" id="{B3985CEB-4816-4220-921F-7D18C972370A}"/>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a:t>
            </a:r>
          </a:p>
        </p:txBody>
      </p:sp>
      <p:sp>
        <p:nvSpPr>
          <p:cNvPr id="5" name="page">
            <a:extLst>
              <a:ext uri="{FF2B5EF4-FFF2-40B4-BE49-F238E27FC236}">
                <a16:creationId xmlns:a16="http://schemas.microsoft.com/office/drawing/2014/main" id="{8C6B5F76-55E8-417C-9E96-DFFC939A5C2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B30B5CCA-3EE5-4CE7-95D8-953675F88173}"/>
              </a:ext>
            </a:extLst>
          </p:cNvPr>
          <p:cNvSpPr>
            <a:spLocks noGrp="1"/>
          </p:cNvSpPr>
          <p:nvPr/>
        </p:nvSpPr>
        <p:spPr>
          <a:xfrm>
            <a:off x="609600" y="6438900"/>
            <a:ext cx="10972800" cy="9525"/>
          </a:xfrm>
          <a:prstGeom prst="rect">
            <a:avLst/>
          </a:prstGeom>
          <a:solidFill>
            <a:srgbClr val="CCCCCC"/>
          </a:solidFill>
          <a:ln w="0">
            <a:noFill/>
          </a:ln>
        </p:spPr>
        <p:txBody>
          <a:bodyPr/>
          <a:lstStyle/>
          <a:p>
            <a:endParaRPr lang="ko-KR" altLang="en-US"/>
          </a:p>
        </p:txBody>
      </p:sp>
      <p:sp>
        <p:nvSpPr>
          <p:cNvPr id="7" name="직사각형 6">
            <a:extLst>
              <a:ext uri="{FF2B5EF4-FFF2-40B4-BE49-F238E27FC236}">
                <a16:creationId xmlns:a16="http://schemas.microsoft.com/office/drawing/2014/main" id="{E3FDEE96-8E99-41F0-A3AD-73B50CAF2DB5}"/>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8" name="topic-0">
            <a:extLst>
              <a:ext uri="{FF2B5EF4-FFF2-40B4-BE49-F238E27FC236}">
                <a16:creationId xmlns:a16="http://schemas.microsoft.com/office/drawing/2014/main" id="{96A2700C-56F8-4349-B1FA-7D3FF81CA448}"/>
              </a:ext>
            </a:extLst>
          </p:cNvPr>
          <p:cNvSpPr>
            <a:spLocks noGrp="1"/>
          </p:cNvSpPr>
          <p:nvPr/>
        </p:nvSpPr>
        <p:spPr>
          <a:xfrm>
            <a:off x="704850" y="18288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4.1   분할 정복의 기본</a:t>
            </a:r>
          </a:p>
        </p:txBody>
      </p:sp>
      <p:sp>
        <p:nvSpPr>
          <p:cNvPr id="9" name="topic-1">
            <a:extLst>
              <a:ext uri="{FF2B5EF4-FFF2-40B4-BE49-F238E27FC236}">
                <a16:creationId xmlns:a16="http://schemas.microsoft.com/office/drawing/2014/main" id="{FC4855C5-09FC-4DB0-BD6E-D842443E11E0}"/>
              </a:ext>
            </a:extLst>
          </p:cNvPr>
          <p:cNvSpPr>
            <a:spLocks noGrp="1"/>
          </p:cNvSpPr>
          <p:nvPr/>
        </p:nvSpPr>
        <p:spPr>
          <a:xfrm>
            <a:off x="704850" y="28575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4.2   병합 정렬 (Merge Sort)</a:t>
            </a:r>
          </a:p>
        </p:txBody>
      </p:sp>
      <p:sp>
        <p:nvSpPr>
          <p:cNvPr id="10" name="topic-2">
            <a:extLst>
              <a:ext uri="{FF2B5EF4-FFF2-40B4-BE49-F238E27FC236}">
                <a16:creationId xmlns:a16="http://schemas.microsoft.com/office/drawing/2014/main" id="{9B5C6549-021F-4861-8040-F8B230394895}"/>
              </a:ext>
            </a:extLst>
          </p:cNvPr>
          <p:cNvSpPr>
            <a:spLocks noGrp="1"/>
          </p:cNvSpPr>
          <p:nvPr/>
        </p:nvSpPr>
        <p:spPr>
          <a:xfrm>
            <a:off x="704850" y="38862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4.3   퀵 정렬 (Quick Sort)</a:t>
            </a:r>
          </a:p>
        </p:txBody>
      </p:sp>
      <p:sp>
        <p:nvSpPr>
          <p:cNvPr id="11" name="topic-3">
            <a:extLst>
              <a:ext uri="{FF2B5EF4-FFF2-40B4-BE49-F238E27FC236}">
                <a16:creationId xmlns:a16="http://schemas.microsoft.com/office/drawing/2014/main" id="{37F42A6E-0F8B-4B0A-A28B-F5A3D7EA2D6F}"/>
              </a:ext>
            </a:extLst>
          </p:cNvPr>
          <p:cNvSpPr>
            <a:spLocks noGrp="1"/>
          </p:cNvSpPr>
          <p:nvPr/>
        </p:nvSpPr>
        <p:spPr>
          <a:xfrm>
            <a:off x="704850" y="49149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4.4   최대 구간 합</a:t>
            </a:r>
          </a:p>
        </p:txBody>
      </p:sp>
      <p:sp>
        <p:nvSpPr>
          <p:cNvPr id="12" name="topic-4">
            <a:extLst>
              <a:ext uri="{FF2B5EF4-FFF2-40B4-BE49-F238E27FC236}">
                <a16:creationId xmlns:a16="http://schemas.microsoft.com/office/drawing/2014/main" id="{D9308D94-00A3-4C2F-A0F3-8CF35DB62BC6}"/>
              </a:ext>
            </a:extLst>
          </p:cNvPr>
          <p:cNvSpPr>
            <a:spLocks noGrp="1"/>
          </p:cNvSpPr>
          <p:nvPr/>
        </p:nvSpPr>
        <p:spPr>
          <a:xfrm>
            <a:off x="6343650" y="18288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4.5   최근접 쌍</a:t>
            </a:r>
          </a:p>
        </p:txBody>
      </p:sp>
      <p:sp>
        <p:nvSpPr>
          <p:cNvPr id="13" name="topic-5">
            <a:extLst>
              <a:ext uri="{FF2B5EF4-FFF2-40B4-BE49-F238E27FC236}">
                <a16:creationId xmlns:a16="http://schemas.microsoft.com/office/drawing/2014/main" id="{79FE052E-0151-4B92-A0ED-A4E15F0FC3C4}"/>
              </a:ext>
            </a:extLst>
          </p:cNvPr>
          <p:cNvSpPr>
            <a:spLocks noGrp="1"/>
          </p:cNvSpPr>
          <p:nvPr/>
        </p:nvSpPr>
        <p:spPr>
          <a:xfrm>
            <a:off x="6343650" y="28575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4.6   쿼드 트리</a:t>
            </a:r>
          </a:p>
        </p:txBody>
      </p:sp>
      <p:sp>
        <p:nvSpPr>
          <p:cNvPr id="14" name="topic-6">
            <a:extLst>
              <a:ext uri="{FF2B5EF4-FFF2-40B4-BE49-F238E27FC236}">
                <a16:creationId xmlns:a16="http://schemas.microsoft.com/office/drawing/2014/main" id="{3CB847C4-D524-4643-B55B-EC78E380E1D5}"/>
              </a:ext>
            </a:extLst>
          </p:cNvPr>
          <p:cNvSpPr>
            <a:spLocks noGrp="1"/>
          </p:cNvSpPr>
          <p:nvPr/>
        </p:nvSpPr>
        <p:spPr>
          <a:xfrm>
            <a:off x="6343650" y="38862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4.7   마스터 정리</a:t>
            </a:r>
          </a:p>
        </p:txBody>
      </p:sp>
      <p:sp>
        <p:nvSpPr>
          <p:cNvPr id="15" name="topic-7">
            <a:extLst>
              <a:ext uri="{FF2B5EF4-FFF2-40B4-BE49-F238E27FC236}">
                <a16:creationId xmlns:a16="http://schemas.microsoft.com/office/drawing/2014/main" id="{A1B4CE61-63D7-48EE-B287-6B640B8553CA}"/>
              </a:ext>
            </a:extLst>
          </p:cNvPr>
          <p:cNvSpPr>
            <a:spLocks noGrp="1"/>
          </p:cNvSpPr>
          <p:nvPr/>
        </p:nvSpPr>
        <p:spPr>
          <a:xfrm>
            <a:off x="6343650" y="49149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4.8   코딩 테스트 예제</a:t>
            </a:r>
          </a:p>
        </p:txBody>
      </p:sp>
    </p:spTree>
    <p:extLst>
      <p:ext uri="{BB962C8B-B14F-4D97-AF65-F5344CB8AC3E}">
        <p14:creationId xmlns:p14="http://schemas.microsoft.com/office/powerpoint/2010/main" val="2277238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txBody>
          <a:bodyPr/>
          <a:lstStyle/>
          <a:p>
            <a:endParaRPr lang="ko-KR" altLang="en-US"/>
          </a:p>
        </p:txBody>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F2ACB09-E994-4D70-8010-8D0DD2CECFF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BE2F985-8C78-42B6-A0D3-9E0E97D7F70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845ED82-8BE6-4D82-8B37-77022FCDB27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정렬: 한 장까지 나누고 합치기</a:t>
            </a:r>
          </a:p>
        </p:txBody>
      </p:sp>
      <p:sp>
        <p:nvSpPr>
          <p:cNvPr id="4" name="rule-0">
            <a:extLst>
              <a:ext uri="{FF2B5EF4-FFF2-40B4-BE49-F238E27FC236}">
                <a16:creationId xmlns:a16="http://schemas.microsoft.com/office/drawing/2014/main" id="{FE13EFCE-1341-4AA4-9B30-15FF09CFC44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4BF50CD-C0E7-4CEA-8833-A0DAD3EA3DB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E7373DC-B55E-4413-9E04-690B805939F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3E289E6-70D7-4652-B020-9E71B95E335A}"/>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 [8, 3, 6, 2, 7, 1, 5, 4] → 출력: [1, 2, 3, 4, 5, 6, 7, 8]</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작은 문제의 정렬 결과를 받아, 두 줄의 맨 앞에서 작은 값을 골라 붙입니다.</a:t>
            </a:r>
          </a:p>
        </p:txBody>
      </p:sp>
      <p:pic>
        <p:nvPicPr>
          <p:cNvPr id="8" name="그림 7">
            <a:extLst>
              <a:ext uri="{FF2B5EF4-FFF2-40B4-BE49-F238E27FC236}">
                <a16:creationId xmlns:a16="http://schemas.microsoft.com/office/drawing/2014/main" id="{7C774EBE-7962-4923-9000-66DD34A178AE}"/>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B8750BB0-3E8A-4C02-A733-B81EFF435B4F}"/>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한 장은 이미 정렬된 상태입니다. 정렬된 두 결과를 병합해 더 큰 결과를 만듭니다.</a:t>
            </a:r>
          </a:p>
        </p:txBody>
      </p:sp>
    </p:spTree>
    <p:extLst>
      <p:ext uri="{BB962C8B-B14F-4D97-AF65-F5344CB8AC3E}">
        <p14:creationId xmlns:p14="http://schemas.microsoft.com/office/powerpoint/2010/main" val="3616995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5C341608-D0E0-484D-AE11-281C302EC1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1CACC0-BA67-4A6E-A6E7-AC62CFFDBA2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3D1EC5-1F24-4462-9172-14E5133144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① · 8개를 4개씩</a:t>
            </a:r>
          </a:p>
        </p:txBody>
      </p:sp>
      <p:sp>
        <p:nvSpPr>
          <p:cNvPr id="4" name="직사각형 3">
            <a:extLst>
              <a:ext uri="{FF2B5EF4-FFF2-40B4-BE49-F238E27FC236}">
                <a16:creationId xmlns:a16="http://schemas.microsoft.com/office/drawing/2014/main" id="{B5B38B9E-D04C-4EF3-B825-25A62315F17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CFC5494B-457B-4ED3-84CF-56F6305D3BCC}"/>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위치에서 나눕니다. 숫자의 크기는 아직 비교하지 않습니다.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[8,3,6,2], 오른쪽 [7,1,5,4]의 원래 순서를 유지합니다.</a:t>
            </a:r>
          </a:p>
        </p:txBody>
      </p:sp>
      <p:sp>
        <p:nvSpPr>
          <p:cNvPr id="6" name="footer">
            <a:extLst>
              <a:ext uri="{FF2B5EF4-FFF2-40B4-BE49-F238E27FC236}">
                <a16:creationId xmlns:a16="http://schemas.microsoft.com/office/drawing/2014/main" id="{C3F8AE1E-AF6E-44AE-BA54-AB15D29C0C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E3A422A-A9C7-42F2-8198-51E33DA9D37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6B787700-2EF9-4747-9E71-E13664D17365}"/>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3AE6ED49-8F4A-428A-9408-86CE2D1CB692}"/>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372F96A-D143-4E34-8422-78D3DC7CD122}"/>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ABCD580F-8312-416B-A207-788C1B7EFA63}"/>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1781B5A3-1697-4BF4-A68F-F00E8C069F33}"/>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13" name="표 12">
            <a:extLst>
              <a:ext uri="{FF2B5EF4-FFF2-40B4-BE49-F238E27FC236}">
                <a16:creationId xmlns:a16="http://schemas.microsoft.com/office/drawing/2014/main" id="{75E08AC7-9A04-4BFD-B07E-EF6EF2932EB0}"/>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6</a:t>
                      </a:r>
                    </a:p>
                  </a:txBody>
                  <a:tcPr anchor="ctr">
                    <a:solidFill>
                      <a:srgbClr val="DCECFB"/>
                    </a:solidFill>
                  </a:tcPr>
                </a:tc>
                <a:tc>
                  <a:txBody>
                    <a:bodyPr/>
                    <a:lstStyle/>
                    <a:p>
                      <a:pPr algn="ctr"/>
                      <a:r>
                        <a:rPr sz="2250"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4" name="표 13">
            <a:extLst>
              <a:ext uri="{FF2B5EF4-FFF2-40B4-BE49-F238E27FC236}">
                <a16:creationId xmlns:a16="http://schemas.microsoft.com/office/drawing/2014/main" id="{2CE87EE2-A411-4DAF-A552-682078A1F603}"/>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DEFE6"/>
                    </a:solidFill>
                  </a:tcPr>
                </a:tc>
                <a:tc>
                  <a:txBody>
                    <a:bodyPr/>
                    <a:lstStyle/>
                    <a:p>
                      <a:pPr algn="ctr"/>
                      <a:r>
                        <a:rPr sz="2250" b="1">
                          <a:solidFill>
                            <a:srgbClr val="151515"/>
                          </a:solidFill>
                          <a:latin typeface="Consolas"/>
                          <a:ea typeface="Consolas"/>
                          <a:cs typeface="Consolas"/>
                        </a:rPr>
                        <a:t>1</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next">
            <a:extLst>
              <a:ext uri="{FF2B5EF4-FFF2-40B4-BE49-F238E27FC236}">
                <a16:creationId xmlns:a16="http://schemas.microsoft.com/office/drawing/2014/main" id="{F74E9B3A-1FA3-4588-8FFE-7847D233DA62}"/>
              </a:ext>
            </a:extLst>
          </p:cNvPr>
          <p:cNvSpPr>
            <a:spLocks noGrp="1"/>
          </p:cNvSpPr>
          <p:nvPr/>
        </p:nvSpPr>
        <p:spPr>
          <a:xfrm>
            <a:off x="1143000" y="5019675"/>
            <a:ext cx="9906000" cy="476250"/>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06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다음: 네 개짜리 구간도 더 작은 문제로 나눕니다.</a:t>
            </a:r>
          </a:p>
        </p:txBody>
      </p:sp>
    </p:spTree>
    <p:extLst>
      <p:ext uri="{BB962C8B-B14F-4D97-AF65-F5344CB8AC3E}">
        <p14:creationId xmlns:p14="http://schemas.microsoft.com/office/powerpoint/2010/main" val="367094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BEC96228-65E6-431A-9D22-698A7EA3464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0728B11-FCB0-4FD6-9A37-0637675479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85D214D-BBA6-4E78-85DC-608C443C9C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② · 4개를 2개씩</a:t>
            </a:r>
          </a:p>
        </p:txBody>
      </p:sp>
      <p:sp>
        <p:nvSpPr>
          <p:cNvPr id="4" name="직사각형 3">
            <a:extLst>
              <a:ext uri="{FF2B5EF4-FFF2-40B4-BE49-F238E27FC236}">
                <a16:creationId xmlns:a16="http://schemas.microsoft.com/office/drawing/2014/main" id="{8789F09C-C6FB-46DA-B89D-0CBAEBA7802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CFDD9E4-B2A2-4370-A0D0-04D4091DA04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네 개짜리 구간도 각각 가운데에서 나눕니다.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개짜리 네 묶음이 생겼지만, 아직 정렬된 결과는 아닙니다.</a:t>
            </a:r>
          </a:p>
        </p:txBody>
      </p:sp>
      <p:sp>
        <p:nvSpPr>
          <p:cNvPr id="6" name="footer">
            <a:extLst>
              <a:ext uri="{FF2B5EF4-FFF2-40B4-BE49-F238E27FC236}">
                <a16:creationId xmlns:a16="http://schemas.microsoft.com/office/drawing/2014/main" id="{3187B693-927C-4F38-8424-C1A909772BC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A5994B2-C3C9-45AB-A975-16BFE4477F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1CC1F265-F9B9-461E-97D1-5C14601D62B6}"/>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93348592-3432-4044-84E0-DE98C0D71B0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0572469F-2908-4256-87B4-D45DB9A95254}"/>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191EB16-5EC9-40B8-A389-CFADF30C6562}"/>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3351E50C-54F4-4ED7-9FA8-88B125F2BBD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35B346A-B2FA-4023-8C5A-CB55F5FA01B6}"/>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C682CBCB-7221-40C4-A200-16BC77902014}"/>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4472047A-A1A4-4990-BEEE-4B541769813A}"/>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A4451E41-4E0B-4AAB-815D-B3E09B5E6677}"/>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4120BEEA-5C50-48BF-8B95-5D08F0EE0060}"/>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99F429BF-15E1-4A65-A1CB-CC55BE4B1D67}"/>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8A29EF9-ECFB-4FF3-8891-A46B506E9106}"/>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D4CBFB01-5E30-462A-8330-83264E326553}"/>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C2FBF41A-04B7-493B-BD79-7A740A3DE8D4}"/>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BA74306C-3F9E-44EF-BE18-5C8A6C2D1D96}"/>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3" name="표 22">
            <a:extLst>
              <a:ext uri="{FF2B5EF4-FFF2-40B4-BE49-F238E27FC236}">
                <a16:creationId xmlns:a16="http://schemas.microsoft.com/office/drawing/2014/main" id="{F3B87C7B-1EED-4E86-B999-9BBF4DAB1192}"/>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4" name="표 23">
            <a:extLst>
              <a:ext uri="{FF2B5EF4-FFF2-40B4-BE49-F238E27FC236}">
                <a16:creationId xmlns:a16="http://schemas.microsoft.com/office/drawing/2014/main" id="{E72E64B7-AA1E-4CA6-ACFD-36D6747C6461}"/>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DEFE6"/>
                    </a:solidFill>
                  </a:tcPr>
                </a:tc>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25" name="표 24">
            <a:extLst>
              <a:ext uri="{FF2B5EF4-FFF2-40B4-BE49-F238E27FC236}">
                <a16:creationId xmlns:a16="http://schemas.microsoft.com/office/drawing/2014/main" id="{4346B2F5-469F-44A0-B32F-B81ADFF6DB38}"/>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tc>
                  <a:txBody>
                    <a:bodyPr/>
                    <a:lstStyle/>
                    <a:p>
                      <a:pPr algn="ctr"/>
                      <a:r>
                        <a:rPr sz="2250"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6" name="표 25">
            <a:extLst>
              <a:ext uri="{FF2B5EF4-FFF2-40B4-BE49-F238E27FC236}">
                <a16:creationId xmlns:a16="http://schemas.microsoft.com/office/drawing/2014/main" id="{C35F797B-F18E-4722-96B1-A754C8AB018B}"/>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next">
            <a:extLst>
              <a:ext uri="{FF2B5EF4-FFF2-40B4-BE49-F238E27FC236}">
                <a16:creationId xmlns:a16="http://schemas.microsoft.com/office/drawing/2014/main" id="{EC808234-5DC3-4751-81FC-918C11C5BC0D}"/>
              </a:ext>
            </a:extLst>
          </p:cNvPr>
          <p:cNvSpPr>
            <a:spLocks noGrp="1"/>
          </p:cNvSpPr>
          <p:nvPr/>
        </p:nvSpPr>
        <p:spPr>
          <a:xfrm>
            <a:off x="1143000" y="5829300"/>
            <a:ext cx="99060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다음: 두 개짜리 구간을 원소 하나씩 나눕니다.</a:t>
            </a:r>
          </a:p>
        </p:txBody>
      </p:sp>
    </p:spTree>
    <p:extLst>
      <p:ext uri="{BB962C8B-B14F-4D97-AF65-F5344CB8AC3E}">
        <p14:creationId xmlns:p14="http://schemas.microsoft.com/office/powerpoint/2010/main" val="2303636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a:extLst>
              <a:ext uri="{FF2B5EF4-FFF2-40B4-BE49-F238E27FC236}">
                <a16:creationId xmlns:a16="http://schemas.microsoft.com/office/drawing/2014/main" id="{C2C6DDD3-AE24-4C47-A326-12C6BA0F00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D8929B6-93CB-45EC-8C21-FC3BCAF8990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A90E107-185B-470B-8501-5705CBF484A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③ · 2개를 1개씩</a:t>
            </a:r>
          </a:p>
        </p:txBody>
      </p:sp>
      <p:sp>
        <p:nvSpPr>
          <p:cNvPr id="4" name="직사각형 3">
            <a:extLst>
              <a:ext uri="{FF2B5EF4-FFF2-40B4-BE49-F238E27FC236}">
                <a16:creationId xmlns:a16="http://schemas.microsoft.com/office/drawing/2014/main" id="{C5504C76-C644-4ABE-9181-E223E7FF96E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431491F-5B14-413B-94F4-76BB430AD83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원소가 하나이면 더 정렬할 것이 없습니다. 여기서 재귀 호출을 멈춥니다.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한 원소짜리 결과 두 개를 받아 병합을 시작합니다.</a:t>
            </a:r>
          </a:p>
        </p:txBody>
      </p:sp>
      <p:sp>
        <p:nvSpPr>
          <p:cNvPr id="6" name="footer">
            <a:extLst>
              <a:ext uri="{FF2B5EF4-FFF2-40B4-BE49-F238E27FC236}">
                <a16:creationId xmlns:a16="http://schemas.microsoft.com/office/drawing/2014/main" id="{21D84FF9-C92F-405F-A35B-135BB70062C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A916708-AEE2-40FF-B2D9-48D7DDC6E29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48B9D429-5037-4214-9809-EF635FCD1DF3}"/>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B8A6111D-6A1B-4318-9DE9-877AAFC7D6F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25C7193-3CC1-4517-B58B-3143F79B4C35}"/>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BA591D12-AB41-4F42-96B6-450B909F464E}"/>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DF5E61AC-CB46-4B3A-9405-C8EFFDE4140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0DA38BA-46E4-46DD-A87C-917959426287}"/>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E4567F0B-8EA4-4F1A-8346-F377F9A9CF8A}"/>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E1B62485-A578-419A-A64E-008BAE1E0B9B}"/>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8245637B-1FB4-4C1A-A99B-AE8046057616}"/>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7290D1F0-C992-4F05-9AE5-C917A0DC0503}"/>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25047E3C-E05A-4DDF-9ACA-4191144D780F}"/>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20065E5-875F-405D-8EED-9688E36C840D}"/>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0A7C0173-F296-42D5-946F-0D1C4AF8BBF9}"/>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741D8334-67B4-45B0-8CDC-DD2136BC2406}"/>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2CFEB954-66BC-4FD6-A8B3-8C3D1BF2AF5A}"/>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3" name="직사각형 22">
            <a:extLst>
              <a:ext uri="{FF2B5EF4-FFF2-40B4-BE49-F238E27FC236}">
                <a16:creationId xmlns:a16="http://schemas.microsoft.com/office/drawing/2014/main" id="{DFB4F1FF-A615-4264-A0A9-B9CB62BEBA87}"/>
              </a:ext>
            </a:extLst>
          </p:cNvPr>
          <p:cNvSpPr>
            <a:spLocks noGrp="1"/>
          </p:cNvSpPr>
          <p:nvPr/>
        </p:nvSpPr>
        <p:spPr>
          <a:xfrm>
            <a:off x="1971675" y="5067300"/>
            <a:ext cx="19050" cy="257175"/>
          </a:xfrm>
          <a:prstGeom prst="rect">
            <a:avLst/>
          </a:prstGeom>
          <a:solidFill>
            <a:srgbClr val="AAAAAA"/>
          </a:solidFill>
          <a:ln w="0">
            <a:noFill/>
          </a:ln>
        </p:spPr>
        <p:txBody>
          <a:bodyPr/>
          <a:lstStyle/>
          <a:p>
            <a:endParaRPr lang="ko-KR" altLang="en-US"/>
          </a:p>
        </p:txBody>
      </p:sp>
      <p:sp>
        <p:nvSpPr>
          <p:cNvPr id="24" name="직사각형 23">
            <a:extLst>
              <a:ext uri="{FF2B5EF4-FFF2-40B4-BE49-F238E27FC236}">
                <a16:creationId xmlns:a16="http://schemas.microsoft.com/office/drawing/2014/main" id="{7A152A80-D800-4CB7-B18D-0AC061C86ECC}"/>
              </a:ext>
            </a:extLst>
          </p:cNvPr>
          <p:cNvSpPr>
            <a:spLocks noGrp="1"/>
          </p:cNvSpPr>
          <p:nvPr/>
        </p:nvSpPr>
        <p:spPr>
          <a:xfrm>
            <a:off x="1295400" y="5324475"/>
            <a:ext cx="1371600" cy="19050"/>
          </a:xfrm>
          <a:prstGeom prst="rect">
            <a:avLst/>
          </a:prstGeom>
          <a:solidFill>
            <a:srgbClr val="AAAAAA"/>
          </a:solidFill>
          <a:ln w="0">
            <a:noFill/>
          </a:ln>
        </p:spPr>
        <p:txBody>
          <a:bodyPr/>
          <a:lstStyle/>
          <a:p>
            <a:endParaRPr lang="ko-KR" altLang="en-US"/>
          </a:p>
        </p:txBody>
      </p:sp>
      <p:sp>
        <p:nvSpPr>
          <p:cNvPr id="25" name="직사각형 24">
            <a:extLst>
              <a:ext uri="{FF2B5EF4-FFF2-40B4-BE49-F238E27FC236}">
                <a16:creationId xmlns:a16="http://schemas.microsoft.com/office/drawing/2014/main" id="{5B68F6EC-04AC-4D80-8A95-D7C0924BC210}"/>
              </a:ext>
            </a:extLst>
          </p:cNvPr>
          <p:cNvSpPr>
            <a:spLocks noGrp="1"/>
          </p:cNvSpPr>
          <p:nvPr/>
        </p:nvSpPr>
        <p:spPr>
          <a:xfrm>
            <a:off x="1285875" y="5324475"/>
            <a:ext cx="19050" cy="295275"/>
          </a:xfrm>
          <a:prstGeom prst="rect">
            <a:avLst/>
          </a:prstGeom>
          <a:solidFill>
            <a:srgbClr val="AAAAAA"/>
          </a:solidFill>
          <a:ln w="0">
            <a:noFill/>
          </a:ln>
        </p:spPr>
        <p:txBody>
          <a:bodyPr/>
          <a:lstStyle/>
          <a:p>
            <a:endParaRPr lang="ko-KR" altLang="en-US"/>
          </a:p>
        </p:txBody>
      </p:sp>
      <p:sp>
        <p:nvSpPr>
          <p:cNvPr id="26" name="직사각형 25">
            <a:extLst>
              <a:ext uri="{FF2B5EF4-FFF2-40B4-BE49-F238E27FC236}">
                <a16:creationId xmlns:a16="http://schemas.microsoft.com/office/drawing/2014/main" id="{4C9672DF-3FA0-4A1D-9FE6-A0374833D27F}"/>
              </a:ext>
            </a:extLst>
          </p:cNvPr>
          <p:cNvSpPr>
            <a:spLocks noGrp="1"/>
          </p:cNvSpPr>
          <p:nvPr/>
        </p:nvSpPr>
        <p:spPr>
          <a:xfrm>
            <a:off x="2657475" y="5324475"/>
            <a:ext cx="19050" cy="2952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76BC1CD8-1E08-4CBC-B0AF-E77062162AFB}"/>
              </a:ext>
            </a:extLst>
          </p:cNvPr>
          <p:cNvSpPr>
            <a:spLocks noGrp="1"/>
          </p:cNvSpPr>
          <p:nvPr/>
        </p:nvSpPr>
        <p:spPr>
          <a:xfrm>
            <a:off x="4714875" y="5067300"/>
            <a:ext cx="19050" cy="257175"/>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51AF680A-179E-45D1-A318-AF83CE0AE053}"/>
              </a:ext>
            </a:extLst>
          </p:cNvPr>
          <p:cNvSpPr>
            <a:spLocks noGrp="1"/>
          </p:cNvSpPr>
          <p:nvPr/>
        </p:nvSpPr>
        <p:spPr>
          <a:xfrm>
            <a:off x="4038600" y="5324475"/>
            <a:ext cx="1371600" cy="190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DF89B62-D5DD-464F-8C74-E36C51ADF18B}"/>
              </a:ext>
            </a:extLst>
          </p:cNvPr>
          <p:cNvSpPr>
            <a:spLocks noGrp="1"/>
          </p:cNvSpPr>
          <p:nvPr/>
        </p:nvSpPr>
        <p:spPr>
          <a:xfrm>
            <a:off x="4029075" y="5324475"/>
            <a:ext cx="19050" cy="295275"/>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D3B6A350-AFD4-4293-9C5C-23240EA7BEFC}"/>
              </a:ext>
            </a:extLst>
          </p:cNvPr>
          <p:cNvSpPr>
            <a:spLocks noGrp="1"/>
          </p:cNvSpPr>
          <p:nvPr/>
        </p:nvSpPr>
        <p:spPr>
          <a:xfrm>
            <a:off x="5400675" y="5324475"/>
            <a:ext cx="19050" cy="2952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5E72037C-8BBC-4DD4-8AA5-0BC13FAFE23C}"/>
              </a:ext>
            </a:extLst>
          </p:cNvPr>
          <p:cNvSpPr>
            <a:spLocks noGrp="1"/>
          </p:cNvSpPr>
          <p:nvPr/>
        </p:nvSpPr>
        <p:spPr>
          <a:xfrm>
            <a:off x="7458075" y="5067300"/>
            <a:ext cx="19050" cy="257175"/>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89D891DB-9494-4F88-949A-0F339CAA2816}"/>
              </a:ext>
            </a:extLst>
          </p:cNvPr>
          <p:cNvSpPr>
            <a:spLocks noGrp="1"/>
          </p:cNvSpPr>
          <p:nvPr/>
        </p:nvSpPr>
        <p:spPr>
          <a:xfrm>
            <a:off x="6781800" y="5324475"/>
            <a:ext cx="1371600" cy="190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F1BB8CB8-CE79-4CDF-BC81-21F1D4F916E5}"/>
              </a:ext>
            </a:extLst>
          </p:cNvPr>
          <p:cNvSpPr>
            <a:spLocks noGrp="1"/>
          </p:cNvSpPr>
          <p:nvPr/>
        </p:nvSpPr>
        <p:spPr>
          <a:xfrm>
            <a:off x="6772275" y="5324475"/>
            <a:ext cx="19050" cy="295275"/>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BC561234-6CFD-4C92-8EB5-FA38185132EF}"/>
              </a:ext>
            </a:extLst>
          </p:cNvPr>
          <p:cNvSpPr>
            <a:spLocks noGrp="1"/>
          </p:cNvSpPr>
          <p:nvPr/>
        </p:nvSpPr>
        <p:spPr>
          <a:xfrm>
            <a:off x="8143875" y="5324475"/>
            <a:ext cx="19050" cy="2952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639FBB0D-5D70-4DFC-A7B6-417F433935C2}"/>
              </a:ext>
            </a:extLst>
          </p:cNvPr>
          <p:cNvSpPr>
            <a:spLocks noGrp="1"/>
          </p:cNvSpPr>
          <p:nvPr/>
        </p:nvSpPr>
        <p:spPr>
          <a:xfrm>
            <a:off x="10201275" y="5067300"/>
            <a:ext cx="19050" cy="257175"/>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EFFAF92E-0F65-4A92-88CB-03608D1AD0E0}"/>
              </a:ext>
            </a:extLst>
          </p:cNvPr>
          <p:cNvSpPr>
            <a:spLocks noGrp="1"/>
          </p:cNvSpPr>
          <p:nvPr/>
        </p:nvSpPr>
        <p:spPr>
          <a:xfrm>
            <a:off x="9525000" y="5324475"/>
            <a:ext cx="1371600" cy="190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BFD312EC-D170-447D-A1AB-B875995A2DCD}"/>
              </a:ext>
            </a:extLst>
          </p:cNvPr>
          <p:cNvSpPr>
            <a:spLocks noGrp="1"/>
          </p:cNvSpPr>
          <p:nvPr/>
        </p:nvSpPr>
        <p:spPr>
          <a:xfrm>
            <a:off x="9515475" y="5324475"/>
            <a:ext cx="19050" cy="295275"/>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1B3FDA89-7053-4F50-ABC5-0CADF3F13341}"/>
              </a:ext>
            </a:extLst>
          </p:cNvPr>
          <p:cNvSpPr>
            <a:spLocks noGrp="1"/>
          </p:cNvSpPr>
          <p:nvPr/>
        </p:nvSpPr>
        <p:spPr>
          <a:xfrm>
            <a:off x="10887075" y="5324475"/>
            <a:ext cx="19050" cy="295275"/>
          </a:xfrm>
          <a:prstGeom prst="rect">
            <a:avLst/>
          </a:prstGeom>
          <a:solidFill>
            <a:srgbClr val="AAAAAA"/>
          </a:solidFill>
          <a:ln w="0">
            <a:noFill/>
          </a:ln>
        </p:spPr>
        <p:txBody>
          <a:bodyPr/>
          <a:lstStyle/>
          <a:p>
            <a:endParaRPr lang="ko-KR" altLang="en-US"/>
          </a:p>
        </p:txBody>
      </p:sp>
      <p:graphicFrame>
        <p:nvGraphicFramePr>
          <p:cNvPr id="39" name="표 38">
            <a:extLst>
              <a:ext uri="{FF2B5EF4-FFF2-40B4-BE49-F238E27FC236}">
                <a16:creationId xmlns:a16="http://schemas.microsoft.com/office/drawing/2014/main" id="{C3A68F19-35EE-4F31-87B6-7D556678FF13}"/>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0" name="표 39">
            <a:extLst>
              <a:ext uri="{FF2B5EF4-FFF2-40B4-BE49-F238E27FC236}">
                <a16:creationId xmlns:a16="http://schemas.microsoft.com/office/drawing/2014/main" id="{08776C10-934E-4108-9C4C-C38101E69637}"/>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1" name="표 40">
            <a:extLst>
              <a:ext uri="{FF2B5EF4-FFF2-40B4-BE49-F238E27FC236}">
                <a16:creationId xmlns:a16="http://schemas.microsoft.com/office/drawing/2014/main" id="{2DE40EBA-9D21-4ED9-8EB2-EBAA7546F2DC}"/>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2" name="표 41">
            <a:extLst>
              <a:ext uri="{FF2B5EF4-FFF2-40B4-BE49-F238E27FC236}">
                <a16:creationId xmlns:a16="http://schemas.microsoft.com/office/drawing/2014/main" id="{10A5A052-33FD-4CF6-8028-DE960E686135}"/>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3" name="표 42">
            <a:extLst>
              <a:ext uri="{FF2B5EF4-FFF2-40B4-BE49-F238E27FC236}">
                <a16:creationId xmlns:a16="http://schemas.microsoft.com/office/drawing/2014/main" id="{C4CD2744-3456-48E5-A0F0-46C74CB9C25D}"/>
              </a:ext>
            </a:extLst>
          </p:cNvPr>
          <p:cNvGraphicFramePr/>
          <p:nvPr/>
        </p:nvGraphicFramePr>
        <p:xfrm>
          <a:off x="914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4" name="표 43">
            <a:extLst>
              <a:ext uri="{FF2B5EF4-FFF2-40B4-BE49-F238E27FC236}">
                <a16:creationId xmlns:a16="http://schemas.microsoft.com/office/drawing/2014/main" id="{7837098A-3E36-4354-8339-E4413D062009}"/>
              </a:ext>
            </a:extLst>
          </p:cNvPr>
          <p:cNvGraphicFramePr/>
          <p:nvPr/>
        </p:nvGraphicFramePr>
        <p:xfrm>
          <a:off x="2286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5" name="표 44">
            <a:extLst>
              <a:ext uri="{FF2B5EF4-FFF2-40B4-BE49-F238E27FC236}">
                <a16:creationId xmlns:a16="http://schemas.microsoft.com/office/drawing/2014/main" id="{EF5D8E68-A9B6-41DD-AC38-D2CD73C8F41D}"/>
              </a:ext>
            </a:extLst>
          </p:cNvPr>
          <p:cNvGraphicFramePr/>
          <p:nvPr/>
        </p:nvGraphicFramePr>
        <p:xfrm>
          <a:off x="3657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6" name="표 45">
            <a:extLst>
              <a:ext uri="{FF2B5EF4-FFF2-40B4-BE49-F238E27FC236}">
                <a16:creationId xmlns:a16="http://schemas.microsoft.com/office/drawing/2014/main" id="{029605BF-D463-4961-8225-5BDE668E8578}"/>
              </a:ext>
            </a:extLst>
          </p:cNvPr>
          <p:cNvGraphicFramePr/>
          <p:nvPr/>
        </p:nvGraphicFramePr>
        <p:xfrm>
          <a:off x="50292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7" name="표 46">
            <a:extLst>
              <a:ext uri="{FF2B5EF4-FFF2-40B4-BE49-F238E27FC236}">
                <a16:creationId xmlns:a16="http://schemas.microsoft.com/office/drawing/2014/main" id="{CF9952A1-10A0-45F9-B89D-2A86985FE340}"/>
              </a:ext>
            </a:extLst>
          </p:cNvPr>
          <p:cNvGraphicFramePr/>
          <p:nvPr/>
        </p:nvGraphicFramePr>
        <p:xfrm>
          <a:off x="64008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8" name="표 47">
            <a:extLst>
              <a:ext uri="{FF2B5EF4-FFF2-40B4-BE49-F238E27FC236}">
                <a16:creationId xmlns:a16="http://schemas.microsoft.com/office/drawing/2014/main" id="{3630119E-9679-4970-98BA-21BD7E420AE5}"/>
              </a:ext>
            </a:extLst>
          </p:cNvPr>
          <p:cNvGraphicFramePr/>
          <p:nvPr/>
        </p:nvGraphicFramePr>
        <p:xfrm>
          <a:off x="7772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9" name="표 48">
            <a:extLst>
              <a:ext uri="{FF2B5EF4-FFF2-40B4-BE49-F238E27FC236}">
                <a16:creationId xmlns:a16="http://schemas.microsoft.com/office/drawing/2014/main" id="{13E7D5BC-EFA8-4234-8D03-3131A45C2BA7}"/>
              </a:ext>
            </a:extLst>
          </p:cNvPr>
          <p:cNvGraphicFramePr/>
          <p:nvPr/>
        </p:nvGraphicFramePr>
        <p:xfrm>
          <a:off x="9144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A85046C2-5AD4-41C3-9F01-6754E09BDCDB}"/>
              </a:ext>
            </a:extLst>
          </p:cNvPr>
          <p:cNvGraphicFramePr/>
          <p:nvPr/>
        </p:nvGraphicFramePr>
        <p:xfrm>
          <a:off x="10515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1" name="base">
            <a:extLst>
              <a:ext uri="{FF2B5EF4-FFF2-40B4-BE49-F238E27FC236}">
                <a16:creationId xmlns:a16="http://schemas.microsoft.com/office/drawing/2014/main" id="{51A1B54E-33A0-4E72-88DF-8FD8A7E932D7}"/>
              </a:ext>
            </a:extLst>
          </p:cNvPr>
          <p:cNvSpPr>
            <a:spLocks noGrp="1"/>
          </p:cNvSpPr>
          <p:nvPr/>
        </p:nvSpPr>
        <p:spPr>
          <a:xfrm>
            <a:off x="1143000" y="6315075"/>
            <a:ext cx="9906000" cy="238125"/>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한 원소 = 이미 정렬됨 → 반환 → 두 결과를 병합</a:t>
            </a:r>
          </a:p>
        </p:txBody>
      </p:sp>
    </p:spTree>
    <p:extLst>
      <p:ext uri="{BB962C8B-B14F-4D97-AF65-F5344CB8AC3E}">
        <p14:creationId xmlns:p14="http://schemas.microsoft.com/office/powerpoint/2010/main" val="38877344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section">
            <a:extLst>
              <a:ext uri="{FF2B5EF4-FFF2-40B4-BE49-F238E27FC236}">
                <a16:creationId xmlns:a16="http://schemas.microsoft.com/office/drawing/2014/main" id="{A9280351-6432-4322-9071-45307EA49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D260031-89B3-44F8-9576-9169B560D0A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418F9F-8503-4A58-BBEA-A7853D6C49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병합 순서 · 왼쪽부터 끝낸다</a:t>
            </a:r>
          </a:p>
        </p:txBody>
      </p:sp>
      <p:sp>
        <p:nvSpPr>
          <p:cNvPr id="4" name="직사각형 3">
            <a:extLst>
              <a:ext uri="{FF2B5EF4-FFF2-40B4-BE49-F238E27FC236}">
                <a16:creationId xmlns:a16="http://schemas.microsoft.com/office/drawing/2014/main" id="{1A605FD3-68B4-4A11-8186-A12CB99D99B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990DC924-5C8B-4738-BD22-AFC0562A667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① → ② → ③: 왼쪽 4개 완료     ④ → ⑤ → ⑥: 오른쪽 4개 완료</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⑦: 두 결과를 합쳐 전체 8개 정렬</a:t>
            </a:r>
          </a:p>
        </p:txBody>
      </p:sp>
      <p:sp>
        <p:nvSpPr>
          <p:cNvPr id="6" name="footer">
            <a:extLst>
              <a:ext uri="{FF2B5EF4-FFF2-40B4-BE49-F238E27FC236}">
                <a16:creationId xmlns:a16="http://schemas.microsoft.com/office/drawing/2014/main" id="{072D28AA-C8CB-406A-8E8E-CFD02C7624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66B8030-5DD7-4810-A9B4-58D2E6951B2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7445BDD0-3D7E-4325-A816-70A11526F812}"/>
              </a:ext>
            </a:extLst>
          </p:cNvPr>
          <p:cNvSpPr>
            <a:spLocks noGrp="1"/>
          </p:cNvSpPr>
          <p:nvPr/>
        </p:nvSpPr>
        <p:spPr>
          <a:xfrm>
            <a:off x="6086475" y="314325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5F415256-9158-4359-A832-720783EA625C}"/>
              </a:ext>
            </a:extLst>
          </p:cNvPr>
          <p:cNvSpPr>
            <a:spLocks noGrp="1"/>
          </p:cNvSpPr>
          <p:nvPr/>
        </p:nvSpPr>
        <p:spPr>
          <a:xfrm>
            <a:off x="3352800" y="340042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25CA24A3-F70D-4C15-80EC-0233FC9B4690}"/>
              </a:ext>
            </a:extLst>
          </p:cNvPr>
          <p:cNvSpPr>
            <a:spLocks noGrp="1"/>
          </p:cNvSpPr>
          <p:nvPr/>
        </p:nvSpPr>
        <p:spPr>
          <a:xfrm>
            <a:off x="3343275" y="3400425"/>
            <a:ext cx="19050" cy="247650"/>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25423F8-101F-4605-89C7-094183A34C8E}"/>
              </a:ext>
            </a:extLst>
          </p:cNvPr>
          <p:cNvSpPr>
            <a:spLocks noGrp="1"/>
          </p:cNvSpPr>
          <p:nvPr/>
        </p:nvSpPr>
        <p:spPr>
          <a:xfrm>
            <a:off x="8829675" y="3400425"/>
            <a:ext cx="19050" cy="247650"/>
          </a:xfrm>
          <a:prstGeom prst="rect">
            <a:avLst/>
          </a:prstGeom>
          <a:solidFill>
            <a:srgbClr val="AAAAAA"/>
          </a:solidFill>
          <a:ln w="0">
            <a:noFill/>
          </a:ln>
        </p:spPr>
        <p:txBody>
          <a:bodyPr/>
          <a:lstStyle/>
          <a:p>
            <a:endParaRPr lang="ko-KR" altLang="en-US"/>
          </a:p>
        </p:txBody>
      </p:sp>
      <p:sp>
        <p:nvSpPr>
          <p:cNvPr id="12" name="order-label-0-0">
            <a:extLst>
              <a:ext uri="{FF2B5EF4-FFF2-40B4-BE49-F238E27FC236}">
                <a16:creationId xmlns:a16="http://schemas.microsoft.com/office/drawing/2014/main" id="{39BAA391-BB60-4397-8D22-A495E6B9C4EE}"/>
              </a:ext>
            </a:extLst>
          </p:cNvPr>
          <p:cNvSpPr>
            <a:spLocks noGrp="1"/>
          </p:cNvSpPr>
          <p:nvPr/>
        </p:nvSpPr>
        <p:spPr>
          <a:xfrm>
            <a:off x="1676400" y="2400300"/>
            <a:ext cx="88392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⑦ 전체 병합</a:t>
            </a:r>
          </a:p>
        </p:txBody>
      </p:sp>
      <p:graphicFrame>
        <p:nvGraphicFramePr>
          <p:cNvPr id="13" name="표 12">
            <a:extLst>
              <a:ext uri="{FF2B5EF4-FFF2-40B4-BE49-F238E27FC236}">
                <a16:creationId xmlns:a16="http://schemas.microsoft.com/office/drawing/2014/main" id="{4A099375-F9C7-44CB-A5DD-BFE08EF88FB9}"/>
              </a:ext>
            </a:extLst>
          </p:cNvPr>
          <p:cNvGraphicFramePr/>
          <p:nvPr/>
        </p:nvGraphicFramePr>
        <p:xfrm>
          <a:off x="1676400" y="264795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175" b="1">
                          <a:solidFill>
                            <a:srgbClr val="151515"/>
                          </a:solidFill>
                          <a:latin typeface="Consolas"/>
                          <a:ea typeface="Consolas"/>
                          <a:cs typeface="Consolas"/>
                        </a:rPr>
                        <a:t>1</a:t>
                      </a:r>
                    </a:p>
                  </a:txBody>
                  <a:tcPr anchor="ctr">
                    <a:solidFill>
                      <a:srgbClr val="E7E7E7"/>
                    </a:solidFill>
                  </a:tcPr>
                </a:tc>
                <a:tc>
                  <a:txBody>
                    <a:bodyPr/>
                    <a:lstStyle/>
                    <a:p>
                      <a:pPr algn="ctr"/>
                      <a:r>
                        <a:rPr sz="2175" b="1">
                          <a:solidFill>
                            <a:srgbClr val="151515"/>
                          </a:solidFill>
                          <a:latin typeface="Consolas"/>
                          <a:ea typeface="Consolas"/>
                          <a:cs typeface="Consolas"/>
                        </a:rPr>
                        <a:t>2</a:t>
                      </a:r>
                    </a:p>
                  </a:txBody>
                  <a:tcPr anchor="ctr">
                    <a:solidFill>
                      <a:srgbClr val="E7E7E7"/>
                    </a:solidFill>
                  </a:tcPr>
                </a:tc>
                <a:tc>
                  <a:txBody>
                    <a:bodyPr/>
                    <a:lstStyle/>
                    <a:p>
                      <a:pPr algn="ctr"/>
                      <a:r>
                        <a:rPr sz="2175" b="1">
                          <a:solidFill>
                            <a:srgbClr val="151515"/>
                          </a:solidFill>
                          <a:latin typeface="Consolas"/>
                          <a:ea typeface="Consolas"/>
                          <a:cs typeface="Consolas"/>
                        </a:rPr>
                        <a:t>3</a:t>
                      </a:r>
                    </a:p>
                  </a:txBody>
                  <a:tcPr anchor="ctr">
                    <a:solidFill>
                      <a:srgbClr val="E7E7E7"/>
                    </a:solidFill>
                  </a:tcPr>
                </a:tc>
                <a:tc>
                  <a:txBody>
                    <a:bodyPr/>
                    <a:lstStyle/>
                    <a:p>
                      <a:pPr algn="ctr"/>
                      <a:r>
                        <a:rPr sz="2175" b="1">
                          <a:solidFill>
                            <a:srgbClr val="151515"/>
                          </a:solidFill>
                          <a:latin typeface="Consolas"/>
                          <a:ea typeface="Consolas"/>
                          <a:cs typeface="Consolas"/>
                        </a:rPr>
                        <a:t>4</a:t>
                      </a:r>
                    </a:p>
                  </a:txBody>
                  <a:tcPr anchor="ctr">
                    <a:solidFill>
                      <a:srgbClr val="E7E7E7"/>
                    </a:solidFill>
                  </a:tcPr>
                </a:tc>
                <a:tc>
                  <a:txBody>
                    <a:bodyPr/>
                    <a:lstStyle/>
                    <a:p>
                      <a:pPr algn="ctr"/>
                      <a:r>
                        <a:rPr sz="2175" b="1">
                          <a:solidFill>
                            <a:srgbClr val="151515"/>
                          </a:solidFill>
                          <a:latin typeface="Consolas"/>
                          <a:ea typeface="Consolas"/>
                          <a:cs typeface="Consolas"/>
                        </a:rPr>
                        <a:t>5</a:t>
                      </a:r>
                    </a:p>
                  </a:txBody>
                  <a:tcPr anchor="ctr">
                    <a:solidFill>
                      <a:srgbClr val="E7E7E7"/>
                    </a:solidFill>
                  </a:tcPr>
                </a:tc>
                <a:tc>
                  <a:txBody>
                    <a:bodyPr/>
                    <a:lstStyle/>
                    <a:p>
                      <a:pPr algn="ctr"/>
                      <a:r>
                        <a:rPr sz="2175" b="1">
                          <a:solidFill>
                            <a:srgbClr val="151515"/>
                          </a:solidFill>
                          <a:latin typeface="Consolas"/>
                          <a:ea typeface="Consolas"/>
                          <a:cs typeface="Consolas"/>
                        </a:rPr>
                        <a:t>6</a:t>
                      </a:r>
                    </a:p>
                  </a:txBody>
                  <a:tcPr anchor="ctr">
                    <a:solidFill>
                      <a:srgbClr val="E7E7E7"/>
                    </a:solidFill>
                  </a:tcPr>
                </a:tc>
                <a:tc>
                  <a:txBody>
                    <a:bodyPr/>
                    <a:lstStyle/>
                    <a:p>
                      <a:pPr algn="ctr"/>
                      <a:r>
                        <a:rPr sz="2175" b="1">
                          <a:solidFill>
                            <a:srgbClr val="151515"/>
                          </a:solidFill>
                          <a:latin typeface="Consolas"/>
                          <a:ea typeface="Consolas"/>
                          <a:cs typeface="Consolas"/>
                        </a:rPr>
                        <a:t>7</a:t>
                      </a:r>
                    </a:p>
                  </a:txBody>
                  <a:tcPr anchor="ctr">
                    <a:solidFill>
                      <a:srgbClr val="E7E7E7"/>
                    </a:solidFill>
                  </a:tcPr>
                </a:tc>
                <a:tc>
                  <a:txBody>
                    <a:bodyPr/>
                    <a:lstStyle/>
                    <a:p>
                      <a:pPr algn="ctr"/>
                      <a:r>
                        <a:rPr sz="21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CFC1A61-301C-44CB-8266-5981A180180D}"/>
              </a:ext>
            </a:extLst>
          </p:cNvPr>
          <p:cNvSpPr>
            <a:spLocks noGrp="1"/>
          </p:cNvSpPr>
          <p:nvPr/>
        </p:nvSpPr>
        <p:spPr>
          <a:xfrm>
            <a:off x="3343275" y="4143375"/>
            <a:ext cx="19050" cy="257175"/>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938AA0F3-3B36-47C6-B0B1-D1E9493F6B68}"/>
              </a:ext>
            </a:extLst>
          </p:cNvPr>
          <p:cNvSpPr>
            <a:spLocks noGrp="1"/>
          </p:cNvSpPr>
          <p:nvPr/>
        </p:nvSpPr>
        <p:spPr>
          <a:xfrm>
            <a:off x="1981200" y="4400550"/>
            <a:ext cx="2743200" cy="19050"/>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39AE5541-F6B6-4C09-A538-BFC479A3C99F}"/>
              </a:ext>
            </a:extLst>
          </p:cNvPr>
          <p:cNvSpPr>
            <a:spLocks noGrp="1"/>
          </p:cNvSpPr>
          <p:nvPr/>
        </p:nvSpPr>
        <p:spPr>
          <a:xfrm>
            <a:off x="1971675" y="4400550"/>
            <a:ext cx="19050" cy="247650"/>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68C65B0A-7298-4EB9-B367-EE1EBE19508D}"/>
              </a:ext>
            </a:extLst>
          </p:cNvPr>
          <p:cNvSpPr>
            <a:spLocks noGrp="1"/>
          </p:cNvSpPr>
          <p:nvPr/>
        </p:nvSpPr>
        <p:spPr>
          <a:xfrm>
            <a:off x="4714875" y="4400550"/>
            <a:ext cx="19050" cy="247650"/>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5581DB1D-BA58-4043-919A-AED14EFB92BD}"/>
              </a:ext>
            </a:extLst>
          </p:cNvPr>
          <p:cNvSpPr>
            <a:spLocks noGrp="1"/>
          </p:cNvSpPr>
          <p:nvPr/>
        </p:nvSpPr>
        <p:spPr>
          <a:xfrm>
            <a:off x="8829675" y="4143375"/>
            <a:ext cx="19050" cy="257175"/>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A7BF4496-11A2-48E8-A782-A20D2AEAF5AC}"/>
              </a:ext>
            </a:extLst>
          </p:cNvPr>
          <p:cNvSpPr>
            <a:spLocks noGrp="1"/>
          </p:cNvSpPr>
          <p:nvPr/>
        </p:nvSpPr>
        <p:spPr>
          <a:xfrm>
            <a:off x="7467600" y="4400550"/>
            <a:ext cx="2743200" cy="19050"/>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7B0BC02E-A0F9-4B1C-90CC-CB3C773C3583}"/>
              </a:ext>
            </a:extLst>
          </p:cNvPr>
          <p:cNvSpPr>
            <a:spLocks noGrp="1"/>
          </p:cNvSpPr>
          <p:nvPr/>
        </p:nvSpPr>
        <p:spPr>
          <a:xfrm>
            <a:off x="7458075" y="4400550"/>
            <a:ext cx="19050" cy="247650"/>
          </a:xfrm>
          <a:prstGeom prst="rect">
            <a:avLst/>
          </a:prstGeom>
          <a:solidFill>
            <a:srgbClr val="AAAAAA"/>
          </a:solidFill>
          <a:ln w="0">
            <a:noFill/>
          </a:ln>
        </p:spPr>
        <p:txBody>
          <a:bodyPr/>
          <a:lstStyle/>
          <a:p>
            <a:endParaRPr lang="ko-KR" altLang="en-US"/>
          </a:p>
        </p:txBody>
      </p:sp>
      <p:sp>
        <p:nvSpPr>
          <p:cNvPr id="21" name="직사각형 20">
            <a:extLst>
              <a:ext uri="{FF2B5EF4-FFF2-40B4-BE49-F238E27FC236}">
                <a16:creationId xmlns:a16="http://schemas.microsoft.com/office/drawing/2014/main" id="{FF803C05-97CE-4FF8-9870-A9FCE90C2600}"/>
              </a:ext>
            </a:extLst>
          </p:cNvPr>
          <p:cNvSpPr>
            <a:spLocks noGrp="1"/>
          </p:cNvSpPr>
          <p:nvPr/>
        </p:nvSpPr>
        <p:spPr>
          <a:xfrm>
            <a:off x="10201275" y="4400550"/>
            <a:ext cx="19050" cy="247650"/>
          </a:xfrm>
          <a:prstGeom prst="rect">
            <a:avLst/>
          </a:prstGeom>
          <a:solidFill>
            <a:srgbClr val="AAAAAA"/>
          </a:solidFill>
          <a:ln w="0">
            <a:noFill/>
          </a:ln>
        </p:spPr>
        <p:txBody>
          <a:bodyPr/>
          <a:lstStyle/>
          <a:p>
            <a:endParaRPr lang="ko-KR" altLang="en-US"/>
          </a:p>
        </p:txBody>
      </p:sp>
      <p:sp>
        <p:nvSpPr>
          <p:cNvPr id="22" name="order-label-1-0">
            <a:extLst>
              <a:ext uri="{FF2B5EF4-FFF2-40B4-BE49-F238E27FC236}">
                <a16:creationId xmlns:a16="http://schemas.microsoft.com/office/drawing/2014/main" id="{386DE4B9-80CB-4E0A-9D6F-2B6E4EFC9FAE}"/>
              </a:ext>
            </a:extLst>
          </p:cNvPr>
          <p:cNvSpPr>
            <a:spLocks noGrp="1"/>
          </p:cNvSpPr>
          <p:nvPr/>
        </p:nvSpPr>
        <p:spPr>
          <a:xfrm>
            <a:off x="11430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③ 왼쪽 4개</a:t>
            </a:r>
          </a:p>
        </p:txBody>
      </p:sp>
      <p:graphicFrame>
        <p:nvGraphicFramePr>
          <p:cNvPr id="23" name="표 22">
            <a:extLst>
              <a:ext uri="{FF2B5EF4-FFF2-40B4-BE49-F238E27FC236}">
                <a16:creationId xmlns:a16="http://schemas.microsoft.com/office/drawing/2014/main" id="{897B0B50-B552-4ECE-8EBB-0C92377E00AB}"/>
              </a:ext>
            </a:extLst>
          </p:cNvPr>
          <p:cNvGraphicFramePr/>
          <p:nvPr/>
        </p:nvGraphicFramePr>
        <p:xfrm>
          <a:off x="11430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CECFB"/>
                    </a:solidFill>
                  </a:tcPr>
                </a:tc>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6</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24" name="order-label-1-1">
            <a:extLst>
              <a:ext uri="{FF2B5EF4-FFF2-40B4-BE49-F238E27FC236}">
                <a16:creationId xmlns:a16="http://schemas.microsoft.com/office/drawing/2014/main" id="{AD0BF5D2-7DD8-4A8E-8B7E-C899B3160715}"/>
              </a:ext>
            </a:extLst>
          </p:cNvPr>
          <p:cNvSpPr>
            <a:spLocks noGrp="1"/>
          </p:cNvSpPr>
          <p:nvPr/>
        </p:nvSpPr>
        <p:spPr>
          <a:xfrm>
            <a:off x="66294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⑥ 오른쪽 4개</a:t>
            </a:r>
          </a:p>
        </p:txBody>
      </p:sp>
      <p:graphicFrame>
        <p:nvGraphicFramePr>
          <p:cNvPr id="25" name="표 24">
            <a:extLst>
              <a:ext uri="{FF2B5EF4-FFF2-40B4-BE49-F238E27FC236}">
                <a16:creationId xmlns:a16="http://schemas.microsoft.com/office/drawing/2014/main" id="{551CCDA5-BDCC-43A5-81BD-257490F0F4C6}"/>
              </a:ext>
            </a:extLst>
          </p:cNvPr>
          <p:cNvGraphicFramePr/>
          <p:nvPr/>
        </p:nvGraphicFramePr>
        <p:xfrm>
          <a:off x="66294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DEFE6"/>
                    </a:solidFill>
                  </a:tcPr>
                </a:tc>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tc>
                  <a:txBody>
                    <a:bodyPr/>
                    <a:lstStyle/>
                    <a:p>
                      <a:pPr algn="ctr"/>
                      <a:r>
                        <a:rPr sz="21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6" name="직사각형 25">
            <a:extLst>
              <a:ext uri="{FF2B5EF4-FFF2-40B4-BE49-F238E27FC236}">
                <a16:creationId xmlns:a16="http://schemas.microsoft.com/office/drawing/2014/main" id="{BFF40A75-37A6-449F-8ECC-D17D3BA5E467}"/>
              </a:ext>
            </a:extLst>
          </p:cNvPr>
          <p:cNvSpPr>
            <a:spLocks noGrp="1"/>
          </p:cNvSpPr>
          <p:nvPr/>
        </p:nvSpPr>
        <p:spPr>
          <a:xfrm>
            <a:off x="1971675" y="5143500"/>
            <a:ext cx="19050" cy="2571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671D6D72-479D-4A25-BB27-7BB0B47097C3}"/>
              </a:ext>
            </a:extLst>
          </p:cNvPr>
          <p:cNvSpPr>
            <a:spLocks noGrp="1"/>
          </p:cNvSpPr>
          <p:nvPr/>
        </p:nvSpPr>
        <p:spPr>
          <a:xfrm>
            <a:off x="1295400" y="5400675"/>
            <a:ext cx="1371600" cy="19050"/>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BC83EEC2-8799-4983-9D2E-13770589DC78}"/>
              </a:ext>
            </a:extLst>
          </p:cNvPr>
          <p:cNvSpPr>
            <a:spLocks noGrp="1"/>
          </p:cNvSpPr>
          <p:nvPr/>
        </p:nvSpPr>
        <p:spPr>
          <a:xfrm>
            <a:off x="1285875" y="5400675"/>
            <a:ext cx="19050" cy="2476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8DDB521-1F73-4C7B-A61C-1EFB9F1448E7}"/>
              </a:ext>
            </a:extLst>
          </p:cNvPr>
          <p:cNvSpPr>
            <a:spLocks noGrp="1"/>
          </p:cNvSpPr>
          <p:nvPr/>
        </p:nvSpPr>
        <p:spPr>
          <a:xfrm>
            <a:off x="2657475" y="5400675"/>
            <a:ext cx="19050" cy="247650"/>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BE9EBECE-508C-47F0-B849-BB735B2F5705}"/>
              </a:ext>
            </a:extLst>
          </p:cNvPr>
          <p:cNvSpPr>
            <a:spLocks noGrp="1"/>
          </p:cNvSpPr>
          <p:nvPr/>
        </p:nvSpPr>
        <p:spPr>
          <a:xfrm>
            <a:off x="4714875" y="5143500"/>
            <a:ext cx="19050" cy="2571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4F5A3895-778F-4274-BF7A-DF5B6774D9B3}"/>
              </a:ext>
            </a:extLst>
          </p:cNvPr>
          <p:cNvSpPr>
            <a:spLocks noGrp="1"/>
          </p:cNvSpPr>
          <p:nvPr/>
        </p:nvSpPr>
        <p:spPr>
          <a:xfrm>
            <a:off x="4038600" y="5400675"/>
            <a:ext cx="1371600" cy="19050"/>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41CD864E-7571-4F52-BF5C-2E619037B1B1}"/>
              </a:ext>
            </a:extLst>
          </p:cNvPr>
          <p:cNvSpPr>
            <a:spLocks noGrp="1"/>
          </p:cNvSpPr>
          <p:nvPr/>
        </p:nvSpPr>
        <p:spPr>
          <a:xfrm>
            <a:off x="4029075" y="5400675"/>
            <a:ext cx="19050" cy="2476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344295EF-9A68-469F-AF4B-CDD1F4DC6A5B}"/>
              </a:ext>
            </a:extLst>
          </p:cNvPr>
          <p:cNvSpPr>
            <a:spLocks noGrp="1"/>
          </p:cNvSpPr>
          <p:nvPr/>
        </p:nvSpPr>
        <p:spPr>
          <a:xfrm>
            <a:off x="5400675" y="5400675"/>
            <a:ext cx="19050" cy="247650"/>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F7435295-E42F-44AB-B806-372C5C0A7A63}"/>
              </a:ext>
            </a:extLst>
          </p:cNvPr>
          <p:cNvSpPr>
            <a:spLocks noGrp="1"/>
          </p:cNvSpPr>
          <p:nvPr/>
        </p:nvSpPr>
        <p:spPr>
          <a:xfrm>
            <a:off x="7458075" y="5143500"/>
            <a:ext cx="19050" cy="2571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4963F448-1D96-46D3-AAE9-13A2E2A81DA0}"/>
              </a:ext>
            </a:extLst>
          </p:cNvPr>
          <p:cNvSpPr>
            <a:spLocks noGrp="1"/>
          </p:cNvSpPr>
          <p:nvPr/>
        </p:nvSpPr>
        <p:spPr>
          <a:xfrm>
            <a:off x="6781800" y="5400675"/>
            <a:ext cx="1371600" cy="19050"/>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2B88AF48-C16A-4CE1-AE02-D1D61DC2BBB4}"/>
              </a:ext>
            </a:extLst>
          </p:cNvPr>
          <p:cNvSpPr>
            <a:spLocks noGrp="1"/>
          </p:cNvSpPr>
          <p:nvPr/>
        </p:nvSpPr>
        <p:spPr>
          <a:xfrm>
            <a:off x="6772275" y="5400675"/>
            <a:ext cx="19050" cy="2476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887FF17B-9352-4ADE-B2F7-9CEF4BE72930}"/>
              </a:ext>
            </a:extLst>
          </p:cNvPr>
          <p:cNvSpPr>
            <a:spLocks noGrp="1"/>
          </p:cNvSpPr>
          <p:nvPr/>
        </p:nvSpPr>
        <p:spPr>
          <a:xfrm>
            <a:off x="8143875" y="5400675"/>
            <a:ext cx="19050" cy="247650"/>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0DF16999-D3FB-439D-B106-170749381C34}"/>
              </a:ext>
            </a:extLst>
          </p:cNvPr>
          <p:cNvSpPr>
            <a:spLocks noGrp="1"/>
          </p:cNvSpPr>
          <p:nvPr/>
        </p:nvSpPr>
        <p:spPr>
          <a:xfrm>
            <a:off x="10201275" y="5143500"/>
            <a:ext cx="19050" cy="257175"/>
          </a:xfrm>
          <a:prstGeom prst="rect">
            <a:avLst/>
          </a:prstGeom>
          <a:solidFill>
            <a:srgbClr val="AAAAAA"/>
          </a:solidFill>
          <a:ln w="0">
            <a:noFill/>
          </a:ln>
        </p:spPr>
        <p:txBody>
          <a:bodyPr/>
          <a:lstStyle/>
          <a:p>
            <a:endParaRPr lang="ko-KR" altLang="en-US"/>
          </a:p>
        </p:txBody>
      </p:sp>
      <p:sp>
        <p:nvSpPr>
          <p:cNvPr id="39" name="직사각형 38">
            <a:extLst>
              <a:ext uri="{FF2B5EF4-FFF2-40B4-BE49-F238E27FC236}">
                <a16:creationId xmlns:a16="http://schemas.microsoft.com/office/drawing/2014/main" id="{CEA6DD83-A3C4-40B0-9173-0AB13AF2B95B}"/>
              </a:ext>
            </a:extLst>
          </p:cNvPr>
          <p:cNvSpPr>
            <a:spLocks noGrp="1"/>
          </p:cNvSpPr>
          <p:nvPr/>
        </p:nvSpPr>
        <p:spPr>
          <a:xfrm>
            <a:off x="9525000" y="5400675"/>
            <a:ext cx="1371600" cy="19050"/>
          </a:xfrm>
          <a:prstGeom prst="rect">
            <a:avLst/>
          </a:prstGeom>
          <a:solidFill>
            <a:srgbClr val="AAAAAA"/>
          </a:solidFill>
          <a:ln w="0">
            <a:noFill/>
          </a:ln>
        </p:spPr>
        <p:txBody>
          <a:bodyPr/>
          <a:lstStyle/>
          <a:p>
            <a:endParaRPr lang="ko-KR" altLang="en-US"/>
          </a:p>
        </p:txBody>
      </p:sp>
      <p:sp>
        <p:nvSpPr>
          <p:cNvPr id="40" name="직사각형 39">
            <a:extLst>
              <a:ext uri="{FF2B5EF4-FFF2-40B4-BE49-F238E27FC236}">
                <a16:creationId xmlns:a16="http://schemas.microsoft.com/office/drawing/2014/main" id="{411885E4-F65B-4DFA-8FAE-4CE4A02E2A60}"/>
              </a:ext>
            </a:extLst>
          </p:cNvPr>
          <p:cNvSpPr>
            <a:spLocks noGrp="1"/>
          </p:cNvSpPr>
          <p:nvPr/>
        </p:nvSpPr>
        <p:spPr>
          <a:xfrm>
            <a:off x="9515475" y="5400675"/>
            <a:ext cx="19050" cy="247650"/>
          </a:xfrm>
          <a:prstGeom prst="rect">
            <a:avLst/>
          </a:prstGeom>
          <a:solidFill>
            <a:srgbClr val="AAAAAA"/>
          </a:solidFill>
          <a:ln w="0">
            <a:noFill/>
          </a:ln>
        </p:spPr>
        <p:txBody>
          <a:bodyPr/>
          <a:lstStyle/>
          <a:p>
            <a:endParaRPr lang="ko-KR" altLang="en-US"/>
          </a:p>
        </p:txBody>
      </p:sp>
      <p:sp>
        <p:nvSpPr>
          <p:cNvPr id="41" name="직사각형 40">
            <a:extLst>
              <a:ext uri="{FF2B5EF4-FFF2-40B4-BE49-F238E27FC236}">
                <a16:creationId xmlns:a16="http://schemas.microsoft.com/office/drawing/2014/main" id="{3D85A672-7526-4FF0-BEFB-A215770B2186}"/>
              </a:ext>
            </a:extLst>
          </p:cNvPr>
          <p:cNvSpPr>
            <a:spLocks noGrp="1"/>
          </p:cNvSpPr>
          <p:nvPr/>
        </p:nvSpPr>
        <p:spPr>
          <a:xfrm>
            <a:off x="10887075" y="5400675"/>
            <a:ext cx="19050" cy="247650"/>
          </a:xfrm>
          <a:prstGeom prst="rect">
            <a:avLst/>
          </a:prstGeom>
          <a:solidFill>
            <a:srgbClr val="AAAAAA"/>
          </a:solidFill>
          <a:ln w="0">
            <a:noFill/>
          </a:ln>
        </p:spPr>
        <p:txBody>
          <a:bodyPr/>
          <a:lstStyle/>
          <a:p>
            <a:endParaRPr lang="ko-KR" altLang="en-US"/>
          </a:p>
        </p:txBody>
      </p:sp>
      <p:sp>
        <p:nvSpPr>
          <p:cNvPr id="42" name="order-label-2-0">
            <a:extLst>
              <a:ext uri="{FF2B5EF4-FFF2-40B4-BE49-F238E27FC236}">
                <a16:creationId xmlns:a16="http://schemas.microsoft.com/office/drawing/2014/main" id="{1A6FB4EC-B93F-498E-AFEA-D018E439124B}"/>
              </a:ext>
            </a:extLst>
          </p:cNvPr>
          <p:cNvSpPr>
            <a:spLocks noGrp="1"/>
          </p:cNvSpPr>
          <p:nvPr/>
        </p:nvSpPr>
        <p:spPr>
          <a:xfrm>
            <a:off x="8763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① 병합</a:t>
            </a:r>
          </a:p>
        </p:txBody>
      </p:sp>
      <p:graphicFrame>
        <p:nvGraphicFramePr>
          <p:cNvPr id="43" name="표 42">
            <a:extLst>
              <a:ext uri="{FF2B5EF4-FFF2-40B4-BE49-F238E27FC236}">
                <a16:creationId xmlns:a16="http://schemas.microsoft.com/office/drawing/2014/main" id="{D8DFC10D-AA65-4597-A609-5379100CE2BF}"/>
              </a:ext>
            </a:extLst>
          </p:cNvPr>
          <p:cNvGraphicFramePr/>
          <p:nvPr/>
        </p:nvGraphicFramePr>
        <p:xfrm>
          <a:off x="8763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order-label-2-1">
            <a:extLst>
              <a:ext uri="{FF2B5EF4-FFF2-40B4-BE49-F238E27FC236}">
                <a16:creationId xmlns:a16="http://schemas.microsoft.com/office/drawing/2014/main" id="{B5DB57CC-40F1-49C4-91CC-D96B91D64BD6}"/>
              </a:ext>
            </a:extLst>
          </p:cNvPr>
          <p:cNvSpPr>
            <a:spLocks noGrp="1"/>
          </p:cNvSpPr>
          <p:nvPr/>
        </p:nvSpPr>
        <p:spPr>
          <a:xfrm>
            <a:off x="36195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② 병합</a:t>
            </a:r>
          </a:p>
        </p:txBody>
      </p:sp>
      <p:graphicFrame>
        <p:nvGraphicFramePr>
          <p:cNvPr id="45" name="표 44">
            <a:extLst>
              <a:ext uri="{FF2B5EF4-FFF2-40B4-BE49-F238E27FC236}">
                <a16:creationId xmlns:a16="http://schemas.microsoft.com/office/drawing/2014/main" id="{76860921-DCC1-4B79-9175-5C5C77195230}"/>
              </a:ext>
            </a:extLst>
          </p:cNvPr>
          <p:cNvGraphicFramePr/>
          <p:nvPr/>
        </p:nvGraphicFramePr>
        <p:xfrm>
          <a:off x="36195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DEFE6"/>
                    </a:solidFill>
                  </a:tcPr>
                </a:tc>
                <a:tc>
                  <a:txBody>
                    <a:bodyPr/>
                    <a:lstStyle/>
                    <a:p>
                      <a:pPr algn="ctr"/>
                      <a:r>
                        <a:rPr sz="2175"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6" name="order-label-2-2">
            <a:extLst>
              <a:ext uri="{FF2B5EF4-FFF2-40B4-BE49-F238E27FC236}">
                <a16:creationId xmlns:a16="http://schemas.microsoft.com/office/drawing/2014/main" id="{7895F06E-031C-4ACB-9E58-ADAA41B3843C}"/>
              </a:ext>
            </a:extLst>
          </p:cNvPr>
          <p:cNvSpPr>
            <a:spLocks noGrp="1"/>
          </p:cNvSpPr>
          <p:nvPr/>
        </p:nvSpPr>
        <p:spPr>
          <a:xfrm>
            <a:off x="63627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④ 병합</a:t>
            </a:r>
          </a:p>
        </p:txBody>
      </p:sp>
      <p:graphicFrame>
        <p:nvGraphicFramePr>
          <p:cNvPr id="47" name="표 46">
            <a:extLst>
              <a:ext uri="{FF2B5EF4-FFF2-40B4-BE49-F238E27FC236}">
                <a16:creationId xmlns:a16="http://schemas.microsoft.com/office/drawing/2014/main" id="{1D92885C-5A75-4BF9-9D0F-E861FD4B1511}"/>
              </a:ext>
            </a:extLst>
          </p:cNvPr>
          <p:cNvGraphicFramePr/>
          <p:nvPr/>
        </p:nvGraphicFramePr>
        <p:xfrm>
          <a:off x="63627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CECFB"/>
                    </a:solidFill>
                  </a:tcPr>
                </a:tc>
                <a:tc>
                  <a:txBody>
                    <a:bodyPr/>
                    <a:lstStyle/>
                    <a:p>
                      <a:pPr algn="ctr"/>
                      <a:r>
                        <a:rPr sz="2175"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8" name="order-label-2-3">
            <a:extLst>
              <a:ext uri="{FF2B5EF4-FFF2-40B4-BE49-F238E27FC236}">
                <a16:creationId xmlns:a16="http://schemas.microsoft.com/office/drawing/2014/main" id="{3D03F84F-6126-4528-8342-F45332222A8C}"/>
              </a:ext>
            </a:extLst>
          </p:cNvPr>
          <p:cNvSpPr>
            <a:spLocks noGrp="1"/>
          </p:cNvSpPr>
          <p:nvPr/>
        </p:nvSpPr>
        <p:spPr>
          <a:xfrm>
            <a:off x="91059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⑤ 병합</a:t>
            </a:r>
          </a:p>
        </p:txBody>
      </p:sp>
      <p:graphicFrame>
        <p:nvGraphicFramePr>
          <p:cNvPr id="49" name="표 48">
            <a:extLst>
              <a:ext uri="{FF2B5EF4-FFF2-40B4-BE49-F238E27FC236}">
                <a16:creationId xmlns:a16="http://schemas.microsoft.com/office/drawing/2014/main" id="{AE9DE415-3C52-4FFC-97CC-69AC4FA342E0}"/>
              </a:ext>
            </a:extLst>
          </p:cNvPr>
          <p:cNvGraphicFramePr/>
          <p:nvPr/>
        </p:nvGraphicFramePr>
        <p:xfrm>
          <a:off x="91059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34CAF166-102D-4132-B0DF-E487D242AC94}"/>
              </a:ext>
            </a:extLst>
          </p:cNvPr>
          <p:cNvGraphicFramePr/>
          <p:nvPr/>
        </p:nvGraphicFramePr>
        <p:xfrm>
          <a:off x="914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1" name="표 50">
            <a:extLst>
              <a:ext uri="{FF2B5EF4-FFF2-40B4-BE49-F238E27FC236}">
                <a16:creationId xmlns:a16="http://schemas.microsoft.com/office/drawing/2014/main" id="{7074D80D-F902-4CFE-8D3D-0947F248B9BC}"/>
              </a:ext>
            </a:extLst>
          </p:cNvPr>
          <p:cNvGraphicFramePr/>
          <p:nvPr/>
        </p:nvGraphicFramePr>
        <p:xfrm>
          <a:off x="2286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2" name="표 51">
            <a:extLst>
              <a:ext uri="{FF2B5EF4-FFF2-40B4-BE49-F238E27FC236}">
                <a16:creationId xmlns:a16="http://schemas.microsoft.com/office/drawing/2014/main" id="{4228601C-A8C3-4398-A058-CDEDAB4DBE59}"/>
              </a:ext>
            </a:extLst>
          </p:cNvPr>
          <p:cNvGraphicFramePr/>
          <p:nvPr/>
        </p:nvGraphicFramePr>
        <p:xfrm>
          <a:off x="3657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3" name="표 52">
            <a:extLst>
              <a:ext uri="{FF2B5EF4-FFF2-40B4-BE49-F238E27FC236}">
                <a16:creationId xmlns:a16="http://schemas.microsoft.com/office/drawing/2014/main" id="{AE1420DF-8EF9-4490-B23A-645A098DC478}"/>
              </a:ext>
            </a:extLst>
          </p:cNvPr>
          <p:cNvGraphicFramePr/>
          <p:nvPr/>
        </p:nvGraphicFramePr>
        <p:xfrm>
          <a:off x="50292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4" name="표 53">
            <a:extLst>
              <a:ext uri="{FF2B5EF4-FFF2-40B4-BE49-F238E27FC236}">
                <a16:creationId xmlns:a16="http://schemas.microsoft.com/office/drawing/2014/main" id="{9306F685-7D7A-48CF-B1FC-2372C5779E94}"/>
              </a:ext>
            </a:extLst>
          </p:cNvPr>
          <p:cNvGraphicFramePr/>
          <p:nvPr/>
        </p:nvGraphicFramePr>
        <p:xfrm>
          <a:off x="64008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5" name="표 54">
            <a:extLst>
              <a:ext uri="{FF2B5EF4-FFF2-40B4-BE49-F238E27FC236}">
                <a16:creationId xmlns:a16="http://schemas.microsoft.com/office/drawing/2014/main" id="{8C025A25-60F5-4891-B4F9-51B50C79D83D}"/>
              </a:ext>
            </a:extLst>
          </p:cNvPr>
          <p:cNvGraphicFramePr/>
          <p:nvPr/>
        </p:nvGraphicFramePr>
        <p:xfrm>
          <a:off x="7772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6" name="표 55">
            <a:extLst>
              <a:ext uri="{FF2B5EF4-FFF2-40B4-BE49-F238E27FC236}">
                <a16:creationId xmlns:a16="http://schemas.microsoft.com/office/drawing/2014/main" id="{A085EC4B-5DE5-4B7D-92CC-76B2B72CD3C1}"/>
              </a:ext>
            </a:extLst>
          </p:cNvPr>
          <p:cNvGraphicFramePr/>
          <p:nvPr/>
        </p:nvGraphicFramePr>
        <p:xfrm>
          <a:off x="9144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7" name="표 56">
            <a:extLst>
              <a:ext uri="{FF2B5EF4-FFF2-40B4-BE49-F238E27FC236}">
                <a16:creationId xmlns:a16="http://schemas.microsoft.com/office/drawing/2014/main" id="{2B5E12C0-5095-4090-9E0E-AE22D50078CE}"/>
              </a:ext>
            </a:extLst>
          </p:cNvPr>
          <p:cNvGraphicFramePr/>
          <p:nvPr/>
        </p:nvGraphicFramePr>
        <p:xfrm>
          <a:off x="10515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113412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632F56A4-5B0B-4570-823C-E1F58F7300F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EA946D2-B70D-4362-936A-22B27BEC9AA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5F3A2DE-108F-47CB-B5AB-35E7B2E120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[8]과 [3] 병합 · 시작</a:t>
            </a:r>
          </a:p>
        </p:txBody>
      </p:sp>
      <p:sp>
        <p:nvSpPr>
          <p:cNvPr id="4" name="직사각형 3">
            <a:extLst>
              <a:ext uri="{FF2B5EF4-FFF2-40B4-BE49-F238E27FC236}">
                <a16:creationId xmlns:a16="http://schemas.microsoft.com/office/drawing/2014/main" id="{141A7B97-4AB2-4A06-8D5F-A98980A5EB5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20F7FE3-8169-4B3C-96E5-72A98F693A5F}"/>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8과 오른쪽 3을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042AEDC5-C398-4501-B44A-F609BA7EF33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BE0B240-EC26-48AE-B14B-2EDA4F7D0B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A90C723-68B5-4C52-BFA8-C0B8BB71E26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82067CF4-FE5D-4CFC-A54E-A63499D59535}"/>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CB760A5-57FC-477F-A9F3-5A1031866CD0}"/>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58A85DD-35D1-43E0-9A6E-05998507968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0628C73-0576-4920-8A7A-800ECDEC6DF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3A41101-8975-4E1E-97CB-855BB7D41BF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B022E0D-582E-4BF8-A769-C4CE052B217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B605CCFE-3FFC-4055-A3A7-2C77F337A61A}"/>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DBE13C36-AFE5-4CEE-BB2E-5552D05E1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CD83C1A-A7B2-4AA0-A7F6-BBAD7551B8FA}"/>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2B72F7E-58ED-4EB1-92D5-D82C02C754DC}"/>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C5E2791-1930-4CA0-8A7E-9C795B6A35A7}"/>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B8067DE1-1315-41A2-9BE8-0EB3D870DAF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F13CDD3-22E3-47FA-BC7F-A0407CBB08E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67757F12-607E-49ED-812F-FA5717A4D24F}"/>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3FB50AA5-2910-4885-BCD0-F4C59A126A26}"/>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15766DE6-54BA-4A16-9484-C7E0147AAF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DF400C1D-A77D-493E-BC6E-FE2F8DCC9D5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0AD0CA67-D3D3-4DFA-A456-3E489783FEA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962314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C4CA368-E8FC-42C8-908B-E3FA31EFDC0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F6E643F-5139-4EBA-AE81-E5E7F31CBD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DCF0F26-0F4D-41F0-8952-7A5174DF9E6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1번째 값 3 추가</a:t>
            </a:r>
          </a:p>
        </p:txBody>
      </p:sp>
      <p:sp>
        <p:nvSpPr>
          <p:cNvPr id="4" name="직사각형 3">
            <a:extLst>
              <a:ext uri="{FF2B5EF4-FFF2-40B4-BE49-F238E27FC236}">
                <a16:creationId xmlns:a16="http://schemas.microsoft.com/office/drawing/2014/main" id="{E99B935A-7E1F-469F-BD25-FAA3F394F18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88EF225-0191-4918-ABE8-FFD5270ED201}"/>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3 → 오른쪽의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EF95010A-D138-489C-B479-BE975137A6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102D8D1-F9CF-4F2B-BB69-7B9E3C0C72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4854E4A5-007B-4D5A-92DE-AB5337C98D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CE5DAAB-43F8-4E56-9522-9894422579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C6DBC45-89AC-462D-8444-06EB9AAAF976}"/>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3DA9C5C5-FA59-4543-85A7-B69F05568F55}"/>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1FBC8B5-418C-4EA0-8872-69FE007ADCE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17DC0492-550E-4530-A8CD-E8E5242B92AC}"/>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CAB59BF-64DC-4C04-965A-381CDAFF36B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7A819CE-D0A6-417C-8B8C-57D0C6D12E69}"/>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AE9816E-6334-4777-88AE-8FD505647A9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D315772-49CC-4247-9E7E-42CD68D4207E}"/>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0FC22ED-4D94-418B-ABC3-D553B4A0AC9B}"/>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5C6850B-EE3A-40E0-A9C1-0A7CF1157EB5}"/>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57D10354-A0EF-45AF-B30D-ABC2FF2C6B7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350778D5-523E-4B27-8F40-3AB91ADDC123}"/>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7070C809-D621-4352-A0EB-79B80E8537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936C30D-E496-4476-A75F-6A6429966D7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4ABA2DFD-22BF-489D-A302-15423D2BAE83}"/>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7E7AB54E-D00C-447B-92B8-28BA0EADE354}"/>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8E5E4E5-0765-4958-985D-E24E1838226A}"/>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918726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53F7C5EA-EA54-4527-8B6A-EDC41B54E5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B9E8669-D84E-4FA7-8527-EC5DEFC25A9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FF6156-6682-452E-9527-EAC01914645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2번째 값 8 추가</a:t>
            </a:r>
          </a:p>
        </p:txBody>
      </p:sp>
      <p:sp>
        <p:nvSpPr>
          <p:cNvPr id="4" name="직사각형 3">
            <a:extLst>
              <a:ext uri="{FF2B5EF4-FFF2-40B4-BE49-F238E27FC236}">
                <a16:creationId xmlns:a16="http://schemas.microsoft.com/office/drawing/2014/main" id="{FA43D893-733F-4821-856B-46FF3AED2F0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45680B2-9E1A-47E1-A5C0-7CBF880C4B1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1AE6312D-26D5-4CC0-BDEE-6543E416E2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B5804A-5C0F-4AFF-B275-6C365C784BC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2BCBE20-6B7F-42A3-88FA-DCCACEAF5D5D}"/>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D72934CA-4A26-416D-82A5-56F842221822}"/>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EAA8C8F-9D99-4353-9A1F-32F01027807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D565999E-B50A-4623-BF8A-E8D23CD026E8}"/>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EA17E0B8-26F5-4DAE-9CF6-430E7ED59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2448FE28-8C6E-4D4D-A6A5-42740FC22C6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52E18281-ADEB-45D2-92B3-7F249DD70A8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46BAD0DA-0529-4753-A91C-9B0499E3DC8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565126D-4074-45F0-9BD8-72D920EAB71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EB240BD-64E7-4796-91E1-70159E51C41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CBF962E-003D-403C-98D4-A5B90B4B1EA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BDFEB98-541C-4AC1-8872-0DEC2A2C88B8}"/>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A734AA5F-17BA-45A9-AA24-7E83A665246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77A825F3-0F01-475E-9137-E17F3D2898A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09FAFF43-743F-4794-A78F-6678637E088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B720EF70-155C-4F64-80BA-DDF96658EC9C}"/>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result-caption">
            <a:extLst>
              <a:ext uri="{FF2B5EF4-FFF2-40B4-BE49-F238E27FC236}">
                <a16:creationId xmlns:a16="http://schemas.microsoft.com/office/drawing/2014/main" id="{94AACD3D-6988-48BC-B049-C7A9D4672540}"/>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569D83D8-D9CB-4F0A-B327-38414821CA2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[3, 8]</a:t>
            </a:r>
          </a:p>
        </p:txBody>
      </p:sp>
      <p:sp>
        <p:nvSpPr>
          <p:cNvPr id="26" name="next-merge">
            <a:extLst>
              <a:ext uri="{FF2B5EF4-FFF2-40B4-BE49-F238E27FC236}">
                <a16:creationId xmlns:a16="http://schemas.microsoft.com/office/drawing/2014/main" id="{B71D0A0F-EAFD-4786-BF6F-2C0B03DE6517}"/>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왼쪽 입력으로 사용</a:t>
            </a:r>
          </a:p>
        </p:txBody>
      </p:sp>
      <p:sp>
        <p:nvSpPr>
          <p:cNvPr id="27" name="trace-rule">
            <a:extLst>
              <a:ext uri="{FF2B5EF4-FFF2-40B4-BE49-F238E27FC236}">
                <a16:creationId xmlns:a16="http://schemas.microsoft.com/office/drawing/2014/main" id="{BA88F5D6-EE78-4468-AFBE-690B24219F56}"/>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7217118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8B95781-7282-4D73-B8A2-78EEC95A4D8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82C8DFC-2923-4CEC-A589-1F67C37D8F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B758036-6A0C-43B4-9E81-698732D24B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[6]과 [2] 병합 · 시작</a:t>
            </a:r>
          </a:p>
        </p:txBody>
      </p:sp>
      <p:sp>
        <p:nvSpPr>
          <p:cNvPr id="4" name="직사각형 3">
            <a:extLst>
              <a:ext uri="{FF2B5EF4-FFF2-40B4-BE49-F238E27FC236}">
                <a16:creationId xmlns:a16="http://schemas.microsoft.com/office/drawing/2014/main" id="{5FF29A5E-5E2D-4C52-9DD7-574DA6E95BE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BDA3F15-7B94-47E4-BA6A-13009BF4AEB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6과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98B9DC0-249A-4DB4-96BE-2ABC9C240A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B844CD-9383-424F-B7CD-24D6B806B7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625400E-F57B-4966-8733-45F2FB66F91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B1A9A52-12DC-4DFC-87E3-47406FE437A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3CA7C5-555C-42B2-AA53-4F86CF4CD1F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CDEE04C-6620-4EBF-8BA4-75CCDF137E4D}"/>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541BF2F2-F8DA-4F60-9769-AE9B9BE902B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3212E911-3CD2-4F3D-88BB-536814B1E44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B11E0A96-3B9E-440A-9456-21FDABB605A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B27F213-D09C-4915-BC6E-456B97DD63C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8460E6D8-A1BF-4F53-9428-1ED46C4AB5C0}"/>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6024886-8F8B-4050-87D3-3A1ECA6E8FB0}"/>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E0FF42C-D09F-4CE5-AFB8-806ECC9AE3CE}"/>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197FCAC-60FA-45EB-BCC4-66CD8273C47F}"/>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05EC3334-66EC-4598-A048-98E898F803E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34CB7B-48D1-467E-84EB-ABBCA980DF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A3B939F4-F0FC-480B-8CE8-78E17B4A968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97CB8871-468E-4A83-BE30-FF988B558B5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5ECB2B4D-5C32-4D5B-AA80-FFF799C9ABDA}"/>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2D949FF4-E6C9-4138-AFA7-3F1B2B8C8C20}"/>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B67E6E57-2C7B-4634-B166-36B2E28AD64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763290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2B6F84D1-700E-4358-9F5C-16D5C0720E8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5A6751C-45AF-4679-93F6-03493E5EEC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5BEC4B-B594-4320-82CD-32E70137F5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1번째 값 2 추가</a:t>
            </a:r>
          </a:p>
        </p:txBody>
      </p:sp>
      <p:sp>
        <p:nvSpPr>
          <p:cNvPr id="4" name="직사각형 3">
            <a:extLst>
              <a:ext uri="{FF2B5EF4-FFF2-40B4-BE49-F238E27FC236}">
                <a16:creationId xmlns:a16="http://schemas.microsoft.com/office/drawing/2014/main" id="{B569B989-F55F-41DD-A884-743D6EF4F68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97AF69-38B4-4E15-9500-A142B21F9902}"/>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6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1B0CCD64-D179-4C5B-BECB-B03047DF53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2865540-FA8D-49CA-B3FC-024D428E18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FF0506A-8F1E-478A-B82A-6484BA266C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94BC5B6-8F99-445E-840B-98563CC531A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9E48443D-C12B-40CD-9259-1E06CC581B58}"/>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88D9089D-7D63-4B9A-97C9-3A184E279414}"/>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D6471ED-8B23-4AC5-B779-0128C114A04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B3A32347-1E6A-474A-864C-6000545C1BCD}"/>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A3F2F5F9-8EBC-474B-ACA0-D1A8D921521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2542437-3955-450F-8D12-E2523A1BF44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069E3D7E-E899-442F-AD6D-F7A5791CE6B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65A7B8B-8E18-4AE3-8B01-223E0BAC5D49}"/>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266C24-0960-4D7A-9E96-11CEF46B024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4170C895-6B8F-4046-A3AF-8DA1B3AF30A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7AD4D47-E13B-47BF-B7BE-4D2C0C975F2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13EFCB3A-0651-4F55-B83B-2A24D38408B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F29E56E2-2E8B-440B-A3F7-6AB127F82AE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27AFBBA-BAF8-4726-80B9-9E5B4C386F4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EF3361CF-655D-43D6-A91B-1A0DA4D9784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F7922BFE-94FC-4A47-AFEC-467F91D3045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32BBB0D-9C33-4F20-AF73-CC1DDE673597}"/>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94252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7B6DEBC0-A23F-4BCA-8E50-87CB00FA7C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1A157C8-B7C1-474A-AFA2-D73B52FD9B4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524D7B-171A-4489-A7EE-9EC711D0EB4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2번째 값 6 추가</a:t>
            </a:r>
          </a:p>
        </p:txBody>
      </p:sp>
      <p:sp>
        <p:nvSpPr>
          <p:cNvPr id="4" name="직사각형 3">
            <a:extLst>
              <a:ext uri="{FF2B5EF4-FFF2-40B4-BE49-F238E27FC236}">
                <a16:creationId xmlns:a16="http://schemas.microsoft.com/office/drawing/2014/main" id="{7417467E-0700-4DF1-B4D1-1AFEFBA71A8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A3E495B-9109-4099-8910-18D6C0B9817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D617DD0-C365-4CDF-9F47-056E7B76F9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45A9677-C093-4E3F-99AD-8C12AA54148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4230609-D1C3-44B2-AF39-374F0FAC7C4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24B39CF-0630-47BE-8DB5-FB8C7E825E1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C411338-151B-4AA0-8B71-A7B8FE6C15F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2AF3460B-E797-41E7-8111-D36DB59D3C62}"/>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AD0091FB-EBDD-416B-8AD3-0DF2B940D77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4D0C94FD-0B32-4B0C-88D8-9A5E73BA68D8}"/>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8B03FA60-7BC8-4FF9-8BC1-911698E9109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3256061-0963-4F17-B5D6-3778790CA435}"/>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CEF1AFB7-E970-4673-8D25-94BFB08C9F9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DE1A671-1235-4106-8138-C8EB89DCCE56}"/>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0D17FAC1-C66B-49F4-A8B6-8900423FFBA5}"/>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1E60AE0C-0DF4-49A4-AB43-D13294D293A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967C0C1B-9F89-41FE-A896-74B73C87AF8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B4F337E9-B09A-4E85-B81E-AC04E1DFA0DA}"/>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3AA0C16C-9344-45FC-B2C8-C265C51AC42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EFE780C-A074-438E-92F0-59619ACAF61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result-caption">
            <a:extLst>
              <a:ext uri="{FF2B5EF4-FFF2-40B4-BE49-F238E27FC236}">
                <a16:creationId xmlns:a16="http://schemas.microsoft.com/office/drawing/2014/main" id="{873FFB34-DD3C-4E91-8B38-EF2CF4E1F986}"/>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AF557634-5466-48EE-A7A3-895E4E5F8A4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6]</a:t>
            </a:r>
          </a:p>
        </p:txBody>
      </p:sp>
      <p:sp>
        <p:nvSpPr>
          <p:cNvPr id="26" name="next-merge">
            <a:extLst>
              <a:ext uri="{FF2B5EF4-FFF2-40B4-BE49-F238E27FC236}">
                <a16:creationId xmlns:a16="http://schemas.microsoft.com/office/drawing/2014/main" id="{8FFF5C4F-E5AD-4EAE-B14C-579C69D660C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오른쪽 입력으로 사용</a:t>
            </a:r>
          </a:p>
        </p:txBody>
      </p:sp>
      <p:sp>
        <p:nvSpPr>
          <p:cNvPr id="27" name="trace-rule">
            <a:extLst>
              <a:ext uri="{FF2B5EF4-FFF2-40B4-BE49-F238E27FC236}">
                <a16:creationId xmlns:a16="http://schemas.microsoft.com/office/drawing/2014/main" id="{74236777-E82D-4396-9F66-1482C90D2B1E}"/>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0427432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9A170E74-DE3E-4B5F-A2D8-58E430A68A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365515C-BF4F-414D-A539-55F3353763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AAD9688-5B64-4227-82F6-6424F9D1F75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병합의 비교: 고른 쪽의 포인터만 이동</a:t>
            </a:r>
          </a:p>
        </p:txBody>
      </p:sp>
      <p:sp>
        <p:nvSpPr>
          <p:cNvPr id="4" name="rule-1">
            <a:extLst>
              <a:ext uri="{FF2B5EF4-FFF2-40B4-BE49-F238E27FC236}">
                <a16:creationId xmlns:a16="http://schemas.microsoft.com/office/drawing/2014/main" id="{EA3D9DBC-BF28-4499-8A07-215066FCD0F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D614292A-4D69-4721-BD23-E95E9D9FBD8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18E1EF2-1868-45C3-8232-29307E81F20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CE76077-226F-4E79-BDE0-760A0D802A22}"/>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왼쪽 [3, 8]과 오른쪽 [2, 6]은 이미 정렬되어 있습니다. 맨 앞의 3과 2를 비교합니다.</a:t>
            </a:r>
          </a:p>
        </p:txBody>
      </p:sp>
      <p:pic>
        <p:nvPicPr>
          <p:cNvPr id="8" name="그림 7">
            <a:extLst>
              <a:ext uri="{FF2B5EF4-FFF2-40B4-BE49-F238E27FC236}">
                <a16:creationId xmlns:a16="http://schemas.microsoft.com/office/drawing/2014/main" id="{70BE4733-FE7C-4C34-AB0A-CCAD360F7646}"/>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26244368-C9BC-4965-8A23-117069EDFBE6}"/>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2를 꺼내면 j만 앞으로 이동합니다. i는 아직 사용하지 않은 3을 계속 가리킵니다.</a:t>
            </a:r>
          </a:p>
        </p:txBody>
      </p:sp>
    </p:spTree>
    <p:extLst>
      <p:ext uri="{BB962C8B-B14F-4D97-AF65-F5344CB8AC3E}">
        <p14:creationId xmlns:p14="http://schemas.microsoft.com/office/powerpoint/2010/main" val="1559474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83459D1-F95D-4D3A-9B76-0A327C1ED6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819E01AF-EB18-4AD3-BCEC-2DD792A8AF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3186A95-1AB6-41F3-9F1E-0B5C6028E2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[3, 8]과 [2, 6] 병합 · 시작</a:t>
            </a:r>
          </a:p>
        </p:txBody>
      </p:sp>
      <p:sp>
        <p:nvSpPr>
          <p:cNvPr id="4" name="직사각형 3">
            <a:extLst>
              <a:ext uri="{FF2B5EF4-FFF2-40B4-BE49-F238E27FC236}">
                <a16:creationId xmlns:a16="http://schemas.microsoft.com/office/drawing/2014/main" id="{66E4477E-0D96-4058-989C-270AC906B3F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3D390C3-ED29-4561-BB8B-44AF5BBD947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3과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C2583165-EBAA-4228-A0A2-53340AC03A4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EEEFCD2-9B28-4525-8D51-EDD4A524DA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78E8B84-D3D6-4983-A277-EA03A76134C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11D6AF9-C2B7-4D5F-8861-2C8B49834E7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FCEF33D-AC3D-42B6-87BF-43CDFBE5CD4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5D4184-3C5C-4C6A-91E0-F7B92C31EBF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E07957D1-E20D-4BFA-BDA6-8D7126D6E01E}"/>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62932112-2563-4119-AB29-7A6DA9BC8E0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251B42C6-5D6C-4609-A037-2094CCE0D2D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AD9EFB5-415A-48EC-BF17-7DE519E5A15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285ADC29-7449-426F-96CE-B8E92BADBECB}"/>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84240E7-2BA3-408D-99D1-75D2F4D46C46}"/>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852045C-97DC-41C2-A7B8-387B34825947}"/>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9418C61-5E67-411F-B6DE-BBD2EC407204}"/>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7999C86-1A72-445E-A8D1-D770869A763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B2E1B07-B71E-4C74-8D7B-FD633CB87A20}"/>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7DD443AE-B132-40DB-B643-E273BD5E6BEF}"/>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B557BF08-5D9D-4E8D-8CB8-884BD6448C9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0432AAFC-9CEB-4DC9-88D8-69488099B3C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73A20682-037A-445A-8BCC-D2E32F8F782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159C2D9-B680-4CBF-8E83-D1B6D7CDBEA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67F1A7C-5B5E-4ACF-BF90-7AFB16CDB2C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A05D41EF-3AB1-4651-A688-3746086D2BE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AAEF86A8-2241-4E7C-85EA-7F27032ACF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C5115BBA-B705-4355-9413-7822A56B83D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93602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64FD57F-E322-4633-A893-9E42384A31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D640107-7D6C-4266-A596-A5B3853A10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154CF-1DCB-4374-B2D6-18D7ACAFF1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1번째 값 2 추가</a:t>
            </a:r>
          </a:p>
        </p:txBody>
      </p:sp>
      <p:sp>
        <p:nvSpPr>
          <p:cNvPr id="4" name="직사각형 3">
            <a:extLst>
              <a:ext uri="{FF2B5EF4-FFF2-40B4-BE49-F238E27FC236}">
                <a16:creationId xmlns:a16="http://schemas.microsoft.com/office/drawing/2014/main" id="{962D81A8-A7BD-4D6D-8219-76D1653CD6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FBC2F6D-AC65-4ECD-B197-ADE2775FDDC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70DC40A6-1769-4840-845E-8DFF623C6DC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DED4B1E-CFA4-423F-9415-A1AF1B66BC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CEE9201-375A-4450-9043-153AC0FBAC5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4E0C13B6-8ABC-4CE3-A506-05C54E899349}"/>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1BFCAB7-852A-4D7B-AE61-49B2141FD0E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2BC1F9C-A87E-4ED7-816C-172642C0DF42}"/>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116B6241-C998-44BC-A800-4A871E7DCB7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7BA8CB6-6D84-4B4D-AFB9-C9FD4D9DDAF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032418B9-0F6B-4058-9F74-F499F100846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54C01DE-8343-474E-B5CF-024B675F5CB3}"/>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754E2026-5280-4095-957C-332D2E08D0A1}"/>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94A3972F-37D1-46EF-A347-ABC50DD6037C}"/>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1A6EE975-58F0-4432-B492-F70757ABF54B}"/>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1A3B884-2D9E-42C3-8856-2F6D91C3947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130C2CE-B775-4C22-9CCC-12CFDF560C2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75A0C16A-6C0C-4530-B9DC-8DD340E2A9E6}"/>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C0713070-8D63-4390-99CF-16629ECF851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CE1E3820-D5A9-49DE-BAD0-5BE725A8FA8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67BDCDE7-B35B-45B8-B2E0-DFB313B539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B08C6D2A-739F-46CF-A965-F072D1C9E83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0B8D90B1-2600-4F4E-9607-CE1D459D92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29FF490-D555-46F3-B014-3F0F1A096A45}"/>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E0D05BC7-82CA-408E-9DAD-AE041ACF90FC}"/>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62D62DDE-E3C3-471C-9F17-1F76F7EA54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194911CE-82AE-4CAA-99BE-4BB54188788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3797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6AB9ABC-6645-451D-A674-351D5D849D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E929435-64F9-4C7F-903D-D2D8FA73132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A28D3B8-6789-4937-8F41-055F55ED92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2번째 값 3 추가</a:t>
            </a:r>
          </a:p>
        </p:txBody>
      </p:sp>
      <p:sp>
        <p:nvSpPr>
          <p:cNvPr id="4" name="직사각형 3">
            <a:extLst>
              <a:ext uri="{FF2B5EF4-FFF2-40B4-BE49-F238E27FC236}">
                <a16:creationId xmlns:a16="http://schemas.microsoft.com/office/drawing/2014/main" id="{390B8BFF-8D31-4CE1-A9EF-5E3A35DEF45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B82FF8-4E9B-40FF-9BC0-D81E6F8641D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 오른쪽 6 → 왼쪽의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05CDB8BC-C333-4B25-BBFB-888DCB8ADC8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DC3C72-53F2-4FDF-AC6A-635C50B4B1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C31F2E3-2561-40D9-B271-D2196C0AB50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724E896-C7C2-412C-B1F7-C62C32FBA1F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C63EE53C-6D4D-4E8E-BB1C-3FA910DDA3B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2213E2E-DA7A-44EC-8ADB-F0B54DB80CA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81514B82-737B-4957-B4E1-0AA5CE6064A4}"/>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79086FC0-384F-4571-86A2-44A65A8B54B0}"/>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43418D97-51BF-4AB5-B0B8-57239C0F7C04}"/>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6E4A61B-219A-45CD-B155-18B8A28F4BA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6359FE63-2852-418A-AF8E-992E2302D337}"/>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004DA21-D4F4-44E6-B445-47A92715C038}"/>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A3547579-D2BD-49C4-AC01-55D75EFABD2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F456C871-0647-4554-A83A-BA630D8031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3665A768-367F-40E1-8154-1AC1D4CFCDD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2918D69C-3141-4826-B14D-178B6457174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B1604E4-DF58-4713-A86F-D6371E16A406}"/>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30AF04E-9E50-4D4D-8D33-0ACAFB4C4B5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6A40776-3D6E-4AC4-971C-7D69741CAC1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D01E5668-05FA-4FF3-A233-2653888CB019}"/>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7E5AC5C1-F8CA-4173-87D4-A9391FB0A52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79517D9-3643-42BF-B91E-8970875F5C2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797AC807-C9AB-4BA4-AC15-79263D11B0A9}"/>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5AF5EDFE-99C0-4754-8567-D26DD0FCDA3E}"/>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9E3A6B40-D05E-4202-9359-D7974D977AEF}"/>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5169435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9FC12CB9-D975-405E-A783-91D8A736CB9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C581EAE8-F83F-4E8D-B5A0-39DE95A0C6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1023F35-19DB-46C5-B0D5-6DA834FA14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3번째 값 6 추가</a:t>
            </a:r>
          </a:p>
        </p:txBody>
      </p:sp>
      <p:sp>
        <p:nvSpPr>
          <p:cNvPr id="4" name="직사각형 3">
            <a:extLst>
              <a:ext uri="{FF2B5EF4-FFF2-40B4-BE49-F238E27FC236}">
                <a16:creationId xmlns:a16="http://schemas.microsoft.com/office/drawing/2014/main" id="{29118B18-0E0E-482F-B7F9-03BBECFE0E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D2A776D-11BD-47C1-888D-E29012ECF8FB}"/>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6 → 오른쪽의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7DD4996-50A4-4811-A554-3AD59290F4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482B879-CE9F-4DDB-89A3-CA601DC8C7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97EFF15-01EE-4635-B717-6376DB7A0970}"/>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7655BB2-AE2A-4DD4-996F-9966C66959F2}"/>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CAF26F1-5941-472B-8B2C-81C9F876571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D50FD97-D355-462E-ACC4-A4E624D1A7A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84A106C-C2C8-4455-9E83-63CA107DBC9F}"/>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9C2C6F8B-361B-41D0-8533-00BD00BED81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7C7136BC-CF48-4076-9743-86845B4593F6}"/>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6A91DFDC-8EA4-437B-841E-642F2E7E26E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BBD84EA-55E8-4BFD-AA30-CFF8910243B9}"/>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A5034111-078D-4147-9EAC-B7617F93EDCD}"/>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6A27B223-A572-4BC9-852B-C05BA030F429}"/>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DAAE5E38-43BB-41C3-93B9-C4CB13915C19}"/>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28EB458-37EB-4B5D-B53F-FB60F989C75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320C54B2-A01D-48C9-BE10-EE950772101C}"/>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98C8A220-7FE1-4D38-AA2E-A984A45850F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AC5D487-AD45-40FF-8BE2-61E3C5A0553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81D32869-55DD-4A5C-BA10-81365546B5C2}"/>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C197D0F-29DC-4965-8FF2-C1BC115B16B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2A5624A-7EFE-411A-8BE6-A8C4BE6DDD2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A1707934-FD93-4718-AAA4-AB9B191E89A4}"/>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064C87B1-D7CD-4BD4-9CD4-B44E326655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B0688422-DCBA-483E-982F-1AF314D5DB9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81565BA4-775C-44C8-8DA0-1C27A4398A0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62906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77AFE49E-55FA-4B49-83A6-95E5C25C806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EA79B38-419D-4E72-9330-7E866BF3B3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788C38A-24AF-45D5-9866-7DA42A5BCA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한쪽을 다 쓰면 남은 값을 붙입니다</a:t>
            </a:r>
          </a:p>
        </p:txBody>
      </p:sp>
      <p:sp>
        <p:nvSpPr>
          <p:cNvPr id="4" name="rule-2">
            <a:extLst>
              <a:ext uri="{FF2B5EF4-FFF2-40B4-BE49-F238E27FC236}">
                <a16:creationId xmlns:a16="http://schemas.microsoft.com/office/drawing/2014/main" id="{2F84AE41-141F-4E28-8484-AED04FDD9C4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2A3111D-9055-44F2-A96A-CDC66A925B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91F5143-D273-46BB-8A3A-A9C4A1649C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24</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F06FA162-A73D-422C-97B0-1A9E5E1E42AB}"/>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현재 결과는 [2, 3, 6]입니다. 오른쪽은 비었고, 왼쪽에는 8만 남았습니다.</a:t>
            </a:r>
          </a:p>
        </p:txBody>
      </p:sp>
      <p:pic>
        <p:nvPicPr>
          <p:cNvPr id="8" name="그림 7">
            <a:extLst>
              <a:ext uri="{FF2B5EF4-FFF2-40B4-BE49-F238E27FC236}">
                <a16:creationId xmlns:a16="http://schemas.microsoft.com/office/drawing/2014/main" id="{0D36416D-65ED-4F0F-91FA-5AAD44F3254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1AD9088B-34F4-48AB-A75E-5486D6298E01}"/>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비어 있는 쪽에서는 값을 읽지 않습니다. 남은 쪽의 값을 순서대로 결과에 붙입니다.</a:t>
            </a:r>
          </a:p>
        </p:txBody>
      </p:sp>
    </p:spTree>
    <p:extLst>
      <p:ext uri="{BB962C8B-B14F-4D97-AF65-F5344CB8AC3E}">
        <p14:creationId xmlns:p14="http://schemas.microsoft.com/office/powerpoint/2010/main" val="37032113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C816414A-A54A-4EE1-A9E3-0AE186C923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C66DF17-770F-4CAA-94AB-23152A3FF78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A7DF9A-C437-43B3-A427-579812DBD4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4번째 값 8 추가</a:t>
            </a:r>
          </a:p>
        </p:txBody>
      </p:sp>
      <p:sp>
        <p:nvSpPr>
          <p:cNvPr id="4" name="직사각형 3">
            <a:extLst>
              <a:ext uri="{FF2B5EF4-FFF2-40B4-BE49-F238E27FC236}">
                <a16:creationId xmlns:a16="http://schemas.microsoft.com/office/drawing/2014/main" id="{E276D071-298F-4BD7-85AF-8A0CFBE6B17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2104B55-5C2C-4402-A5AF-DCE9EA96BE5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40EBBDD-506E-4ABA-ACCF-330AA2A78F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25F5AD-B804-4370-B512-1CBCA6CB456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0AFFD00E-FFC1-4F0B-9352-CF7702A8CA2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1F3A6474-1DB9-4685-8D9E-F0D0F12525C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5864832-2AA2-49A8-A837-922BA225537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8F3CA47C-CA8C-486C-96BC-B9791CC7C701}"/>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55086580-E8B4-4BC0-BD2B-7F6FD92ADFD9}"/>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ED8E82F1-934A-4966-A648-0A1412FECA3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231C0DF-77AD-4C7B-929E-E2B100CEEB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F1FCAF3B-9996-4EFE-B5AB-0F6B2EB9245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9DB07519-6148-415A-B9B5-1208F57AEBEC}"/>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8A08147C-592A-488B-8C75-9FFB21394C7C}"/>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40802871-7803-4EF1-B416-41B729D5CA7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AC2F950B-97A7-43DF-AEEE-31AE7E0672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14CCFCD5-B97D-4E7E-8A2E-8D828E47E0D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BDCA26C6-45A3-42E0-ADBD-0CB48DF3ABC4}"/>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59B7EB68-5DD2-432E-8544-3C404471F0A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4AC0BDB1-B364-4071-BC47-156DE234071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02A017A-BB89-4470-AB8A-8C11938BB18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2DDB5A0-4777-4C76-A71B-220584180CD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DF2578D-F5FC-47DF-BAF0-24494FA9EEC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B6FD86AB-9463-4C99-A024-AE4923E461AB}"/>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result-caption">
            <a:extLst>
              <a:ext uri="{FF2B5EF4-FFF2-40B4-BE49-F238E27FC236}">
                <a16:creationId xmlns:a16="http://schemas.microsoft.com/office/drawing/2014/main" id="{FE33CE60-8475-4A96-8030-87A200D9CF57}"/>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9DABE6BD-2440-43AA-8923-EBF5C085908F}"/>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3, 6, 8]</a:t>
            </a:r>
          </a:p>
        </p:txBody>
      </p:sp>
      <p:sp>
        <p:nvSpPr>
          <p:cNvPr id="30" name="next-merge">
            <a:extLst>
              <a:ext uri="{FF2B5EF4-FFF2-40B4-BE49-F238E27FC236}">
                <a16:creationId xmlns:a16="http://schemas.microsoft.com/office/drawing/2014/main" id="{3D327505-E52A-4BC0-97FE-86085436BBB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왼쪽 4개 완료 → 오른쪽으로</a:t>
            </a:r>
          </a:p>
        </p:txBody>
      </p:sp>
      <p:sp>
        <p:nvSpPr>
          <p:cNvPr id="31" name="trace-rule">
            <a:extLst>
              <a:ext uri="{FF2B5EF4-FFF2-40B4-BE49-F238E27FC236}">
                <a16:creationId xmlns:a16="http://schemas.microsoft.com/office/drawing/2014/main" id="{F7680F7D-0472-4CC9-9535-4360AF83C6FC}"/>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001876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7E26A71-D0E3-42A6-905C-2CDB1BDA7A3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2E2B231-B8C0-42E6-A658-EF13BAA7C50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53EDF2A-98BD-4768-B6AF-69C9BE1E489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[7]과 [1] 병합 · 시작</a:t>
            </a:r>
          </a:p>
        </p:txBody>
      </p:sp>
      <p:sp>
        <p:nvSpPr>
          <p:cNvPr id="4" name="직사각형 3">
            <a:extLst>
              <a:ext uri="{FF2B5EF4-FFF2-40B4-BE49-F238E27FC236}">
                <a16:creationId xmlns:a16="http://schemas.microsoft.com/office/drawing/2014/main" id="{15002E08-1AA7-4615-AC95-7267401F8E1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DFA1C07-B362-4F6B-8A85-970E351722F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7과 오른쪽 1을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C2E96C1-729A-4882-9F18-50CD83B9916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8EF7CD8-7B59-4A3F-B40B-011ADA96F6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C51ADD12-DA71-48B1-AFB6-5C3A88D6DE2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DA5505E-4BDD-474F-8E02-AF9650F30DE7}"/>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95DF350-AA47-4BBC-BDCE-EB976CCE5A6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8F6CE18-469B-4233-B942-6065E9C5078A}"/>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33EDE7ED-3189-47CC-8C4C-12EF96D3BAE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018C1962-DC9D-4331-8BCD-1B2B47DE40B0}"/>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E96F8974-B2FE-49BF-9FF6-D0EFDBD883C9}"/>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701346AC-6F1C-4AE9-9EFA-4B65AD904600}"/>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2FB4CA15-C74A-4453-87C2-74FFA9148FA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AACF2687-8D2A-46FC-8DC8-4EC6F065C5A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E2C5372-6F68-41BF-9FB3-7753308B9678}"/>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9B2CD58-E20A-4C24-93F7-B235498A4909}"/>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347B82C5-5614-49A0-B76A-11A180727BB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FD77B499-628E-43A2-BAC5-C1EA8CF05C0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9BEEE1E1-0DA5-445C-BA5E-98AA3B06B9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F914B42-FE2F-4B35-80B5-CE992A3B748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78AAB731-7BFC-46BF-8956-61E911A37B6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E690CDC4-2F80-4152-8F83-4778898A7DC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DA83347-A8F3-41A4-9676-C10F857A79A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3132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36164E5-7BA8-451D-8904-6E3724BA32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AE16C58-678D-4C1D-8EC8-E6BBC2BD40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052F8-F69A-4BCB-961E-40BB9920EC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1번째 값 1 추가</a:t>
            </a:r>
          </a:p>
        </p:txBody>
      </p:sp>
      <p:sp>
        <p:nvSpPr>
          <p:cNvPr id="4" name="직사각형 3">
            <a:extLst>
              <a:ext uri="{FF2B5EF4-FFF2-40B4-BE49-F238E27FC236}">
                <a16:creationId xmlns:a16="http://schemas.microsoft.com/office/drawing/2014/main" id="{58A84CFC-97C2-42CD-9363-B1F387439D0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C7DB09F-7BC1-4571-82C2-71A3F876979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1 → 오른쪽의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CC37B6AA-6A05-4DDE-AA85-CCEEB2CD82D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C11EE15-4859-4EDD-B4FB-7C6718B982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578ED01F-14B1-4362-A775-67E36D25DBF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06C4D50-078A-4844-86A8-B3652A857CE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77F8504D-8717-4592-A8E7-D9B42E34783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37365B2-2187-4449-B0C8-0A5FB51AE81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D3AEF89C-35FC-4ED6-AD50-A76B8BA57044}"/>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4741238-9FF5-45B2-9CDA-1AFA1272DEE2}"/>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4D25E9A2-004F-4361-8F2C-D3EF51006B2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6A8BAA41-6BE0-4DF8-91EE-3B3C3820D2D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720F6E46-412F-4C0A-9B74-0004309CEAF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8A71872-0A15-4EB5-A3B6-927ED84C208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F61C8F5-3A79-4857-AD47-CAA826D0146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1D92736-ABA0-458F-B45A-4266EF474D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F8522B52-93F9-41FF-A1A0-CE1DD7746E8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EEDC456-CCFB-4A6F-84EC-5387D31CC1B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ECDA088-0DAA-4AD3-B00E-B8A53234B741}"/>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52A3577-FA5F-4208-971C-38C605A31DA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D7BF1FFF-36AF-4CC6-944A-C1BBB456602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03EAFC54-41E4-42B8-86B5-0AA156F6E1F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BF7D6EF-4083-4E0D-91E8-D7C1679B2F9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866874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F6D92D76-B3C5-4717-B88F-5310E043FB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03067CE-DA49-4F98-A678-1FC743EDAE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ED1BCD-EA35-48A9-9A28-14FD19A32B6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2번째 값 7 추가</a:t>
            </a:r>
          </a:p>
        </p:txBody>
      </p:sp>
      <p:sp>
        <p:nvSpPr>
          <p:cNvPr id="4" name="직사각형 3">
            <a:extLst>
              <a:ext uri="{FF2B5EF4-FFF2-40B4-BE49-F238E27FC236}">
                <a16:creationId xmlns:a16="http://schemas.microsoft.com/office/drawing/2014/main" id="{3F50C1EE-DCF6-43E4-96B0-D23D3B42794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7FBBB87-AB03-4896-B316-4636E6F77474}"/>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A3ABF14-75FC-466F-9292-DF4E33EEAB4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FAA4B2F-F117-4C3F-8C01-75C203BAF9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BEE182D-0701-4EA8-9CE4-689FF323180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63B946F-514E-419D-9FCD-72742815E8D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EFCDCB5-B581-4D3E-A6BE-4B3EF384D5F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E0BD3F1F-242F-49E2-A25C-1E288DD78A5B}"/>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9FF02D06-A452-4375-A48C-AD5D3226ECA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4104B6D-E6F4-409D-9ACF-0E4D0670613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26C316C2-0954-41A8-B028-7EBF7A7F2130}"/>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D25AFA1-72A3-4419-808B-D71BA222F3B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246FD770-C239-4CEB-A715-446B493A64D5}"/>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B102FE7-9C5E-4898-ABE4-B62C6FB07AB3}"/>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BAF4C1F-D7F9-4737-94A5-77B50853D4E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8AE647D-BB7C-4E65-85F1-3FCB6ADDD5D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1645B9CB-1EBC-4440-95D7-E160E0FCFD1C}"/>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EE8C521-1A71-492D-9186-3E03F7F0779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8ECEFD63-739C-42EF-B5AF-44F77648CA4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851543C-5145-491D-B3C4-8FAB9E33151E}"/>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result-caption">
            <a:extLst>
              <a:ext uri="{FF2B5EF4-FFF2-40B4-BE49-F238E27FC236}">
                <a16:creationId xmlns:a16="http://schemas.microsoft.com/office/drawing/2014/main" id="{AF43D90F-3560-4832-8C73-80804343BC1E}"/>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7F1AEECE-9C47-4A52-A281-4A2E61E56DBB}"/>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7]</a:t>
            </a:r>
          </a:p>
        </p:txBody>
      </p:sp>
      <p:sp>
        <p:nvSpPr>
          <p:cNvPr id="26" name="next-merge">
            <a:extLst>
              <a:ext uri="{FF2B5EF4-FFF2-40B4-BE49-F238E27FC236}">
                <a16:creationId xmlns:a16="http://schemas.microsoft.com/office/drawing/2014/main" id="{5E32DC1E-4859-4DE3-836E-242795B601F4}"/>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왼쪽 입력으로 사용</a:t>
            </a:r>
          </a:p>
        </p:txBody>
      </p:sp>
      <p:sp>
        <p:nvSpPr>
          <p:cNvPr id="27" name="trace-rule">
            <a:extLst>
              <a:ext uri="{FF2B5EF4-FFF2-40B4-BE49-F238E27FC236}">
                <a16:creationId xmlns:a16="http://schemas.microsoft.com/office/drawing/2014/main" id="{7356A885-08FB-44E4-A815-37053644C4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631258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C2D6E03A-02B3-4134-857A-7A6392117E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F05EBAF-E733-4735-838D-67223F76E97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AA9026-DD01-4431-9D49-BFD44CAD52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[5]과 [4] 병합 · 시작</a:t>
            </a:r>
          </a:p>
        </p:txBody>
      </p:sp>
      <p:sp>
        <p:nvSpPr>
          <p:cNvPr id="4" name="직사각형 3">
            <a:extLst>
              <a:ext uri="{FF2B5EF4-FFF2-40B4-BE49-F238E27FC236}">
                <a16:creationId xmlns:a16="http://schemas.microsoft.com/office/drawing/2014/main" id="{B25A19A3-CBCB-412F-AABE-1F254E7676C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B3407EA-60BD-4478-BD66-EA3D02737DA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5과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052BA16-3A25-40C4-B768-29F185C217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2C6C86F-5327-4435-9C22-B4A3965BF61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13BCDC3-9661-4415-B4B7-2208DCDD6775}"/>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F4904A0-BBFC-4C27-BD5C-F4BAE10624E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AB02EF82-4404-4E57-8413-8BA38FC28E0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7E6D9048-7729-4A0D-AD97-8614C0FA297C}"/>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6BC55651-EF8F-4D6A-B42D-89405A285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BFD3C92-53E2-456A-ABBA-F01F5A8D7B7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CBDAE6AF-B96C-4D54-94B1-BD43E12FEDA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408CE64-E5EE-4B85-8743-0B70FF2834C2}"/>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3C36DD61-27C8-40BF-8007-1DD6F121AD0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B99AA5EE-E1CC-4FF4-B1C0-B6CA258EE7E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F501CF5-B7C4-4140-90A1-0A2F93FBA1B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4F06D39-5637-4C6F-967A-A753411E594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CDECFB23-0BBC-4C8C-A7D4-9FAA6195EBA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689EB7C9-C5ED-4CF0-8758-BE3BCBA030DE}"/>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D2F918ED-0CA0-47AE-A476-0EC100DC3543}"/>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916B816-1CB8-428A-9644-173B6F8216A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2CE60C60-48D5-4709-8647-5B6F4E274A7F}"/>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1A9A316B-A174-4770-91DE-6DABF472E956}"/>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F3025066-74E8-46BE-8E3E-55E9EA5DC1F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6844531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5D2C18D-D8DE-4DA6-AE84-B2E0DAA2F7E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702E657-78DA-437D-8C72-DCA73E368E7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D0C322-7C58-4C1C-B04E-605A4F9D78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1번째 값 4 추가</a:t>
            </a:r>
          </a:p>
        </p:txBody>
      </p:sp>
      <p:sp>
        <p:nvSpPr>
          <p:cNvPr id="4" name="직사각형 3">
            <a:extLst>
              <a:ext uri="{FF2B5EF4-FFF2-40B4-BE49-F238E27FC236}">
                <a16:creationId xmlns:a16="http://schemas.microsoft.com/office/drawing/2014/main" id="{D7724C43-1668-4D7E-9125-3775480146A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8679FDE-5875-472A-9529-FE5F104CE4A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5CF0D773-7C33-4490-89C5-C19C22FF511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6506CC-1085-41D8-9B8B-1A1B4F4AFC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2286052-E45E-4BDF-9F44-8A10686DE6F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F4C60119-E7AA-4A20-B73C-2CA9479CDA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50C867-996A-46BF-BEF4-FB0E49AF2C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534981EE-BEEE-4FF0-96FB-4D2258D9674B}"/>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07B3BA5-AC40-4DFF-9652-0ECBC3601972}"/>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E07227AA-906D-4341-88CA-7DA7D9BA63EA}"/>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24B794E-A189-4079-9025-604CB49F2AB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B672B7EA-5199-409D-9C53-F83ADA079197}"/>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AFB4E757-235E-40FC-ACF2-30A4F70D9D4E}"/>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1D94F857-54F2-4972-91D3-E2E41CFF770B}"/>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24FF192-390F-4C78-929A-E528D645F5F3}"/>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A30E0E1-14D8-408C-BEBD-8CE94F2CC442}"/>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86E21260-1E24-40D1-BA3D-ECD9C8CCED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B529318-F240-4997-87A8-11C65068868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BDDA1513-22D3-49DC-AB2D-F25F3C75B452}"/>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E832C0D-F66F-469A-8CF4-BA2B426E94F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C2C1CF2D-922D-465B-AFD1-3AE90F038AAD}"/>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33752F31-AEAD-4CDE-9E99-39CA808474C5}"/>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7DDF391C-27A9-488D-9752-20321493B96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132548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6B6C6787-5072-4B5A-8042-D8029FE1BCB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7AC04E9-A4AC-4AA7-8B4B-A0F6C28853B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DD50C57-619E-4610-BD31-1035982BFE0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2번째 값 5 추가</a:t>
            </a:r>
          </a:p>
        </p:txBody>
      </p:sp>
      <p:sp>
        <p:nvSpPr>
          <p:cNvPr id="4" name="직사각형 3">
            <a:extLst>
              <a:ext uri="{FF2B5EF4-FFF2-40B4-BE49-F238E27FC236}">
                <a16:creationId xmlns:a16="http://schemas.microsoft.com/office/drawing/2014/main" id="{5ACE0E16-669D-4AF5-BA0C-01793819D9F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B363E4A-EB34-4F99-9329-404BE3BE9E4E}"/>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0FF0D1F5-F65F-4D2B-949A-E45F45028DC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B0BB51A-38FD-4521-8145-15745F277B0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B53ABC4B-0251-453A-B0F7-5A9E024A661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A54C345B-9B06-405F-817F-2CA8EA0C1E0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3570472-028D-4699-A574-7208AFCAF5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F9AF23FC-6B4D-4ABF-B299-41382278EE91}"/>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500C5DE1-20DF-46F6-9496-01826AB4890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59624182-911B-4D39-9E23-172764E59BA1}"/>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1EA6E99-98F0-4204-9A23-D91EEC2A2896}"/>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E63048FB-A528-4FA4-97C2-F2358A4F267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5C86775B-FA07-48CF-B6A3-AF492527916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F8AD6619-4CD6-4FA2-9602-2CF7CCD76677}"/>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9AE4B5-BCF4-41F7-AF85-E38E56D09F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6D3C3F68-B416-46A4-8020-37D26D7078D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118FCB9-5198-4245-903F-A076E22F3ED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F6CA41-7EBE-4A47-8E6C-638B8C3787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9F6A041-81E8-493E-A1E5-EDF1F75CBF8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7DA7550-275A-42B1-B696-6AA8B2C84A1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result-caption">
            <a:extLst>
              <a:ext uri="{FF2B5EF4-FFF2-40B4-BE49-F238E27FC236}">
                <a16:creationId xmlns:a16="http://schemas.microsoft.com/office/drawing/2014/main" id="{72647C61-3F25-4E20-BD18-A45C33EAFB1C}"/>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0C74D252-7679-4CAF-A4F4-6CD65E88BA5E}"/>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[4, 5]</a:t>
            </a:r>
          </a:p>
        </p:txBody>
      </p:sp>
      <p:sp>
        <p:nvSpPr>
          <p:cNvPr id="26" name="next-merge">
            <a:extLst>
              <a:ext uri="{FF2B5EF4-FFF2-40B4-BE49-F238E27FC236}">
                <a16:creationId xmlns:a16="http://schemas.microsoft.com/office/drawing/2014/main" id="{6C935331-D63D-4B63-BAAE-28F34D38D442}"/>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오른쪽 입력으로 사용</a:t>
            </a:r>
          </a:p>
        </p:txBody>
      </p:sp>
      <p:sp>
        <p:nvSpPr>
          <p:cNvPr id="27" name="trace-rule">
            <a:extLst>
              <a:ext uri="{FF2B5EF4-FFF2-40B4-BE49-F238E27FC236}">
                <a16:creationId xmlns:a16="http://schemas.microsoft.com/office/drawing/2014/main" id="{D82B449E-4933-4688-9743-90CEB402A5E4}"/>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869275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86DFCDA0-9DB3-4811-8402-635AD236FE0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A57F9F9-BF01-4DC5-92F6-ED1A2399BD7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DB9FDB-8FBD-475B-A491-E505EEB7C27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[1, 7]과 [4, 5] 병합 · 시작</a:t>
            </a:r>
          </a:p>
        </p:txBody>
      </p:sp>
      <p:sp>
        <p:nvSpPr>
          <p:cNvPr id="4" name="직사각형 3">
            <a:extLst>
              <a:ext uri="{FF2B5EF4-FFF2-40B4-BE49-F238E27FC236}">
                <a16:creationId xmlns:a16="http://schemas.microsoft.com/office/drawing/2014/main" id="{A0384589-2731-48E4-A52C-A1D43A3A8AE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BF4A852-CBC5-41C4-8064-F471029CD20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1과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AACCF8C4-091C-4E26-82D8-0F12F32D6F9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FF70DD7-707C-4E1E-98FB-9B2C3E8C66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6734A3D-8218-4A3F-8A57-4EAED05B801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D0A8C63-2B5E-4CFF-A6F3-B1985AAE346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CECFB"/>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52204A8-5FCC-4614-9695-E0FF85D5FB1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C00AEF-2268-48EA-8687-726A5081D0E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A80A09E5-DFC9-47FE-A1A3-809B25E5E7F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BA371990-F1B7-4DFC-B06D-C282BDE4003A}"/>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1AB0DEB3-EA50-4E5D-BFC6-790FA210E50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2B2F3C6D-64EA-4EB8-9483-CED0A68CADE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D4893B3-CE11-47FD-9437-AFB7E5D02E36}"/>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78D676E-D84D-408F-999E-40C3CA5FC67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29FF6040-B72D-4287-8A00-D182E57FDC0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0C5C7A6A-8F3D-49A8-A5D5-17C3D8B37FC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650C0783-B459-48CA-B53A-60595A9360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AFA1F798-E266-49B5-AF61-3716DE30114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6EDD3318-3AD2-4523-84E0-8ECAA76B2B4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583CF3A-F71A-49DE-A5C4-954DFA080992}"/>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8A56D1E-86BC-4A51-AF84-C1589EADA96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91CF82F0-45CA-4C0C-9C25-C3AE7C572F54}"/>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0D616DA-BCE8-4C6A-A9E3-0E0DA20599D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4B41B871-449B-44D1-BB67-30E826BBDBB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D3DF76FC-31A9-4974-A872-2653A3F848D1}"/>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CC84361-8FED-466D-93E5-3DE51A17C88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8649A52-558C-40E0-BD7E-15AC09B3C2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5372733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AEEB2FD9-1548-4BE4-8AB2-CA24F762B63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AB8982F-5E0C-41EA-B894-58800AB2AE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FFEE693-4973-42C7-909A-C101FDE53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1번째 값 1 추가</a:t>
            </a:r>
          </a:p>
        </p:txBody>
      </p:sp>
      <p:sp>
        <p:nvSpPr>
          <p:cNvPr id="4" name="직사각형 3">
            <a:extLst>
              <a:ext uri="{FF2B5EF4-FFF2-40B4-BE49-F238E27FC236}">
                <a16:creationId xmlns:a16="http://schemas.microsoft.com/office/drawing/2014/main" id="{5535139A-9468-446C-8149-905AAA72057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75D66003-3BEF-4E49-BAD3-62A4DFBF91E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 ≤ 오른쪽 4 → 왼쪽의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46F3A911-1C9D-4233-8674-521F75D0F1F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D1C37A-8032-4C99-9307-C3CD4BC49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845F3D7-F6BA-4257-9009-7EEEA7C435A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2F6E5F7-E182-4E92-94A1-A1EC233657CC}"/>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E5020E9F-A0C8-49F4-9700-A8E8D1D6678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5A3A256-9358-4312-9DC0-A14B059B6FCD}"/>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5121522-BC2B-43BB-AA91-B0D98115FA21}"/>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0019928-85F1-4040-BB03-31FF0A73F8A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CEE6DE06-DFB0-459C-8E5C-03401E9BF1A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735503D-D233-48FC-A22F-C8D3F4135DB2}"/>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CF645BA6-89F0-4EFA-B162-CA907727BDDD}"/>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ECE5A6E-400B-4DFA-828D-2FA259FD58B5}"/>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FF73AC35-F09E-44B7-8673-65ABCA0EAA3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910A84C1-FB19-4151-BE72-54CC97F15535}"/>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3807F81-4D78-4661-BA79-B325C98CA3C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870E9A8-0480-4DBE-AB11-E40EBCE1DAC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D6B06E8-4264-43C2-900C-9C9885824580}"/>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087DC92-6805-441B-B438-801D45EB1C2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787AF9E6-93C6-4BE1-9EFD-7AB69907B1C9}"/>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4A21A71-5021-4125-938E-858383FD2B7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5F818DE3-E23A-4B55-88DF-0C234C4E293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082E874-8FD3-44CF-905C-5CE3ABFC554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2704DBC7-9638-4306-8DB4-D0EB584950EE}"/>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5E7243A7-4301-4E30-8BAE-0C9B4E2E447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50596FCC-3C53-4F5E-8B60-69EC59A2FD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959286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DB52AC4-79E2-4B54-8120-E1186729AC9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FCA5C830-1ECA-4BE5-9A27-F524D96036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03A411-3BD6-4023-BAA7-D6BF71908AB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2번째 값 4 추가</a:t>
            </a:r>
          </a:p>
        </p:txBody>
      </p:sp>
      <p:sp>
        <p:nvSpPr>
          <p:cNvPr id="4" name="직사각형 3">
            <a:extLst>
              <a:ext uri="{FF2B5EF4-FFF2-40B4-BE49-F238E27FC236}">
                <a16:creationId xmlns:a16="http://schemas.microsoft.com/office/drawing/2014/main" id="{F0FE3998-5766-43BA-BE60-FE02C00D6A1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35AF93D-414E-4239-8C43-27E0B8C4B4F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425B2A7A-E6DB-4263-9E0A-F5F8AE4558B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2F86B04-5687-40E6-8E58-334ADD6ECC6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EDD7326-0951-48D8-8657-3E8C27F63FE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B77EBD23-343C-47EE-9C3A-D1EF2F9F6DF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B902893-7172-42DF-9409-751EC8A2A7B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3431210C-1B54-4BDE-A39F-81C4408DB2D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26E704EF-0B13-477F-894E-27D4E6C7F0DB}"/>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DDBA79E-A6F8-403D-BE03-5614D5CCBBD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B74EEC15-1A66-41A5-8AE5-2C706D93F5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31461FD-D595-49A5-91E5-20DC579516E7}"/>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E0EFC03A-8309-4933-AB57-87CCC9C2B593}"/>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78BAC04F-353A-42B2-A95D-9D2BCE49CAE9}"/>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DE3652E-8266-4B92-873A-95E6DFFDD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A9FA57-5778-4FFA-9DA9-B30FEA49F797}"/>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4F7681B0-CD0B-4EC4-A577-00A1AC68860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FFA79538-8656-48C7-B2E3-2C4E21B3F87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2572D384-C307-429C-B355-97AB4CF93B95}"/>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8B6AA9E4-2841-4159-9940-995ADEC45A9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5665921-6BA0-4516-91D5-1EDAD6F9D10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2093584A-D4E8-4B69-8DF7-0CCAE676B35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0C6100E-8454-4414-8715-2B44BBE61EA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2EAF0E58-65C9-4803-8BEC-1EBC2C6E3D7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CC38D942-21DD-42CB-94A4-94C46817A01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A2818BF-4F3D-411D-8772-10C7D6CF5CB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BC96511-BE67-45D2-8729-88AAF3500BA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405558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1B7EFD15-D6E0-4732-9104-B710B1CB5B5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5A2B5F6-BEE8-4B84-ACAA-4BCF65CDE3C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FADD38-3AE1-4037-A9D7-C5BA145DCAB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3번째 값 5 추가</a:t>
            </a:r>
          </a:p>
        </p:txBody>
      </p:sp>
      <p:sp>
        <p:nvSpPr>
          <p:cNvPr id="4" name="직사각형 3">
            <a:extLst>
              <a:ext uri="{FF2B5EF4-FFF2-40B4-BE49-F238E27FC236}">
                <a16:creationId xmlns:a16="http://schemas.microsoft.com/office/drawing/2014/main" id="{8C6DFC1A-909B-4F0C-BFFE-2AC16C2B156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3756F040-3019-49CB-B32B-E525F3EBE88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5 → 오른쪽의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A3FB668-BCD5-4628-9E2F-A8DFD355552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0C8C918-3D47-48D9-BAF4-07454FD6E3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0E31848-F371-4F8B-9EB8-5A1FE6E0FCC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F09837-01E6-4C03-8257-3E543B15B72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958058A-72F4-4545-A879-485F643B9B9F}"/>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B610A28-F01B-452B-91EA-E1387BDDCC68}"/>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E3271CC-7FEA-4F78-8CC6-DB59CFBADA75}"/>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E3C4ED4-70FB-4E6C-8F14-E098F9B16C0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4A5C1C0-5E1B-4D95-80C9-B36B0F0D5DF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B712EFE-80F1-45E5-9F99-767B98FFFE5D}"/>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66B7D67-7880-4E19-B515-D8F9D8FD9BA8}"/>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B0C1B51E-67FF-4CAB-85ED-841D9F0C53A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3CA9241-1905-4344-9A55-08178E651AA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1351234D-34D7-47AE-993E-2B408CEFE053}"/>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827913A8-E6EF-4EE2-BFB4-7C4864813F2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E069BB35-B6CD-44F3-A8B3-951D2938D35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8E234267-8CA2-459A-9A04-254BBBAA4394}"/>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F7255A0-C061-41FD-A13F-1815E73935D1}"/>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DEBAAE68-C4F3-46BF-81FD-F0B37361601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4C06F13D-480B-4B5C-8A5E-9900896B46D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4BEF8CA-E3F1-48FE-8EC8-5FC8DC0BE588}"/>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309E2DA-3316-46A8-8367-28A45E9B870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431FCF6D-D117-4DD0-ABE8-13F557B524BB}"/>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6735E81-F369-4752-B617-DE475BB8596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E89FC78A-6754-4D53-B8AF-3DC4BBD0EF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516897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265F5F2B-356F-498E-8E2F-E2BF338B652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9CFAE54-1579-49A2-A998-9C87CB139F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F7F375-A3E7-4B4F-9AC7-F707CB604C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4번째 값 7 추가</a:t>
            </a:r>
          </a:p>
        </p:txBody>
      </p:sp>
      <p:sp>
        <p:nvSpPr>
          <p:cNvPr id="4" name="직사각형 3">
            <a:extLst>
              <a:ext uri="{FF2B5EF4-FFF2-40B4-BE49-F238E27FC236}">
                <a16:creationId xmlns:a16="http://schemas.microsoft.com/office/drawing/2014/main" id="{E3DE12AD-610B-4DAC-91CD-25D113E1F22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BF66EF53-87F6-4BA4-9AED-54DC5163928A}"/>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ABBAF31-B578-4851-93B6-E35CAC9D99D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9228EA1-03FC-4E92-A1DB-817331A4A7D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2AB0144B-8A4E-4E39-9F22-D2439A06E6D9}"/>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238D7D-1762-4877-9C56-250CE941DAC4}"/>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A584EAA-6B99-4C47-AEC2-5D27626B9E1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903F2301-DB3C-4EC9-AB2B-C1CEED765E4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75054A10-E7BC-4510-AD1A-8D7BE2C89B5D}"/>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639DD68E-4B48-4439-9B03-C0962F40650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A72E3DC6-7AC8-4C53-9C5A-F6A1D4079AE9}"/>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7BBE3F83-86FD-4A6E-AD88-723C6F7B653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18FB935-A612-447C-9114-D8779E911E05}"/>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0861DC40-76A0-4FE1-9F4E-8932836862B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D83834D-F3A7-4E88-B91B-B102DE4135D2}"/>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E31849-39E6-4BAA-BE20-91957E1F1C3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948439AD-99EC-4D33-9BA8-DCF4ABE715C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99A4DE0D-3023-4772-96EE-80959B5006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03AB1B57-671C-42AA-8325-742239D78CE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5471324-64BE-4481-8338-9334EA2DF94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26B0158B-2575-456C-A8A4-4B44FE1E515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B82AC81-CD5E-4735-A95E-7C2E20206D70}"/>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8AC4A6FE-974B-478C-A98A-C8F77989732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536A31A-5974-4A86-A94E-17CA913932C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result-caption">
            <a:extLst>
              <a:ext uri="{FF2B5EF4-FFF2-40B4-BE49-F238E27FC236}">
                <a16:creationId xmlns:a16="http://schemas.microsoft.com/office/drawing/2014/main" id="{7A9B6847-CFCB-4050-ABE8-98CC417D4972}"/>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EABF3B47-7137-42EA-A3B4-8CCBD96D6EE9}"/>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4, 5, 7]</a:t>
            </a:r>
          </a:p>
        </p:txBody>
      </p:sp>
      <p:sp>
        <p:nvSpPr>
          <p:cNvPr id="30" name="next-merge">
            <a:extLst>
              <a:ext uri="{FF2B5EF4-FFF2-40B4-BE49-F238E27FC236}">
                <a16:creationId xmlns:a16="http://schemas.microsoft.com/office/drawing/2014/main" id="{5989C4B9-540D-40DD-A4AD-65F789FBF4BB}"/>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⑦에서 오른쪽 입력으로 사용</a:t>
            </a:r>
          </a:p>
        </p:txBody>
      </p:sp>
      <p:sp>
        <p:nvSpPr>
          <p:cNvPr id="31" name="trace-rule">
            <a:extLst>
              <a:ext uri="{FF2B5EF4-FFF2-40B4-BE49-F238E27FC236}">
                <a16:creationId xmlns:a16="http://schemas.microsoft.com/office/drawing/2014/main" id="{B5C7AE53-88C6-455B-8B85-2F8E5732521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585587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43</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wrap="none" lIns="0" tIns="0" rIns="0" bIns="0" anchor="t">
            <a:noAutofit/>
          </a:bodyPr>
          <a:lstStyle>
            <a:defPPr>
              <a:defRPr sz="1800">
                <a:solidFill>
                  <a:srgbClr val="151515"/>
                </a:solidFill>
                <a:latin typeface="Consolas"/>
                <a:ea typeface="Consolas"/>
                <a:cs typeface="Consolas"/>
              </a:defRPr>
            </a:defPPr>
          </a:lstStyle>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50</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51</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0332BCE2-3CE3-45ED-891B-2057AECFD3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F28731EC-30A4-48AD-A3B1-525842816F1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6EE0A0-1613-424B-9E99-2A5882264E6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피벗을 기준으로 구간 나누기</a:t>
            </a:r>
          </a:p>
        </p:txBody>
      </p:sp>
      <p:sp>
        <p:nvSpPr>
          <p:cNvPr id="4" name="rule-3">
            <a:extLst>
              <a:ext uri="{FF2B5EF4-FFF2-40B4-BE49-F238E27FC236}">
                <a16:creationId xmlns:a16="http://schemas.microsoft.com/office/drawing/2014/main" id="{5C76A7F1-C5AF-4ED4-AFCC-46B83BBBD484}"/>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E47875C-49B0-46EE-B3EC-667D985E8A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21AB867-664A-4C06-AD3A-5A1FA004EB0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52</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2C59ABA2-939A-49C3-BE06-6AA0F6B07689}"/>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입력은 [8, 4, 6, 3, 7, 1]이고, 이번 비교 기준값인 피벗은 6입니다.</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이 구현은 6 이하를 왼쪽에, 6보다 큰 값을 오른쪽에 모읍니다.</a:t>
            </a:r>
          </a:p>
        </p:txBody>
      </p:sp>
      <p:pic>
        <p:nvPicPr>
          <p:cNvPr id="8" name="그림 7">
            <a:extLst>
              <a:ext uri="{FF2B5EF4-FFF2-40B4-BE49-F238E27FC236}">
                <a16:creationId xmlns:a16="http://schemas.microsoft.com/office/drawing/2014/main" id="{7B58E292-71BB-456F-ABC1-0C8EE722CA4C}"/>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9EC3F524-B875-4D1C-934A-4E587A99C2A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분할 직후에는 양쪽 구간이 아직 정렬되지 않을 수 있습니다. 각 구간을 다시 정렬합니다.</a:t>
            </a:r>
          </a:p>
        </p:txBody>
      </p:sp>
    </p:spTree>
    <p:extLst>
      <p:ext uri="{BB962C8B-B14F-4D97-AF65-F5344CB8AC3E}">
        <p14:creationId xmlns:p14="http://schemas.microsoft.com/office/powerpoint/2010/main" val="2176123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C30FD447-517A-4C84-9788-290C715DF14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BD0DFFE-B815-4537-80B2-10A6D645880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4C42512-FC40-4838-B4C9-8390A92FA0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(Quick Sort)</a:t>
            </a:r>
          </a:p>
        </p:txBody>
      </p:sp>
      <p:sp>
        <p:nvSpPr>
          <p:cNvPr id="4" name="직사각형 3">
            <a:extLst>
              <a:ext uri="{FF2B5EF4-FFF2-40B4-BE49-F238E27FC236}">
                <a16:creationId xmlns:a16="http://schemas.microsoft.com/office/drawing/2014/main" id="{FC5E6D16-D411-499D-B672-A4BA6DA506D0}"/>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209A34F-3E41-4318-8D2C-837A46EA1D3C}"/>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피벗은 원소들을 나누는 비교 기준값입니다.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이번 구현은 피벗 이하를 왼쪽, 피벗 초과를 오른쪽에 모읍니다.</a:t>
            </a:r>
          </a:p>
        </p:txBody>
      </p:sp>
      <p:sp>
        <p:nvSpPr>
          <p:cNvPr id="6" name="footer">
            <a:extLst>
              <a:ext uri="{FF2B5EF4-FFF2-40B4-BE49-F238E27FC236}">
                <a16:creationId xmlns:a16="http://schemas.microsoft.com/office/drawing/2014/main" id="{EAD6C35F-F529-439D-9164-9C85AAFE9CB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EDE98E-1ACD-4194-BD72-2C2338D319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53</a:t>
            </a:r>
            <a:endParaRPr sz="1050" b="0">
              <a:solidFill>
                <a:srgbClr val="151515"/>
              </a:solidFill>
              <a:latin typeface="Consolas"/>
              <a:ea typeface="Consolas"/>
              <a:cs typeface="Consolas"/>
            </a:endParaRPr>
          </a:p>
        </p:txBody>
      </p:sp>
      <p:sp>
        <p:nvSpPr>
          <p:cNvPr id="8" name="input-label">
            <a:extLst>
              <a:ext uri="{FF2B5EF4-FFF2-40B4-BE49-F238E27FC236}">
                <a16:creationId xmlns:a16="http://schemas.microsoft.com/office/drawing/2014/main" id="{477233D7-866A-4993-8300-94E41BF7735A}"/>
              </a:ext>
            </a:extLst>
          </p:cNvPr>
          <p:cNvSpPr>
            <a:spLocks noGrp="1"/>
          </p:cNvSpPr>
          <p:nvPr/>
        </p:nvSpPr>
        <p:spPr>
          <a:xfrm>
            <a:off x="609600" y="3181350"/>
            <a:ext cx="10972800" cy="26670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이번 입력</a:t>
            </a:r>
          </a:p>
        </p:txBody>
      </p:sp>
      <p:sp>
        <p:nvSpPr>
          <p:cNvPr id="9" name="input-label">
            <a:extLst>
              <a:ext uri="{FF2B5EF4-FFF2-40B4-BE49-F238E27FC236}">
                <a16:creationId xmlns:a16="http://schemas.microsoft.com/office/drawing/2014/main" id="{292C8979-3206-4D2D-A7F4-C49A6350CFF0}"/>
              </a:ext>
            </a:extLst>
          </p:cNvPr>
          <p:cNvSpPr>
            <a:spLocks noGrp="1"/>
          </p:cNvSpPr>
          <p:nvPr/>
        </p:nvSpPr>
        <p:spPr>
          <a:xfrm>
            <a:off x="609600" y="369570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endParaRPr/>
          </a:p>
        </p:txBody>
      </p:sp>
      <p:graphicFrame>
        <p:nvGraphicFramePr>
          <p:cNvPr id="10" name="표 9">
            <a:extLst>
              <a:ext uri="{FF2B5EF4-FFF2-40B4-BE49-F238E27FC236}">
                <a16:creationId xmlns:a16="http://schemas.microsoft.com/office/drawing/2014/main" id="{F782E191-E876-4799-802C-EE6BED321A9F}"/>
              </a:ext>
            </a:extLst>
          </p:cNvPr>
          <p:cNvGraphicFramePr/>
          <p:nvPr/>
        </p:nvGraphicFramePr>
        <p:xfrm>
          <a:off x="609600" y="3524250"/>
          <a:ext cx="10972800" cy="57150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1" name="input-pointer-2">
            <a:extLst>
              <a:ext uri="{FF2B5EF4-FFF2-40B4-BE49-F238E27FC236}">
                <a16:creationId xmlns:a16="http://schemas.microsoft.com/office/drawing/2014/main" id="{671C0E7F-FB71-42E9-95ED-D10336F3B9F0}"/>
              </a:ext>
            </a:extLst>
          </p:cNvPr>
          <p:cNvSpPr>
            <a:spLocks noGrp="1"/>
          </p:cNvSpPr>
          <p:nvPr/>
        </p:nvSpPr>
        <p:spPr>
          <a:xfrm>
            <a:off x="4267200" y="4391025"/>
            <a:ext cx="18288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2" name="after-partition">
            <a:extLst>
              <a:ext uri="{FF2B5EF4-FFF2-40B4-BE49-F238E27FC236}">
                <a16:creationId xmlns:a16="http://schemas.microsoft.com/office/drawing/2014/main" id="{2B8BBF65-AB4B-4930-829A-FB5BC3A75A88}"/>
              </a:ext>
            </a:extLst>
          </p:cNvPr>
          <p:cNvSpPr>
            <a:spLocks noGrp="1"/>
          </p:cNvSpPr>
          <p:nvPr/>
        </p:nvSpPr>
        <p:spPr>
          <a:xfrm>
            <a:off x="609600" y="5467350"/>
            <a:ext cx="10972800" cy="3810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6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분할 뒤 피벗의 자리를 정하고, 피벗 양쪽 구간을 다시 정렬합니다.</a:t>
            </a:r>
          </a:p>
        </p:txBody>
      </p:sp>
    </p:spTree>
    <p:extLst>
      <p:ext uri="{BB962C8B-B14F-4D97-AF65-F5344CB8AC3E}">
        <p14:creationId xmlns:p14="http://schemas.microsoft.com/office/powerpoint/2010/main" val="4981574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91AA4A0-463F-4FA6-98C3-E9A455CADB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61C81F63-B631-49C6-9865-9D37B79748E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D378713-AE93-4935-AB61-C8311158157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선택: 가운데 칸의 6</a:t>
            </a:r>
          </a:p>
        </p:txBody>
      </p:sp>
      <p:sp>
        <p:nvSpPr>
          <p:cNvPr id="4" name="직사각형 3">
            <a:extLst>
              <a:ext uri="{FF2B5EF4-FFF2-40B4-BE49-F238E27FC236}">
                <a16:creationId xmlns:a16="http://schemas.microsoft.com/office/drawing/2014/main" id="{64D9B565-6798-4215-8DAE-DF4957AB1BB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FB0AB3E-6C03-462E-94F5-A76C89AC40C8}"/>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구간은 lo = 0부터 hi = 5까지입니다.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(lo + hi) // 2 = 2에서 피벗 a[2] = 6을 고릅니다.</a:t>
            </a:r>
          </a:p>
        </p:txBody>
      </p:sp>
      <p:sp>
        <p:nvSpPr>
          <p:cNvPr id="6" name="footer">
            <a:extLst>
              <a:ext uri="{FF2B5EF4-FFF2-40B4-BE49-F238E27FC236}">
                <a16:creationId xmlns:a16="http://schemas.microsoft.com/office/drawing/2014/main" id="{E13595B8-1D1F-458C-B62E-D65112995A5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C57FB31-6FB9-43CF-AB4A-B5850CD7703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54</a:t>
            </a:r>
            <a:endParaRPr sz="1050" b="0">
              <a:solidFill>
                <a:srgbClr val="151515"/>
              </a:solidFill>
              <a:latin typeface="Consolas"/>
              <a:ea typeface="Consolas"/>
              <a:cs typeface="Consolas"/>
            </a:endParaRPr>
          </a:p>
        </p:txBody>
      </p:sp>
      <p:sp>
        <p:nvSpPr>
          <p:cNvPr id="8" name="choose-label">
            <a:extLst>
              <a:ext uri="{FF2B5EF4-FFF2-40B4-BE49-F238E27FC236}">
                <a16:creationId xmlns:a16="http://schemas.microsoft.com/office/drawing/2014/main" id="{8BDDB89E-5B41-4B15-84EF-88E32C5F0D2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7CAD763E-B275-4D7F-82DF-15D30276A2F4}"/>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0" name="choose-index-0">
            <a:extLst>
              <a:ext uri="{FF2B5EF4-FFF2-40B4-BE49-F238E27FC236}">
                <a16:creationId xmlns:a16="http://schemas.microsoft.com/office/drawing/2014/main" id="{EAD616E4-4F4A-48A2-B1EA-0C6D51C3925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choose-pointer-0">
            <a:extLst>
              <a:ext uri="{FF2B5EF4-FFF2-40B4-BE49-F238E27FC236}">
                <a16:creationId xmlns:a16="http://schemas.microsoft.com/office/drawing/2014/main" id="{7238953B-E582-4287-A6A0-7A6A89DA9F82}"/>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lo</a:t>
            </a:r>
          </a:p>
        </p:txBody>
      </p:sp>
      <p:sp>
        <p:nvSpPr>
          <p:cNvPr id="12" name="choose-index-1">
            <a:extLst>
              <a:ext uri="{FF2B5EF4-FFF2-40B4-BE49-F238E27FC236}">
                <a16:creationId xmlns:a16="http://schemas.microsoft.com/office/drawing/2014/main" id="{73F19E2F-7B8C-4DCB-86E9-0E1BF16A73C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choose-index-2">
            <a:extLst>
              <a:ext uri="{FF2B5EF4-FFF2-40B4-BE49-F238E27FC236}">
                <a16:creationId xmlns:a16="http://schemas.microsoft.com/office/drawing/2014/main" id="{60A4D4A8-64E6-4FBC-9DB3-4B95D93A566B}"/>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choose-pointer-2">
            <a:extLst>
              <a:ext uri="{FF2B5EF4-FFF2-40B4-BE49-F238E27FC236}">
                <a16:creationId xmlns:a16="http://schemas.microsoft.com/office/drawing/2014/main" id="{4DC422F1-9149-40F3-A04E-BC9E63E1E1E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choose-index-3">
            <a:extLst>
              <a:ext uri="{FF2B5EF4-FFF2-40B4-BE49-F238E27FC236}">
                <a16:creationId xmlns:a16="http://schemas.microsoft.com/office/drawing/2014/main" id="{43F953A1-E90B-43D1-BE19-010B99CAA974}"/>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choose-index-4">
            <a:extLst>
              <a:ext uri="{FF2B5EF4-FFF2-40B4-BE49-F238E27FC236}">
                <a16:creationId xmlns:a16="http://schemas.microsoft.com/office/drawing/2014/main" id="{861D6D0F-00F0-4D15-B5D7-985042DBC202}"/>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choose-index-5">
            <a:extLst>
              <a:ext uri="{FF2B5EF4-FFF2-40B4-BE49-F238E27FC236}">
                <a16:creationId xmlns:a16="http://schemas.microsoft.com/office/drawing/2014/main" id="{DA90EDFD-0089-4DDC-8200-7697F83EDF5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choose-pointer-5">
            <a:extLst>
              <a:ext uri="{FF2B5EF4-FFF2-40B4-BE49-F238E27FC236}">
                <a16:creationId xmlns:a16="http://schemas.microsoft.com/office/drawing/2014/main" id="{4984A524-C145-465C-983D-F8143AF39897}"/>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hi</a:t>
            </a:r>
          </a:p>
        </p:txBody>
      </p:sp>
      <p:sp>
        <p:nvSpPr>
          <p:cNvPr id="19" name="choose-code">
            <a:extLst>
              <a:ext uri="{FF2B5EF4-FFF2-40B4-BE49-F238E27FC236}">
                <a16:creationId xmlns:a16="http://schemas.microsoft.com/office/drawing/2014/main" id="{DC1A8F2B-7602-4389-A9EB-4F7008891995}"/>
              </a:ext>
            </a:extLst>
          </p:cNvPr>
          <p:cNvSpPr>
            <a:spLocks noGrp="1"/>
          </p:cNvSpPr>
          <p:nvPr/>
        </p:nvSpPr>
        <p:spPr>
          <a:xfrm>
            <a:off x="1809750" y="5095875"/>
            <a:ext cx="9525000" cy="40005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6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pivot_idx = (lo + hi) // 2</a:t>
            </a:r>
          </a:p>
        </p:txBody>
      </p:sp>
      <p:sp>
        <p:nvSpPr>
          <p:cNvPr id="20" name="choose-rule">
            <a:extLst>
              <a:ext uri="{FF2B5EF4-FFF2-40B4-BE49-F238E27FC236}">
                <a16:creationId xmlns:a16="http://schemas.microsoft.com/office/drawing/2014/main" id="{DA4CF6DD-1267-4367-B845-B59F2E680D75}"/>
              </a:ext>
            </a:extLst>
          </p:cNvPr>
          <p:cNvSpPr>
            <a:spLocks noGrp="1"/>
          </p:cNvSpPr>
          <p:nvPr/>
        </p:nvSpPr>
        <p:spPr>
          <a:xfrm>
            <a:off x="1809750" y="5676900"/>
            <a:ext cx="9772650" cy="3619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이번 코드가 사용하는 피벗 선택 규칙입니다.</a:t>
            </a:r>
          </a:p>
        </p:txBody>
      </p:sp>
    </p:spTree>
    <p:extLst>
      <p:ext uri="{BB962C8B-B14F-4D97-AF65-F5344CB8AC3E}">
        <p14:creationId xmlns:p14="http://schemas.microsoft.com/office/powerpoint/2010/main" val="12196991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1B6FDEDC-93A8-4011-89C3-5514DFEA2FA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9189E26-9754-4B43-B297-F0919A8EE84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3388E5-A68A-4D45-8F1A-28F19620B36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6과 마지막 값 1의 교환</a:t>
            </a:r>
          </a:p>
        </p:txBody>
      </p:sp>
      <p:sp>
        <p:nvSpPr>
          <p:cNvPr id="4" name="직사각형 3">
            <a:extLst>
              <a:ext uri="{FF2B5EF4-FFF2-40B4-BE49-F238E27FC236}">
                <a16:creationId xmlns:a16="http://schemas.microsoft.com/office/drawing/2014/main" id="{EE210FBB-2B98-4248-94D2-C347E7B3260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E8F93B68-16DB-4258-BA36-39B40EEE0FFB}"/>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a[2] = 6과 마지막 값 a[5] = 1을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6은 인덱스 5로, 1은 인덱스 2로 이동합니다.</a:t>
            </a:r>
          </a:p>
        </p:txBody>
      </p:sp>
      <p:sp>
        <p:nvSpPr>
          <p:cNvPr id="6" name="footer">
            <a:extLst>
              <a:ext uri="{FF2B5EF4-FFF2-40B4-BE49-F238E27FC236}">
                <a16:creationId xmlns:a16="http://schemas.microsoft.com/office/drawing/2014/main" id="{CB61FCDE-F8DC-4759-88CC-B3F727CE34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55352ED-B3D8-4D29-90C6-BEEC23395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55</a:t>
            </a:r>
            <a:endParaRPr sz="1050" b="0">
              <a:solidFill>
                <a:srgbClr val="151515"/>
              </a:solidFill>
              <a:latin typeface="Consolas"/>
              <a:ea typeface="Consolas"/>
              <a:cs typeface="Consolas"/>
            </a:endParaRPr>
          </a:p>
        </p:txBody>
      </p:sp>
      <p:sp>
        <p:nvSpPr>
          <p:cNvPr id="8" name="move-code">
            <a:extLst>
              <a:ext uri="{FF2B5EF4-FFF2-40B4-BE49-F238E27FC236}">
                <a16:creationId xmlns:a16="http://schemas.microsoft.com/office/drawing/2014/main" id="{89235F9E-FA6B-4410-A07C-7BEBC5F4CD15}"/>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a[pivot_idx], a[hi] = a[hi], a[pivot_idx]</a:t>
            </a:r>
          </a:p>
        </p:txBody>
      </p:sp>
      <p:sp>
        <p:nvSpPr>
          <p:cNvPr id="9" name="move-before-label">
            <a:extLst>
              <a:ext uri="{FF2B5EF4-FFF2-40B4-BE49-F238E27FC236}">
                <a16:creationId xmlns:a16="http://schemas.microsoft.com/office/drawing/2014/main" id="{5067E9FB-FE50-4A9C-A992-BEBD8B5CF154}"/>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946936A5-2AAD-41E5-934A-232FB185B447}"/>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1" name="move-before-index-0">
            <a:extLst>
              <a:ext uri="{FF2B5EF4-FFF2-40B4-BE49-F238E27FC236}">
                <a16:creationId xmlns:a16="http://schemas.microsoft.com/office/drawing/2014/main" id="{EBE61C47-F2E9-42DA-A36A-9036814091F5}"/>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move-before-index-1">
            <a:extLst>
              <a:ext uri="{FF2B5EF4-FFF2-40B4-BE49-F238E27FC236}">
                <a16:creationId xmlns:a16="http://schemas.microsoft.com/office/drawing/2014/main" id="{A38EDE10-9E6B-4913-BF43-0853FBF7F6C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move-before-index-2">
            <a:extLst>
              <a:ext uri="{FF2B5EF4-FFF2-40B4-BE49-F238E27FC236}">
                <a16:creationId xmlns:a16="http://schemas.microsoft.com/office/drawing/2014/main" id="{C47B0A07-218B-41A1-91D4-DB3EF53EBA9F}"/>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move-before-pointer-2">
            <a:extLst>
              <a:ext uri="{FF2B5EF4-FFF2-40B4-BE49-F238E27FC236}">
                <a16:creationId xmlns:a16="http://schemas.microsoft.com/office/drawing/2014/main" id="{14DB25A1-8BC6-43D4-80F4-5C51CC3A290C}"/>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move-before-index-3">
            <a:extLst>
              <a:ext uri="{FF2B5EF4-FFF2-40B4-BE49-F238E27FC236}">
                <a16:creationId xmlns:a16="http://schemas.microsoft.com/office/drawing/2014/main" id="{5E542C8A-A52F-4E94-832D-BBBD4AAC23D0}"/>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move-before-index-4">
            <a:extLst>
              <a:ext uri="{FF2B5EF4-FFF2-40B4-BE49-F238E27FC236}">
                <a16:creationId xmlns:a16="http://schemas.microsoft.com/office/drawing/2014/main" id="{35D1D19F-8093-432C-8B52-9977C93E0ADA}"/>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move-before-index-5">
            <a:extLst>
              <a:ext uri="{FF2B5EF4-FFF2-40B4-BE49-F238E27FC236}">
                <a16:creationId xmlns:a16="http://schemas.microsoft.com/office/drawing/2014/main" id="{9A4CD4CD-9ABD-4A5F-A430-8F3E816BE3B3}"/>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move-before-pointer-5">
            <a:extLst>
              <a:ext uri="{FF2B5EF4-FFF2-40B4-BE49-F238E27FC236}">
                <a16:creationId xmlns:a16="http://schemas.microsoft.com/office/drawing/2014/main" id="{90CAE218-7FC4-4513-97B3-A505A28D8788}"/>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9" name="move-after-label">
            <a:extLst>
              <a:ext uri="{FF2B5EF4-FFF2-40B4-BE49-F238E27FC236}">
                <a16:creationId xmlns:a16="http://schemas.microsoft.com/office/drawing/2014/main" id="{9BADD366-CA3A-423B-A4DA-DB3822A8251B}"/>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0" name="표 19">
            <a:extLst>
              <a:ext uri="{FF2B5EF4-FFF2-40B4-BE49-F238E27FC236}">
                <a16:creationId xmlns:a16="http://schemas.microsoft.com/office/drawing/2014/main" id="{8CB2C602-8118-4D82-8432-033A021369E4}"/>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1" name="move-after-index-0">
            <a:extLst>
              <a:ext uri="{FF2B5EF4-FFF2-40B4-BE49-F238E27FC236}">
                <a16:creationId xmlns:a16="http://schemas.microsoft.com/office/drawing/2014/main" id="{8A9E2D24-2594-4DCB-B195-612AC3589F59}"/>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move-after-index-1">
            <a:extLst>
              <a:ext uri="{FF2B5EF4-FFF2-40B4-BE49-F238E27FC236}">
                <a16:creationId xmlns:a16="http://schemas.microsoft.com/office/drawing/2014/main" id="{A24B4AC2-B8C8-40A2-8943-070D4D2EE34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move-after-index-2">
            <a:extLst>
              <a:ext uri="{FF2B5EF4-FFF2-40B4-BE49-F238E27FC236}">
                <a16:creationId xmlns:a16="http://schemas.microsoft.com/office/drawing/2014/main" id="{84483D91-0FC5-4D7E-87EF-DABE21E76CBA}"/>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move-after-pointer-2">
            <a:extLst>
              <a:ext uri="{FF2B5EF4-FFF2-40B4-BE49-F238E27FC236}">
                <a16:creationId xmlns:a16="http://schemas.microsoft.com/office/drawing/2014/main" id="{82F909D8-B6EB-43D9-B21B-A9A37C95E1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5" name="move-after-index-3">
            <a:extLst>
              <a:ext uri="{FF2B5EF4-FFF2-40B4-BE49-F238E27FC236}">
                <a16:creationId xmlns:a16="http://schemas.microsoft.com/office/drawing/2014/main" id="{DFEECA3F-5D3E-404C-9025-5841A1B5050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move-after-index-4">
            <a:extLst>
              <a:ext uri="{FF2B5EF4-FFF2-40B4-BE49-F238E27FC236}">
                <a16:creationId xmlns:a16="http://schemas.microsoft.com/office/drawing/2014/main" id="{797C20E6-F6A8-4241-9A6F-2D883ADC9807}"/>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move-after-index-5">
            <a:extLst>
              <a:ext uri="{FF2B5EF4-FFF2-40B4-BE49-F238E27FC236}">
                <a16:creationId xmlns:a16="http://schemas.microsoft.com/office/drawing/2014/main" id="{F44C99A7-FBBC-443F-BEDD-0F55A8A754F0}"/>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move-after-pointer-5">
            <a:extLst>
              <a:ext uri="{FF2B5EF4-FFF2-40B4-BE49-F238E27FC236}">
                <a16:creationId xmlns:a16="http://schemas.microsoft.com/office/drawing/2014/main" id="{C3A33030-EE2B-41B1-9418-3B96C9D2A745}"/>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9" name="temporary">
            <a:extLst>
              <a:ext uri="{FF2B5EF4-FFF2-40B4-BE49-F238E27FC236}">
                <a16:creationId xmlns:a16="http://schemas.microsoft.com/office/drawing/2014/main" id="{1EE66B05-4053-4F1F-BF7B-ED2B8D79F7F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끝의 6은 검사 동안 임시로 두는 값입니다. 최종 위치는 분할이 끝난 뒤 정합니다.</a:t>
            </a:r>
          </a:p>
        </p:txBody>
      </p:sp>
    </p:spTree>
    <p:extLst>
      <p:ext uri="{BB962C8B-B14F-4D97-AF65-F5344CB8AC3E}">
        <p14:creationId xmlns:p14="http://schemas.microsoft.com/office/powerpoint/2010/main" val="35394888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01FA01BA-7CA4-4C68-850E-BBE57CF211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1AF170AC-40E2-4F20-8897-8CFAD323B9B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BDC7786-D5E4-4A82-AD3E-37B561AA51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탐색 시작: L = 0, R = 4</a:t>
            </a:r>
          </a:p>
        </p:txBody>
      </p:sp>
      <p:sp>
        <p:nvSpPr>
          <p:cNvPr id="4" name="직사각형 3">
            <a:extLst>
              <a:ext uri="{FF2B5EF4-FFF2-40B4-BE49-F238E27FC236}">
                <a16:creationId xmlns:a16="http://schemas.microsoft.com/office/drawing/2014/main" id="{1C27AB2C-8003-4C62-B84A-114CD6EC98F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17D1D2A-F31D-44B7-8706-7E09840A7AB9}"/>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0, R = 4에서 시작합니다.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마지막 칸의 피벗 6을 제외하고, 인덱스 0~4를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비교에서 8 &gt; 6이므로 L은 인덱스 0에서 멈춥니다.</a:t>
            </a:r>
          </a:p>
        </p:txBody>
      </p:sp>
      <p:sp>
        <p:nvSpPr>
          <p:cNvPr id="6" name="footer">
            <a:extLst>
              <a:ext uri="{FF2B5EF4-FFF2-40B4-BE49-F238E27FC236}">
                <a16:creationId xmlns:a16="http://schemas.microsoft.com/office/drawing/2014/main" id="{DAB6EE2F-C64E-4869-B92D-A9BE2D06F09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2A2394D-F638-41A3-851C-BAC2D2CFAB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56</a:t>
            </a:r>
            <a:endParaRPr sz="1050" b="0">
              <a:solidFill>
                <a:srgbClr val="151515"/>
              </a:solidFill>
              <a:latin typeface="Consolas"/>
              <a:ea typeface="Consolas"/>
              <a:cs typeface="Consolas"/>
            </a:endParaRPr>
          </a:p>
        </p:txBody>
      </p:sp>
      <p:sp>
        <p:nvSpPr>
          <p:cNvPr id="8" name="begin-label">
            <a:extLst>
              <a:ext uri="{FF2B5EF4-FFF2-40B4-BE49-F238E27FC236}">
                <a16:creationId xmlns:a16="http://schemas.microsoft.com/office/drawing/2014/main" id="{BC4EEC0E-48E0-48AE-BA86-76D28C93D268}"/>
              </a:ext>
            </a:extLst>
          </p:cNvPr>
          <p:cNvSpPr>
            <a:spLocks noGrp="1"/>
          </p:cNvSpPr>
          <p:nvPr/>
        </p:nvSpPr>
        <p:spPr>
          <a:xfrm>
            <a:off x="609600" y="34099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32DA96EA-62F6-490A-A4E2-BC8A19B0251D}"/>
              </a:ext>
            </a:extLst>
          </p:cNvPr>
          <p:cNvGraphicFramePr/>
          <p:nvPr/>
        </p:nvGraphicFramePr>
        <p:xfrm>
          <a:off x="1809750" y="32385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0" name="begin-index-0">
            <a:extLst>
              <a:ext uri="{FF2B5EF4-FFF2-40B4-BE49-F238E27FC236}">
                <a16:creationId xmlns:a16="http://schemas.microsoft.com/office/drawing/2014/main" id="{E2B0C2A4-17CA-4448-9123-A6CA39E8A951}"/>
              </a:ext>
            </a:extLst>
          </p:cNvPr>
          <p:cNvSpPr>
            <a:spLocks noGrp="1"/>
          </p:cNvSpPr>
          <p:nvPr/>
        </p:nvSpPr>
        <p:spPr>
          <a:xfrm>
            <a:off x="1809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begin-pointer-0">
            <a:extLst>
              <a:ext uri="{FF2B5EF4-FFF2-40B4-BE49-F238E27FC236}">
                <a16:creationId xmlns:a16="http://schemas.microsoft.com/office/drawing/2014/main" id="{CC594F6B-ACDE-43FE-B60A-C79555672E33}"/>
              </a:ext>
            </a:extLst>
          </p:cNvPr>
          <p:cNvSpPr>
            <a:spLocks noGrp="1"/>
          </p:cNvSpPr>
          <p:nvPr/>
        </p:nvSpPr>
        <p:spPr>
          <a:xfrm>
            <a:off x="1809750" y="41052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begin-index-1">
            <a:extLst>
              <a:ext uri="{FF2B5EF4-FFF2-40B4-BE49-F238E27FC236}">
                <a16:creationId xmlns:a16="http://schemas.microsoft.com/office/drawing/2014/main" id="{003A366E-2107-4542-9E1A-D168B35F262C}"/>
              </a:ext>
            </a:extLst>
          </p:cNvPr>
          <p:cNvSpPr>
            <a:spLocks noGrp="1"/>
          </p:cNvSpPr>
          <p:nvPr/>
        </p:nvSpPr>
        <p:spPr>
          <a:xfrm>
            <a:off x="31813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begin-index-2">
            <a:extLst>
              <a:ext uri="{FF2B5EF4-FFF2-40B4-BE49-F238E27FC236}">
                <a16:creationId xmlns:a16="http://schemas.microsoft.com/office/drawing/2014/main" id="{005F945D-995F-4F90-AFA4-8D7263815F42}"/>
              </a:ext>
            </a:extLst>
          </p:cNvPr>
          <p:cNvSpPr>
            <a:spLocks noGrp="1"/>
          </p:cNvSpPr>
          <p:nvPr/>
        </p:nvSpPr>
        <p:spPr>
          <a:xfrm>
            <a:off x="45529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begin-index-3">
            <a:extLst>
              <a:ext uri="{FF2B5EF4-FFF2-40B4-BE49-F238E27FC236}">
                <a16:creationId xmlns:a16="http://schemas.microsoft.com/office/drawing/2014/main" id="{91C7A188-1A79-4F09-8844-F1A68EC6FE80}"/>
              </a:ext>
            </a:extLst>
          </p:cNvPr>
          <p:cNvSpPr>
            <a:spLocks noGrp="1"/>
          </p:cNvSpPr>
          <p:nvPr/>
        </p:nvSpPr>
        <p:spPr>
          <a:xfrm>
            <a:off x="59245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begin-index-4">
            <a:extLst>
              <a:ext uri="{FF2B5EF4-FFF2-40B4-BE49-F238E27FC236}">
                <a16:creationId xmlns:a16="http://schemas.microsoft.com/office/drawing/2014/main" id="{F89225C1-95AE-4469-8557-1B36384ECAE8}"/>
              </a:ext>
            </a:extLst>
          </p:cNvPr>
          <p:cNvSpPr>
            <a:spLocks noGrp="1"/>
          </p:cNvSpPr>
          <p:nvPr/>
        </p:nvSpPr>
        <p:spPr>
          <a:xfrm>
            <a:off x="72961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begin-pointer-4">
            <a:extLst>
              <a:ext uri="{FF2B5EF4-FFF2-40B4-BE49-F238E27FC236}">
                <a16:creationId xmlns:a16="http://schemas.microsoft.com/office/drawing/2014/main" id="{AFC1CCCB-C111-4004-A129-C7F98A769520}"/>
              </a:ext>
            </a:extLst>
          </p:cNvPr>
          <p:cNvSpPr>
            <a:spLocks noGrp="1"/>
          </p:cNvSpPr>
          <p:nvPr/>
        </p:nvSpPr>
        <p:spPr>
          <a:xfrm>
            <a:off x="7296150" y="41052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7" name="begin-index-5">
            <a:extLst>
              <a:ext uri="{FF2B5EF4-FFF2-40B4-BE49-F238E27FC236}">
                <a16:creationId xmlns:a16="http://schemas.microsoft.com/office/drawing/2014/main" id="{88EE50C9-DAA1-4901-9C9E-6922F6F35A25}"/>
              </a:ext>
            </a:extLst>
          </p:cNvPr>
          <p:cNvSpPr>
            <a:spLocks noGrp="1"/>
          </p:cNvSpPr>
          <p:nvPr/>
        </p:nvSpPr>
        <p:spPr>
          <a:xfrm>
            <a:off x="8667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begin-pointer-5">
            <a:extLst>
              <a:ext uri="{FF2B5EF4-FFF2-40B4-BE49-F238E27FC236}">
                <a16:creationId xmlns:a16="http://schemas.microsoft.com/office/drawing/2014/main" id="{B2F5939F-A19F-4BA0-A198-0171B61EA900}"/>
              </a:ext>
            </a:extLst>
          </p:cNvPr>
          <p:cNvSpPr>
            <a:spLocks noGrp="1"/>
          </p:cNvSpPr>
          <p:nvPr/>
        </p:nvSpPr>
        <p:spPr>
          <a:xfrm>
            <a:off x="8667750" y="41052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9" name="begin-code">
            <a:extLst>
              <a:ext uri="{FF2B5EF4-FFF2-40B4-BE49-F238E27FC236}">
                <a16:creationId xmlns:a16="http://schemas.microsoft.com/office/drawing/2014/main" id="{463353ED-868C-4ACA-9328-0AC2ED7A0959}"/>
              </a:ext>
            </a:extLst>
          </p:cNvPr>
          <p:cNvSpPr>
            <a:spLocks noGrp="1"/>
          </p:cNvSpPr>
          <p:nvPr/>
        </p:nvSpPr>
        <p:spPr>
          <a:xfrm>
            <a:off x="1809750" y="4857750"/>
            <a:ext cx="9772650" cy="685800"/>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pivot = a[hi]</a:t>
            </a:r>
          </a:p>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L, R = lo, hi - 1</a:t>
            </a:r>
          </a:p>
        </p:txBody>
      </p:sp>
      <p:sp>
        <p:nvSpPr>
          <p:cNvPr id="20" name="begin-next">
            <a:extLst>
              <a:ext uri="{FF2B5EF4-FFF2-40B4-BE49-F238E27FC236}">
                <a16:creationId xmlns:a16="http://schemas.microsoft.com/office/drawing/2014/main" id="{EC37F1B3-5DDC-4073-8F58-E029787A97FD}"/>
              </a:ext>
            </a:extLst>
          </p:cNvPr>
          <p:cNvSpPr>
            <a:spLocks noGrp="1"/>
          </p:cNvSpPr>
          <p:nvPr/>
        </p:nvSpPr>
        <p:spPr>
          <a:xfrm>
            <a:off x="1809750" y="5667375"/>
            <a:ext cx="9772650" cy="34290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다음: R이 7을 지나, 왼쪽으로 보낼 값 3을 찾습니다.</a:t>
            </a:r>
          </a:p>
        </p:txBody>
      </p:sp>
    </p:spTree>
    <p:extLst>
      <p:ext uri="{BB962C8B-B14F-4D97-AF65-F5344CB8AC3E}">
        <p14:creationId xmlns:p14="http://schemas.microsoft.com/office/powerpoint/2010/main" val="852136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B3C37D52-D0D2-40A4-B79E-008FEF4DA1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8747972-5920-40A6-BDFF-DBD9685FA85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B684E0-1259-4941-ACDF-A1E1D00BBBC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두 포인터가 찾은 8과 3의 교환</a:t>
            </a:r>
          </a:p>
        </p:txBody>
      </p:sp>
      <p:sp>
        <p:nvSpPr>
          <p:cNvPr id="4" name="rule-4">
            <a:extLst>
              <a:ext uri="{FF2B5EF4-FFF2-40B4-BE49-F238E27FC236}">
                <a16:creationId xmlns:a16="http://schemas.microsoft.com/office/drawing/2014/main" id="{AE0991D4-B7DB-4FC2-B666-5031D3058E0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A713EAF-76BA-46E4-B1A0-728743A7EE0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33EEB17-B431-4DE8-972B-6CEA6F7D2C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58</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75EC92F-DF01-426F-AD78-EE162FA99C64}"/>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0의 8은 오른쪽으로, R = 3의 3은 왼쪽으로 보내야 합니다. 피벗은 끝의 6입니다.</a:t>
            </a:r>
          </a:p>
        </p:txBody>
      </p:sp>
      <p:pic>
        <p:nvPicPr>
          <p:cNvPr id="8" name="그림 7">
            <a:extLst>
              <a:ext uri="{FF2B5EF4-FFF2-40B4-BE49-F238E27FC236}">
                <a16:creationId xmlns:a16="http://schemas.microsoft.com/office/drawing/2014/main" id="{610EDCB3-2739-462D-924D-BC2FE49C2E94}"/>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CB480CE1-5003-4A70-B5ED-9A8D34929029}"/>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이번에는 두 값만 맞바꿉니다. L = 0, R = 3은 다음 탐색에서 이동합니다.</a:t>
            </a:r>
          </a:p>
        </p:txBody>
      </p:sp>
    </p:spTree>
    <p:extLst>
      <p:ext uri="{BB962C8B-B14F-4D97-AF65-F5344CB8AC3E}">
        <p14:creationId xmlns:p14="http://schemas.microsoft.com/office/powerpoint/2010/main" val="31662951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59</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60</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61</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63</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9506B32-45EE-4696-9290-BD5FE284E6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FC4C96E-A455-42CB-97E7-242EA405676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ED98A6-2569-4539-9F5D-0E323F05D1F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마지막 교환: 피벗 6의 자리 확정</a:t>
            </a:r>
          </a:p>
        </p:txBody>
      </p:sp>
      <p:sp>
        <p:nvSpPr>
          <p:cNvPr id="4" name="rule-5">
            <a:extLst>
              <a:ext uri="{FF2B5EF4-FFF2-40B4-BE49-F238E27FC236}">
                <a16:creationId xmlns:a16="http://schemas.microsoft.com/office/drawing/2014/main" id="{40A445E2-1896-4468-8E48-1A57B40E0A6A}"/>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E1AF51B-E3EF-4193-B3DE-CB9426D7864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7E88509-ADB2-4C15-875A-B961F500794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64</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CF09E0F-1041-469C-9B4E-A9EA97114F78}"/>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3, R = 2로 교차했습니다. L이 가리키는 8과 맨 끝의 피벗 6을 바꿉니다.</a:t>
            </a:r>
          </a:p>
        </p:txBody>
      </p:sp>
      <p:pic>
        <p:nvPicPr>
          <p:cNvPr id="8" name="그림 7">
            <a:extLst>
              <a:ext uri="{FF2B5EF4-FFF2-40B4-BE49-F238E27FC236}">
                <a16:creationId xmlns:a16="http://schemas.microsoft.com/office/drawing/2014/main" id="{19FD0839-608C-466C-9DFC-1EF437EAB102}"/>
              </a:ext>
            </a:extLst>
          </p:cNvPr>
          <p:cNvPicPr>
            <a:picLocks noChangeAspect="1"/>
          </p:cNvPicPr>
          <p:nvPr/>
        </p:nvPicPr>
        <p:blipFill>
          <a:blip r:embed="rId3"/>
          <a:stretch/>
        </p:blipFill>
        <p:spPr>
          <a:xfrm>
            <a:off x="1258372" y="2181225"/>
            <a:ext cx="9675255" cy="3800475"/>
          </a:xfrm>
          <a:prstGeom prst="rect">
            <a:avLst/>
          </a:prstGeom>
        </p:spPr>
      </p:pic>
      <p:sp>
        <p:nvSpPr>
          <p:cNvPr id="9" name="caption">
            <a:extLst>
              <a:ext uri="{FF2B5EF4-FFF2-40B4-BE49-F238E27FC236}">
                <a16:creationId xmlns:a16="http://schemas.microsoft.com/office/drawing/2014/main" id="{4E4644CD-5E7E-4CED-AC17-C8CB2203038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6의 자리는 확정되었습니다. 6을 제외한 왼쪽 세 칸과 오른쪽 두 칸을 다시 정렬합니다.</a:t>
            </a:r>
          </a:p>
        </p:txBody>
      </p:sp>
    </p:spTree>
    <p:extLst>
      <p:ext uri="{BB962C8B-B14F-4D97-AF65-F5344CB8AC3E}">
        <p14:creationId xmlns:p14="http://schemas.microsoft.com/office/powerpoint/2010/main" val="64870665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84FA6A66-0C75-412B-A7D7-70C46C6B7F6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AABB25B-2ADC-48FE-837E-94056C7509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5A8C20C-21E1-43E2-B0DE-B201C05A786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⑧ 피벗을 두 구간 사이에 놓는 교환</a:t>
            </a:r>
          </a:p>
        </p:txBody>
      </p:sp>
      <p:sp>
        <p:nvSpPr>
          <p:cNvPr id="4" name="직사각형 3">
            <a:extLst>
              <a:ext uri="{FF2B5EF4-FFF2-40B4-BE49-F238E27FC236}">
                <a16:creationId xmlns:a16="http://schemas.microsoft.com/office/drawing/2014/main" id="{A1B17120-8BDB-4F83-B98E-B1F88D29177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B6EB386-58A2-49AA-814C-998E5A9CF0E7}"/>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3, R = 2로 교차했습니다. L은 큰 값 구간의 첫 칸입니다.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그 칸의 8과 맨 끝 피벗 6을 교환합니다. 피벗의 최종 위치는 3입니다.</a:t>
            </a:r>
          </a:p>
        </p:txBody>
      </p:sp>
      <p:sp>
        <p:nvSpPr>
          <p:cNvPr id="6" name="footer">
            <a:extLst>
              <a:ext uri="{FF2B5EF4-FFF2-40B4-BE49-F238E27FC236}">
                <a16:creationId xmlns:a16="http://schemas.microsoft.com/office/drawing/2014/main" id="{36C2D372-D692-487E-BC47-D9DFDE820F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3850092-E791-45F6-B803-4CD8DB667B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65</a:t>
            </a:r>
            <a:endParaRPr sz="1050" b="0">
              <a:solidFill>
                <a:srgbClr val="151515"/>
              </a:solidFill>
              <a:latin typeface="Consolas"/>
              <a:ea typeface="Consolas"/>
              <a:cs typeface="Consolas"/>
            </a:endParaRPr>
          </a:p>
        </p:txBody>
      </p:sp>
      <p:sp>
        <p:nvSpPr>
          <p:cNvPr id="8" name="finish-code">
            <a:extLst>
              <a:ext uri="{FF2B5EF4-FFF2-40B4-BE49-F238E27FC236}">
                <a16:creationId xmlns:a16="http://schemas.microsoft.com/office/drawing/2014/main" id="{632FAEEE-3AB7-432C-ABBD-706E8F20C6E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a[L], a[hi] = a[hi], a[L]</a:t>
            </a:r>
          </a:p>
        </p:txBody>
      </p:sp>
      <p:sp>
        <p:nvSpPr>
          <p:cNvPr id="9" name="finish-before-label">
            <a:extLst>
              <a:ext uri="{FF2B5EF4-FFF2-40B4-BE49-F238E27FC236}">
                <a16:creationId xmlns:a16="http://schemas.microsoft.com/office/drawing/2014/main" id="{DE58ACAF-0423-446C-B350-AD2817D3EB5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1F029646-9D78-4A21-8265-C8EFCE2C11FA}"/>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1" name="finish-before-index-0">
            <a:extLst>
              <a:ext uri="{FF2B5EF4-FFF2-40B4-BE49-F238E27FC236}">
                <a16:creationId xmlns:a16="http://schemas.microsoft.com/office/drawing/2014/main" id="{84B36DCD-8CED-40C6-A19E-5D6745006C1C}"/>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finish-before-index-1">
            <a:extLst>
              <a:ext uri="{FF2B5EF4-FFF2-40B4-BE49-F238E27FC236}">
                <a16:creationId xmlns:a16="http://schemas.microsoft.com/office/drawing/2014/main" id="{9C549C43-DD12-4D18-BEDF-91349D814CA7}"/>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finish-before-index-2">
            <a:extLst>
              <a:ext uri="{FF2B5EF4-FFF2-40B4-BE49-F238E27FC236}">
                <a16:creationId xmlns:a16="http://schemas.microsoft.com/office/drawing/2014/main" id="{878F4C34-9FC5-46A9-AED9-9A4B5857ADB3}"/>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finish-before-pointer-2">
            <a:extLst>
              <a:ext uri="{FF2B5EF4-FFF2-40B4-BE49-F238E27FC236}">
                <a16:creationId xmlns:a16="http://schemas.microsoft.com/office/drawing/2014/main" id="{E3E919BB-1050-4571-A747-A57732B705CE}"/>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finish-before-index-3">
            <a:extLst>
              <a:ext uri="{FF2B5EF4-FFF2-40B4-BE49-F238E27FC236}">
                <a16:creationId xmlns:a16="http://schemas.microsoft.com/office/drawing/2014/main" id="{283AAC60-D028-40C7-B574-8720069C0A49}"/>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finish-before-pointer-3">
            <a:extLst>
              <a:ext uri="{FF2B5EF4-FFF2-40B4-BE49-F238E27FC236}">
                <a16:creationId xmlns:a16="http://schemas.microsoft.com/office/drawing/2014/main" id="{7931A72D-F083-4996-9FD9-72CBC65E9B07}"/>
              </a:ext>
            </a:extLst>
          </p:cNvPr>
          <p:cNvSpPr>
            <a:spLocks noGrp="1"/>
          </p:cNvSpPr>
          <p:nvPr/>
        </p:nvSpPr>
        <p:spPr>
          <a:xfrm>
            <a:off x="59245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7" name="finish-before-index-4">
            <a:extLst>
              <a:ext uri="{FF2B5EF4-FFF2-40B4-BE49-F238E27FC236}">
                <a16:creationId xmlns:a16="http://schemas.microsoft.com/office/drawing/2014/main" id="{5A72BAF5-05DE-4697-93E8-9096CE2EA90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8" name="finish-before-index-5">
            <a:extLst>
              <a:ext uri="{FF2B5EF4-FFF2-40B4-BE49-F238E27FC236}">
                <a16:creationId xmlns:a16="http://schemas.microsoft.com/office/drawing/2014/main" id="{ECCA4909-7182-4C0C-8FF5-C99A18BCE230}"/>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9" name="finish-before-pointer-5">
            <a:extLst>
              <a:ext uri="{FF2B5EF4-FFF2-40B4-BE49-F238E27FC236}">
                <a16:creationId xmlns:a16="http://schemas.microsoft.com/office/drawing/2014/main" id="{45E01680-B801-4D8B-9CE2-F6CBDF1AFC61}"/>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0" name="finish-after-label">
            <a:extLst>
              <a:ext uri="{FF2B5EF4-FFF2-40B4-BE49-F238E27FC236}">
                <a16:creationId xmlns:a16="http://schemas.microsoft.com/office/drawing/2014/main" id="{834BD7FF-022E-4DE0-AC33-315C4A2628F9}"/>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1" name="표 20">
            <a:extLst>
              <a:ext uri="{FF2B5EF4-FFF2-40B4-BE49-F238E27FC236}">
                <a16:creationId xmlns:a16="http://schemas.microsoft.com/office/drawing/2014/main" id="{E17C060C-81FA-4AB4-B6D1-C75DE96D0B8F}"/>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finish-after-index-0">
            <a:extLst>
              <a:ext uri="{FF2B5EF4-FFF2-40B4-BE49-F238E27FC236}">
                <a16:creationId xmlns:a16="http://schemas.microsoft.com/office/drawing/2014/main" id="{0948BCA8-8199-4277-A601-B153C71361B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finish-after-index-1">
            <a:extLst>
              <a:ext uri="{FF2B5EF4-FFF2-40B4-BE49-F238E27FC236}">
                <a16:creationId xmlns:a16="http://schemas.microsoft.com/office/drawing/2014/main" id="{CC3561E4-E0E6-4B7E-A600-6EB14E8A397C}"/>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finish-after-index-2">
            <a:extLst>
              <a:ext uri="{FF2B5EF4-FFF2-40B4-BE49-F238E27FC236}">
                <a16:creationId xmlns:a16="http://schemas.microsoft.com/office/drawing/2014/main" id="{ED3551EB-2AC2-4817-9494-93DB79BB03C1}"/>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finish-after-index-3">
            <a:extLst>
              <a:ext uri="{FF2B5EF4-FFF2-40B4-BE49-F238E27FC236}">
                <a16:creationId xmlns:a16="http://schemas.microsoft.com/office/drawing/2014/main" id="{F457C119-EA2B-4321-B8E9-37BC095035FA}"/>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finish-after-pointer-3">
            <a:extLst>
              <a:ext uri="{FF2B5EF4-FFF2-40B4-BE49-F238E27FC236}">
                <a16:creationId xmlns:a16="http://schemas.microsoft.com/office/drawing/2014/main" id="{AEB2C90C-866F-4308-A596-3B044E840234}"/>
              </a:ext>
            </a:extLst>
          </p:cNvPr>
          <p:cNvSpPr>
            <a:spLocks noGrp="1"/>
          </p:cNvSpPr>
          <p:nvPr/>
        </p:nvSpPr>
        <p:spPr>
          <a:xfrm>
            <a:off x="59245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7" name="finish-after-index-4">
            <a:extLst>
              <a:ext uri="{FF2B5EF4-FFF2-40B4-BE49-F238E27FC236}">
                <a16:creationId xmlns:a16="http://schemas.microsoft.com/office/drawing/2014/main" id="{A9460426-F9D4-4201-8D2B-8A681C30B0E5}"/>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8" name="finish-after-index-5">
            <a:extLst>
              <a:ext uri="{FF2B5EF4-FFF2-40B4-BE49-F238E27FC236}">
                <a16:creationId xmlns:a16="http://schemas.microsoft.com/office/drawing/2014/main" id="{AD28A13D-EAA0-469D-A428-DA1504CD792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9" name="finish-range">
            <a:extLst>
              <a:ext uri="{FF2B5EF4-FFF2-40B4-BE49-F238E27FC236}">
                <a16:creationId xmlns:a16="http://schemas.microsoft.com/office/drawing/2014/main" id="{F7EB5374-0F69-4B1D-A992-BCE78079EE10}"/>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파랑: 6 이하인 왼쪽 구간     주황: 피벗 6     초록: 6보다 큰 오른쪽 구간</a:t>
            </a:r>
          </a:p>
        </p:txBody>
      </p:sp>
    </p:spTree>
    <p:extLst>
      <p:ext uri="{BB962C8B-B14F-4D97-AF65-F5344CB8AC3E}">
        <p14:creationId xmlns:p14="http://schemas.microsoft.com/office/powerpoint/2010/main" val="701960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3DED2EE7-3764-4955-992E-032C5CC3D29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D8B0F5D-59D9-4DB7-B054-6E157CC9DB9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1730B79-FFF1-4B6F-84F9-DD1AE192257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호출: 왼쪽 구간 0~2부터</a:t>
            </a:r>
          </a:p>
        </p:txBody>
      </p:sp>
      <p:sp>
        <p:nvSpPr>
          <p:cNvPr id="4" name="직사각형 3">
            <a:extLst>
              <a:ext uri="{FF2B5EF4-FFF2-40B4-BE49-F238E27FC236}">
                <a16:creationId xmlns:a16="http://schemas.microsoft.com/office/drawing/2014/main" id="{19C38582-DEB9-4724-8506-02DEA0E875F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92E6855-8E30-4C24-802B-80E497A0D8D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6의 위치 p = 3은 확정됐습니다. 다음 정렬에서 제외합니다.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[3,4,1]을 먼저 정렬하고, 그 호출이 끝나면 오른쪽 [7,8]을 정렬합니다.</a:t>
            </a:r>
          </a:p>
        </p:txBody>
      </p:sp>
      <p:sp>
        <p:nvSpPr>
          <p:cNvPr id="6" name="row-0-label">
            <a:extLst>
              <a:ext uri="{FF2B5EF4-FFF2-40B4-BE49-F238E27FC236}">
                <a16:creationId xmlns:a16="http://schemas.microsoft.com/office/drawing/2014/main" id="{90146053-F4BE-43DA-BE4C-E2446AD60D9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00E63606-5933-4784-8FAC-D764C0D1461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BF8A61B-3C7E-42A2-B508-CBE1FBF23BED}"/>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CA0F840-9354-446B-9247-DFCBF242570D}"/>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FB5DBE11-D966-43BE-9523-23C2C1DBDB4C}"/>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E3A7A95B-DAAD-4312-BC03-92595C20274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B1BB4F78-F96C-4086-A700-DE783AE33C3D}"/>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9B24C669-7408-4B34-9FB8-F75B525E08B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BED33E5D-F51F-432F-BD0F-B3DB6462BAFC}"/>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9DDBEBFF-F5EB-452B-A40C-76B70963880B}"/>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E8922BEF-3327-4DE2-A982-78D6AEB999D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먼저 왼쪽 호출을 끝냅니다. 오른쪽 호출은 그동안 기다립니다.</a:t>
            </a:r>
          </a:p>
        </p:txBody>
      </p:sp>
      <p:sp>
        <p:nvSpPr>
          <p:cNvPr id="17" name="footer">
            <a:extLst>
              <a:ext uri="{FF2B5EF4-FFF2-40B4-BE49-F238E27FC236}">
                <a16:creationId xmlns:a16="http://schemas.microsoft.com/office/drawing/2014/main" id="{45BD2160-5D22-4A39-AE9E-50F285DABF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FFABBEDD-A638-4F87-B9AC-F62439CE4D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235291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21245E3-0AE7-4C64-B1DA-C3AEFDA127D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FE050D6-DDF8-4170-BB58-4CE26DCF26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5B5183A-C7AB-4C58-9109-3C24752C9A8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[3,4,1]: 피벗 4의 이동</a:t>
            </a:r>
          </a:p>
        </p:txBody>
      </p:sp>
      <p:sp>
        <p:nvSpPr>
          <p:cNvPr id="4" name="직사각형 3">
            <a:extLst>
              <a:ext uri="{FF2B5EF4-FFF2-40B4-BE49-F238E27FC236}">
                <a16:creationId xmlns:a16="http://schemas.microsoft.com/office/drawing/2014/main" id="{FE1ADF83-B797-46F2-92F6-5C1E9E55CAA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B0C0F26-F0BF-429F-9BD1-5EC30EC4A1B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0, hi = 2이므로 가운데 인덱스는 1입니다. 피벗은 a[1] = 4입니다.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4와 이 구간의 마지막 값 a[2] = 1을 교환합니다.</a:t>
            </a:r>
          </a:p>
        </p:txBody>
      </p:sp>
      <p:sp>
        <p:nvSpPr>
          <p:cNvPr id="6" name="row-0-label">
            <a:extLst>
              <a:ext uri="{FF2B5EF4-FFF2-40B4-BE49-F238E27FC236}">
                <a16:creationId xmlns:a16="http://schemas.microsoft.com/office/drawing/2014/main" id="{25146F28-CE2F-4421-ABC3-C422A8C69C91}"/>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D831311-282D-4BB6-910E-03AC683EE9F0}"/>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935837-76D0-468C-8B80-A996D06430AA}"/>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2E693EE-3541-4C81-A0C4-F6F084C52F1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E9403CD5-F3BA-4C7F-8DB4-1F526584CE33}"/>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1" name="row-0-index-2">
            <a:extLst>
              <a:ext uri="{FF2B5EF4-FFF2-40B4-BE49-F238E27FC236}">
                <a16:creationId xmlns:a16="http://schemas.microsoft.com/office/drawing/2014/main" id="{5CAF7593-B86B-4219-9518-60C094307BE8}"/>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68DEE73F-E1C2-4783-85D4-736E8628E7A4}"/>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3" name="row-0-index-3">
            <a:extLst>
              <a:ext uri="{FF2B5EF4-FFF2-40B4-BE49-F238E27FC236}">
                <a16:creationId xmlns:a16="http://schemas.microsoft.com/office/drawing/2014/main" id="{B38FFAE7-50CE-4AA0-B80B-A6AD76E0082E}"/>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E707423F-7A1D-4176-B478-7FE63C30D22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BAD709A6-035A-4849-854D-3633FCC5A1C2}"/>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17D4D3CF-3195-4C92-8FAE-0DCA190323AD}"/>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FECA06A5-988A-4652-AECC-DB7D31328215}"/>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25D527EC-BAAD-4F47-9E3F-57AE0D43A21F}"/>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8F9A1D0-E825-4DF1-887F-767B950970B1}"/>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pointer-1-0">
            <a:extLst>
              <a:ext uri="{FF2B5EF4-FFF2-40B4-BE49-F238E27FC236}">
                <a16:creationId xmlns:a16="http://schemas.microsoft.com/office/drawing/2014/main" id="{ED64382F-2015-4295-AD8C-6C03AA5F13A2}"/>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1" name="row-1-index-2">
            <a:extLst>
              <a:ext uri="{FF2B5EF4-FFF2-40B4-BE49-F238E27FC236}">
                <a16:creationId xmlns:a16="http://schemas.microsoft.com/office/drawing/2014/main" id="{4C365494-FE66-49BC-89E2-5079D4B66C3F}"/>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2" name="row-1-pointer-2-0">
            <a:extLst>
              <a:ext uri="{FF2B5EF4-FFF2-40B4-BE49-F238E27FC236}">
                <a16:creationId xmlns:a16="http://schemas.microsoft.com/office/drawing/2014/main" id="{2DA889C6-3FBE-4BCA-83F0-E0020F31AE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3" name="row-1-index-3">
            <a:extLst>
              <a:ext uri="{FF2B5EF4-FFF2-40B4-BE49-F238E27FC236}">
                <a16:creationId xmlns:a16="http://schemas.microsoft.com/office/drawing/2014/main" id="{F578C770-F74D-4466-B21E-6F4C7BB748B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4FD2817F-6485-4838-9DC5-7D7FA6D727F8}"/>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EF24B2D3-2A50-4C69-BEE8-71ECC4BD4DF3}"/>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960D8608-0B57-4CF1-B6AC-B25AC1771C7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a[2] = a[2], a[1]</a:t>
            </a:r>
          </a:p>
        </p:txBody>
      </p:sp>
      <p:sp>
        <p:nvSpPr>
          <p:cNvPr id="27" name="caption">
            <a:extLst>
              <a:ext uri="{FF2B5EF4-FFF2-40B4-BE49-F238E27FC236}">
                <a16:creationId xmlns:a16="http://schemas.microsoft.com/office/drawing/2014/main" id="{27CC703F-5210-492B-98FE-C0B34D868F7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현재 구간의 마지막 칸은 hi = 2입니다.</a:t>
            </a:r>
          </a:p>
        </p:txBody>
      </p:sp>
      <p:sp>
        <p:nvSpPr>
          <p:cNvPr id="28" name="footer">
            <a:extLst>
              <a:ext uri="{FF2B5EF4-FFF2-40B4-BE49-F238E27FC236}">
                <a16:creationId xmlns:a16="http://schemas.microsoft.com/office/drawing/2014/main" id="{24D6E761-6ACD-4740-A130-81D210A4A3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4E39E72C-A126-4B97-B6A7-1AF1FFDE42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72066385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B3FA8C2-A4A9-4533-AFAD-3346134EF61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DA601D80-7AB9-4780-8B45-CF90E852A1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99C757-9F4D-42F8-B690-F76596805C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 = 0, R = 1에서 시작</a:t>
            </a:r>
          </a:p>
        </p:txBody>
      </p:sp>
      <p:sp>
        <p:nvSpPr>
          <p:cNvPr id="4" name="직사각형 3">
            <a:extLst>
              <a:ext uri="{FF2B5EF4-FFF2-40B4-BE49-F238E27FC236}">
                <a16:creationId xmlns:a16="http://schemas.microsoft.com/office/drawing/2014/main" id="{208C6BC3-9568-481A-B1EE-6F5ED2EFDAA1}"/>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F56E610-E8C0-4630-A72D-0B4CB69A59E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3과 1입니다. 피벗 4는 인덱스 2에 따로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L은 3을, R은 1을 가리킵니다. 먼저 L의 값부터 검사합니다.</a:t>
            </a:r>
          </a:p>
        </p:txBody>
      </p:sp>
      <p:sp>
        <p:nvSpPr>
          <p:cNvPr id="6" name="row-0-label">
            <a:extLst>
              <a:ext uri="{FF2B5EF4-FFF2-40B4-BE49-F238E27FC236}">
                <a16:creationId xmlns:a16="http://schemas.microsoft.com/office/drawing/2014/main" id="{C054C33B-C960-46AA-A459-C71C0B68DE7B}"/>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C10A3858-AEBB-432F-BBEF-8FD673FEB6B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F091B04E-3D25-44B8-BE05-345E9D2ED07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EE5C2FE7-9C84-4F85-961F-AC56F904D42A}"/>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index-1">
            <a:extLst>
              <a:ext uri="{FF2B5EF4-FFF2-40B4-BE49-F238E27FC236}">
                <a16:creationId xmlns:a16="http://schemas.microsoft.com/office/drawing/2014/main" id="{CF62BCB0-8850-4354-86AB-62B71089F55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6D5764FE-568D-4BE6-97BE-43A626512D27}"/>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105DF8F3-C39B-4D93-A8E0-239F43E22E81}"/>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BC3B4465-E66F-4A20-A214-3CDFB9980817}"/>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A91E964C-93DB-4E66-BC69-526EF575F69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85C0A97D-24CF-4173-8723-67A457C49B3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C8111034-0A74-4459-8682-9F7C8617390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AA8D505-60AF-4358-A609-652D18C2BB9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4</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1</a:t>
            </a:r>
          </a:p>
        </p:txBody>
      </p:sp>
      <p:sp>
        <p:nvSpPr>
          <p:cNvPr id="18" name="caption">
            <a:extLst>
              <a:ext uri="{FF2B5EF4-FFF2-40B4-BE49-F238E27FC236}">
                <a16:creationId xmlns:a16="http://schemas.microsoft.com/office/drawing/2014/main" id="{03EFC852-D3A1-4D8D-B2B5-4FFD50E8D35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3 ≤ 4이므로 다음에 L을 한 칸 늘립니다.</a:t>
            </a:r>
          </a:p>
        </p:txBody>
      </p:sp>
      <p:sp>
        <p:nvSpPr>
          <p:cNvPr id="19" name="footer">
            <a:extLst>
              <a:ext uri="{FF2B5EF4-FFF2-40B4-BE49-F238E27FC236}">
                <a16:creationId xmlns:a16="http://schemas.microsoft.com/office/drawing/2014/main" id="{EB1C5BB1-3BB0-4B19-AC54-7A7C1D37F90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C4AF81CA-FAE2-49C8-8FF4-A7EC0DA802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68</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9379676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576D7DA-810D-4B33-960F-0D80C0B2628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F110D8D-D654-45E8-A068-A37EBE0B052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C24209-2FB1-440E-8005-EF57F92115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L이 0에서 1로 이동</a:t>
            </a:r>
          </a:p>
        </p:txBody>
      </p:sp>
      <p:sp>
        <p:nvSpPr>
          <p:cNvPr id="4" name="직사각형 3">
            <a:extLst>
              <a:ext uri="{FF2B5EF4-FFF2-40B4-BE49-F238E27FC236}">
                <a16:creationId xmlns:a16="http://schemas.microsoft.com/office/drawing/2014/main" id="{9534CE5C-47AF-4DA4-BAF3-B25A8E3A060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FDA936C-3A16-41D8-A3F9-551E8866627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a[0] = 3 ≤ 4이므로 L을 1로 늘립니다. 배열 값은 그대로입니다.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L과 R은 모두 인덱스 1의 값 1을 가리킵니다.</a:t>
            </a:r>
          </a:p>
        </p:txBody>
      </p:sp>
      <p:sp>
        <p:nvSpPr>
          <p:cNvPr id="6" name="row-0-label">
            <a:extLst>
              <a:ext uri="{FF2B5EF4-FFF2-40B4-BE49-F238E27FC236}">
                <a16:creationId xmlns:a16="http://schemas.microsoft.com/office/drawing/2014/main" id="{C590C8B9-03C7-44FF-BFE0-230DDF97476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1782A6A3-2F84-4B2D-A4B7-C92E5C05B22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50BF83F-691A-4A7B-9E3F-13266E87448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BBBE3C6-A11E-4C69-8095-C45B85137860}"/>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D47646-F9EE-47D8-B671-5CD98E295240}"/>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1" name="row-0-pointer-1-1">
            <a:extLst>
              <a:ext uri="{FF2B5EF4-FFF2-40B4-BE49-F238E27FC236}">
                <a16:creationId xmlns:a16="http://schemas.microsoft.com/office/drawing/2014/main" id="{E68D2FB7-A92D-4CA7-B1CC-1BC343778AE5}"/>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A4C65338-9D49-4216-89E5-26C6F1A52C12}"/>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FC9065AE-78EB-4D6E-AC26-CDC0EFF5120A}"/>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754A7EDE-7131-4E8B-B586-C120CEA781EA}"/>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61080E86-75D0-4821-8355-5C35C76A50C0}"/>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A1F77C38-2690-4B70-987E-220D5F53F1E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531DBA9D-CBEC-43E2-8FAF-F2002B4DFF5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 1</a:t>
            </a:r>
          </a:p>
        </p:txBody>
      </p:sp>
      <p:sp>
        <p:nvSpPr>
          <p:cNvPr id="18" name="caption">
            <a:extLst>
              <a:ext uri="{FF2B5EF4-FFF2-40B4-BE49-F238E27FC236}">
                <a16:creationId xmlns:a16="http://schemas.microsoft.com/office/drawing/2014/main" id="{743F37D9-608F-4171-95E4-652424BDC7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R인 칸도 검사합니다. 1 ≤ 4이므로 L이 다시 이동합니다.</a:t>
            </a:r>
          </a:p>
        </p:txBody>
      </p:sp>
      <p:sp>
        <p:nvSpPr>
          <p:cNvPr id="19" name="footer">
            <a:extLst>
              <a:ext uri="{FF2B5EF4-FFF2-40B4-BE49-F238E27FC236}">
                <a16:creationId xmlns:a16="http://schemas.microsoft.com/office/drawing/2014/main" id="{EFD37965-4183-45BC-B1CF-C5D608A1595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34A291E-135B-4780-949B-344D5CD80E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69</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11509504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97D3831C-C9C2-4FB6-8651-8944F28BEFC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A016AF-0CB6-41A7-888C-1AA4F472C7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EF0F7C-CADF-447E-A2C6-3320994B51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교차 후 인덱스 2 확정</a:t>
            </a:r>
          </a:p>
        </p:txBody>
      </p:sp>
      <p:sp>
        <p:nvSpPr>
          <p:cNvPr id="4" name="직사각형 3">
            <a:extLst>
              <a:ext uri="{FF2B5EF4-FFF2-40B4-BE49-F238E27FC236}">
                <a16:creationId xmlns:a16="http://schemas.microsoft.com/office/drawing/2014/main" id="{20C3AA48-C2A4-4D4D-9AD4-2D03F54F742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ACA71D1-8034-4755-8700-6FEB17BD9B02}"/>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a[1] = 1 ≤ 4이므로 L = 2, R = 1로 교차합니다.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2이므로 마지막 교환은 4와 자기 자신입니다. 배열은 그대로입니다.</a:t>
            </a:r>
          </a:p>
        </p:txBody>
      </p:sp>
      <p:sp>
        <p:nvSpPr>
          <p:cNvPr id="6" name="row-0-label">
            <a:extLst>
              <a:ext uri="{FF2B5EF4-FFF2-40B4-BE49-F238E27FC236}">
                <a16:creationId xmlns:a16="http://schemas.microsoft.com/office/drawing/2014/main" id="{9E6A2E61-7C68-4BCC-B968-2640E9AB15B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2A1D049C-956F-4E2D-BC4D-7D20C2093B9F}"/>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C8BD5F9C-214E-4FF8-86D1-E2F6149B4B20}"/>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7629AEB-5AD8-47A6-BA66-E6091D7275C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8D3020-3B79-4507-ABA8-37336A8C2319}"/>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2">
            <a:extLst>
              <a:ext uri="{FF2B5EF4-FFF2-40B4-BE49-F238E27FC236}">
                <a16:creationId xmlns:a16="http://schemas.microsoft.com/office/drawing/2014/main" id="{C7FE5D39-4B48-473F-9072-B77FEA5D3A64}"/>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09AD36AC-4D36-437B-B9C2-E31A6ED6352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3" name="row-0-pointer-2-1">
            <a:extLst>
              <a:ext uri="{FF2B5EF4-FFF2-40B4-BE49-F238E27FC236}">
                <a16:creationId xmlns:a16="http://schemas.microsoft.com/office/drawing/2014/main" id="{339F7576-C599-4036-B528-896DE1B0127E}"/>
              </a:ext>
            </a:extLst>
          </p:cNvPr>
          <p:cNvSpPr>
            <a:spLocks noGrp="1"/>
          </p:cNvSpPr>
          <p:nvPr/>
        </p:nvSpPr>
        <p:spPr>
          <a:xfrm>
            <a:off x="45529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C58B7C52-8891-42DC-A7FD-E919FAAA5D2E}"/>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5C550F55-E648-40A6-81F5-8BE62BBCB16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D76C538D-6E02-48B5-A96F-2F4F2D1220F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491520B8-EC7A-4B3E-8624-F752E031328C}"/>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a[2], a[2] = a[2], a[2]</a:t>
            </a:r>
          </a:p>
        </p:txBody>
      </p:sp>
      <p:sp>
        <p:nvSpPr>
          <p:cNvPr id="18" name="caption">
            <a:extLst>
              <a:ext uri="{FF2B5EF4-FFF2-40B4-BE49-F238E27FC236}">
                <a16:creationId xmlns:a16="http://schemas.microsoft.com/office/drawing/2014/main" id="{3E758AED-3533-44EA-B701-D77B1E93F23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2입니다. 앞의 [3,1]은 아직 정렬해야 합니다.</a:t>
            </a:r>
          </a:p>
        </p:txBody>
      </p:sp>
      <p:sp>
        <p:nvSpPr>
          <p:cNvPr id="19" name="footer">
            <a:extLst>
              <a:ext uri="{FF2B5EF4-FFF2-40B4-BE49-F238E27FC236}">
                <a16:creationId xmlns:a16="http://schemas.microsoft.com/office/drawing/2014/main" id="{677F18DB-B59C-40A1-A851-E2E8FC86BA3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F8352E5C-8A9D-4014-9E14-294DD6636D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9626302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1F696C2B-1E53-42A5-B5FF-C80C7BDCB3E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4CCA9F9-936A-4CC2-9438-C89598AA42A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59EF62B-5D66-42ED-AE9A-7881F87E7FA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왼쪽 호출: 구간 0~1</a:t>
            </a:r>
          </a:p>
        </p:txBody>
      </p:sp>
      <p:sp>
        <p:nvSpPr>
          <p:cNvPr id="4" name="직사각형 3">
            <a:extLst>
              <a:ext uri="{FF2B5EF4-FFF2-40B4-BE49-F238E27FC236}">
                <a16:creationId xmlns:a16="http://schemas.microsoft.com/office/drawing/2014/main" id="{CC52715F-0AEF-477A-BA8B-9E86BE4B1BC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7133F2B-508C-42A7-82DC-ACFD89D2352D}"/>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4의 위치 p = 2를 제외하고, 왼쪽 [3,1]을 다시 정렬합니다.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lo = 0, hi = 1입니다. 4와 6의 칸은 이번 호출에서 움직이지 않습니다.</a:t>
            </a:r>
          </a:p>
        </p:txBody>
      </p:sp>
      <p:sp>
        <p:nvSpPr>
          <p:cNvPr id="6" name="row-0-label">
            <a:extLst>
              <a:ext uri="{FF2B5EF4-FFF2-40B4-BE49-F238E27FC236}">
                <a16:creationId xmlns:a16="http://schemas.microsoft.com/office/drawing/2014/main" id="{17BD6FDB-0B74-45A5-8F5C-60139EB2C73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E5CCCE3-2BAA-4665-9634-06C9005D384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2157AF-EAFE-4E9D-A394-727B4C5A66B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2FC9804-AC79-4DC1-AC7A-72523DB6B655}"/>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36509077-467C-4883-97B5-688742A50277}"/>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7C8EBA7-4548-4D7A-A0F2-1F58A64261D3}"/>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8144268-4EE7-439E-9DE5-391C129CBB8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0C190B06-D387-4E91-BA76-B1513C579197}"/>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A0C69085-6B1B-4D57-BCFE-EA0260D8C15E}"/>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1)</a:t>
            </a:r>
          </a:p>
        </p:txBody>
      </p:sp>
      <p:sp>
        <p:nvSpPr>
          <p:cNvPr id="15" name="caption">
            <a:extLst>
              <a:ext uri="{FF2B5EF4-FFF2-40B4-BE49-F238E27FC236}">
                <a16:creationId xmlns:a16="http://schemas.microsoft.com/office/drawing/2014/main" id="{C8DBDAA5-32BE-47A6-AE54-F2B5BBE45BBA}"/>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원소가 두 개이므로 한 번 더 분할합니다.</a:t>
            </a:r>
          </a:p>
        </p:txBody>
      </p:sp>
      <p:sp>
        <p:nvSpPr>
          <p:cNvPr id="16" name="footer">
            <a:extLst>
              <a:ext uri="{FF2B5EF4-FFF2-40B4-BE49-F238E27FC236}">
                <a16:creationId xmlns:a16="http://schemas.microsoft.com/office/drawing/2014/main" id="{A9D2C1A3-0FE9-422D-A8DB-A9CAB5B377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9E40C139-5A3C-44F2-827F-5E776A0C09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6273994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AD2183B-9F83-4931-A730-498593F3A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FC005E0-E26F-416C-B443-7AFE957075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103F4FE-8137-4B1C-AB9A-D3BBAF2AA5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[3,1]: 피벗 3의 이동</a:t>
            </a:r>
          </a:p>
        </p:txBody>
      </p:sp>
      <p:sp>
        <p:nvSpPr>
          <p:cNvPr id="4" name="직사각형 3">
            <a:extLst>
              <a:ext uri="{FF2B5EF4-FFF2-40B4-BE49-F238E27FC236}">
                <a16:creationId xmlns:a16="http://schemas.microsoft.com/office/drawing/2014/main" id="{DF28EB16-55FC-4B87-B284-B39BEBCBDF1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AA421CC-D0B9-4EAC-A2E9-0E86672B50E3}"/>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(0 + 1) // 2 = 0이므로 피벗은 a[0] = 3입니다.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3과 현재 구간의 마지막 값 a[1] = 1을 교환합니다.</a:t>
            </a:r>
          </a:p>
        </p:txBody>
      </p:sp>
      <p:sp>
        <p:nvSpPr>
          <p:cNvPr id="6" name="row-0-label">
            <a:extLst>
              <a:ext uri="{FF2B5EF4-FFF2-40B4-BE49-F238E27FC236}">
                <a16:creationId xmlns:a16="http://schemas.microsoft.com/office/drawing/2014/main" id="{D99ECD32-42AD-4ED7-903C-6507F1217EB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7A72E16-53EA-42FD-8D3A-82713D724636}"/>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8A1F344F-0109-4F96-B1A2-0E745D76E7E1}"/>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9BBE94FF-83D0-45B1-B3D7-23AD8A808A62}"/>
              </a:ext>
            </a:extLst>
          </p:cNvPr>
          <p:cNvSpPr>
            <a:spLocks noGrp="1"/>
          </p:cNvSpPr>
          <p:nvPr/>
        </p:nvSpPr>
        <p:spPr>
          <a:xfrm>
            <a:off x="1809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0" name="row-0-index-1">
            <a:extLst>
              <a:ext uri="{FF2B5EF4-FFF2-40B4-BE49-F238E27FC236}">
                <a16:creationId xmlns:a16="http://schemas.microsoft.com/office/drawing/2014/main" id="{5C008F2B-09AE-47FA-94EB-E419BE8BE1E5}"/>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0B514456-0B35-42D1-935D-A1BF8FE6AF26}"/>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2" name="row-0-index-2">
            <a:extLst>
              <a:ext uri="{FF2B5EF4-FFF2-40B4-BE49-F238E27FC236}">
                <a16:creationId xmlns:a16="http://schemas.microsoft.com/office/drawing/2014/main" id="{FEA67AE8-8406-4453-9065-3332BDEE17A2}"/>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index-3">
            <a:extLst>
              <a:ext uri="{FF2B5EF4-FFF2-40B4-BE49-F238E27FC236}">
                <a16:creationId xmlns:a16="http://schemas.microsoft.com/office/drawing/2014/main" id="{5E92B316-33BF-467E-A8D1-BB1504FAFA9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FDAD009C-3238-435F-AB90-3939E6DFB6C0}"/>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01A9AFC2-1602-4B01-B071-95244770A1D1}"/>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B2D0806B-DF3B-47FB-8DAA-3050605E2405}"/>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AF861A8-809E-4824-AE6C-95D60B8C7453}"/>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A7F06687-56C5-42E9-94E9-FA0019286A22}"/>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pointer-0-0">
            <a:extLst>
              <a:ext uri="{FF2B5EF4-FFF2-40B4-BE49-F238E27FC236}">
                <a16:creationId xmlns:a16="http://schemas.microsoft.com/office/drawing/2014/main" id="{B477809C-65E9-43AA-B0E3-182510E87368}"/>
              </a:ext>
            </a:extLst>
          </p:cNvPr>
          <p:cNvSpPr>
            <a:spLocks noGrp="1"/>
          </p:cNvSpPr>
          <p:nvPr/>
        </p:nvSpPr>
        <p:spPr>
          <a:xfrm>
            <a:off x="18097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0" name="row-1-index-1">
            <a:extLst>
              <a:ext uri="{FF2B5EF4-FFF2-40B4-BE49-F238E27FC236}">
                <a16:creationId xmlns:a16="http://schemas.microsoft.com/office/drawing/2014/main" id="{B6258E1D-2131-4F09-8F6F-36EEF4E556E2}"/>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1" name="row-1-pointer-1-0">
            <a:extLst>
              <a:ext uri="{FF2B5EF4-FFF2-40B4-BE49-F238E27FC236}">
                <a16:creationId xmlns:a16="http://schemas.microsoft.com/office/drawing/2014/main" id="{86DEEF7E-B3E1-4D71-903F-4040D93B802F}"/>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2" name="row-1-index-2">
            <a:extLst>
              <a:ext uri="{FF2B5EF4-FFF2-40B4-BE49-F238E27FC236}">
                <a16:creationId xmlns:a16="http://schemas.microsoft.com/office/drawing/2014/main" id="{C622039D-B70D-4DBF-BC65-4363D4FAE5CD}"/>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row-1-index-3">
            <a:extLst>
              <a:ext uri="{FF2B5EF4-FFF2-40B4-BE49-F238E27FC236}">
                <a16:creationId xmlns:a16="http://schemas.microsoft.com/office/drawing/2014/main" id="{7F2F688D-A917-4D45-8729-DCB2CF91CFD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B35D6765-577E-4CED-B011-3E528EC127D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BC57FD5F-0824-4ECC-BD73-980DB96543A4}"/>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7A2E3518-A974-461B-9DB6-056B638B63A9}"/>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a[0], a[1] = a[1], a[0]</a:t>
            </a:r>
          </a:p>
        </p:txBody>
      </p:sp>
      <p:sp>
        <p:nvSpPr>
          <p:cNvPr id="27" name="caption">
            <a:extLst>
              <a:ext uri="{FF2B5EF4-FFF2-40B4-BE49-F238E27FC236}">
                <a16:creationId xmlns:a16="http://schemas.microsoft.com/office/drawing/2014/main" id="{7EB078FF-EA48-440C-AEC1-CC541F05A886}"/>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 구간의 hi는 1입니다. 그 뒤의 칸은 바꾸지 않습니다.</a:t>
            </a:r>
          </a:p>
        </p:txBody>
      </p:sp>
      <p:sp>
        <p:nvSpPr>
          <p:cNvPr id="28" name="footer">
            <a:extLst>
              <a:ext uri="{FF2B5EF4-FFF2-40B4-BE49-F238E27FC236}">
                <a16:creationId xmlns:a16="http://schemas.microsoft.com/office/drawing/2014/main" id="{CF83EAB4-6654-40E2-9E23-6E80D3FEAC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8C1D22E5-89E9-4996-8997-7C16EBC388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05368849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7109DD84-FF14-4B5D-81D8-D925965919A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F71941-0668-4661-8B02-6604BF4D60C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711A2E4-F644-43E2-9DEE-0FD69DB8336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L = R = 0에서 시작</a:t>
            </a:r>
          </a:p>
        </p:txBody>
      </p:sp>
      <p:sp>
        <p:nvSpPr>
          <p:cNvPr id="4" name="직사각형 3">
            <a:extLst>
              <a:ext uri="{FF2B5EF4-FFF2-40B4-BE49-F238E27FC236}">
                <a16:creationId xmlns:a16="http://schemas.microsoft.com/office/drawing/2014/main" id="{0AC14260-5A5D-4946-97E3-B7BBBFEA861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3186957-0584-4BD2-A217-CFEE9470B088}"/>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3은 인덱스 1에 두고, 앞의 값 1만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L과 R은 모두 인덱스 0을 가리킵니다. 1 ≤ 3이므로 L을 늘립니다.</a:t>
            </a:r>
          </a:p>
        </p:txBody>
      </p:sp>
      <p:sp>
        <p:nvSpPr>
          <p:cNvPr id="6" name="row-0-label">
            <a:extLst>
              <a:ext uri="{FF2B5EF4-FFF2-40B4-BE49-F238E27FC236}">
                <a16:creationId xmlns:a16="http://schemas.microsoft.com/office/drawing/2014/main" id="{C7034892-BB77-4D73-B227-CE2F8461242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B8C9C7F3-CAD5-4131-BD4A-0B73130D22A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77F78A4-0562-4E19-86D4-96228726F9F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0456D762-7AF2-4CDC-AFE4-E04640B9D670}"/>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pointer-0-1">
            <a:extLst>
              <a:ext uri="{FF2B5EF4-FFF2-40B4-BE49-F238E27FC236}">
                <a16:creationId xmlns:a16="http://schemas.microsoft.com/office/drawing/2014/main" id="{D7A6A221-98AE-41F1-A327-026A3CCFA3A5}"/>
              </a:ext>
            </a:extLst>
          </p:cNvPr>
          <p:cNvSpPr>
            <a:spLocks noGrp="1"/>
          </p:cNvSpPr>
          <p:nvPr/>
        </p:nvSpPr>
        <p:spPr>
          <a:xfrm>
            <a:off x="18097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1">
            <a:extLst>
              <a:ext uri="{FF2B5EF4-FFF2-40B4-BE49-F238E27FC236}">
                <a16:creationId xmlns:a16="http://schemas.microsoft.com/office/drawing/2014/main" id="{159D7E9B-A79D-49F7-AA88-2D8ADA022A3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row-0-pointer-1-0">
            <a:extLst>
              <a:ext uri="{FF2B5EF4-FFF2-40B4-BE49-F238E27FC236}">
                <a16:creationId xmlns:a16="http://schemas.microsoft.com/office/drawing/2014/main" id="{BD3DD98A-C124-4DA8-8AE5-E6892079DADE}"/>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202D1E0B-7916-468A-9D2E-6B227D423B6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680766-7EEB-4A12-98E3-D4EA45D6D6DB}"/>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02B5E842-5AA0-48F5-93B2-F5834159FED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365E78C6-53C1-450B-86A1-6A3752CC6D3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7660B134-347A-46BB-8135-ABD67819CC3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0</a:t>
            </a:r>
          </a:p>
        </p:txBody>
      </p:sp>
      <p:sp>
        <p:nvSpPr>
          <p:cNvPr id="18" name="caption">
            <a:extLst>
              <a:ext uri="{FF2B5EF4-FFF2-40B4-BE49-F238E27FC236}">
                <a16:creationId xmlns:a16="http://schemas.microsoft.com/office/drawing/2014/main" id="{7D26C921-7161-4CA8-B867-0FD0DBA6D46C}"/>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R이어도 현재 칸을 한 번 검사합니다.</a:t>
            </a:r>
          </a:p>
        </p:txBody>
      </p:sp>
      <p:sp>
        <p:nvSpPr>
          <p:cNvPr id="19" name="footer">
            <a:extLst>
              <a:ext uri="{FF2B5EF4-FFF2-40B4-BE49-F238E27FC236}">
                <a16:creationId xmlns:a16="http://schemas.microsoft.com/office/drawing/2014/main" id="{676998A6-DA83-46BF-BD18-24498C98FF4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4EBCA455-20E3-4110-91A6-DF2164DF56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8007669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1ADC1441-61B9-49D6-998C-A315A929D36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EEADE77A-A667-48A9-814D-E89C6AC2193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13D902-C6E4-4521-9AEA-57C1100F37F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교차 후 인덱스 1 확정</a:t>
            </a:r>
          </a:p>
        </p:txBody>
      </p:sp>
      <p:sp>
        <p:nvSpPr>
          <p:cNvPr id="4" name="직사각형 3">
            <a:extLst>
              <a:ext uri="{FF2B5EF4-FFF2-40B4-BE49-F238E27FC236}">
                <a16:creationId xmlns:a16="http://schemas.microsoft.com/office/drawing/2014/main" id="{523FF129-B995-4990-B6AD-11D71487A3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6B637673-FB75-4713-9505-832DC2FCA7E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 ≤ 3이므로 L = 1, R = 0이 되어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1입니다. 마지막 교환은 3과 자기 자신이므로 배열은 그대로입니다.</a:t>
            </a:r>
          </a:p>
        </p:txBody>
      </p:sp>
      <p:sp>
        <p:nvSpPr>
          <p:cNvPr id="6" name="row-0-label">
            <a:extLst>
              <a:ext uri="{FF2B5EF4-FFF2-40B4-BE49-F238E27FC236}">
                <a16:creationId xmlns:a16="http://schemas.microsoft.com/office/drawing/2014/main" id="{F8CC12BB-8821-4162-94C1-F06A4FC68BB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828EB925-FC96-440E-9724-11FF29103EE0}"/>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4874C374-1747-4B42-B295-A00AC73A43BC}"/>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84A1A805-7AF5-425A-ADB3-2668826B8B96}"/>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0" name="row-0-index-1">
            <a:extLst>
              <a:ext uri="{FF2B5EF4-FFF2-40B4-BE49-F238E27FC236}">
                <a16:creationId xmlns:a16="http://schemas.microsoft.com/office/drawing/2014/main" id="{7ECA0C79-0956-4961-9FBE-B8E84BF2A92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A44DE6E0-B08C-4162-839E-67ADBA41466A}"/>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row-0-pointer-1-1">
            <a:extLst>
              <a:ext uri="{FF2B5EF4-FFF2-40B4-BE49-F238E27FC236}">
                <a16:creationId xmlns:a16="http://schemas.microsoft.com/office/drawing/2014/main" id="{C00442E2-6CF2-488C-870D-2E3400ACF93F}"/>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191EC43E-2CC8-449C-B3DA-74610E37793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031156-78A0-49BC-ABEA-7EE15933F6F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CCC3495D-2994-4CE7-B754-775172C0717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804134F0-89A0-4018-9D55-7DA83470DE8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0B2C662-6855-485A-BA1F-966CCB0C5DE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a[1] = a[1], a[1]</a:t>
            </a:r>
          </a:p>
        </p:txBody>
      </p:sp>
      <p:sp>
        <p:nvSpPr>
          <p:cNvPr id="18" name="caption">
            <a:extLst>
              <a:ext uri="{FF2B5EF4-FFF2-40B4-BE49-F238E27FC236}">
                <a16:creationId xmlns:a16="http://schemas.microsoft.com/office/drawing/2014/main" id="{EB0D1F38-FCD2-493A-9867-84C53CEF7E84}"/>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1입니다. 다음 구간은 [0,0]과 [2,1]입니다.</a:t>
            </a:r>
          </a:p>
        </p:txBody>
      </p:sp>
      <p:sp>
        <p:nvSpPr>
          <p:cNvPr id="19" name="footer">
            <a:extLst>
              <a:ext uri="{FF2B5EF4-FFF2-40B4-BE49-F238E27FC236}">
                <a16:creationId xmlns:a16="http://schemas.microsoft.com/office/drawing/2014/main" id="{B165DDF9-D1A9-4875-A397-46B027BFE52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0D4FFFE-6F44-458A-9D4F-144FF4D540B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0077363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F192DB85-93C6-478E-8F6B-76E07A65F5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7ED5BC9D-E7CC-406D-9219-BF92AEC5A3A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BACA2BC-2E3E-4F96-9505-CDF41A3B3F4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종료 조건: 한 칸과 빈 구간</a:t>
            </a:r>
          </a:p>
        </p:txBody>
      </p:sp>
      <p:sp>
        <p:nvSpPr>
          <p:cNvPr id="4" name="직사각형 3">
            <a:extLst>
              <a:ext uri="{FF2B5EF4-FFF2-40B4-BE49-F238E27FC236}">
                <a16:creationId xmlns:a16="http://schemas.microsoft.com/office/drawing/2014/main" id="{FAD47C47-44CD-4234-A09D-4F7F13AE4B4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E6BF5B4-4557-4D37-97DE-C1EF46581FA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quick_sort(a, 0, 0)은 원소 하나입니다. quick_sort(a, 2, 1)은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hi이므로 partition을 호출하지 않고 바로 돌아옵니다.</a:t>
            </a:r>
          </a:p>
        </p:txBody>
      </p:sp>
      <p:sp>
        <p:nvSpPr>
          <p:cNvPr id="6" name="row-0-label">
            <a:extLst>
              <a:ext uri="{FF2B5EF4-FFF2-40B4-BE49-F238E27FC236}">
                <a16:creationId xmlns:a16="http://schemas.microsoft.com/office/drawing/2014/main" id="{7F80258D-7855-4227-857C-DDC97A8B2CF6}"/>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4CE81B-66C7-4BCF-8FF4-642B7E6264B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C5570D9-30DD-42F2-AC4D-329D1E4325B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5DCDC746-BA00-44B7-9E24-EF23306B3F37}"/>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0" name="row-0-index-1">
            <a:extLst>
              <a:ext uri="{FF2B5EF4-FFF2-40B4-BE49-F238E27FC236}">
                <a16:creationId xmlns:a16="http://schemas.microsoft.com/office/drawing/2014/main" id="{12800F57-30BE-4E0B-8544-A41202271B4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index-2">
            <a:extLst>
              <a:ext uri="{FF2B5EF4-FFF2-40B4-BE49-F238E27FC236}">
                <a16:creationId xmlns:a16="http://schemas.microsoft.com/office/drawing/2014/main" id="{478F0DEE-33E5-43B9-B7AF-CC92862FC65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index-3">
            <a:extLst>
              <a:ext uri="{FF2B5EF4-FFF2-40B4-BE49-F238E27FC236}">
                <a16:creationId xmlns:a16="http://schemas.microsoft.com/office/drawing/2014/main" id="{B1ECA3A5-A7B5-4F65-AB9D-BA3C04F3CDD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3" name="row-0-index-4">
            <a:extLst>
              <a:ext uri="{FF2B5EF4-FFF2-40B4-BE49-F238E27FC236}">
                <a16:creationId xmlns:a16="http://schemas.microsoft.com/office/drawing/2014/main" id="{A6ED8301-4AF4-4062-8FA9-FE856EFEF0E9}"/>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6ABC2848-CEB8-43C0-BD31-FB603E666318}"/>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065BA7E0-3BE0-40F6-94E6-DAB0313D32E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0)</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2, 1)</a:t>
            </a:r>
          </a:p>
        </p:txBody>
      </p:sp>
      <p:sp>
        <p:nvSpPr>
          <p:cNvPr id="16" name="caption">
            <a:extLst>
              <a:ext uri="{FF2B5EF4-FFF2-40B4-BE49-F238E27FC236}">
                <a16:creationId xmlns:a16="http://schemas.microsoft.com/office/drawing/2014/main" id="{AA154F91-BEC3-4427-9059-FEDC46C4483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종료 조건 lo ≥ hi는 원소 하나인 경우와 빈 구간을 함께 처리합니다.</a:t>
            </a:r>
          </a:p>
        </p:txBody>
      </p:sp>
      <p:sp>
        <p:nvSpPr>
          <p:cNvPr id="17" name="footer">
            <a:extLst>
              <a:ext uri="{FF2B5EF4-FFF2-40B4-BE49-F238E27FC236}">
                <a16:creationId xmlns:a16="http://schemas.microsoft.com/office/drawing/2014/main" id="{E30B158D-FA03-4AAC-9A95-DF098FD5328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E4FD7409-D2A4-47CD-9CD7-E41711119C8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713908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D4B75C87-C384-4F10-9CA5-E0C7A4CAA53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A7FC5DD-56BE-4F27-A504-1069704755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27231F9-9F41-4AD3-B993-EEC16BC477E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정렬 종료와 원래 호출로 복귀</a:t>
            </a:r>
          </a:p>
        </p:txBody>
      </p:sp>
      <p:sp>
        <p:nvSpPr>
          <p:cNvPr id="4" name="직사각형 3">
            <a:extLst>
              <a:ext uri="{FF2B5EF4-FFF2-40B4-BE49-F238E27FC236}">
                <a16:creationId xmlns:a16="http://schemas.microsoft.com/office/drawing/2014/main" id="{22D3A6B6-E3A8-413D-A8BB-BC72B903A01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F05A1F6-F206-4EE5-A2A8-03933AA77A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구간 0~1을 끝내고 0~2 호출로 돌아옵니다. 오른쪽 [3,2]도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[1,3,4]를 모두 끝냈으므로, 원래 0~5 호출에서 오른쪽 4~5를 시작합니다.</a:t>
            </a:r>
          </a:p>
        </p:txBody>
      </p:sp>
      <p:sp>
        <p:nvSpPr>
          <p:cNvPr id="6" name="row-0-label">
            <a:extLst>
              <a:ext uri="{FF2B5EF4-FFF2-40B4-BE49-F238E27FC236}">
                <a16:creationId xmlns:a16="http://schemas.microsoft.com/office/drawing/2014/main" id="{D099AA8C-06F7-4CC7-85AD-F3F1BAF97E44}"/>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DEB7039F-4D96-4F6A-BA0C-8327AFA540F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7ECE670-C2F7-4E55-A211-A37758F9100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8EF50E4-2B49-470E-B2AD-20CAFFFE47EA}"/>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9674C0D9-48DA-4332-99EA-FBD7C70C33C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EB0B82C-AF52-41E9-BE7A-F65CEF39041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ED72CA73-18CA-4E24-B2DE-9DB5B96D9B03}"/>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4685CEE8-6969-49AA-9659-D1ADE72684C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4F7652A8-03BB-40E2-8C89-B797D81A24BA}"/>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3FDCB438-5878-4B7F-A3AB-F2C1984EDA99}"/>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3,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F6C1329D-2D1A-4A4E-A5A9-5E647F3840B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[1,3,4]는 완료했습니다. 다음 검사 범위는 인덱스 4~5입니다.</a:t>
            </a:r>
          </a:p>
        </p:txBody>
      </p:sp>
      <p:sp>
        <p:nvSpPr>
          <p:cNvPr id="17" name="footer">
            <a:extLst>
              <a:ext uri="{FF2B5EF4-FFF2-40B4-BE49-F238E27FC236}">
                <a16:creationId xmlns:a16="http://schemas.microsoft.com/office/drawing/2014/main" id="{BF92A377-47AD-4DB0-A5A3-9505ECD31B8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2A7A23A8-80E1-4C3D-8207-A4C9419A73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219548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7B1217A-525C-4D4F-8342-1359B31C00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0F85ED2-B795-4006-8345-862DF6CC32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9DD29D-7754-437D-A04A-DFA0614E528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 [7,8]: 피벗 7의 이동</a:t>
            </a:r>
          </a:p>
        </p:txBody>
      </p:sp>
      <p:sp>
        <p:nvSpPr>
          <p:cNvPr id="4" name="직사각형 3">
            <a:extLst>
              <a:ext uri="{FF2B5EF4-FFF2-40B4-BE49-F238E27FC236}">
                <a16:creationId xmlns:a16="http://schemas.microsoft.com/office/drawing/2014/main" id="{F91A1CA7-32CD-40D1-8414-7FB63F35EE1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E4E7A78-5AE5-449D-BEC7-C38D3C691934}"/>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4, hi = 5입니다. 가운데 인덱스는 4이고 피벗은 a[4] = 7입니다.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7과 현재 구간의 마지막 값 a[5] = 8을 교환합니다.</a:t>
            </a:r>
          </a:p>
        </p:txBody>
      </p:sp>
      <p:sp>
        <p:nvSpPr>
          <p:cNvPr id="6" name="row-0-label">
            <a:extLst>
              <a:ext uri="{FF2B5EF4-FFF2-40B4-BE49-F238E27FC236}">
                <a16:creationId xmlns:a16="http://schemas.microsoft.com/office/drawing/2014/main" id="{F8B77709-7DAC-4A07-97D6-A9B7700DBF56}"/>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4E2F995-E11D-46E4-9EB1-4DF1D3648A44}"/>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82C387-32F1-4D7D-8D2F-DAEDA8CFEAE3}"/>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BA6E7070-5059-465E-8721-11D9F731247C}"/>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D0A46364-5F44-48BA-8E6D-3E42FBD9443B}"/>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B87463D6-510E-4F19-A03B-D7B1595E35B6}"/>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9045F05-4786-4937-86BD-C451D82AF82B}"/>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3E967BE9-CE7B-42E4-9F93-2F407D29A8E9}"/>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5">
            <a:extLst>
              <a:ext uri="{FF2B5EF4-FFF2-40B4-BE49-F238E27FC236}">
                <a16:creationId xmlns:a16="http://schemas.microsoft.com/office/drawing/2014/main" id="{20448A1E-9FA2-4945-9A76-A9881923268A}"/>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8400B041-10E2-4507-BF8D-D7A9CD75C537}"/>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6" name="row-1-label">
            <a:extLst>
              <a:ext uri="{FF2B5EF4-FFF2-40B4-BE49-F238E27FC236}">
                <a16:creationId xmlns:a16="http://schemas.microsoft.com/office/drawing/2014/main" id="{B9E09BD3-BFA7-4E67-A428-DFD9BE3EF8EF}"/>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75C0B5F-C328-471E-9EE4-DCAE5F86E2EA}"/>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CB174DE0-DD4C-424E-9223-FD0939A01EDC}"/>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1BCB1A2-20D7-4D4A-B249-89B0DEAB4C9B}"/>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5E98F3F6-FFBB-4D33-8F99-54F83243C564}"/>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243D8A04-902C-4B87-A9F1-31BB4A74E115}"/>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D316660E-8CAE-4087-89EF-A8C5732F6E7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1C489635-35DD-4A50-9EA2-98499488C359}"/>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4" name="row-1-index-5">
            <a:extLst>
              <a:ext uri="{FF2B5EF4-FFF2-40B4-BE49-F238E27FC236}">
                <a16:creationId xmlns:a16="http://schemas.microsoft.com/office/drawing/2014/main" id="{616EBFBC-80A7-4EA9-9BB2-3EA0329A645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3D8225C0-F363-4FA4-9752-77C35B3B9BCE}"/>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6" name="code">
            <a:extLst>
              <a:ext uri="{FF2B5EF4-FFF2-40B4-BE49-F238E27FC236}">
                <a16:creationId xmlns:a16="http://schemas.microsoft.com/office/drawing/2014/main" id="{5E30E128-2985-4B61-8E9B-F1CE253673D7}"/>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F032B432-6B1D-4DB3-B0C8-8AA3F6F424A5}"/>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원래 [7,8]이어도 이 코드의 준비 교환을 그대로 실행합니다.</a:t>
            </a:r>
          </a:p>
        </p:txBody>
      </p:sp>
      <p:sp>
        <p:nvSpPr>
          <p:cNvPr id="28" name="footer">
            <a:extLst>
              <a:ext uri="{FF2B5EF4-FFF2-40B4-BE49-F238E27FC236}">
                <a16:creationId xmlns:a16="http://schemas.microsoft.com/office/drawing/2014/main" id="{752879BE-371F-4DCC-8F93-9352E1A8CDD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D0ED281D-B319-41FB-9B74-E8B807143B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82509074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C1D098BC-3FFD-492B-9442-958DCBF6C6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A1E3B19-9A3F-4022-BE27-6708C467B9C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C06B55-0592-451E-AB6D-EC7B2356A7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L = R = 4에서 시작</a:t>
            </a:r>
          </a:p>
        </p:txBody>
      </p:sp>
      <p:sp>
        <p:nvSpPr>
          <p:cNvPr id="4" name="직사각형 3">
            <a:extLst>
              <a:ext uri="{FF2B5EF4-FFF2-40B4-BE49-F238E27FC236}">
                <a16:creationId xmlns:a16="http://schemas.microsoft.com/office/drawing/2014/main" id="{9C34382B-183C-4AD2-854B-A226841879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361E7D8-ED3E-42C6-96BC-7DB1A5F0F6C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a[4] = 8 하나입니다. 피벗 7은 인덱스 5에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 &gt; 7이므로 L은 멈춥니다. 이어서 R의 조건을 검사합니다.</a:t>
            </a:r>
          </a:p>
        </p:txBody>
      </p:sp>
      <p:sp>
        <p:nvSpPr>
          <p:cNvPr id="6" name="row-0-label">
            <a:extLst>
              <a:ext uri="{FF2B5EF4-FFF2-40B4-BE49-F238E27FC236}">
                <a16:creationId xmlns:a16="http://schemas.microsoft.com/office/drawing/2014/main" id="{1D3F1E7D-328F-4B6C-9F99-535CDFA29EE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F19202F-8824-4D2A-8F98-CFD53EEDB9A9}"/>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754B868-A536-4D58-9930-F8C6E47431D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AACA7F8-2CD1-4F66-805B-26E34C1F8FC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D3CF23A-C739-4017-8B97-4641BD3A2B38}"/>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85FB5A20-F435-4753-A709-8FBDEF86DC5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BADE0935-9960-46F4-9EDB-7A7572A56A2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10B3B0C4-FC52-4969-8A58-5008D3D82440}"/>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pointer-4-1">
            <a:extLst>
              <a:ext uri="{FF2B5EF4-FFF2-40B4-BE49-F238E27FC236}">
                <a16:creationId xmlns:a16="http://schemas.microsoft.com/office/drawing/2014/main" id="{DFC68202-1B0A-44F2-9FCA-90B31F575846}"/>
              </a:ext>
            </a:extLst>
          </p:cNvPr>
          <p:cNvSpPr>
            <a:spLocks noGrp="1"/>
          </p:cNvSpPr>
          <p:nvPr/>
        </p:nvSpPr>
        <p:spPr>
          <a:xfrm>
            <a:off x="72961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row-0-index-5">
            <a:extLst>
              <a:ext uri="{FF2B5EF4-FFF2-40B4-BE49-F238E27FC236}">
                <a16:creationId xmlns:a16="http://schemas.microsoft.com/office/drawing/2014/main" id="{1250A164-247D-4A40-A6BD-8EFEE2C65F7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0807021A-22B8-4AF7-AB44-6FA31B9C1A4B}"/>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5FFF47F2-6AEF-4A8C-B77C-5FC4DE95E27C}"/>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7</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4</a:t>
            </a:r>
          </a:p>
        </p:txBody>
      </p:sp>
      <p:sp>
        <p:nvSpPr>
          <p:cNvPr id="18" name="caption">
            <a:extLst>
              <a:ext uri="{FF2B5EF4-FFF2-40B4-BE49-F238E27FC236}">
                <a16:creationId xmlns:a16="http://schemas.microsoft.com/office/drawing/2014/main" id="{56998136-0BA6-44D2-973A-24494B08ADE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L은 8 &gt; 7에서 멈춥니다. R은 같은 8을 지나 왼쪽으로 이동합니다.</a:t>
            </a:r>
          </a:p>
        </p:txBody>
      </p:sp>
      <p:sp>
        <p:nvSpPr>
          <p:cNvPr id="19" name="footer">
            <a:extLst>
              <a:ext uri="{FF2B5EF4-FFF2-40B4-BE49-F238E27FC236}">
                <a16:creationId xmlns:a16="http://schemas.microsoft.com/office/drawing/2014/main" id="{F9CB1F0F-A3D6-4CB0-837D-47CDB89EEB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B636EEDC-5121-423E-B2EF-6C35DDD5B9A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78</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42245753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FB80698C-193D-49FC-B0C4-C637F9EDB48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8F393C6-012D-4E05-BE63-A9F7FA714F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9F491-0342-447B-9738-E1664DCCCD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R이 4에서 3으로 이동</a:t>
            </a:r>
          </a:p>
        </p:txBody>
      </p:sp>
      <p:sp>
        <p:nvSpPr>
          <p:cNvPr id="4" name="직사각형 3">
            <a:extLst>
              <a:ext uri="{FF2B5EF4-FFF2-40B4-BE49-F238E27FC236}">
                <a16:creationId xmlns:a16="http://schemas.microsoft.com/office/drawing/2014/main" id="{FAC5D517-0BB0-450E-B347-5D1C3A107A4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A49A3D8-2E58-4981-9A02-4C367E1EF6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a[4] = 8 &gt; 7이므로 R을 3으로 줄입니다. L = 4, R = 3으로 교차합니다.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R 조건이 거짓이므로 a[3] = 6은 비교하지 않습니다. 이번 탐색은 끝입니다.</a:t>
            </a:r>
          </a:p>
        </p:txBody>
      </p:sp>
      <p:sp>
        <p:nvSpPr>
          <p:cNvPr id="6" name="row-0-label">
            <a:extLst>
              <a:ext uri="{FF2B5EF4-FFF2-40B4-BE49-F238E27FC236}">
                <a16:creationId xmlns:a16="http://schemas.microsoft.com/office/drawing/2014/main" id="{6AE954B9-6C75-4537-8157-5FB49C96AE9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5F5565-2C29-4989-9490-BA36D24EBE6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B4315CC-9CB4-479A-9F1D-3DE3362B1B3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3D9E69E-731C-4502-98EF-B1DF69EBBD5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5A25D93D-C940-4E9E-B750-4426EA5A1FAF}"/>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9F0F656F-78CB-456C-BBB5-216AFEE2F52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3C6A629C-389C-4763-9004-8B07D043298C}"/>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3" name="row-0-index-4">
            <a:extLst>
              <a:ext uri="{FF2B5EF4-FFF2-40B4-BE49-F238E27FC236}">
                <a16:creationId xmlns:a16="http://schemas.microsoft.com/office/drawing/2014/main" id="{31914503-9EDC-4134-946C-DA3C04FD292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pointer-4-0">
            <a:extLst>
              <a:ext uri="{FF2B5EF4-FFF2-40B4-BE49-F238E27FC236}">
                <a16:creationId xmlns:a16="http://schemas.microsoft.com/office/drawing/2014/main" id="{FC35AB2A-F9BC-4E14-9DC0-CB1952537535}"/>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5" name="row-0-index-5">
            <a:extLst>
              <a:ext uri="{FF2B5EF4-FFF2-40B4-BE49-F238E27FC236}">
                <a16:creationId xmlns:a16="http://schemas.microsoft.com/office/drawing/2014/main" id="{FD0FDD67-82CA-4C61-AC8F-5776B84FACF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6668FA09-1E7A-41C8-9810-E3BECDE2A2ED}"/>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8A5E152B-7B94-40DD-9F13-78958BA2140A}"/>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3</a:t>
            </a:r>
          </a:p>
        </p:txBody>
      </p:sp>
      <p:sp>
        <p:nvSpPr>
          <p:cNvPr id="18" name="caption">
            <a:extLst>
              <a:ext uri="{FF2B5EF4-FFF2-40B4-BE49-F238E27FC236}">
                <a16:creationId xmlns:a16="http://schemas.microsoft.com/office/drawing/2014/main" id="{63976502-CED5-4619-B3E8-230741D02A73}"/>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R은 범위 밖으로 이동했지만, 범위 밖의 값 6은 검사하거나 바꾸지 않습니다.</a:t>
            </a:r>
          </a:p>
        </p:txBody>
      </p:sp>
      <p:sp>
        <p:nvSpPr>
          <p:cNvPr id="19" name="footer">
            <a:extLst>
              <a:ext uri="{FF2B5EF4-FFF2-40B4-BE49-F238E27FC236}">
                <a16:creationId xmlns:a16="http://schemas.microsoft.com/office/drawing/2014/main" id="{1923F3CB-9C4C-4847-99EF-83119A7A75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AE1333E2-515E-40BA-AC6B-98051DDF1D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79</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12405205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FD32AAB5-21FF-442A-A747-F40383F53F1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B75B90F3-C854-40F5-93ED-D614A12651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85729C6-C81A-4E3F-ACF3-A00822F75B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7과 8 교환: 인덱스 4 확정</a:t>
            </a:r>
          </a:p>
        </p:txBody>
      </p:sp>
      <p:sp>
        <p:nvSpPr>
          <p:cNvPr id="4" name="직사각형 3">
            <a:extLst>
              <a:ext uri="{FF2B5EF4-FFF2-40B4-BE49-F238E27FC236}">
                <a16:creationId xmlns:a16="http://schemas.microsoft.com/office/drawing/2014/main" id="{24F7C7A7-51FC-4CF3-A94D-CC79939FDCB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3FE0564B-5304-43E7-BD4B-CE49E2A877C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4의 값 8과 hi = 5의 피벗 7을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7은 인덱스 4, 큰 값 8은 인덱스 5에 놓입니다.</a:t>
            </a:r>
          </a:p>
        </p:txBody>
      </p:sp>
      <p:sp>
        <p:nvSpPr>
          <p:cNvPr id="6" name="row-0-label">
            <a:extLst>
              <a:ext uri="{FF2B5EF4-FFF2-40B4-BE49-F238E27FC236}">
                <a16:creationId xmlns:a16="http://schemas.microsoft.com/office/drawing/2014/main" id="{59DAFCDA-DFE1-4011-BFC3-F0A5E1685AEB}"/>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207DBFC-B333-4DC1-A828-58AE1A3225C8}"/>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A617A1-9356-401F-84F0-E1EE28179444}"/>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C4A371F-BF4D-4F2A-9D2C-87B079D450CB}"/>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6D1C99ED-C83D-4DB7-9329-DE82881AEC09}"/>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D7CCF8E2-7C33-4D1B-961A-2A046C4918D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06C163BF-55DF-448C-AE54-062FB67155A7}"/>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444C78BF-A9D9-4880-9F09-A99140934494}"/>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index-5">
            <a:extLst>
              <a:ext uri="{FF2B5EF4-FFF2-40B4-BE49-F238E27FC236}">
                <a16:creationId xmlns:a16="http://schemas.microsoft.com/office/drawing/2014/main" id="{6917215A-B81B-4839-97B1-4470363260F7}"/>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11CB8C1B-439F-400D-AC6C-ADF8395966ED}"/>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6" name="row-1-label">
            <a:extLst>
              <a:ext uri="{FF2B5EF4-FFF2-40B4-BE49-F238E27FC236}">
                <a16:creationId xmlns:a16="http://schemas.microsoft.com/office/drawing/2014/main" id="{BED315C9-1FC6-433E-92CA-242696E92883}"/>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3E5C8176-5E52-461B-A112-DA8577CBC780}"/>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06E158D2-4CC1-4FE9-9441-241BA4FC143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9935436D-C8EB-4950-AD43-51F6FC687EF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CE41929A-6DB7-48EC-A686-7DE286DDA456}"/>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44420EDC-1A62-4283-BEDF-A4CF8A35F5D6}"/>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73E83C92-1C88-4B7D-9DA4-7661066D10BE}"/>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9655B895-F3EE-49C4-BDFA-3044EF528B0F}"/>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4" name="row-1-index-5">
            <a:extLst>
              <a:ext uri="{FF2B5EF4-FFF2-40B4-BE49-F238E27FC236}">
                <a16:creationId xmlns:a16="http://schemas.microsoft.com/office/drawing/2014/main" id="{AA7FD573-F4D0-4A8D-905A-10D24004CE5F}"/>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117CAB48-A609-4A63-AC51-BA05B0EC99A8}"/>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큰 값</a:t>
            </a:r>
          </a:p>
        </p:txBody>
      </p:sp>
      <p:sp>
        <p:nvSpPr>
          <p:cNvPr id="26" name="code">
            <a:extLst>
              <a:ext uri="{FF2B5EF4-FFF2-40B4-BE49-F238E27FC236}">
                <a16:creationId xmlns:a16="http://schemas.microsoft.com/office/drawing/2014/main" id="{C193E66A-2CCF-4DFB-A98B-A4B9CB0C02ED}"/>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5A931A26-4DAE-4942-B143-09AAF4D76F3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4입니다. 다음 구간은 [4,3]과 [5,5]입니다.</a:t>
            </a:r>
          </a:p>
        </p:txBody>
      </p:sp>
      <p:sp>
        <p:nvSpPr>
          <p:cNvPr id="28" name="footer">
            <a:extLst>
              <a:ext uri="{FF2B5EF4-FFF2-40B4-BE49-F238E27FC236}">
                <a16:creationId xmlns:a16="http://schemas.microsoft.com/office/drawing/2014/main" id="{D67120F4-AE3C-4C46-91D7-DDF8547D76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6DE9CEFE-B882-4400-8FDB-4E3BAD6F891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59509061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4C68FEF0-88E8-4638-87B3-08E8D73207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F214D79-20AA-428A-9E0C-46E312ED6D0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CDECEB9-C351-4AF8-817A-23227D37A51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오른쪽의 남은 호출도 종료</a:t>
            </a:r>
          </a:p>
        </p:txBody>
      </p:sp>
      <p:sp>
        <p:nvSpPr>
          <p:cNvPr id="4" name="직사각형 3">
            <a:extLst>
              <a:ext uri="{FF2B5EF4-FFF2-40B4-BE49-F238E27FC236}">
                <a16:creationId xmlns:a16="http://schemas.microsoft.com/office/drawing/2014/main" id="{F62A2775-D839-45A1-B4E8-CA74842A8D0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97164F82-1976-4200-8483-17972ABE16F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[4,3]은 빈 구간이고, 오른쪽 [5,5]는 값 8 하나입니다.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hi에서 끝납니다. 오른쪽 4~5의 정렬도 완료했습니다.</a:t>
            </a:r>
          </a:p>
        </p:txBody>
      </p:sp>
      <p:sp>
        <p:nvSpPr>
          <p:cNvPr id="6" name="row-0-label">
            <a:extLst>
              <a:ext uri="{FF2B5EF4-FFF2-40B4-BE49-F238E27FC236}">
                <a16:creationId xmlns:a16="http://schemas.microsoft.com/office/drawing/2014/main" id="{1BC9E954-5578-4294-9453-6D1BFCBF57F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33996573-7F3A-4BB2-B3E2-1C79B419B56C}"/>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3206A20-95D8-43B6-A7C3-8E4F46571E3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2A1862D-7BA1-4611-A1D7-7647066DE3CB}"/>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379D098-2206-4A29-8DFB-9964A6A7D89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C6F55C1-C683-4B62-9E2A-AFEC91B53EF1}"/>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AB0090A1-C9BE-488E-BCCE-ADF4C9DDEA65}"/>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5702FED7-D691-4A3D-8017-7E878EB1D634}"/>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7</a:t>
            </a:r>
          </a:p>
        </p:txBody>
      </p:sp>
      <p:sp>
        <p:nvSpPr>
          <p:cNvPr id="14" name="row-0-index-5">
            <a:extLst>
              <a:ext uri="{FF2B5EF4-FFF2-40B4-BE49-F238E27FC236}">
                <a16:creationId xmlns:a16="http://schemas.microsoft.com/office/drawing/2014/main" id="{9FCC7639-E1FA-4518-B214-4AD570A6EB1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90DB58D9-574C-44FE-9BBC-86B2A99956F9}"/>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6" name="code">
            <a:extLst>
              <a:ext uri="{FF2B5EF4-FFF2-40B4-BE49-F238E27FC236}">
                <a16:creationId xmlns:a16="http://schemas.microsoft.com/office/drawing/2014/main" id="{CD670CC9-7C08-45B1-BD8D-E9052A8DCE5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5, 5)</a:t>
            </a:r>
          </a:p>
        </p:txBody>
      </p:sp>
      <p:sp>
        <p:nvSpPr>
          <p:cNvPr id="17" name="caption">
            <a:extLst>
              <a:ext uri="{FF2B5EF4-FFF2-40B4-BE49-F238E27FC236}">
                <a16:creationId xmlns:a16="http://schemas.microsoft.com/office/drawing/2014/main" id="{CFA92A71-126B-4E33-8BAD-7342A803D1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 두 호출은 partition 없이 끝납니다. 원래 0~5 호출로 돌아갑니다.</a:t>
            </a:r>
          </a:p>
        </p:txBody>
      </p:sp>
      <p:sp>
        <p:nvSpPr>
          <p:cNvPr id="18" name="footer">
            <a:extLst>
              <a:ext uri="{FF2B5EF4-FFF2-40B4-BE49-F238E27FC236}">
                <a16:creationId xmlns:a16="http://schemas.microsoft.com/office/drawing/2014/main" id="{E158B0A3-0E5D-4B0C-8584-19190E961A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9" name="page">
            <a:extLst>
              <a:ext uri="{FF2B5EF4-FFF2-40B4-BE49-F238E27FC236}">
                <a16:creationId xmlns:a16="http://schemas.microsoft.com/office/drawing/2014/main" id="{8A3A9F9A-CC1F-4855-97C8-4DCC8D578B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04191754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7F8B8BCD-36F4-42A4-A3BA-F3CBE75063A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9B73EB4-7531-4358-AE58-70038E6FBCB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D1B5E1A-5C65-4008-BBAC-AA89C69027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완료: 모든 호출 종료</a:t>
            </a:r>
          </a:p>
        </p:txBody>
      </p:sp>
      <p:sp>
        <p:nvSpPr>
          <p:cNvPr id="4" name="직사각형 3">
            <a:extLst>
              <a:ext uri="{FF2B5EF4-FFF2-40B4-BE49-F238E27FC236}">
                <a16:creationId xmlns:a16="http://schemas.microsoft.com/office/drawing/2014/main" id="{4DECBB23-C106-49BD-B57A-D5E8E7C9C88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9FCB4DD-8B56-4509-A800-4F7C576E0BE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최종 배열은 [1,3,4,6,7,8]입니다. 원래 배열 안에서 정렬했습니다.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호출과 오른쪽 호출이 모두 끝나, 처음 quick_sort(a, 0, 5)도 종료합니다.</a:t>
            </a:r>
          </a:p>
        </p:txBody>
      </p:sp>
      <p:sp>
        <p:nvSpPr>
          <p:cNvPr id="6" name="row-0-label">
            <a:extLst>
              <a:ext uri="{FF2B5EF4-FFF2-40B4-BE49-F238E27FC236}">
                <a16:creationId xmlns:a16="http://schemas.microsoft.com/office/drawing/2014/main" id="{6842D980-6845-4F52-B053-31722BBD3F28}"/>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배열</a:t>
            </a:r>
          </a:p>
        </p:txBody>
      </p:sp>
      <p:graphicFrame>
        <p:nvGraphicFramePr>
          <p:cNvPr id="7" name="표 6">
            <a:extLst>
              <a:ext uri="{FF2B5EF4-FFF2-40B4-BE49-F238E27FC236}">
                <a16:creationId xmlns:a16="http://schemas.microsoft.com/office/drawing/2014/main" id="{679290DE-E15E-4AA9-8BB1-B0B4C43A92E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E247E5B2-D03D-450F-BC65-F2C9972B5292}"/>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3BD4917-458C-4898-8164-5FC2964B8DEE}"/>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E4764DEA-2169-4986-BC01-2EE9A69B4E20}"/>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3CC8584-7A9B-446A-ACF0-B40221CCB61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EBFC4DB6-6609-4BE6-9B22-D6FB0E6ACB0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7C71CAF4-ABBC-4E4D-A244-A077FC5FF01D}"/>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6C3548A9-9362-4E82-8EB0-AC139C6465A0}"/>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5)</a:t>
            </a:r>
          </a:p>
        </p:txBody>
      </p:sp>
      <p:sp>
        <p:nvSpPr>
          <p:cNvPr id="15" name="caption">
            <a:extLst>
              <a:ext uri="{FF2B5EF4-FFF2-40B4-BE49-F238E27FC236}">
                <a16:creationId xmlns:a16="http://schemas.microsoft.com/office/drawing/2014/main" id="{E85F97BC-4769-4F5D-B705-99673050B999}"/>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피벗 확정 순서: 6(인덱스 3), 4(인덱스 2), 3(인덱스 1), 7(인덱스 4)</a:t>
            </a:r>
          </a:p>
        </p:txBody>
      </p:sp>
      <p:sp>
        <p:nvSpPr>
          <p:cNvPr id="16" name="footer">
            <a:extLst>
              <a:ext uri="{FF2B5EF4-FFF2-40B4-BE49-F238E27FC236}">
                <a16:creationId xmlns:a16="http://schemas.microsoft.com/office/drawing/2014/main" id="{F0428BB1-2EE5-4AF8-8EA5-2E1379F943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8D5E0A95-3354-40CE-9349-634DBC3034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1830106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84</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87</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A2BB8C-9A37-4F2F-B843-2904858026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D2FFE13-BD1E-4DB7-80BA-7E25556915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2B0A9-305E-44AE-A488-802458AAE3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가장 큰 이익을 내는 연속 구간</a:t>
            </a:r>
          </a:p>
        </p:txBody>
      </p:sp>
      <p:sp>
        <p:nvSpPr>
          <p:cNvPr id="4" name="rule-6">
            <a:extLst>
              <a:ext uri="{FF2B5EF4-FFF2-40B4-BE49-F238E27FC236}">
                <a16:creationId xmlns:a16="http://schemas.microsoft.com/office/drawing/2014/main" id="{48FC54A2-E85B-4DC3-A0EE-924BC863C395}"/>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5DCEE56-887A-4727-B446-A60E16EFD7C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E7BAAE0-E89A-41ED-A710-8208585A79F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91</a:t>
            </a:r>
            <a:endParaRPr sz="1050" b="0">
              <a:solidFill>
                <a:srgbClr val="151515"/>
              </a:solidFill>
              <a:latin typeface="Consolas"/>
              <a:ea typeface="Consolas"/>
              <a:cs typeface="Consolas"/>
            </a:endParaRPr>
          </a:p>
        </p:txBody>
      </p:sp>
      <p:sp>
        <p:nvSpPr>
          <p:cNvPr id="7" name="problem">
            <a:extLst>
              <a:ext uri="{FF2B5EF4-FFF2-40B4-BE49-F238E27FC236}">
                <a16:creationId xmlns:a16="http://schemas.microsoft.com/office/drawing/2014/main" id="{B3E0B6C1-7B0E-4704-9F43-1365C07EE194}"/>
              </a:ext>
            </a:extLst>
          </p:cNvPr>
          <p:cNvSpPr>
            <a:spLocks noGrp="1"/>
          </p:cNvSpPr>
          <p:nvPr/>
        </p:nvSpPr>
        <p:spPr>
          <a:xfrm>
            <a:off x="609600" y="1752600"/>
            <a:ext cx="5334000" cy="13525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일별 손익 변동이 배열로 주어집니다.</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연속한 날짜의 합을 최대로 만드세요.</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하루 이상 고르며,</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중간 날짜는 건너뛸 수 없습니다.</a:t>
            </a:r>
          </a:p>
        </p:txBody>
      </p:sp>
      <p:graphicFrame>
        <p:nvGraphicFramePr>
          <p:cNvPr id="8" name="표 7">
            <a:extLst>
              <a:ext uri="{FF2B5EF4-FFF2-40B4-BE49-F238E27FC236}">
                <a16:creationId xmlns:a16="http://schemas.microsoft.com/office/drawing/2014/main" id="{B4F5F645-D8B5-46CF-9F81-F7C4209AED98}"/>
              </a:ext>
            </a:extLst>
          </p:cNvPr>
          <p:cNvGraphicFramePr/>
          <p:nvPr/>
        </p:nvGraphicFramePr>
        <p:xfrm>
          <a:off x="609600" y="3295650"/>
          <a:ext cx="5334000" cy="495300"/>
        </p:xfrm>
        <a:graphic>
          <a:graphicData uri="http://schemas.openxmlformats.org/drawingml/2006/table">
            <a:tbl>
              <a:tblPr/>
              <a:tblGrid>
                <a:gridCol w="666750">
                  <a:extLst>
                    <a:ext uri="{9D8B030D-6E8A-4147-A177-3AD203B41FA5}">
                      <a16:colId xmlns:a16="http://schemas.microsoft.com/office/drawing/2014/main" val="20000"/>
                    </a:ext>
                  </a:extLst>
                </a:gridCol>
                <a:gridCol w="666750">
                  <a:extLst>
                    <a:ext uri="{9D8B030D-6E8A-4147-A177-3AD203B41FA5}">
                      <a16:colId xmlns:a16="http://schemas.microsoft.com/office/drawing/2014/main" val="20001"/>
                    </a:ext>
                  </a:extLst>
                </a:gridCol>
                <a:gridCol w="666750">
                  <a:extLst>
                    <a:ext uri="{9D8B030D-6E8A-4147-A177-3AD203B41FA5}">
                      <a16:colId xmlns:a16="http://schemas.microsoft.com/office/drawing/2014/main" val="20002"/>
                    </a:ext>
                  </a:extLst>
                </a:gridCol>
                <a:gridCol w="666750">
                  <a:extLst>
                    <a:ext uri="{9D8B030D-6E8A-4147-A177-3AD203B41FA5}">
                      <a16:colId xmlns:a16="http://schemas.microsoft.com/office/drawing/2014/main" val="20003"/>
                    </a:ext>
                  </a:extLst>
                </a:gridCol>
                <a:gridCol w="666750">
                  <a:extLst>
                    <a:ext uri="{9D8B030D-6E8A-4147-A177-3AD203B41FA5}">
                      <a16:colId xmlns:a16="http://schemas.microsoft.com/office/drawing/2014/main" val="20004"/>
                    </a:ext>
                  </a:extLst>
                </a:gridCol>
                <a:gridCol w="666750">
                  <a:extLst>
                    <a:ext uri="{9D8B030D-6E8A-4147-A177-3AD203B41FA5}">
                      <a16:colId xmlns:a16="http://schemas.microsoft.com/office/drawing/2014/main" val="20005"/>
                    </a:ext>
                  </a:extLst>
                </a:gridCol>
                <a:gridCol w="666750">
                  <a:extLst>
                    <a:ext uri="{9D8B030D-6E8A-4147-A177-3AD203B41FA5}">
                      <a16:colId xmlns:a16="http://schemas.microsoft.com/office/drawing/2014/main" val="20006"/>
                    </a:ext>
                  </a:extLst>
                </a:gridCol>
                <a:gridCol w="666750">
                  <a:extLst>
                    <a:ext uri="{9D8B030D-6E8A-4147-A177-3AD203B41FA5}">
                      <a16:colId xmlns:a16="http://schemas.microsoft.com/office/drawing/2014/main" val="20007"/>
                    </a:ext>
                  </a:extLst>
                </a:gridCol>
              </a:tblGrid>
              <a:tr h="495300">
                <a:tc>
                  <a:txBody>
                    <a:bodyPr/>
                    <a:lstStyle/>
                    <a:p>
                      <a:pPr algn="ctr"/>
                      <a:r>
                        <a:rPr sz="2025" b="1">
                          <a:solidFill>
                            <a:srgbClr val="151515"/>
                          </a:solidFill>
                          <a:latin typeface="Consolas"/>
                          <a:ea typeface="Consolas"/>
                          <a:cs typeface="Consolas"/>
                        </a:rPr>
                        <a:t>3</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12</a:t>
                      </a:r>
                    </a:p>
                  </a:txBody>
                  <a:tcPr anchor="ctr">
                    <a:solidFill>
                      <a:srgbClr val="FDE5BB"/>
                    </a:solidFill>
                  </a:tcPr>
                </a:tc>
                <a:tc>
                  <a:txBody>
                    <a:bodyPr/>
                    <a:lstStyle/>
                    <a:p>
                      <a:pPr algn="ctr"/>
                      <a:r>
                        <a:rPr sz="2025" b="1">
                          <a:solidFill>
                            <a:srgbClr val="151515"/>
                          </a:solidFill>
                          <a:latin typeface="Consolas"/>
                          <a:ea typeface="Consolas"/>
                          <a:cs typeface="Consolas"/>
                        </a:rPr>
                        <a:t>-2</a:t>
                      </a:r>
                    </a:p>
                  </a:txBody>
                  <a:tcPr anchor="ctr">
                    <a:solidFill>
                      <a:srgbClr val="FDE5BB"/>
                    </a:solidFill>
                  </a:tcPr>
                </a:tc>
                <a:tc>
                  <a:txBody>
                    <a:bodyPr/>
                    <a:lstStyle/>
                    <a:p>
                      <a:pPr algn="ctr"/>
                      <a:r>
                        <a:rPr sz="2025" b="1">
                          <a:solidFill>
                            <a:srgbClr val="151515"/>
                          </a:solidFill>
                          <a:latin typeface="Consolas"/>
                          <a:ea typeface="Consolas"/>
                          <a:cs typeface="Consolas"/>
                        </a:rPr>
                        <a:t>7</a:t>
                      </a:r>
                    </a:p>
                  </a:txBody>
                  <a:tcPr anchor="ctr">
                    <a:solidFill>
                      <a:srgbClr val="FDE5BB"/>
                    </a:solidFill>
                  </a:tcPr>
                </a:tc>
                <a:tc>
                  <a:txBody>
                    <a:bodyPr/>
                    <a:lstStyle/>
                    <a:p>
                      <a:pPr algn="ctr"/>
                      <a:r>
                        <a:rPr sz="2025" b="1">
                          <a:solidFill>
                            <a:srgbClr val="151515"/>
                          </a:solidFill>
                          <a:latin typeface="Consolas"/>
                          <a:ea typeface="Consolas"/>
                          <a:cs typeface="Consolas"/>
                        </a:rPr>
                        <a:t>-9</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a:t>
                      </a:r>
                    </a:p>
                  </a:txBody>
                  <a:tcPr anchor="ctr">
                    <a:solidFill>
                      <a:srgbClr val="F3F3F3"/>
                    </a:solidFill>
                  </a:tcPr>
                </a:tc>
                <a:extLst>
                  <a:ext uri="{0D108BD9-81ED-4DB2-BD59-A6C34878D82A}">
                    <a16:rowId xmlns:a16="http://schemas.microsoft.com/office/drawing/2014/main" val="10000"/>
                  </a:ext>
                </a:extLst>
              </a:tr>
            </a:tbl>
          </a:graphicData>
        </a:graphic>
      </p:graphicFrame>
      <p:sp>
        <p:nvSpPr>
          <p:cNvPr id="9" name="day-0">
            <a:extLst>
              <a:ext uri="{FF2B5EF4-FFF2-40B4-BE49-F238E27FC236}">
                <a16:creationId xmlns:a16="http://schemas.microsoft.com/office/drawing/2014/main" id="{6683A0FA-3A38-4E1C-B198-B37F358AAC4F}"/>
              </a:ext>
            </a:extLst>
          </p:cNvPr>
          <p:cNvSpPr>
            <a:spLocks noGrp="1"/>
          </p:cNvSpPr>
          <p:nvPr/>
        </p:nvSpPr>
        <p:spPr>
          <a:xfrm>
            <a:off x="609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1일</a:t>
            </a:r>
          </a:p>
        </p:txBody>
      </p:sp>
      <p:sp>
        <p:nvSpPr>
          <p:cNvPr id="10" name="day-1">
            <a:extLst>
              <a:ext uri="{FF2B5EF4-FFF2-40B4-BE49-F238E27FC236}">
                <a16:creationId xmlns:a16="http://schemas.microsoft.com/office/drawing/2014/main" id="{1D044419-D92C-4E8C-BA04-1E20CAAD25D9}"/>
              </a:ext>
            </a:extLst>
          </p:cNvPr>
          <p:cNvSpPr>
            <a:spLocks noGrp="1"/>
          </p:cNvSpPr>
          <p:nvPr/>
        </p:nvSpPr>
        <p:spPr>
          <a:xfrm>
            <a:off x="1276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2일</a:t>
            </a:r>
          </a:p>
        </p:txBody>
      </p:sp>
      <p:sp>
        <p:nvSpPr>
          <p:cNvPr id="11" name="day-2">
            <a:extLst>
              <a:ext uri="{FF2B5EF4-FFF2-40B4-BE49-F238E27FC236}">
                <a16:creationId xmlns:a16="http://schemas.microsoft.com/office/drawing/2014/main" id="{5DCB4074-3038-46A6-9E31-5FC75BA18730}"/>
              </a:ext>
            </a:extLst>
          </p:cNvPr>
          <p:cNvSpPr>
            <a:spLocks noGrp="1"/>
          </p:cNvSpPr>
          <p:nvPr/>
        </p:nvSpPr>
        <p:spPr>
          <a:xfrm>
            <a:off x="1943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3일</a:t>
            </a:r>
          </a:p>
        </p:txBody>
      </p:sp>
      <p:sp>
        <p:nvSpPr>
          <p:cNvPr id="12" name="day-3">
            <a:extLst>
              <a:ext uri="{FF2B5EF4-FFF2-40B4-BE49-F238E27FC236}">
                <a16:creationId xmlns:a16="http://schemas.microsoft.com/office/drawing/2014/main" id="{85CC81F4-B534-4B96-9D45-74E0B0028F03}"/>
              </a:ext>
            </a:extLst>
          </p:cNvPr>
          <p:cNvSpPr>
            <a:spLocks noGrp="1"/>
          </p:cNvSpPr>
          <p:nvPr/>
        </p:nvSpPr>
        <p:spPr>
          <a:xfrm>
            <a:off x="2609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4일</a:t>
            </a:r>
          </a:p>
        </p:txBody>
      </p:sp>
      <p:sp>
        <p:nvSpPr>
          <p:cNvPr id="13" name="day-4">
            <a:extLst>
              <a:ext uri="{FF2B5EF4-FFF2-40B4-BE49-F238E27FC236}">
                <a16:creationId xmlns:a16="http://schemas.microsoft.com/office/drawing/2014/main" id="{9862CA86-4052-4DBB-A65D-06572EB35D0D}"/>
              </a:ext>
            </a:extLst>
          </p:cNvPr>
          <p:cNvSpPr>
            <a:spLocks noGrp="1"/>
          </p:cNvSpPr>
          <p:nvPr/>
        </p:nvSpPr>
        <p:spPr>
          <a:xfrm>
            <a:off x="3276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5일</a:t>
            </a:r>
          </a:p>
        </p:txBody>
      </p:sp>
      <p:sp>
        <p:nvSpPr>
          <p:cNvPr id="14" name="day-5">
            <a:extLst>
              <a:ext uri="{FF2B5EF4-FFF2-40B4-BE49-F238E27FC236}">
                <a16:creationId xmlns:a16="http://schemas.microsoft.com/office/drawing/2014/main" id="{78C41C05-D05E-4C36-BE06-8D046C31D526}"/>
              </a:ext>
            </a:extLst>
          </p:cNvPr>
          <p:cNvSpPr>
            <a:spLocks noGrp="1"/>
          </p:cNvSpPr>
          <p:nvPr/>
        </p:nvSpPr>
        <p:spPr>
          <a:xfrm>
            <a:off x="3943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6일</a:t>
            </a:r>
          </a:p>
        </p:txBody>
      </p:sp>
      <p:sp>
        <p:nvSpPr>
          <p:cNvPr id="15" name="day-6">
            <a:extLst>
              <a:ext uri="{FF2B5EF4-FFF2-40B4-BE49-F238E27FC236}">
                <a16:creationId xmlns:a16="http://schemas.microsoft.com/office/drawing/2014/main" id="{6DC06B6A-065E-4DBB-AB00-E06CF07E95C5}"/>
              </a:ext>
            </a:extLst>
          </p:cNvPr>
          <p:cNvSpPr>
            <a:spLocks noGrp="1"/>
          </p:cNvSpPr>
          <p:nvPr/>
        </p:nvSpPr>
        <p:spPr>
          <a:xfrm>
            <a:off x="4610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7일</a:t>
            </a:r>
          </a:p>
        </p:txBody>
      </p:sp>
      <p:sp>
        <p:nvSpPr>
          <p:cNvPr id="16" name="day-7">
            <a:extLst>
              <a:ext uri="{FF2B5EF4-FFF2-40B4-BE49-F238E27FC236}">
                <a16:creationId xmlns:a16="http://schemas.microsoft.com/office/drawing/2014/main" id="{DFFA27E1-E7BD-4E0A-896A-83C270F24FEB}"/>
              </a:ext>
            </a:extLst>
          </p:cNvPr>
          <p:cNvSpPr>
            <a:spLocks noGrp="1"/>
          </p:cNvSpPr>
          <p:nvPr/>
        </p:nvSpPr>
        <p:spPr>
          <a:xfrm>
            <a:off x="5276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8일</a:t>
            </a:r>
          </a:p>
        </p:txBody>
      </p:sp>
      <p:pic>
        <p:nvPicPr>
          <p:cNvPr id="17" name="그림 16">
            <a:extLst>
              <a:ext uri="{FF2B5EF4-FFF2-40B4-BE49-F238E27FC236}">
                <a16:creationId xmlns:a16="http://schemas.microsoft.com/office/drawing/2014/main" id="{B37403C6-C841-4D19-84AB-571A03CD5184}"/>
              </a:ext>
            </a:extLst>
          </p:cNvPr>
          <p:cNvPicPr>
            <a:picLocks noChangeAspect="1"/>
          </p:cNvPicPr>
          <p:nvPr/>
        </p:nvPicPr>
        <p:blipFill>
          <a:blip r:embed="rId3"/>
          <a:stretch/>
        </p:blipFill>
        <p:spPr>
          <a:xfrm>
            <a:off x="609600" y="4438650"/>
            <a:ext cx="1295400" cy="1295400"/>
          </a:xfrm>
          <a:prstGeom prst="rect">
            <a:avLst/>
          </a:prstGeom>
        </p:spPr>
      </p:pic>
      <p:sp>
        <p:nvSpPr>
          <p:cNvPr id="18" name="whole-sum">
            <a:extLst>
              <a:ext uri="{FF2B5EF4-FFF2-40B4-BE49-F238E27FC236}">
                <a16:creationId xmlns:a16="http://schemas.microsoft.com/office/drawing/2014/main" id="{82403220-9660-420F-8B91-A0E744EB5BF5}"/>
              </a:ext>
            </a:extLst>
          </p:cNvPr>
          <p:cNvSpPr>
            <a:spLocks noGrp="1"/>
          </p:cNvSpPr>
          <p:nvPr/>
        </p:nvSpPr>
        <p:spPr>
          <a:xfrm>
            <a:off x="2190750" y="4533900"/>
            <a:ext cx="37147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8일 합: 12</a:t>
            </a:r>
          </a:p>
        </p:txBody>
      </p:sp>
      <p:sp>
        <p:nvSpPr>
          <p:cNvPr id="19" name="max-sum">
            <a:extLst>
              <a:ext uri="{FF2B5EF4-FFF2-40B4-BE49-F238E27FC236}">
                <a16:creationId xmlns:a16="http://schemas.microsoft.com/office/drawing/2014/main" id="{996A08D3-F907-429D-A0FD-948B62DE6D57}"/>
              </a:ext>
            </a:extLst>
          </p:cNvPr>
          <p:cNvSpPr>
            <a:spLocks noGrp="1"/>
          </p:cNvSpPr>
          <p:nvPr/>
        </p:nvSpPr>
        <p:spPr>
          <a:xfrm>
            <a:off x="2190750" y="5153025"/>
            <a:ext cx="3714750" cy="438150"/>
          </a:xfrm>
          <a:prstGeom prst="rect">
            <a:avLst/>
          </a:prstGeom>
          <a:noFill/>
          <a:ln w="0">
            <a:noFill/>
          </a:ln>
        </p:spPr>
        <p:txBody>
          <a:bodyPr wrap="none" lIns="0" tIns="0" rIns="0" bIns="0" anchor="t">
            <a:noAutofit/>
          </a:bodyPr>
          <a:lstStyle>
            <a:defPPr algn="l">
              <a:defRPr sz="2325" b="1">
                <a:solidFill>
                  <a:srgbClr val="9A5900"/>
                </a:solidFill>
                <a:latin typeface="Malgun Gothic"/>
                <a:ea typeface="Malgun Gothic"/>
                <a:cs typeface="Malgun Gothic"/>
              </a:defRPr>
            </a:defPPr>
          </a:lstStyle>
          <a:p>
            <a:pPr algn="l">
              <a:lnSpc>
                <a:spcPct val="108000"/>
              </a:lnSpc>
              <a:buNone/>
              <a:defRPr sz="2325" b="1">
                <a:solidFill>
                  <a:srgbClr val="9A5900"/>
                </a:solidFill>
                <a:latin typeface="Malgun Gothic"/>
                <a:ea typeface="Malgun Gothic"/>
                <a:cs typeface="Malgun Gothic"/>
              </a:defRPr>
            </a:pPr>
            <a:r>
              <a:rPr sz="2325" b="1">
                <a:solidFill>
                  <a:srgbClr val="9A5900"/>
                </a:solidFill>
                <a:latin typeface="Malgun Gothic"/>
                <a:ea typeface="Malgun Gothic"/>
                <a:cs typeface="Malgun Gothic"/>
              </a:rPr>
              <a:t>3~5일 합: 17</a:t>
            </a:r>
          </a:p>
        </p:txBody>
      </p:sp>
      <p:graphicFrame>
        <p:nvGraphicFramePr>
          <p:cNvPr id="20" name="Chart">
            <a:extLst>
              <a:ext uri="{FF2B5EF4-FFF2-40B4-BE49-F238E27FC236}">
                <a16:creationId xmlns:a16="http://schemas.microsoft.com/office/drawing/2014/main" id="{7790D86A-B206-4DBB-A0A5-6365A2A06FF4}"/>
              </a:ext>
            </a:extLst>
          </p:cNvPr>
          <p:cNvGraphicFramePr/>
          <p:nvPr/>
        </p:nvGraphicFramePr>
        <p:xfrm>
          <a:off x="6191250" y="2105025"/>
          <a:ext cx="5391150" cy="3590925"/>
        </p:xfrm>
        <a:graphic>
          <a:graphicData uri="http://schemas.openxmlformats.org/drawingml/2006/chart">
            <c:chart xmlns:c="http://schemas.openxmlformats.org/drawingml/2006/chart" xmlns:r="http://schemas.openxmlformats.org/officeDocument/2006/relationships" r:id="rId4"/>
          </a:graphicData>
        </a:graphic>
      </p:graphicFrame>
      <p:sp>
        <p:nvSpPr>
          <p:cNvPr id="21" name="chart-caption">
            <a:extLst>
              <a:ext uri="{FF2B5EF4-FFF2-40B4-BE49-F238E27FC236}">
                <a16:creationId xmlns:a16="http://schemas.microsoft.com/office/drawing/2014/main" id="{25E39BB6-CFC6-4CDC-953F-D9603E9325AC}"/>
              </a:ext>
            </a:extLst>
          </p:cNvPr>
          <p:cNvSpPr>
            <a:spLocks noGrp="1"/>
          </p:cNvSpPr>
          <p:nvPr/>
        </p:nvSpPr>
        <p:spPr>
          <a:xfrm>
            <a:off x="6362700" y="5829300"/>
            <a:ext cx="52197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3~5일: 12 − 2 + 7 = 17</a:t>
            </a:r>
          </a:p>
        </p:txBody>
      </p:sp>
    </p:spTree>
    <p:extLst>
      <p:ext uri="{BB962C8B-B14F-4D97-AF65-F5344CB8AC3E}">
        <p14:creationId xmlns:p14="http://schemas.microsoft.com/office/powerpoint/2010/main" val="328483036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D40516D9-E009-480E-A580-D1CF23BF75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1E9E6AD-B67E-49DA-BEE9-3C750C198B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0864A8-8215-46CC-9D1F-3814A2A487E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모든 구간을 하나씩 확인하는 방법</a:t>
            </a:r>
          </a:p>
        </p:txBody>
      </p:sp>
      <p:sp>
        <p:nvSpPr>
          <p:cNvPr id="4" name="rule-8">
            <a:extLst>
              <a:ext uri="{FF2B5EF4-FFF2-40B4-BE49-F238E27FC236}">
                <a16:creationId xmlns:a16="http://schemas.microsoft.com/office/drawing/2014/main" id="{16EC3D52-CC1C-4591-B70E-16FE113BCC2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C3ADBF6-CD77-45CF-B6EF-B01F8AB8B4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BD3BFC2-E0E9-4C97-B0A0-31EB473D6A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92</a:t>
            </a:r>
            <a:endParaRPr sz="1050" b="0">
              <a:solidFill>
                <a:srgbClr val="151515"/>
              </a:solidFill>
              <a:latin typeface="Consolas"/>
              <a:ea typeface="Consolas"/>
              <a:cs typeface="Consolas"/>
            </a:endParaRPr>
          </a:p>
        </p:txBody>
      </p:sp>
      <p:sp>
        <p:nvSpPr>
          <p:cNvPr id="7" name="approach">
            <a:extLst>
              <a:ext uri="{FF2B5EF4-FFF2-40B4-BE49-F238E27FC236}">
                <a16:creationId xmlns:a16="http://schemas.microsoft.com/office/drawing/2014/main" id="{DFD3F16C-FC70-48D3-87F7-706AFF96F60C}"/>
              </a:ext>
            </a:extLst>
          </p:cNvPr>
          <p:cNvSpPr>
            <a:spLocks noGrp="1"/>
          </p:cNvSpPr>
          <p:nvPr/>
        </p:nvSpPr>
        <p:spPr>
          <a:xfrm>
            <a:off x="609600" y="1733550"/>
            <a:ext cx="6238875" cy="742950"/>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시작 날짜를 하나 고정하고,</a:t>
            </a:r>
          </a:p>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끝 날짜를 한 칸씩 늘립니다.</a:t>
            </a:r>
          </a:p>
        </p:txBody>
      </p:sp>
      <p:sp>
        <p:nvSpPr>
          <p:cNvPr id="8" name="examples">
            <a:extLst>
              <a:ext uri="{FF2B5EF4-FFF2-40B4-BE49-F238E27FC236}">
                <a16:creationId xmlns:a16="http://schemas.microsoft.com/office/drawing/2014/main" id="{98F537F9-787D-4AD3-B198-CEE4FDADF4D4}"/>
              </a:ext>
            </a:extLst>
          </p:cNvPr>
          <p:cNvSpPr>
            <a:spLocks noGrp="1"/>
          </p:cNvSpPr>
          <p:nvPr/>
        </p:nvSpPr>
        <p:spPr>
          <a:xfrm>
            <a:off x="609600" y="2800350"/>
            <a:ext cx="6238875" cy="1857375"/>
          </a:xfrm>
          <a:prstGeom prst="rect">
            <a:avLst/>
          </a:prstGeom>
          <a:noFill/>
          <a:ln w="0">
            <a:noFill/>
          </a:ln>
        </p:spPr>
        <p:txBody>
          <a:bodyPr wrap="none" lIns="0" tIns="0" rIns="0" bIns="0" anchor="t">
            <a:noAutofit/>
          </a:bodyPr>
          <a:lstStyle>
            <a:defPPr algn="l">
              <a:defRPr sz="2025" b="0">
                <a:solidFill>
                  <a:srgbClr val="151515"/>
                </a:solidFill>
                <a:latin typeface="Consolas"/>
                <a:ea typeface="Consolas"/>
                <a:cs typeface="Consolas"/>
              </a:defRPr>
            </a:defPPr>
          </a:lstStyle>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첫날부터 시작한 구간</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   3</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  −2</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12]         →  10</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a:t>
            </a:r>
          </a:p>
        </p:txBody>
      </p:sp>
      <p:sp>
        <p:nvSpPr>
          <p:cNvPr id="9" name="count">
            <a:extLst>
              <a:ext uri="{FF2B5EF4-FFF2-40B4-BE49-F238E27FC236}">
                <a16:creationId xmlns:a16="http://schemas.microsoft.com/office/drawing/2014/main" id="{A4937F8C-81F2-4179-ABED-8DA261BE5620}"/>
              </a:ext>
            </a:extLst>
          </p:cNvPr>
          <p:cNvSpPr>
            <a:spLocks noGrp="1"/>
          </p:cNvSpPr>
          <p:nvPr/>
        </p:nvSpPr>
        <p:spPr>
          <a:xfrm>
            <a:off x="609600" y="5124450"/>
            <a:ext cx="64198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8일의 후보: 8 + 7 + … + 1 = 36개</a:t>
            </a:r>
          </a:p>
        </p:txBody>
      </p:sp>
      <p:sp>
        <p:nvSpPr>
          <p:cNvPr id="10" name="cost">
            <a:extLst>
              <a:ext uri="{FF2B5EF4-FFF2-40B4-BE49-F238E27FC236}">
                <a16:creationId xmlns:a16="http://schemas.microsoft.com/office/drawing/2014/main" id="{6491C8C5-B83B-4CE4-9A29-FF88B6C3D652}"/>
              </a:ext>
            </a:extLst>
          </p:cNvPr>
          <p:cNvSpPr>
            <a:spLocks noGrp="1"/>
          </p:cNvSpPr>
          <p:nvPr/>
        </p:nvSpPr>
        <p:spPr>
          <a:xfrm>
            <a:off x="609600" y="5619750"/>
            <a:ext cx="65817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입력이 커지면 후보 수가 O(n²)로 늘어납니다.</a:t>
            </a:r>
          </a:p>
        </p:txBody>
      </p:sp>
      <p:pic>
        <p:nvPicPr>
          <p:cNvPr id="11" name="그림 10">
            <a:extLst>
              <a:ext uri="{FF2B5EF4-FFF2-40B4-BE49-F238E27FC236}">
                <a16:creationId xmlns:a16="http://schemas.microsoft.com/office/drawing/2014/main" id="{6379D003-0CB9-4CBD-AD92-1ACDC4F7276A}"/>
              </a:ext>
            </a:extLst>
          </p:cNvPr>
          <p:cNvPicPr>
            <a:picLocks noChangeAspect="1"/>
          </p:cNvPicPr>
          <p:nvPr/>
        </p:nvPicPr>
        <p:blipFill>
          <a:blip r:embed="rId3"/>
          <a:stretch/>
        </p:blipFill>
        <p:spPr>
          <a:xfrm>
            <a:off x="7143750" y="2361911"/>
            <a:ext cx="4438650" cy="3401003"/>
          </a:xfrm>
          <a:prstGeom prst="rect">
            <a:avLst/>
          </a:prstGeom>
        </p:spPr>
      </p:pic>
      <p:sp>
        <p:nvSpPr>
          <p:cNvPr id="12" name="caption">
            <a:extLst>
              <a:ext uri="{FF2B5EF4-FFF2-40B4-BE49-F238E27FC236}">
                <a16:creationId xmlns:a16="http://schemas.microsoft.com/office/drawing/2014/main" id="{7F6FBA63-1B95-45A4-B1E3-C0F96CDAD0B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끝점을 한 칸 늘릴 때 누적합도 갱신합니다. 더 빠른 방법으로 분할 정복을 사용해 봅시다.</a:t>
            </a:r>
          </a:p>
        </p:txBody>
      </p:sp>
    </p:spTree>
    <p:extLst>
      <p:ext uri="{BB962C8B-B14F-4D97-AF65-F5344CB8AC3E}">
        <p14:creationId xmlns:p14="http://schemas.microsoft.com/office/powerpoint/2010/main" val="405803600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6FD6C51D-5359-4C74-9E26-B0D69A4E640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25C0F9C-47CC-49BF-B44D-6A22EA65B5E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CD8E25-2AA5-4C48-A061-C6A8B0D070F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왼쪽·오른쪽·중앙을 걸친 구간</a:t>
            </a:r>
          </a:p>
        </p:txBody>
      </p:sp>
      <p:sp>
        <p:nvSpPr>
          <p:cNvPr id="4" name="rule-9">
            <a:extLst>
              <a:ext uri="{FF2B5EF4-FFF2-40B4-BE49-F238E27FC236}">
                <a16:creationId xmlns:a16="http://schemas.microsoft.com/office/drawing/2014/main" id="{DC7A6C6C-CD74-4E5C-BA2C-91D4DE466CDB}"/>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9921D859-0E70-421D-8F7E-4CB329E71A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F898A3F-ECE0-47E8-9F57-00BDFD8C10F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93</a:t>
            </a:r>
            <a:endParaRPr sz="1050" b="0">
              <a:solidFill>
                <a:srgbClr val="151515"/>
              </a:solidFill>
              <a:latin typeface="Consolas"/>
              <a:ea typeface="Consolas"/>
              <a:cs typeface="Consolas"/>
            </a:endParaRPr>
          </a:p>
        </p:txBody>
      </p:sp>
      <p:sp>
        <p:nvSpPr>
          <p:cNvPr id="7" name="left-head">
            <a:extLst>
              <a:ext uri="{FF2B5EF4-FFF2-40B4-BE49-F238E27FC236}">
                <a16:creationId xmlns:a16="http://schemas.microsoft.com/office/drawing/2014/main" id="{4359091F-6708-42D5-9072-788153027B87}"/>
              </a:ext>
            </a:extLst>
          </p:cNvPr>
          <p:cNvSpPr>
            <a:spLocks noGrp="1"/>
          </p:cNvSpPr>
          <p:nvPr/>
        </p:nvSpPr>
        <p:spPr>
          <a:xfrm>
            <a:off x="609600" y="1828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왼쪽 절반 안</a:t>
            </a:r>
          </a:p>
        </p:txBody>
      </p:sp>
      <p:sp>
        <p:nvSpPr>
          <p:cNvPr id="8" name="left-detail">
            <a:extLst>
              <a:ext uri="{FF2B5EF4-FFF2-40B4-BE49-F238E27FC236}">
                <a16:creationId xmlns:a16="http://schemas.microsoft.com/office/drawing/2014/main" id="{C52FD89E-9FD5-4C74-A896-E2553D7D8A97}"/>
              </a:ext>
            </a:extLst>
          </p:cNvPr>
          <p:cNvSpPr>
            <a:spLocks noGrp="1"/>
          </p:cNvSpPr>
          <p:nvPr/>
        </p:nvSpPr>
        <p:spPr>
          <a:xfrm>
            <a:off x="609600" y="2257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left_max</a:t>
            </a:r>
          </a:p>
        </p:txBody>
      </p:sp>
      <p:sp>
        <p:nvSpPr>
          <p:cNvPr id="9" name="right-head">
            <a:extLst>
              <a:ext uri="{FF2B5EF4-FFF2-40B4-BE49-F238E27FC236}">
                <a16:creationId xmlns:a16="http://schemas.microsoft.com/office/drawing/2014/main" id="{8AF70F70-BDD8-47A8-B2F1-15DC78A5E67F}"/>
              </a:ext>
            </a:extLst>
          </p:cNvPr>
          <p:cNvSpPr>
            <a:spLocks noGrp="1"/>
          </p:cNvSpPr>
          <p:nvPr/>
        </p:nvSpPr>
        <p:spPr>
          <a:xfrm>
            <a:off x="609600" y="2971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오른쪽 절반 안</a:t>
            </a:r>
          </a:p>
        </p:txBody>
      </p:sp>
      <p:sp>
        <p:nvSpPr>
          <p:cNvPr id="10" name="right-detail">
            <a:extLst>
              <a:ext uri="{FF2B5EF4-FFF2-40B4-BE49-F238E27FC236}">
                <a16:creationId xmlns:a16="http://schemas.microsoft.com/office/drawing/2014/main" id="{F414A61E-302C-41E9-9F95-4D9BFBAE015E}"/>
              </a:ext>
            </a:extLst>
          </p:cNvPr>
          <p:cNvSpPr>
            <a:spLocks noGrp="1"/>
          </p:cNvSpPr>
          <p:nvPr/>
        </p:nvSpPr>
        <p:spPr>
          <a:xfrm>
            <a:off x="609600" y="3400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right_max</a:t>
            </a:r>
          </a:p>
        </p:txBody>
      </p:sp>
      <p:sp>
        <p:nvSpPr>
          <p:cNvPr id="11" name="cross-head">
            <a:extLst>
              <a:ext uri="{FF2B5EF4-FFF2-40B4-BE49-F238E27FC236}">
                <a16:creationId xmlns:a16="http://schemas.microsoft.com/office/drawing/2014/main" id="{A036ECC1-F3F0-4A65-A04F-7BD31707F875}"/>
              </a:ext>
            </a:extLst>
          </p:cNvPr>
          <p:cNvSpPr>
            <a:spLocks noGrp="1"/>
          </p:cNvSpPr>
          <p:nvPr/>
        </p:nvSpPr>
        <p:spPr>
          <a:xfrm>
            <a:off x="609600" y="4114800"/>
            <a:ext cx="60960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중앙 경계를 걸친 구간</a:t>
            </a:r>
          </a:p>
        </p:txBody>
      </p:sp>
      <p:sp>
        <p:nvSpPr>
          <p:cNvPr id="12" name="cross-detail">
            <a:extLst>
              <a:ext uri="{FF2B5EF4-FFF2-40B4-BE49-F238E27FC236}">
                <a16:creationId xmlns:a16="http://schemas.microsoft.com/office/drawing/2014/main" id="{3B136474-D5EC-4A53-A6B6-69032F236D89}"/>
              </a:ext>
            </a:extLst>
          </p:cNvPr>
          <p:cNvSpPr>
            <a:spLocks noGrp="1"/>
          </p:cNvSpPr>
          <p:nvPr/>
        </p:nvSpPr>
        <p:spPr>
          <a:xfrm>
            <a:off x="609600" y="4543425"/>
            <a:ext cx="60483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경계 양쪽을 이어 붙인 최대 합: cross_max</a:t>
            </a:r>
          </a:p>
        </p:txBody>
      </p:sp>
      <p:sp>
        <p:nvSpPr>
          <p:cNvPr id="13" name="answer-formula">
            <a:extLst>
              <a:ext uri="{FF2B5EF4-FFF2-40B4-BE49-F238E27FC236}">
                <a16:creationId xmlns:a16="http://schemas.microsoft.com/office/drawing/2014/main" id="{848D564A-2B7E-47BF-AF94-7FF6DCB81F51}"/>
              </a:ext>
            </a:extLst>
          </p:cNvPr>
          <p:cNvSpPr>
            <a:spLocks noGrp="1"/>
          </p:cNvSpPr>
          <p:nvPr/>
        </p:nvSpPr>
        <p:spPr>
          <a:xfrm>
            <a:off x="609600" y="5534025"/>
            <a:ext cx="6638925" cy="400050"/>
          </a:xfrm>
          <a:prstGeom prst="rect">
            <a:avLst/>
          </a:prstGeom>
          <a:noFill/>
          <a:ln w="0">
            <a:noFill/>
          </a:ln>
        </p:spPr>
        <p:txBody>
          <a:bodyPr wrap="none" lIns="0" tIns="0" rIns="0" bIns="0" anchor="t">
            <a:noAutofit/>
          </a:bodyPr>
          <a:lstStyle>
            <a:defPPr algn="l">
              <a:defRPr sz="1875" b="1">
                <a:solidFill>
                  <a:srgbClr val="151515"/>
                </a:solidFill>
                <a:latin typeface="Consolas"/>
                <a:ea typeface="Consolas"/>
                <a:cs typeface="Consolas"/>
              </a:defRPr>
            </a:defPPr>
          </a:lstStyle>
          <a:p>
            <a:pPr algn="l">
              <a:lnSpc>
                <a:spcPct val="108000"/>
              </a:lnSpc>
              <a:buNone/>
              <a:defRPr sz="1875" b="1">
                <a:solidFill>
                  <a:srgbClr val="151515"/>
                </a:solidFill>
                <a:latin typeface="Consolas"/>
                <a:ea typeface="Consolas"/>
                <a:cs typeface="Consolas"/>
              </a:defRPr>
            </a:pPr>
            <a:r>
              <a:rPr sz="1875" b="1">
                <a:solidFill>
                  <a:srgbClr val="151515"/>
                </a:solidFill>
                <a:latin typeface="Consolas"/>
                <a:ea typeface="Consolas"/>
                <a:cs typeface="Consolas"/>
              </a:rPr>
              <a:t>정답 = max(left_max, right_max, cross_max)</a:t>
            </a:r>
          </a:p>
        </p:txBody>
      </p:sp>
      <p:pic>
        <p:nvPicPr>
          <p:cNvPr id="14" name="그림 13">
            <a:extLst>
              <a:ext uri="{FF2B5EF4-FFF2-40B4-BE49-F238E27FC236}">
                <a16:creationId xmlns:a16="http://schemas.microsoft.com/office/drawing/2014/main" id="{99C94D20-72CC-4E4B-B68C-4B965330BFE4}"/>
              </a:ext>
            </a:extLst>
          </p:cNvPr>
          <p:cNvPicPr>
            <a:picLocks noChangeAspect="1"/>
          </p:cNvPicPr>
          <p:nvPr/>
        </p:nvPicPr>
        <p:blipFill>
          <a:blip r:embed="rId3"/>
          <a:stretch/>
        </p:blipFill>
        <p:spPr>
          <a:xfrm>
            <a:off x="7096125" y="2322635"/>
            <a:ext cx="4486275" cy="3450981"/>
          </a:xfrm>
          <a:prstGeom prst="rect">
            <a:avLst/>
          </a:prstGeom>
        </p:spPr>
      </p:pic>
      <p:sp>
        <p:nvSpPr>
          <p:cNvPr id="15" name="caption">
            <a:extLst>
              <a:ext uri="{FF2B5EF4-FFF2-40B4-BE49-F238E27FC236}">
                <a16:creationId xmlns:a16="http://schemas.microsoft.com/office/drawing/2014/main" id="{F379CA6E-90A8-4683-BC96-6386FCDEFADD}"/>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중앙을 걸친 구간은 mid와 mid+1을 모두 포함해야 합니다. 중간 칸을 뺄 수 없습니다.</a:t>
            </a:r>
          </a:p>
        </p:txBody>
      </p:sp>
    </p:spTree>
    <p:extLst>
      <p:ext uri="{BB962C8B-B14F-4D97-AF65-F5344CB8AC3E}">
        <p14:creationId xmlns:p14="http://schemas.microsoft.com/office/powerpoint/2010/main" val="409431943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A4CD2B0A-9A9B-4D06-A73C-9181F4752D2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548A5AC-E642-43E6-BA8C-4A6293304F7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EAB831C-20FF-46FE-943A-F417B7579E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최대 구간 합: 연속한 칸을 고릅니다</a:t>
            </a:r>
          </a:p>
        </p:txBody>
      </p:sp>
      <p:sp>
        <p:nvSpPr>
          <p:cNvPr id="4" name="diagram-line-0">
            <a:extLst>
              <a:ext uri="{FF2B5EF4-FFF2-40B4-BE49-F238E27FC236}">
                <a16:creationId xmlns:a16="http://schemas.microsoft.com/office/drawing/2014/main" id="{891583A9-E486-49E7-9BCE-CFD27209D30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B498C88-F2CD-47B3-A6F7-9BFAB3E5C04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 = [3, −5, 12, −2, 7, −9, 5, 1]에서 빈 구간은 고르지 않습니다.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가장 큰 합은 인덱스 2~4의 12 − 2 + 7 = 17입니다.</a:t>
            </a:r>
          </a:p>
        </p:txBody>
      </p:sp>
      <p:sp>
        <p:nvSpPr>
          <p:cNvPr id="6" name="footer">
            <a:extLst>
              <a:ext uri="{FF2B5EF4-FFF2-40B4-BE49-F238E27FC236}">
                <a16:creationId xmlns:a16="http://schemas.microsoft.com/office/drawing/2014/main" id="{016A567E-4575-457F-8113-3491336C5A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717FE1E-3898-4E2B-B6AE-773E43A805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94</a:t>
            </a:r>
            <a:endParaRPr sz="1050" b="0">
              <a:solidFill>
                <a:srgbClr val="151515"/>
              </a:solidFill>
              <a:latin typeface="Consolas"/>
              <a:ea typeface="Consolas"/>
              <a:cs typeface="Consolas"/>
            </a:endParaRPr>
          </a:p>
        </p:txBody>
      </p:sp>
      <p:sp>
        <p:nvSpPr>
          <p:cNvPr id="8" name="row-1-label">
            <a:extLst>
              <a:ext uri="{FF2B5EF4-FFF2-40B4-BE49-F238E27FC236}">
                <a16:creationId xmlns:a16="http://schemas.microsoft.com/office/drawing/2014/main" id="{4A003CA9-E33A-4FF0-A6F4-BCCB6B520509}"/>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최대 구간</a:t>
            </a:r>
          </a:p>
        </p:txBody>
      </p:sp>
      <p:graphicFrame>
        <p:nvGraphicFramePr>
          <p:cNvPr id="9" name="표 8">
            <a:extLst>
              <a:ext uri="{FF2B5EF4-FFF2-40B4-BE49-F238E27FC236}">
                <a16:creationId xmlns:a16="http://schemas.microsoft.com/office/drawing/2014/main" id="{0D75EA29-7CD1-4AE4-92CE-AC1B8E602CDF}"/>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
            <a:extLst>
              <a:ext uri="{FF2B5EF4-FFF2-40B4-BE49-F238E27FC236}">
                <a16:creationId xmlns:a16="http://schemas.microsoft.com/office/drawing/2014/main" id="{D4CB59B6-5FA4-45E3-BC8C-213AA7A12478}"/>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
            <a:extLst>
              <a:ext uri="{FF2B5EF4-FFF2-40B4-BE49-F238E27FC236}">
                <a16:creationId xmlns:a16="http://schemas.microsoft.com/office/drawing/2014/main" id="{E79A5818-1C34-4B5B-8520-5236ED34FB55}"/>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
            <a:extLst>
              <a:ext uri="{FF2B5EF4-FFF2-40B4-BE49-F238E27FC236}">
                <a16:creationId xmlns:a16="http://schemas.microsoft.com/office/drawing/2014/main" id="{D7055421-E1DD-4455-956F-EC630C8736AA}"/>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
            <a:extLst>
              <a:ext uri="{FF2B5EF4-FFF2-40B4-BE49-F238E27FC236}">
                <a16:creationId xmlns:a16="http://schemas.microsoft.com/office/drawing/2014/main" id="{5EA4AE99-C610-4AEC-96E9-67E75B8E884C}"/>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
            <a:extLst>
              <a:ext uri="{FF2B5EF4-FFF2-40B4-BE49-F238E27FC236}">
                <a16:creationId xmlns:a16="http://schemas.microsoft.com/office/drawing/2014/main" id="{6CFE9132-0BC1-461D-A1F1-06881AC58DC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
            <a:extLst>
              <a:ext uri="{FF2B5EF4-FFF2-40B4-BE49-F238E27FC236}">
                <a16:creationId xmlns:a16="http://schemas.microsoft.com/office/drawing/2014/main" id="{45813662-D7F1-4BE7-B186-778C7A001D69}"/>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
            <a:extLst>
              <a:ext uri="{FF2B5EF4-FFF2-40B4-BE49-F238E27FC236}">
                <a16:creationId xmlns:a16="http://schemas.microsoft.com/office/drawing/2014/main" id="{067D5B12-C4F3-4CF0-908F-32DDE8ACC9FA}"/>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
            <a:extLst>
              <a:ext uri="{FF2B5EF4-FFF2-40B4-BE49-F238E27FC236}">
                <a16:creationId xmlns:a16="http://schemas.microsoft.com/office/drawing/2014/main" id="{C8723331-A0F9-4F3E-951D-D290353D2386}"/>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example-sum">
            <a:extLst>
              <a:ext uri="{FF2B5EF4-FFF2-40B4-BE49-F238E27FC236}">
                <a16:creationId xmlns:a16="http://schemas.microsoft.com/office/drawing/2014/main" id="{E40355BF-1DF4-4323-A85B-EC02A41B5787}"/>
              </a:ext>
            </a:extLst>
          </p:cNvPr>
          <p:cNvSpPr>
            <a:spLocks noGrp="1"/>
          </p:cNvSpPr>
          <p:nvPr/>
        </p:nvSpPr>
        <p:spPr>
          <a:xfrm>
            <a:off x="2362200" y="4371975"/>
            <a:ext cx="8839200" cy="476250"/>
          </a:xfrm>
          <a:prstGeom prst="rect">
            <a:avLst/>
          </a:prstGeom>
          <a:noFill/>
          <a:ln w="0">
            <a:noFill/>
          </a:ln>
        </p:spPr>
        <p:txBody>
          <a:bodyPr wrap="none" lIns="0" tIns="0" rIns="0" bIns="0" anchor="t">
            <a:noAutofit/>
          </a:bodyPr>
          <a:lstStyle>
            <a:defPPr algn="l">
              <a:defRPr sz="2550" b="1">
                <a:solidFill>
                  <a:srgbClr val="9A5900"/>
                </a:solidFill>
                <a:latin typeface="Consolas"/>
                <a:ea typeface="Consolas"/>
                <a:cs typeface="Consolas"/>
              </a:defRPr>
            </a:defPPr>
          </a:lstStyle>
          <a:p>
            <a:pPr algn="l">
              <a:lnSpc>
                <a:spcPct val="108000"/>
              </a:lnSpc>
              <a:buNone/>
              <a:defRPr sz="2550" b="1">
                <a:solidFill>
                  <a:srgbClr val="9A5900"/>
                </a:solidFill>
                <a:latin typeface="Consolas"/>
                <a:ea typeface="Consolas"/>
                <a:cs typeface="Consolas"/>
              </a:defRPr>
            </a:pPr>
            <a:r>
              <a:rPr sz="2550" b="1">
                <a:solidFill>
                  <a:srgbClr val="9A5900"/>
                </a:solidFill>
                <a:latin typeface="Consolas"/>
                <a:ea typeface="Consolas"/>
                <a:cs typeface="Consolas"/>
              </a:rPr>
              <a:t>12 − 2 + 7 = 17</a:t>
            </a:r>
          </a:p>
        </p:txBody>
      </p:sp>
      <p:sp>
        <p:nvSpPr>
          <p:cNvPr id="19" name="whole-sum">
            <a:extLst>
              <a:ext uri="{FF2B5EF4-FFF2-40B4-BE49-F238E27FC236}">
                <a16:creationId xmlns:a16="http://schemas.microsoft.com/office/drawing/2014/main" id="{D217DD2B-2B0B-4B9D-BCDB-3D7078B06974}"/>
              </a:ext>
            </a:extLst>
          </p:cNvPr>
          <p:cNvSpPr>
            <a:spLocks noGrp="1"/>
          </p:cNvSpPr>
          <p:nvPr/>
        </p:nvSpPr>
        <p:spPr>
          <a:xfrm>
            <a:off x="2362200" y="5086350"/>
            <a:ext cx="8839200" cy="3810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배열 전체 합 = 12</a:t>
            </a:r>
          </a:p>
        </p:txBody>
      </p:sp>
      <p:sp>
        <p:nvSpPr>
          <p:cNvPr id="20" name="caption">
            <a:extLst>
              <a:ext uri="{FF2B5EF4-FFF2-40B4-BE49-F238E27FC236}">
                <a16:creationId xmlns:a16="http://schemas.microsoft.com/office/drawing/2014/main" id="{443A3463-BF41-4CF0-8008-BCCBA0B8C5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중간 칸을 건너뛸 수 없습니다. 음수 한 칸도 답이 될 수 있습니다.</a:t>
            </a:r>
          </a:p>
        </p:txBody>
      </p:sp>
    </p:spTree>
    <p:extLst>
      <p:ext uri="{BB962C8B-B14F-4D97-AF65-F5344CB8AC3E}">
        <p14:creationId xmlns:p14="http://schemas.microsoft.com/office/powerpoint/2010/main" val="14965737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B50D2665-BDEF-4C32-931F-EB1F82F519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623CA5-2C4B-430A-A31C-B18A6C2B4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A2F56C1-EE62-401A-8806-CDFFA1FFADF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가운데에서 나누면 후보는 세 종류</a:t>
            </a:r>
          </a:p>
        </p:txBody>
      </p:sp>
      <p:sp>
        <p:nvSpPr>
          <p:cNvPr id="4" name="diagram-line-2">
            <a:extLst>
              <a:ext uri="{FF2B5EF4-FFF2-40B4-BE49-F238E27FC236}">
                <a16:creationId xmlns:a16="http://schemas.microsoft.com/office/drawing/2014/main" id="{E1377842-11E2-458C-833B-D9984439163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F79B034-E606-419C-9B65-D323FFC670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0, high = 7, mid = 3입니다. 경계는 인덱스 3과 4 사이입니다.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안, 오른쪽 안, 경계를 걸치는 구간 중 가장 큰 합을 고릅니다.</a:t>
            </a:r>
          </a:p>
        </p:txBody>
      </p:sp>
      <p:sp>
        <p:nvSpPr>
          <p:cNvPr id="6" name="footer">
            <a:extLst>
              <a:ext uri="{FF2B5EF4-FFF2-40B4-BE49-F238E27FC236}">
                <a16:creationId xmlns:a16="http://schemas.microsoft.com/office/drawing/2014/main" id="{1EF6E758-35FD-4324-9603-E7C79E0C200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6EDD0BB-CF3F-4BF5-A8BF-554B46FDE06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95</a:t>
            </a:r>
            <a:endParaRPr sz="1050" b="0">
              <a:solidFill>
                <a:srgbClr val="151515"/>
              </a:solidFill>
              <a:latin typeface="Consolas"/>
              <a:ea typeface="Consolas"/>
              <a:cs typeface="Consolas"/>
            </a:endParaRPr>
          </a:p>
        </p:txBody>
      </p:sp>
      <p:sp>
        <p:nvSpPr>
          <p:cNvPr id="8" name="row-3-label">
            <a:extLst>
              <a:ext uri="{FF2B5EF4-FFF2-40B4-BE49-F238E27FC236}">
                <a16:creationId xmlns:a16="http://schemas.microsoft.com/office/drawing/2014/main" id="{6E0E701B-3CD2-4933-B0C8-226213BE60A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A9811B8C-6596-478D-9CCD-D68F0450EDEB}"/>
              </a:ext>
            </a:extLst>
          </p:cNvPr>
          <p:cNvGraphicFramePr/>
          <p:nvPr/>
        </p:nvGraphicFramePr>
        <p:xfrm>
          <a:off x="2362200" y="26860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3-0">
            <a:extLst>
              <a:ext uri="{FF2B5EF4-FFF2-40B4-BE49-F238E27FC236}">
                <a16:creationId xmlns:a16="http://schemas.microsoft.com/office/drawing/2014/main" id="{27DE34E5-504F-48FC-B9D6-24CAF7179327}"/>
              </a:ext>
            </a:extLst>
          </p:cNvPr>
          <p:cNvSpPr>
            <a:spLocks noGrp="1"/>
          </p:cNvSpPr>
          <p:nvPr/>
        </p:nvSpPr>
        <p:spPr>
          <a:xfrm>
            <a:off x="23622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3-1">
            <a:extLst>
              <a:ext uri="{FF2B5EF4-FFF2-40B4-BE49-F238E27FC236}">
                <a16:creationId xmlns:a16="http://schemas.microsoft.com/office/drawing/2014/main" id="{4CD0FBA7-EBA6-4F2A-B5CB-28854661657D}"/>
              </a:ext>
            </a:extLst>
          </p:cNvPr>
          <p:cNvSpPr>
            <a:spLocks noGrp="1"/>
          </p:cNvSpPr>
          <p:nvPr/>
        </p:nvSpPr>
        <p:spPr>
          <a:xfrm>
            <a:off x="34671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3-2">
            <a:extLst>
              <a:ext uri="{FF2B5EF4-FFF2-40B4-BE49-F238E27FC236}">
                <a16:creationId xmlns:a16="http://schemas.microsoft.com/office/drawing/2014/main" id="{BCBED81A-8B1B-4856-95DC-C744586A0EE7}"/>
              </a:ext>
            </a:extLst>
          </p:cNvPr>
          <p:cNvSpPr>
            <a:spLocks noGrp="1"/>
          </p:cNvSpPr>
          <p:nvPr/>
        </p:nvSpPr>
        <p:spPr>
          <a:xfrm>
            <a:off x="45720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3-3">
            <a:extLst>
              <a:ext uri="{FF2B5EF4-FFF2-40B4-BE49-F238E27FC236}">
                <a16:creationId xmlns:a16="http://schemas.microsoft.com/office/drawing/2014/main" id="{4F097352-ADD2-436A-B549-D6DA77C7B2B3}"/>
              </a:ext>
            </a:extLst>
          </p:cNvPr>
          <p:cNvSpPr>
            <a:spLocks noGrp="1"/>
          </p:cNvSpPr>
          <p:nvPr/>
        </p:nvSpPr>
        <p:spPr>
          <a:xfrm>
            <a:off x="56769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3-4">
            <a:extLst>
              <a:ext uri="{FF2B5EF4-FFF2-40B4-BE49-F238E27FC236}">
                <a16:creationId xmlns:a16="http://schemas.microsoft.com/office/drawing/2014/main" id="{9500CE8C-1F5E-4BBB-BE78-2D8520AEF3FF}"/>
              </a:ext>
            </a:extLst>
          </p:cNvPr>
          <p:cNvSpPr>
            <a:spLocks noGrp="1"/>
          </p:cNvSpPr>
          <p:nvPr/>
        </p:nvSpPr>
        <p:spPr>
          <a:xfrm>
            <a:off x="67818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3-5">
            <a:extLst>
              <a:ext uri="{FF2B5EF4-FFF2-40B4-BE49-F238E27FC236}">
                <a16:creationId xmlns:a16="http://schemas.microsoft.com/office/drawing/2014/main" id="{33DEB096-6B12-4A77-82CF-D31F438896A4}"/>
              </a:ext>
            </a:extLst>
          </p:cNvPr>
          <p:cNvSpPr>
            <a:spLocks noGrp="1"/>
          </p:cNvSpPr>
          <p:nvPr/>
        </p:nvSpPr>
        <p:spPr>
          <a:xfrm>
            <a:off x="78867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3-6">
            <a:extLst>
              <a:ext uri="{FF2B5EF4-FFF2-40B4-BE49-F238E27FC236}">
                <a16:creationId xmlns:a16="http://schemas.microsoft.com/office/drawing/2014/main" id="{9535B611-9995-48A2-96AA-F964A5E75F7C}"/>
              </a:ext>
            </a:extLst>
          </p:cNvPr>
          <p:cNvSpPr>
            <a:spLocks noGrp="1"/>
          </p:cNvSpPr>
          <p:nvPr/>
        </p:nvSpPr>
        <p:spPr>
          <a:xfrm>
            <a:off x="89916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3-7">
            <a:extLst>
              <a:ext uri="{FF2B5EF4-FFF2-40B4-BE49-F238E27FC236}">
                <a16:creationId xmlns:a16="http://schemas.microsoft.com/office/drawing/2014/main" id="{4B6D07A7-6479-4FDC-889F-D5F7DC35FF32}"/>
              </a:ext>
            </a:extLst>
          </p:cNvPr>
          <p:cNvSpPr>
            <a:spLocks noGrp="1"/>
          </p:cNvSpPr>
          <p:nvPr/>
        </p:nvSpPr>
        <p:spPr>
          <a:xfrm>
            <a:off x="100965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
            <a:extLst>
              <a:ext uri="{FF2B5EF4-FFF2-40B4-BE49-F238E27FC236}">
                <a16:creationId xmlns:a16="http://schemas.microsoft.com/office/drawing/2014/main" id="{6BA2EEC4-08A2-4091-B916-938A575168B5}"/>
              </a:ext>
            </a:extLst>
          </p:cNvPr>
          <p:cNvSpPr>
            <a:spLocks noGrp="1"/>
          </p:cNvSpPr>
          <p:nvPr/>
        </p:nvSpPr>
        <p:spPr>
          <a:xfrm>
            <a:off x="6772275" y="2628900"/>
            <a:ext cx="19050" cy="666750"/>
          </a:xfrm>
          <a:prstGeom prst="rect">
            <a:avLst/>
          </a:prstGeom>
          <a:solidFill>
            <a:srgbClr val="9A5900"/>
          </a:solidFill>
          <a:ln w="0">
            <a:noFill/>
          </a:ln>
        </p:spPr>
      </p:sp>
      <p:sp>
        <p:nvSpPr>
          <p:cNvPr id="19" name="row-5-label">
            <a:extLst>
              <a:ext uri="{FF2B5EF4-FFF2-40B4-BE49-F238E27FC236}">
                <a16:creationId xmlns:a16="http://schemas.microsoft.com/office/drawing/2014/main" id="{8C9769A8-5D48-4B29-A5A3-0EDA4FAEFA2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40BFF241-88F5-4881-9225-21A90E400F26}"/>
              </a:ext>
            </a:extLst>
          </p:cNvPr>
          <p:cNvGraphicFramePr/>
          <p:nvPr/>
        </p:nvGraphicFramePr>
        <p:xfrm>
          <a:off x="2362200" y="39624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5-0">
            <a:extLst>
              <a:ext uri="{FF2B5EF4-FFF2-40B4-BE49-F238E27FC236}">
                <a16:creationId xmlns:a16="http://schemas.microsoft.com/office/drawing/2014/main" id="{437701AF-3513-4CD8-A6BD-099BC26F59CE}"/>
              </a:ext>
            </a:extLst>
          </p:cNvPr>
          <p:cNvSpPr>
            <a:spLocks noGrp="1"/>
          </p:cNvSpPr>
          <p:nvPr/>
        </p:nvSpPr>
        <p:spPr>
          <a:xfrm>
            <a:off x="23622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5-1">
            <a:extLst>
              <a:ext uri="{FF2B5EF4-FFF2-40B4-BE49-F238E27FC236}">
                <a16:creationId xmlns:a16="http://schemas.microsoft.com/office/drawing/2014/main" id="{CE4D1073-B27B-442E-9940-F115744A9A4A}"/>
              </a:ext>
            </a:extLst>
          </p:cNvPr>
          <p:cNvSpPr>
            <a:spLocks noGrp="1"/>
          </p:cNvSpPr>
          <p:nvPr/>
        </p:nvSpPr>
        <p:spPr>
          <a:xfrm>
            <a:off x="34671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5-2">
            <a:extLst>
              <a:ext uri="{FF2B5EF4-FFF2-40B4-BE49-F238E27FC236}">
                <a16:creationId xmlns:a16="http://schemas.microsoft.com/office/drawing/2014/main" id="{6D0D140A-CF92-4887-837E-919DEC8ACB27}"/>
              </a:ext>
            </a:extLst>
          </p:cNvPr>
          <p:cNvSpPr>
            <a:spLocks noGrp="1"/>
          </p:cNvSpPr>
          <p:nvPr/>
        </p:nvSpPr>
        <p:spPr>
          <a:xfrm>
            <a:off x="45720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5-3">
            <a:extLst>
              <a:ext uri="{FF2B5EF4-FFF2-40B4-BE49-F238E27FC236}">
                <a16:creationId xmlns:a16="http://schemas.microsoft.com/office/drawing/2014/main" id="{A54BB76C-C5CE-4AF8-923F-8D663B85AA1D}"/>
              </a:ext>
            </a:extLst>
          </p:cNvPr>
          <p:cNvSpPr>
            <a:spLocks noGrp="1"/>
          </p:cNvSpPr>
          <p:nvPr/>
        </p:nvSpPr>
        <p:spPr>
          <a:xfrm>
            <a:off x="56769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5-4">
            <a:extLst>
              <a:ext uri="{FF2B5EF4-FFF2-40B4-BE49-F238E27FC236}">
                <a16:creationId xmlns:a16="http://schemas.microsoft.com/office/drawing/2014/main" id="{2A6FE0A7-3FB1-4D68-8639-85269BEFD3C5}"/>
              </a:ext>
            </a:extLst>
          </p:cNvPr>
          <p:cNvSpPr>
            <a:spLocks noGrp="1"/>
          </p:cNvSpPr>
          <p:nvPr/>
        </p:nvSpPr>
        <p:spPr>
          <a:xfrm>
            <a:off x="67818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5-5">
            <a:extLst>
              <a:ext uri="{FF2B5EF4-FFF2-40B4-BE49-F238E27FC236}">
                <a16:creationId xmlns:a16="http://schemas.microsoft.com/office/drawing/2014/main" id="{F6FCED8D-13A4-4FE9-97FC-0591B806F942}"/>
              </a:ext>
            </a:extLst>
          </p:cNvPr>
          <p:cNvSpPr>
            <a:spLocks noGrp="1"/>
          </p:cNvSpPr>
          <p:nvPr/>
        </p:nvSpPr>
        <p:spPr>
          <a:xfrm>
            <a:off x="78867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5-6">
            <a:extLst>
              <a:ext uri="{FF2B5EF4-FFF2-40B4-BE49-F238E27FC236}">
                <a16:creationId xmlns:a16="http://schemas.microsoft.com/office/drawing/2014/main" id="{FF2573D7-243B-4270-A8A3-6110977B0035}"/>
              </a:ext>
            </a:extLst>
          </p:cNvPr>
          <p:cNvSpPr>
            <a:spLocks noGrp="1"/>
          </p:cNvSpPr>
          <p:nvPr/>
        </p:nvSpPr>
        <p:spPr>
          <a:xfrm>
            <a:off x="89916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5-7">
            <a:extLst>
              <a:ext uri="{FF2B5EF4-FFF2-40B4-BE49-F238E27FC236}">
                <a16:creationId xmlns:a16="http://schemas.microsoft.com/office/drawing/2014/main" id="{4ADB2D34-B6C2-42EF-B317-ED36EC0FB50F}"/>
              </a:ext>
            </a:extLst>
          </p:cNvPr>
          <p:cNvSpPr>
            <a:spLocks noGrp="1"/>
          </p:cNvSpPr>
          <p:nvPr/>
        </p:nvSpPr>
        <p:spPr>
          <a:xfrm>
            <a:off x="100965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diagram-line-6">
            <a:extLst>
              <a:ext uri="{FF2B5EF4-FFF2-40B4-BE49-F238E27FC236}">
                <a16:creationId xmlns:a16="http://schemas.microsoft.com/office/drawing/2014/main" id="{07338B1D-6FE6-4D2A-8F1E-2F31DB35C320}"/>
              </a:ext>
            </a:extLst>
          </p:cNvPr>
          <p:cNvSpPr>
            <a:spLocks noGrp="1"/>
          </p:cNvSpPr>
          <p:nvPr/>
        </p:nvSpPr>
        <p:spPr>
          <a:xfrm>
            <a:off x="6772275" y="3905250"/>
            <a:ext cx="19050" cy="666750"/>
          </a:xfrm>
          <a:prstGeom prst="rect">
            <a:avLst/>
          </a:prstGeom>
          <a:solidFill>
            <a:srgbClr val="9A5900"/>
          </a:solidFill>
          <a:ln w="0">
            <a:noFill/>
          </a:ln>
        </p:spPr>
      </p:sp>
      <p:sp>
        <p:nvSpPr>
          <p:cNvPr id="30" name="row-7-label">
            <a:extLst>
              <a:ext uri="{FF2B5EF4-FFF2-40B4-BE49-F238E27FC236}">
                <a16:creationId xmlns:a16="http://schemas.microsoft.com/office/drawing/2014/main" id="{3909D099-2F32-4BEC-B6EB-42C14A0B6BD0}"/>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경계를 걸침</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3B00FE7C-A2AA-454D-9755-551598F48F31}"/>
              </a:ext>
            </a:extLst>
          </p:cNvPr>
          <p:cNvGraphicFramePr/>
          <p:nvPr/>
        </p:nvGraphicFramePr>
        <p:xfrm>
          <a:off x="2362200" y="52387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7-0">
            <a:extLst>
              <a:ext uri="{FF2B5EF4-FFF2-40B4-BE49-F238E27FC236}">
                <a16:creationId xmlns:a16="http://schemas.microsoft.com/office/drawing/2014/main" id="{020BE4F4-E879-441E-A423-CA0CF709B8CD}"/>
              </a:ext>
            </a:extLst>
          </p:cNvPr>
          <p:cNvSpPr>
            <a:spLocks noGrp="1"/>
          </p:cNvSpPr>
          <p:nvPr/>
        </p:nvSpPr>
        <p:spPr>
          <a:xfrm>
            <a:off x="23622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1">
            <a:extLst>
              <a:ext uri="{FF2B5EF4-FFF2-40B4-BE49-F238E27FC236}">
                <a16:creationId xmlns:a16="http://schemas.microsoft.com/office/drawing/2014/main" id="{2476ED26-6558-4982-8059-A73A4ADA84BE}"/>
              </a:ext>
            </a:extLst>
          </p:cNvPr>
          <p:cNvSpPr>
            <a:spLocks noGrp="1"/>
          </p:cNvSpPr>
          <p:nvPr/>
        </p:nvSpPr>
        <p:spPr>
          <a:xfrm>
            <a:off x="34671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
            <a:extLst>
              <a:ext uri="{FF2B5EF4-FFF2-40B4-BE49-F238E27FC236}">
                <a16:creationId xmlns:a16="http://schemas.microsoft.com/office/drawing/2014/main" id="{771BDC92-F659-4F44-899B-DEA8D0576F9E}"/>
              </a:ext>
            </a:extLst>
          </p:cNvPr>
          <p:cNvSpPr>
            <a:spLocks noGrp="1"/>
          </p:cNvSpPr>
          <p:nvPr/>
        </p:nvSpPr>
        <p:spPr>
          <a:xfrm>
            <a:off x="45720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3">
            <a:extLst>
              <a:ext uri="{FF2B5EF4-FFF2-40B4-BE49-F238E27FC236}">
                <a16:creationId xmlns:a16="http://schemas.microsoft.com/office/drawing/2014/main" id="{E5FF3805-8023-4063-AF8C-F447D4ECEFEE}"/>
              </a:ext>
            </a:extLst>
          </p:cNvPr>
          <p:cNvSpPr>
            <a:spLocks noGrp="1"/>
          </p:cNvSpPr>
          <p:nvPr/>
        </p:nvSpPr>
        <p:spPr>
          <a:xfrm>
            <a:off x="56769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4">
            <a:extLst>
              <a:ext uri="{FF2B5EF4-FFF2-40B4-BE49-F238E27FC236}">
                <a16:creationId xmlns:a16="http://schemas.microsoft.com/office/drawing/2014/main" id="{8E6194B8-9037-49DD-A387-189BF091D21B}"/>
              </a:ext>
            </a:extLst>
          </p:cNvPr>
          <p:cNvSpPr>
            <a:spLocks noGrp="1"/>
          </p:cNvSpPr>
          <p:nvPr/>
        </p:nvSpPr>
        <p:spPr>
          <a:xfrm>
            <a:off x="67818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5">
            <a:extLst>
              <a:ext uri="{FF2B5EF4-FFF2-40B4-BE49-F238E27FC236}">
                <a16:creationId xmlns:a16="http://schemas.microsoft.com/office/drawing/2014/main" id="{E1C6BA1F-7539-46E9-B3D6-2ACDBF360D77}"/>
              </a:ext>
            </a:extLst>
          </p:cNvPr>
          <p:cNvSpPr>
            <a:spLocks noGrp="1"/>
          </p:cNvSpPr>
          <p:nvPr/>
        </p:nvSpPr>
        <p:spPr>
          <a:xfrm>
            <a:off x="78867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6">
            <a:extLst>
              <a:ext uri="{FF2B5EF4-FFF2-40B4-BE49-F238E27FC236}">
                <a16:creationId xmlns:a16="http://schemas.microsoft.com/office/drawing/2014/main" id="{14BB1151-34C3-4ABA-B92C-71F2FE2819F5}"/>
              </a:ext>
            </a:extLst>
          </p:cNvPr>
          <p:cNvSpPr>
            <a:spLocks noGrp="1"/>
          </p:cNvSpPr>
          <p:nvPr/>
        </p:nvSpPr>
        <p:spPr>
          <a:xfrm>
            <a:off x="89916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7">
            <a:extLst>
              <a:ext uri="{FF2B5EF4-FFF2-40B4-BE49-F238E27FC236}">
                <a16:creationId xmlns:a16="http://schemas.microsoft.com/office/drawing/2014/main" id="{3F10EE24-024A-4E0F-A22A-05358E471E09}"/>
              </a:ext>
            </a:extLst>
          </p:cNvPr>
          <p:cNvSpPr>
            <a:spLocks noGrp="1"/>
          </p:cNvSpPr>
          <p:nvPr/>
        </p:nvSpPr>
        <p:spPr>
          <a:xfrm>
            <a:off x="100965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diagram-line-8">
            <a:extLst>
              <a:ext uri="{FF2B5EF4-FFF2-40B4-BE49-F238E27FC236}">
                <a16:creationId xmlns:a16="http://schemas.microsoft.com/office/drawing/2014/main" id="{A735D52D-10F4-4829-8DAE-8390FF3AB8F3}"/>
              </a:ext>
            </a:extLst>
          </p:cNvPr>
          <p:cNvSpPr>
            <a:spLocks noGrp="1"/>
          </p:cNvSpPr>
          <p:nvPr/>
        </p:nvSpPr>
        <p:spPr>
          <a:xfrm>
            <a:off x="6772275" y="5181600"/>
            <a:ext cx="19050" cy="666750"/>
          </a:xfrm>
          <a:prstGeom prst="rect">
            <a:avLst/>
          </a:prstGeom>
          <a:solidFill>
            <a:srgbClr val="9A5900"/>
          </a:solidFill>
          <a:ln w="0">
            <a:noFill/>
          </a:ln>
        </p:spPr>
      </p:sp>
      <p:sp>
        <p:nvSpPr>
          <p:cNvPr id="41" name="caption">
            <a:extLst>
              <a:ext uri="{FF2B5EF4-FFF2-40B4-BE49-F238E27FC236}">
                <a16:creationId xmlns:a16="http://schemas.microsoft.com/office/drawing/2014/main" id="{FB398351-293E-47A7-B3AD-82D1F39F6ED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세 줄은 후보의 종류를 보여 주는 예입니다. 실제 최댓값은 다음 과정에서 구합니다.</a:t>
            </a:r>
          </a:p>
        </p:txBody>
      </p:sp>
    </p:spTree>
    <p:extLst>
      <p:ext uri="{BB962C8B-B14F-4D97-AF65-F5344CB8AC3E}">
        <p14:creationId xmlns:p14="http://schemas.microsoft.com/office/powerpoint/2010/main" val="32562850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4003F8B4-6231-4101-BF07-4289290C25A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61E24E-2722-4BD7-9AD0-966A2614F2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3E2985-7F5B-4E22-BAC8-522C4E28ED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걸친 구간은 경계의 두 칸을 포함</a:t>
            </a:r>
          </a:p>
        </p:txBody>
      </p:sp>
      <p:sp>
        <p:nvSpPr>
          <p:cNvPr id="4" name="diagram-line-9">
            <a:extLst>
              <a:ext uri="{FF2B5EF4-FFF2-40B4-BE49-F238E27FC236}">
                <a16:creationId xmlns:a16="http://schemas.microsoft.com/office/drawing/2014/main" id="{9859A67B-BD37-4883-B354-A32F12E912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7EB2BC5-0A40-49D0-AEA2-4900C85FE4D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마지막 칸 a[mid]와 오른쪽 첫 칸 a[mid + 1]은 빠질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mid에서 왼쪽으로, 오른쪽은 mid + 1에서 오른쪽으로 늘립니다.</a:t>
            </a:r>
          </a:p>
        </p:txBody>
      </p:sp>
      <p:sp>
        <p:nvSpPr>
          <p:cNvPr id="6" name="footer">
            <a:extLst>
              <a:ext uri="{FF2B5EF4-FFF2-40B4-BE49-F238E27FC236}">
                <a16:creationId xmlns:a16="http://schemas.microsoft.com/office/drawing/2014/main" id="{443DE0B0-A6D4-4815-825B-06D0FD7B97F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5C0B139-45CD-4CD5-99EC-302F31A7DD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96</a:t>
            </a:r>
            <a:endParaRPr sz="1050" b="0">
              <a:solidFill>
                <a:srgbClr val="151515"/>
              </a:solidFill>
              <a:latin typeface="Consolas"/>
              <a:ea typeface="Consolas"/>
              <a:cs typeface="Consolas"/>
            </a:endParaRPr>
          </a:p>
        </p:txBody>
      </p:sp>
      <p:sp>
        <p:nvSpPr>
          <p:cNvPr id="8" name="row-10-label">
            <a:extLst>
              <a:ext uri="{FF2B5EF4-FFF2-40B4-BE49-F238E27FC236}">
                <a16:creationId xmlns:a16="http://schemas.microsoft.com/office/drawing/2014/main" id="{62A52E97-EF34-4AA2-AF99-D07777484944}"/>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꼭 포함할 칸</a:t>
            </a:r>
          </a:p>
        </p:txBody>
      </p:sp>
      <p:graphicFrame>
        <p:nvGraphicFramePr>
          <p:cNvPr id="9" name="표 8">
            <a:extLst>
              <a:ext uri="{FF2B5EF4-FFF2-40B4-BE49-F238E27FC236}">
                <a16:creationId xmlns:a16="http://schemas.microsoft.com/office/drawing/2014/main" id="{7BCED8B1-3BDF-4CCD-9655-E4F6EE98D40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0">
            <a:extLst>
              <a:ext uri="{FF2B5EF4-FFF2-40B4-BE49-F238E27FC236}">
                <a16:creationId xmlns:a16="http://schemas.microsoft.com/office/drawing/2014/main" id="{33716298-7CCE-40FB-8DEB-7F7BC46591E3}"/>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
            <a:extLst>
              <a:ext uri="{FF2B5EF4-FFF2-40B4-BE49-F238E27FC236}">
                <a16:creationId xmlns:a16="http://schemas.microsoft.com/office/drawing/2014/main" id="{98890A67-0349-4578-BD5F-4B4266F2872B}"/>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2">
            <a:extLst>
              <a:ext uri="{FF2B5EF4-FFF2-40B4-BE49-F238E27FC236}">
                <a16:creationId xmlns:a16="http://schemas.microsoft.com/office/drawing/2014/main" id="{0DF5AB67-8E7A-48A8-9A5A-4C478502910B}"/>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3">
            <a:extLst>
              <a:ext uri="{FF2B5EF4-FFF2-40B4-BE49-F238E27FC236}">
                <a16:creationId xmlns:a16="http://schemas.microsoft.com/office/drawing/2014/main" id="{948BDD75-F9B0-4147-B1D5-5850494CC65E}"/>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
            <a:extLst>
              <a:ext uri="{FF2B5EF4-FFF2-40B4-BE49-F238E27FC236}">
                <a16:creationId xmlns:a16="http://schemas.microsoft.com/office/drawing/2014/main" id="{C3191CBD-9547-4B4A-AEBC-DD55E041946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5">
            <a:extLst>
              <a:ext uri="{FF2B5EF4-FFF2-40B4-BE49-F238E27FC236}">
                <a16:creationId xmlns:a16="http://schemas.microsoft.com/office/drawing/2014/main" id="{ED598636-4F83-4BF2-BBA9-359AA4F80BDF}"/>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6">
            <a:extLst>
              <a:ext uri="{FF2B5EF4-FFF2-40B4-BE49-F238E27FC236}">
                <a16:creationId xmlns:a16="http://schemas.microsoft.com/office/drawing/2014/main" id="{0F819DD5-42F9-4A60-A796-CAB228AFA4BD}"/>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7">
            <a:extLst>
              <a:ext uri="{FF2B5EF4-FFF2-40B4-BE49-F238E27FC236}">
                <a16:creationId xmlns:a16="http://schemas.microsoft.com/office/drawing/2014/main" id="{38623BCF-D3E1-4307-947F-579B9ADDC470}"/>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
            <a:extLst>
              <a:ext uri="{FF2B5EF4-FFF2-40B4-BE49-F238E27FC236}">
                <a16:creationId xmlns:a16="http://schemas.microsoft.com/office/drawing/2014/main" id="{0A0C0E05-0D11-4344-87EF-7FE68D5364FF}"/>
              </a:ext>
            </a:extLst>
          </p:cNvPr>
          <p:cNvSpPr>
            <a:spLocks noGrp="1"/>
          </p:cNvSpPr>
          <p:nvPr/>
        </p:nvSpPr>
        <p:spPr>
          <a:xfrm>
            <a:off x="6772275" y="2781300"/>
            <a:ext cx="19050" cy="666750"/>
          </a:xfrm>
          <a:prstGeom prst="rect">
            <a:avLst/>
          </a:prstGeom>
          <a:solidFill>
            <a:srgbClr val="9A5900"/>
          </a:solidFill>
          <a:ln w="0">
            <a:noFill/>
          </a:ln>
        </p:spPr>
      </p:sp>
      <p:sp>
        <p:nvSpPr>
          <p:cNvPr id="19" name="left-direction">
            <a:extLst>
              <a:ext uri="{FF2B5EF4-FFF2-40B4-BE49-F238E27FC236}">
                <a16:creationId xmlns:a16="http://schemas.microsoft.com/office/drawing/2014/main" id="{72D7663E-16C4-4037-955C-5B420A9E07C1}"/>
              </a:ext>
            </a:extLst>
          </p:cNvPr>
          <p:cNvSpPr>
            <a:spLocks noGrp="1"/>
          </p:cNvSpPr>
          <p:nvPr/>
        </p:nvSpPr>
        <p:spPr>
          <a:xfrm>
            <a:off x="2362200" y="4362450"/>
            <a:ext cx="4419600" cy="400050"/>
          </a:xfrm>
          <a:prstGeom prst="rect">
            <a:avLst/>
          </a:prstGeom>
          <a:noFill/>
          <a:ln w="0">
            <a:noFill/>
          </a:ln>
        </p:spPr>
        <p:txBody>
          <a:bodyPr wrap="none" lIns="0" tIns="0" rIns="0" bIns="0" anchor="t">
            <a:noAutofit/>
          </a:bodyPr>
          <a:lstStyle>
            <a:defPPr algn="l">
              <a:defRPr sz="2100" b="1">
                <a:solidFill>
                  <a:srgbClr val="1D5A8A"/>
                </a:solidFill>
                <a:latin typeface="Malgun Gothic"/>
                <a:ea typeface="Malgun Gothic"/>
                <a:cs typeface="Malgun Gothic"/>
              </a:defRPr>
            </a:defPPr>
          </a:lstStyle>
          <a:p>
            <a:pPr algn="l">
              <a:lnSpc>
                <a:spcPct val="108000"/>
              </a:lnSpc>
              <a:buNone/>
              <a:defRPr sz="2100" b="1">
                <a:solidFill>
                  <a:srgbClr val="1D5A8A"/>
                </a:solidFill>
                <a:latin typeface="Malgun Gothic"/>
                <a:ea typeface="Malgun Gothic"/>
                <a:cs typeface="Malgun Gothic"/>
              </a:defRPr>
            </a:pPr>
            <a:r>
              <a:rPr sz="2100" b="1">
                <a:solidFill>
                  <a:srgbClr val="1D5A8A"/>
                </a:solidFill>
                <a:latin typeface="Malgun Gothic"/>
                <a:ea typeface="Malgun Gothic"/>
                <a:cs typeface="Malgun Gothic"/>
              </a:rPr>
              <a:t>← 왼쪽 시작을 늘림</a:t>
            </a:r>
          </a:p>
        </p:txBody>
      </p:sp>
      <p:sp>
        <p:nvSpPr>
          <p:cNvPr id="20" name="right-direction">
            <a:extLst>
              <a:ext uri="{FF2B5EF4-FFF2-40B4-BE49-F238E27FC236}">
                <a16:creationId xmlns:a16="http://schemas.microsoft.com/office/drawing/2014/main" id="{D572EF5F-9045-4A43-99A4-354C10964C54}"/>
              </a:ext>
            </a:extLst>
          </p:cNvPr>
          <p:cNvSpPr>
            <a:spLocks noGrp="1"/>
          </p:cNvSpPr>
          <p:nvPr/>
        </p:nvSpPr>
        <p:spPr>
          <a:xfrm>
            <a:off x="6781800" y="4362450"/>
            <a:ext cx="4419600" cy="400050"/>
          </a:xfrm>
          <a:prstGeom prst="rect">
            <a:avLst/>
          </a:prstGeom>
          <a:noFill/>
          <a:ln w="0">
            <a:noFill/>
          </a:ln>
        </p:spPr>
        <p:txBody>
          <a:bodyPr wrap="none" lIns="0" tIns="0" rIns="0" bIns="0" anchor="t">
            <a:noAutofit/>
          </a:bodyPr>
          <a:lstStyle>
            <a:defPPr algn="r">
              <a:defRPr sz="2100" b="1">
                <a:solidFill>
                  <a:srgbClr val="256B50"/>
                </a:solidFill>
                <a:latin typeface="Malgun Gothic"/>
                <a:ea typeface="Malgun Gothic"/>
                <a:cs typeface="Malgun Gothic"/>
              </a:defRPr>
            </a:defPPr>
          </a:lstStyle>
          <a:p>
            <a:pPr algn="r">
              <a:lnSpc>
                <a:spcPct val="108000"/>
              </a:lnSpc>
              <a:buNone/>
              <a:defRPr sz="2100" b="1">
                <a:solidFill>
                  <a:srgbClr val="256B50"/>
                </a:solidFill>
                <a:latin typeface="Malgun Gothic"/>
                <a:ea typeface="Malgun Gothic"/>
                <a:cs typeface="Malgun Gothic"/>
              </a:defRPr>
            </a:pPr>
            <a:r>
              <a:rPr sz="2100" b="1">
                <a:solidFill>
                  <a:srgbClr val="256B50"/>
                </a:solidFill>
                <a:latin typeface="Malgun Gothic"/>
                <a:ea typeface="Malgun Gothic"/>
                <a:cs typeface="Malgun Gothic"/>
              </a:rPr>
              <a:t>오른쪽 끝을 늘림 →</a:t>
            </a:r>
          </a:p>
        </p:txBody>
      </p:sp>
      <p:sp>
        <p:nvSpPr>
          <p:cNvPr id="21" name="boundary-meaning">
            <a:extLst>
              <a:ext uri="{FF2B5EF4-FFF2-40B4-BE49-F238E27FC236}">
                <a16:creationId xmlns:a16="http://schemas.microsoft.com/office/drawing/2014/main" id="{B8A8FA85-BF74-4B9A-BB9A-2150D426B76F}"/>
              </a:ext>
            </a:extLst>
          </p:cNvPr>
          <p:cNvSpPr>
            <a:spLocks noGrp="1"/>
          </p:cNvSpPr>
          <p:nvPr/>
        </p:nvSpPr>
        <p:spPr>
          <a:xfrm>
            <a:off x="2362200" y="5086350"/>
            <a:ext cx="8839200" cy="4191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왼쪽 끝 = mid                오른쪽 시작 = mid + 1</a:t>
            </a:r>
          </a:p>
        </p:txBody>
      </p:sp>
      <p:sp>
        <p:nvSpPr>
          <p:cNvPr id="22" name="caption">
            <a:extLst>
              <a:ext uri="{FF2B5EF4-FFF2-40B4-BE49-F238E27FC236}">
                <a16:creationId xmlns:a16="http://schemas.microsoft.com/office/drawing/2014/main" id="{F67E101A-7BE4-40AE-843E-B71C2C02DB6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left_sum과 right_sum은 경계에 붙은 구간의 합입니다.</a:t>
            </a:r>
          </a:p>
        </p:txBody>
      </p:sp>
    </p:spTree>
    <p:extLst>
      <p:ext uri="{BB962C8B-B14F-4D97-AF65-F5344CB8AC3E}">
        <p14:creationId xmlns:p14="http://schemas.microsoft.com/office/powerpoint/2010/main" val="229292958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0E17F73E-7737-4222-B531-153B18D795D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73625F3-48B9-4BA1-8464-C9D89289D49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5E557E-EACE-4155-8BBE-7B538EF8A6B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left_max + right_max는 답이 아닙니다</a:t>
            </a:r>
          </a:p>
        </p:txBody>
      </p:sp>
      <p:sp>
        <p:nvSpPr>
          <p:cNvPr id="4" name="diagram-line-12">
            <a:extLst>
              <a:ext uri="{FF2B5EF4-FFF2-40B4-BE49-F238E27FC236}">
                <a16:creationId xmlns:a16="http://schemas.microsoft.com/office/drawing/2014/main" id="{4F2CD007-8DD7-4084-9455-A555AC7481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2012509-F49D-4B83-8855-C5B155672D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왼쪽에서 12, 오른쪽에서 7을 따로 찾더라도 12 + 7 = 19는 안 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경계를 걸치려면 두 값 사이의 −2를 함께 더해야 합니다.</a:t>
            </a:r>
          </a:p>
        </p:txBody>
      </p:sp>
      <p:sp>
        <p:nvSpPr>
          <p:cNvPr id="6" name="footer">
            <a:extLst>
              <a:ext uri="{FF2B5EF4-FFF2-40B4-BE49-F238E27FC236}">
                <a16:creationId xmlns:a16="http://schemas.microsoft.com/office/drawing/2014/main" id="{7BAFEE5B-C8ED-470D-9101-C112AEC9306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4239F5-C443-48E7-8C41-7D54F9DA46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97</a:t>
            </a:r>
            <a:endParaRPr sz="1050" b="0">
              <a:solidFill>
                <a:srgbClr val="151515"/>
              </a:solidFill>
              <a:latin typeface="Consolas"/>
              <a:ea typeface="Consolas"/>
              <a:cs typeface="Consolas"/>
            </a:endParaRPr>
          </a:p>
        </p:txBody>
      </p:sp>
      <p:sp>
        <p:nvSpPr>
          <p:cNvPr id="8" name="row-13-label">
            <a:extLst>
              <a:ext uri="{FF2B5EF4-FFF2-40B4-BE49-F238E27FC236}">
                <a16:creationId xmlns:a16="http://schemas.microsoft.com/office/drawing/2014/main" id="{D9E15159-3E67-4F4E-92B8-A76559757ABA}"/>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잘못 고른 칸</a:t>
            </a:r>
          </a:p>
        </p:txBody>
      </p:sp>
      <p:graphicFrame>
        <p:nvGraphicFramePr>
          <p:cNvPr id="9" name="표 8">
            <a:extLst>
              <a:ext uri="{FF2B5EF4-FFF2-40B4-BE49-F238E27FC236}">
                <a16:creationId xmlns:a16="http://schemas.microsoft.com/office/drawing/2014/main" id="{01797915-0140-4BD5-AC58-86E817A3DF14}"/>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FE7E3"/>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FE7E3"/>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3-0">
            <a:extLst>
              <a:ext uri="{FF2B5EF4-FFF2-40B4-BE49-F238E27FC236}">
                <a16:creationId xmlns:a16="http://schemas.microsoft.com/office/drawing/2014/main" id="{F676D915-C861-4B44-A8C1-5300DC965784}"/>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
            <a:extLst>
              <a:ext uri="{FF2B5EF4-FFF2-40B4-BE49-F238E27FC236}">
                <a16:creationId xmlns:a16="http://schemas.microsoft.com/office/drawing/2014/main" id="{2922B05C-8738-4699-B364-1CA106D05CBC}"/>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2">
            <a:extLst>
              <a:ext uri="{FF2B5EF4-FFF2-40B4-BE49-F238E27FC236}">
                <a16:creationId xmlns:a16="http://schemas.microsoft.com/office/drawing/2014/main" id="{4520EA77-F789-481B-90DB-5AFF93BF1E80}"/>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3">
            <a:extLst>
              <a:ext uri="{FF2B5EF4-FFF2-40B4-BE49-F238E27FC236}">
                <a16:creationId xmlns:a16="http://schemas.microsoft.com/office/drawing/2014/main" id="{47C41F26-04F7-4C8C-9B2F-BCCF740C2240}"/>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4">
            <a:extLst>
              <a:ext uri="{FF2B5EF4-FFF2-40B4-BE49-F238E27FC236}">
                <a16:creationId xmlns:a16="http://schemas.microsoft.com/office/drawing/2014/main" id="{B2E0AB49-02A3-4A07-AED2-93B4F167D58B}"/>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
            <a:extLst>
              <a:ext uri="{FF2B5EF4-FFF2-40B4-BE49-F238E27FC236}">
                <a16:creationId xmlns:a16="http://schemas.microsoft.com/office/drawing/2014/main" id="{58F6C7AE-4BBC-4FD7-B356-171991E5C13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6">
            <a:extLst>
              <a:ext uri="{FF2B5EF4-FFF2-40B4-BE49-F238E27FC236}">
                <a16:creationId xmlns:a16="http://schemas.microsoft.com/office/drawing/2014/main" id="{9C25AC04-8ECB-4E12-932E-EEEBF5C0484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7">
            <a:extLst>
              <a:ext uri="{FF2B5EF4-FFF2-40B4-BE49-F238E27FC236}">
                <a16:creationId xmlns:a16="http://schemas.microsoft.com/office/drawing/2014/main" id="{EA270183-3621-49BE-9E91-61CAA939C403}"/>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invalid-sum">
            <a:extLst>
              <a:ext uri="{FF2B5EF4-FFF2-40B4-BE49-F238E27FC236}">
                <a16:creationId xmlns:a16="http://schemas.microsoft.com/office/drawing/2014/main" id="{A9034245-28FE-4554-8ADE-AD1022C245B2}"/>
              </a:ext>
            </a:extLst>
          </p:cNvPr>
          <p:cNvSpPr>
            <a:spLocks noGrp="1"/>
          </p:cNvSpPr>
          <p:nvPr/>
        </p:nvSpPr>
        <p:spPr>
          <a:xfrm>
            <a:off x="2362200" y="3971925"/>
            <a:ext cx="8839200" cy="400050"/>
          </a:xfrm>
          <a:prstGeom prst="rect">
            <a:avLst/>
          </a:prstGeom>
          <a:noFill/>
          <a:ln w="0">
            <a:noFill/>
          </a:ln>
        </p:spPr>
        <p:txBody>
          <a:bodyPr wrap="none" lIns="0" tIns="0" rIns="0" bIns="0" anchor="t">
            <a:noAutofit/>
          </a:bodyPr>
          <a:lstStyle>
            <a:defPPr algn="l">
              <a:defRPr sz="2100" b="1">
                <a:solidFill>
                  <a:srgbClr val="A33E35"/>
                </a:solidFill>
                <a:latin typeface="Malgun Gothic"/>
                <a:ea typeface="Malgun Gothic"/>
                <a:cs typeface="Malgun Gothic"/>
              </a:defRPr>
            </a:defPPr>
          </a:lstStyle>
          <a:p>
            <a:pPr algn="l">
              <a:lnSpc>
                <a:spcPct val="108000"/>
              </a:lnSpc>
              <a:buNone/>
              <a:defRPr sz="2100" b="1">
                <a:solidFill>
                  <a:srgbClr val="A33E35"/>
                </a:solidFill>
                <a:latin typeface="Malgun Gothic"/>
                <a:ea typeface="Malgun Gothic"/>
                <a:cs typeface="Malgun Gothic"/>
              </a:defRPr>
            </a:pPr>
            <a:r>
              <a:rPr sz="2100" b="1">
                <a:solidFill>
                  <a:srgbClr val="A33E35"/>
                </a:solidFill>
                <a:latin typeface="Malgun Gothic"/>
                <a:ea typeface="Malgun Gothic"/>
                <a:cs typeface="Malgun Gothic"/>
              </a:rPr>
              <a:t>12 + 7 = 19   →   중간 −2를 빠뜨림</a:t>
            </a:r>
          </a:p>
        </p:txBody>
      </p:sp>
      <p:sp>
        <p:nvSpPr>
          <p:cNvPr id="19" name="row-14-label">
            <a:extLst>
              <a:ext uri="{FF2B5EF4-FFF2-40B4-BE49-F238E27FC236}">
                <a16:creationId xmlns:a16="http://schemas.microsoft.com/office/drawing/2014/main" id="{D1A05CE5-A0D5-435C-A390-9E431D958EC7}"/>
              </a:ext>
            </a:extLst>
          </p:cNvPr>
          <p:cNvSpPr>
            <a:spLocks noGrp="1"/>
          </p:cNvSpPr>
          <p:nvPr/>
        </p:nvSpPr>
        <p:spPr>
          <a:xfrm>
            <a:off x="609600" y="4876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연속한 구간</a:t>
            </a:r>
          </a:p>
        </p:txBody>
      </p:sp>
      <p:graphicFrame>
        <p:nvGraphicFramePr>
          <p:cNvPr id="20" name="표 19">
            <a:extLst>
              <a:ext uri="{FF2B5EF4-FFF2-40B4-BE49-F238E27FC236}">
                <a16:creationId xmlns:a16="http://schemas.microsoft.com/office/drawing/2014/main" id="{786C0A64-3EB3-44E6-B351-46CD78114A44}"/>
              </a:ext>
            </a:extLst>
          </p:cNvPr>
          <p:cNvGraphicFramePr/>
          <p:nvPr/>
        </p:nvGraphicFramePr>
        <p:xfrm>
          <a:off x="2362200" y="4752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14-0">
            <a:extLst>
              <a:ext uri="{FF2B5EF4-FFF2-40B4-BE49-F238E27FC236}">
                <a16:creationId xmlns:a16="http://schemas.microsoft.com/office/drawing/2014/main" id="{0DD3498E-A1AF-4763-8E47-45782B32B98B}"/>
              </a:ext>
            </a:extLst>
          </p:cNvPr>
          <p:cNvSpPr>
            <a:spLocks noGrp="1"/>
          </p:cNvSpPr>
          <p:nvPr/>
        </p:nvSpPr>
        <p:spPr>
          <a:xfrm>
            <a:off x="23622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4-1">
            <a:extLst>
              <a:ext uri="{FF2B5EF4-FFF2-40B4-BE49-F238E27FC236}">
                <a16:creationId xmlns:a16="http://schemas.microsoft.com/office/drawing/2014/main" id="{E99FEE84-AF34-4E3A-827A-35D7F105A6B8}"/>
              </a:ext>
            </a:extLst>
          </p:cNvPr>
          <p:cNvSpPr>
            <a:spLocks noGrp="1"/>
          </p:cNvSpPr>
          <p:nvPr/>
        </p:nvSpPr>
        <p:spPr>
          <a:xfrm>
            <a:off x="34671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4-2">
            <a:extLst>
              <a:ext uri="{FF2B5EF4-FFF2-40B4-BE49-F238E27FC236}">
                <a16:creationId xmlns:a16="http://schemas.microsoft.com/office/drawing/2014/main" id="{333D70C2-CC34-4A3E-92CE-481EFFC0C572}"/>
              </a:ext>
            </a:extLst>
          </p:cNvPr>
          <p:cNvSpPr>
            <a:spLocks noGrp="1"/>
          </p:cNvSpPr>
          <p:nvPr/>
        </p:nvSpPr>
        <p:spPr>
          <a:xfrm>
            <a:off x="45720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4-3">
            <a:extLst>
              <a:ext uri="{FF2B5EF4-FFF2-40B4-BE49-F238E27FC236}">
                <a16:creationId xmlns:a16="http://schemas.microsoft.com/office/drawing/2014/main" id="{53E48087-911D-40A7-A93D-DD68DD01E151}"/>
              </a:ext>
            </a:extLst>
          </p:cNvPr>
          <p:cNvSpPr>
            <a:spLocks noGrp="1"/>
          </p:cNvSpPr>
          <p:nvPr/>
        </p:nvSpPr>
        <p:spPr>
          <a:xfrm>
            <a:off x="56769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4-4">
            <a:extLst>
              <a:ext uri="{FF2B5EF4-FFF2-40B4-BE49-F238E27FC236}">
                <a16:creationId xmlns:a16="http://schemas.microsoft.com/office/drawing/2014/main" id="{14DCEA0E-5423-4216-992E-EE2B67DFB936}"/>
              </a:ext>
            </a:extLst>
          </p:cNvPr>
          <p:cNvSpPr>
            <a:spLocks noGrp="1"/>
          </p:cNvSpPr>
          <p:nvPr/>
        </p:nvSpPr>
        <p:spPr>
          <a:xfrm>
            <a:off x="67818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4-5">
            <a:extLst>
              <a:ext uri="{FF2B5EF4-FFF2-40B4-BE49-F238E27FC236}">
                <a16:creationId xmlns:a16="http://schemas.microsoft.com/office/drawing/2014/main" id="{ADDD1D34-E9D8-4260-B290-AAC9D32F62D1}"/>
              </a:ext>
            </a:extLst>
          </p:cNvPr>
          <p:cNvSpPr>
            <a:spLocks noGrp="1"/>
          </p:cNvSpPr>
          <p:nvPr/>
        </p:nvSpPr>
        <p:spPr>
          <a:xfrm>
            <a:off x="78867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4-6">
            <a:extLst>
              <a:ext uri="{FF2B5EF4-FFF2-40B4-BE49-F238E27FC236}">
                <a16:creationId xmlns:a16="http://schemas.microsoft.com/office/drawing/2014/main" id="{E0037BA5-F33E-4328-8F7E-B078DF22404D}"/>
              </a:ext>
            </a:extLst>
          </p:cNvPr>
          <p:cNvSpPr>
            <a:spLocks noGrp="1"/>
          </p:cNvSpPr>
          <p:nvPr/>
        </p:nvSpPr>
        <p:spPr>
          <a:xfrm>
            <a:off x="89916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4-7">
            <a:extLst>
              <a:ext uri="{FF2B5EF4-FFF2-40B4-BE49-F238E27FC236}">
                <a16:creationId xmlns:a16="http://schemas.microsoft.com/office/drawing/2014/main" id="{94CFBBAA-6162-4EAD-BBC2-433534643DF1}"/>
              </a:ext>
            </a:extLst>
          </p:cNvPr>
          <p:cNvSpPr>
            <a:spLocks noGrp="1"/>
          </p:cNvSpPr>
          <p:nvPr/>
        </p:nvSpPr>
        <p:spPr>
          <a:xfrm>
            <a:off x="100965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68D3ABA8-25A0-484A-8CA6-E1F020C02D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가능한 합: 12 − 2 + 7 = 17. 아래에서는 경계 칸을 빼놓지 않았습니다.</a:t>
            </a:r>
          </a:p>
        </p:txBody>
      </p:sp>
    </p:spTree>
    <p:extLst>
      <p:ext uri="{BB962C8B-B14F-4D97-AF65-F5344CB8AC3E}">
        <p14:creationId xmlns:p14="http://schemas.microsoft.com/office/powerpoint/2010/main" val="192071889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96CE312-C8EF-4F5D-A63B-B5F16B7C7AA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6E6E9CE-3C96-47A2-BA23-922424BAFA0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BC8FD2-425A-46E6-AFA3-A34DED9BB7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현재 합과 저장한 최댓값을 구별</a:t>
            </a:r>
          </a:p>
        </p:txBody>
      </p:sp>
      <p:sp>
        <p:nvSpPr>
          <p:cNvPr id="4" name="diagram-line-15">
            <a:extLst>
              <a:ext uri="{FF2B5EF4-FFF2-40B4-BE49-F238E27FC236}">
                <a16:creationId xmlns:a16="http://schemas.microsoft.com/office/drawing/2014/main" id="{DEC651FC-32F6-45D7-9976-AAD6336D93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C8A2BDF-D599-4D59-BF31-332DA69D5D8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current_sum은 지금 늘리는 구간의 합입니다. 다음 원소를 여기에 더합니다.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또는 right_sum은 지금까지 본 후보 중 가장 큰 합을 저장합니다.</a:t>
            </a:r>
          </a:p>
        </p:txBody>
      </p:sp>
      <p:sp>
        <p:nvSpPr>
          <p:cNvPr id="6" name="footer">
            <a:extLst>
              <a:ext uri="{FF2B5EF4-FFF2-40B4-BE49-F238E27FC236}">
                <a16:creationId xmlns:a16="http://schemas.microsoft.com/office/drawing/2014/main" id="{63F26A50-ABEA-4A3C-AFDB-ADF202565CE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C853540-0574-420A-BDC2-5DF767B75B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98</a:t>
            </a:r>
            <a:endParaRPr sz="1050" b="0">
              <a:solidFill>
                <a:srgbClr val="151515"/>
              </a:solidFill>
              <a:latin typeface="Consolas"/>
              <a:ea typeface="Consolas"/>
              <a:cs typeface="Consolas"/>
            </a:endParaRPr>
          </a:p>
        </p:txBody>
      </p:sp>
      <p:sp>
        <p:nvSpPr>
          <p:cNvPr id="8" name="initial-current">
            <a:extLst>
              <a:ext uri="{FF2B5EF4-FFF2-40B4-BE49-F238E27FC236}">
                <a16:creationId xmlns:a16="http://schemas.microsoft.com/office/drawing/2014/main" id="{5F49A5AC-20AA-40EE-9E61-461F83BB876A}"/>
              </a:ext>
            </a:extLst>
          </p:cNvPr>
          <p:cNvSpPr>
            <a:spLocks noGrp="1"/>
          </p:cNvSpPr>
          <p:nvPr/>
        </p:nvSpPr>
        <p:spPr>
          <a:xfrm>
            <a:off x="2362200" y="2800350"/>
            <a:ext cx="8839200" cy="42862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9" name="initial-best">
            <a:extLst>
              <a:ext uri="{FF2B5EF4-FFF2-40B4-BE49-F238E27FC236}">
                <a16:creationId xmlns:a16="http://schemas.microsoft.com/office/drawing/2014/main" id="{14C47941-4FA2-4D98-AB6D-CEC384A33BEB}"/>
              </a:ext>
            </a:extLst>
          </p:cNvPr>
          <p:cNvSpPr>
            <a:spLocks noGrp="1"/>
          </p:cNvSpPr>
          <p:nvPr/>
        </p:nvSpPr>
        <p:spPr>
          <a:xfrm>
            <a:off x="2362200" y="3429000"/>
            <a:ext cx="8839200" cy="428625"/>
          </a:xfrm>
          <a:prstGeom prst="rect">
            <a:avLst/>
          </a:prstGeom>
          <a:noFill/>
          <a:ln w="0">
            <a:noFill/>
          </a:ln>
        </p:spPr>
        <p:txBody>
          <a:bodyPr wrap="none" lIns="0" tIns="0" rIns="0" bIns="0" anchor="t">
            <a:noAutofit/>
          </a:bodyPr>
          <a:lstStyle>
            <a:defPPr algn="l">
              <a:defRPr sz="2250" b="1">
                <a:solidFill>
                  <a:srgbClr val="1D5A8A"/>
                </a:solidFill>
                <a:latin typeface="Consolas"/>
                <a:ea typeface="Consolas"/>
                <a:cs typeface="Consolas"/>
              </a:defRPr>
            </a:defPPr>
          </a:lstStyle>
          <a:p>
            <a:pPr algn="l">
              <a:lnSpc>
                <a:spcPct val="108000"/>
              </a:lnSpc>
              <a:buNone/>
              <a:defRPr sz="2250" b="1">
                <a:solidFill>
                  <a:srgbClr val="1D5A8A"/>
                </a:solidFill>
                <a:latin typeface="Consolas"/>
                <a:ea typeface="Consolas"/>
                <a:cs typeface="Consolas"/>
              </a:defRPr>
            </a:pPr>
            <a:r>
              <a:rPr sz="2250" b="1">
                <a:solidFill>
                  <a:srgbClr val="1D5A8A"/>
                </a:solidFill>
                <a:latin typeface="Consolas"/>
                <a:ea typeface="Consolas"/>
                <a:cs typeface="Consolas"/>
              </a:rPr>
              <a:t>left_sum = −∞</a:t>
            </a:r>
          </a:p>
        </p:txBody>
      </p:sp>
      <p:sp>
        <p:nvSpPr>
          <p:cNvPr id="10" name="row-16-label">
            <a:extLst>
              <a:ext uri="{FF2B5EF4-FFF2-40B4-BE49-F238E27FC236}">
                <a16:creationId xmlns:a16="http://schemas.microsoft.com/office/drawing/2014/main" id="{9C014E66-EA6C-403C-B2AA-09D4535276E4}"/>
              </a:ext>
            </a:extLst>
          </p:cNvPr>
          <p:cNvSpPr>
            <a:spLocks noGrp="1"/>
          </p:cNvSpPr>
          <p:nvPr/>
        </p:nvSpPr>
        <p:spPr>
          <a:xfrm>
            <a:off x="609600" y="43529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첫 칸을 읽음</a:t>
            </a:r>
          </a:p>
        </p:txBody>
      </p:sp>
      <p:graphicFrame>
        <p:nvGraphicFramePr>
          <p:cNvPr id="11" name="표 10">
            <a:extLst>
              <a:ext uri="{FF2B5EF4-FFF2-40B4-BE49-F238E27FC236}">
                <a16:creationId xmlns:a16="http://schemas.microsoft.com/office/drawing/2014/main" id="{9299E820-BF34-4D1D-AF43-D8698261FFF7}"/>
              </a:ext>
            </a:extLst>
          </p:cNvPr>
          <p:cNvGraphicFramePr/>
          <p:nvPr/>
        </p:nvGraphicFramePr>
        <p:xfrm>
          <a:off x="2362200" y="42291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2" name="index-16-0">
            <a:extLst>
              <a:ext uri="{FF2B5EF4-FFF2-40B4-BE49-F238E27FC236}">
                <a16:creationId xmlns:a16="http://schemas.microsoft.com/office/drawing/2014/main" id="{0B497BBD-65CB-4D0C-A361-3074408D9DB1}"/>
              </a:ext>
            </a:extLst>
          </p:cNvPr>
          <p:cNvSpPr>
            <a:spLocks noGrp="1"/>
          </p:cNvSpPr>
          <p:nvPr/>
        </p:nvSpPr>
        <p:spPr>
          <a:xfrm>
            <a:off x="23622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3" name="index-16-1">
            <a:extLst>
              <a:ext uri="{FF2B5EF4-FFF2-40B4-BE49-F238E27FC236}">
                <a16:creationId xmlns:a16="http://schemas.microsoft.com/office/drawing/2014/main" id="{9E176369-CF61-4C6F-AE1C-439EABED7F72}"/>
              </a:ext>
            </a:extLst>
          </p:cNvPr>
          <p:cNvSpPr>
            <a:spLocks noGrp="1"/>
          </p:cNvSpPr>
          <p:nvPr/>
        </p:nvSpPr>
        <p:spPr>
          <a:xfrm>
            <a:off x="34671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4" name="index-16-2">
            <a:extLst>
              <a:ext uri="{FF2B5EF4-FFF2-40B4-BE49-F238E27FC236}">
                <a16:creationId xmlns:a16="http://schemas.microsoft.com/office/drawing/2014/main" id="{0B019BB7-541C-44D4-AD03-814161FF1382}"/>
              </a:ext>
            </a:extLst>
          </p:cNvPr>
          <p:cNvSpPr>
            <a:spLocks noGrp="1"/>
          </p:cNvSpPr>
          <p:nvPr/>
        </p:nvSpPr>
        <p:spPr>
          <a:xfrm>
            <a:off x="45720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5" name="index-16-3">
            <a:extLst>
              <a:ext uri="{FF2B5EF4-FFF2-40B4-BE49-F238E27FC236}">
                <a16:creationId xmlns:a16="http://schemas.microsoft.com/office/drawing/2014/main" id="{931597A9-653E-462A-9AC0-8487F5191C4A}"/>
              </a:ext>
            </a:extLst>
          </p:cNvPr>
          <p:cNvSpPr>
            <a:spLocks noGrp="1"/>
          </p:cNvSpPr>
          <p:nvPr/>
        </p:nvSpPr>
        <p:spPr>
          <a:xfrm>
            <a:off x="56769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index-16-4">
            <a:extLst>
              <a:ext uri="{FF2B5EF4-FFF2-40B4-BE49-F238E27FC236}">
                <a16:creationId xmlns:a16="http://schemas.microsoft.com/office/drawing/2014/main" id="{EE049A12-939D-41DA-BE96-AB5EEE68D4BD}"/>
              </a:ext>
            </a:extLst>
          </p:cNvPr>
          <p:cNvSpPr>
            <a:spLocks noGrp="1"/>
          </p:cNvSpPr>
          <p:nvPr/>
        </p:nvSpPr>
        <p:spPr>
          <a:xfrm>
            <a:off x="67818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index-16-5">
            <a:extLst>
              <a:ext uri="{FF2B5EF4-FFF2-40B4-BE49-F238E27FC236}">
                <a16:creationId xmlns:a16="http://schemas.microsoft.com/office/drawing/2014/main" id="{0B5A12E5-ECF5-43B9-8577-EB85171D9812}"/>
              </a:ext>
            </a:extLst>
          </p:cNvPr>
          <p:cNvSpPr>
            <a:spLocks noGrp="1"/>
          </p:cNvSpPr>
          <p:nvPr/>
        </p:nvSpPr>
        <p:spPr>
          <a:xfrm>
            <a:off x="78867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index-16-6">
            <a:extLst>
              <a:ext uri="{FF2B5EF4-FFF2-40B4-BE49-F238E27FC236}">
                <a16:creationId xmlns:a16="http://schemas.microsoft.com/office/drawing/2014/main" id="{1DF564DC-85AF-4627-ABC8-40A128ACCD8E}"/>
              </a:ext>
            </a:extLst>
          </p:cNvPr>
          <p:cNvSpPr>
            <a:spLocks noGrp="1"/>
          </p:cNvSpPr>
          <p:nvPr/>
        </p:nvSpPr>
        <p:spPr>
          <a:xfrm>
            <a:off x="89916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9" name="index-16-7">
            <a:extLst>
              <a:ext uri="{FF2B5EF4-FFF2-40B4-BE49-F238E27FC236}">
                <a16:creationId xmlns:a16="http://schemas.microsoft.com/office/drawing/2014/main" id="{C58D194B-E581-4DB2-AAC3-072C7D42674C}"/>
              </a:ext>
            </a:extLst>
          </p:cNvPr>
          <p:cNvSpPr>
            <a:spLocks noGrp="1"/>
          </p:cNvSpPr>
          <p:nvPr/>
        </p:nvSpPr>
        <p:spPr>
          <a:xfrm>
            <a:off x="100965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0" name="pointer-16">
            <a:extLst>
              <a:ext uri="{FF2B5EF4-FFF2-40B4-BE49-F238E27FC236}">
                <a16:creationId xmlns:a16="http://schemas.microsoft.com/office/drawing/2014/main" id="{BC80D4F0-11EA-4368-891A-89993FF5FDCF}"/>
              </a:ext>
            </a:extLst>
          </p:cNvPr>
          <p:cNvSpPr>
            <a:spLocks noGrp="1"/>
          </p:cNvSpPr>
          <p:nvPr/>
        </p:nvSpPr>
        <p:spPr>
          <a:xfrm>
            <a:off x="5600700" y="510540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1" name="caption">
            <a:extLst>
              <a:ext uri="{FF2B5EF4-FFF2-40B4-BE49-F238E27FC236}">
                <a16:creationId xmlns:a16="http://schemas.microsoft.com/office/drawing/2014/main" id="{B2FE2FFC-52EF-413C-9652-4E4F927841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첫 검사 뒤: current_sum = −2, left_sum = −2. 초기 0은 후보가 아닙니다.</a:t>
            </a:r>
          </a:p>
        </p:txBody>
      </p:sp>
    </p:spTree>
    <p:extLst>
      <p:ext uri="{BB962C8B-B14F-4D97-AF65-F5344CB8AC3E}">
        <p14:creationId xmlns:p14="http://schemas.microsoft.com/office/powerpoint/2010/main" val="414198326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67582E70-2557-4556-8173-6B19EAC9C8C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9F433E9B-E047-4EF8-B5B3-D595989940E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277D03-59FA-484B-BF9C-618C70F4171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실행 순서: 왼쪽을 끝내고 오른쪽으로</a:t>
            </a:r>
          </a:p>
        </p:txBody>
      </p:sp>
      <p:sp>
        <p:nvSpPr>
          <p:cNvPr id="4" name="diagram-line-17">
            <a:extLst>
              <a:ext uri="{FF2B5EF4-FFF2-40B4-BE49-F238E27FC236}">
                <a16:creationId xmlns:a16="http://schemas.microsoft.com/office/drawing/2014/main" id="{413BCC73-4918-4B74-B4C9-692A452054B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914633-8F9E-454D-8446-4AFEDB48F0F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자신의 구간을 다시 반으로 나눕니다. 원소 하나면 그 값을 반환합니다.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호출이 끝나기 전에는 오른쪽 호출을 시작하지 않습니다.</a:t>
            </a:r>
          </a:p>
        </p:txBody>
      </p:sp>
      <p:sp>
        <p:nvSpPr>
          <p:cNvPr id="6" name="footer">
            <a:extLst>
              <a:ext uri="{FF2B5EF4-FFF2-40B4-BE49-F238E27FC236}">
                <a16:creationId xmlns:a16="http://schemas.microsoft.com/office/drawing/2014/main" id="{F9496B37-FB51-419B-BDD1-9BBF709450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72CB600-7070-4597-8835-96072D880B7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99</a:t>
            </a:r>
            <a:endParaRPr sz="1050" b="0">
              <a:solidFill>
                <a:srgbClr val="151515"/>
              </a:solidFill>
              <a:latin typeface="Consolas"/>
              <a:ea typeface="Consolas"/>
              <a:cs typeface="Consolas"/>
            </a:endParaRPr>
          </a:p>
        </p:txBody>
      </p:sp>
      <p:sp>
        <p:nvSpPr>
          <p:cNvPr id="8" name="diagram-line-18">
            <a:extLst>
              <a:ext uri="{FF2B5EF4-FFF2-40B4-BE49-F238E27FC236}">
                <a16:creationId xmlns:a16="http://schemas.microsoft.com/office/drawing/2014/main" id="{209947AC-114B-4C14-A1CE-54A6ADB785C6}"/>
              </a:ext>
            </a:extLst>
          </p:cNvPr>
          <p:cNvSpPr>
            <a:spLocks noGrp="1"/>
          </p:cNvSpPr>
          <p:nvPr/>
        </p:nvSpPr>
        <p:spPr>
          <a:xfrm>
            <a:off x="6086475" y="3000375"/>
            <a:ext cx="19050" cy="142875"/>
          </a:xfrm>
          <a:prstGeom prst="rect">
            <a:avLst/>
          </a:prstGeom>
          <a:solidFill>
            <a:srgbClr val="BDBDBD"/>
          </a:solidFill>
          <a:ln w="0">
            <a:noFill/>
          </a:ln>
        </p:spPr>
      </p:sp>
      <p:sp>
        <p:nvSpPr>
          <p:cNvPr id="9" name="diagram-line-19">
            <a:extLst>
              <a:ext uri="{FF2B5EF4-FFF2-40B4-BE49-F238E27FC236}">
                <a16:creationId xmlns:a16="http://schemas.microsoft.com/office/drawing/2014/main" id="{BEDC5425-D98A-480E-B4F0-9D18B4F5FC3B}"/>
              </a:ext>
            </a:extLst>
          </p:cNvPr>
          <p:cNvSpPr>
            <a:spLocks noGrp="1"/>
          </p:cNvSpPr>
          <p:nvPr/>
        </p:nvSpPr>
        <p:spPr>
          <a:xfrm>
            <a:off x="3162300" y="3133725"/>
            <a:ext cx="5867400" cy="19050"/>
          </a:xfrm>
          <a:prstGeom prst="rect">
            <a:avLst/>
          </a:prstGeom>
          <a:solidFill>
            <a:srgbClr val="BDBDBD"/>
          </a:solidFill>
          <a:ln w="0">
            <a:noFill/>
          </a:ln>
        </p:spPr>
      </p:sp>
      <p:sp>
        <p:nvSpPr>
          <p:cNvPr id="10" name="diagram-line-20">
            <a:extLst>
              <a:ext uri="{FF2B5EF4-FFF2-40B4-BE49-F238E27FC236}">
                <a16:creationId xmlns:a16="http://schemas.microsoft.com/office/drawing/2014/main" id="{947C19D8-275B-4F89-9735-49788FA4501C}"/>
              </a:ext>
            </a:extLst>
          </p:cNvPr>
          <p:cNvSpPr>
            <a:spLocks noGrp="1"/>
          </p:cNvSpPr>
          <p:nvPr/>
        </p:nvSpPr>
        <p:spPr>
          <a:xfrm>
            <a:off x="3152775" y="3133725"/>
            <a:ext cx="19050" cy="114300"/>
          </a:xfrm>
          <a:prstGeom prst="rect">
            <a:avLst/>
          </a:prstGeom>
          <a:solidFill>
            <a:srgbClr val="BDBDBD"/>
          </a:solidFill>
          <a:ln w="0">
            <a:noFill/>
          </a:ln>
        </p:spPr>
      </p:sp>
      <p:sp>
        <p:nvSpPr>
          <p:cNvPr id="11" name="diagram-line-21">
            <a:extLst>
              <a:ext uri="{FF2B5EF4-FFF2-40B4-BE49-F238E27FC236}">
                <a16:creationId xmlns:a16="http://schemas.microsoft.com/office/drawing/2014/main" id="{82BB4E80-6050-4C76-8826-6C887D884719}"/>
              </a:ext>
            </a:extLst>
          </p:cNvPr>
          <p:cNvSpPr>
            <a:spLocks noGrp="1"/>
          </p:cNvSpPr>
          <p:nvPr/>
        </p:nvSpPr>
        <p:spPr>
          <a:xfrm>
            <a:off x="9020175" y="3133725"/>
            <a:ext cx="19050" cy="114300"/>
          </a:xfrm>
          <a:prstGeom prst="rect">
            <a:avLst/>
          </a:prstGeom>
          <a:solidFill>
            <a:srgbClr val="BDBDBD"/>
          </a:solidFill>
          <a:ln w="0">
            <a:noFill/>
          </a:ln>
        </p:spPr>
      </p:sp>
      <p:sp>
        <p:nvSpPr>
          <p:cNvPr id="12" name="diagram-line-22">
            <a:extLst>
              <a:ext uri="{FF2B5EF4-FFF2-40B4-BE49-F238E27FC236}">
                <a16:creationId xmlns:a16="http://schemas.microsoft.com/office/drawing/2014/main" id="{19C50CA3-9CA7-4550-9D74-50E069851678}"/>
              </a:ext>
            </a:extLst>
          </p:cNvPr>
          <p:cNvSpPr>
            <a:spLocks noGrp="1"/>
          </p:cNvSpPr>
          <p:nvPr/>
        </p:nvSpPr>
        <p:spPr>
          <a:xfrm>
            <a:off x="3152775" y="3971925"/>
            <a:ext cx="19050" cy="142875"/>
          </a:xfrm>
          <a:prstGeom prst="rect">
            <a:avLst/>
          </a:prstGeom>
          <a:solidFill>
            <a:srgbClr val="BDBDBD"/>
          </a:solidFill>
          <a:ln w="0">
            <a:noFill/>
          </a:ln>
        </p:spPr>
      </p:sp>
      <p:sp>
        <p:nvSpPr>
          <p:cNvPr id="13" name="diagram-line-23">
            <a:extLst>
              <a:ext uri="{FF2B5EF4-FFF2-40B4-BE49-F238E27FC236}">
                <a16:creationId xmlns:a16="http://schemas.microsoft.com/office/drawing/2014/main" id="{08C744AC-B446-4A7C-A2E9-EEE550A5439A}"/>
              </a:ext>
            </a:extLst>
          </p:cNvPr>
          <p:cNvSpPr>
            <a:spLocks noGrp="1"/>
          </p:cNvSpPr>
          <p:nvPr/>
        </p:nvSpPr>
        <p:spPr>
          <a:xfrm>
            <a:off x="1695450" y="4105275"/>
            <a:ext cx="2933700" cy="19050"/>
          </a:xfrm>
          <a:prstGeom prst="rect">
            <a:avLst/>
          </a:prstGeom>
          <a:solidFill>
            <a:srgbClr val="BDBDBD"/>
          </a:solidFill>
          <a:ln w="0">
            <a:noFill/>
          </a:ln>
        </p:spPr>
      </p:sp>
      <p:sp>
        <p:nvSpPr>
          <p:cNvPr id="14" name="diagram-line-24">
            <a:extLst>
              <a:ext uri="{FF2B5EF4-FFF2-40B4-BE49-F238E27FC236}">
                <a16:creationId xmlns:a16="http://schemas.microsoft.com/office/drawing/2014/main" id="{4A2F59EF-D8A2-481E-A9C6-7DE8DBDF1533}"/>
              </a:ext>
            </a:extLst>
          </p:cNvPr>
          <p:cNvSpPr>
            <a:spLocks noGrp="1"/>
          </p:cNvSpPr>
          <p:nvPr/>
        </p:nvSpPr>
        <p:spPr>
          <a:xfrm>
            <a:off x="1685925" y="4105275"/>
            <a:ext cx="19050" cy="114300"/>
          </a:xfrm>
          <a:prstGeom prst="rect">
            <a:avLst/>
          </a:prstGeom>
          <a:solidFill>
            <a:srgbClr val="BDBDBD"/>
          </a:solidFill>
          <a:ln w="0">
            <a:noFill/>
          </a:ln>
        </p:spPr>
      </p:sp>
      <p:sp>
        <p:nvSpPr>
          <p:cNvPr id="15" name="diagram-line-25">
            <a:extLst>
              <a:ext uri="{FF2B5EF4-FFF2-40B4-BE49-F238E27FC236}">
                <a16:creationId xmlns:a16="http://schemas.microsoft.com/office/drawing/2014/main" id="{B3A53E11-B8DF-4A9E-9DB0-BB036B3FBCD1}"/>
              </a:ext>
            </a:extLst>
          </p:cNvPr>
          <p:cNvSpPr>
            <a:spLocks noGrp="1"/>
          </p:cNvSpPr>
          <p:nvPr/>
        </p:nvSpPr>
        <p:spPr>
          <a:xfrm>
            <a:off x="4619625" y="4105275"/>
            <a:ext cx="19050" cy="114300"/>
          </a:xfrm>
          <a:prstGeom prst="rect">
            <a:avLst/>
          </a:prstGeom>
          <a:solidFill>
            <a:srgbClr val="BDBDBD"/>
          </a:solidFill>
          <a:ln w="0">
            <a:noFill/>
          </a:ln>
        </p:spPr>
      </p:sp>
      <p:sp>
        <p:nvSpPr>
          <p:cNvPr id="16" name="diagram-line-26">
            <a:extLst>
              <a:ext uri="{FF2B5EF4-FFF2-40B4-BE49-F238E27FC236}">
                <a16:creationId xmlns:a16="http://schemas.microsoft.com/office/drawing/2014/main" id="{995B9F2E-F18A-48EA-9CDC-06565E3BB8CC}"/>
              </a:ext>
            </a:extLst>
          </p:cNvPr>
          <p:cNvSpPr>
            <a:spLocks noGrp="1"/>
          </p:cNvSpPr>
          <p:nvPr/>
        </p:nvSpPr>
        <p:spPr>
          <a:xfrm>
            <a:off x="9020175" y="3971925"/>
            <a:ext cx="19050" cy="142875"/>
          </a:xfrm>
          <a:prstGeom prst="rect">
            <a:avLst/>
          </a:prstGeom>
          <a:solidFill>
            <a:srgbClr val="BDBDBD"/>
          </a:solidFill>
          <a:ln w="0">
            <a:noFill/>
          </a:ln>
        </p:spPr>
      </p:sp>
      <p:sp>
        <p:nvSpPr>
          <p:cNvPr id="17" name="diagram-line-27">
            <a:extLst>
              <a:ext uri="{FF2B5EF4-FFF2-40B4-BE49-F238E27FC236}">
                <a16:creationId xmlns:a16="http://schemas.microsoft.com/office/drawing/2014/main" id="{69CB7820-E595-47E9-BAE7-64EC64D8EE48}"/>
              </a:ext>
            </a:extLst>
          </p:cNvPr>
          <p:cNvSpPr>
            <a:spLocks noGrp="1"/>
          </p:cNvSpPr>
          <p:nvPr/>
        </p:nvSpPr>
        <p:spPr>
          <a:xfrm>
            <a:off x="7562850" y="4105275"/>
            <a:ext cx="2933700" cy="19050"/>
          </a:xfrm>
          <a:prstGeom prst="rect">
            <a:avLst/>
          </a:prstGeom>
          <a:solidFill>
            <a:srgbClr val="BDBDBD"/>
          </a:solidFill>
          <a:ln w="0">
            <a:noFill/>
          </a:ln>
        </p:spPr>
      </p:sp>
      <p:sp>
        <p:nvSpPr>
          <p:cNvPr id="18" name="diagram-line-28">
            <a:extLst>
              <a:ext uri="{FF2B5EF4-FFF2-40B4-BE49-F238E27FC236}">
                <a16:creationId xmlns:a16="http://schemas.microsoft.com/office/drawing/2014/main" id="{F56C20B5-9B80-4A0D-899D-19D8C990B234}"/>
              </a:ext>
            </a:extLst>
          </p:cNvPr>
          <p:cNvSpPr>
            <a:spLocks noGrp="1"/>
          </p:cNvSpPr>
          <p:nvPr/>
        </p:nvSpPr>
        <p:spPr>
          <a:xfrm>
            <a:off x="7553325" y="4105275"/>
            <a:ext cx="19050" cy="114300"/>
          </a:xfrm>
          <a:prstGeom prst="rect">
            <a:avLst/>
          </a:prstGeom>
          <a:solidFill>
            <a:srgbClr val="BDBDBD"/>
          </a:solidFill>
          <a:ln w="0">
            <a:noFill/>
          </a:ln>
        </p:spPr>
      </p:sp>
      <p:sp>
        <p:nvSpPr>
          <p:cNvPr id="19" name="diagram-line-29">
            <a:extLst>
              <a:ext uri="{FF2B5EF4-FFF2-40B4-BE49-F238E27FC236}">
                <a16:creationId xmlns:a16="http://schemas.microsoft.com/office/drawing/2014/main" id="{4F04E51A-C913-4749-9D63-0E0B73D7B6D8}"/>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
            <a:extLst>
              <a:ext uri="{FF2B5EF4-FFF2-40B4-BE49-F238E27FC236}">
                <a16:creationId xmlns:a16="http://schemas.microsoft.com/office/drawing/2014/main" id="{F2B670DA-F408-4F43-9D08-3F2F5073EE97}"/>
              </a:ext>
            </a:extLst>
          </p:cNvPr>
          <p:cNvSpPr>
            <a:spLocks noGrp="1"/>
          </p:cNvSpPr>
          <p:nvPr/>
        </p:nvSpPr>
        <p:spPr>
          <a:xfrm>
            <a:off x="1685925" y="4943475"/>
            <a:ext cx="19050" cy="142875"/>
          </a:xfrm>
          <a:prstGeom prst="rect">
            <a:avLst/>
          </a:prstGeom>
          <a:solidFill>
            <a:srgbClr val="BDBDBD"/>
          </a:solidFill>
          <a:ln w="0">
            <a:noFill/>
          </a:ln>
        </p:spPr>
      </p:sp>
      <p:sp>
        <p:nvSpPr>
          <p:cNvPr id="21" name="diagram-line-31">
            <a:extLst>
              <a:ext uri="{FF2B5EF4-FFF2-40B4-BE49-F238E27FC236}">
                <a16:creationId xmlns:a16="http://schemas.microsoft.com/office/drawing/2014/main" id="{538C9F5E-AA03-409C-B55E-F80A1DC7EE06}"/>
              </a:ext>
            </a:extLst>
          </p:cNvPr>
          <p:cNvSpPr>
            <a:spLocks noGrp="1"/>
          </p:cNvSpPr>
          <p:nvPr/>
        </p:nvSpPr>
        <p:spPr>
          <a:xfrm>
            <a:off x="952500" y="5076825"/>
            <a:ext cx="1466850" cy="19050"/>
          </a:xfrm>
          <a:prstGeom prst="rect">
            <a:avLst/>
          </a:prstGeom>
          <a:solidFill>
            <a:srgbClr val="BDBDBD"/>
          </a:solidFill>
          <a:ln w="0">
            <a:noFill/>
          </a:ln>
        </p:spPr>
      </p:sp>
      <p:sp>
        <p:nvSpPr>
          <p:cNvPr id="22" name="diagram-line-32">
            <a:extLst>
              <a:ext uri="{FF2B5EF4-FFF2-40B4-BE49-F238E27FC236}">
                <a16:creationId xmlns:a16="http://schemas.microsoft.com/office/drawing/2014/main" id="{DAA77148-233E-4D94-B41D-F39CE48B62E2}"/>
              </a:ext>
            </a:extLst>
          </p:cNvPr>
          <p:cNvSpPr>
            <a:spLocks noGrp="1"/>
          </p:cNvSpPr>
          <p:nvPr/>
        </p:nvSpPr>
        <p:spPr>
          <a:xfrm>
            <a:off x="942975" y="5076825"/>
            <a:ext cx="19050" cy="114300"/>
          </a:xfrm>
          <a:prstGeom prst="rect">
            <a:avLst/>
          </a:prstGeom>
          <a:solidFill>
            <a:srgbClr val="BDBDBD"/>
          </a:solidFill>
          <a:ln w="0">
            <a:noFill/>
          </a:ln>
        </p:spPr>
      </p:sp>
      <p:sp>
        <p:nvSpPr>
          <p:cNvPr id="23" name="diagram-line-33">
            <a:extLst>
              <a:ext uri="{FF2B5EF4-FFF2-40B4-BE49-F238E27FC236}">
                <a16:creationId xmlns:a16="http://schemas.microsoft.com/office/drawing/2014/main" id="{FD8BAD62-32D0-4527-86BB-8B5C42AD8C19}"/>
              </a:ext>
            </a:extLst>
          </p:cNvPr>
          <p:cNvSpPr>
            <a:spLocks noGrp="1"/>
          </p:cNvSpPr>
          <p:nvPr/>
        </p:nvSpPr>
        <p:spPr>
          <a:xfrm>
            <a:off x="2409825" y="5076825"/>
            <a:ext cx="19050" cy="114300"/>
          </a:xfrm>
          <a:prstGeom prst="rect">
            <a:avLst/>
          </a:prstGeom>
          <a:solidFill>
            <a:srgbClr val="BDBDBD"/>
          </a:solidFill>
          <a:ln w="0">
            <a:noFill/>
          </a:ln>
        </p:spPr>
      </p:sp>
      <p:sp>
        <p:nvSpPr>
          <p:cNvPr id="24" name="diagram-line-34">
            <a:extLst>
              <a:ext uri="{FF2B5EF4-FFF2-40B4-BE49-F238E27FC236}">
                <a16:creationId xmlns:a16="http://schemas.microsoft.com/office/drawing/2014/main" id="{31897588-B5C6-40D0-9CE9-887AD3F52666}"/>
              </a:ext>
            </a:extLst>
          </p:cNvPr>
          <p:cNvSpPr>
            <a:spLocks noGrp="1"/>
          </p:cNvSpPr>
          <p:nvPr/>
        </p:nvSpPr>
        <p:spPr>
          <a:xfrm>
            <a:off x="4619625" y="4943475"/>
            <a:ext cx="19050" cy="142875"/>
          </a:xfrm>
          <a:prstGeom prst="rect">
            <a:avLst/>
          </a:prstGeom>
          <a:solidFill>
            <a:srgbClr val="BDBDBD"/>
          </a:solidFill>
          <a:ln w="0">
            <a:noFill/>
          </a:ln>
        </p:spPr>
      </p:sp>
      <p:sp>
        <p:nvSpPr>
          <p:cNvPr id="25" name="diagram-line-35">
            <a:extLst>
              <a:ext uri="{FF2B5EF4-FFF2-40B4-BE49-F238E27FC236}">
                <a16:creationId xmlns:a16="http://schemas.microsoft.com/office/drawing/2014/main" id="{90547D45-2683-4D8D-8EE4-0BB98579E0B5}"/>
              </a:ext>
            </a:extLst>
          </p:cNvPr>
          <p:cNvSpPr>
            <a:spLocks noGrp="1"/>
          </p:cNvSpPr>
          <p:nvPr/>
        </p:nvSpPr>
        <p:spPr>
          <a:xfrm>
            <a:off x="3886200" y="5076825"/>
            <a:ext cx="1466850" cy="19050"/>
          </a:xfrm>
          <a:prstGeom prst="rect">
            <a:avLst/>
          </a:prstGeom>
          <a:solidFill>
            <a:srgbClr val="BDBDBD"/>
          </a:solidFill>
          <a:ln w="0">
            <a:noFill/>
          </a:ln>
        </p:spPr>
      </p:sp>
      <p:sp>
        <p:nvSpPr>
          <p:cNvPr id="26" name="diagram-line-36">
            <a:extLst>
              <a:ext uri="{FF2B5EF4-FFF2-40B4-BE49-F238E27FC236}">
                <a16:creationId xmlns:a16="http://schemas.microsoft.com/office/drawing/2014/main" id="{3BBA2916-50E2-4802-91D4-1CFEE950D883}"/>
              </a:ext>
            </a:extLst>
          </p:cNvPr>
          <p:cNvSpPr>
            <a:spLocks noGrp="1"/>
          </p:cNvSpPr>
          <p:nvPr/>
        </p:nvSpPr>
        <p:spPr>
          <a:xfrm>
            <a:off x="3876675" y="5076825"/>
            <a:ext cx="19050" cy="114300"/>
          </a:xfrm>
          <a:prstGeom prst="rect">
            <a:avLst/>
          </a:prstGeom>
          <a:solidFill>
            <a:srgbClr val="BDBDBD"/>
          </a:solidFill>
          <a:ln w="0">
            <a:noFill/>
          </a:ln>
        </p:spPr>
      </p:sp>
      <p:sp>
        <p:nvSpPr>
          <p:cNvPr id="27" name="diagram-line-37">
            <a:extLst>
              <a:ext uri="{FF2B5EF4-FFF2-40B4-BE49-F238E27FC236}">
                <a16:creationId xmlns:a16="http://schemas.microsoft.com/office/drawing/2014/main" id="{019FF495-C222-4B27-87D4-2DD97B15C11D}"/>
              </a:ext>
            </a:extLst>
          </p:cNvPr>
          <p:cNvSpPr>
            <a:spLocks noGrp="1"/>
          </p:cNvSpPr>
          <p:nvPr/>
        </p:nvSpPr>
        <p:spPr>
          <a:xfrm>
            <a:off x="5343525" y="5076825"/>
            <a:ext cx="19050" cy="114300"/>
          </a:xfrm>
          <a:prstGeom prst="rect">
            <a:avLst/>
          </a:prstGeom>
          <a:solidFill>
            <a:srgbClr val="BDBDBD"/>
          </a:solidFill>
          <a:ln w="0">
            <a:noFill/>
          </a:ln>
        </p:spPr>
      </p:sp>
      <p:sp>
        <p:nvSpPr>
          <p:cNvPr id="28" name="diagram-line-38">
            <a:extLst>
              <a:ext uri="{FF2B5EF4-FFF2-40B4-BE49-F238E27FC236}">
                <a16:creationId xmlns:a16="http://schemas.microsoft.com/office/drawing/2014/main" id="{7E07E7EE-A557-4498-A4FA-F69EB75369BB}"/>
              </a:ext>
            </a:extLst>
          </p:cNvPr>
          <p:cNvSpPr>
            <a:spLocks noGrp="1"/>
          </p:cNvSpPr>
          <p:nvPr/>
        </p:nvSpPr>
        <p:spPr>
          <a:xfrm>
            <a:off x="7553325" y="4943475"/>
            <a:ext cx="19050" cy="142875"/>
          </a:xfrm>
          <a:prstGeom prst="rect">
            <a:avLst/>
          </a:prstGeom>
          <a:solidFill>
            <a:srgbClr val="BDBDBD"/>
          </a:solidFill>
          <a:ln w="0">
            <a:noFill/>
          </a:ln>
        </p:spPr>
      </p:sp>
      <p:sp>
        <p:nvSpPr>
          <p:cNvPr id="29" name="diagram-line-39">
            <a:extLst>
              <a:ext uri="{FF2B5EF4-FFF2-40B4-BE49-F238E27FC236}">
                <a16:creationId xmlns:a16="http://schemas.microsoft.com/office/drawing/2014/main" id="{1BE54479-D900-4CB0-BD6F-3C1FD9EA7BE2}"/>
              </a:ext>
            </a:extLst>
          </p:cNvPr>
          <p:cNvSpPr>
            <a:spLocks noGrp="1"/>
          </p:cNvSpPr>
          <p:nvPr/>
        </p:nvSpPr>
        <p:spPr>
          <a:xfrm>
            <a:off x="6819900" y="5076825"/>
            <a:ext cx="1466850" cy="19050"/>
          </a:xfrm>
          <a:prstGeom prst="rect">
            <a:avLst/>
          </a:prstGeom>
          <a:solidFill>
            <a:srgbClr val="BDBDBD"/>
          </a:solidFill>
          <a:ln w="0">
            <a:noFill/>
          </a:ln>
        </p:spPr>
      </p:sp>
      <p:sp>
        <p:nvSpPr>
          <p:cNvPr id="30" name="diagram-line-40">
            <a:extLst>
              <a:ext uri="{FF2B5EF4-FFF2-40B4-BE49-F238E27FC236}">
                <a16:creationId xmlns:a16="http://schemas.microsoft.com/office/drawing/2014/main" id="{D54C93D0-115D-4FFC-A034-19E1B7789AF6}"/>
              </a:ext>
            </a:extLst>
          </p:cNvPr>
          <p:cNvSpPr>
            <a:spLocks noGrp="1"/>
          </p:cNvSpPr>
          <p:nvPr/>
        </p:nvSpPr>
        <p:spPr>
          <a:xfrm>
            <a:off x="6810375" y="5076825"/>
            <a:ext cx="19050" cy="114300"/>
          </a:xfrm>
          <a:prstGeom prst="rect">
            <a:avLst/>
          </a:prstGeom>
          <a:solidFill>
            <a:srgbClr val="BDBDBD"/>
          </a:solidFill>
          <a:ln w="0">
            <a:noFill/>
          </a:ln>
        </p:spPr>
      </p:sp>
      <p:sp>
        <p:nvSpPr>
          <p:cNvPr id="31" name="diagram-line-41">
            <a:extLst>
              <a:ext uri="{FF2B5EF4-FFF2-40B4-BE49-F238E27FC236}">
                <a16:creationId xmlns:a16="http://schemas.microsoft.com/office/drawing/2014/main" id="{9C0310C9-3DF1-4BBE-8A4E-BE04F2EB04EA}"/>
              </a:ext>
            </a:extLst>
          </p:cNvPr>
          <p:cNvSpPr>
            <a:spLocks noGrp="1"/>
          </p:cNvSpPr>
          <p:nvPr/>
        </p:nvSpPr>
        <p:spPr>
          <a:xfrm>
            <a:off x="8277225" y="5076825"/>
            <a:ext cx="19050" cy="114300"/>
          </a:xfrm>
          <a:prstGeom prst="rect">
            <a:avLst/>
          </a:prstGeom>
          <a:solidFill>
            <a:srgbClr val="BDBDBD"/>
          </a:solidFill>
          <a:ln w="0">
            <a:noFill/>
          </a:ln>
        </p:spPr>
      </p:sp>
      <p:sp>
        <p:nvSpPr>
          <p:cNvPr id="32" name="diagram-line-42">
            <a:extLst>
              <a:ext uri="{FF2B5EF4-FFF2-40B4-BE49-F238E27FC236}">
                <a16:creationId xmlns:a16="http://schemas.microsoft.com/office/drawing/2014/main" id="{1BF82093-FA2C-4E33-A26D-94C0258BE593}"/>
              </a:ext>
            </a:extLst>
          </p:cNvPr>
          <p:cNvSpPr>
            <a:spLocks noGrp="1"/>
          </p:cNvSpPr>
          <p:nvPr/>
        </p:nvSpPr>
        <p:spPr>
          <a:xfrm>
            <a:off x="10487025" y="4943475"/>
            <a:ext cx="19050" cy="142875"/>
          </a:xfrm>
          <a:prstGeom prst="rect">
            <a:avLst/>
          </a:prstGeom>
          <a:solidFill>
            <a:srgbClr val="BDBDBD"/>
          </a:solidFill>
          <a:ln w="0">
            <a:noFill/>
          </a:ln>
        </p:spPr>
      </p:sp>
      <p:sp>
        <p:nvSpPr>
          <p:cNvPr id="33" name="diagram-line-43">
            <a:extLst>
              <a:ext uri="{FF2B5EF4-FFF2-40B4-BE49-F238E27FC236}">
                <a16:creationId xmlns:a16="http://schemas.microsoft.com/office/drawing/2014/main" id="{9BB6E87A-425A-4693-9389-A78395C4518D}"/>
              </a:ext>
            </a:extLst>
          </p:cNvPr>
          <p:cNvSpPr>
            <a:spLocks noGrp="1"/>
          </p:cNvSpPr>
          <p:nvPr/>
        </p:nvSpPr>
        <p:spPr>
          <a:xfrm>
            <a:off x="9753600" y="5076825"/>
            <a:ext cx="1466850" cy="19050"/>
          </a:xfrm>
          <a:prstGeom prst="rect">
            <a:avLst/>
          </a:prstGeom>
          <a:solidFill>
            <a:srgbClr val="BDBDBD"/>
          </a:solidFill>
          <a:ln w="0">
            <a:noFill/>
          </a:ln>
        </p:spPr>
      </p:sp>
      <p:sp>
        <p:nvSpPr>
          <p:cNvPr id="34" name="diagram-line-44">
            <a:extLst>
              <a:ext uri="{FF2B5EF4-FFF2-40B4-BE49-F238E27FC236}">
                <a16:creationId xmlns:a16="http://schemas.microsoft.com/office/drawing/2014/main" id="{EE9F6FBC-9A35-402A-9A05-DD38A89AB478}"/>
              </a:ext>
            </a:extLst>
          </p:cNvPr>
          <p:cNvSpPr>
            <a:spLocks noGrp="1"/>
          </p:cNvSpPr>
          <p:nvPr/>
        </p:nvSpPr>
        <p:spPr>
          <a:xfrm>
            <a:off x="9744075" y="5076825"/>
            <a:ext cx="19050" cy="114300"/>
          </a:xfrm>
          <a:prstGeom prst="rect">
            <a:avLst/>
          </a:prstGeom>
          <a:solidFill>
            <a:srgbClr val="BDBDBD"/>
          </a:solidFill>
          <a:ln w="0">
            <a:noFill/>
          </a:ln>
        </p:spPr>
      </p:sp>
      <p:sp>
        <p:nvSpPr>
          <p:cNvPr id="35" name="diagram-line-45">
            <a:extLst>
              <a:ext uri="{FF2B5EF4-FFF2-40B4-BE49-F238E27FC236}">
                <a16:creationId xmlns:a16="http://schemas.microsoft.com/office/drawing/2014/main" id="{071DAE38-E514-4E5B-B43D-166F3F948908}"/>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BE463D09-69A3-472E-B0FE-42F52DA52E7E}"/>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[0~7]</a:t>
            </a:r>
          </a:p>
        </p:txBody>
      </p:sp>
      <p:graphicFrame>
        <p:nvGraphicFramePr>
          <p:cNvPr id="37" name="표 36">
            <a:extLst>
              <a:ext uri="{FF2B5EF4-FFF2-40B4-BE49-F238E27FC236}">
                <a16:creationId xmlns:a16="http://schemas.microsoft.com/office/drawing/2014/main" id="{0D118E6D-E3A6-4788-B526-655648962A23}"/>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BAFDEFC7-4388-4373-BA0C-A20459DB8A37}"/>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[0~3]</a:t>
            </a:r>
          </a:p>
        </p:txBody>
      </p:sp>
      <p:graphicFrame>
        <p:nvGraphicFramePr>
          <p:cNvPr id="39" name="표 38">
            <a:extLst>
              <a:ext uri="{FF2B5EF4-FFF2-40B4-BE49-F238E27FC236}">
                <a16:creationId xmlns:a16="http://schemas.microsoft.com/office/drawing/2014/main" id="{1D4CB6EA-0358-48C1-87D5-CF8D0C6EB41B}"/>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351998A9-217A-40E8-93DC-3833FFAB90B0}"/>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[4~7]</a:t>
            </a:r>
          </a:p>
        </p:txBody>
      </p:sp>
      <p:graphicFrame>
        <p:nvGraphicFramePr>
          <p:cNvPr id="41" name="표 40">
            <a:extLst>
              <a:ext uri="{FF2B5EF4-FFF2-40B4-BE49-F238E27FC236}">
                <a16:creationId xmlns:a16="http://schemas.microsoft.com/office/drawing/2014/main" id="{7170D4D6-5E4C-4C3B-83EB-7F6738AF142E}"/>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A16D8C79-50AD-4519-8614-7AE5E921DFFC}"/>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[0~1]</a:t>
            </a:r>
          </a:p>
        </p:txBody>
      </p:sp>
      <p:graphicFrame>
        <p:nvGraphicFramePr>
          <p:cNvPr id="43" name="표 42">
            <a:extLst>
              <a:ext uri="{FF2B5EF4-FFF2-40B4-BE49-F238E27FC236}">
                <a16:creationId xmlns:a16="http://schemas.microsoft.com/office/drawing/2014/main" id="{E1125235-05E0-4EAA-9FF6-B7CEBB40D36B}"/>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B9485178-D7E4-4646-962B-9A2F38452256}"/>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[2~3]</a:t>
            </a:r>
          </a:p>
        </p:txBody>
      </p:sp>
      <p:graphicFrame>
        <p:nvGraphicFramePr>
          <p:cNvPr id="45" name="표 44">
            <a:extLst>
              <a:ext uri="{FF2B5EF4-FFF2-40B4-BE49-F238E27FC236}">
                <a16:creationId xmlns:a16="http://schemas.microsoft.com/office/drawing/2014/main" id="{93C0EA2F-16FD-499F-ABB9-C9BA375BF038}"/>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39553ABD-91FF-4E20-91D1-3336FA29643D}"/>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[4~5]</a:t>
            </a:r>
          </a:p>
        </p:txBody>
      </p:sp>
      <p:graphicFrame>
        <p:nvGraphicFramePr>
          <p:cNvPr id="47" name="표 46">
            <a:extLst>
              <a:ext uri="{FF2B5EF4-FFF2-40B4-BE49-F238E27FC236}">
                <a16:creationId xmlns:a16="http://schemas.microsoft.com/office/drawing/2014/main" id="{1225280E-6F27-4EE8-BCF5-AADEDDE13AFE}"/>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CD4A3673-8692-4FA0-ACF2-C659BCC143E2}"/>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[6~7]</a:t>
            </a:r>
          </a:p>
        </p:txBody>
      </p:sp>
      <p:graphicFrame>
        <p:nvGraphicFramePr>
          <p:cNvPr id="49" name="표 48">
            <a:extLst>
              <a:ext uri="{FF2B5EF4-FFF2-40B4-BE49-F238E27FC236}">
                <a16:creationId xmlns:a16="http://schemas.microsoft.com/office/drawing/2014/main" id="{9C230637-6769-4114-9561-1D9EF5C6727D}"/>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1EC0E63A-C0A7-4557-96FB-89DCE8F614A9}"/>
              </a:ext>
            </a:extLst>
          </p:cNvPr>
          <p:cNvSpPr>
            <a:spLocks noGrp="1"/>
          </p:cNvSpPr>
          <p:nvPr/>
        </p:nvSpPr>
        <p:spPr>
          <a:xfrm>
            <a:off x="5334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[0~0]</a:t>
            </a:r>
          </a:p>
        </p:txBody>
      </p:sp>
      <p:graphicFrame>
        <p:nvGraphicFramePr>
          <p:cNvPr id="51" name="표 50">
            <a:extLst>
              <a:ext uri="{FF2B5EF4-FFF2-40B4-BE49-F238E27FC236}">
                <a16:creationId xmlns:a16="http://schemas.microsoft.com/office/drawing/2014/main" id="{9E1CB65D-D447-4183-9F2F-10F5226149D6}"/>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2AE0DF0-FBE4-40E8-B242-C96EA0FE90ED}"/>
              </a:ext>
            </a:extLst>
          </p:cNvPr>
          <p:cNvSpPr>
            <a:spLocks noGrp="1"/>
          </p:cNvSpPr>
          <p:nvPr/>
        </p:nvSpPr>
        <p:spPr>
          <a:xfrm>
            <a:off x="20002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[1~1]</a:t>
            </a:r>
          </a:p>
        </p:txBody>
      </p:sp>
      <p:graphicFrame>
        <p:nvGraphicFramePr>
          <p:cNvPr id="53" name="표 52">
            <a:extLst>
              <a:ext uri="{FF2B5EF4-FFF2-40B4-BE49-F238E27FC236}">
                <a16:creationId xmlns:a16="http://schemas.microsoft.com/office/drawing/2014/main" id="{8B127772-F85F-4D28-8208-93AEF2215F76}"/>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9956ABCC-7C2F-4038-899F-2CC122215F5D}"/>
              </a:ext>
            </a:extLst>
          </p:cNvPr>
          <p:cNvSpPr>
            <a:spLocks noGrp="1"/>
          </p:cNvSpPr>
          <p:nvPr/>
        </p:nvSpPr>
        <p:spPr>
          <a:xfrm>
            <a:off x="34671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[2~2]</a:t>
            </a:r>
          </a:p>
        </p:txBody>
      </p:sp>
      <p:graphicFrame>
        <p:nvGraphicFramePr>
          <p:cNvPr id="55" name="표 54">
            <a:extLst>
              <a:ext uri="{FF2B5EF4-FFF2-40B4-BE49-F238E27FC236}">
                <a16:creationId xmlns:a16="http://schemas.microsoft.com/office/drawing/2014/main" id="{2C16904A-A4F6-4F5B-98E2-AE861C43B3E7}"/>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06004BFF-D0F0-4BFA-ACCB-EEDA9211D653}"/>
              </a:ext>
            </a:extLst>
          </p:cNvPr>
          <p:cNvSpPr>
            <a:spLocks noGrp="1"/>
          </p:cNvSpPr>
          <p:nvPr/>
        </p:nvSpPr>
        <p:spPr>
          <a:xfrm>
            <a:off x="49339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[3~3]</a:t>
            </a:r>
          </a:p>
        </p:txBody>
      </p:sp>
      <p:graphicFrame>
        <p:nvGraphicFramePr>
          <p:cNvPr id="57" name="표 56">
            <a:extLst>
              <a:ext uri="{FF2B5EF4-FFF2-40B4-BE49-F238E27FC236}">
                <a16:creationId xmlns:a16="http://schemas.microsoft.com/office/drawing/2014/main" id="{02927FBC-2199-4998-84B0-FBD54BC8AD0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B185761D-8E5B-44C9-B727-7995D1588AF1}"/>
              </a:ext>
            </a:extLst>
          </p:cNvPr>
          <p:cNvSpPr>
            <a:spLocks noGrp="1"/>
          </p:cNvSpPr>
          <p:nvPr/>
        </p:nvSpPr>
        <p:spPr>
          <a:xfrm>
            <a:off x="64008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[4~4]</a:t>
            </a:r>
          </a:p>
        </p:txBody>
      </p:sp>
      <p:graphicFrame>
        <p:nvGraphicFramePr>
          <p:cNvPr id="59" name="표 58">
            <a:extLst>
              <a:ext uri="{FF2B5EF4-FFF2-40B4-BE49-F238E27FC236}">
                <a16:creationId xmlns:a16="http://schemas.microsoft.com/office/drawing/2014/main" id="{878F9FDD-AA08-4373-A7AC-02B52BC718D0}"/>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CEA3E5DA-EAFD-4B60-ABF3-8797F39EFEA0}"/>
              </a:ext>
            </a:extLst>
          </p:cNvPr>
          <p:cNvSpPr>
            <a:spLocks noGrp="1"/>
          </p:cNvSpPr>
          <p:nvPr/>
        </p:nvSpPr>
        <p:spPr>
          <a:xfrm>
            <a:off x="78676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[5~5]</a:t>
            </a:r>
          </a:p>
        </p:txBody>
      </p:sp>
      <p:graphicFrame>
        <p:nvGraphicFramePr>
          <p:cNvPr id="61" name="표 60">
            <a:extLst>
              <a:ext uri="{FF2B5EF4-FFF2-40B4-BE49-F238E27FC236}">
                <a16:creationId xmlns:a16="http://schemas.microsoft.com/office/drawing/2014/main" id="{583606CE-4775-41E9-89E7-BEBF0623DDBE}"/>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B76374CE-3240-4506-B5E2-1A8DD3309C7A}"/>
              </a:ext>
            </a:extLst>
          </p:cNvPr>
          <p:cNvSpPr>
            <a:spLocks noGrp="1"/>
          </p:cNvSpPr>
          <p:nvPr/>
        </p:nvSpPr>
        <p:spPr>
          <a:xfrm>
            <a:off x="93345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[6~6]</a:t>
            </a:r>
          </a:p>
        </p:txBody>
      </p:sp>
      <p:graphicFrame>
        <p:nvGraphicFramePr>
          <p:cNvPr id="63" name="표 62">
            <a:extLst>
              <a:ext uri="{FF2B5EF4-FFF2-40B4-BE49-F238E27FC236}">
                <a16:creationId xmlns:a16="http://schemas.microsoft.com/office/drawing/2014/main" id="{25BF808F-B124-4D60-8B9C-4F28CD3CC368}"/>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5C47C96C-3A92-44E0-B3A0-1ED894389D5B}"/>
              </a:ext>
            </a:extLst>
          </p:cNvPr>
          <p:cNvSpPr>
            <a:spLocks noGrp="1"/>
          </p:cNvSpPr>
          <p:nvPr/>
        </p:nvSpPr>
        <p:spPr>
          <a:xfrm>
            <a:off x="108013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[7~7]</a:t>
            </a:r>
          </a:p>
        </p:txBody>
      </p:sp>
      <p:graphicFrame>
        <p:nvGraphicFramePr>
          <p:cNvPr id="65" name="표 64">
            <a:extLst>
              <a:ext uri="{FF2B5EF4-FFF2-40B4-BE49-F238E27FC236}">
                <a16:creationId xmlns:a16="http://schemas.microsoft.com/office/drawing/2014/main" id="{D3288EAD-75DB-47D7-9734-5F9049A3EFA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83F21F47-638B-458D-A0E7-892E02104A1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이제 맨 위 호출을 시작해서 실제 코드 순서대로 끝까지 따라갑니다.</a:t>
            </a:r>
          </a:p>
        </p:txBody>
      </p:sp>
    </p:spTree>
    <p:extLst>
      <p:ext uri="{BB962C8B-B14F-4D97-AF65-F5344CB8AC3E}">
        <p14:creationId xmlns:p14="http://schemas.microsoft.com/office/powerpoint/2010/main" val="11677134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A75720A-4728-4E5C-83A2-B8336214F13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933536-0210-46BD-B494-8CC792408E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7C0E42-B6DE-4A8C-8542-B708BEDB28B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호출: mid = 3에서 나눔</a:t>
            </a:r>
          </a:p>
        </p:txBody>
      </p:sp>
      <p:sp>
        <p:nvSpPr>
          <p:cNvPr id="4" name="diagram-line-46">
            <a:extLst>
              <a:ext uri="{FF2B5EF4-FFF2-40B4-BE49-F238E27FC236}">
                <a16:creationId xmlns:a16="http://schemas.microsoft.com/office/drawing/2014/main" id="{9406ACE9-ACBE-410F-9A3A-E96E60B1CBD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6EC351B-B423-4A27-8ECA-971F035862B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7, mid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[0~3]를 호출합니다. 오른쪽 [4~7]는 기다립니다.</a:t>
            </a:r>
          </a:p>
        </p:txBody>
      </p:sp>
      <p:sp>
        <p:nvSpPr>
          <p:cNvPr id="6" name="footer">
            <a:extLst>
              <a:ext uri="{FF2B5EF4-FFF2-40B4-BE49-F238E27FC236}">
                <a16:creationId xmlns:a16="http://schemas.microsoft.com/office/drawing/2014/main" id="{7B7EEEAF-B3FC-4450-90B1-F65E013B8B0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E6DEB3-7A8F-472E-AC91-92FAC6F540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100</a:t>
            </a:r>
            <a:endParaRPr sz="1050" b="0">
              <a:solidFill>
                <a:srgbClr val="151515"/>
              </a:solidFill>
              <a:latin typeface="Consolas"/>
              <a:ea typeface="Consolas"/>
              <a:cs typeface="Consolas"/>
            </a:endParaRPr>
          </a:p>
        </p:txBody>
      </p:sp>
      <p:sp>
        <p:nvSpPr>
          <p:cNvPr id="8" name="row-47-label">
            <a:extLst>
              <a:ext uri="{FF2B5EF4-FFF2-40B4-BE49-F238E27FC236}">
                <a16:creationId xmlns:a16="http://schemas.microsoft.com/office/drawing/2014/main" id="{96B07284-9F47-48F0-BEAA-CD061B054ABD}"/>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74883180-8C98-41B2-B461-38D8AC768EA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47-0">
            <a:extLst>
              <a:ext uri="{FF2B5EF4-FFF2-40B4-BE49-F238E27FC236}">
                <a16:creationId xmlns:a16="http://schemas.microsoft.com/office/drawing/2014/main" id="{D37D468E-BD48-4E07-9706-8861E30DF4E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47-1">
            <a:extLst>
              <a:ext uri="{FF2B5EF4-FFF2-40B4-BE49-F238E27FC236}">
                <a16:creationId xmlns:a16="http://schemas.microsoft.com/office/drawing/2014/main" id="{1611FA60-B42B-4898-ACA5-CE7FBADB85C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47-2">
            <a:extLst>
              <a:ext uri="{FF2B5EF4-FFF2-40B4-BE49-F238E27FC236}">
                <a16:creationId xmlns:a16="http://schemas.microsoft.com/office/drawing/2014/main" id="{D2D7ED98-ACD7-4473-9482-5EAAF509A3C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47-3">
            <a:extLst>
              <a:ext uri="{FF2B5EF4-FFF2-40B4-BE49-F238E27FC236}">
                <a16:creationId xmlns:a16="http://schemas.microsoft.com/office/drawing/2014/main" id="{873B8B15-7882-407D-88C8-1CA3DD1E19BC}"/>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47-4">
            <a:extLst>
              <a:ext uri="{FF2B5EF4-FFF2-40B4-BE49-F238E27FC236}">
                <a16:creationId xmlns:a16="http://schemas.microsoft.com/office/drawing/2014/main" id="{4CDB8831-AFFA-4440-AEA4-6C64FE9D16DF}"/>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47-5">
            <a:extLst>
              <a:ext uri="{FF2B5EF4-FFF2-40B4-BE49-F238E27FC236}">
                <a16:creationId xmlns:a16="http://schemas.microsoft.com/office/drawing/2014/main" id="{24F1B086-9034-42BC-A0B3-D3001734476D}"/>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47-6">
            <a:extLst>
              <a:ext uri="{FF2B5EF4-FFF2-40B4-BE49-F238E27FC236}">
                <a16:creationId xmlns:a16="http://schemas.microsoft.com/office/drawing/2014/main" id="{B2EEB76E-FC5E-4BBD-9B2F-F9F8553A09E6}"/>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47-7">
            <a:extLst>
              <a:ext uri="{FF2B5EF4-FFF2-40B4-BE49-F238E27FC236}">
                <a16:creationId xmlns:a16="http://schemas.microsoft.com/office/drawing/2014/main" id="{A4925D2D-286F-457D-A540-E56CCB45AB2C}"/>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8">
            <a:extLst>
              <a:ext uri="{FF2B5EF4-FFF2-40B4-BE49-F238E27FC236}">
                <a16:creationId xmlns:a16="http://schemas.microsoft.com/office/drawing/2014/main" id="{CD6DE5DD-8D16-4919-B6DD-9D47FDBEE42B}"/>
              </a:ext>
            </a:extLst>
          </p:cNvPr>
          <p:cNvSpPr>
            <a:spLocks noGrp="1"/>
          </p:cNvSpPr>
          <p:nvPr/>
        </p:nvSpPr>
        <p:spPr>
          <a:xfrm>
            <a:off x="6772275" y="2819400"/>
            <a:ext cx="19050" cy="666750"/>
          </a:xfrm>
          <a:prstGeom prst="rect">
            <a:avLst/>
          </a:prstGeom>
          <a:solidFill>
            <a:srgbClr val="9A5900"/>
          </a:solidFill>
          <a:ln w="0">
            <a:noFill/>
          </a:ln>
        </p:spPr>
      </p:sp>
      <p:sp>
        <p:nvSpPr>
          <p:cNvPr id="19" name="pointer-47">
            <a:extLst>
              <a:ext uri="{FF2B5EF4-FFF2-40B4-BE49-F238E27FC236}">
                <a16:creationId xmlns:a16="http://schemas.microsoft.com/office/drawing/2014/main" id="{1B8CC400-DF60-4E3C-9CDF-D880C0ECD68C}"/>
              </a:ext>
            </a:extLst>
          </p:cNvPr>
          <p:cNvSpPr>
            <a:spLocks noGrp="1"/>
          </p:cNvSpPr>
          <p:nvPr/>
        </p:nvSpPr>
        <p:spPr>
          <a:xfrm>
            <a:off x="56007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3</a:t>
            </a:r>
          </a:p>
        </p:txBody>
      </p:sp>
      <p:sp>
        <p:nvSpPr>
          <p:cNvPr id="20" name="children-code">
            <a:extLst>
              <a:ext uri="{FF2B5EF4-FFF2-40B4-BE49-F238E27FC236}">
                <a16:creationId xmlns:a16="http://schemas.microsoft.com/office/drawing/2014/main" id="{A0E671C5-DAEC-4D7A-BBA8-CE94C1545453}"/>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3)</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4, 7)</a:t>
            </a:r>
          </a:p>
        </p:txBody>
      </p:sp>
      <p:sp>
        <p:nvSpPr>
          <p:cNvPr id="21" name="caption">
            <a:extLst>
              <a:ext uri="{FF2B5EF4-FFF2-40B4-BE49-F238E27FC236}">
                <a16:creationId xmlns:a16="http://schemas.microsoft.com/office/drawing/2014/main" id="{BC91A229-A5BB-4A91-8BC6-04D0004CBBA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지금은 전체 여덟 칸의 답을 구하는 호출입니다.</a:t>
            </a:r>
          </a:p>
        </p:txBody>
      </p:sp>
    </p:spTree>
    <p:extLst>
      <p:ext uri="{BB962C8B-B14F-4D97-AF65-F5344CB8AC3E}">
        <p14:creationId xmlns:p14="http://schemas.microsoft.com/office/powerpoint/2010/main" val="22507371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39B8C27-3F48-427B-8E3C-E02B6C34F5E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4A0C55C-7DB0-4FCD-AE48-A70E5AB1286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5C7239-C5E1-42B0-8E90-D50F010D491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호출: mid = 1에서 나눔</a:t>
            </a:r>
          </a:p>
        </p:txBody>
      </p:sp>
      <p:sp>
        <p:nvSpPr>
          <p:cNvPr id="4" name="diagram-line-49">
            <a:extLst>
              <a:ext uri="{FF2B5EF4-FFF2-40B4-BE49-F238E27FC236}">
                <a16:creationId xmlns:a16="http://schemas.microsoft.com/office/drawing/2014/main" id="{5C567A61-C7EB-443D-8A72-CD64DA9C53B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38C276-0D06-4E5A-A066-E0013D0110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3, mid = 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[0~1]를 호출합니다. 오른쪽 [2~3]는 기다립니다.</a:t>
            </a:r>
          </a:p>
        </p:txBody>
      </p:sp>
      <p:sp>
        <p:nvSpPr>
          <p:cNvPr id="6" name="footer">
            <a:extLst>
              <a:ext uri="{FF2B5EF4-FFF2-40B4-BE49-F238E27FC236}">
                <a16:creationId xmlns:a16="http://schemas.microsoft.com/office/drawing/2014/main" id="{527FA99E-B65D-4CD2-86C8-A2ACAD8224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A6E5C4B-6991-43D4-B4E5-69717BB430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101</a:t>
            </a:r>
            <a:endParaRPr sz="1050" b="0">
              <a:solidFill>
                <a:srgbClr val="151515"/>
              </a:solidFill>
              <a:latin typeface="Consolas"/>
              <a:ea typeface="Consolas"/>
              <a:cs typeface="Consolas"/>
            </a:endParaRPr>
          </a:p>
        </p:txBody>
      </p:sp>
      <p:sp>
        <p:nvSpPr>
          <p:cNvPr id="8" name="row-50-label">
            <a:extLst>
              <a:ext uri="{FF2B5EF4-FFF2-40B4-BE49-F238E27FC236}">
                <a16:creationId xmlns:a16="http://schemas.microsoft.com/office/drawing/2014/main" id="{BEFA89C6-A69C-4EDD-8393-A3B21B171164}"/>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8C15DA7-FC41-4794-A1AC-16290C6851B3}"/>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0-0">
            <a:extLst>
              <a:ext uri="{FF2B5EF4-FFF2-40B4-BE49-F238E27FC236}">
                <a16:creationId xmlns:a16="http://schemas.microsoft.com/office/drawing/2014/main" id="{1D0D88ED-D998-4AE3-B97C-E7D43E4AFB48}"/>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0-1">
            <a:extLst>
              <a:ext uri="{FF2B5EF4-FFF2-40B4-BE49-F238E27FC236}">
                <a16:creationId xmlns:a16="http://schemas.microsoft.com/office/drawing/2014/main" id="{76DB2863-9710-4ED7-9C05-51ABCB1B68C8}"/>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0-2">
            <a:extLst>
              <a:ext uri="{FF2B5EF4-FFF2-40B4-BE49-F238E27FC236}">
                <a16:creationId xmlns:a16="http://schemas.microsoft.com/office/drawing/2014/main" id="{95329075-72F0-4393-A979-AA0D75BB9C3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0-3">
            <a:extLst>
              <a:ext uri="{FF2B5EF4-FFF2-40B4-BE49-F238E27FC236}">
                <a16:creationId xmlns:a16="http://schemas.microsoft.com/office/drawing/2014/main" id="{95841E6D-131E-46F5-9014-7DD172B12397}"/>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0-4">
            <a:extLst>
              <a:ext uri="{FF2B5EF4-FFF2-40B4-BE49-F238E27FC236}">
                <a16:creationId xmlns:a16="http://schemas.microsoft.com/office/drawing/2014/main" id="{37E900E7-C8CA-41E2-8F4B-8801464CB16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0-5">
            <a:extLst>
              <a:ext uri="{FF2B5EF4-FFF2-40B4-BE49-F238E27FC236}">
                <a16:creationId xmlns:a16="http://schemas.microsoft.com/office/drawing/2014/main" id="{A76E066E-7F9D-46A4-B130-51945550BFA6}"/>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0-6">
            <a:extLst>
              <a:ext uri="{FF2B5EF4-FFF2-40B4-BE49-F238E27FC236}">
                <a16:creationId xmlns:a16="http://schemas.microsoft.com/office/drawing/2014/main" id="{67F9C2FF-3A04-4959-82A2-A91E0F6833BC}"/>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0-7">
            <a:extLst>
              <a:ext uri="{FF2B5EF4-FFF2-40B4-BE49-F238E27FC236}">
                <a16:creationId xmlns:a16="http://schemas.microsoft.com/office/drawing/2014/main" id="{729825FA-14BD-4634-979C-A4AE60544885}"/>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1">
            <a:extLst>
              <a:ext uri="{FF2B5EF4-FFF2-40B4-BE49-F238E27FC236}">
                <a16:creationId xmlns:a16="http://schemas.microsoft.com/office/drawing/2014/main" id="{4A498968-B31C-4C31-8DAE-578E42116ECB}"/>
              </a:ext>
            </a:extLst>
          </p:cNvPr>
          <p:cNvSpPr>
            <a:spLocks noGrp="1"/>
          </p:cNvSpPr>
          <p:nvPr/>
        </p:nvSpPr>
        <p:spPr>
          <a:xfrm>
            <a:off x="4562475" y="2819400"/>
            <a:ext cx="19050" cy="666750"/>
          </a:xfrm>
          <a:prstGeom prst="rect">
            <a:avLst/>
          </a:prstGeom>
          <a:solidFill>
            <a:srgbClr val="9A5900"/>
          </a:solidFill>
          <a:ln w="0">
            <a:noFill/>
          </a:ln>
        </p:spPr>
      </p:sp>
      <p:sp>
        <p:nvSpPr>
          <p:cNvPr id="19" name="pointer-50">
            <a:extLst>
              <a:ext uri="{FF2B5EF4-FFF2-40B4-BE49-F238E27FC236}">
                <a16:creationId xmlns:a16="http://schemas.microsoft.com/office/drawing/2014/main" id="{9C0A2E78-E90D-4046-B145-A84C57DFF960}"/>
              </a:ext>
            </a:extLst>
          </p:cNvPr>
          <p:cNvSpPr>
            <a:spLocks noGrp="1"/>
          </p:cNvSpPr>
          <p:nvPr/>
        </p:nvSpPr>
        <p:spPr>
          <a:xfrm>
            <a:off x="33909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1</a:t>
            </a:r>
          </a:p>
        </p:txBody>
      </p:sp>
      <p:sp>
        <p:nvSpPr>
          <p:cNvPr id="20" name="children-code">
            <a:extLst>
              <a:ext uri="{FF2B5EF4-FFF2-40B4-BE49-F238E27FC236}">
                <a16:creationId xmlns:a16="http://schemas.microsoft.com/office/drawing/2014/main" id="{A39A0C56-0201-481D-8332-561A785AD344}"/>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1)</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2, 3)</a:t>
            </a:r>
          </a:p>
        </p:txBody>
      </p:sp>
      <p:sp>
        <p:nvSpPr>
          <p:cNvPr id="21" name="caption">
            <a:extLst>
              <a:ext uri="{FF2B5EF4-FFF2-40B4-BE49-F238E27FC236}">
                <a16:creationId xmlns:a16="http://schemas.microsoft.com/office/drawing/2014/main" id="{6FE75443-66B9-4C82-B111-E798796A4A5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left_max의 반환을 기다립니다.</a:t>
            </a:r>
          </a:p>
        </p:txBody>
      </p:sp>
    </p:spTree>
    <p:extLst>
      <p:ext uri="{BB962C8B-B14F-4D97-AF65-F5344CB8AC3E}">
        <p14:creationId xmlns:p14="http://schemas.microsoft.com/office/powerpoint/2010/main" val="125140340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844E563C-5BE4-4FF5-88F1-283E499E9F0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BE57C61-E8DE-4BBB-B9B6-900A739A01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CBC68D6-8489-4D00-A1DE-B51497E287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호출: mid = 0에서 나눔</a:t>
            </a:r>
          </a:p>
        </p:txBody>
      </p:sp>
      <p:sp>
        <p:nvSpPr>
          <p:cNvPr id="4" name="diagram-line-52">
            <a:extLst>
              <a:ext uri="{FF2B5EF4-FFF2-40B4-BE49-F238E27FC236}">
                <a16:creationId xmlns:a16="http://schemas.microsoft.com/office/drawing/2014/main" id="{C5AFFC25-180E-408D-80FD-50DF211E39A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9217429-02BF-4A3E-AF0B-8F31B0D9DF9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1, mid = 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[0~0]를 호출합니다. 오른쪽 [1~1]는 기다립니다.</a:t>
            </a:r>
          </a:p>
        </p:txBody>
      </p:sp>
      <p:sp>
        <p:nvSpPr>
          <p:cNvPr id="6" name="footer">
            <a:extLst>
              <a:ext uri="{FF2B5EF4-FFF2-40B4-BE49-F238E27FC236}">
                <a16:creationId xmlns:a16="http://schemas.microsoft.com/office/drawing/2014/main" id="{BE21F6BA-DFF4-4BC9-B9E1-DD3282E6FF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52BB7-7503-4B91-8ACF-F6B026862D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102</a:t>
            </a:r>
            <a:endParaRPr sz="1050" b="0">
              <a:solidFill>
                <a:srgbClr val="151515"/>
              </a:solidFill>
              <a:latin typeface="Consolas"/>
              <a:ea typeface="Consolas"/>
              <a:cs typeface="Consolas"/>
            </a:endParaRPr>
          </a:p>
        </p:txBody>
      </p:sp>
      <p:sp>
        <p:nvSpPr>
          <p:cNvPr id="8" name="row-53-label">
            <a:extLst>
              <a:ext uri="{FF2B5EF4-FFF2-40B4-BE49-F238E27FC236}">
                <a16:creationId xmlns:a16="http://schemas.microsoft.com/office/drawing/2014/main" id="{8FCC2D4D-61C9-4EB0-84B3-EAAA12C5A555}"/>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7EADF17-AE0C-444F-8EEB-85ADC7D528B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3-0">
            <a:extLst>
              <a:ext uri="{FF2B5EF4-FFF2-40B4-BE49-F238E27FC236}">
                <a16:creationId xmlns:a16="http://schemas.microsoft.com/office/drawing/2014/main" id="{E806C771-199D-425A-BC48-84E6A972C0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3-1">
            <a:extLst>
              <a:ext uri="{FF2B5EF4-FFF2-40B4-BE49-F238E27FC236}">
                <a16:creationId xmlns:a16="http://schemas.microsoft.com/office/drawing/2014/main" id="{0E863E47-056C-4950-97E6-00271AB90E7F}"/>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3-2">
            <a:extLst>
              <a:ext uri="{FF2B5EF4-FFF2-40B4-BE49-F238E27FC236}">
                <a16:creationId xmlns:a16="http://schemas.microsoft.com/office/drawing/2014/main" id="{AD52CB3A-DB11-43F7-8D73-851633ED0C3B}"/>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3-3">
            <a:extLst>
              <a:ext uri="{FF2B5EF4-FFF2-40B4-BE49-F238E27FC236}">
                <a16:creationId xmlns:a16="http://schemas.microsoft.com/office/drawing/2014/main" id="{B7BBBF5A-1B34-4C22-BF22-6AAB2334BD0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3-4">
            <a:extLst>
              <a:ext uri="{FF2B5EF4-FFF2-40B4-BE49-F238E27FC236}">
                <a16:creationId xmlns:a16="http://schemas.microsoft.com/office/drawing/2014/main" id="{F33A1A10-0F2F-4692-AFF7-6D37931970DD}"/>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3-5">
            <a:extLst>
              <a:ext uri="{FF2B5EF4-FFF2-40B4-BE49-F238E27FC236}">
                <a16:creationId xmlns:a16="http://schemas.microsoft.com/office/drawing/2014/main" id="{F4C8EB6F-0E24-4B9D-B345-51A514810F29}"/>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3-6">
            <a:extLst>
              <a:ext uri="{FF2B5EF4-FFF2-40B4-BE49-F238E27FC236}">
                <a16:creationId xmlns:a16="http://schemas.microsoft.com/office/drawing/2014/main" id="{14CCE9AA-39B8-4F4E-A8E3-F443B45CD7DA}"/>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3-7">
            <a:extLst>
              <a:ext uri="{FF2B5EF4-FFF2-40B4-BE49-F238E27FC236}">
                <a16:creationId xmlns:a16="http://schemas.microsoft.com/office/drawing/2014/main" id="{3D607F5B-E204-4C3C-B1E9-8F4B6380CC00}"/>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4">
            <a:extLst>
              <a:ext uri="{FF2B5EF4-FFF2-40B4-BE49-F238E27FC236}">
                <a16:creationId xmlns:a16="http://schemas.microsoft.com/office/drawing/2014/main" id="{06B2FE31-32B1-4ABF-A798-2A56466E19AC}"/>
              </a:ext>
            </a:extLst>
          </p:cNvPr>
          <p:cNvSpPr>
            <a:spLocks noGrp="1"/>
          </p:cNvSpPr>
          <p:nvPr/>
        </p:nvSpPr>
        <p:spPr>
          <a:xfrm>
            <a:off x="3457575" y="2819400"/>
            <a:ext cx="19050" cy="666750"/>
          </a:xfrm>
          <a:prstGeom prst="rect">
            <a:avLst/>
          </a:prstGeom>
          <a:solidFill>
            <a:srgbClr val="9A5900"/>
          </a:solidFill>
          <a:ln w="0">
            <a:noFill/>
          </a:ln>
        </p:spPr>
      </p:sp>
      <p:sp>
        <p:nvSpPr>
          <p:cNvPr id="19" name="pointer-53">
            <a:extLst>
              <a:ext uri="{FF2B5EF4-FFF2-40B4-BE49-F238E27FC236}">
                <a16:creationId xmlns:a16="http://schemas.microsoft.com/office/drawing/2014/main" id="{6F9BB9B6-848F-4D4B-ACDA-0B63158F456C}"/>
              </a:ext>
            </a:extLst>
          </p:cNvPr>
          <p:cNvSpPr>
            <a:spLocks noGrp="1"/>
          </p:cNvSpPr>
          <p:nvPr/>
        </p:nvSpPr>
        <p:spPr>
          <a:xfrm>
            <a:off x="22860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0</a:t>
            </a:r>
          </a:p>
        </p:txBody>
      </p:sp>
      <p:sp>
        <p:nvSpPr>
          <p:cNvPr id="20" name="children-code">
            <a:extLst>
              <a:ext uri="{FF2B5EF4-FFF2-40B4-BE49-F238E27FC236}">
                <a16:creationId xmlns:a16="http://schemas.microsoft.com/office/drawing/2014/main" id="{5C1CF37C-E92E-4CAE-9AFA-BB2924AC2D4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0)</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1, 1)</a:t>
            </a:r>
          </a:p>
        </p:txBody>
      </p:sp>
      <p:sp>
        <p:nvSpPr>
          <p:cNvPr id="21" name="caption">
            <a:extLst>
              <a:ext uri="{FF2B5EF4-FFF2-40B4-BE49-F238E27FC236}">
                <a16:creationId xmlns:a16="http://schemas.microsoft.com/office/drawing/2014/main" id="{143C896C-14E6-42FC-BFE6-D52437698A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left_max의 반환을 기다립니다.</a:t>
            </a:r>
          </a:p>
        </p:txBody>
      </p:sp>
    </p:spTree>
    <p:extLst>
      <p:ext uri="{BB962C8B-B14F-4D97-AF65-F5344CB8AC3E}">
        <p14:creationId xmlns:p14="http://schemas.microsoft.com/office/powerpoint/2010/main" val="164601807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C7C01701-3119-47CC-9640-AB05C1AC10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597883-0314-4BBC-8A11-99B6A243012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F3EFBB-458D-404B-B108-BFDB5872364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[0~0] 원소 하나: 3 반환</a:t>
            </a:r>
          </a:p>
        </p:txBody>
      </p:sp>
      <p:sp>
        <p:nvSpPr>
          <p:cNvPr id="4" name="diagram-line-55">
            <a:extLst>
              <a:ext uri="{FF2B5EF4-FFF2-40B4-BE49-F238E27FC236}">
                <a16:creationId xmlns:a16="http://schemas.microsoft.com/office/drawing/2014/main" id="{445B624C-6C1F-46D3-A075-BDC2709949B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95A723E-90E8-4D62-B400-9D67E5249FF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0입니다. 남은 원소는 a[0] = 3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3을 [0~1] 호출의 left_max에 돌려줍니다.</a:t>
            </a:r>
          </a:p>
        </p:txBody>
      </p:sp>
      <p:sp>
        <p:nvSpPr>
          <p:cNvPr id="6" name="footer">
            <a:extLst>
              <a:ext uri="{FF2B5EF4-FFF2-40B4-BE49-F238E27FC236}">
                <a16:creationId xmlns:a16="http://schemas.microsoft.com/office/drawing/2014/main" id="{D1B3C18B-8204-421A-AB1A-D25E4A0C74C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1C4404-C12C-4BBA-8C37-997AA92656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103</a:t>
            </a:r>
            <a:endParaRPr sz="1050" b="0">
              <a:solidFill>
                <a:srgbClr val="151515"/>
              </a:solidFill>
              <a:latin typeface="Consolas"/>
              <a:ea typeface="Consolas"/>
              <a:cs typeface="Consolas"/>
            </a:endParaRPr>
          </a:p>
        </p:txBody>
      </p:sp>
      <p:sp>
        <p:nvSpPr>
          <p:cNvPr id="8" name="row-56-label">
            <a:extLst>
              <a:ext uri="{FF2B5EF4-FFF2-40B4-BE49-F238E27FC236}">
                <a16:creationId xmlns:a16="http://schemas.microsoft.com/office/drawing/2014/main" id="{1D812319-126B-40F0-987F-55FD36AFD61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AF597A8-DB01-45E9-BFB4-55E8ACA3E4B7}"/>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6-0">
            <a:extLst>
              <a:ext uri="{FF2B5EF4-FFF2-40B4-BE49-F238E27FC236}">
                <a16:creationId xmlns:a16="http://schemas.microsoft.com/office/drawing/2014/main" id="{6D406BC8-1BC0-49B4-B923-7B4F762C38F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6-1">
            <a:extLst>
              <a:ext uri="{FF2B5EF4-FFF2-40B4-BE49-F238E27FC236}">
                <a16:creationId xmlns:a16="http://schemas.microsoft.com/office/drawing/2014/main" id="{7D69B777-454C-45C7-AB56-455459F8F18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6-2">
            <a:extLst>
              <a:ext uri="{FF2B5EF4-FFF2-40B4-BE49-F238E27FC236}">
                <a16:creationId xmlns:a16="http://schemas.microsoft.com/office/drawing/2014/main" id="{BAA1834D-7840-4CF0-A939-3C37928CD272}"/>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6-3">
            <a:extLst>
              <a:ext uri="{FF2B5EF4-FFF2-40B4-BE49-F238E27FC236}">
                <a16:creationId xmlns:a16="http://schemas.microsoft.com/office/drawing/2014/main" id="{C1080134-5DC4-4844-9912-3B94BBC15E8D}"/>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6-4">
            <a:extLst>
              <a:ext uri="{FF2B5EF4-FFF2-40B4-BE49-F238E27FC236}">
                <a16:creationId xmlns:a16="http://schemas.microsoft.com/office/drawing/2014/main" id="{24495A86-6E17-4A5A-B48E-9F7FB8AFDDF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6-5">
            <a:extLst>
              <a:ext uri="{FF2B5EF4-FFF2-40B4-BE49-F238E27FC236}">
                <a16:creationId xmlns:a16="http://schemas.microsoft.com/office/drawing/2014/main" id="{A386D1F2-E672-46A3-8907-9FCE4CF93F7E}"/>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6-6">
            <a:extLst>
              <a:ext uri="{FF2B5EF4-FFF2-40B4-BE49-F238E27FC236}">
                <a16:creationId xmlns:a16="http://schemas.microsoft.com/office/drawing/2014/main" id="{6B778891-54FF-4433-B27C-6138750B9AF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6-7">
            <a:extLst>
              <a:ext uri="{FF2B5EF4-FFF2-40B4-BE49-F238E27FC236}">
                <a16:creationId xmlns:a16="http://schemas.microsoft.com/office/drawing/2014/main" id="{A1D70ABD-9D2D-43FC-901C-40AFF0A3C0D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FECD5BA-D7F3-4D34-9763-1D647BF9DC98}"/>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3</a:t>
            </a:r>
          </a:p>
        </p:txBody>
      </p:sp>
      <p:sp>
        <p:nvSpPr>
          <p:cNvPr id="19" name="caption">
            <a:extLst>
              <a:ext uri="{FF2B5EF4-FFF2-40B4-BE49-F238E27FC236}">
                <a16:creationId xmlns:a16="http://schemas.microsoft.com/office/drawing/2014/main" id="{A6F6DEF6-8A11-4D98-A4DA-7746C5D4EC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left_max = 3. 원소 한 개의 호출이 끝났습니다.</a:t>
            </a:r>
          </a:p>
        </p:txBody>
      </p:sp>
    </p:spTree>
    <p:extLst>
      <p:ext uri="{BB962C8B-B14F-4D97-AF65-F5344CB8AC3E}">
        <p14:creationId xmlns:p14="http://schemas.microsoft.com/office/powerpoint/2010/main" val="138222311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58C4732D-4260-4C14-8DF0-55B176409D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A9FCF3-DD5F-4460-9EB3-951E032DDC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E1394A-D24F-4B72-896C-BCEA51A45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[1~1] 원소 하나: −5 반환</a:t>
            </a:r>
          </a:p>
        </p:txBody>
      </p:sp>
      <p:sp>
        <p:nvSpPr>
          <p:cNvPr id="4" name="diagram-line-57">
            <a:extLst>
              <a:ext uri="{FF2B5EF4-FFF2-40B4-BE49-F238E27FC236}">
                <a16:creationId xmlns:a16="http://schemas.microsoft.com/office/drawing/2014/main" id="{07D150BA-1BC3-417C-95A3-EDA5C769B76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AFCBB02-216F-4C3B-A031-33718500D26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1입니다. 남은 원소는 a[1]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[0~1] 호출의 right_max에 돌려줍니다.</a:t>
            </a:r>
          </a:p>
        </p:txBody>
      </p:sp>
      <p:sp>
        <p:nvSpPr>
          <p:cNvPr id="6" name="footer">
            <a:extLst>
              <a:ext uri="{FF2B5EF4-FFF2-40B4-BE49-F238E27FC236}">
                <a16:creationId xmlns:a16="http://schemas.microsoft.com/office/drawing/2014/main" id="{02E97A4A-C66A-4EBF-8C06-AC2E62C9F64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51FA6-A71C-4332-97E7-FC394775B8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104</a:t>
            </a:r>
            <a:endParaRPr sz="1050" b="0">
              <a:solidFill>
                <a:srgbClr val="151515"/>
              </a:solidFill>
              <a:latin typeface="Consolas"/>
              <a:ea typeface="Consolas"/>
              <a:cs typeface="Consolas"/>
            </a:endParaRPr>
          </a:p>
        </p:txBody>
      </p:sp>
      <p:sp>
        <p:nvSpPr>
          <p:cNvPr id="8" name="row-58-label">
            <a:extLst>
              <a:ext uri="{FF2B5EF4-FFF2-40B4-BE49-F238E27FC236}">
                <a16:creationId xmlns:a16="http://schemas.microsoft.com/office/drawing/2014/main" id="{D14CF260-A179-419C-9AFB-30978ED5B8CA}"/>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0312949-B261-4661-9217-CCDB9CF27351}"/>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8-0">
            <a:extLst>
              <a:ext uri="{FF2B5EF4-FFF2-40B4-BE49-F238E27FC236}">
                <a16:creationId xmlns:a16="http://schemas.microsoft.com/office/drawing/2014/main" id="{BDAA74A2-665A-42C9-AFFD-4A767DD0793D}"/>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8-1">
            <a:extLst>
              <a:ext uri="{FF2B5EF4-FFF2-40B4-BE49-F238E27FC236}">
                <a16:creationId xmlns:a16="http://schemas.microsoft.com/office/drawing/2014/main" id="{52FE5A1B-B935-4AF6-8E4E-097600ABF296}"/>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8-2">
            <a:extLst>
              <a:ext uri="{FF2B5EF4-FFF2-40B4-BE49-F238E27FC236}">
                <a16:creationId xmlns:a16="http://schemas.microsoft.com/office/drawing/2014/main" id="{88C5F4F9-B15B-45A5-A5B3-FAC971F7F9EE}"/>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8-3">
            <a:extLst>
              <a:ext uri="{FF2B5EF4-FFF2-40B4-BE49-F238E27FC236}">
                <a16:creationId xmlns:a16="http://schemas.microsoft.com/office/drawing/2014/main" id="{1F6611A7-2B46-4935-8D95-F92F5C237243}"/>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8-4">
            <a:extLst>
              <a:ext uri="{FF2B5EF4-FFF2-40B4-BE49-F238E27FC236}">
                <a16:creationId xmlns:a16="http://schemas.microsoft.com/office/drawing/2014/main" id="{3A5DD03B-FEFD-4299-B16F-402B0683C813}"/>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8-5">
            <a:extLst>
              <a:ext uri="{FF2B5EF4-FFF2-40B4-BE49-F238E27FC236}">
                <a16:creationId xmlns:a16="http://schemas.microsoft.com/office/drawing/2014/main" id="{2F0A720D-94F7-45E4-80A2-F32F72D354C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8-6">
            <a:extLst>
              <a:ext uri="{FF2B5EF4-FFF2-40B4-BE49-F238E27FC236}">
                <a16:creationId xmlns:a16="http://schemas.microsoft.com/office/drawing/2014/main" id="{2427E9E4-2AD0-4465-98FD-FD14AC89671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8-7">
            <a:extLst>
              <a:ext uri="{FF2B5EF4-FFF2-40B4-BE49-F238E27FC236}">
                <a16:creationId xmlns:a16="http://schemas.microsoft.com/office/drawing/2014/main" id="{8299EA13-AA18-4C1F-BAEC-F158F432102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9F282E7-53FB-45E3-A201-F577A2E034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8963CABD-F9B0-418C-ABE0-FAA0C41BF53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right_max = −5. 원소 한 개의 호출이 끝났습니다.</a:t>
            </a:r>
          </a:p>
        </p:txBody>
      </p:sp>
    </p:spTree>
    <p:extLst>
      <p:ext uri="{BB962C8B-B14F-4D97-AF65-F5344CB8AC3E}">
        <p14:creationId xmlns:p14="http://schemas.microsoft.com/office/powerpoint/2010/main" val="371590238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C6B87C7-7F03-4C86-85A3-2321AF48570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601582-4F05-4C1E-A0E5-56DEB295573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74EEA1-B4D2-4C57-8638-6B3BA92579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왼쪽 스캔 1/1</a:t>
            </a:r>
          </a:p>
        </p:txBody>
      </p:sp>
      <p:sp>
        <p:nvSpPr>
          <p:cNvPr id="4" name="diagram-line-59">
            <a:extLst>
              <a:ext uri="{FF2B5EF4-FFF2-40B4-BE49-F238E27FC236}">
                <a16:creationId xmlns:a16="http://schemas.microsoft.com/office/drawing/2014/main" id="{1E80232C-B444-490C-BC9C-9D3837CDA85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37633AE-E3AD-409C-8CA1-A087EA5F92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&gt; 이전 기록 −∞ → left_sum 갱신.</a:t>
            </a:r>
          </a:p>
        </p:txBody>
      </p:sp>
      <p:sp>
        <p:nvSpPr>
          <p:cNvPr id="6" name="footer">
            <a:extLst>
              <a:ext uri="{FF2B5EF4-FFF2-40B4-BE49-F238E27FC236}">
                <a16:creationId xmlns:a16="http://schemas.microsoft.com/office/drawing/2014/main" id="{C6CA300E-476D-49E3-A904-828AEA5D116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271554A-3876-4E3E-9F36-3716F81AAB3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105</a:t>
            </a:r>
            <a:endParaRPr sz="1050" b="0">
              <a:solidFill>
                <a:srgbClr val="151515"/>
              </a:solidFill>
              <a:latin typeface="Consolas"/>
              <a:ea typeface="Consolas"/>
              <a:cs typeface="Consolas"/>
            </a:endParaRPr>
          </a:p>
        </p:txBody>
      </p:sp>
      <p:sp>
        <p:nvSpPr>
          <p:cNvPr id="8" name="row-60-label">
            <a:extLst>
              <a:ext uri="{FF2B5EF4-FFF2-40B4-BE49-F238E27FC236}">
                <a16:creationId xmlns:a16="http://schemas.microsoft.com/office/drawing/2014/main" id="{A7213DCB-D734-467A-8863-D026E64A810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08B6835-410F-4114-BA01-FB28E2449F6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0-0">
            <a:extLst>
              <a:ext uri="{FF2B5EF4-FFF2-40B4-BE49-F238E27FC236}">
                <a16:creationId xmlns:a16="http://schemas.microsoft.com/office/drawing/2014/main" id="{B3CD8AAD-2A03-4097-A122-E1B2C039479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0-1">
            <a:extLst>
              <a:ext uri="{FF2B5EF4-FFF2-40B4-BE49-F238E27FC236}">
                <a16:creationId xmlns:a16="http://schemas.microsoft.com/office/drawing/2014/main" id="{AB7DA214-9EEB-47E0-B4B3-E08BDB65F50A}"/>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0-2">
            <a:extLst>
              <a:ext uri="{FF2B5EF4-FFF2-40B4-BE49-F238E27FC236}">
                <a16:creationId xmlns:a16="http://schemas.microsoft.com/office/drawing/2014/main" id="{98FE1352-EA79-4CEA-B989-9A2DB926B24F}"/>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0-3">
            <a:extLst>
              <a:ext uri="{FF2B5EF4-FFF2-40B4-BE49-F238E27FC236}">
                <a16:creationId xmlns:a16="http://schemas.microsoft.com/office/drawing/2014/main" id="{8E256B6C-BF46-49A3-9E26-FB32D849964B}"/>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0-4">
            <a:extLst>
              <a:ext uri="{FF2B5EF4-FFF2-40B4-BE49-F238E27FC236}">
                <a16:creationId xmlns:a16="http://schemas.microsoft.com/office/drawing/2014/main" id="{08C20E3E-9F1D-4088-96F7-C557EC57029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0-5">
            <a:extLst>
              <a:ext uri="{FF2B5EF4-FFF2-40B4-BE49-F238E27FC236}">
                <a16:creationId xmlns:a16="http://schemas.microsoft.com/office/drawing/2014/main" id="{79A7AE31-776D-4E85-A57F-4C2D1B0EF0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0-6">
            <a:extLst>
              <a:ext uri="{FF2B5EF4-FFF2-40B4-BE49-F238E27FC236}">
                <a16:creationId xmlns:a16="http://schemas.microsoft.com/office/drawing/2014/main" id="{A45CF986-BE24-4AE4-B4EB-FD04BEB6DD7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0-7">
            <a:extLst>
              <a:ext uri="{FF2B5EF4-FFF2-40B4-BE49-F238E27FC236}">
                <a16:creationId xmlns:a16="http://schemas.microsoft.com/office/drawing/2014/main" id="{F9BD74C4-CBDA-4574-B0C2-299681330E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1">
            <a:extLst>
              <a:ext uri="{FF2B5EF4-FFF2-40B4-BE49-F238E27FC236}">
                <a16:creationId xmlns:a16="http://schemas.microsoft.com/office/drawing/2014/main" id="{C9203C99-2E95-4878-A806-10B3CE5F4B4F}"/>
              </a:ext>
            </a:extLst>
          </p:cNvPr>
          <p:cNvSpPr>
            <a:spLocks noGrp="1"/>
          </p:cNvSpPr>
          <p:nvPr/>
        </p:nvSpPr>
        <p:spPr>
          <a:xfrm>
            <a:off x="3457575" y="2743200"/>
            <a:ext cx="19050" cy="666750"/>
          </a:xfrm>
          <a:prstGeom prst="rect">
            <a:avLst/>
          </a:prstGeom>
          <a:solidFill>
            <a:srgbClr val="9A5900"/>
          </a:solidFill>
          <a:ln w="0">
            <a:noFill/>
          </a:ln>
        </p:spPr>
      </p:sp>
      <p:sp>
        <p:nvSpPr>
          <p:cNvPr id="19" name="pointer-60">
            <a:extLst>
              <a:ext uri="{FF2B5EF4-FFF2-40B4-BE49-F238E27FC236}">
                <a16:creationId xmlns:a16="http://schemas.microsoft.com/office/drawing/2014/main" id="{11211DA7-657B-4284-9DA1-42124EF3861A}"/>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DCBA9511-5FD3-454B-800C-89F41C46672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(3) = 3</a:t>
            </a:r>
          </a:p>
        </p:txBody>
      </p:sp>
      <p:sp>
        <p:nvSpPr>
          <p:cNvPr id="21" name="best-equation">
            <a:extLst>
              <a:ext uri="{FF2B5EF4-FFF2-40B4-BE49-F238E27FC236}">
                <a16:creationId xmlns:a16="http://schemas.microsoft.com/office/drawing/2014/main" id="{8B18A904-0461-4DD9-BFFF-EDD91EB4F7D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3</a:t>
            </a:r>
          </a:p>
        </p:txBody>
      </p:sp>
      <p:sp>
        <p:nvSpPr>
          <p:cNvPr id="22" name="row-62-label">
            <a:extLst>
              <a:ext uri="{FF2B5EF4-FFF2-40B4-BE49-F238E27FC236}">
                <a16:creationId xmlns:a16="http://schemas.microsoft.com/office/drawing/2014/main" id="{841F2AF0-DCD6-4422-8D0D-D2EBE32CB98F}"/>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4C93515-F1CD-41D2-B616-C62A5C16757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2-0">
            <a:extLst>
              <a:ext uri="{FF2B5EF4-FFF2-40B4-BE49-F238E27FC236}">
                <a16:creationId xmlns:a16="http://schemas.microsoft.com/office/drawing/2014/main" id="{3C1979E8-812E-4189-93AD-5DAA075EFA7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2-1">
            <a:extLst>
              <a:ext uri="{FF2B5EF4-FFF2-40B4-BE49-F238E27FC236}">
                <a16:creationId xmlns:a16="http://schemas.microsoft.com/office/drawing/2014/main" id="{5E8D2104-892D-4290-940E-26751429A2B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2-2">
            <a:extLst>
              <a:ext uri="{FF2B5EF4-FFF2-40B4-BE49-F238E27FC236}">
                <a16:creationId xmlns:a16="http://schemas.microsoft.com/office/drawing/2014/main" id="{92A0A6A5-CF86-4E51-999C-B34EE850C20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2-3">
            <a:extLst>
              <a:ext uri="{FF2B5EF4-FFF2-40B4-BE49-F238E27FC236}">
                <a16:creationId xmlns:a16="http://schemas.microsoft.com/office/drawing/2014/main" id="{D5D6A3D9-1938-4627-A1E0-4940AD176ABA}"/>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2-4">
            <a:extLst>
              <a:ext uri="{FF2B5EF4-FFF2-40B4-BE49-F238E27FC236}">
                <a16:creationId xmlns:a16="http://schemas.microsoft.com/office/drawing/2014/main" id="{8C4E0BF9-47CD-4B8E-A074-3A34AEECD61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2-5">
            <a:extLst>
              <a:ext uri="{FF2B5EF4-FFF2-40B4-BE49-F238E27FC236}">
                <a16:creationId xmlns:a16="http://schemas.microsoft.com/office/drawing/2014/main" id="{4C0A4FD8-2D3B-4DB2-BC0C-181BA84F2F3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2-6">
            <a:extLst>
              <a:ext uri="{FF2B5EF4-FFF2-40B4-BE49-F238E27FC236}">
                <a16:creationId xmlns:a16="http://schemas.microsoft.com/office/drawing/2014/main" id="{F2694B0A-C35A-4B8B-B2AB-C34B7D0936D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2-7">
            <a:extLst>
              <a:ext uri="{FF2B5EF4-FFF2-40B4-BE49-F238E27FC236}">
                <a16:creationId xmlns:a16="http://schemas.microsoft.com/office/drawing/2014/main" id="{220F256D-AD96-42C2-89C0-1BD919E1C79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3">
            <a:extLst>
              <a:ext uri="{FF2B5EF4-FFF2-40B4-BE49-F238E27FC236}">
                <a16:creationId xmlns:a16="http://schemas.microsoft.com/office/drawing/2014/main" id="{6D52E966-F2AA-4425-A3B9-DCA96A88637A}"/>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A8CBF09-981C-441E-B966-80DC5BB94BF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75371880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999A1F-9877-4C1C-BE09-DAAD6E38319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C3FCDFF-2250-4F25-ADAD-40C540F5BB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C0D3027-EE28-4839-9DFF-6740A4A9283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오른쪽 스캔 1/1</a:t>
            </a:r>
          </a:p>
        </p:txBody>
      </p:sp>
      <p:sp>
        <p:nvSpPr>
          <p:cNvPr id="4" name="diagram-line-64">
            <a:extLst>
              <a:ext uri="{FF2B5EF4-FFF2-40B4-BE49-F238E27FC236}">
                <a16:creationId xmlns:a16="http://schemas.microsoft.com/office/drawing/2014/main" id="{436F61B2-D81B-4E22-BB44-78FFB8A6D18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C4EFA4F-46EF-4449-BA9B-480C72F9947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15A06B7-64A3-4017-897F-119647D60F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653836B-8518-4359-AF68-0D590824ECB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106</a:t>
            </a:r>
            <a:endParaRPr sz="1050" b="0">
              <a:solidFill>
                <a:srgbClr val="151515"/>
              </a:solidFill>
              <a:latin typeface="Consolas"/>
              <a:ea typeface="Consolas"/>
              <a:cs typeface="Consolas"/>
            </a:endParaRPr>
          </a:p>
        </p:txBody>
      </p:sp>
      <p:sp>
        <p:nvSpPr>
          <p:cNvPr id="8" name="row-65-label">
            <a:extLst>
              <a:ext uri="{FF2B5EF4-FFF2-40B4-BE49-F238E27FC236}">
                <a16:creationId xmlns:a16="http://schemas.microsoft.com/office/drawing/2014/main" id="{F3E39906-073B-4940-B0F5-14D64527C48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1DAC1F0-A79D-4816-A769-44241F5EE72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5-0">
            <a:extLst>
              <a:ext uri="{FF2B5EF4-FFF2-40B4-BE49-F238E27FC236}">
                <a16:creationId xmlns:a16="http://schemas.microsoft.com/office/drawing/2014/main" id="{1521E23C-BB21-469E-8E51-636C4895C42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5-1">
            <a:extLst>
              <a:ext uri="{FF2B5EF4-FFF2-40B4-BE49-F238E27FC236}">
                <a16:creationId xmlns:a16="http://schemas.microsoft.com/office/drawing/2014/main" id="{B249D9C0-E06A-4B41-AFD9-350A96A1E829}"/>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5-2">
            <a:extLst>
              <a:ext uri="{FF2B5EF4-FFF2-40B4-BE49-F238E27FC236}">
                <a16:creationId xmlns:a16="http://schemas.microsoft.com/office/drawing/2014/main" id="{88F7BC50-A245-4E1C-954B-0B1A99CBDF1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5-3">
            <a:extLst>
              <a:ext uri="{FF2B5EF4-FFF2-40B4-BE49-F238E27FC236}">
                <a16:creationId xmlns:a16="http://schemas.microsoft.com/office/drawing/2014/main" id="{0CA24F74-37B3-40B1-BC36-50160049569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5-4">
            <a:extLst>
              <a:ext uri="{FF2B5EF4-FFF2-40B4-BE49-F238E27FC236}">
                <a16:creationId xmlns:a16="http://schemas.microsoft.com/office/drawing/2014/main" id="{334B9A76-85C3-411C-B02D-A8E63300565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5-5">
            <a:extLst>
              <a:ext uri="{FF2B5EF4-FFF2-40B4-BE49-F238E27FC236}">
                <a16:creationId xmlns:a16="http://schemas.microsoft.com/office/drawing/2014/main" id="{6CA2AF4A-EC71-41CA-8320-31743A6DC1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5-6">
            <a:extLst>
              <a:ext uri="{FF2B5EF4-FFF2-40B4-BE49-F238E27FC236}">
                <a16:creationId xmlns:a16="http://schemas.microsoft.com/office/drawing/2014/main" id="{54FE13C8-8FA2-4303-88AE-483D168B70D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5-7">
            <a:extLst>
              <a:ext uri="{FF2B5EF4-FFF2-40B4-BE49-F238E27FC236}">
                <a16:creationId xmlns:a16="http://schemas.microsoft.com/office/drawing/2014/main" id="{FF1E2B57-F9E1-4189-8341-4802270C4C0C}"/>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6">
            <a:extLst>
              <a:ext uri="{FF2B5EF4-FFF2-40B4-BE49-F238E27FC236}">
                <a16:creationId xmlns:a16="http://schemas.microsoft.com/office/drawing/2014/main" id="{8B9CAA83-0C9E-4ADC-AD38-5E4056BFC545}"/>
              </a:ext>
            </a:extLst>
          </p:cNvPr>
          <p:cNvSpPr>
            <a:spLocks noGrp="1"/>
          </p:cNvSpPr>
          <p:nvPr/>
        </p:nvSpPr>
        <p:spPr>
          <a:xfrm>
            <a:off x="3457575" y="2743200"/>
            <a:ext cx="19050" cy="666750"/>
          </a:xfrm>
          <a:prstGeom prst="rect">
            <a:avLst/>
          </a:prstGeom>
          <a:solidFill>
            <a:srgbClr val="9A5900"/>
          </a:solidFill>
          <a:ln w="0">
            <a:noFill/>
          </a:ln>
        </p:spPr>
      </p:sp>
      <p:sp>
        <p:nvSpPr>
          <p:cNvPr id="19" name="pointer-65">
            <a:extLst>
              <a:ext uri="{FF2B5EF4-FFF2-40B4-BE49-F238E27FC236}">
                <a16:creationId xmlns:a16="http://schemas.microsoft.com/office/drawing/2014/main" id="{049506ED-DC49-4D56-B12A-55A893785D6D}"/>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1</a:t>
            </a:r>
          </a:p>
        </p:txBody>
      </p:sp>
      <p:sp>
        <p:nvSpPr>
          <p:cNvPr id="20" name="current-equation">
            <a:extLst>
              <a:ext uri="{FF2B5EF4-FFF2-40B4-BE49-F238E27FC236}">
                <a16:creationId xmlns:a16="http://schemas.microsoft.com/office/drawing/2014/main" id="{96F4F424-2BF1-4647-A17B-6237BB61AFC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9E2F7382-B7D2-4713-A611-396AEDC79A4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67-label">
            <a:extLst>
              <a:ext uri="{FF2B5EF4-FFF2-40B4-BE49-F238E27FC236}">
                <a16:creationId xmlns:a16="http://schemas.microsoft.com/office/drawing/2014/main" id="{61231A6C-6265-4338-B1DE-6C3A6C881821}"/>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AE7A719-DE24-45CC-901B-EF18502211F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7-0">
            <a:extLst>
              <a:ext uri="{FF2B5EF4-FFF2-40B4-BE49-F238E27FC236}">
                <a16:creationId xmlns:a16="http://schemas.microsoft.com/office/drawing/2014/main" id="{C22B31FD-FA30-419F-9E69-8CB5E23B4503}"/>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7-1">
            <a:extLst>
              <a:ext uri="{FF2B5EF4-FFF2-40B4-BE49-F238E27FC236}">
                <a16:creationId xmlns:a16="http://schemas.microsoft.com/office/drawing/2014/main" id="{A4EC8239-7286-4B10-B405-F155A03F34B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7-2">
            <a:extLst>
              <a:ext uri="{FF2B5EF4-FFF2-40B4-BE49-F238E27FC236}">
                <a16:creationId xmlns:a16="http://schemas.microsoft.com/office/drawing/2014/main" id="{1C94996E-71D3-41A3-B292-553DF7F849A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7-3">
            <a:extLst>
              <a:ext uri="{FF2B5EF4-FFF2-40B4-BE49-F238E27FC236}">
                <a16:creationId xmlns:a16="http://schemas.microsoft.com/office/drawing/2014/main" id="{4A910FC5-5699-41F8-8E32-BA6BD51055E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7-4">
            <a:extLst>
              <a:ext uri="{FF2B5EF4-FFF2-40B4-BE49-F238E27FC236}">
                <a16:creationId xmlns:a16="http://schemas.microsoft.com/office/drawing/2014/main" id="{D38D0BB8-E5F6-4A4C-944C-5F6F76EF975B}"/>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7-5">
            <a:extLst>
              <a:ext uri="{FF2B5EF4-FFF2-40B4-BE49-F238E27FC236}">
                <a16:creationId xmlns:a16="http://schemas.microsoft.com/office/drawing/2014/main" id="{481B4409-0F95-4C60-80CB-A7B1EC2ABCFF}"/>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7-6">
            <a:extLst>
              <a:ext uri="{FF2B5EF4-FFF2-40B4-BE49-F238E27FC236}">
                <a16:creationId xmlns:a16="http://schemas.microsoft.com/office/drawing/2014/main" id="{2EC064CA-5086-402F-BA13-CCB35681BAC5}"/>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7-7">
            <a:extLst>
              <a:ext uri="{FF2B5EF4-FFF2-40B4-BE49-F238E27FC236}">
                <a16:creationId xmlns:a16="http://schemas.microsoft.com/office/drawing/2014/main" id="{C7C57AFA-FA02-47A4-9506-0B8B9DDF518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8">
            <a:extLst>
              <a:ext uri="{FF2B5EF4-FFF2-40B4-BE49-F238E27FC236}">
                <a16:creationId xmlns:a16="http://schemas.microsoft.com/office/drawing/2014/main" id="{10641036-0AEB-461F-A94D-BAEAFF44E7B2}"/>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783F6798-12BD-4043-8EBD-1832318E854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08403151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DBFC32FA-AC79-4796-A40D-B8AEE2B18E3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95EBB9-B98B-4316-916A-02245EDCD2E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79F609-2EE3-4D9A-A233-1CEB0DEA58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세 후보 비교 → 3 반환</a:t>
            </a:r>
          </a:p>
        </p:txBody>
      </p:sp>
      <p:sp>
        <p:nvSpPr>
          <p:cNvPr id="4" name="diagram-line-69">
            <a:extLst>
              <a:ext uri="{FF2B5EF4-FFF2-40B4-BE49-F238E27FC236}">
                <a16:creationId xmlns:a16="http://schemas.microsoft.com/office/drawing/2014/main" id="{FE59042E-A4CA-4619-8920-A926850734F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CCB1446-047E-4D45-BACE-5E4F3FE1F05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−5,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−5, −2) = 3입니다.</a:t>
            </a:r>
          </a:p>
        </p:txBody>
      </p:sp>
      <p:sp>
        <p:nvSpPr>
          <p:cNvPr id="6" name="footer">
            <a:extLst>
              <a:ext uri="{FF2B5EF4-FFF2-40B4-BE49-F238E27FC236}">
                <a16:creationId xmlns:a16="http://schemas.microsoft.com/office/drawing/2014/main" id="{543E5C40-1D1F-4F31-8FAD-67BCDEAA507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3F3C1E4-5F81-4CE1-9A66-76D7DE75D9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107</a:t>
            </a:r>
            <a:endParaRPr sz="1050" b="0">
              <a:solidFill>
                <a:srgbClr val="151515"/>
              </a:solidFill>
              <a:latin typeface="Consolas"/>
              <a:ea typeface="Consolas"/>
              <a:cs typeface="Consolas"/>
            </a:endParaRPr>
          </a:p>
        </p:txBody>
      </p:sp>
      <p:sp>
        <p:nvSpPr>
          <p:cNvPr id="8" name="row-70-label">
            <a:extLst>
              <a:ext uri="{FF2B5EF4-FFF2-40B4-BE49-F238E27FC236}">
                <a16:creationId xmlns:a16="http://schemas.microsoft.com/office/drawing/2014/main" id="{9347E5DA-7085-4605-9833-95B28D91C8D0}"/>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3BD70D6E-FECB-4D95-A00E-C3468E946CC1}"/>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0-0">
            <a:extLst>
              <a:ext uri="{FF2B5EF4-FFF2-40B4-BE49-F238E27FC236}">
                <a16:creationId xmlns:a16="http://schemas.microsoft.com/office/drawing/2014/main" id="{B8B470A1-4586-4E85-8B46-FE8E92FD0DB0}"/>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0-1">
            <a:extLst>
              <a:ext uri="{FF2B5EF4-FFF2-40B4-BE49-F238E27FC236}">
                <a16:creationId xmlns:a16="http://schemas.microsoft.com/office/drawing/2014/main" id="{8D825532-42DE-44FC-8AB3-88C79DAE7C7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0-2">
            <a:extLst>
              <a:ext uri="{FF2B5EF4-FFF2-40B4-BE49-F238E27FC236}">
                <a16:creationId xmlns:a16="http://schemas.microsoft.com/office/drawing/2014/main" id="{D00568A5-549F-449C-8065-4C6FD0E7FA8D}"/>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0-3">
            <a:extLst>
              <a:ext uri="{FF2B5EF4-FFF2-40B4-BE49-F238E27FC236}">
                <a16:creationId xmlns:a16="http://schemas.microsoft.com/office/drawing/2014/main" id="{A974306A-C5A3-4C00-A023-AADA6A3C352F}"/>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0-4">
            <a:extLst>
              <a:ext uri="{FF2B5EF4-FFF2-40B4-BE49-F238E27FC236}">
                <a16:creationId xmlns:a16="http://schemas.microsoft.com/office/drawing/2014/main" id="{2DBA17BE-2B9E-4BF6-BED8-B664A33E0AA3}"/>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0-5">
            <a:extLst>
              <a:ext uri="{FF2B5EF4-FFF2-40B4-BE49-F238E27FC236}">
                <a16:creationId xmlns:a16="http://schemas.microsoft.com/office/drawing/2014/main" id="{C6E5B0AE-9980-4B06-9782-C7658E64B77C}"/>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0-6">
            <a:extLst>
              <a:ext uri="{FF2B5EF4-FFF2-40B4-BE49-F238E27FC236}">
                <a16:creationId xmlns:a16="http://schemas.microsoft.com/office/drawing/2014/main" id="{DE2BD464-7BC1-451E-A299-3D61F818F30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0-7">
            <a:extLst>
              <a:ext uri="{FF2B5EF4-FFF2-40B4-BE49-F238E27FC236}">
                <a16:creationId xmlns:a16="http://schemas.microsoft.com/office/drawing/2014/main" id="{780620A1-5D21-4345-BA7E-E0D33458FB4B}"/>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70">
            <a:extLst>
              <a:ext uri="{FF2B5EF4-FFF2-40B4-BE49-F238E27FC236}">
                <a16:creationId xmlns:a16="http://schemas.microsoft.com/office/drawing/2014/main" id="{05DD765A-E81A-43BD-9C10-45D574D9FD5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71-label">
            <a:extLst>
              <a:ext uri="{FF2B5EF4-FFF2-40B4-BE49-F238E27FC236}">
                <a16:creationId xmlns:a16="http://schemas.microsoft.com/office/drawing/2014/main" id="{80349DC3-6F17-4B53-8144-EDA4A22204BD}"/>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6D10A45D-2351-484F-AB98-AACC88D4577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1-0">
            <a:extLst>
              <a:ext uri="{FF2B5EF4-FFF2-40B4-BE49-F238E27FC236}">
                <a16:creationId xmlns:a16="http://schemas.microsoft.com/office/drawing/2014/main" id="{A2F5EE9A-AAF1-447F-B61C-57928F0A70AC}"/>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1-1">
            <a:extLst>
              <a:ext uri="{FF2B5EF4-FFF2-40B4-BE49-F238E27FC236}">
                <a16:creationId xmlns:a16="http://schemas.microsoft.com/office/drawing/2014/main" id="{E949D94C-F8D3-4AAE-8E58-D19DEE556F90}"/>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1-2">
            <a:extLst>
              <a:ext uri="{FF2B5EF4-FFF2-40B4-BE49-F238E27FC236}">
                <a16:creationId xmlns:a16="http://schemas.microsoft.com/office/drawing/2014/main" id="{6677D0EE-7C13-4DF2-87E8-592199DD5CB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1-3">
            <a:extLst>
              <a:ext uri="{FF2B5EF4-FFF2-40B4-BE49-F238E27FC236}">
                <a16:creationId xmlns:a16="http://schemas.microsoft.com/office/drawing/2014/main" id="{0C9C69D6-A00F-458F-B531-01838DC89FB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1-4">
            <a:extLst>
              <a:ext uri="{FF2B5EF4-FFF2-40B4-BE49-F238E27FC236}">
                <a16:creationId xmlns:a16="http://schemas.microsoft.com/office/drawing/2014/main" id="{D4AAF658-EF8D-4EC1-98F3-7A16EBF9B75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1-5">
            <a:extLst>
              <a:ext uri="{FF2B5EF4-FFF2-40B4-BE49-F238E27FC236}">
                <a16:creationId xmlns:a16="http://schemas.microsoft.com/office/drawing/2014/main" id="{7EDA46CB-C24E-4F7D-BD25-2BBC6C0F7AE1}"/>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1-6">
            <a:extLst>
              <a:ext uri="{FF2B5EF4-FFF2-40B4-BE49-F238E27FC236}">
                <a16:creationId xmlns:a16="http://schemas.microsoft.com/office/drawing/2014/main" id="{020E659E-9584-4E2A-B806-D0A7C099D5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1-7">
            <a:extLst>
              <a:ext uri="{FF2B5EF4-FFF2-40B4-BE49-F238E27FC236}">
                <a16:creationId xmlns:a16="http://schemas.microsoft.com/office/drawing/2014/main" id="{17796DB5-ED05-4672-B221-2BEBFD856F2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71">
            <a:extLst>
              <a:ext uri="{FF2B5EF4-FFF2-40B4-BE49-F238E27FC236}">
                <a16:creationId xmlns:a16="http://schemas.microsoft.com/office/drawing/2014/main" id="{FE8E2A99-BA9F-4C7F-80F0-B14CBDEC4EE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−5</a:t>
            </a:r>
          </a:p>
        </p:txBody>
      </p:sp>
      <p:sp>
        <p:nvSpPr>
          <p:cNvPr id="30" name="row-72-label">
            <a:extLst>
              <a:ext uri="{FF2B5EF4-FFF2-40B4-BE49-F238E27FC236}">
                <a16:creationId xmlns:a16="http://schemas.microsoft.com/office/drawing/2014/main" id="{2FBFCF2F-6726-4BA4-8FA2-9EA3B7EA92F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44694C5-5A7B-4EE7-BC31-13D58E5720C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72-0">
            <a:extLst>
              <a:ext uri="{FF2B5EF4-FFF2-40B4-BE49-F238E27FC236}">
                <a16:creationId xmlns:a16="http://schemas.microsoft.com/office/drawing/2014/main" id="{64746C58-4294-4F8F-8D55-E40528345BD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2-1">
            <a:extLst>
              <a:ext uri="{FF2B5EF4-FFF2-40B4-BE49-F238E27FC236}">
                <a16:creationId xmlns:a16="http://schemas.microsoft.com/office/drawing/2014/main" id="{DA40AEC7-0931-435A-A8F0-12653AEC916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2">
            <a:extLst>
              <a:ext uri="{FF2B5EF4-FFF2-40B4-BE49-F238E27FC236}">
                <a16:creationId xmlns:a16="http://schemas.microsoft.com/office/drawing/2014/main" id="{986B5460-CA65-478E-AE14-BC21FB000C65}"/>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2-3">
            <a:extLst>
              <a:ext uri="{FF2B5EF4-FFF2-40B4-BE49-F238E27FC236}">
                <a16:creationId xmlns:a16="http://schemas.microsoft.com/office/drawing/2014/main" id="{25DA0E2C-B739-45DC-887E-A0CF07AC048F}"/>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2-4">
            <a:extLst>
              <a:ext uri="{FF2B5EF4-FFF2-40B4-BE49-F238E27FC236}">
                <a16:creationId xmlns:a16="http://schemas.microsoft.com/office/drawing/2014/main" id="{3B671224-7D53-499C-ADB3-57FC4EA54D8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2-5">
            <a:extLst>
              <a:ext uri="{FF2B5EF4-FFF2-40B4-BE49-F238E27FC236}">
                <a16:creationId xmlns:a16="http://schemas.microsoft.com/office/drawing/2014/main" id="{E7E30584-EF90-4C40-82EB-1EE4031BDE11}"/>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2-6">
            <a:extLst>
              <a:ext uri="{FF2B5EF4-FFF2-40B4-BE49-F238E27FC236}">
                <a16:creationId xmlns:a16="http://schemas.microsoft.com/office/drawing/2014/main" id="{C798F2A3-DBFB-467B-9CF7-83C58C95368B}"/>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2-7">
            <a:extLst>
              <a:ext uri="{FF2B5EF4-FFF2-40B4-BE49-F238E27FC236}">
                <a16:creationId xmlns:a16="http://schemas.microsoft.com/office/drawing/2014/main" id="{6EF498DF-F873-4410-8197-78DF94055BA3}"/>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72">
            <a:extLst>
              <a:ext uri="{FF2B5EF4-FFF2-40B4-BE49-F238E27FC236}">
                <a16:creationId xmlns:a16="http://schemas.microsoft.com/office/drawing/2014/main" id="{297871D7-B74D-4CBD-813C-B8C5033A022D}"/>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235A12E-493D-48EA-98B2-AFEF4AD35B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left_max에 3을 반환합니다.</a:t>
            </a:r>
          </a:p>
        </p:txBody>
      </p:sp>
    </p:spTree>
    <p:extLst>
      <p:ext uri="{BB962C8B-B14F-4D97-AF65-F5344CB8AC3E}">
        <p14:creationId xmlns:p14="http://schemas.microsoft.com/office/powerpoint/2010/main" val="47496853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BE46E563-D60C-423E-8537-7A9A7A625B9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DE95DCF-AA01-4348-A5DB-E5ACCFC9A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64897B8-34C5-405A-AA02-20DD5D691C6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답 3을 받음</a:t>
            </a:r>
          </a:p>
        </p:txBody>
      </p:sp>
      <p:sp>
        <p:nvSpPr>
          <p:cNvPr id="4" name="diagram-line-73">
            <a:extLst>
              <a:ext uri="{FF2B5EF4-FFF2-40B4-BE49-F238E27FC236}">
                <a16:creationId xmlns:a16="http://schemas.microsoft.com/office/drawing/2014/main" id="{970DDD6A-F9F6-44C7-908C-3D70F1B4D6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B7F66CA-0360-419F-B883-7F3A9613E87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[0~1] 호출이 3을 반환했습니다. left_max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[2~3] 호출을 시작합니다.</a:t>
            </a:r>
          </a:p>
        </p:txBody>
      </p:sp>
      <p:sp>
        <p:nvSpPr>
          <p:cNvPr id="6" name="footer">
            <a:extLst>
              <a:ext uri="{FF2B5EF4-FFF2-40B4-BE49-F238E27FC236}">
                <a16:creationId xmlns:a16="http://schemas.microsoft.com/office/drawing/2014/main" id="{6A70A8D8-DA23-4F2D-9F86-ED7029B455A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DFA26C-6BB4-4BEC-8536-145216B5A4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108</a:t>
            </a:r>
            <a:endParaRPr sz="1050" b="0">
              <a:solidFill>
                <a:srgbClr val="151515"/>
              </a:solidFill>
              <a:latin typeface="Consolas"/>
              <a:ea typeface="Consolas"/>
              <a:cs typeface="Consolas"/>
            </a:endParaRPr>
          </a:p>
        </p:txBody>
      </p:sp>
      <p:sp>
        <p:nvSpPr>
          <p:cNvPr id="8" name="row-74-label">
            <a:extLst>
              <a:ext uri="{FF2B5EF4-FFF2-40B4-BE49-F238E27FC236}">
                <a16:creationId xmlns:a16="http://schemas.microsoft.com/office/drawing/2014/main" id="{92DFD213-1A1C-47F2-A18D-6D7DADA8BAF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68D71414-B481-4F19-9EE1-0840C0AB79B9}"/>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4-0">
            <a:extLst>
              <a:ext uri="{FF2B5EF4-FFF2-40B4-BE49-F238E27FC236}">
                <a16:creationId xmlns:a16="http://schemas.microsoft.com/office/drawing/2014/main" id="{7C953B46-AC50-4620-BAD7-C727293F3EB8}"/>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4-1">
            <a:extLst>
              <a:ext uri="{FF2B5EF4-FFF2-40B4-BE49-F238E27FC236}">
                <a16:creationId xmlns:a16="http://schemas.microsoft.com/office/drawing/2014/main" id="{69C99ED7-7B06-4EF1-985D-A8442071474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4-2">
            <a:extLst>
              <a:ext uri="{FF2B5EF4-FFF2-40B4-BE49-F238E27FC236}">
                <a16:creationId xmlns:a16="http://schemas.microsoft.com/office/drawing/2014/main" id="{6344986F-2370-4E19-929B-C5A275D4CAAB}"/>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4-3">
            <a:extLst>
              <a:ext uri="{FF2B5EF4-FFF2-40B4-BE49-F238E27FC236}">
                <a16:creationId xmlns:a16="http://schemas.microsoft.com/office/drawing/2014/main" id="{D7BF232C-3863-4E22-AB11-AE1C2B5AC450}"/>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4-4">
            <a:extLst>
              <a:ext uri="{FF2B5EF4-FFF2-40B4-BE49-F238E27FC236}">
                <a16:creationId xmlns:a16="http://schemas.microsoft.com/office/drawing/2014/main" id="{3D042D7D-C4E6-467C-9602-783CF78CAC84}"/>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4-5">
            <a:extLst>
              <a:ext uri="{FF2B5EF4-FFF2-40B4-BE49-F238E27FC236}">
                <a16:creationId xmlns:a16="http://schemas.microsoft.com/office/drawing/2014/main" id="{17A7599E-51B2-4D3B-AEC9-886EA1FE5E74}"/>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4-6">
            <a:extLst>
              <a:ext uri="{FF2B5EF4-FFF2-40B4-BE49-F238E27FC236}">
                <a16:creationId xmlns:a16="http://schemas.microsoft.com/office/drawing/2014/main" id="{3D584829-8A52-4C82-B420-11353084D345}"/>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4-7">
            <a:extLst>
              <a:ext uri="{FF2B5EF4-FFF2-40B4-BE49-F238E27FC236}">
                <a16:creationId xmlns:a16="http://schemas.microsoft.com/office/drawing/2014/main" id="{B0EC58E9-5099-40AD-9F25-3CA40F53715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27BE5A7A-304C-4FE2-8650-E112035ED98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2, 3)</a:t>
            </a:r>
          </a:p>
        </p:txBody>
      </p:sp>
      <p:sp>
        <p:nvSpPr>
          <p:cNvPr id="19" name="row-75-label">
            <a:extLst>
              <a:ext uri="{FF2B5EF4-FFF2-40B4-BE49-F238E27FC236}">
                <a16:creationId xmlns:a16="http://schemas.microsoft.com/office/drawing/2014/main" id="{A29A4555-4562-41A9-89F1-46A627259CF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02BF7AD5-749E-4C63-94C5-617755E27F9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5-0">
            <a:extLst>
              <a:ext uri="{FF2B5EF4-FFF2-40B4-BE49-F238E27FC236}">
                <a16:creationId xmlns:a16="http://schemas.microsoft.com/office/drawing/2014/main" id="{0A34413E-AEC0-4CDD-B105-12470C6699AD}"/>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5-1">
            <a:extLst>
              <a:ext uri="{FF2B5EF4-FFF2-40B4-BE49-F238E27FC236}">
                <a16:creationId xmlns:a16="http://schemas.microsoft.com/office/drawing/2014/main" id="{5FECB6F8-BF92-43F4-A674-CB8218B25059}"/>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5-2">
            <a:extLst>
              <a:ext uri="{FF2B5EF4-FFF2-40B4-BE49-F238E27FC236}">
                <a16:creationId xmlns:a16="http://schemas.microsoft.com/office/drawing/2014/main" id="{79A27BF8-C75D-4F0A-B48E-C0D518A75632}"/>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5-3">
            <a:extLst>
              <a:ext uri="{FF2B5EF4-FFF2-40B4-BE49-F238E27FC236}">
                <a16:creationId xmlns:a16="http://schemas.microsoft.com/office/drawing/2014/main" id="{7128C142-9626-4897-9A54-D279C501F599}"/>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5-4">
            <a:extLst>
              <a:ext uri="{FF2B5EF4-FFF2-40B4-BE49-F238E27FC236}">
                <a16:creationId xmlns:a16="http://schemas.microsoft.com/office/drawing/2014/main" id="{0B191E35-C383-42C4-AF13-DA6EF47E5608}"/>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5-5">
            <a:extLst>
              <a:ext uri="{FF2B5EF4-FFF2-40B4-BE49-F238E27FC236}">
                <a16:creationId xmlns:a16="http://schemas.microsoft.com/office/drawing/2014/main" id="{D0B3B578-A6A0-43AF-A617-7741D9425214}"/>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5-6">
            <a:extLst>
              <a:ext uri="{FF2B5EF4-FFF2-40B4-BE49-F238E27FC236}">
                <a16:creationId xmlns:a16="http://schemas.microsoft.com/office/drawing/2014/main" id="{FD3A88D1-E57B-4278-AE45-B6382993BBB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5-7">
            <a:extLst>
              <a:ext uri="{FF2B5EF4-FFF2-40B4-BE49-F238E27FC236}">
                <a16:creationId xmlns:a16="http://schemas.microsoft.com/office/drawing/2014/main" id="{F49BEAA6-13CC-4EE6-BE11-F3783ECBFA1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188D9229-49E3-4C7C-8897-7706A3FBC3F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92622471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1AC44DD-B3B2-449E-9F85-6BC9515ACDB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165C01D-770F-4F9D-9F1A-AA22B4D28D8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D797DC-C811-48DF-B33B-1F5AC95F38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호출: mid = 2에서 나눔</a:t>
            </a:r>
          </a:p>
        </p:txBody>
      </p:sp>
      <p:sp>
        <p:nvSpPr>
          <p:cNvPr id="4" name="diagram-line-76">
            <a:extLst>
              <a:ext uri="{FF2B5EF4-FFF2-40B4-BE49-F238E27FC236}">
                <a16:creationId xmlns:a16="http://schemas.microsoft.com/office/drawing/2014/main" id="{7F65E366-4A6A-4779-B3F9-D3D229BD5B3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3838D3A-CDE7-40A3-9DB3-7F8F0451D47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2, high = 3, mid = 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[2~2]를 호출합니다. 오른쪽 [3~3]는 기다립니다.</a:t>
            </a:r>
          </a:p>
        </p:txBody>
      </p:sp>
      <p:sp>
        <p:nvSpPr>
          <p:cNvPr id="6" name="footer">
            <a:extLst>
              <a:ext uri="{FF2B5EF4-FFF2-40B4-BE49-F238E27FC236}">
                <a16:creationId xmlns:a16="http://schemas.microsoft.com/office/drawing/2014/main" id="{E7456E76-E938-4593-B06A-B5A51442A3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4889B24-5662-4DA9-B32E-F31E69D157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109</a:t>
            </a:r>
            <a:endParaRPr sz="1050" b="0">
              <a:solidFill>
                <a:srgbClr val="151515"/>
              </a:solidFill>
              <a:latin typeface="Consolas"/>
              <a:ea typeface="Consolas"/>
              <a:cs typeface="Consolas"/>
            </a:endParaRPr>
          </a:p>
        </p:txBody>
      </p:sp>
      <p:sp>
        <p:nvSpPr>
          <p:cNvPr id="8" name="row-77-label">
            <a:extLst>
              <a:ext uri="{FF2B5EF4-FFF2-40B4-BE49-F238E27FC236}">
                <a16:creationId xmlns:a16="http://schemas.microsoft.com/office/drawing/2014/main" id="{B3D194A5-112B-463C-B9A1-BA53633261B8}"/>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F174FB-91B7-4803-8AFF-2FEABAE0BD8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7-0">
            <a:extLst>
              <a:ext uri="{FF2B5EF4-FFF2-40B4-BE49-F238E27FC236}">
                <a16:creationId xmlns:a16="http://schemas.microsoft.com/office/drawing/2014/main" id="{2E7EF75E-F7D6-4AF4-BC69-3D78785323C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7-1">
            <a:extLst>
              <a:ext uri="{FF2B5EF4-FFF2-40B4-BE49-F238E27FC236}">
                <a16:creationId xmlns:a16="http://schemas.microsoft.com/office/drawing/2014/main" id="{63FCE514-D3A1-4CE7-90F5-3BAB04B4863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7-2">
            <a:extLst>
              <a:ext uri="{FF2B5EF4-FFF2-40B4-BE49-F238E27FC236}">
                <a16:creationId xmlns:a16="http://schemas.microsoft.com/office/drawing/2014/main" id="{BE75D957-AC45-44CF-AE3E-FA8F2DFACA48}"/>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7-3">
            <a:extLst>
              <a:ext uri="{FF2B5EF4-FFF2-40B4-BE49-F238E27FC236}">
                <a16:creationId xmlns:a16="http://schemas.microsoft.com/office/drawing/2014/main" id="{CA45BF7B-DF30-4AC6-8A26-B9244F935D8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7-4">
            <a:extLst>
              <a:ext uri="{FF2B5EF4-FFF2-40B4-BE49-F238E27FC236}">
                <a16:creationId xmlns:a16="http://schemas.microsoft.com/office/drawing/2014/main" id="{559E7CB3-78E6-47AE-BF89-FC5397ACBDE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7-5">
            <a:extLst>
              <a:ext uri="{FF2B5EF4-FFF2-40B4-BE49-F238E27FC236}">
                <a16:creationId xmlns:a16="http://schemas.microsoft.com/office/drawing/2014/main" id="{957B5B59-2A3C-4E37-8A6F-D5865B2EF127}"/>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7-6">
            <a:extLst>
              <a:ext uri="{FF2B5EF4-FFF2-40B4-BE49-F238E27FC236}">
                <a16:creationId xmlns:a16="http://schemas.microsoft.com/office/drawing/2014/main" id="{79A2FB46-01EA-419A-A0C4-05E50CC0DCA5}"/>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7-7">
            <a:extLst>
              <a:ext uri="{FF2B5EF4-FFF2-40B4-BE49-F238E27FC236}">
                <a16:creationId xmlns:a16="http://schemas.microsoft.com/office/drawing/2014/main" id="{3A10B4A5-B0F4-4938-ACEB-5B4BA905B0B4}"/>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78">
            <a:extLst>
              <a:ext uri="{FF2B5EF4-FFF2-40B4-BE49-F238E27FC236}">
                <a16:creationId xmlns:a16="http://schemas.microsoft.com/office/drawing/2014/main" id="{0C251578-A23E-4695-B963-C8F6086A44B1}"/>
              </a:ext>
            </a:extLst>
          </p:cNvPr>
          <p:cNvSpPr>
            <a:spLocks noGrp="1"/>
          </p:cNvSpPr>
          <p:nvPr/>
        </p:nvSpPr>
        <p:spPr>
          <a:xfrm>
            <a:off x="5667375" y="2819400"/>
            <a:ext cx="19050" cy="666750"/>
          </a:xfrm>
          <a:prstGeom prst="rect">
            <a:avLst/>
          </a:prstGeom>
          <a:solidFill>
            <a:srgbClr val="9A5900"/>
          </a:solidFill>
          <a:ln w="0">
            <a:noFill/>
          </a:ln>
        </p:spPr>
      </p:sp>
      <p:sp>
        <p:nvSpPr>
          <p:cNvPr id="19" name="pointer-77">
            <a:extLst>
              <a:ext uri="{FF2B5EF4-FFF2-40B4-BE49-F238E27FC236}">
                <a16:creationId xmlns:a16="http://schemas.microsoft.com/office/drawing/2014/main" id="{E3940FAE-4D7C-44FD-B4EE-40418F634D0A}"/>
              </a:ext>
            </a:extLst>
          </p:cNvPr>
          <p:cNvSpPr>
            <a:spLocks noGrp="1"/>
          </p:cNvSpPr>
          <p:nvPr/>
        </p:nvSpPr>
        <p:spPr>
          <a:xfrm>
            <a:off x="44958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2</a:t>
            </a:r>
          </a:p>
        </p:txBody>
      </p:sp>
      <p:sp>
        <p:nvSpPr>
          <p:cNvPr id="20" name="children-code">
            <a:extLst>
              <a:ext uri="{FF2B5EF4-FFF2-40B4-BE49-F238E27FC236}">
                <a16:creationId xmlns:a16="http://schemas.microsoft.com/office/drawing/2014/main" id="{95CB549B-2CE7-4479-B7B8-A2BEAD702731}"/>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2, 2)</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3, 3)</a:t>
            </a:r>
          </a:p>
        </p:txBody>
      </p:sp>
      <p:sp>
        <p:nvSpPr>
          <p:cNvPr id="21" name="caption">
            <a:extLst>
              <a:ext uri="{FF2B5EF4-FFF2-40B4-BE49-F238E27FC236}">
                <a16:creationId xmlns:a16="http://schemas.microsoft.com/office/drawing/2014/main" id="{090E58CE-4948-4395-8864-635F3193862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right_max의 반환을 기다립니다.</a:t>
            </a:r>
          </a:p>
        </p:txBody>
      </p:sp>
    </p:spTree>
    <p:extLst>
      <p:ext uri="{BB962C8B-B14F-4D97-AF65-F5344CB8AC3E}">
        <p14:creationId xmlns:p14="http://schemas.microsoft.com/office/powerpoint/2010/main" val="158911957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FFAAB97-830B-4055-998F-171886B2343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A592AFD-1D65-4491-A02D-065647FC0F4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B446360-33AE-467D-9165-6D05A3BBCB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 원소 하나: 12 반환</a:t>
            </a:r>
          </a:p>
        </p:txBody>
      </p:sp>
      <p:sp>
        <p:nvSpPr>
          <p:cNvPr id="4" name="diagram-line-79">
            <a:extLst>
              <a:ext uri="{FF2B5EF4-FFF2-40B4-BE49-F238E27FC236}">
                <a16:creationId xmlns:a16="http://schemas.microsoft.com/office/drawing/2014/main" id="{6ED41909-7743-4744-B883-A5F4E11A73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AE9DDF0-457D-4481-B8AA-16AAA0B6620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2입니다. 남은 원소는 a[2] = 12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12을 [2~3] 호출의 left_max에 돌려줍니다.</a:t>
            </a:r>
          </a:p>
        </p:txBody>
      </p:sp>
      <p:sp>
        <p:nvSpPr>
          <p:cNvPr id="6" name="footer">
            <a:extLst>
              <a:ext uri="{FF2B5EF4-FFF2-40B4-BE49-F238E27FC236}">
                <a16:creationId xmlns:a16="http://schemas.microsoft.com/office/drawing/2014/main" id="{9F38186F-BC3E-41C5-A8E5-646EADA1BDC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8DF3AA9-15EE-4827-900D-470D2E9FE58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110</a:t>
            </a:r>
            <a:endParaRPr sz="1050" b="0">
              <a:solidFill>
                <a:srgbClr val="151515"/>
              </a:solidFill>
              <a:latin typeface="Consolas"/>
              <a:ea typeface="Consolas"/>
              <a:cs typeface="Consolas"/>
            </a:endParaRPr>
          </a:p>
        </p:txBody>
      </p:sp>
      <p:sp>
        <p:nvSpPr>
          <p:cNvPr id="8" name="row-80-label">
            <a:extLst>
              <a:ext uri="{FF2B5EF4-FFF2-40B4-BE49-F238E27FC236}">
                <a16:creationId xmlns:a16="http://schemas.microsoft.com/office/drawing/2014/main" id="{45D9FC44-6043-486A-BD43-51874656946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9303533-3B56-4397-B30B-FFA4CBEFB836}"/>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0-0">
            <a:extLst>
              <a:ext uri="{FF2B5EF4-FFF2-40B4-BE49-F238E27FC236}">
                <a16:creationId xmlns:a16="http://schemas.microsoft.com/office/drawing/2014/main" id="{4AF4D305-1D43-4D3A-B839-456A22FE8F36}"/>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0-1">
            <a:extLst>
              <a:ext uri="{FF2B5EF4-FFF2-40B4-BE49-F238E27FC236}">
                <a16:creationId xmlns:a16="http://schemas.microsoft.com/office/drawing/2014/main" id="{35E04AD1-8115-4CCF-9D7A-D18D9FBF3451}"/>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0-2">
            <a:extLst>
              <a:ext uri="{FF2B5EF4-FFF2-40B4-BE49-F238E27FC236}">
                <a16:creationId xmlns:a16="http://schemas.microsoft.com/office/drawing/2014/main" id="{60AEF8F9-6D5E-4002-BB98-1DA4E2D14F3D}"/>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0-3">
            <a:extLst>
              <a:ext uri="{FF2B5EF4-FFF2-40B4-BE49-F238E27FC236}">
                <a16:creationId xmlns:a16="http://schemas.microsoft.com/office/drawing/2014/main" id="{9406715C-30E8-452C-BE09-C854428ED8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0-4">
            <a:extLst>
              <a:ext uri="{FF2B5EF4-FFF2-40B4-BE49-F238E27FC236}">
                <a16:creationId xmlns:a16="http://schemas.microsoft.com/office/drawing/2014/main" id="{39D7AEC4-8713-4397-9CD5-89152B6F248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0-5">
            <a:extLst>
              <a:ext uri="{FF2B5EF4-FFF2-40B4-BE49-F238E27FC236}">
                <a16:creationId xmlns:a16="http://schemas.microsoft.com/office/drawing/2014/main" id="{2F491DCD-382A-4BAF-ACF4-70D14B2FFE3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0-6">
            <a:extLst>
              <a:ext uri="{FF2B5EF4-FFF2-40B4-BE49-F238E27FC236}">
                <a16:creationId xmlns:a16="http://schemas.microsoft.com/office/drawing/2014/main" id="{F99F2349-948A-4225-970D-F89CCDCD8B99}"/>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0-7">
            <a:extLst>
              <a:ext uri="{FF2B5EF4-FFF2-40B4-BE49-F238E27FC236}">
                <a16:creationId xmlns:a16="http://schemas.microsoft.com/office/drawing/2014/main" id="{48629F83-357C-4639-AE3E-4AC32E746DA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1516BCC0-462E-4227-ABA1-1613BF515643}"/>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12</a:t>
            </a:r>
          </a:p>
        </p:txBody>
      </p:sp>
      <p:sp>
        <p:nvSpPr>
          <p:cNvPr id="19" name="caption">
            <a:extLst>
              <a:ext uri="{FF2B5EF4-FFF2-40B4-BE49-F238E27FC236}">
                <a16:creationId xmlns:a16="http://schemas.microsoft.com/office/drawing/2014/main" id="{0486AC60-52CF-4793-937F-82F69D8D030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left_max = 12. 원소 한 개의 호출이 끝났습니다.</a:t>
            </a:r>
          </a:p>
        </p:txBody>
      </p:sp>
    </p:spTree>
    <p:extLst>
      <p:ext uri="{BB962C8B-B14F-4D97-AF65-F5344CB8AC3E}">
        <p14:creationId xmlns:p14="http://schemas.microsoft.com/office/powerpoint/2010/main" val="264138715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26BD0B9-6421-49C5-AA18-994E3362A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6A0CA6-FA01-4B17-896C-F26444A065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B39894-E8EF-47A8-88DE-4A6C9958D5D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[3~3] 원소 하나: −2 반환</a:t>
            </a:r>
          </a:p>
        </p:txBody>
      </p:sp>
      <p:sp>
        <p:nvSpPr>
          <p:cNvPr id="4" name="diagram-line-81">
            <a:extLst>
              <a:ext uri="{FF2B5EF4-FFF2-40B4-BE49-F238E27FC236}">
                <a16:creationId xmlns:a16="http://schemas.microsoft.com/office/drawing/2014/main" id="{0055CEED-6A4F-463B-B1C3-28347C2614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3A9B841-9298-48A8-A0F5-F97A65947D0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3입니다. 남은 원소는 a[3] = −2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−2을 [2~3] 호출의 right_max에 돌려줍니다.</a:t>
            </a:r>
          </a:p>
        </p:txBody>
      </p:sp>
      <p:sp>
        <p:nvSpPr>
          <p:cNvPr id="6" name="footer">
            <a:extLst>
              <a:ext uri="{FF2B5EF4-FFF2-40B4-BE49-F238E27FC236}">
                <a16:creationId xmlns:a16="http://schemas.microsoft.com/office/drawing/2014/main" id="{54D78211-FD2E-4179-B2A0-9EC031BD22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1A925BE-DAE9-4058-B984-BDEBB41CEEA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111</a:t>
            </a:r>
            <a:endParaRPr sz="1050" b="0">
              <a:solidFill>
                <a:srgbClr val="151515"/>
              </a:solidFill>
              <a:latin typeface="Consolas"/>
              <a:ea typeface="Consolas"/>
              <a:cs typeface="Consolas"/>
            </a:endParaRPr>
          </a:p>
        </p:txBody>
      </p:sp>
      <p:sp>
        <p:nvSpPr>
          <p:cNvPr id="8" name="row-82-label">
            <a:extLst>
              <a:ext uri="{FF2B5EF4-FFF2-40B4-BE49-F238E27FC236}">
                <a16:creationId xmlns:a16="http://schemas.microsoft.com/office/drawing/2014/main" id="{97B99876-FAED-41E9-82E1-C1BC0892C5E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55C6CB-414F-450B-86AD-796D453EE922}"/>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2-0">
            <a:extLst>
              <a:ext uri="{FF2B5EF4-FFF2-40B4-BE49-F238E27FC236}">
                <a16:creationId xmlns:a16="http://schemas.microsoft.com/office/drawing/2014/main" id="{CCC2FEAA-E227-4097-A6B5-2C2D1DE170C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2-1">
            <a:extLst>
              <a:ext uri="{FF2B5EF4-FFF2-40B4-BE49-F238E27FC236}">
                <a16:creationId xmlns:a16="http://schemas.microsoft.com/office/drawing/2014/main" id="{A57B399A-426B-47DD-9F48-1453D6FFE478}"/>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2-2">
            <a:extLst>
              <a:ext uri="{FF2B5EF4-FFF2-40B4-BE49-F238E27FC236}">
                <a16:creationId xmlns:a16="http://schemas.microsoft.com/office/drawing/2014/main" id="{521243B1-AB35-435E-8ED5-1350277E9CB4}"/>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2-3">
            <a:extLst>
              <a:ext uri="{FF2B5EF4-FFF2-40B4-BE49-F238E27FC236}">
                <a16:creationId xmlns:a16="http://schemas.microsoft.com/office/drawing/2014/main" id="{8F9DCAAB-6306-4AE6-8405-2E410F8EA4D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2-4">
            <a:extLst>
              <a:ext uri="{FF2B5EF4-FFF2-40B4-BE49-F238E27FC236}">
                <a16:creationId xmlns:a16="http://schemas.microsoft.com/office/drawing/2014/main" id="{9332F7B5-F14D-4B2F-838A-1C8E190EE43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2-5">
            <a:extLst>
              <a:ext uri="{FF2B5EF4-FFF2-40B4-BE49-F238E27FC236}">
                <a16:creationId xmlns:a16="http://schemas.microsoft.com/office/drawing/2014/main" id="{B812D262-02DA-467D-A6AC-3708B28B9CA2}"/>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2-6">
            <a:extLst>
              <a:ext uri="{FF2B5EF4-FFF2-40B4-BE49-F238E27FC236}">
                <a16:creationId xmlns:a16="http://schemas.microsoft.com/office/drawing/2014/main" id="{8DC02D91-872A-4BE1-A654-71F2CC0A2F0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2-7">
            <a:extLst>
              <a:ext uri="{FF2B5EF4-FFF2-40B4-BE49-F238E27FC236}">
                <a16:creationId xmlns:a16="http://schemas.microsoft.com/office/drawing/2014/main" id="{0A79B3D2-A4FB-4EC8-BD6F-EBC6EDBE872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9885743-D0B2-499B-B100-43F6B97C633C}"/>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−2</a:t>
            </a:r>
          </a:p>
        </p:txBody>
      </p:sp>
      <p:sp>
        <p:nvSpPr>
          <p:cNvPr id="19" name="caption">
            <a:extLst>
              <a:ext uri="{FF2B5EF4-FFF2-40B4-BE49-F238E27FC236}">
                <a16:creationId xmlns:a16="http://schemas.microsoft.com/office/drawing/2014/main" id="{1E8A2F20-E983-4A0B-A840-F430077037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right_max = −2. 원소 한 개의 호출이 끝났습니다.</a:t>
            </a:r>
          </a:p>
        </p:txBody>
      </p:sp>
    </p:spTree>
    <p:extLst>
      <p:ext uri="{BB962C8B-B14F-4D97-AF65-F5344CB8AC3E}">
        <p14:creationId xmlns:p14="http://schemas.microsoft.com/office/powerpoint/2010/main" val="95502773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2946D80-256D-4CD3-866D-2EB8591FD63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C565892-95C3-472F-B2BC-DE59C28F12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60CB37-FBEB-4E6E-8CCE-DF4373B589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왼쪽 스캔 1/1</a:t>
            </a:r>
          </a:p>
        </p:txBody>
      </p:sp>
      <p:sp>
        <p:nvSpPr>
          <p:cNvPr id="4" name="diagram-line-83">
            <a:extLst>
              <a:ext uri="{FF2B5EF4-FFF2-40B4-BE49-F238E27FC236}">
                <a16:creationId xmlns:a16="http://schemas.microsoft.com/office/drawing/2014/main" id="{95B24C28-8F17-4C83-AAD9-9BF4E3506D9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730870D-ADCE-4144-A806-40C0DD105E7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left_sum 갱신.</a:t>
            </a:r>
          </a:p>
        </p:txBody>
      </p:sp>
      <p:sp>
        <p:nvSpPr>
          <p:cNvPr id="6" name="footer">
            <a:extLst>
              <a:ext uri="{FF2B5EF4-FFF2-40B4-BE49-F238E27FC236}">
                <a16:creationId xmlns:a16="http://schemas.microsoft.com/office/drawing/2014/main" id="{06877596-DE1C-421F-9073-01260B318E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BFC8458-3429-400F-B38D-F1C236D2F4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112</a:t>
            </a:r>
            <a:endParaRPr sz="1050" b="0">
              <a:solidFill>
                <a:srgbClr val="151515"/>
              </a:solidFill>
              <a:latin typeface="Consolas"/>
              <a:ea typeface="Consolas"/>
              <a:cs typeface="Consolas"/>
            </a:endParaRPr>
          </a:p>
        </p:txBody>
      </p:sp>
      <p:sp>
        <p:nvSpPr>
          <p:cNvPr id="8" name="row-84-label">
            <a:extLst>
              <a:ext uri="{FF2B5EF4-FFF2-40B4-BE49-F238E27FC236}">
                <a16:creationId xmlns:a16="http://schemas.microsoft.com/office/drawing/2014/main" id="{B43CA1FB-94ED-41DD-ADF8-44F4ADEAF4E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E56B094-B2F9-4562-9C9B-A481648754C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4-0">
            <a:extLst>
              <a:ext uri="{FF2B5EF4-FFF2-40B4-BE49-F238E27FC236}">
                <a16:creationId xmlns:a16="http://schemas.microsoft.com/office/drawing/2014/main" id="{41C4040C-EC79-4FD5-90A6-1BFC7DF522F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4-1">
            <a:extLst>
              <a:ext uri="{FF2B5EF4-FFF2-40B4-BE49-F238E27FC236}">
                <a16:creationId xmlns:a16="http://schemas.microsoft.com/office/drawing/2014/main" id="{C779C943-64F7-48C2-BE78-06E2A4D56F7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4-2">
            <a:extLst>
              <a:ext uri="{FF2B5EF4-FFF2-40B4-BE49-F238E27FC236}">
                <a16:creationId xmlns:a16="http://schemas.microsoft.com/office/drawing/2014/main" id="{54166A74-F0AA-4B7E-A899-37BBA9D85101}"/>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4-3">
            <a:extLst>
              <a:ext uri="{FF2B5EF4-FFF2-40B4-BE49-F238E27FC236}">
                <a16:creationId xmlns:a16="http://schemas.microsoft.com/office/drawing/2014/main" id="{6833DB49-1970-4A20-B967-E2D45BA04D1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4-4">
            <a:extLst>
              <a:ext uri="{FF2B5EF4-FFF2-40B4-BE49-F238E27FC236}">
                <a16:creationId xmlns:a16="http://schemas.microsoft.com/office/drawing/2014/main" id="{BC89B8B6-F8BC-43C9-B249-4134260AF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4-5">
            <a:extLst>
              <a:ext uri="{FF2B5EF4-FFF2-40B4-BE49-F238E27FC236}">
                <a16:creationId xmlns:a16="http://schemas.microsoft.com/office/drawing/2014/main" id="{00DB0CCD-BAD8-4899-BCA2-056A90A2EFD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4-6">
            <a:extLst>
              <a:ext uri="{FF2B5EF4-FFF2-40B4-BE49-F238E27FC236}">
                <a16:creationId xmlns:a16="http://schemas.microsoft.com/office/drawing/2014/main" id="{6AE3118C-8213-4FA8-8DBA-14E59CC1B73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4-7">
            <a:extLst>
              <a:ext uri="{FF2B5EF4-FFF2-40B4-BE49-F238E27FC236}">
                <a16:creationId xmlns:a16="http://schemas.microsoft.com/office/drawing/2014/main" id="{8F1C6FC8-BDE7-40E8-9E6D-B613E27D68E5}"/>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85">
            <a:extLst>
              <a:ext uri="{FF2B5EF4-FFF2-40B4-BE49-F238E27FC236}">
                <a16:creationId xmlns:a16="http://schemas.microsoft.com/office/drawing/2014/main" id="{50C4BEDD-9AA5-4471-870F-2E81EE15F062}"/>
              </a:ext>
            </a:extLst>
          </p:cNvPr>
          <p:cNvSpPr>
            <a:spLocks noGrp="1"/>
          </p:cNvSpPr>
          <p:nvPr/>
        </p:nvSpPr>
        <p:spPr>
          <a:xfrm>
            <a:off x="5667375" y="2743200"/>
            <a:ext cx="19050" cy="666750"/>
          </a:xfrm>
          <a:prstGeom prst="rect">
            <a:avLst/>
          </a:prstGeom>
          <a:solidFill>
            <a:srgbClr val="9A5900"/>
          </a:solidFill>
          <a:ln w="0">
            <a:noFill/>
          </a:ln>
        </p:spPr>
      </p:sp>
      <p:sp>
        <p:nvSpPr>
          <p:cNvPr id="19" name="pointer-84">
            <a:extLst>
              <a:ext uri="{FF2B5EF4-FFF2-40B4-BE49-F238E27FC236}">
                <a16:creationId xmlns:a16="http://schemas.microsoft.com/office/drawing/2014/main" id="{558DC709-AD89-4D31-8953-29802BF04E87}"/>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BF3F0FC1-4428-44F6-8A98-90B11559156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E95EE6AD-7F38-418D-97EB-3BEE89925924}"/>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12</a:t>
            </a:r>
          </a:p>
        </p:txBody>
      </p:sp>
      <p:sp>
        <p:nvSpPr>
          <p:cNvPr id="22" name="row-86-label">
            <a:extLst>
              <a:ext uri="{FF2B5EF4-FFF2-40B4-BE49-F238E27FC236}">
                <a16:creationId xmlns:a16="http://schemas.microsoft.com/office/drawing/2014/main" id="{DA4D6D2C-714B-4CEE-93AF-A26921C0B70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D4DB87B1-E37C-4983-817D-FAC7A4B52AA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86-0">
            <a:extLst>
              <a:ext uri="{FF2B5EF4-FFF2-40B4-BE49-F238E27FC236}">
                <a16:creationId xmlns:a16="http://schemas.microsoft.com/office/drawing/2014/main" id="{6A609630-EC32-4558-AE6B-451B1CED08F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86-1">
            <a:extLst>
              <a:ext uri="{FF2B5EF4-FFF2-40B4-BE49-F238E27FC236}">
                <a16:creationId xmlns:a16="http://schemas.microsoft.com/office/drawing/2014/main" id="{A4666CC2-D589-4C8B-89A6-9433A7440EF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86-2">
            <a:extLst>
              <a:ext uri="{FF2B5EF4-FFF2-40B4-BE49-F238E27FC236}">
                <a16:creationId xmlns:a16="http://schemas.microsoft.com/office/drawing/2014/main" id="{90F2355D-EE3E-4D39-B48E-04805AE18C4E}"/>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86-3">
            <a:extLst>
              <a:ext uri="{FF2B5EF4-FFF2-40B4-BE49-F238E27FC236}">
                <a16:creationId xmlns:a16="http://schemas.microsoft.com/office/drawing/2014/main" id="{C5C3DFCB-8042-4CA9-9A37-03808B6C28E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86-4">
            <a:extLst>
              <a:ext uri="{FF2B5EF4-FFF2-40B4-BE49-F238E27FC236}">
                <a16:creationId xmlns:a16="http://schemas.microsoft.com/office/drawing/2014/main" id="{B1086A69-1A55-47B7-9461-155AF499E0D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86-5">
            <a:extLst>
              <a:ext uri="{FF2B5EF4-FFF2-40B4-BE49-F238E27FC236}">
                <a16:creationId xmlns:a16="http://schemas.microsoft.com/office/drawing/2014/main" id="{2C334F6A-B278-405E-909B-23AF3856661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86-6">
            <a:extLst>
              <a:ext uri="{FF2B5EF4-FFF2-40B4-BE49-F238E27FC236}">
                <a16:creationId xmlns:a16="http://schemas.microsoft.com/office/drawing/2014/main" id="{763CF1EB-7AA1-40FD-B714-7EF6714AA19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86-7">
            <a:extLst>
              <a:ext uri="{FF2B5EF4-FFF2-40B4-BE49-F238E27FC236}">
                <a16:creationId xmlns:a16="http://schemas.microsoft.com/office/drawing/2014/main" id="{80F6053E-3136-420E-9CB1-DDBF789A8C9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87">
            <a:extLst>
              <a:ext uri="{FF2B5EF4-FFF2-40B4-BE49-F238E27FC236}">
                <a16:creationId xmlns:a16="http://schemas.microsoft.com/office/drawing/2014/main" id="{ED007CCF-862C-4781-B37D-FA7785F345C2}"/>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3EEFEEA-FE86-4FD1-9FD3-4F8C0E4128D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146304440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371C907-9CD1-4222-8D23-159FF2D839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E18D169-6802-4713-857F-B3D5B60D0C7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D57E6-5D2D-4A24-B042-BE3FA1FD47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오른쪽 스캔 1/1</a:t>
            </a:r>
          </a:p>
        </p:txBody>
      </p:sp>
      <p:sp>
        <p:nvSpPr>
          <p:cNvPr id="4" name="diagram-line-88">
            <a:extLst>
              <a:ext uri="{FF2B5EF4-FFF2-40B4-BE49-F238E27FC236}">
                <a16:creationId xmlns:a16="http://schemas.microsoft.com/office/drawing/2014/main" id="{F70AA3BD-DAC4-4D6C-9D5D-BAFB65418E5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3CF69AE-01CA-456B-A8D3-30C4C281B49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right_sum 갱신.</a:t>
            </a:r>
          </a:p>
        </p:txBody>
      </p:sp>
      <p:sp>
        <p:nvSpPr>
          <p:cNvPr id="6" name="footer">
            <a:extLst>
              <a:ext uri="{FF2B5EF4-FFF2-40B4-BE49-F238E27FC236}">
                <a16:creationId xmlns:a16="http://schemas.microsoft.com/office/drawing/2014/main" id="{A8C07826-D860-4702-9C0C-D2FB6145163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91B7A5-FF38-43EC-917F-29C8BCCD88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113</a:t>
            </a:r>
            <a:endParaRPr sz="1050" b="0">
              <a:solidFill>
                <a:srgbClr val="151515"/>
              </a:solidFill>
              <a:latin typeface="Consolas"/>
              <a:ea typeface="Consolas"/>
              <a:cs typeface="Consolas"/>
            </a:endParaRPr>
          </a:p>
        </p:txBody>
      </p:sp>
      <p:sp>
        <p:nvSpPr>
          <p:cNvPr id="8" name="row-89-label">
            <a:extLst>
              <a:ext uri="{FF2B5EF4-FFF2-40B4-BE49-F238E27FC236}">
                <a16:creationId xmlns:a16="http://schemas.microsoft.com/office/drawing/2014/main" id="{87E242B8-2DC9-407A-930C-DD4422E8DE9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1722570-C780-48DA-BE53-C8794A0034A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9-0">
            <a:extLst>
              <a:ext uri="{FF2B5EF4-FFF2-40B4-BE49-F238E27FC236}">
                <a16:creationId xmlns:a16="http://schemas.microsoft.com/office/drawing/2014/main" id="{74A3B3C8-A515-4A7C-A6EF-2973DE40AB1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9-1">
            <a:extLst>
              <a:ext uri="{FF2B5EF4-FFF2-40B4-BE49-F238E27FC236}">
                <a16:creationId xmlns:a16="http://schemas.microsoft.com/office/drawing/2014/main" id="{115AEB13-4F00-4462-B3C9-A474A8D173B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9-2">
            <a:extLst>
              <a:ext uri="{FF2B5EF4-FFF2-40B4-BE49-F238E27FC236}">
                <a16:creationId xmlns:a16="http://schemas.microsoft.com/office/drawing/2014/main" id="{E941CB3F-071A-4F14-83BA-70AD3F0E1CB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9-3">
            <a:extLst>
              <a:ext uri="{FF2B5EF4-FFF2-40B4-BE49-F238E27FC236}">
                <a16:creationId xmlns:a16="http://schemas.microsoft.com/office/drawing/2014/main" id="{E9C03BC5-F9A7-4AC5-8715-E698E5C5D4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9-4">
            <a:extLst>
              <a:ext uri="{FF2B5EF4-FFF2-40B4-BE49-F238E27FC236}">
                <a16:creationId xmlns:a16="http://schemas.microsoft.com/office/drawing/2014/main" id="{9EB67C83-5B9F-474D-AE89-1D3DBC8FF4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9-5">
            <a:extLst>
              <a:ext uri="{FF2B5EF4-FFF2-40B4-BE49-F238E27FC236}">
                <a16:creationId xmlns:a16="http://schemas.microsoft.com/office/drawing/2014/main" id="{8415FCB5-4184-4BEA-84D8-2AFCF53C7FB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9-6">
            <a:extLst>
              <a:ext uri="{FF2B5EF4-FFF2-40B4-BE49-F238E27FC236}">
                <a16:creationId xmlns:a16="http://schemas.microsoft.com/office/drawing/2014/main" id="{EF7772CF-DB36-41C4-86CD-C6B047BCF83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9-7">
            <a:extLst>
              <a:ext uri="{FF2B5EF4-FFF2-40B4-BE49-F238E27FC236}">
                <a16:creationId xmlns:a16="http://schemas.microsoft.com/office/drawing/2014/main" id="{88B9649E-4410-4B28-885D-A518901602D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90">
            <a:extLst>
              <a:ext uri="{FF2B5EF4-FFF2-40B4-BE49-F238E27FC236}">
                <a16:creationId xmlns:a16="http://schemas.microsoft.com/office/drawing/2014/main" id="{EEC7D690-2230-4F8A-8FC4-6C0807BA21ED}"/>
              </a:ext>
            </a:extLst>
          </p:cNvPr>
          <p:cNvSpPr>
            <a:spLocks noGrp="1"/>
          </p:cNvSpPr>
          <p:nvPr/>
        </p:nvSpPr>
        <p:spPr>
          <a:xfrm>
            <a:off x="5667375" y="2743200"/>
            <a:ext cx="19050" cy="666750"/>
          </a:xfrm>
          <a:prstGeom prst="rect">
            <a:avLst/>
          </a:prstGeom>
          <a:solidFill>
            <a:srgbClr val="9A5900"/>
          </a:solidFill>
          <a:ln w="0">
            <a:noFill/>
          </a:ln>
        </p:spPr>
      </p:sp>
      <p:sp>
        <p:nvSpPr>
          <p:cNvPr id="19" name="pointer-89">
            <a:extLst>
              <a:ext uri="{FF2B5EF4-FFF2-40B4-BE49-F238E27FC236}">
                <a16:creationId xmlns:a16="http://schemas.microsoft.com/office/drawing/2014/main" id="{867D4CDC-EB21-4288-B6DC-4F879F0811CE}"/>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210A54BF-42D6-4CBE-BF68-3CBF42713AF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C01F55AA-C8AC-4C14-BB45-EF0CBEFF33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−2</a:t>
            </a:r>
          </a:p>
        </p:txBody>
      </p:sp>
      <p:sp>
        <p:nvSpPr>
          <p:cNvPr id="22" name="row-91-label">
            <a:extLst>
              <a:ext uri="{FF2B5EF4-FFF2-40B4-BE49-F238E27FC236}">
                <a16:creationId xmlns:a16="http://schemas.microsoft.com/office/drawing/2014/main" id="{34C846B5-FC3A-424B-B76C-FA7AEB6AF4C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3752D5B-2E2F-4E2F-AD91-3FCEAA7FC59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91-0">
            <a:extLst>
              <a:ext uri="{FF2B5EF4-FFF2-40B4-BE49-F238E27FC236}">
                <a16:creationId xmlns:a16="http://schemas.microsoft.com/office/drawing/2014/main" id="{16C1F114-3C0C-4DC8-9116-6C487758481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91-1">
            <a:extLst>
              <a:ext uri="{FF2B5EF4-FFF2-40B4-BE49-F238E27FC236}">
                <a16:creationId xmlns:a16="http://schemas.microsoft.com/office/drawing/2014/main" id="{08A30F77-0B5E-4255-AB6B-4596ED8AB37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91-2">
            <a:extLst>
              <a:ext uri="{FF2B5EF4-FFF2-40B4-BE49-F238E27FC236}">
                <a16:creationId xmlns:a16="http://schemas.microsoft.com/office/drawing/2014/main" id="{150265D0-0616-4039-88F8-A77A8D09DFB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91-3">
            <a:extLst>
              <a:ext uri="{FF2B5EF4-FFF2-40B4-BE49-F238E27FC236}">
                <a16:creationId xmlns:a16="http://schemas.microsoft.com/office/drawing/2014/main" id="{9EF3944A-5B77-4ED3-90B3-5CBF2A7FE5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91-4">
            <a:extLst>
              <a:ext uri="{FF2B5EF4-FFF2-40B4-BE49-F238E27FC236}">
                <a16:creationId xmlns:a16="http://schemas.microsoft.com/office/drawing/2014/main" id="{89B405A4-6040-4558-803E-30F840E94B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91-5">
            <a:extLst>
              <a:ext uri="{FF2B5EF4-FFF2-40B4-BE49-F238E27FC236}">
                <a16:creationId xmlns:a16="http://schemas.microsoft.com/office/drawing/2014/main" id="{249B2AEF-6543-42CF-8DB3-9864BB6C8D37}"/>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91-6">
            <a:extLst>
              <a:ext uri="{FF2B5EF4-FFF2-40B4-BE49-F238E27FC236}">
                <a16:creationId xmlns:a16="http://schemas.microsoft.com/office/drawing/2014/main" id="{8A65727F-2179-424B-ABAE-9F2266F6A33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91-7">
            <a:extLst>
              <a:ext uri="{FF2B5EF4-FFF2-40B4-BE49-F238E27FC236}">
                <a16:creationId xmlns:a16="http://schemas.microsoft.com/office/drawing/2014/main" id="{C2C21EFF-21CB-4B6D-9651-42C05F626B0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92">
            <a:extLst>
              <a:ext uri="{FF2B5EF4-FFF2-40B4-BE49-F238E27FC236}">
                <a16:creationId xmlns:a16="http://schemas.microsoft.com/office/drawing/2014/main" id="{8256F580-DB49-4368-B3C6-C5372451CBCB}"/>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26F5FFF-7F2F-4AE4-8527-89F78C303A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04374119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A704BA8A-2144-431B-9309-E0985BBD96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E3E5F35-D221-4C2A-AAFC-6B22129065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FB39A2F-FD20-44F1-9B6D-29BDFCD4D9A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세 후보 비교 → 12 반환</a:t>
            </a:r>
          </a:p>
        </p:txBody>
      </p:sp>
      <p:sp>
        <p:nvSpPr>
          <p:cNvPr id="4" name="diagram-line-93">
            <a:extLst>
              <a:ext uri="{FF2B5EF4-FFF2-40B4-BE49-F238E27FC236}">
                <a16:creationId xmlns:a16="http://schemas.microsoft.com/office/drawing/2014/main" id="{E993C3D5-BA73-4160-B579-EE27CC2E229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1043398-BA59-4164-B619-0E5C4D4C4B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−2, 10) = 12입니다.</a:t>
            </a:r>
          </a:p>
        </p:txBody>
      </p:sp>
      <p:sp>
        <p:nvSpPr>
          <p:cNvPr id="6" name="footer">
            <a:extLst>
              <a:ext uri="{FF2B5EF4-FFF2-40B4-BE49-F238E27FC236}">
                <a16:creationId xmlns:a16="http://schemas.microsoft.com/office/drawing/2014/main" id="{9FDF1A02-DA73-4A0D-9236-102205099F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B92F522-D44D-45E3-AAC0-53F49B87B0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114</a:t>
            </a:r>
            <a:endParaRPr sz="1050" b="0">
              <a:solidFill>
                <a:srgbClr val="151515"/>
              </a:solidFill>
              <a:latin typeface="Consolas"/>
              <a:ea typeface="Consolas"/>
              <a:cs typeface="Consolas"/>
            </a:endParaRPr>
          </a:p>
        </p:txBody>
      </p:sp>
      <p:sp>
        <p:nvSpPr>
          <p:cNvPr id="8" name="row-94-label">
            <a:extLst>
              <a:ext uri="{FF2B5EF4-FFF2-40B4-BE49-F238E27FC236}">
                <a16:creationId xmlns:a16="http://schemas.microsoft.com/office/drawing/2014/main" id="{9076D70B-794C-42A7-8724-2F43D802997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892AB92E-019F-4987-90AC-AAEAF1188A62}"/>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4-0">
            <a:extLst>
              <a:ext uri="{FF2B5EF4-FFF2-40B4-BE49-F238E27FC236}">
                <a16:creationId xmlns:a16="http://schemas.microsoft.com/office/drawing/2014/main" id="{4BA7CE2A-14C2-421D-9CE3-1F51F9FBFF0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4-1">
            <a:extLst>
              <a:ext uri="{FF2B5EF4-FFF2-40B4-BE49-F238E27FC236}">
                <a16:creationId xmlns:a16="http://schemas.microsoft.com/office/drawing/2014/main" id="{3E6086E0-6836-484F-9492-22B568ECB1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4-2">
            <a:extLst>
              <a:ext uri="{FF2B5EF4-FFF2-40B4-BE49-F238E27FC236}">
                <a16:creationId xmlns:a16="http://schemas.microsoft.com/office/drawing/2014/main" id="{736343D5-FCAB-4990-8508-7B98DB1462D5}"/>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4-3">
            <a:extLst>
              <a:ext uri="{FF2B5EF4-FFF2-40B4-BE49-F238E27FC236}">
                <a16:creationId xmlns:a16="http://schemas.microsoft.com/office/drawing/2014/main" id="{9BA399A3-CF0F-4240-9C34-582E2BDF5E7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4-4">
            <a:extLst>
              <a:ext uri="{FF2B5EF4-FFF2-40B4-BE49-F238E27FC236}">
                <a16:creationId xmlns:a16="http://schemas.microsoft.com/office/drawing/2014/main" id="{EE1DC2A6-55DE-4F0A-9C78-9B922A8C0737}"/>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4-5">
            <a:extLst>
              <a:ext uri="{FF2B5EF4-FFF2-40B4-BE49-F238E27FC236}">
                <a16:creationId xmlns:a16="http://schemas.microsoft.com/office/drawing/2014/main" id="{B846D09B-485B-4FD6-8ADE-3CA769595A4D}"/>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4-6">
            <a:extLst>
              <a:ext uri="{FF2B5EF4-FFF2-40B4-BE49-F238E27FC236}">
                <a16:creationId xmlns:a16="http://schemas.microsoft.com/office/drawing/2014/main" id="{DA36BDC7-D53F-4631-8A13-7EEE7B7D842C}"/>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4-7">
            <a:extLst>
              <a:ext uri="{FF2B5EF4-FFF2-40B4-BE49-F238E27FC236}">
                <a16:creationId xmlns:a16="http://schemas.microsoft.com/office/drawing/2014/main" id="{50095B69-B442-4880-BD0B-CDC06C7F54B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94">
            <a:extLst>
              <a:ext uri="{FF2B5EF4-FFF2-40B4-BE49-F238E27FC236}">
                <a16:creationId xmlns:a16="http://schemas.microsoft.com/office/drawing/2014/main" id="{4D0855C8-8108-47E1-AD8E-C776681040D8}"/>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95-label">
            <a:extLst>
              <a:ext uri="{FF2B5EF4-FFF2-40B4-BE49-F238E27FC236}">
                <a16:creationId xmlns:a16="http://schemas.microsoft.com/office/drawing/2014/main" id="{6960E15A-E072-4413-85CE-6DAE145643B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1217CBA6-AD03-43B0-91BE-A43CE28627B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95-0">
            <a:extLst>
              <a:ext uri="{FF2B5EF4-FFF2-40B4-BE49-F238E27FC236}">
                <a16:creationId xmlns:a16="http://schemas.microsoft.com/office/drawing/2014/main" id="{115BAC1D-27B0-4B7D-BB5B-3892AEB7353F}"/>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95-1">
            <a:extLst>
              <a:ext uri="{FF2B5EF4-FFF2-40B4-BE49-F238E27FC236}">
                <a16:creationId xmlns:a16="http://schemas.microsoft.com/office/drawing/2014/main" id="{855009FB-AB23-44F0-A5A3-4CF6987D1519}"/>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95-2">
            <a:extLst>
              <a:ext uri="{FF2B5EF4-FFF2-40B4-BE49-F238E27FC236}">
                <a16:creationId xmlns:a16="http://schemas.microsoft.com/office/drawing/2014/main" id="{C6EE7720-62C1-4F06-BF0E-331E642F594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95-3">
            <a:extLst>
              <a:ext uri="{FF2B5EF4-FFF2-40B4-BE49-F238E27FC236}">
                <a16:creationId xmlns:a16="http://schemas.microsoft.com/office/drawing/2014/main" id="{FC953083-FE09-410A-B8F7-7F3CD374C9E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95-4">
            <a:extLst>
              <a:ext uri="{FF2B5EF4-FFF2-40B4-BE49-F238E27FC236}">
                <a16:creationId xmlns:a16="http://schemas.microsoft.com/office/drawing/2014/main" id="{DFF0D62C-4D9D-424F-B957-3DC18094BC98}"/>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95-5">
            <a:extLst>
              <a:ext uri="{FF2B5EF4-FFF2-40B4-BE49-F238E27FC236}">
                <a16:creationId xmlns:a16="http://schemas.microsoft.com/office/drawing/2014/main" id="{D3F1001B-48F1-4FE0-9FE8-DDD8F7D93779}"/>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95-6">
            <a:extLst>
              <a:ext uri="{FF2B5EF4-FFF2-40B4-BE49-F238E27FC236}">
                <a16:creationId xmlns:a16="http://schemas.microsoft.com/office/drawing/2014/main" id="{B99E7279-5691-4DE1-8B82-3008CB222645}"/>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95-7">
            <a:extLst>
              <a:ext uri="{FF2B5EF4-FFF2-40B4-BE49-F238E27FC236}">
                <a16:creationId xmlns:a16="http://schemas.microsoft.com/office/drawing/2014/main" id="{736D9CFE-3783-4C6F-ABFE-CCEACB2F6743}"/>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95">
            <a:extLst>
              <a:ext uri="{FF2B5EF4-FFF2-40B4-BE49-F238E27FC236}">
                <a16:creationId xmlns:a16="http://schemas.microsoft.com/office/drawing/2014/main" id="{9823DC90-9223-4731-B87A-80DCE8E1AB8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30" name="row-96-label">
            <a:extLst>
              <a:ext uri="{FF2B5EF4-FFF2-40B4-BE49-F238E27FC236}">
                <a16:creationId xmlns:a16="http://schemas.microsoft.com/office/drawing/2014/main" id="{0D5F7EB2-473D-4770-995E-FA713F7E1E1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DC44903-2977-419F-948F-33EB0A9B3469}"/>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96-0">
            <a:extLst>
              <a:ext uri="{FF2B5EF4-FFF2-40B4-BE49-F238E27FC236}">
                <a16:creationId xmlns:a16="http://schemas.microsoft.com/office/drawing/2014/main" id="{C8BF246D-D289-4097-9B49-ABE2112996C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96-1">
            <a:extLst>
              <a:ext uri="{FF2B5EF4-FFF2-40B4-BE49-F238E27FC236}">
                <a16:creationId xmlns:a16="http://schemas.microsoft.com/office/drawing/2014/main" id="{0C3DECFE-6E20-40D4-BD91-76B155C3A71D}"/>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96-2">
            <a:extLst>
              <a:ext uri="{FF2B5EF4-FFF2-40B4-BE49-F238E27FC236}">
                <a16:creationId xmlns:a16="http://schemas.microsoft.com/office/drawing/2014/main" id="{19D14312-9D8C-40B5-87DD-9B13606F0BA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96-3">
            <a:extLst>
              <a:ext uri="{FF2B5EF4-FFF2-40B4-BE49-F238E27FC236}">
                <a16:creationId xmlns:a16="http://schemas.microsoft.com/office/drawing/2014/main" id="{D76FB911-4888-4FD1-BC57-C8744C85C76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96-4">
            <a:extLst>
              <a:ext uri="{FF2B5EF4-FFF2-40B4-BE49-F238E27FC236}">
                <a16:creationId xmlns:a16="http://schemas.microsoft.com/office/drawing/2014/main" id="{946C0B0B-DD7E-492B-9D52-D64A34325AA0}"/>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96-5">
            <a:extLst>
              <a:ext uri="{FF2B5EF4-FFF2-40B4-BE49-F238E27FC236}">
                <a16:creationId xmlns:a16="http://schemas.microsoft.com/office/drawing/2014/main" id="{4AD47211-E7CA-4D62-B2A2-EFCD79F5DD34}"/>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96-6">
            <a:extLst>
              <a:ext uri="{FF2B5EF4-FFF2-40B4-BE49-F238E27FC236}">
                <a16:creationId xmlns:a16="http://schemas.microsoft.com/office/drawing/2014/main" id="{AB127B9E-A1C0-40E4-B5BD-6E9DE4CACA15}"/>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96-7">
            <a:extLst>
              <a:ext uri="{FF2B5EF4-FFF2-40B4-BE49-F238E27FC236}">
                <a16:creationId xmlns:a16="http://schemas.microsoft.com/office/drawing/2014/main" id="{CCBEC49D-DF57-446A-845D-AF298B6D8A61}"/>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96">
            <a:extLst>
              <a:ext uri="{FF2B5EF4-FFF2-40B4-BE49-F238E27FC236}">
                <a16:creationId xmlns:a16="http://schemas.microsoft.com/office/drawing/2014/main" id="{88A11F82-1185-4922-95E8-A9EC686D6AE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B29642CF-4C8E-4EFE-95BA-66F240AC74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right_max에 12을 반환합니다.</a:t>
            </a:r>
          </a:p>
        </p:txBody>
      </p:sp>
    </p:spTree>
    <p:extLst>
      <p:ext uri="{BB962C8B-B14F-4D97-AF65-F5344CB8AC3E}">
        <p14:creationId xmlns:p14="http://schemas.microsoft.com/office/powerpoint/2010/main" val="341488991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E6459DEA-A32E-4CE2-BB7E-EECD167374B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C47276-AD35-4A76-B1D6-813A34AC97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5444FB4-416E-44E2-9DC7-499C4D9FAE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답 12도 받음</a:t>
            </a:r>
          </a:p>
        </p:txBody>
      </p:sp>
      <p:sp>
        <p:nvSpPr>
          <p:cNvPr id="4" name="diagram-line-97">
            <a:extLst>
              <a:ext uri="{FF2B5EF4-FFF2-40B4-BE49-F238E27FC236}">
                <a16:creationId xmlns:a16="http://schemas.microsoft.com/office/drawing/2014/main" id="{00E0CB22-B3B8-4863-83B1-8A7F493EA89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D94743B-6F39-47AA-942E-F38D3BEBBA1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3, right_max = 12입니다.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E3DD134F-CB3E-4900-A2F4-3A1F5B9D80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AD61138-D263-4E4C-A3EB-B1A59DD10B0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115</a:t>
            </a:r>
            <a:endParaRPr sz="1050" b="0">
              <a:solidFill>
                <a:srgbClr val="151515"/>
              </a:solidFill>
              <a:latin typeface="Consolas"/>
              <a:ea typeface="Consolas"/>
              <a:cs typeface="Consolas"/>
            </a:endParaRPr>
          </a:p>
        </p:txBody>
      </p:sp>
      <p:sp>
        <p:nvSpPr>
          <p:cNvPr id="8" name="row-98-label">
            <a:extLst>
              <a:ext uri="{FF2B5EF4-FFF2-40B4-BE49-F238E27FC236}">
                <a16:creationId xmlns:a16="http://schemas.microsoft.com/office/drawing/2014/main" id="{CD6227E4-28CF-4F22-9B70-8D8F01925E0D}"/>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85FAA638-4DD6-43C5-B06C-8D95EF01846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8-0">
            <a:extLst>
              <a:ext uri="{FF2B5EF4-FFF2-40B4-BE49-F238E27FC236}">
                <a16:creationId xmlns:a16="http://schemas.microsoft.com/office/drawing/2014/main" id="{AA18228B-AEF3-4232-B541-577CBBABCEE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8-1">
            <a:extLst>
              <a:ext uri="{FF2B5EF4-FFF2-40B4-BE49-F238E27FC236}">
                <a16:creationId xmlns:a16="http://schemas.microsoft.com/office/drawing/2014/main" id="{49550633-F57C-48ED-B584-F85E76D7162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8-2">
            <a:extLst>
              <a:ext uri="{FF2B5EF4-FFF2-40B4-BE49-F238E27FC236}">
                <a16:creationId xmlns:a16="http://schemas.microsoft.com/office/drawing/2014/main" id="{F09F7FD6-0C05-48FF-9B0E-E2D1E4CBF4B6}"/>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8-3">
            <a:extLst>
              <a:ext uri="{FF2B5EF4-FFF2-40B4-BE49-F238E27FC236}">
                <a16:creationId xmlns:a16="http://schemas.microsoft.com/office/drawing/2014/main" id="{8A75E30D-63F0-4D07-B06C-53989508A1FA}"/>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8-4">
            <a:extLst>
              <a:ext uri="{FF2B5EF4-FFF2-40B4-BE49-F238E27FC236}">
                <a16:creationId xmlns:a16="http://schemas.microsoft.com/office/drawing/2014/main" id="{24A4EB5A-2DC4-4386-A459-7F76F5714CB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8-5">
            <a:extLst>
              <a:ext uri="{FF2B5EF4-FFF2-40B4-BE49-F238E27FC236}">
                <a16:creationId xmlns:a16="http://schemas.microsoft.com/office/drawing/2014/main" id="{0E304A4B-0DD5-4453-B431-15C283B28238}"/>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8-6">
            <a:extLst>
              <a:ext uri="{FF2B5EF4-FFF2-40B4-BE49-F238E27FC236}">
                <a16:creationId xmlns:a16="http://schemas.microsoft.com/office/drawing/2014/main" id="{0D2A0E0D-3C8D-476D-A83C-F38575684852}"/>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8-7">
            <a:extLst>
              <a:ext uri="{FF2B5EF4-FFF2-40B4-BE49-F238E27FC236}">
                <a16:creationId xmlns:a16="http://schemas.microsoft.com/office/drawing/2014/main" id="{B44D5E40-E4A7-4217-A321-F7B64B62F97C}"/>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99-label">
            <a:extLst>
              <a:ext uri="{FF2B5EF4-FFF2-40B4-BE49-F238E27FC236}">
                <a16:creationId xmlns:a16="http://schemas.microsoft.com/office/drawing/2014/main" id="{05D1CE0A-B0EF-426D-8210-13C8DCF1A39C}"/>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19" name="표 18">
            <a:extLst>
              <a:ext uri="{FF2B5EF4-FFF2-40B4-BE49-F238E27FC236}">
                <a16:creationId xmlns:a16="http://schemas.microsoft.com/office/drawing/2014/main" id="{A6439D4C-A18F-4C1F-A65B-E56A8D7E373E}"/>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0" name="index-99-0">
            <a:extLst>
              <a:ext uri="{FF2B5EF4-FFF2-40B4-BE49-F238E27FC236}">
                <a16:creationId xmlns:a16="http://schemas.microsoft.com/office/drawing/2014/main" id="{C9B35750-C8BA-4B23-9E55-76B0995716BF}"/>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99-1">
            <a:extLst>
              <a:ext uri="{FF2B5EF4-FFF2-40B4-BE49-F238E27FC236}">
                <a16:creationId xmlns:a16="http://schemas.microsoft.com/office/drawing/2014/main" id="{FAD672F1-8A7C-40C6-B24C-0D38ABE56CE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99-2">
            <a:extLst>
              <a:ext uri="{FF2B5EF4-FFF2-40B4-BE49-F238E27FC236}">
                <a16:creationId xmlns:a16="http://schemas.microsoft.com/office/drawing/2014/main" id="{41E1912A-AB60-4C7A-879E-70BE5745F4C0}"/>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99-3">
            <a:extLst>
              <a:ext uri="{FF2B5EF4-FFF2-40B4-BE49-F238E27FC236}">
                <a16:creationId xmlns:a16="http://schemas.microsoft.com/office/drawing/2014/main" id="{C70BFCF9-47B9-4EB1-BFF1-EAA038A55803}"/>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99-4">
            <a:extLst>
              <a:ext uri="{FF2B5EF4-FFF2-40B4-BE49-F238E27FC236}">
                <a16:creationId xmlns:a16="http://schemas.microsoft.com/office/drawing/2014/main" id="{575213A3-0DF6-439C-A5A8-01CD4BC1427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99-5">
            <a:extLst>
              <a:ext uri="{FF2B5EF4-FFF2-40B4-BE49-F238E27FC236}">
                <a16:creationId xmlns:a16="http://schemas.microsoft.com/office/drawing/2014/main" id="{CFC5AFFF-4E4D-471D-9888-376465BD1627}"/>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99-6">
            <a:extLst>
              <a:ext uri="{FF2B5EF4-FFF2-40B4-BE49-F238E27FC236}">
                <a16:creationId xmlns:a16="http://schemas.microsoft.com/office/drawing/2014/main" id="{9899C669-17E6-4A22-B661-0C303759D73F}"/>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99-7">
            <a:extLst>
              <a:ext uri="{FF2B5EF4-FFF2-40B4-BE49-F238E27FC236}">
                <a16:creationId xmlns:a16="http://schemas.microsoft.com/office/drawing/2014/main" id="{E85B8DE7-2CD9-4C32-B714-BC6B736DC95E}"/>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1B39CEB2-D123-40CE-B09B-D7FF5BD6860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4573743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51AA6E34-BE23-426A-AC5D-65840D21E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EF02E27-601C-45EB-B3DB-A50EDA4ECE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DCD2D60-F565-4655-A483-936796F0158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이제 경계를 걸치는 합 계산</a:t>
            </a:r>
          </a:p>
        </p:txBody>
      </p:sp>
      <p:sp>
        <p:nvSpPr>
          <p:cNvPr id="4" name="diagram-line-100">
            <a:extLst>
              <a:ext uri="{FF2B5EF4-FFF2-40B4-BE49-F238E27FC236}">
                <a16:creationId xmlns:a16="http://schemas.microsoft.com/office/drawing/2014/main" id="{438251E0-547D-4421-A8FC-109FA252D54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E1FF0D8-CF1D-4E4B-8996-9DFBB0BD68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1입니다. 왼쪽 스캔은 a[1] = −5부터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5BCC06F-5D81-4A89-91A6-544A397CE59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705D6-DC0F-4991-ABF6-4441F4FB54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116</a:t>
            </a:r>
            <a:endParaRPr sz="1050" b="0">
              <a:solidFill>
                <a:srgbClr val="151515"/>
              </a:solidFill>
              <a:latin typeface="Consolas"/>
              <a:ea typeface="Consolas"/>
              <a:cs typeface="Consolas"/>
            </a:endParaRPr>
          </a:p>
        </p:txBody>
      </p:sp>
      <p:sp>
        <p:nvSpPr>
          <p:cNvPr id="8" name="row-101-label">
            <a:extLst>
              <a:ext uri="{FF2B5EF4-FFF2-40B4-BE49-F238E27FC236}">
                <a16:creationId xmlns:a16="http://schemas.microsoft.com/office/drawing/2014/main" id="{72D557B2-043F-44C1-9F6E-9F3C50666EF3}"/>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8E56E036-B0CA-4DED-BF73-A7E8AFE51AB2}"/>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1-0">
            <a:extLst>
              <a:ext uri="{FF2B5EF4-FFF2-40B4-BE49-F238E27FC236}">
                <a16:creationId xmlns:a16="http://schemas.microsoft.com/office/drawing/2014/main" id="{931FA83F-39A5-4DBF-89D1-5A38C82BD11A}"/>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1">
            <a:extLst>
              <a:ext uri="{FF2B5EF4-FFF2-40B4-BE49-F238E27FC236}">
                <a16:creationId xmlns:a16="http://schemas.microsoft.com/office/drawing/2014/main" id="{7566434E-189B-49F4-ACF8-047C4483C314}"/>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1-2">
            <a:extLst>
              <a:ext uri="{FF2B5EF4-FFF2-40B4-BE49-F238E27FC236}">
                <a16:creationId xmlns:a16="http://schemas.microsoft.com/office/drawing/2014/main" id="{19E99103-792D-4308-84D3-0BC6E864E788}"/>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1-3">
            <a:extLst>
              <a:ext uri="{FF2B5EF4-FFF2-40B4-BE49-F238E27FC236}">
                <a16:creationId xmlns:a16="http://schemas.microsoft.com/office/drawing/2014/main" id="{2A2DE7D8-411E-416D-9671-967C479859EA}"/>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1-4">
            <a:extLst>
              <a:ext uri="{FF2B5EF4-FFF2-40B4-BE49-F238E27FC236}">
                <a16:creationId xmlns:a16="http://schemas.microsoft.com/office/drawing/2014/main" id="{AF20E355-948E-42C8-BA14-EEDCB0D5FAEC}"/>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1-5">
            <a:extLst>
              <a:ext uri="{FF2B5EF4-FFF2-40B4-BE49-F238E27FC236}">
                <a16:creationId xmlns:a16="http://schemas.microsoft.com/office/drawing/2014/main" id="{C4E1D8B3-E95C-470A-AC18-C01FA7AA2381}"/>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1-6">
            <a:extLst>
              <a:ext uri="{FF2B5EF4-FFF2-40B4-BE49-F238E27FC236}">
                <a16:creationId xmlns:a16="http://schemas.microsoft.com/office/drawing/2014/main" id="{6DC054B9-D503-49C6-8D40-3C7F854FB267}"/>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1-7">
            <a:extLst>
              <a:ext uri="{FF2B5EF4-FFF2-40B4-BE49-F238E27FC236}">
                <a16:creationId xmlns:a16="http://schemas.microsoft.com/office/drawing/2014/main" id="{6AD5A3FA-85AE-490C-BF4B-35D4636668E6}"/>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2">
            <a:extLst>
              <a:ext uri="{FF2B5EF4-FFF2-40B4-BE49-F238E27FC236}">
                <a16:creationId xmlns:a16="http://schemas.microsoft.com/office/drawing/2014/main" id="{F573B88E-ECC7-418F-A02B-447583FEB5ED}"/>
              </a:ext>
            </a:extLst>
          </p:cNvPr>
          <p:cNvSpPr>
            <a:spLocks noGrp="1"/>
          </p:cNvSpPr>
          <p:nvPr/>
        </p:nvSpPr>
        <p:spPr>
          <a:xfrm>
            <a:off x="4562475" y="2943225"/>
            <a:ext cx="19050" cy="666750"/>
          </a:xfrm>
          <a:prstGeom prst="rect">
            <a:avLst/>
          </a:prstGeom>
          <a:solidFill>
            <a:srgbClr val="9A5900"/>
          </a:solidFill>
          <a:ln w="0">
            <a:noFill/>
          </a:ln>
        </p:spPr>
      </p:sp>
      <p:sp>
        <p:nvSpPr>
          <p:cNvPr id="19" name="pointer-101">
            <a:extLst>
              <a:ext uri="{FF2B5EF4-FFF2-40B4-BE49-F238E27FC236}">
                <a16:creationId xmlns:a16="http://schemas.microsoft.com/office/drawing/2014/main" id="{3E78B25F-84D4-4A84-9582-6E1E09019FA2}"/>
              </a:ext>
            </a:extLst>
          </p:cNvPr>
          <p:cNvSpPr>
            <a:spLocks noGrp="1"/>
          </p:cNvSpPr>
          <p:nvPr/>
        </p:nvSpPr>
        <p:spPr>
          <a:xfrm>
            <a:off x="33909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initial-left-sum">
            <a:extLst>
              <a:ext uri="{FF2B5EF4-FFF2-40B4-BE49-F238E27FC236}">
                <a16:creationId xmlns:a16="http://schemas.microsoft.com/office/drawing/2014/main" id="{5005737E-2F17-4D4A-8B58-D4565B62851D}"/>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EBEC51FC-8365-4BC5-9965-89ADDEE86DC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3, right_max = 12.</a:t>
            </a:r>
          </a:p>
        </p:txBody>
      </p:sp>
    </p:spTree>
    <p:extLst>
      <p:ext uri="{BB962C8B-B14F-4D97-AF65-F5344CB8AC3E}">
        <p14:creationId xmlns:p14="http://schemas.microsoft.com/office/powerpoint/2010/main" val="73310501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F30BF2-1E38-4004-944A-D380D5BC67A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D553391-E41C-4B7A-B31B-09C09E2C81F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4399FD-E5B0-4431-9E3F-9F6D7E42B31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1/2</a:t>
            </a:r>
          </a:p>
        </p:txBody>
      </p:sp>
      <p:sp>
        <p:nvSpPr>
          <p:cNvPr id="4" name="diagram-line-103">
            <a:extLst>
              <a:ext uri="{FF2B5EF4-FFF2-40B4-BE49-F238E27FC236}">
                <a16:creationId xmlns:a16="http://schemas.microsoft.com/office/drawing/2014/main" id="{51DCE38C-5FA6-4F51-8AD6-1A3B0B04F4C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6C0525-F230-482F-8EDE-27317DE8F8C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969FD42C-DA6A-4E8A-9968-01B1462B02D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1DB078-C45C-4C40-9D2C-C192DC025D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117</a:t>
            </a:r>
            <a:endParaRPr sz="1050" b="0">
              <a:solidFill>
                <a:srgbClr val="151515"/>
              </a:solidFill>
              <a:latin typeface="Consolas"/>
              <a:ea typeface="Consolas"/>
              <a:cs typeface="Consolas"/>
            </a:endParaRPr>
          </a:p>
        </p:txBody>
      </p:sp>
      <p:sp>
        <p:nvSpPr>
          <p:cNvPr id="8" name="row-104-label">
            <a:extLst>
              <a:ext uri="{FF2B5EF4-FFF2-40B4-BE49-F238E27FC236}">
                <a16:creationId xmlns:a16="http://schemas.microsoft.com/office/drawing/2014/main" id="{CD7FEEC0-AEBF-44D1-BA33-5837FD63E248}"/>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59A6A8B-513E-4C01-8735-0D5CD5C5F727}"/>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4-0">
            <a:extLst>
              <a:ext uri="{FF2B5EF4-FFF2-40B4-BE49-F238E27FC236}">
                <a16:creationId xmlns:a16="http://schemas.microsoft.com/office/drawing/2014/main" id="{62FEC8F0-91D1-448D-853F-B3AFB078C80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4-1">
            <a:extLst>
              <a:ext uri="{FF2B5EF4-FFF2-40B4-BE49-F238E27FC236}">
                <a16:creationId xmlns:a16="http://schemas.microsoft.com/office/drawing/2014/main" id="{9ACFF57D-3EDF-4F23-B4AE-180E8520227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4-2">
            <a:extLst>
              <a:ext uri="{FF2B5EF4-FFF2-40B4-BE49-F238E27FC236}">
                <a16:creationId xmlns:a16="http://schemas.microsoft.com/office/drawing/2014/main" id="{AD87DF41-F85E-44DE-A038-7159E99B85B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4-3">
            <a:extLst>
              <a:ext uri="{FF2B5EF4-FFF2-40B4-BE49-F238E27FC236}">
                <a16:creationId xmlns:a16="http://schemas.microsoft.com/office/drawing/2014/main" id="{6C837484-EDC5-4B4E-AFB1-CAFA1AF9B2C0}"/>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4">
            <a:extLst>
              <a:ext uri="{FF2B5EF4-FFF2-40B4-BE49-F238E27FC236}">
                <a16:creationId xmlns:a16="http://schemas.microsoft.com/office/drawing/2014/main" id="{87EE7644-0674-4BB1-BFE2-E14D8F1B419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4-5">
            <a:extLst>
              <a:ext uri="{FF2B5EF4-FFF2-40B4-BE49-F238E27FC236}">
                <a16:creationId xmlns:a16="http://schemas.microsoft.com/office/drawing/2014/main" id="{B5FA7449-D66B-4C66-A0A9-0E545C3ACAF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4-6">
            <a:extLst>
              <a:ext uri="{FF2B5EF4-FFF2-40B4-BE49-F238E27FC236}">
                <a16:creationId xmlns:a16="http://schemas.microsoft.com/office/drawing/2014/main" id="{5307C4C8-2EF6-4EF1-AE5C-9CF8A532DC6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4-7">
            <a:extLst>
              <a:ext uri="{FF2B5EF4-FFF2-40B4-BE49-F238E27FC236}">
                <a16:creationId xmlns:a16="http://schemas.microsoft.com/office/drawing/2014/main" id="{FAE5108F-7304-43F5-A542-8FA2DBCA25E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5">
            <a:extLst>
              <a:ext uri="{FF2B5EF4-FFF2-40B4-BE49-F238E27FC236}">
                <a16:creationId xmlns:a16="http://schemas.microsoft.com/office/drawing/2014/main" id="{02BF3A1B-9CCA-4A1E-8118-5E41583AA82F}"/>
              </a:ext>
            </a:extLst>
          </p:cNvPr>
          <p:cNvSpPr>
            <a:spLocks noGrp="1"/>
          </p:cNvSpPr>
          <p:nvPr/>
        </p:nvSpPr>
        <p:spPr>
          <a:xfrm>
            <a:off x="4562475" y="2743200"/>
            <a:ext cx="19050" cy="666750"/>
          </a:xfrm>
          <a:prstGeom prst="rect">
            <a:avLst/>
          </a:prstGeom>
          <a:solidFill>
            <a:srgbClr val="9A5900"/>
          </a:solidFill>
          <a:ln w="0">
            <a:noFill/>
          </a:ln>
        </p:spPr>
      </p:sp>
      <p:sp>
        <p:nvSpPr>
          <p:cNvPr id="19" name="pointer-104">
            <a:extLst>
              <a:ext uri="{FF2B5EF4-FFF2-40B4-BE49-F238E27FC236}">
                <a16:creationId xmlns:a16="http://schemas.microsoft.com/office/drawing/2014/main" id="{287813E8-435F-47E4-B5E2-E90FCFE0D2EB}"/>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A47354BF-DEC1-49BA-A78D-24EE11BCFD1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3F15107D-BDE3-4443-BE3C-1DF1F2231FA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06-label">
            <a:extLst>
              <a:ext uri="{FF2B5EF4-FFF2-40B4-BE49-F238E27FC236}">
                <a16:creationId xmlns:a16="http://schemas.microsoft.com/office/drawing/2014/main" id="{AE95D8C2-FBF3-41AC-B2B9-EA81F051D77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4F3B32B-B80A-4E0A-883B-9D234C15EE3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06-0">
            <a:extLst>
              <a:ext uri="{FF2B5EF4-FFF2-40B4-BE49-F238E27FC236}">
                <a16:creationId xmlns:a16="http://schemas.microsoft.com/office/drawing/2014/main" id="{A165B043-72C4-480B-B211-D2372CFBAB8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06-1">
            <a:extLst>
              <a:ext uri="{FF2B5EF4-FFF2-40B4-BE49-F238E27FC236}">
                <a16:creationId xmlns:a16="http://schemas.microsoft.com/office/drawing/2014/main" id="{F05539DB-1CA3-44CB-9132-0D763C50078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06-2">
            <a:extLst>
              <a:ext uri="{FF2B5EF4-FFF2-40B4-BE49-F238E27FC236}">
                <a16:creationId xmlns:a16="http://schemas.microsoft.com/office/drawing/2014/main" id="{1B779198-C071-4940-9E3B-D63EB3ADC0AF}"/>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06-3">
            <a:extLst>
              <a:ext uri="{FF2B5EF4-FFF2-40B4-BE49-F238E27FC236}">
                <a16:creationId xmlns:a16="http://schemas.microsoft.com/office/drawing/2014/main" id="{3278858F-90BC-4C1F-8452-02C981CAB76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06-4">
            <a:extLst>
              <a:ext uri="{FF2B5EF4-FFF2-40B4-BE49-F238E27FC236}">
                <a16:creationId xmlns:a16="http://schemas.microsoft.com/office/drawing/2014/main" id="{A7F64136-5D61-4505-8397-6509037A160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06-5">
            <a:extLst>
              <a:ext uri="{FF2B5EF4-FFF2-40B4-BE49-F238E27FC236}">
                <a16:creationId xmlns:a16="http://schemas.microsoft.com/office/drawing/2014/main" id="{86A05A7E-C99F-4363-9C06-1CB9F18A1FE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06-6">
            <a:extLst>
              <a:ext uri="{FF2B5EF4-FFF2-40B4-BE49-F238E27FC236}">
                <a16:creationId xmlns:a16="http://schemas.microsoft.com/office/drawing/2014/main" id="{37B10C82-1911-4291-8217-293D6A15D2D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06-7">
            <a:extLst>
              <a:ext uri="{FF2B5EF4-FFF2-40B4-BE49-F238E27FC236}">
                <a16:creationId xmlns:a16="http://schemas.microsoft.com/office/drawing/2014/main" id="{00CA20AB-093C-4846-ADA8-8633800E010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07">
            <a:extLst>
              <a:ext uri="{FF2B5EF4-FFF2-40B4-BE49-F238E27FC236}">
                <a16:creationId xmlns:a16="http://schemas.microsoft.com/office/drawing/2014/main" id="{A11A4868-EDF3-45E1-A635-33F28C5FEB02}"/>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DDEF6FC-6CA2-479F-B36E-769F03877B7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422345691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62627CD4-D23C-499B-826D-009E334C590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7C600FD-37FE-4913-B53D-8815DA3A1F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54136F8-5315-454C-9BFD-A0887ADEDC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2/2</a:t>
            </a:r>
          </a:p>
        </p:txBody>
      </p:sp>
      <p:sp>
        <p:nvSpPr>
          <p:cNvPr id="4" name="diagram-line-108">
            <a:extLst>
              <a:ext uri="{FF2B5EF4-FFF2-40B4-BE49-F238E27FC236}">
                <a16:creationId xmlns:a16="http://schemas.microsoft.com/office/drawing/2014/main" id="{93B14B9F-C0D0-4396-8CA4-9DA9336FA0F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5A16204-04EF-4F82-8881-5228DF95BC3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−5 → left_sum 갱신.</a:t>
            </a:r>
          </a:p>
        </p:txBody>
      </p:sp>
      <p:sp>
        <p:nvSpPr>
          <p:cNvPr id="6" name="footer">
            <a:extLst>
              <a:ext uri="{FF2B5EF4-FFF2-40B4-BE49-F238E27FC236}">
                <a16:creationId xmlns:a16="http://schemas.microsoft.com/office/drawing/2014/main" id="{CE73B040-7E6D-4F8B-9BB1-E356159545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C475082-9B19-4948-98A5-3B924680BF1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118</a:t>
            </a:r>
            <a:endParaRPr sz="1050" b="0">
              <a:solidFill>
                <a:srgbClr val="151515"/>
              </a:solidFill>
              <a:latin typeface="Consolas"/>
              <a:ea typeface="Consolas"/>
              <a:cs typeface="Consolas"/>
            </a:endParaRPr>
          </a:p>
        </p:txBody>
      </p:sp>
      <p:sp>
        <p:nvSpPr>
          <p:cNvPr id="8" name="row-109-label">
            <a:extLst>
              <a:ext uri="{FF2B5EF4-FFF2-40B4-BE49-F238E27FC236}">
                <a16:creationId xmlns:a16="http://schemas.microsoft.com/office/drawing/2014/main" id="{3235480C-64E8-45B3-89C2-F1397B9EC05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675BE5B-FB8F-499E-9AD8-9D10FCE8BCD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9-0">
            <a:extLst>
              <a:ext uri="{FF2B5EF4-FFF2-40B4-BE49-F238E27FC236}">
                <a16:creationId xmlns:a16="http://schemas.microsoft.com/office/drawing/2014/main" id="{3F6A9DDB-8FCD-40F5-8895-8C9A547E455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9-1">
            <a:extLst>
              <a:ext uri="{FF2B5EF4-FFF2-40B4-BE49-F238E27FC236}">
                <a16:creationId xmlns:a16="http://schemas.microsoft.com/office/drawing/2014/main" id="{9D83D6F1-8E3C-4161-8FC8-B15121DCBE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9-2">
            <a:extLst>
              <a:ext uri="{FF2B5EF4-FFF2-40B4-BE49-F238E27FC236}">
                <a16:creationId xmlns:a16="http://schemas.microsoft.com/office/drawing/2014/main" id="{7707A91F-F718-4F95-BCF5-1FAE4356C63E}"/>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9-3">
            <a:extLst>
              <a:ext uri="{FF2B5EF4-FFF2-40B4-BE49-F238E27FC236}">
                <a16:creationId xmlns:a16="http://schemas.microsoft.com/office/drawing/2014/main" id="{054F3BD1-83C1-4C91-A418-ACE132D7D30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9-4">
            <a:extLst>
              <a:ext uri="{FF2B5EF4-FFF2-40B4-BE49-F238E27FC236}">
                <a16:creationId xmlns:a16="http://schemas.microsoft.com/office/drawing/2014/main" id="{F1821C0A-EB41-46EF-B90A-7B966BB0CAD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9-5">
            <a:extLst>
              <a:ext uri="{FF2B5EF4-FFF2-40B4-BE49-F238E27FC236}">
                <a16:creationId xmlns:a16="http://schemas.microsoft.com/office/drawing/2014/main" id="{036B00DB-644F-427D-B57C-3619B39CC2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9-6">
            <a:extLst>
              <a:ext uri="{FF2B5EF4-FFF2-40B4-BE49-F238E27FC236}">
                <a16:creationId xmlns:a16="http://schemas.microsoft.com/office/drawing/2014/main" id="{85A41DE3-2627-4484-A7C8-FF6DA78E03F1}"/>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9-7">
            <a:extLst>
              <a:ext uri="{FF2B5EF4-FFF2-40B4-BE49-F238E27FC236}">
                <a16:creationId xmlns:a16="http://schemas.microsoft.com/office/drawing/2014/main" id="{01F9E611-CD28-4969-9001-AB576FA9593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0">
            <a:extLst>
              <a:ext uri="{FF2B5EF4-FFF2-40B4-BE49-F238E27FC236}">
                <a16:creationId xmlns:a16="http://schemas.microsoft.com/office/drawing/2014/main" id="{786B69A5-F2AE-4A11-ADFD-5088FBC8F9C3}"/>
              </a:ext>
            </a:extLst>
          </p:cNvPr>
          <p:cNvSpPr>
            <a:spLocks noGrp="1"/>
          </p:cNvSpPr>
          <p:nvPr/>
        </p:nvSpPr>
        <p:spPr>
          <a:xfrm>
            <a:off x="4562475" y="2743200"/>
            <a:ext cx="19050" cy="666750"/>
          </a:xfrm>
          <a:prstGeom prst="rect">
            <a:avLst/>
          </a:prstGeom>
          <a:solidFill>
            <a:srgbClr val="9A5900"/>
          </a:solidFill>
          <a:ln w="0">
            <a:noFill/>
          </a:ln>
        </p:spPr>
      </p:sp>
      <p:sp>
        <p:nvSpPr>
          <p:cNvPr id="19" name="pointer-109">
            <a:extLst>
              <a:ext uri="{FF2B5EF4-FFF2-40B4-BE49-F238E27FC236}">
                <a16:creationId xmlns:a16="http://schemas.microsoft.com/office/drawing/2014/main" id="{F3272A5A-8DAD-4358-8356-BBB42E46B9FB}"/>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7C31FDC7-5B34-46FA-8B3B-C8783DFCACA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−2</a:t>
            </a:r>
          </a:p>
        </p:txBody>
      </p:sp>
      <p:sp>
        <p:nvSpPr>
          <p:cNvPr id="21" name="best-equation">
            <a:extLst>
              <a:ext uri="{FF2B5EF4-FFF2-40B4-BE49-F238E27FC236}">
                <a16:creationId xmlns:a16="http://schemas.microsoft.com/office/drawing/2014/main" id="{EF83F9F9-66BD-4AA1-AC7E-5D4E4013C86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−5 → −2</a:t>
            </a:r>
          </a:p>
        </p:txBody>
      </p:sp>
      <p:sp>
        <p:nvSpPr>
          <p:cNvPr id="22" name="row-111-label">
            <a:extLst>
              <a:ext uri="{FF2B5EF4-FFF2-40B4-BE49-F238E27FC236}">
                <a16:creationId xmlns:a16="http://schemas.microsoft.com/office/drawing/2014/main" id="{361B76C2-880A-4397-B5D0-39A94B6C50A3}"/>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075C654C-816A-4A7B-9765-6788533AB8F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1-0">
            <a:extLst>
              <a:ext uri="{FF2B5EF4-FFF2-40B4-BE49-F238E27FC236}">
                <a16:creationId xmlns:a16="http://schemas.microsoft.com/office/drawing/2014/main" id="{0FD3ADD2-0D67-4568-8BF5-4AEE689F4C3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1-1">
            <a:extLst>
              <a:ext uri="{FF2B5EF4-FFF2-40B4-BE49-F238E27FC236}">
                <a16:creationId xmlns:a16="http://schemas.microsoft.com/office/drawing/2014/main" id="{525C66C3-A32E-4CE2-A15E-C471543997C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1-2">
            <a:extLst>
              <a:ext uri="{FF2B5EF4-FFF2-40B4-BE49-F238E27FC236}">
                <a16:creationId xmlns:a16="http://schemas.microsoft.com/office/drawing/2014/main" id="{DCE5855B-027C-4D3C-AA60-958F15FD711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1-3">
            <a:extLst>
              <a:ext uri="{FF2B5EF4-FFF2-40B4-BE49-F238E27FC236}">
                <a16:creationId xmlns:a16="http://schemas.microsoft.com/office/drawing/2014/main" id="{A6083194-A03E-4521-9E30-BCBF48250A0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1-4">
            <a:extLst>
              <a:ext uri="{FF2B5EF4-FFF2-40B4-BE49-F238E27FC236}">
                <a16:creationId xmlns:a16="http://schemas.microsoft.com/office/drawing/2014/main" id="{E584D4B2-539E-4C1A-80B0-0FD8966C07D1}"/>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1-5">
            <a:extLst>
              <a:ext uri="{FF2B5EF4-FFF2-40B4-BE49-F238E27FC236}">
                <a16:creationId xmlns:a16="http://schemas.microsoft.com/office/drawing/2014/main" id="{DA75B9A7-D20B-4942-A2BF-9221C5CDE32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1-6">
            <a:extLst>
              <a:ext uri="{FF2B5EF4-FFF2-40B4-BE49-F238E27FC236}">
                <a16:creationId xmlns:a16="http://schemas.microsoft.com/office/drawing/2014/main" id="{55E0E667-F564-4831-9894-6638D0CBBB4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1-7">
            <a:extLst>
              <a:ext uri="{FF2B5EF4-FFF2-40B4-BE49-F238E27FC236}">
                <a16:creationId xmlns:a16="http://schemas.microsoft.com/office/drawing/2014/main" id="{1EF734C4-2D31-453C-8AC7-F19E0EFF42C7}"/>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12">
            <a:extLst>
              <a:ext uri="{FF2B5EF4-FFF2-40B4-BE49-F238E27FC236}">
                <a16:creationId xmlns:a16="http://schemas.microsoft.com/office/drawing/2014/main" id="{4AC0A6CA-3A73-4522-A302-F4A39C0D4180}"/>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95E407B-45CF-4DB4-8DF5-8D4C7866D0C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96391582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BAE5F75E-B02E-49AC-86E7-F332C3706B8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BCA2F7-7567-41F4-83E2-BF0BC26C40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9BBB3-F8AA-41D3-94EE-B5FA4C3FD6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오른쪽은 합을 0으로 다시 시작</a:t>
            </a:r>
          </a:p>
        </p:txBody>
      </p:sp>
      <p:sp>
        <p:nvSpPr>
          <p:cNvPr id="4" name="diagram-line-113">
            <a:extLst>
              <a:ext uri="{FF2B5EF4-FFF2-40B4-BE49-F238E27FC236}">
                <a16:creationId xmlns:a16="http://schemas.microsoft.com/office/drawing/2014/main" id="{3FDDD9B8-DA57-4453-BC5A-95E74C8351A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558B0D6-9F80-40B3-A88B-A747E8101B3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2부터 오른쪽을 훑습니다.</a:t>
            </a:r>
          </a:p>
        </p:txBody>
      </p:sp>
      <p:sp>
        <p:nvSpPr>
          <p:cNvPr id="6" name="footer">
            <a:extLst>
              <a:ext uri="{FF2B5EF4-FFF2-40B4-BE49-F238E27FC236}">
                <a16:creationId xmlns:a16="http://schemas.microsoft.com/office/drawing/2014/main" id="{F3FB696F-0981-4E0E-AA41-DB745759084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3B249AE-2118-4CBF-8EE2-881F834EA4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119</a:t>
            </a:r>
            <a:endParaRPr sz="1050" b="0">
              <a:solidFill>
                <a:srgbClr val="151515"/>
              </a:solidFill>
              <a:latin typeface="Consolas"/>
              <a:ea typeface="Consolas"/>
              <a:cs typeface="Consolas"/>
            </a:endParaRPr>
          </a:p>
        </p:txBody>
      </p:sp>
      <p:sp>
        <p:nvSpPr>
          <p:cNvPr id="8" name="row-114-label">
            <a:extLst>
              <a:ext uri="{FF2B5EF4-FFF2-40B4-BE49-F238E27FC236}">
                <a16:creationId xmlns:a16="http://schemas.microsoft.com/office/drawing/2014/main" id="{A2323B52-2CF3-4FDD-8A27-D14DC4F6C662}"/>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9B14AECE-B7D5-4861-B14E-321029DC3549}"/>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4-0">
            <a:extLst>
              <a:ext uri="{FF2B5EF4-FFF2-40B4-BE49-F238E27FC236}">
                <a16:creationId xmlns:a16="http://schemas.microsoft.com/office/drawing/2014/main" id="{494CC289-8C50-4809-9853-04866C4B57DB}"/>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4-1">
            <a:extLst>
              <a:ext uri="{FF2B5EF4-FFF2-40B4-BE49-F238E27FC236}">
                <a16:creationId xmlns:a16="http://schemas.microsoft.com/office/drawing/2014/main" id="{08C1FBE9-DB33-4490-9815-7E56C6457B0F}"/>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4-2">
            <a:extLst>
              <a:ext uri="{FF2B5EF4-FFF2-40B4-BE49-F238E27FC236}">
                <a16:creationId xmlns:a16="http://schemas.microsoft.com/office/drawing/2014/main" id="{5233C3FF-FA13-4312-8AF5-FA64F5342591}"/>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4-3">
            <a:extLst>
              <a:ext uri="{FF2B5EF4-FFF2-40B4-BE49-F238E27FC236}">
                <a16:creationId xmlns:a16="http://schemas.microsoft.com/office/drawing/2014/main" id="{C4C9FD09-B9D6-48DF-9ECC-831F1451AA56}"/>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4-4">
            <a:extLst>
              <a:ext uri="{FF2B5EF4-FFF2-40B4-BE49-F238E27FC236}">
                <a16:creationId xmlns:a16="http://schemas.microsoft.com/office/drawing/2014/main" id="{7473ED5D-527E-4284-97C6-22518A8152D2}"/>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4-5">
            <a:extLst>
              <a:ext uri="{FF2B5EF4-FFF2-40B4-BE49-F238E27FC236}">
                <a16:creationId xmlns:a16="http://schemas.microsoft.com/office/drawing/2014/main" id="{763BA46D-E0AB-4C53-9C50-55DD3F295F70}"/>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4-6">
            <a:extLst>
              <a:ext uri="{FF2B5EF4-FFF2-40B4-BE49-F238E27FC236}">
                <a16:creationId xmlns:a16="http://schemas.microsoft.com/office/drawing/2014/main" id="{F8953FD0-C07D-4342-AA34-BEA8ED2B30A4}"/>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4-7">
            <a:extLst>
              <a:ext uri="{FF2B5EF4-FFF2-40B4-BE49-F238E27FC236}">
                <a16:creationId xmlns:a16="http://schemas.microsoft.com/office/drawing/2014/main" id="{569B9E92-E280-4C36-87FD-44C46D1A4021}"/>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5">
            <a:extLst>
              <a:ext uri="{FF2B5EF4-FFF2-40B4-BE49-F238E27FC236}">
                <a16:creationId xmlns:a16="http://schemas.microsoft.com/office/drawing/2014/main" id="{EF07C0C9-BDC2-4CA6-8057-DCA94651790B}"/>
              </a:ext>
            </a:extLst>
          </p:cNvPr>
          <p:cNvSpPr>
            <a:spLocks noGrp="1"/>
          </p:cNvSpPr>
          <p:nvPr/>
        </p:nvSpPr>
        <p:spPr>
          <a:xfrm>
            <a:off x="4562475" y="2781300"/>
            <a:ext cx="19050" cy="666750"/>
          </a:xfrm>
          <a:prstGeom prst="rect">
            <a:avLst/>
          </a:prstGeom>
          <a:solidFill>
            <a:srgbClr val="9A5900"/>
          </a:solidFill>
          <a:ln w="0">
            <a:noFill/>
          </a:ln>
        </p:spPr>
      </p:sp>
      <p:sp>
        <p:nvSpPr>
          <p:cNvPr id="19" name="pointer-114">
            <a:extLst>
              <a:ext uri="{FF2B5EF4-FFF2-40B4-BE49-F238E27FC236}">
                <a16:creationId xmlns:a16="http://schemas.microsoft.com/office/drawing/2014/main" id="{0AA63A1E-D5D2-4465-A0FA-03D4CB65D79C}"/>
              </a:ext>
            </a:extLst>
          </p:cNvPr>
          <p:cNvSpPr>
            <a:spLocks noGrp="1"/>
          </p:cNvSpPr>
          <p:nvPr/>
        </p:nvSpPr>
        <p:spPr>
          <a:xfrm>
            <a:off x="44958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reset-equation">
            <a:extLst>
              <a:ext uri="{FF2B5EF4-FFF2-40B4-BE49-F238E27FC236}">
                <a16:creationId xmlns:a16="http://schemas.microsoft.com/office/drawing/2014/main" id="{0B80E32D-3496-43B1-A1E5-696326E70583}"/>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AF2ED17E-63E6-48A0-AF3F-5F87550A260A}"/>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D7EA9462-DC72-4C82-ABD4-AE923E1C13F8}"/>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6914E41B-9294-4F26-914B-B8FD4573494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a[2] = 12입니다. mid를 다시 읽지 않습니다.</a:t>
            </a:r>
          </a:p>
        </p:txBody>
      </p:sp>
    </p:spTree>
    <p:extLst>
      <p:ext uri="{BB962C8B-B14F-4D97-AF65-F5344CB8AC3E}">
        <p14:creationId xmlns:p14="http://schemas.microsoft.com/office/powerpoint/2010/main" val="421043021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F287460-249D-44BE-9461-102B1A2D35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E52A77D-015A-45B9-8F87-F15C967FBDD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70EFEE-E562-4E17-99E8-F643AAFF7F3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1/2</a:t>
            </a:r>
          </a:p>
        </p:txBody>
      </p:sp>
      <p:sp>
        <p:nvSpPr>
          <p:cNvPr id="4" name="diagram-line-116">
            <a:extLst>
              <a:ext uri="{FF2B5EF4-FFF2-40B4-BE49-F238E27FC236}">
                <a16:creationId xmlns:a16="http://schemas.microsoft.com/office/drawing/2014/main" id="{4D4C8C5A-E95E-4727-A12E-C3FBDC43D0A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F12057F-F30E-4113-B9F8-C57824F7C8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right_sum 갱신.</a:t>
            </a:r>
          </a:p>
        </p:txBody>
      </p:sp>
      <p:sp>
        <p:nvSpPr>
          <p:cNvPr id="6" name="footer">
            <a:extLst>
              <a:ext uri="{FF2B5EF4-FFF2-40B4-BE49-F238E27FC236}">
                <a16:creationId xmlns:a16="http://schemas.microsoft.com/office/drawing/2014/main" id="{CAD98C38-48C5-41E9-AA6B-73024A5E99C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F90808B-1969-4F7E-BD20-5BA4EE25156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120</a:t>
            </a:r>
            <a:endParaRPr sz="1050" b="0">
              <a:solidFill>
                <a:srgbClr val="151515"/>
              </a:solidFill>
              <a:latin typeface="Consolas"/>
              <a:ea typeface="Consolas"/>
              <a:cs typeface="Consolas"/>
            </a:endParaRPr>
          </a:p>
        </p:txBody>
      </p:sp>
      <p:sp>
        <p:nvSpPr>
          <p:cNvPr id="8" name="row-117-label">
            <a:extLst>
              <a:ext uri="{FF2B5EF4-FFF2-40B4-BE49-F238E27FC236}">
                <a16:creationId xmlns:a16="http://schemas.microsoft.com/office/drawing/2014/main" id="{A66082E0-3D84-4C0B-B0A4-1CC276014EC9}"/>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3A4B4D9-4884-4CF2-BC64-2D898D2B8BE0}"/>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7-0">
            <a:extLst>
              <a:ext uri="{FF2B5EF4-FFF2-40B4-BE49-F238E27FC236}">
                <a16:creationId xmlns:a16="http://schemas.microsoft.com/office/drawing/2014/main" id="{6A23762E-A203-4168-87F2-45EBF3E301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7-1">
            <a:extLst>
              <a:ext uri="{FF2B5EF4-FFF2-40B4-BE49-F238E27FC236}">
                <a16:creationId xmlns:a16="http://schemas.microsoft.com/office/drawing/2014/main" id="{66C885E3-C43C-4CC6-A3AA-402705EF96B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7-2">
            <a:extLst>
              <a:ext uri="{FF2B5EF4-FFF2-40B4-BE49-F238E27FC236}">
                <a16:creationId xmlns:a16="http://schemas.microsoft.com/office/drawing/2014/main" id="{D28F96D0-7ECD-4DF5-A3F8-955FCA0C3FB9}"/>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7-3">
            <a:extLst>
              <a:ext uri="{FF2B5EF4-FFF2-40B4-BE49-F238E27FC236}">
                <a16:creationId xmlns:a16="http://schemas.microsoft.com/office/drawing/2014/main" id="{0C7D595F-A7C8-4CEB-BE07-DF5698D9174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7-4">
            <a:extLst>
              <a:ext uri="{FF2B5EF4-FFF2-40B4-BE49-F238E27FC236}">
                <a16:creationId xmlns:a16="http://schemas.microsoft.com/office/drawing/2014/main" id="{4CD9C222-1F3F-484A-8B06-AA86BF12DB0C}"/>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7-5">
            <a:extLst>
              <a:ext uri="{FF2B5EF4-FFF2-40B4-BE49-F238E27FC236}">
                <a16:creationId xmlns:a16="http://schemas.microsoft.com/office/drawing/2014/main" id="{24C1864F-8740-4888-A007-881F5B863F1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7-6">
            <a:extLst>
              <a:ext uri="{FF2B5EF4-FFF2-40B4-BE49-F238E27FC236}">
                <a16:creationId xmlns:a16="http://schemas.microsoft.com/office/drawing/2014/main" id="{751E14F1-38B5-4D66-99AD-6E19C6AA9A0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7-7">
            <a:extLst>
              <a:ext uri="{FF2B5EF4-FFF2-40B4-BE49-F238E27FC236}">
                <a16:creationId xmlns:a16="http://schemas.microsoft.com/office/drawing/2014/main" id="{27E15000-C6CC-47F4-8109-2815CD89918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8">
            <a:extLst>
              <a:ext uri="{FF2B5EF4-FFF2-40B4-BE49-F238E27FC236}">
                <a16:creationId xmlns:a16="http://schemas.microsoft.com/office/drawing/2014/main" id="{088E6A2A-0F71-4D19-8C04-29A881C213D7}"/>
              </a:ext>
            </a:extLst>
          </p:cNvPr>
          <p:cNvSpPr>
            <a:spLocks noGrp="1"/>
          </p:cNvSpPr>
          <p:nvPr/>
        </p:nvSpPr>
        <p:spPr>
          <a:xfrm>
            <a:off x="4562475" y="2743200"/>
            <a:ext cx="19050" cy="666750"/>
          </a:xfrm>
          <a:prstGeom prst="rect">
            <a:avLst/>
          </a:prstGeom>
          <a:solidFill>
            <a:srgbClr val="9A5900"/>
          </a:solidFill>
          <a:ln w="0">
            <a:noFill/>
          </a:ln>
        </p:spPr>
      </p:sp>
      <p:sp>
        <p:nvSpPr>
          <p:cNvPr id="19" name="pointer-117">
            <a:extLst>
              <a:ext uri="{FF2B5EF4-FFF2-40B4-BE49-F238E27FC236}">
                <a16:creationId xmlns:a16="http://schemas.microsoft.com/office/drawing/2014/main" id="{2756ADB2-A0B6-49C1-94F9-99C3487F09DF}"/>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current-equation">
            <a:extLst>
              <a:ext uri="{FF2B5EF4-FFF2-40B4-BE49-F238E27FC236}">
                <a16:creationId xmlns:a16="http://schemas.microsoft.com/office/drawing/2014/main" id="{F1408DA0-DF27-4265-978E-DA72FBD32B2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B26B1A0E-636D-4ADF-A40B-FFA491917F1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12</a:t>
            </a:r>
          </a:p>
        </p:txBody>
      </p:sp>
      <p:sp>
        <p:nvSpPr>
          <p:cNvPr id="22" name="row-119-label">
            <a:extLst>
              <a:ext uri="{FF2B5EF4-FFF2-40B4-BE49-F238E27FC236}">
                <a16:creationId xmlns:a16="http://schemas.microsoft.com/office/drawing/2014/main" id="{03DC840A-A3F4-4363-A668-8266CB49DD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6653B36-41B6-42E4-B234-C59EDB44124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9-0">
            <a:extLst>
              <a:ext uri="{FF2B5EF4-FFF2-40B4-BE49-F238E27FC236}">
                <a16:creationId xmlns:a16="http://schemas.microsoft.com/office/drawing/2014/main" id="{EF8692AA-F238-4956-835A-CC7ACD2D37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9-1">
            <a:extLst>
              <a:ext uri="{FF2B5EF4-FFF2-40B4-BE49-F238E27FC236}">
                <a16:creationId xmlns:a16="http://schemas.microsoft.com/office/drawing/2014/main" id="{C57B615C-9191-4D2B-9A4E-D443DD2C898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9-2">
            <a:extLst>
              <a:ext uri="{FF2B5EF4-FFF2-40B4-BE49-F238E27FC236}">
                <a16:creationId xmlns:a16="http://schemas.microsoft.com/office/drawing/2014/main" id="{2A1D84C3-504A-4546-BF8C-9D31B864A34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9-3">
            <a:extLst>
              <a:ext uri="{FF2B5EF4-FFF2-40B4-BE49-F238E27FC236}">
                <a16:creationId xmlns:a16="http://schemas.microsoft.com/office/drawing/2014/main" id="{0FE85D63-7F6C-4629-B591-F5D517CBFE0F}"/>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9-4">
            <a:extLst>
              <a:ext uri="{FF2B5EF4-FFF2-40B4-BE49-F238E27FC236}">
                <a16:creationId xmlns:a16="http://schemas.microsoft.com/office/drawing/2014/main" id="{D24FA2DF-EB8D-4B55-B1DD-017CD04FFE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9-5">
            <a:extLst>
              <a:ext uri="{FF2B5EF4-FFF2-40B4-BE49-F238E27FC236}">
                <a16:creationId xmlns:a16="http://schemas.microsoft.com/office/drawing/2014/main" id="{87514568-9C41-4262-8E6F-64699AC2819E}"/>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9-6">
            <a:extLst>
              <a:ext uri="{FF2B5EF4-FFF2-40B4-BE49-F238E27FC236}">
                <a16:creationId xmlns:a16="http://schemas.microsoft.com/office/drawing/2014/main" id="{E78B7A6E-FF15-4DA6-87F5-C087881203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9-7">
            <a:extLst>
              <a:ext uri="{FF2B5EF4-FFF2-40B4-BE49-F238E27FC236}">
                <a16:creationId xmlns:a16="http://schemas.microsoft.com/office/drawing/2014/main" id="{73032103-6C10-4473-96E8-32F043698FA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0">
            <a:extLst>
              <a:ext uri="{FF2B5EF4-FFF2-40B4-BE49-F238E27FC236}">
                <a16:creationId xmlns:a16="http://schemas.microsoft.com/office/drawing/2014/main" id="{28EA47E4-95A6-4128-8030-445F24CEC009}"/>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401630-74F0-4DCE-864B-9DCD4F6C85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3: a[3] = −2을 현재 합 12에 더합니다.</a:t>
            </a:r>
          </a:p>
        </p:txBody>
      </p:sp>
    </p:spTree>
    <p:extLst>
      <p:ext uri="{BB962C8B-B14F-4D97-AF65-F5344CB8AC3E}">
        <p14:creationId xmlns:p14="http://schemas.microsoft.com/office/powerpoint/2010/main" val="215505044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8014BD7-5C22-4C4E-B8B9-C61F731913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0E83F50-41AC-4FCA-AD78-7D2F418A61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5F3688-1EB8-4FC3-8299-F5FDCE4AF45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2/2</a:t>
            </a:r>
          </a:p>
        </p:txBody>
      </p:sp>
      <p:sp>
        <p:nvSpPr>
          <p:cNvPr id="4" name="diagram-line-121">
            <a:extLst>
              <a:ext uri="{FF2B5EF4-FFF2-40B4-BE49-F238E27FC236}">
                <a16:creationId xmlns:a16="http://schemas.microsoft.com/office/drawing/2014/main" id="{AFF35024-71F8-4AF1-9E18-39A95358D6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21C0137-0B42-42BE-A656-3469A818ABE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 이전 기록 12 → right_sum 유지.</a:t>
            </a:r>
          </a:p>
        </p:txBody>
      </p:sp>
      <p:sp>
        <p:nvSpPr>
          <p:cNvPr id="6" name="footer">
            <a:extLst>
              <a:ext uri="{FF2B5EF4-FFF2-40B4-BE49-F238E27FC236}">
                <a16:creationId xmlns:a16="http://schemas.microsoft.com/office/drawing/2014/main" id="{96AD8ED6-DE14-418A-90E4-AF15A708A1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F077C67-A028-46FC-A7FC-43F2C7C5FE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121</a:t>
            </a:r>
            <a:endParaRPr sz="1050" b="0">
              <a:solidFill>
                <a:srgbClr val="151515"/>
              </a:solidFill>
              <a:latin typeface="Consolas"/>
              <a:ea typeface="Consolas"/>
              <a:cs typeface="Consolas"/>
            </a:endParaRPr>
          </a:p>
        </p:txBody>
      </p:sp>
      <p:sp>
        <p:nvSpPr>
          <p:cNvPr id="8" name="row-122-label">
            <a:extLst>
              <a:ext uri="{FF2B5EF4-FFF2-40B4-BE49-F238E27FC236}">
                <a16:creationId xmlns:a16="http://schemas.microsoft.com/office/drawing/2014/main" id="{F2E31477-2A11-4C8C-88C8-4FE1CCFCCC9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1C48167-D177-40DF-8F4D-4F230EDDA37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2-0">
            <a:extLst>
              <a:ext uri="{FF2B5EF4-FFF2-40B4-BE49-F238E27FC236}">
                <a16:creationId xmlns:a16="http://schemas.microsoft.com/office/drawing/2014/main" id="{DDD35E16-59A8-40C6-B8C7-B9C69A7007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2-1">
            <a:extLst>
              <a:ext uri="{FF2B5EF4-FFF2-40B4-BE49-F238E27FC236}">
                <a16:creationId xmlns:a16="http://schemas.microsoft.com/office/drawing/2014/main" id="{6BB88C55-BA04-41E1-8A37-4EAF43ECAE8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2-2">
            <a:extLst>
              <a:ext uri="{FF2B5EF4-FFF2-40B4-BE49-F238E27FC236}">
                <a16:creationId xmlns:a16="http://schemas.microsoft.com/office/drawing/2014/main" id="{3A1F06ED-768E-4F7D-86B7-1DA81A9CB160}"/>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2-3">
            <a:extLst>
              <a:ext uri="{FF2B5EF4-FFF2-40B4-BE49-F238E27FC236}">
                <a16:creationId xmlns:a16="http://schemas.microsoft.com/office/drawing/2014/main" id="{F50FA6B8-4F17-4F14-879C-A42BB641A26C}"/>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2-4">
            <a:extLst>
              <a:ext uri="{FF2B5EF4-FFF2-40B4-BE49-F238E27FC236}">
                <a16:creationId xmlns:a16="http://schemas.microsoft.com/office/drawing/2014/main" id="{45B31B74-3091-4510-882B-787C96A4BE6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2-5">
            <a:extLst>
              <a:ext uri="{FF2B5EF4-FFF2-40B4-BE49-F238E27FC236}">
                <a16:creationId xmlns:a16="http://schemas.microsoft.com/office/drawing/2014/main" id="{CB1BE863-D491-4CF1-A39D-406F984B43A2}"/>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2-6">
            <a:extLst>
              <a:ext uri="{FF2B5EF4-FFF2-40B4-BE49-F238E27FC236}">
                <a16:creationId xmlns:a16="http://schemas.microsoft.com/office/drawing/2014/main" id="{CFFEFEED-01C8-4EF5-9705-6FF826C5EF0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2-7">
            <a:extLst>
              <a:ext uri="{FF2B5EF4-FFF2-40B4-BE49-F238E27FC236}">
                <a16:creationId xmlns:a16="http://schemas.microsoft.com/office/drawing/2014/main" id="{95490A1D-8D88-4B7E-A532-D7D19EFDEF3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23">
            <a:extLst>
              <a:ext uri="{FF2B5EF4-FFF2-40B4-BE49-F238E27FC236}">
                <a16:creationId xmlns:a16="http://schemas.microsoft.com/office/drawing/2014/main" id="{0CB7250D-D1AE-44CB-BFC7-D8456DAE1546}"/>
              </a:ext>
            </a:extLst>
          </p:cNvPr>
          <p:cNvSpPr>
            <a:spLocks noGrp="1"/>
          </p:cNvSpPr>
          <p:nvPr/>
        </p:nvSpPr>
        <p:spPr>
          <a:xfrm>
            <a:off x="4562475" y="2743200"/>
            <a:ext cx="19050" cy="666750"/>
          </a:xfrm>
          <a:prstGeom prst="rect">
            <a:avLst/>
          </a:prstGeom>
          <a:solidFill>
            <a:srgbClr val="9A5900"/>
          </a:solidFill>
          <a:ln w="0">
            <a:noFill/>
          </a:ln>
        </p:spPr>
      </p:sp>
      <p:sp>
        <p:nvSpPr>
          <p:cNvPr id="19" name="pointer-122">
            <a:extLst>
              <a:ext uri="{FF2B5EF4-FFF2-40B4-BE49-F238E27FC236}">
                <a16:creationId xmlns:a16="http://schemas.microsoft.com/office/drawing/2014/main" id="{DFD7D8E3-0DDD-481A-9ACB-82D598A2BCD4}"/>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06D3055D-DA57-48EB-B694-538C31D4346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12 + (−2) = 10</a:t>
            </a:r>
          </a:p>
        </p:txBody>
      </p:sp>
      <p:sp>
        <p:nvSpPr>
          <p:cNvPr id="21" name="best-equation">
            <a:extLst>
              <a:ext uri="{FF2B5EF4-FFF2-40B4-BE49-F238E27FC236}">
                <a16:creationId xmlns:a16="http://schemas.microsoft.com/office/drawing/2014/main" id="{84702323-CBC5-4096-ACFF-C5146C094B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12 유지</a:t>
            </a:r>
          </a:p>
        </p:txBody>
      </p:sp>
      <p:sp>
        <p:nvSpPr>
          <p:cNvPr id="22" name="row-124-label">
            <a:extLst>
              <a:ext uri="{FF2B5EF4-FFF2-40B4-BE49-F238E27FC236}">
                <a16:creationId xmlns:a16="http://schemas.microsoft.com/office/drawing/2014/main" id="{E1218189-5703-40D1-9F26-757A4000B78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ACC2474-7899-4289-90FF-5A1464B7A33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24-0">
            <a:extLst>
              <a:ext uri="{FF2B5EF4-FFF2-40B4-BE49-F238E27FC236}">
                <a16:creationId xmlns:a16="http://schemas.microsoft.com/office/drawing/2014/main" id="{4BBE6794-D2F8-4905-9D2E-F31446758C6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24-1">
            <a:extLst>
              <a:ext uri="{FF2B5EF4-FFF2-40B4-BE49-F238E27FC236}">
                <a16:creationId xmlns:a16="http://schemas.microsoft.com/office/drawing/2014/main" id="{5D876699-FEB7-43D6-B566-19DCED91C31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24-2">
            <a:extLst>
              <a:ext uri="{FF2B5EF4-FFF2-40B4-BE49-F238E27FC236}">
                <a16:creationId xmlns:a16="http://schemas.microsoft.com/office/drawing/2014/main" id="{3727B065-785A-4C2D-8C09-80A3359E9C81}"/>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24-3">
            <a:extLst>
              <a:ext uri="{FF2B5EF4-FFF2-40B4-BE49-F238E27FC236}">
                <a16:creationId xmlns:a16="http://schemas.microsoft.com/office/drawing/2014/main" id="{BB31F8B7-B81D-4B13-BAA7-F8617C18E8F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24-4">
            <a:extLst>
              <a:ext uri="{FF2B5EF4-FFF2-40B4-BE49-F238E27FC236}">
                <a16:creationId xmlns:a16="http://schemas.microsoft.com/office/drawing/2014/main" id="{975700E3-FC74-42E8-AB03-B8A2A6608F4E}"/>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24-5">
            <a:extLst>
              <a:ext uri="{FF2B5EF4-FFF2-40B4-BE49-F238E27FC236}">
                <a16:creationId xmlns:a16="http://schemas.microsoft.com/office/drawing/2014/main" id="{E7E0EC3A-26F8-46C3-8B16-DABB2AB8C13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24-6">
            <a:extLst>
              <a:ext uri="{FF2B5EF4-FFF2-40B4-BE49-F238E27FC236}">
                <a16:creationId xmlns:a16="http://schemas.microsoft.com/office/drawing/2014/main" id="{7218D64B-8112-43E7-9D28-958F2D4D8F0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24-7">
            <a:extLst>
              <a:ext uri="{FF2B5EF4-FFF2-40B4-BE49-F238E27FC236}">
                <a16:creationId xmlns:a16="http://schemas.microsoft.com/office/drawing/2014/main" id="{B95718E4-48E8-4D45-BC2F-EF1363C73B9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5">
            <a:extLst>
              <a:ext uri="{FF2B5EF4-FFF2-40B4-BE49-F238E27FC236}">
                <a16:creationId xmlns:a16="http://schemas.microsoft.com/office/drawing/2014/main" id="{C0405F00-5929-4B23-8F87-4EC3F18970BC}"/>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D37017E-ADD3-4C1E-B53A-4707C943739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677985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AA2B6C6-D3D4-4ADF-A0C6-BDDA20BD998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77375C-D804-459B-8AC0-DC910B98BF1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802F11-F528-4FC2-BB2B-9C53D62CAA4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경계에서 두 기록을 붙입니다</a:t>
            </a:r>
          </a:p>
        </p:txBody>
      </p:sp>
      <p:sp>
        <p:nvSpPr>
          <p:cNvPr id="4" name="diagram-line-126">
            <a:extLst>
              <a:ext uri="{FF2B5EF4-FFF2-40B4-BE49-F238E27FC236}">
                <a16:creationId xmlns:a16="http://schemas.microsoft.com/office/drawing/2014/main" id="{47D38799-974D-4BA8-9075-3F63BA0417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E7A59C5-D25F-4FCC-8FB8-71E6CADB2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12이므로 cross_max = 10입니다.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1와 2에서 맞닿아 빈틈 없이 이어집니다.</a:t>
            </a:r>
          </a:p>
        </p:txBody>
      </p:sp>
      <p:sp>
        <p:nvSpPr>
          <p:cNvPr id="6" name="footer">
            <a:extLst>
              <a:ext uri="{FF2B5EF4-FFF2-40B4-BE49-F238E27FC236}">
                <a16:creationId xmlns:a16="http://schemas.microsoft.com/office/drawing/2014/main" id="{8E71C840-2128-46D2-81A1-3E1A6CF80F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E0FD416-3439-466D-9F3D-222971D8D06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122</a:t>
            </a:r>
            <a:endParaRPr sz="1050" b="0">
              <a:solidFill>
                <a:srgbClr val="151515"/>
              </a:solidFill>
              <a:latin typeface="Consolas"/>
              <a:ea typeface="Consolas"/>
              <a:cs typeface="Consolas"/>
            </a:endParaRPr>
          </a:p>
        </p:txBody>
      </p:sp>
      <p:sp>
        <p:nvSpPr>
          <p:cNvPr id="8" name="row-127-label">
            <a:extLst>
              <a:ext uri="{FF2B5EF4-FFF2-40B4-BE49-F238E27FC236}">
                <a16:creationId xmlns:a16="http://schemas.microsoft.com/office/drawing/2014/main" id="{0D80D40B-5050-4AD2-9062-599F85D693CB}"/>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E3798B6A-C6A3-4672-96B9-C135267D0ECC}"/>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7-0">
            <a:extLst>
              <a:ext uri="{FF2B5EF4-FFF2-40B4-BE49-F238E27FC236}">
                <a16:creationId xmlns:a16="http://schemas.microsoft.com/office/drawing/2014/main" id="{BA9DDBE1-2BEF-43B2-A2FC-AE43EEE3EE2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7-1">
            <a:extLst>
              <a:ext uri="{FF2B5EF4-FFF2-40B4-BE49-F238E27FC236}">
                <a16:creationId xmlns:a16="http://schemas.microsoft.com/office/drawing/2014/main" id="{36529528-0EFD-456E-A921-EFFE4CD81D3D}"/>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7-2">
            <a:extLst>
              <a:ext uri="{FF2B5EF4-FFF2-40B4-BE49-F238E27FC236}">
                <a16:creationId xmlns:a16="http://schemas.microsoft.com/office/drawing/2014/main" id="{7AB6069A-6DA4-4D77-B2B5-FF95C9FA850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7-3">
            <a:extLst>
              <a:ext uri="{FF2B5EF4-FFF2-40B4-BE49-F238E27FC236}">
                <a16:creationId xmlns:a16="http://schemas.microsoft.com/office/drawing/2014/main" id="{B988E151-C573-4755-9661-FC31790E958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7-4">
            <a:extLst>
              <a:ext uri="{FF2B5EF4-FFF2-40B4-BE49-F238E27FC236}">
                <a16:creationId xmlns:a16="http://schemas.microsoft.com/office/drawing/2014/main" id="{4FE003A7-70B4-4166-8E1A-F5EC5F98B770}"/>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7-5">
            <a:extLst>
              <a:ext uri="{FF2B5EF4-FFF2-40B4-BE49-F238E27FC236}">
                <a16:creationId xmlns:a16="http://schemas.microsoft.com/office/drawing/2014/main" id="{212DAAA1-0210-4509-9797-93FE99B25702}"/>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7-6">
            <a:extLst>
              <a:ext uri="{FF2B5EF4-FFF2-40B4-BE49-F238E27FC236}">
                <a16:creationId xmlns:a16="http://schemas.microsoft.com/office/drawing/2014/main" id="{AF5337C1-F21B-48F1-BA45-4F6E5E3E87B5}"/>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7-7">
            <a:extLst>
              <a:ext uri="{FF2B5EF4-FFF2-40B4-BE49-F238E27FC236}">
                <a16:creationId xmlns:a16="http://schemas.microsoft.com/office/drawing/2014/main" id="{8FCE099A-5F7E-41D7-916A-512DF7F0BBC9}"/>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27">
            <a:extLst>
              <a:ext uri="{FF2B5EF4-FFF2-40B4-BE49-F238E27FC236}">
                <a16:creationId xmlns:a16="http://schemas.microsoft.com/office/drawing/2014/main" id="{D2BB5FA2-8BBE-4C55-A502-BAD584E36925}"/>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128-label">
            <a:extLst>
              <a:ext uri="{FF2B5EF4-FFF2-40B4-BE49-F238E27FC236}">
                <a16:creationId xmlns:a16="http://schemas.microsoft.com/office/drawing/2014/main" id="{DE2D3BF8-55C5-4599-90B8-97D4253C5435}"/>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5D2EC96-A3E4-49F4-A686-7C575F90E5E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28-0">
            <a:extLst>
              <a:ext uri="{FF2B5EF4-FFF2-40B4-BE49-F238E27FC236}">
                <a16:creationId xmlns:a16="http://schemas.microsoft.com/office/drawing/2014/main" id="{4CDC178E-381A-4563-9233-CB4457B5B655}"/>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28-1">
            <a:extLst>
              <a:ext uri="{FF2B5EF4-FFF2-40B4-BE49-F238E27FC236}">
                <a16:creationId xmlns:a16="http://schemas.microsoft.com/office/drawing/2014/main" id="{B1DF179C-712F-4EB8-AD79-FB5D1DFD8FE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28-2">
            <a:extLst>
              <a:ext uri="{FF2B5EF4-FFF2-40B4-BE49-F238E27FC236}">
                <a16:creationId xmlns:a16="http://schemas.microsoft.com/office/drawing/2014/main" id="{F1D8551F-F2D8-40C9-9BD5-E2769D4F4023}"/>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28-3">
            <a:extLst>
              <a:ext uri="{FF2B5EF4-FFF2-40B4-BE49-F238E27FC236}">
                <a16:creationId xmlns:a16="http://schemas.microsoft.com/office/drawing/2014/main" id="{00C2B87F-9493-4771-9C1E-16D404FFFA68}"/>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28-4">
            <a:extLst>
              <a:ext uri="{FF2B5EF4-FFF2-40B4-BE49-F238E27FC236}">
                <a16:creationId xmlns:a16="http://schemas.microsoft.com/office/drawing/2014/main" id="{EDB8426A-ED11-48BA-8D91-12DFB97D93A4}"/>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28-5">
            <a:extLst>
              <a:ext uri="{FF2B5EF4-FFF2-40B4-BE49-F238E27FC236}">
                <a16:creationId xmlns:a16="http://schemas.microsoft.com/office/drawing/2014/main" id="{11321406-1C86-44FE-8B1D-075D2348522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28-6">
            <a:extLst>
              <a:ext uri="{FF2B5EF4-FFF2-40B4-BE49-F238E27FC236}">
                <a16:creationId xmlns:a16="http://schemas.microsoft.com/office/drawing/2014/main" id="{84028F37-CDE1-4A86-A622-2C3242F1264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28-7">
            <a:extLst>
              <a:ext uri="{FF2B5EF4-FFF2-40B4-BE49-F238E27FC236}">
                <a16:creationId xmlns:a16="http://schemas.microsoft.com/office/drawing/2014/main" id="{BDE50071-C222-4048-8A33-0BB1574736FF}"/>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28">
            <a:extLst>
              <a:ext uri="{FF2B5EF4-FFF2-40B4-BE49-F238E27FC236}">
                <a16:creationId xmlns:a16="http://schemas.microsoft.com/office/drawing/2014/main" id="{CFA4328C-2004-42B9-BEB0-B1F25A8F8FCE}"/>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29-label">
            <a:extLst>
              <a:ext uri="{FF2B5EF4-FFF2-40B4-BE49-F238E27FC236}">
                <a16:creationId xmlns:a16="http://schemas.microsoft.com/office/drawing/2014/main" id="{8E7E6716-2FEC-4C2C-A467-04B5776DEFD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F0A9BA4D-18CF-43F2-A015-221D0B71280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29-0">
            <a:extLst>
              <a:ext uri="{FF2B5EF4-FFF2-40B4-BE49-F238E27FC236}">
                <a16:creationId xmlns:a16="http://schemas.microsoft.com/office/drawing/2014/main" id="{F12B3291-889B-430B-9165-EEE68FF7D78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29-1">
            <a:extLst>
              <a:ext uri="{FF2B5EF4-FFF2-40B4-BE49-F238E27FC236}">
                <a16:creationId xmlns:a16="http://schemas.microsoft.com/office/drawing/2014/main" id="{4F730DCE-23BF-4375-91C7-0DD3A84B6944}"/>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29-2">
            <a:extLst>
              <a:ext uri="{FF2B5EF4-FFF2-40B4-BE49-F238E27FC236}">
                <a16:creationId xmlns:a16="http://schemas.microsoft.com/office/drawing/2014/main" id="{7C5B6381-DD4F-491A-8094-8D1A0EAF6A56}"/>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29-3">
            <a:extLst>
              <a:ext uri="{FF2B5EF4-FFF2-40B4-BE49-F238E27FC236}">
                <a16:creationId xmlns:a16="http://schemas.microsoft.com/office/drawing/2014/main" id="{FF046C82-2FFE-4F47-AA5C-0B1B53F73C8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29-4">
            <a:extLst>
              <a:ext uri="{FF2B5EF4-FFF2-40B4-BE49-F238E27FC236}">
                <a16:creationId xmlns:a16="http://schemas.microsoft.com/office/drawing/2014/main" id="{33F1C916-D804-47F0-B178-D1252297ADD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29-5">
            <a:extLst>
              <a:ext uri="{FF2B5EF4-FFF2-40B4-BE49-F238E27FC236}">
                <a16:creationId xmlns:a16="http://schemas.microsoft.com/office/drawing/2014/main" id="{72177B2A-9CF4-4404-86B8-73E8874F8880}"/>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29-6">
            <a:extLst>
              <a:ext uri="{FF2B5EF4-FFF2-40B4-BE49-F238E27FC236}">
                <a16:creationId xmlns:a16="http://schemas.microsoft.com/office/drawing/2014/main" id="{A6D8FC7B-E429-4F14-B75C-93F75804CC2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29-7">
            <a:extLst>
              <a:ext uri="{FF2B5EF4-FFF2-40B4-BE49-F238E27FC236}">
                <a16:creationId xmlns:a16="http://schemas.microsoft.com/office/drawing/2014/main" id="{0E1667A6-4061-4319-AC12-EBC8714BE1C6}"/>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29">
            <a:extLst>
              <a:ext uri="{FF2B5EF4-FFF2-40B4-BE49-F238E27FC236}">
                <a16:creationId xmlns:a16="http://schemas.microsoft.com/office/drawing/2014/main" id="{DB759617-DDEA-48A5-A7FA-169655781EAA}"/>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3A15677D-304C-444E-B81C-DDA92C211A6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(12) = 10. 마지막에 읽은 합이 아니라 최선의 기록을 더합니다.</a:t>
            </a:r>
          </a:p>
        </p:txBody>
      </p:sp>
    </p:spTree>
    <p:extLst>
      <p:ext uri="{BB962C8B-B14F-4D97-AF65-F5344CB8AC3E}">
        <p14:creationId xmlns:p14="http://schemas.microsoft.com/office/powerpoint/2010/main" val="377734970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04CF2D10-B657-47D6-8A8C-A542A65411C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68EA98-4B14-4D1A-8855-4B8E52B2B0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DDC1F25-3641-413D-9987-C1BAAFFAE0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세 후보 비교 → 12 반환</a:t>
            </a:r>
          </a:p>
        </p:txBody>
      </p:sp>
      <p:sp>
        <p:nvSpPr>
          <p:cNvPr id="4" name="diagram-line-130">
            <a:extLst>
              <a:ext uri="{FF2B5EF4-FFF2-40B4-BE49-F238E27FC236}">
                <a16:creationId xmlns:a16="http://schemas.microsoft.com/office/drawing/2014/main" id="{B9A0616D-13DB-4B09-A99D-737B79C0E57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C901AE0-5336-4291-80E9-D029D21FA5A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12,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12, 10) = 12입니다.</a:t>
            </a:r>
          </a:p>
        </p:txBody>
      </p:sp>
      <p:sp>
        <p:nvSpPr>
          <p:cNvPr id="6" name="footer">
            <a:extLst>
              <a:ext uri="{FF2B5EF4-FFF2-40B4-BE49-F238E27FC236}">
                <a16:creationId xmlns:a16="http://schemas.microsoft.com/office/drawing/2014/main" id="{D8EC3755-020C-4223-ADB7-B4D700F08DE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8D2BF29-23F7-4FE3-BAEC-3EA9B53BA1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123</a:t>
            </a:r>
            <a:endParaRPr sz="1050" b="0">
              <a:solidFill>
                <a:srgbClr val="151515"/>
              </a:solidFill>
              <a:latin typeface="Consolas"/>
              <a:ea typeface="Consolas"/>
              <a:cs typeface="Consolas"/>
            </a:endParaRPr>
          </a:p>
        </p:txBody>
      </p:sp>
      <p:sp>
        <p:nvSpPr>
          <p:cNvPr id="8" name="row-131-label">
            <a:extLst>
              <a:ext uri="{FF2B5EF4-FFF2-40B4-BE49-F238E27FC236}">
                <a16:creationId xmlns:a16="http://schemas.microsoft.com/office/drawing/2014/main" id="{B651E4BE-FD36-4728-9ADC-ABB541C1BEA2}"/>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EAEAED41-77BB-4538-A0D9-CE6702F93F9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1-0">
            <a:extLst>
              <a:ext uri="{FF2B5EF4-FFF2-40B4-BE49-F238E27FC236}">
                <a16:creationId xmlns:a16="http://schemas.microsoft.com/office/drawing/2014/main" id="{4F8C45E1-2AFD-409E-8F43-129EF5BABEF6}"/>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1">
            <a:extLst>
              <a:ext uri="{FF2B5EF4-FFF2-40B4-BE49-F238E27FC236}">
                <a16:creationId xmlns:a16="http://schemas.microsoft.com/office/drawing/2014/main" id="{D42578D4-7F35-419D-BF62-F8544663B1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1-2">
            <a:extLst>
              <a:ext uri="{FF2B5EF4-FFF2-40B4-BE49-F238E27FC236}">
                <a16:creationId xmlns:a16="http://schemas.microsoft.com/office/drawing/2014/main" id="{0D80FDE5-8ADD-49BB-9BA2-A4C31F914E4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1-3">
            <a:extLst>
              <a:ext uri="{FF2B5EF4-FFF2-40B4-BE49-F238E27FC236}">
                <a16:creationId xmlns:a16="http://schemas.microsoft.com/office/drawing/2014/main" id="{C7D3B053-4F06-45B6-82EC-B726A194AB8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1-4">
            <a:extLst>
              <a:ext uri="{FF2B5EF4-FFF2-40B4-BE49-F238E27FC236}">
                <a16:creationId xmlns:a16="http://schemas.microsoft.com/office/drawing/2014/main" id="{E65C3E3E-F418-4F8F-81A8-FAE201168A9F}"/>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1-5">
            <a:extLst>
              <a:ext uri="{FF2B5EF4-FFF2-40B4-BE49-F238E27FC236}">
                <a16:creationId xmlns:a16="http://schemas.microsoft.com/office/drawing/2014/main" id="{02502023-879B-455A-8A63-04F5F2B090E1}"/>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1-6">
            <a:extLst>
              <a:ext uri="{FF2B5EF4-FFF2-40B4-BE49-F238E27FC236}">
                <a16:creationId xmlns:a16="http://schemas.microsoft.com/office/drawing/2014/main" id="{796662A1-7ADB-403B-8D25-6D3DB6CD44F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1-7">
            <a:extLst>
              <a:ext uri="{FF2B5EF4-FFF2-40B4-BE49-F238E27FC236}">
                <a16:creationId xmlns:a16="http://schemas.microsoft.com/office/drawing/2014/main" id="{BBE75546-42EB-488B-A672-1D75CFC03108}"/>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31">
            <a:extLst>
              <a:ext uri="{FF2B5EF4-FFF2-40B4-BE49-F238E27FC236}">
                <a16:creationId xmlns:a16="http://schemas.microsoft.com/office/drawing/2014/main" id="{2D230ADB-71DD-4F22-8A80-D6771F9CAC4F}"/>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132-label">
            <a:extLst>
              <a:ext uri="{FF2B5EF4-FFF2-40B4-BE49-F238E27FC236}">
                <a16:creationId xmlns:a16="http://schemas.microsoft.com/office/drawing/2014/main" id="{AE0D47AF-442B-434B-8C25-2E2B78E41B5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5CC8FA20-D8BA-4F51-B3F9-27BD9FA3418C}"/>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32-0">
            <a:extLst>
              <a:ext uri="{FF2B5EF4-FFF2-40B4-BE49-F238E27FC236}">
                <a16:creationId xmlns:a16="http://schemas.microsoft.com/office/drawing/2014/main" id="{C449B75A-6DDE-46F5-8979-85FC3159E97A}"/>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2-1">
            <a:extLst>
              <a:ext uri="{FF2B5EF4-FFF2-40B4-BE49-F238E27FC236}">
                <a16:creationId xmlns:a16="http://schemas.microsoft.com/office/drawing/2014/main" id="{70F8C9E8-A474-4592-BF15-35D40F844148}"/>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2-2">
            <a:extLst>
              <a:ext uri="{FF2B5EF4-FFF2-40B4-BE49-F238E27FC236}">
                <a16:creationId xmlns:a16="http://schemas.microsoft.com/office/drawing/2014/main" id="{D7524280-2DB0-4126-9CA1-94568459036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2-3">
            <a:extLst>
              <a:ext uri="{FF2B5EF4-FFF2-40B4-BE49-F238E27FC236}">
                <a16:creationId xmlns:a16="http://schemas.microsoft.com/office/drawing/2014/main" id="{47EC9A2A-7559-4EA5-A3BA-6DF01EAD5129}"/>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2-4">
            <a:extLst>
              <a:ext uri="{FF2B5EF4-FFF2-40B4-BE49-F238E27FC236}">
                <a16:creationId xmlns:a16="http://schemas.microsoft.com/office/drawing/2014/main" id="{7B80E617-70A5-44BD-A65E-CCFE5D63F875}"/>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2-5">
            <a:extLst>
              <a:ext uri="{FF2B5EF4-FFF2-40B4-BE49-F238E27FC236}">
                <a16:creationId xmlns:a16="http://schemas.microsoft.com/office/drawing/2014/main" id="{DF561202-C598-4C88-86DE-32A166FD21D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2-6">
            <a:extLst>
              <a:ext uri="{FF2B5EF4-FFF2-40B4-BE49-F238E27FC236}">
                <a16:creationId xmlns:a16="http://schemas.microsoft.com/office/drawing/2014/main" id="{96F68770-D3EE-4BF6-AFBE-9A281780198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2-7">
            <a:extLst>
              <a:ext uri="{FF2B5EF4-FFF2-40B4-BE49-F238E27FC236}">
                <a16:creationId xmlns:a16="http://schemas.microsoft.com/office/drawing/2014/main" id="{DE1CDA87-F1E5-4F0F-A1E2-CF78CD7701A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32">
            <a:extLst>
              <a:ext uri="{FF2B5EF4-FFF2-40B4-BE49-F238E27FC236}">
                <a16:creationId xmlns:a16="http://schemas.microsoft.com/office/drawing/2014/main" id="{1CEEC32C-04A4-440A-B53E-B8CE8E2235B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33-label">
            <a:extLst>
              <a:ext uri="{FF2B5EF4-FFF2-40B4-BE49-F238E27FC236}">
                <a16:creationId xmlns:a16="http://schemas.microsoft.com/office/drawing/2014/main" id="{1503FAB8-EF09-4D36-B092-5094AAFB335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C4471E0-B3B8-44BE-ADDB-91746A0A906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33-0">
            <a:extLst>
              <a:ext uri="{FF2B5EF4-FFF2-40B4-BE49-F238E27FC236}">
                <a16:creationId xmlns:a16="http://schemas.microsoft.com/office/drawing/2014/main" id="{CB15C18F-6FEC-4830-A374-6C463F888AAA}"/>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33-1">
            <a:extLst>
              <a:ext uri="{FF2B5EF4-FFF2-40B4-BE49-F238E27FC236}">
                <a16:creationId xmlns:a16="http://schemas.microsoft.com/office/drawing/2014/main" id="{4FF5986A-0EC3-4572-AE2F-D001CB6F904C}"/>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33-2">
            <a:extLst>
              <a:ext uri="{FF2B5EF4-FFF2-40B4-BE49-F238E27FC236}">
                <a16:creationId xmlns:a16="http://schemas.microsoft.com/office/drawing/2014/main" id="{5992110D-ABDA-4357-BC7E-852C152E10F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33-3">
            <a:extLst>
              <a:ext uri="{FF2B5EF4-FFF2-40B4-BE49-F238E27FC236}">
                <a16:creationId xmlns:a16="http://schemas.microsoft.com/office/drawing/2014/main" id="{F22C445F-8830-46D2-A891-8649EC7468AD}"/>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33-4">
            <a:extLst>
              <a:ext uri="{FF2B5EF4-FFF2-40B4-BE49-F238E27FC236}">
                <a16:creationId xmlns:a16="http://schemas.microsoft.com/office/drawing/2014/main" id="{A7E9179C-3068-4E50-925B-D99114993F2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33-5">
            <a:extLst>
              <a:ext uri="{FF2B5EF4-FFF2-40B4-BE49-F238E27FC236}">
                <a16:creationId xmlns:a16="http://schemas.microsoft.com/office/drawing/2014/main" id="{C9294B09-A23D-42CB-816F-2D23C132315A}"/>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33-6">
            <a:extLst>
              <a:ext uri="{FF2B5EF4-FFF2-40B4-BE49-F238E27FC236}">
                <a16:creationId xmlns:a16="http://schemas.microsoft.com/office/drawing/2014/main" id="{C02062EB-158E-4173-87CD-DAED0F4331F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33-7">
            <a:extLst>
              <a:ext uri="{FF2B5EF4-FFF2-40B4-BE49-F238E27FC236}">
                <a16:creationId xmlns:a16="http://schemas.microsoft.com/office/drawing/2014/main" id="{08651ACC-5787-416D-B6D4-7CA88F058BD0}"/>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33">
            <a:extLst>
              <a:ext uri="{FF2B5EF4-FFF2-40B4-BE49-F238E27FC236}">
                <a16:creationId xmlns:a16="http://schemas.microsoft.com/office/drawing/2014/main" id="{0C954888-EC42-4B30-9897-7E5287ACEF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4E5D1703-F743-414C-95FC-E1F3A69B6E4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left_max에 12을 반환합니다.</a:t>
            </a:r>
          </a:p>
        </p:txBody>
      </p:sp>
    </p:spTree>
    <p:extLst>
      <p:ext uri="{BB962C8B-B14F-4D97-AF65-F5344CB8AC3E}">
        <p14:creationId xmlns:p14="http://schemas.microsoft.com/office/powerpoint/2010/main" val="104718100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C095B65A-993A-4FDA-9595-0D3DDBEBA9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C28F31-021F-44F9-B8B5-0964DB8DD3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7C4EC5-39BF-46A9-B06E-7303C2FDA1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답 12을 받음</a:t>
            </a:r>
          </a:p>
        </p:txBody>
      </p:sp>
      <p:sp>
        <p:nvSpPr>
          <p:cNvPr id="4" name="diagram-line-134">
            <a:extLst>
              <a:ext uri="{FF2B5EF4-FFF2-40B4-BE49-F238E27FC236}">
                <a16:creationId xmlns:a16="http://schemas.microsoft.com/office/drawing/2014/main" id="{C6DE3AD9-02AE-4797-9BF3-414BEC2F77D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47EC78-7A3A-4BAA-83A8-0C06C1AA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[0~3] 호출이 12을 반환했습니다. left_max = 12입니다.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[4~7] 호출을 시작합니다.</a:t>
            </a:r>
          </a:p>
        </p:txBody>
      </p:sp>
      <p:sp>
        <p:nvSpPr>
          <p:cNvPr id="6" name="footer">
            <a:extLst>
              <a:ext uri="{FF2B5EF4-FFF2-40B4-BE49-F238E27FC236}">
                <a16:creationId xmlns:a16="http://schemas.microsoft.com/office/drawing/2014/main" id="{992FFA1B-CC4B-428A-82D9-168A5234C3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A729199-6A67-4E82-86E1-44BAB683B29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124</a:t>
            </a:r>
            <a:endParaRPr sz="1050" b="0">
              <a:solidFill>
                <a:srgbClr val="151515"/>
              </a:solidFill>
              <a:latin typeface="Consolas"/>
              <a:ea typeface="Consolas"/>
              <a:cs typeface="Consolas"/>
            </a:endParaRPr>
          </a:p>
        </p:txBody>
      </p:sp>
      <p:sp>
        <p:nvSpPr>
          <p:cNvPr id="8" name="row-135-label">
            <a:extLst>
              <a:ext uri="{FF2B5EF4-FFF2-40B4-BE49-F238E27FC236}">
                <a16:creationId xmlns:a16="http://schemas.microsoft.com/office/drawing/2014/main" id="{341AAA81-7536-4618-9A52-337F830BFD44}"/>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BBE6846-144D-4BC7-8169-C93F813BB33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5-0">
            <a:extLst>
              <a:ext uri="{FF2B5EF4-FFF2-40B4-BE49-F238E27FC236}">
                <a16:creationId xmlns:a16="http://schemas.microsoft.com/office/drawing/2014/main" id="{D6A4A6DF-D032-4115-B5CF-E05394058FC9}"/>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5-1">
            <a:extLst>
              <a:ext uri="{FF2B5EF4-FFF2-40B4-BE49-F238E27FC236}">
                <a16:creationId xmlns:a16="http://schemas.microsoft.com/office/drawing/2014/main" id="{AB67B3B1-A2AE-48FF-AA0A-4A6FC584B2A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5-2">
            <a:extLst>
              <a:ext uri="{FF2B5EF4-FFF2-40B4-BE49-F238E27FC236}">
                <a16:creationId xmlns:a16="http://schemas.microsoft.com/office/drawing/2014/main" id="{012E8FBC-7A92-4275-9F8A-E57C71F5ADE0}"/>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5-3">
            <a:extLst>
              <a:ext uri="{FF2B5EF4-FFF2-40B4-BE49-F238E27FC236}">
                <a16:creationId xmlns:a16="http://schemas.microsoft.com/office/drawing/2014/main" id="{3E784131-3247-4B19-B957-1C431B059EA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5-4">
            <a:extLst>
              <a:ext uri="{FF2B5EF4-FFF2-40B4-BE49-F238E27FC236}">
                <a16:creationId xmlns:a16="http://schemas.microsoft.com/office/drawing/2014/main" id="{97DE0E7A-A1B5-4D16-BB0E-E7BF44F6EFA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5">
            <a:extLst>
              <a:ext uri="{FF2B5EF4-FFF2-40B4-BE49-F238E27FC236}">
                <a16:creationId xmlns:a16="http://schemas.microsoft.com/office/drawing/2014/main" id="{093D9C9D-5F64-4DDA-A56A-9B0866E617C9}"/>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5-6">
            <a:extLst>
              <a:ext uri="{FF2B5EF4-FFF2-40B4-BE49-F238E27FC236}">
                <a16:creationId xmlns:a16="http://schemas.microsoft.com/office/drawing/2014/main" id="{3EDD9F56-7C86-4069-B0D9-2F9F00620C3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5-7">
            <a:extLst>
              <a:ext uri="{FF2B5EF4-FFF2-40B4-BE49-F238E27FC236}">
                <a16:creationId xmlns:a16="http://schemas.microsoft.com/office/drawing/2014/main" id="{8340C537-FB0B-4FDB-9452-400C90672BF5}"/>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5A1B30DC-7174-4FEF-897D-11BDB9725CA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4, 7)</a:t>
            </a:r>
          </a:p>
        </p:txBody>
      </p:sp>
      <p:sp>
        <p:nvSpPr>
          <p:cNvPr id="19" name="row-136-label">
            <a:extLst>
              <a:ext uri="{FF2B5EF4-FFF2-40B4-BE49-F238E27FC236}">
                <a16:creationId xmlns:a16="http://schemas.microsoft.com/office/drawing/2014/main" id="{2CC568CA-284F-40D1-B04D-CCADDD58F197}"/>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94E4C51E-E91A-401D-99C7-A94ACB15A837}"/>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36-0">
            <a:extLst>
              <a:ext uri="{FF2B5EF4-FFF2-40B4-BE49-F238E27FC236}">
                <a16:creationId xmlns:a16="http://schemas.microsoft.com/office/drawing/2014/main" id="{AE281261-6500-4C57-8304-BD758D0FF189}"/>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6-1">
            <a:extLst>
              <a:ext uri="{FF2B5EF4-FFF2-40B4-BE49-F238E27FC236}">
                <a16:creationId xmlns:a16="http://schemas.microsoft.com/office/drawing/2014/main" id="{66D3F888-953B-4C5B-92F2-851FA2D48BF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6-2">
            <a:extLst>
              <a:ext uri="{FF2B5EF4-FFF2-40B4-BE49-F238E27FC236}">
                <a16:creationId xmlns:a16="http://schemas.microsoft.com/office/drawing/2014/main" id="{508F741B-F84C-4797-9572-ED678521425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6-3">
            <a:extLst>
              <a:ext uri="{FF2B5EF4-FFF2-40B4-BE49-F238E27FC236}">
                <a16:creationId xmlns:a16="http://schemas.microsoft.com/office/drawing/2014/main" id="{EBB33C2C-9792-4263-B5ED-3F12DD10E47D}"/>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6-4">
            <a:extLst>
              <a:ext uri="{FF2B5EF4-FFF2-40B4-BE49-F238E27FC236}">
                <a16:creationId xmlns:a16="http://schemas.microsoft.com/office/drawing/2014/main" id="{95EC9A1F-C608-4627-BA4E-E853A2C3AF9B}"/>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6-5">
            <a:extLst>
              <a:ext uri="{FF2B5EF4-FFF2-40B4-BE49-F238E27FC236}">
                <a16:creationId xmlns:a16="http://schemas.microsoft.com/office/drawing/2014/main" id="{C22FB2F5-B8CE-4A9E-B2F9-71B7B6478CE9}"/>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6-6">
            <a:extLst>
              <a:ext uri="{FF2B5EF4-FFF2-40B4-BE49-F238E27FC236}">
                <a16:creationId xmlns:a16="http://schemas.microsoft.com/office/drawing/2014/main" id="{B7C0A959-FCA8-4BE6-A96F-9098A46E9268}"/>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6-7">
            <a:extLst>
              <a:ext uri="{FF2B5EF4-FFF2-40B4-BE49-F238E27FC236}">
                <a16:creationId xmlns:a16="http://schemas.microsoft.com/office/drawing/2014/main" id="{CF08C2C9-BF57-4151-AFC4-D55533146885}"/>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0FFBF611-8B47-47F9-AAF2-39FEFF819AC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160946582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CCD7880-88E4-4F52-BC28-E38F3DD280F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F32130-A528-4667-8827-41E4D905FA5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ABE32D-A0E3-4DAE-967E-F71D86FD69E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호출: mid = 5에서 나눔</a:t>
            </a:r>
          </a:p>
        </p:txBody>
      </p:sp>
      <p:sp>
        <p:nvSpPr>
          <p:cNvPr id="4" name="diagram-line-137">
            <a:extLst>
              <a:ext uri="{FF2B5EF4-FFF2-40B4-BE49-F238E27FC236}">
                <a16:creationId xmlns:a16="http://schemas.microsoft.com/office/drawing/2014/main" id="{E072F818-A9C7-42B2-952A-F46E9E03621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E568565-9522-47FB-A2D5-DDD51DB66B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7, mid = 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[4~5]를 호출합니다. 오른쪽 [6~7]는 기다립니다.</a:t>
            </a:r>
          </a:p>
        </p:txBody>
      </p:sp>
      <p:sp>
        <p:nvSpPr>
          <p:cNvPr id="6" name="footer">
            <a:extLst>
              <a:ext uri="{FF2B5EF4-FFF2-40B4-BE49-F238E27FC236}">
                <a16:creationId xmlns:a16="http://schemas.microsoft.com/office/drawing/2014/main" id="{33FC909B-10CB-4B64-977E-9E52AA8021C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299AF98-0416-44DB-9B92-184621111C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125</a:t>
            </a:r>
            <a:endParaRPr sz="1050" b="0">
              <a:solidFill>
                <a:srgbClr val="151515"/>
              </a:solidFill>
              <a:latin typeface="Consolas"/>
              <a:ea typeface="Consolas"/>
              <a:cs typeface="Consolas"/>
            </a:endParaRPr>
          </a:p>
        </p:txBody>
      </p:sp>
      <p:sp>
        <p:nvSpPr>
          <p:cNvPr id="8" name="row-138-label">
            <a:extLst>
              <a:ext uri="{FF2B5EF4-FFF2-40B4-BE49-F238E27FC236}">
                <a16:creationId xmlns:a16="http://schemas.microsoft.com/office/drawing/2014/main" id="{CA30BD11-39AA-462A-AF53-E50929F18990}"/>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26A1FF23-78B2-4412-B4B7-23143D709DC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38-0">
            <a:extLst>
              <a:ext uri="{FF2B5EF4-FFF2-40B4-BE49-F238E27FC236}">
                <a16:creationId xmlns:a16="http://schemas.microsoft.com/office/drawing/2014/main" id="{AA8A1C39-6196-467A-A75F-0D5F8A10FE8B}"/>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8-1">
            <a:extLst>
              <a:ext uri="{FF2B5EF4-FFF2-40B4-BE49-F238E27FC236}">
                <a16:creationId xmlns:a16="http://schemas.microsoft.com/office/drawing/2014/main" id="{6D91EFFB-3BEC-4F16-945D-2D5E37BAF23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8-2">
            <a:extLst>
              <a:ext uri="{FF2B5EF4-FFF2-40B4-BE49-F238E27FC236}">
                <a16:creationId xmlns:a16="http://schemas.microsoft.com/office/drawing/2014/main" id="{6A1BA335-8380-481F-B108-A518CFF3F423}"/>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8-3">
            <a:extLst>
              <a:ext uri="{FF2B5EF4-FFF2-40B4-BE49-F238E27FC236}">
                <a16:creationId xmlns:a16="http://schemas.microsoft.com/office/drawing/2014/main" id="{FAD9229D-DFD1-4B7A-A336-83059A2AD8E4}"/>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8-4">
            <a:extLst>
              <a:ext uri="{FF2B5EF4-FFF2-40B4-BE49-F238E27FC236}">
                <a16:creationId xmlns:a16="http://schemas.microsoft.com/office/drawing/2014/main" id="{BCCAF8F1-D9E0-48CF-952F-B36264911A3B}"/>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8-5">
            <a:extLst>
              <a:ext uri="{FF2B5EF4-FFF2-40B4-BE49-F238E27FC236}">
                <a16:creationId xmlns:a16="http://schemas.microsoft.com/office/drawing/2014/main" id="{7163D390-E02B-4125-A533-C50D1561B3A5}"/>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8-6">
            <a:extLst>
              <a:ext uri="{FF2B5EF4-FFF2-40B4-BE49-F238E27FC236}">
                <a16:creationId xmlns:a16="http://schemas.microsoft.com/office/drawing/2014/main" id="{155937F6-6FCA-4A4E-B2CE-3F0364E21F99}"/>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8-7">
            <a:extLst>
              <a:ext uri="{FF2B5EF4-FFF2-40B4-BE49-F238E27FC236}">
                <a16:creationId xmlns:a16="http://schemas.microsoft.com/office/drawing/2014/main" id="{2B1924AF-E0E6-40EF-98D2-01F9E733FBD2}"/>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39">
            <a:extLst>
              <a:ext uri="{FF2B5EF4-FFF2-40B4-BE49-F238E27FC236}">
                <a16:creationId xmlns:a16="http://schemas.microsoft.com/office/drawing/2014/main" id="{2F55362B-BA9E-499C-A920-598D8A724457}"/>
              </a:ext>
            </a:extLst>
          </p:cNvPr>
          <p:cNvSpPr>
            <a:spLocks noGrp="1"/>
          </p:cNvSpPr>
          <p:nvPr/>
        </p:nvSpPr>
        <p:spPr>
          <a:xfrm>
            <a:off x="8982075" y="2819400"/>
            <a:ext cx="19050" cy="666750"/>
          </a:xfrm>
          <a:prstGeom prst="rect">
            <a:avLst/>
          </a:prstGeom>
          <a:solidFill>
            <a:srgbClr val="9A5900"/>
          </a:solidFill>
          <a:ln w="0">
            <a:noFill/>
          </a:ln>
        </p:spPr>
      </p:sp>
      <p:sp>
        <p:nvSpPr>
          <p:cNvPr id="19" name="pointer-138">
            <a:extLst>
              <a:ext uri="{FF2B5EF4-FFF2-40B4-BE49-F238E27FC236}">
                <a16:creationId xmlns:a16="http://schemas.microsoft.com/office/drawing/2014/main" id="{F7868A44-FC2A-4DED-9880-C8528415C95D}"/>
              </a:ext>
            </a:extLst>
          </p:cNvPr>
          <p:cNvSpPr>
            <a:spLocks noGrp="1"/>
          </p:cNvSpPr>
          <p:nvPr/>
        </p:nvSpPr>
        <p:spPr>
          <a:xfrm>
            <a:off x="78105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5</a:t>
            </a:r>
          </a:p>
        </p:txBody>
      </p:sp>
      <p:sp>
        <p:nvSpPr>
          <p:cNvPr id="20" name="children-code">
            <a:extLst>
              <a:ext uri="{FF2B5EF4-FFF2-40B4-BE49-F238E27FC236}">
                <a16:creationId xmlns:a16="http://schemas.microsoft.com/office/drawing/2014/main" id="{DB262210-5DD1-4CF6-B600-DEF79DE084C6}"/>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5)</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6, 7)</a:t>
            </a:r>
          </a:p>
        </p:txBody>
      </p:sp>
      <p:sp>
        <p:nvSpPr>
          <p:cNvPr id="21" name="caption">
            <a:extLst>
              <a:ext uri="{FF2B5EF4-FFF2-40B4-BE49-F238E27FC236}">
                <a16:creationId xmlns:a16="http://schemas.microsoft.com/office/drawing/2014/main" id="{55EB16DE-09F6-48EF-BB37-24103CB6D17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right_max의 반환을 기다립니다.</a:t>
            </a:r>
          </a:p>
        </p:txBody>
      </p:sp>
    </p:spTree>
    <p:extLst>
      <p:ext uri="{BB962C8B-B14F-4D97-AF65-F5344CB8AC3E}">
        <p14:creationId xmlns:p14="http://schemas.microsoft.com/office/powerpoint/2010/main" val="74021594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6C9843-6C8F-4AAA-9055-9F7088C978C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E28E9F8-E3DB-499C-B594-F24D3CF3819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B3F3A28-DBF5-4533-89A0-E29FF4408A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호출: mid = 4에서 나눔</a:t>
            </a:r>
          </a:p>
        </p:txBody>
      </p:sp>
      <p:sp>
        <p:nvSpPr>
          <p:cNvPr id="4" name="diagram-line-140">
            <a:extLst>
              <a:ext uri="{FF2B5EF4-FFF2-40B4-BE49-F238E27FC236}">
                <a16:creationId xmlns:a16="http://schemas.microsoft.com/office/drawing/2014/main" id="{D88F218E-1133-4E8F-A05A-938A3DD7329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98DCD80-E354-4BD8-89B2-F1708F91F3F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5, mid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[4~4]를 호출합니다. 오른쪽 [5~5]는 기다립니다.</a:t>
            </a:r>
          </a:p>
        </p:txBody>
      </p:sp>
      <p:sp>
        <p:nvSpPr>
          <p:cNvPr id="6" name="footer">
            <a:extLst>
              <a:ext uri="{FF2B5EF4-FFF2-40B4-BE49-F238E27FC236}">
                <a16:creationId xmlns:a16="http://schemas.microsoft.com/office/drawing/2014/main" id="{B2F71D06-C501-4696-B8A0-382EF37B2DB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BC9232-895F-4CC0-9DEF-66FEC7C4C1B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126</a:t>
            </a:r>
            <a:endParaRPr sz="1050" b="0">
              <a:solidFill>
                <a:srgbClr val="151515"/>
              </a:solidFill>
              <a:latin typeface="Consolas"/>
              <a:ea typeface="Consolas"/>
              <a:cs typeface="Consolas"/>
            </a:endParaRPr>
          </a:p>
        </p:txBody>
      </p:sp>
      <p:sp>
        <p:nvSpPr>
          <p:cNvPr id="8" name="row-141-label">
            <a:extLst>
              <a:ext uri="{FF2B5EF4-FFF2-40B4-BE49-F238E27FC236}">
                <a16:creationId xmlns:a16="http://schemas.microsoft.com/office/drawing/2014/main" id="{87BF549C-33B1-4FB4-BBCB-B4803E30B3F3}"/>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5827431D-DC79-4F1F-906A-09BF0D2207CB}"/>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1-0">
            <a:extLst>
              <a:ext uri="{FF2B5EF4-FFF2-40B4-BE49-F238E27FC236}">
                <a16:creationId xmlns:a16="http://schemas.microsoft.com/office/drawing/2014/main" id="{76E6F219-D3B0-49A6-968C-845F000457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1-1">
            <a:extLst>
              <a:ext uri="{FF2B5EF4-FFF2-40B4-BE49-F238E27FC236}">
                <a16:creationId xmlns:a16="http://schemas.microsoft.com/office/drawing/2014/main" id="{BFB25F91-0CFF-48FF-A8F2-45578D38050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1-2">
            <a:extLst>
              <a:ext uri="{FF2B5EF4-FFF2-40B4-BE49-F238E27FC236}">
                <a16:creationId xmlns:a16="http://schemas.microsoft.com/office/drawing/2014/main" id="{AC390ACA-A36A-4DE9-B325-A04280A71594}"/>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1-3">
            <a:extLst>
              <a:ext uri="{FF2B5EF4-FFF2-40B4-BE49-F238E27FC236}">
                <a16:creationId xmlns:a16="http://schemas.microsoft.com/office/drawing/2014/main" id="{90A42F0A-CD71-4488-8E24-097F7A84203D}"/>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1-4">
            <a:extLst>
              <a:ext uri="{FF2B5EF4-FFF2-40B4-BE49-F238E27FC236}">
                <a16:creationId xmlns:a16="http://schemas.microsoft.com/office/drawing/2014/main" id="{9BB354D3-0D26-42B0-9299-239C30FE6BF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1-5">
            <a:extLst>
              <a:ext uri="{FF2B5EF4-FFF2-40B4-BE49-F238E27FC236}">
                <a16:creationId xmlns:a16="http://schemas.microsoft.com/office/drawing/2014/main" id="{FAAF6BCA-BCE3-4772-8CAB-A235C5CF5AA3}"/>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1-6">
            <a:extLst>
              <a:ext uri="{FF2B5EF4-FFF2-40B4-BE49-F238E27FC236}">
                <a16:creationId xmlns:a16="http://schemas.microsoft.com/office/drawing/2014/main" id="{A0A291CC-9CD9-442E-8A86-D31DD1761162}"/>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1-7">
            <a:extLst>
              <a:ext uri="{FF2B5EF4-FFF2-40B4-BE49-F238E27FC236}">
                <a16:creationId xmlns:a16="http://schemas.microsoft.com/office/drawing/2014/main" id="{9205A5AF-7C42-43FB-B187-32D5CD0ADC36}"/>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2">
            <a:extLst>
              <a:ext uri="{FF2B5EF4-FFF2-40B4-BE49-F238E27FC236}">
                <a16:creationId xmlns:a16="http://schemas.microsoft.com/office/drawing/2014/main" id="{E5C0327A-5884-43DD-8457-7ADE7E7ABA09}"/>
              </a:ext>
            </a:extLst>
          </p:cNvPr>
          <p:cNvSpPr>
            <a:spLocks noGrp="1"/>
          </p:cNvSpPr>
          <p:nvPr/>
        </p:nvSpPr>
        <p:spPr>
          <a:xfrm>
            <a:off x="7877175" y="2819400"/>
            <a:ext cx="19050" cy="666750"/>
          </a:xfrm>
          <a:prstGeom prst="rect">
            <a:avLst/>
          </a:prstGeom>
          <a:solidFill>
            <a:srgbClr val="9A5900"/>
          </a:solidFill>
          <a:ln w="0">
            <a:noFill/>
          </a:ln>
        </p:spPr>
      </p:sp>
      <p:sp>
        <p:nvSpPr>
          <p:cNvPr id="19" name="pointer-141">
            <a:extLst>
              <a:ext uri="{FF2B5EF4-FFF2-40B4-BE49-F238E27FC236}">
                <a16:creationId xmlns:a16="http://schemas.microsoft.com/office/drawing/2014/main" id="{7D7A968E-9964-498B-BFDE-A4A28271E40C}"/>
              </a:ext>
            </a:extLst>
          </p:cNvPr>
          <p:cNvSpPr>
            <a:spLocks noGrp="1"/>
          </p:cNvSpPr>
          <p:nvPr/>
        </p:nvSpPr>
        <p:spPr>
          <a:xfrm>
            <a:off x="67056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4</a:t>
            </a:r>
          </a:p>
        </p:txBody>
      </p:sp>
      <p:sp>
        <p:nvSpPr>
          <p:cNvPr id="20" name="children-code">
            <a:extLst>
              <a:ext uri="{FF2B5EF4-FFF2-40B4-BE49-F238E27FC236}">
                <a16:creationId xmlns:a16="http://schemas.microsoft.com/office/drawing/2014/main" id="{B5C63BCC-ABAB-475F-A4C6-949741ACDAE8}"/>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4)</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5, 5)</a:t>
            </a:r>
          </a:p>
        </p:txBody>
      </p:sp>
      <p:sp>
        <p:nvSpPr>
          <p:cNvPr id="21" name="caption">
            <a:extLst>
              <a:ext uri="{FF2B5EF4-FFF2-40B4-BE49-F238E27FC236}">
                <a16:creationId xmlns:a16="http://schemas.microsoft.com/office/drawing/2014/main" id="{C45D9833-B5AC-4FA9-96DF-B292FEBEDA3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left_max의 반환을 기다립니다.</a:t>
            </a:r>
          </a:p>
        </p:txBody>
      </p:sp>
    </p:spTree>
    <p:extLst>
      <p:ext uri="{BB962C8B-B14F-4D97-AF65-F5344CB8AC3E}">
        <p14:creationId xmlns:p14="http://schemas.microsoft.com/office/powerpoint/2010/main" val="240111346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7F67526-C44E-4D4E-BDF2-E2DA36023B9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7137C5E-70EF-4D85-8504-AB1A50C586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D7F646-C6AA-46E7-B179-59034EF2918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[4~4] 원소 하나: 7 반환</a:t>
            </a:r>
          </a:p>
        </p:txBody>
      </p:sp>
      <p:sp>
        <p:nvSpPr>
          <p:cNvPr id="4" name="diagram-line-143">
            <a:extLst>
              <a:ext uri="{FF2B5EF4-FFF2-40B4-BE49-F238E27FC236}">
                <a16:creationId xmlns:a16="http://schemas.microsoft.com/office/drawing/2014/main" id="{71F885F9-2689-4AFD-B5DF-4B173F8854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9B95067-6D84-467C-98CF-C12EA6A9145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4입니다. 남은 원소는 a[4] = 7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7을 [4~5] 호출의 left_max에 돌려줍니다.</a:t>
            </a:r>
          </a:p>
        </p:txBody>
      </p:sp>
      <p:sp>
        <p:nvSpPr>
          <p:cNvPr id="6" name="footer">
            <a:extLst>
              <a:ext uri="{FF2B5EF4-FFF2-40B4-BE49-F238E27FC236}">
                <a16:creationId xmlns:a16="http://schemas.microsoft.com/office/drawing/2014/main" id="{C1111588-E30F-44D2-8DCE-4EFD891F004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73C96D4-BF5D-45D4-81FB-73F9DC406A4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127</a:t>
            </a:r>
            <a:endParaRPr sz="1050" b="0">
              <a:solidFill>
                <a:srgbClr val="151515"/>
              </a:solidFill>
              <a:latin typeface="Consolas"/>
              <a:ea typeface="Consolas"/>
              <a:cs typeface="Consolas"/>
            </a:endParaRPr>
          </a:p>
        </p:txBody>
      </p:sp>
      <p:sp>
        <p:nvSpPr>
          <p:cNvPr id="8" name="row-144-label">
            <a:extLst>
              <a:ext uri="{FF2B5EF4-FFF2-40B4-BE49-F238E27FC236}">
                <a16:creationId xmlns:a16="http://schemas.microsoft.com/office/drawing/2014/main" id="{49A10447-2225-45B1-9773-8FB62E22B77F}"/>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413C8B7-762C-47A4-BB85-E0010EC0125E}"/>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4-0">
            <a:extLst>
              <a:ext uri="{FF2B5EF4-FFF2-40B4-BE49-F238E27FC236}">
                <a16:creationId xmlns:a16="http://schemas.microsoft.com/office/drawing/2014/main" id="{139FBA1D-D4F9-4BFF-A7A7-714F0B087E9A}"/>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4-1">
            <a:extLst>
              <a:ext uri="{FF2B5EF4-FFF2-40B4-BE49-F238E27FC236}">
                <a16:creationId xmlns:a16="http://schemas.microsoft.com/office/drawing/2014/main" id="{09437A31-EFE0-4A3B-9615-AECF2AE3271F}"/>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4-2">
            <a:extLst>
              <a:ext uri="{FF2B5EF4-FFF2-40B4-BE49-F238E27FC236}">
                <a16:creationId xmlns:a16="http://schemas.microsoft.com/office/drawing/2014/main" id="{61BF69D6-7F9E-45EE-B33A-DD09ACAEF715}"/>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4-3">
            <a:extLst>
              <a:ext uri="{FF2B5EF4-FFF2-40B4-BE49-F238E27FC236}">
                <a16:creationId xmlns:a16="http://schemas.microsoft.com/office/drawing/2014/main" id="{486ACFAB-3D22-4F71-9E86-87CCD8207CBF}"/>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4-4">
            <a:extLst>
              <a:ext uri="{FF2B5EF4-FFF2-40B4-BE49-F238E27FC236}">
                <a16:creationId xmlns:a16="http://schemas.microsoft.com/office/drawing/2014/main" id="{FDD3592A-F766-4E06-A736-39F2C6D727A1}"/>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4-5">
            <a:extLst>
              <a:ext uri="{FF2B5EF4-FFF2-40B4-BE49-F238E27FC236}">
                <a16:creationId xmlns:a16="http://schemas.microsoft.com/office/drawing/2014/main" id="{9C63F1A5-A558-4527-AB83-94EDAC6795A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4-6">
            <a:extLst>
              <a:ext uri="{FF2B5EF4-FFF2-40B4-BE49-F238E27FC236}">
                <a16:creationId xmlns:a16="http://schemas.microsoft.com/office/drawing/2014/main" id="{A5E830AB-DF85-49E0-8700-A534BDA76CF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4-7">
            <a:extLst>
              <a:ext uri="{FF2B5EF4-FFF2-40B4-BE49-F238E27FC236}">
                <a16:creationId xmlns:a16="http://schemas.microsoft.com/office/drawing/2014/main" id="{1708F429-D77C-498E-A1F1-2E9EC9634CC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CCF8C7C9-0532-4924-9535-5E546F4459DB}"/>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7</a:t>
            </a:r>
          </a:p>
        </p:txBody>
      </p:sp>
      <p:sp>
        <p:nvSpPr>
          <p:cNvPr id="19" name="caption">
            <a:extLst>
              <a:ext uri="{FF2B5EF4-FFF2-40B4-BE49-F238E27FC236}">
                <a16:creationId xmlns:a16="http://schemas.microsoft.com/office/drawing/2014/main" id="{764FD064-8C6E-4017-AF49-23BF2C78077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left_max = 7. 원소 한 개의 호출이 끝났습니다.</a:t>
            </a:r>
          </a:p>
        </p:txBody>
      </p:sp>
    </p:spTree>
    <p:extLst>
      <p:ext uri="{BB962C8B-B14F-4D97-AF65-F5344CB8AC3E}">
        <p14:creationId xmlns:p14="http://schemas.microsoft.com/office/powerpoint/2010/main" val="27892570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B318A31E-BA94-46B4-B106-AB6E8230F1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41ABC5-0F7F-4527-A586-FA43BC53914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16E007-7779-49E1-8755-BA8C2604FA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[5~5] 원소 하나: −9 반환</a:t>
            </a:r>
          </a:p>
        </p:txBody>
      </p:sp>
      <p:sp>
        <p:nvSpPr>
          <p:cNvPr id="4" name="diagram-line-145">
            <a:extLst>
              <a:ext uri="{FF2B5EF4-FFF2-40B4-BE49-F238E27FC236}">
                <a16:creationId xmlns:a16="http://schemas.microsoft.com/office/drawing/2014/main" id="{552BE636-06A0-4DE3-B5F4-F790D259245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21B5E23-A7F7-40C2-8781-65E8115F848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5입니다. 남은 원소는 a[5] = −9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−9을 [4~5] 호출의 right_max에 돌려줍니다.</a:t>
            </a:r>
          </a:p>
        </p:txBody>
      </p:sp>
      <p:sp>
        <p:nvSpPr>
          <p:cNvPr id="6" name="footer">
            <a:extLst>
              <a:ext uri="{FF2B5EF4-FFF2-40B4-BE49-F238E27FC236}">
                <a16:creationId xmlns:a16="http://schemas.microsoft.com/office/drawing/2014/main" id="{E4F9D050-EC70-4E0F-878C-EE711C7FB42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2EC52C9-3AA7-44E6-B381-7567A63E9BE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128</a:t>
            </a:r>
            <a:endParaRPr sz="1050" b="0">
              <a:solidFill>
                <a:srgbClr val="151515"/>
              </a:solidFill>
              <a:latin typeface="Consolas"/>
              <a:ea typeface="Consolas"/>
              <a:cs typeface="Consolas"/>
            </a:endParaRPr>
          </a:p>
        </p:txBody>
      </p:sp>
      <p:sp>
        <p:nvSpPr>
          <p:cNvPr id="8" name="row-146-label">
            <a:extLst>
              <a:ext uri="{FF2B5EF4-FFF2-40B4-BE49-F238E27FC236}">
                <a16:creationId xmlns:a16="http://schemas.microsoft.com/office/drawing/2014/main" id="{FE6DB434-DFF8-4993-B18E-E9984F9786D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D766AAA-E78C-4C28-9806-8A15AACA86F4}"/>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6-0">
            <a:extLst>
              <a:ext uri="{FF2B5EF4-FFF2-40B4-BE49-F238E27FC236}">
                <a16:creationId xmlns:a16="http://schemas.microsoft.com/office/drawing/2014/main" id="{B50EB931-2839-49F3-AAD6-EB22F78A3C6E}"/>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6-1">
            <a:extLst>
              <a:ext uri="{FF2B5EF4-FFF2-40B4-BE49-F238E27FC236}">
                <a16:creationId xmlns:a16="http://schemas.microsoft.com/office/drawing/2014/main" id="{AF8783CB-C99E-4879-A762-5E0928744A6D}"/>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6-2">
            <a:extLst>
              <a:ext uri="{FF2B5EF4-FFF2-40B4-BE49-F238E27FC236}">
                <a16:creationId xmlns:a16="http://schemas.microsoft.com/office/drawing/2014/main" id="{9092AB87-BE4A-4AC2-AF81-75165500868A}"/>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6-3">
            <a:extLst>
              <a:ext uri="{FF2B5EF4-FFF2-40B4-BE49-F238E27FC236}">
                <a16:creationId xmlns:a16="http://schemas.microsoft.com/office/drawing/2014/main" id="{87E71108-53C7-4DB4-9870-1A50FB508EF5}"/>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6-4">
            <a:extLst>
              <a:ext uri="{FF2B5EF4-FFF2-40B4-BE49-F238E27FC236}">
                <a16:creationId xmlns:a16="http://schemas.microsoft.com/office/drawing/2014/main" id="{0429BF99-5021-4CA5-A979-15908B4F31F2}"/>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6-5">
            <a:extLst>
              <a:ext uri="{FF2B5EF4-FFF2-40B4-BE49-F238E27FC236}">
                <a16:creationId xmlns:a16="http://schemas.microsoft.com/office/drawing/2014/main" id="{9DFCA23C-85E7-447E-A53D-C86E31DA013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6-6">
            <a:extLst>
              <a:ext uri="{FF2B5EF4-FFF2-40B4-BE49-F238E27FC236}">
                <a16:creationId xmlns:a16="http://schemas.microsoft.com/office/drawing/2014/main" id="{5CA2A374-7CD4-4DD8-94BE-325BE68581B0}"/>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6-7">
            <a:extLst>
              <a:ext uri="{FF2B5EF4-FFF2-40B4-BE49-F238E27FC236}">
                <a16:creationId xmlns:a16="http://schemas.microsoft.com/office/drawing/2014/main" id="{4D6A3709-057C-4269-9E5D-07BF2726A85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E754ACBB-5E23-4A9E-9821-E270A3D322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−9</a:t>
            </a:r>
          </a:p>
        </p:txBody>
      </p:sp>
      <p:sp>
        <p:nvSpPr>
          <p:cNvPr id="19" name="caption">
            <a:extLst>
              <a:ext uri="{FF2B5EF4-FFF2-40B4-BE49-F238E27FC236}">
                <a16:creationId xmlns:a16="http://schemas.microsoft.com/office/drawing/2014/main" id="{A3744A9E-B9DC-4C7F-8B41-0C233010CE3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right_max = −9. 원소 한 개의 호출이 끝났습니다.</a:t>
            </a:r>
          </a:p>
        </p:txBody>
      </p:sp>
    </p:spTree>
    <p:extLst>
      <p:ext uri="{BB962C8B-B14F-4D97-AF65-F5344CB8AC3E}">
        <p14:creationId xmlns:p14="http://schemas.microsoft.com/office/powerpoint/2010/main" val="245503514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8780EA-9039-4815-949A-2AF6B07B45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913DE9-3698-4A47-B39D-FCAF958B362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B3BAA-F775-406E-A58D-B9A5037948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왼쪽 스캔 1/1</a:t>
            </a:r>
          </a:p>
        </p:txBody>
      </p:sp>
      <p:sp>
        <p:nvSpPr>
          <p:cNvPr id="4" name="diagram-line-147">
            <a:extLst>
              <a:ext uri="{FF2B5EF4-FFF2-40B4-BE49-F238E27FC236}">
                <a16:creationId xmlns:a16="http://schemas.microsoft.com/office/drawing/2014/main" id="{1B8164B8-8574-4E3B-8B55-4AFA7D108CE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66FEC46-9DCD-4AE9-B38C-F547AFAF4C3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left_sum 갱신.</a:t>
            </a:r>
          </a:p>
        </p:txBody>
      </p:sp>
      <p:sp>
        <p:nvSpPr>
          <p:cNvPr id="6" name="footer">
            <a:extLst>
              <a:ext uri="{FF2B5EF4-FFF2-40B4-BE49-F238E27FC236}">
                <a16:creationId xmlns:a16="http://schemas.microsoft.com/office/drawing/2014/main" id="{AE4ADCBC-2752-4341-8BDA-579679D8EF6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D71323-C5DA-4F28-B786-4AC98A09639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129</a:t>
            </a:r>
            <a:endParaRPr sz="1050" b="0">
              <a:solidFill>
                <a:srgbClr val="151515"/>
              </a:solidFill>
              <a:latin typeface="Consolas"/>
              <a:ea typeface="Consolas"/>
              <a:cs typeface="Consolas"/>
            </a:endParaRPr>
          </a:p>
        </p:txBody>
      </p:sp>
      <p:sp>
        <p:nvSpPr>
          <p:cNvPr id="8" name="row-148-label">
            <a:extLst>
              <a:ext uri="{FF2B5EF4-FFF2-40B4-BE49-F238E27FC236}">
                <a16:creationId xmlns:a16="http://schemas.microsoft.com/office/drawing/2014/main" id="{261CFFD2-F73A-47DE-95AE-0E50B3A9D80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15B41E2A-32A2-4231-A9E7-17903097BDD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8-0">
            <a:extLst>
              <a:ext uri="{FF2B5EF4-FFF2-40B4-BE49-F238E27FC236}">
                <a16:creationId xmlns:a16="http://schemas.microsoft.com/office/drawing/2014/main" id="{4BFF888A-4D01-4349-BCDC-57378F57F2F1}"/>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8-1">
            <a:extLst>
              <a:ext uri="{FF2B5EF4-FFF2-40B4-BE49-F238E27FC236}">
                <a16:creationId xmlns:a16="http://schemas.microsoft.com/office/drawing/2014/main" id="{4B5064E7-5871-4F91-BE7A-2FC23A25720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8-2">
            <a:extLst>
              <a:ext uri="{FF2B5EF4-FFF2-40B4-BE49-F238E27FC236}">
                <a16:creationId xmlns:a16="http://schemas.microsoft.com/office/drawing/2014/main" id="{B63D57EA-9FBD-476D-9C4D-9CCE3FDB61EB}"/>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8-3">
            <a:extLst>
              <a:ext uri="{FF2B5EF4-FFF2-40B4-BE49-F238E27FC236}">
                <a16:creationId xmlns:a16="http://schemas.microsoft.com/office/drawing/2014/main" id="{E06FD1CE-CCDA-4F94-B55A-F3E83DC95B7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8-4">
            <a:extLst>
              <a:ext uri="{FF2B5EF4-FFF2-40B4-BE49-F238E27FC236}">
                <a16:creationId xmlns:a16="http://schemas.microsoft.com/office/drawing/2014/main" id="{80D9C931-B756-48CD-82F4-BAD7DAE7D9B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8-5">
            <a:extLst>
              <a:ext uri="{FF2B5EF4-FFF2-40B4-BE49-F238E27FC236}">
                <a16:creationId xmlns:a16="http://schemas.microsoft.com/office/drawing/2014/main" id="{31EAE725-E2E6-4301-9447-9464DF170A4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8-6">
            <a:extLst>
              <a:ext uri="{FF2B5EF4-FFF2-40B4-BE49-F238E27FC236}">
                <a16:creationId xmlns:a16="http://schemas.microsoft.com/office/drawing/2014/main" id="{FA187DB4-0AD4-42FD-80D1-46F26839FE2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8-7">
            <a:extLst>
              <a:ext uri="{FF2B5EF4-FFF2-40B4-BE49-F238E27FC236}">
                <a16:creationId xmlns:a16="http://schemas.microsoft.com/office/drawing/2014/main" id="{C321D024-7C05-486F-BC0A-A35390EB3733}"/>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9">
            <a:extLst>
              <a:ext uri="{FF2B5EF4-FFF2-40B4-BE49-F238E27FC236}">
                <a16:creationId xmlns:a16="http://schemas.microsoft.com/office/drawing/2014/main" id="{487D0AA2-BB69-41D3-9820-4D2B4ED76A5F}"/>
              </a:ext>
            </a:extLst>
          </p:cNvPr>
          <p:cNvSpPr>
            <a:spLocks noGrp="1"/>
          </p:cNvSpPr>
          <p:nvPr/>
        </p:nvSpPr>
        <p:spPr>
          <a:xfrm>
            <a:off x="7877175" y="2743200"/>
            <a:ext cx="19050" cy="666750"/>
          </a:xfrm>
          <a:prstGeom prst="rect">
            <a:avLst/>
          </a:prstGeom>
          <a:solidFill>
            <a:srgbClr val="9A5900"/>
          </a:solidFill>
          <a:ln w="0">
            <a:noFill/>
          </a:ln>
        </p:spPr>
      </p:sp>
      <p:sp>
        <p:nvSpPr>
          <p:cNvPr id="19" name="pointer-148">
            <a:extLst>
              <a:ext uri="{FF2B5EF4-FFF2-40B4-BE49-F238E27FC236}">
                <a16:creationId xmlns:a16="http://schemas.microsoft.com/office/drawing/2014/main" id="{CB9E746D-BE86-4267-9E40-465DBD6EF9BF}"/>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5BA8BB04-5F72-4545-BB91-9060CA2974E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47166A11-7EE0-422D-9388-F945F46F7B2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7</a:t>
            </a:r>
          </a:p>
        </p:txBody>
      </p:sp>
      <p:sp>
        <p:nvSpPr>
          <p:cNvPr id="22" name="row-150-label">
            <a:extLst>
              <a:ext uri="{FF2B5EF4-FFF2-40B4-BE49-F238E27FC236}">
                <a16:creationId xmlns:a16="http://schemas.microsoft.com/office/drawing/2014/main" id="{410C2572-CD28-4306-8209-B5F6D0B75B7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A85B710-17CB-49BF-B461-4E3FCA8EC8C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0-0">
            <a:extLst>
              <a:ext uri="{FF2B5EF4-FFF2-40B4-BE49-F238E27FC236}">
                <a16:creationId xmlns:a16="http://schemas.microsoft.com/office/drawing/2014/main" id="{6A5D019B-3E37-414D-9B03-0896204E56E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0-1">
            <a:extLst>
              <a:ext uri="{FF2B5EF4-FFF2-40B4-BE49-F238E27FC236}">
                <a16:creationId xmlns:a16="http://schemas.microsoft.com/office/drawing/2014/main" id="{E16179F2-0014-494E-876E-D6C6EF51B26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0-2">
            <a:extLst>
              <a:ext uri="{FF2B5EF4-FFF2-40B4-BE49-F238E27FC236}">
                <a16:creationId xmlns:a16="http://schemas.microsoft.com/office/drawing/2014/main" id="{999DA2AE-2E20-4C52-81A2-F3606C1E417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0-3">
            <a:extLst>
              <a:ext uri="{FF2B5EF4-FFF2-40B4-BE49-F238E27FC236}">
                <a16:creationId xmlns:a16="http://schemas.microsoft.com/office/drawing/2014/main" id="{6DB0AD14-DB36-45FA-8B12-D55090A65BB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0-4">
            <a:extLst>
              <a:ext uri="{FF2B5EF4-FFF2-40B4-BE49-F238E27FC236}">
                <a16:creationId xmlns:a16="http://schemas.microsoft.com/office/drawing/2014/main" id="{B1BC6193-3359-49EB-8FB5-816922B60FF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0-5">
            <a:extLst>
              <a:ext uri="{FF2B5EF4-FFF2-40B4-BE49-F238E27FC236}">
                <a16:creationId xmlns:a16="http://schemas.microsoft.com/office/drawing/2014/main" id="{0025E979-8B45-45DC-8320-07970B75B08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0-6">
            <a:extLst>
              <a:ext uri="{FF2B5EF4-FFF2-40B4-BE49-F238E27FC236}">
                <a16:creationId xmlns:a16="http://schemas.microsoft.com/office/drawing/2014/main" id="{E2C34912-0AEF-4F14-9ED7-D1996401FA2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0-7">
            <a:extLst>
              <a:ext uri="{FF2B5EF4-FFF2-40B4-BE49-F238E27FC236}">
                <a16:creationId xmlns:a16="http://schemas.microsoft.com/office/drawing/2014/main" id="{685CCCB3-DE2B-40A8-91EA-C87CBE27B8E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1">
            <a:extLst>
              <a:ext uri="{FF2B5EF4-FFF2-40B4-BE49-F238E27FC236}">
                <a16:creationId xmlns:a16="http://schemas.microsoft.com/office/drawing/2014/main" id="{76E0FD44-6616-4078-A752-ACCEDAF17506}"/>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65F97C1-A87B-4917-938B-AFE9AB3AD34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80402746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5E0C8CE-09CA-4979-AC82-4D5D04C5A3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F60182-4606-44E2-9A0B-DC0F7D4E9AF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C90555-F7E5-4499-8814-0DC50032A3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오른쪽 스캔 1/1</a:t>
            </a:r>
          </a:p>
        </p:txBody>
      </p:sp>
      <p:sp>
        <p:nvSpPr>
          <p:cNvPr id="4" name="diagram-line-152">
            <a:extLst>
              <a:ext uri="{FF2B5EF4-FFF2-40B4-BE49-F238E27FC236}">
                <a16:creationId xmlns:a16="http://schemas.microsoft.com/office/drawing/2014/main" id="{F241F521-BFA5-4069-A828-D460C0E57AC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E3664FE-B625-4DC8-9485-EFEAA47DCEE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right_sum 갱신.</a:t>
            </a:r>
          </a:p>
        </p:txBody>
      </p:sp>
      <p:sp>
        <p:nvSpPr>
          <p:cNvPr id="6" name="footer">
            <a:extLst>
              <a:ext uri="{FF2B5EF4-FFF2-40B4-BE49-F238E27FC236}">
                <a16:creationId xmlns:a16="http://schemas.microsoft.com/office/drawing/2014/main" id="{399F3CA1-1654-427A-B3F7-BBAE4C352F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EF01DE-81E7-4CE0-824F-86258529C09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130</a:t>
            </a:r>
            <a:endParaRPr sz="1050" b="0">
              <a:solidFill>
                <a:srgbClr val="151515"/>
              </a:solidFill>
              <a:latin typeface="Consolas"/>
              <a:ea typeface="Consolas"/>
              <a:cs typeface="Consolas"/>
            </a:endParaRPr>
          </a:p>
        </p:txBody>
      </p:sp>
      <p:sp>
        <p:nvSpPr>
          <p:cNvPr id="8" name="row-153-label">
            <a:extLst>
              <a:ext uri="{FF2B5EF4-FFF2-40B4-BE49-F238E27FC236}">
                <a16:creationId xmlns:a16="http://schemas.microsoft.com/office/drawing/2014/main" id="{E9C6E107-B752-42E9-966B-C25394A34AA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B36693D-2D9D-4984-805C-2CB80F6127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3-0">
            <a:extLst>
              <a:ext uri="{FF2B5EF4-FFF2-40B4-BE49-F238E27FC236}">
                <a16:creationId xmlns:a16="http://schemas.microsoft.com/office/drawing/2014/main" id="{45563164-22DF-4248-9E5E-92CA37CFD1E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3-1">
            <a:extLst>
              <a:ext uri="{FF2B5EF4-FFF2-40B4-BE49-F238E27FC236}">
                <a16:creationId xmlns:a16="http://schemas.microsoft.com/office/drawing/2014/main" id="{9E164E10-3E07-42EB-86A1-F34F5C1FECF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3-2">
            <a:extLst>
              <a:ext uri="{FF2B5EF4-FFF2-40B4-BE49-F238E27FC236}">
                <a16:creationId xmlns:a16="http://schemas.microsoft.com/office/drawing/2014/main" id="{26DC0753-ACBE-45BF-B9E8-7E47C7A6471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3-3">
            <a:extLst>
              <a:ext uri="{FF2B5EF4-FFF2-40B4-BE49-F238E27FC236}">
                <a16:creationId xmlns:a16="http://schemas.microsoft.com/office/drawing/2014/main" id="{6F132F70-598C-4E6E-8D15-88699AC52FB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3-4">
            <a:extLst>
              <a:ext uri="{FF2B5EF4-FFF2-40B4-BE49-F238E27FC236}">
                <a16:creationId xmlns:a16="http://schemas.microsoft.com/office/drawing/2014/main" id="{5618B96C-7314-4E19-9194-03ED706077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3-5">
            <a:extLst>
              <a:ext uri="{FF2B5EF4-FFF2-40B4-BE49-F238E27FC236}">
                <a16:creationId xmlns:a16="http://schemas.microsoft.com/office/drawing/2014/main" id="{AD8C29CA-9392-44E0-A3AF-8281E15F6D9F}"/>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3-6">
            <a:extLst>
              <a:ext uri="{FF2B5EF4-FFF2-40B4-BE49-F238E27FC236}">
                <a16:creationId xmlns:a16="http://schemas.microsoft.com/office/drawing/2014/main" id="{D6FAB917-A7A4-4652-902D-637F16B8ED24}"/>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3-7">
            <a:extLst>
              <a:ext uri="{FF2B5EF4-FFF2-40B4-BE49-F238E27FC236}">
                <a16:creationId xmlns:a16="http://schemas.microsoft.com/office/drawing/2014/main" id="{7DE8398D-5B2D-4978-BFC4-8B696426256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54">
            <a:extLst>
              <a:ext uri="{FF2B5EF4-FFF2-40B4-BE49-F238E27FC236}">
                <a16:creationId xmlns:a16="http://schemas.microsoft.com/office/drawing/2014/main" id="{F38514F2-F52E-4DB7-8CEB-6066D2101BF7}"/>
              </a:ext>
            </a:extLst>
          </p:cNvPr>
          <p:cNvSpPr>
            <a:spLocks noGrp="1"/>
          </p:cNvSpPr>
          <p:nvPr/>
        </p:nvSpPr>
        <p:spPr>
          <a:xfrm>
            <a:off x="7877175" y="2743200"/>
            <a:ext cx="19050" cy="666750"/>
          </a:xfrm>
          <a:prstGeom prst="rect">
            <a:avLst/>
          </a:prstGeom>
          <a:solidFill>
            <a:srgbClr val="9A5900"/>
          </a:solidFill>
          <a:ln w="0">
            <a:noFill/>
          </a:ln>
        </p:spPr>
      </p:sp>
      <p:sp>
        <p:nvSpPr>
          <p:cNvPr id="19" name="pointer-153">
            <a:extLst>
              <a:ext uri="{FF2B5EF4-FFF2-40B4-BE49-F238E27FC236}">
                <a16:creationId xmlns:a16="http://schemas.microsoft.com/office/drawing/2014/main" id="{E9EE8977-59D1-4BF2-9A06-B86338FE2438}"/>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DB9109F7-D46B-4364-9485-FD98BF3DD5C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42FB7485-62E3-4194-8A5C-5B36E881A26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−9</a:t>
            </a:r>
          </a:p>
        </p:txBody>
      </p:sp>
      <p:sp>
        <p:nvSpPr>
          <p:cNvPr id="22" name="row-155-label">
            <a:extLst>
              <a:ext uri="{FF2B5EF4-FFF2-40B4-BE49-F238E27FC236}">
                <a16:creationId xmlns:a16="http://schemas.microsoft.com/office/drawing/2014/main" id="{36A80CB7-87F7-4657-B1C3-0C77768617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C6B8D844-3FD6-4DD1-9D00-54ACEB467DB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5-0">
            <a:extLst>
              <a:ext uri="{FF2B5EF4-FFF2-40B4-BE49-F238E27FC236}">
                <a16:creationId xmlns:a16="http://schemas.microsoft.com/office/drawing/2014/main" id="{1A4E2DBC-E456-4E22-AD67-D8CED998D39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5-1">
            <a:extLst>
              <a:ext uri="{FF2B5EF4-FFF2-40B4-BE49-F238E27FC236}">
                <a16:creationId xmlns:a16="http://schemas.microsoft.com/office/drawing/2014/main" id="{434E2250-76F1-40EB-A895-13824527BB1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5-2">
            <a:extLst>
              <a:ext uri="{FF2B5EF4-FFF2-40B4-BE49-F238E27FC236}">
                <a16:creationId xmlns:a16="http://schemas.microsoft.com/office/drawing/2014/main" id="{3194A5E5-C8BD-4C82-AAFA-C5BBAC3CCFE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5-3">
            <a:extLst>
              <a:ext uri="{FF2B5EF4-FFF2-40B4-BE49-F238E27FC236}">
                <a16:creationId xmlns:a16="http://schemas.microsoft.com/office/drawing/2014/main" id="{1E8E548E-3FA1-4665-845A-068CBC6565D1}"/>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5-4">
            <a:extLst>
              <a:ext uri="{FF2B5EF4-FFF2-40B4-BE49-F238E27FC236}">
                <a16:creationId xmlns:a16="http://schemas.microsoft.com/office/drawing/2014/main" id="{4CDD6BAC-24B0-4A1A-97A5-54DB64D96BF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5-5">
            <a:extLst>
              <a:ext uri="{FF2B5EF4-FFF2-40B4-BE49-F238E27FC236}">
                <a16:creationId xmlns:a16="http://schemas.microsoft.com/office/drawing/2014/main" id="{1671A11E-DE51-4DCD-97B5-EAE9A1DD23F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5-6">
            <a:extLst>
              <a:ext uri="{FF2B5EF4-FFF2-40B4-BE49-F238E27FC236}">
                <a16:creationId xmlns:a16="http://schemas.microsoft.com/office/drawing/2014/main" id="{29195517-7EC9-4B6F-ACCE-E9543FADF6BD}"/>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5-7">
            <a:extLst>
              <a:ext uri="{FF2B5EF4-FFF2-40B4-BE49-F238E27FC236}">
                <a16:creationId xmlns:a16="http://schemas.microsoft.com/office/drawing/2014/main" id="{FA131264-E812-4BD9-8BA7-916A827C620E}"/>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6">
            <a:extLst>
              <a:ext uri="{FF2B5EF4-FFF2-40B4-BE49-F238E27FC236}">
                <a16:creationId xmlns:a16="http://schemas.microsoft.com/office/drawing/2014/main" id="{8E44DF17-73A1-4DE0-AEDC-7883C424977E}"/>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D39C15-E002-4F10-8094-BB36805E1B0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7047040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5FC0F1EF-7C47-410C-B31A-71612657250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55A9732-44BA-4705-A117-7926B4B7453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1D35792-88A6-4D38-A25A-AB903372D52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세 후보 비교 → 7 반환</a:t>
            </a:r>
          </a:p>
        </p:txBody>
      </p:sp>
      <p:sp>
        <p:nvSpPr>
          <p:cNvPr id="4" name="diagram-line-157">
            <a:extLst>
              <a:ext uri="{FF2B5EF4-FFF2-40B4-BE49-F238E27FC236}">
                <a16:creationId xmlns:a16="http://schemas.microsoft.com/office/drawing/2014/main" id="{15DCFA35-F7B6-467D-B028-71F5274B8D5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6465A0B-7678-4C94-B8E4-726B11C56CE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−9,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−9, −2) = 7입니다.</a:t>
            </a:r>
          </a:p>
        </p:txBody>
      </p:sp>
      <p:sp>
        <p:nvSpPr>
          <p:cNvPr id="6" name="footer">
            <a:extLst>
              <a:ext uri="{FF2B5EF4-FFF2-40B4-BE49-F238E27FC236}">
                <a16:creationId xmlns:a16="http://schemas.microsoft.com/office/drawing/2014/main" id="{FF1C7FC3-9AF1-4BA0-9737-25B3208749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A79DCA-08B7-45EA-AAB1-499D0F5FB46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131</a:t>
            </a:r>
            <a:endParaRPr sz="1050" b="0">
              <a:solidFill>
                <a:srgbClr val="151515"/>
              </a:solidFill>
              <a:latin typeface="Consolas"/>
              <a:ea typeface="Consolas"/>
              <a:cs typeface="Consolas"/>
            </a:endParaRPr>
          </a:p>
        </p:txBody>
      </p:sp>
      <p:sp>
        <p:nvSpPr>
          <p:cNvPr id="8" name="row-158-label">
            <a:extLst>
              <a:ext uri="{FF2B5EF4-FFF2-40B4-BE49-F238E27FC236}">
                <a16:creationId xmlns:a16="http://schemas.microsoft.com/office/drawing/2014/main" id="{5C72C2E1-9667-49F0-98CF-E88812F90A1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0103507B-C8FC-4266-BFA0-A8BDE70D3943}"/>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8-0">
            <a:extLst>
              <a:ext uri="{FF2B5EF4-FFF2-40B4-BE49-F238E27FC236}">
                <a16:creationId xmlns:a16="http://schemas.microsoft.com/office/drawing/2014/main" id="{7E8B9D94-54ED-4817-929F-CDCDEF2A0891}"/>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8-1">
            <a:extLst>
              <a:ext uri="{FF2B5EF4-FFF2-40B4-BE49-F238E27FC236}">
                <a16:creationId xmlns:a16="http://schemas.microsoft.com/office/drawing/2014/main" id="{D20B6BF3-020A-4861-AB37-9C1EE6E8E15C}"/>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8-2">
            <a:extLst>
              <a:ext uri="{FF2B5EF4-FFF2-40B4-BE49-F238E27FC236}">
                <a16:creationId xmlns:a16="http://schemas.microsoft.com/office/drawing/2014/main" id="{710636C9-CE32-4533-A142-A8328557598A}"/>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8-3">
            <a:extLst>
              <a:ext uri="{FF2B5EF4-FFF2-40B4-BE49-F238E27FC236}">
                <a16:creationId xmlns:a16="http://schemas.microsoft.com/office/drawing/2014/main" id="{9064A742-A966-4323-99BE-ED2470E26F69}"/>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8-4">
            <a:extLst>
              <a:ext uri="{FF2B5EF4-FFF2-40B4-BE49-F238E27FC236}">
                <a16:creationId xmlns:a16="http://schemas.microsoft.com/office/drawing/2014/main" id="{D45AD3A5-2B50-4CF0-B332-17709AECEB05}"/>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8-5">
            <a:extLst>
              <a:ext uri="{FF2B5EF4-FFF2-40B4-BE49-F238E27FC236}">
                <a16:creationId xmlns:a16="http://schemas.microsoft.com/office/drawing/2014/main" id="{4F2ABF55-89FD-4816-981E-9AA29888575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8-6">
            <a:extLst>
              <a:ext uri="{FF2B5EF4-FFF2-40B4-BE49-F238E27FC236}">
                <a16:creationId xmlns:a16="http://schemas.microsoft.com/office/drawing/2014/main" id="{C1E089A9-F9C2-4B92-8FDC-EB670297AEC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8-7">
            <a:extLst>
              <a:ext uri="{FF2B5EF4-FFF2-40B4-BE49-F238E27FC236}">
                <a16:creationId xmlns:a16="http://schemas.microsoft.com/office/drawing/2014/main" id="{5746421D-F2B0-449B-9A17-2AFBBD4400CC}"/>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58">
            <a:extLst>
              <a:ext uri="{FF2B5EF4-FFF2-40B4-BE49-F238E27FC236}">
                <a16:creationId xmlns:a16="http://schemas.microsoft.com/office/drawing/2014/main" id="{0988A9A5-B97C-4E94-BCC3-5C4533EA3E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159-label">
            <a:extLst>
              <a:ext uri="{FF2B5EF4-FFF2-40B4-BE49-F238E27FC236}">
                <a16:creationId xmlns:a16="http://schemas.microsoft.com/office/drawing/2014/main" id="{1874BCA9-85AC-460B-BADC-5FA5973E0AE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C2B1C18B-E539-4C44-AD2C-893A07CFDDA4}"/>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59-0">
            <a:extLst>
              <a:ext uri="{FF2B5EF4-FFF2-40B4-BE49-F238E27FC236}">
                <a16:creationId xmlns:a16="http://schemas.microsoft.com/office/drawing/2014/main" id="{BDC62485-9580-4AAD-AF4E-610C759D69F2}"/>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59-1">
            <a:extLst>
              <a:ext uri="{FF2B5EF4-FFF2-40B4-BE49-F238E27FC236}">
                <a16:creationId xmlns:a16="http://schemas.microsoft.com/office/drawing/2014/main" id="{9F2F2D8E-DF86-4550-8F75-EF8F906F21EF}"/>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59-2">
            <a:extLst>
              <a:ext uri="{FF2B5EF4-FFF2-40B4-BE49-F238E27FC236}">
                <a16:creationId xmlns:a16="http://schemas.microsoft.com/office/drawing/2014/main" id="{5E0EFC0C-D882-40EA-A8FC-D86CA04236C0}"/>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59-3">
            <a:extLst>
              <a:ext uri="{FF2B5EF4-FFF2-40B4-BE49-F238E27FC236}">
                <a16:creationId xmlns:a16="http://schemas.microsoft.com/office/drawing/2014/main" id="{DCB454C9-1E2B-46C5-B61B-DF0E89DBA4E1}"/>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59-4">
            <a:extLst>
              <a:ext uri="{FF2B5EF4-FFF2-40B4-BE49-F238E27FC236}">
                <a16:creationId xmlns:a16="http://schemas.microsoft.com/office/drawing/2014/main" id="{75F4BA30-9AFB-4992-A96F-29C4EE25D662}"/>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59-5">
            <a:extLst>
              <a:ext uri="{FF2B5EF4-FFF2-40B4-BE49-F238E27FC236}">
                <a16:creationId xmlns:a16="http://schemas.microsoft.com/office/drawing/2014/main" id="{49656755-B0A1-448D-A7CB-80D7B3049CD6}"/>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59-6">
            <a:extLst>
              <a:ext uri="{FF2B5EF4-FFF2-40B4-BE49-F238E27FC236}">
                <a16:creationId xmlns:a16="http://schemas.microsoft.com/office/drawing/2014/main" id="{6CB7E74F-9074-4A03-9AF6-888E6FF10C9D}"/>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59-7">
            <a:extLst>
              <a:ext uri="{FF2B5EF4-FFF2-40B4-BE49-F238E27FC236}">
                <a16:creationId xmlns:a16="http://schemas.microsoft.com/office/drawing/2014/main" id="{B7F796C3-3AD6-48A2-BEC6-3714F495283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59">
            <a:extLst>
              <a:ext uri="{FF2B5EF4-FFF2-40B4-BE49-F238E27FC236}">
                <a16:creationId xmlns:a16="http://schemas.microsoft.com/office/drawing/2014/main" id="{B059A70B-0177-4C30-B625-2D3A74F3B19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−9</a:t>
            </a:r>
          </a:p>
        </p:txBody>
      </p:sp>
      <p:sp>
        <p:nvSpPr>
          <p:cNvPr id="30" name="row-160-label">
            <a:extLst>
              <a:ext uri="{FF2B5EF4-FFF2-40B4-BE49-F238E27FC236}">
                <a16:creationId xmlns:a16="http://schemas.microsoft.com/office/drawing/2014/main" id="{0BD5E401-17E0-4060-BCC3-5F83F32A0938}"/>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6722931D-6C5A-47AD-A7F5-F64BF0AD94E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60-0">
            <a:extLst>
              <a:ext uri="{FF2B5EF4-FFF2-40B4-BE49-F238E27FC236}">
                <a16:creationId xmlns:a16="http://schemas.microsoft.com/office/drawing/2014/main" id="{FEE2405E-B6B9-482F-8DC1-F2A1FB56AF47}"/>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60-1">
            <a:extLst>
              <a:ext uri="{FF2B5EF4-FFF2-40B4-BE49-F238E27FC236}">
                <a16:creationId xmlns:a16="http://schemas.microsoft.com/office/drawing/2014/main" id="{D6C60EDE-CE01-407B-92BD-E35A9467AA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60-2">
            <a:extLst>
              <a:ext uri="{FF2B5EF4-FFF2-40B4-BE49-F238E27FC236}">
                <a16:creationId xmlns:a16="http://schemas.microsoft.com/office/drawing/2014/main" id="{C7BE4E26-4086-43AF-A2DC-98E8C562DB9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60-3">
            <a:extLst>
              <a:ext uri="{FF2B5EF4-FFF2-40B4-BE49-F238E27FC236}">
                <a16:creationId xmlns:a16="http://schemas.microsoft.com/office/drawing/2014/main" id="{6C635D0E-F7CE-46BD-A5C9-1A8F2B26C54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60-4">
            <a:extLst>
              <a:ext uri="{FF2B5EF4-FFF2-40B4-BE49-F238E27FC236}">
                <a16:creationId xmlns:a16="http://schemas.microsoft.com/office/drawing/2014/main" id="{3FEB2A29-AA5E-4139-9D47-BF6146A07D9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60-5">
            <a:extLst>
              <a:ext uri="{FF2B5EF4-FFF2-40B4-BE49-F238E27FC236}">
                <a16:creationId xmlns:a16="http://schemas.microsoft.com/office/drawing/2014/main" id="{BAE7C914-7BB1-432E-B27C-BDFC9D927FB5}"/>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60-6">
            <a:extLst>
              <a:ext uri="{FF2B5EF4-FFF2-40B4-BE49-F238E27FC236}">
                <a16:creationId xmlns:a16="http://schemas.microsoft.com/office/drawing/2014/main" id="{0EE982DB-B3BF-4E5A-B29C-959E973E6E79}"/>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60-7">
            <a:extLst>
              <a:ext uri="{FF2B5EF4-FFF2-40B4-BE49-F238E27FC236}">
                <a16:creationId xmlns:a16="http://schemas.microsoft.com/office/drawing/2014/main" id="{108543AF-D108-4CF8-918D-B526C115D964}"/>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60">
            <a:extLst>
              <a:ext uri="{FF2B5EF4-FFF2-40B4-BE49-F238E27FC236}">
                <a16:creationId xmlns:a16="http://schemas.microsoft.com/office/drawing/2014/main" id="{EF1E0C03-0177-4CDC-B4A7-F95D49CDA127}"/>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5D72A74-B795-4AEB-8179-B36FA559EA9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left_max에 7을 반환합니다.</a:t>
            </a:r>
          </a:p>
        </p:txBody>
      </p:sp>
    </p:spTree>
    <p:extLst>
      <p:ext uri="{BB962C8B-B14F-4D97-AF65-F5344CB8AC3E}">
        <p14:creationId xmlns:p14="http://schemas.microsoft.com/office/powerpoint/2010/main" val="16395108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D8ACED3A-BCAB-4801-8775-83F0B1A869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8FA7FA4-825A-4647-A1B7-EBDFEA8776C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A7E9AFA-8BCD-4608-A896-5A14939993A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답 7을 받음</a:t>
            </a:r>
          </a:p>
        </p:txBody>
      </p:sp>
      <p:sp>
        <p:nvSpPr>
          <p:cNvPr id="4" name="diagram-line-161">
            <a:extLst>
              <a:ext uri="{FF2B5EF4-FFF2-40B4-BE49-F238E27FC236}">
                <a16:creationId xmlns:a16="http://schemas.microsoft.com/office/drawing/2014/main" id="{4AD3BE94-9D95-44AE-85DB-6E89CF0F92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675738-78EC-43B8-A06E-1BFEE07462A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[4~5] 호출이 7을 반환했습니다. left_max = 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[6~7] 호출을 시작합니다.</a:t>
            </a:r>
          </a:p>
        </p:txBody>
      </p:sp>
      <p:sp>
        <p:nvSpPr>
          <p:cNvPr id="6" name="footer">
            <a:extLst>
              <a:ext uri="{FF2B5EF4-FFF2-40B4-BE49-F238E27FC236}">
                <a16:creationId xmlns:a16="http://schemas.microsoft.com/office/drawing/2014/main" id="{8FF222C7-9537-43DA-8F20-CD075CEBD28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3720B8E-AF83-4B6B-B42F-FED493EC06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132</a:t>
            </a:r>
            <a:endParaRPr sz="1050" b="0">
              <a:solidFill>
                <a:srgbClr val="151515"/>
              </a:solidFill>
              <a:latin typeface="Consolas"/>
              <a:ea typeface="Consolas"/>
              <a:cs typeface="Consolas"/>
            </a:endParaRPr>
          </a:p>
        </p:txBody>
      </p:sp>
      <p:sp>
        <p:nvSpPr>
          <p:cNvPr id="8" name="row-162-label">
            <a:extLst>
              <a:ext uri="{FF2B5EF4-FFF2-40B4-BE49-F238E27FC236}">
                <a16:creationId xmlns:a16="http://schemas.microsoft.com/office/drawing/2014/main" id="{657175F1-9493-4BBB-BCC6-43A7D6F698BC}"/>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EE88C28D-F968-4A42-BA27-E13D9A09B610}"/>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2-0">
            <a:extLst>
              <a:ext uri="{FF2B5EF4-FFF2-40B4-BE49-F238E27FC236}">
                <a16:creationId xmlns:a16="http://schemas.microsoft.com/office/drawing/2014/main" id="{7E748B39-4535-46F1-9AC9-C357ECD3F77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2-1">
            <a:extLst>
              <a:ext uri="{FF2B5EF4-FFF2-40B4-BE49-F238E27FC236}">
                <a16:creationId xmlns:a16="http://schemas.microsoft.com/office/drawing/2014/main" id="{85CBF39E-B95B-4B03-9F05-DDB92513573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2-2">
            <a:extLst>
              <a:ext uri="{FF2B5EF4-FFF2-40B4-BE49-F238E27FC236}">
                <a16:creationId xmlns:a16="http://schemas.microsoft.com/office/drawing/2014/main" id="{873A6242-2B2D-4999-9375-EBC2C40A4CFE}"/>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2-3">
            <a:extLst>
              <a:ext uri="{FF2B5EF4-FFF2-40B4-BE49-F238E27FC236}">
                <a16:creationId xmlns:a16="http://schemas.microsoft.com/office/drawing/2014/main" id="{41477F06-50C6-489E-BAA6-965A77CE8346}"/>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2-4">
            <a:extLst>
              <a:ext uri="{FF2B5EF4-FFF2-40B4-BE49-F238E27FC236}">
                <a16:creationId xmlns:a16="http://schemas.microsoft.com/office/drawing/2014/main" id="{BF6EA4FB-FF78-4D03-94BE-82162CCB8746}"/>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2-5">
            <a:extLst>
              <a:ext uri="{FF2B5EF4-FFF2-40B4-BE49-F238E27FC236}">
                <a16:creationId xmlns:a16="http://schemas.microsoft.com/office/drawing/2014/main" id="{C551469F-B980-4122-8EFB-1FAD90CF6E76}"/>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2-6">
            <a:extLst>
              <a:ext uri="{FF2B5EF4-FFF2-40B4-BE49-F238E27FC236}">
                <a16:creationId xmlns:a16="http://schemas.microsoft.com/office/drawing/2014/main" id="{9C340964-B661-4CBA-942B-772AF1EF010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2-7">
            <a:extLst>
              <a:ext uri="{FF2B5EF4-FFF2-40B4-BE49-F238E27FC236}">
                <a16:creationId xmlns:a16="http://schemas.microsoft.com/office/drawing/2014/main" id="{26DDF832-B5E7-4A0D-8AC2-E6D47C4A86E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E9BF68D9-1E06-4478-8F2A-3FBAA27254C3}"/>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6, 7)</a:t>
            </a:r>
          </a:p>
        </p:txBody>
      </p:sp>
      <p:sp>
        <p:nvSpPr>
          <p:cNvPr id="19" name="row-163-label">
            <a:extLst>
              <a:ext uri="{FF2B5EF4-FFF2-40B4-BE49-F238E27FC236}">
                <a16:creationId xmlns:a16="http://schemas.microsoft.com/office/drawing/2014/main" id="{A5433F14-22B5-42B7-9782-FA0BB4D7244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7714C3A3-A606-43F6-BBCB-D1434440313A}"/>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63-0">
            <a:extLst>
              <a:ext uri="{FF2B5EF4-FFF2-40B4-BE49-F238E27FC236}">
                <a16:creationId xmlns:a16="http://schemas.microsoft.com/office/drawing/2014/main" id="{9D27F57A-043C-4535-AAC1-1A0DD709906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63-1">
            <a:extLst>
              <a:ext uri="{FF2B5EF4-FFF2-40B4-BE49-F238E27FC236}">
                <a16:creationId xmlns:a16="http://schemas.microsoft.com/office/drawing/2014/main" id="{5A32FFFC-9540-4156-8E43-D4EB34D527C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63-2">
            <a:extLst>
              <a:ext uri="{FF2B5EF4-FFF2-40B4-BE49-F238E27FC236}">
                <a16:creationId xmlns:a16="http://schemas.microsoft.com/office/drawing/2014/main" id="{62FBDABB-523A-4C97-9B55-45D6BC756585}"/>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63-3">
            <a:extLst>
              <a:ext uri="{FF2B5EF4-FFF2-40B4-BE49-F238E27FC236}">
                <a16:creationId xmlns:a16="http://schemas.microsoft.com/office/drawing/2014/main" id="{386FC1FA-39B9-4627-BCF8-EE84A0EB98C1}"/>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63-4">
            <a:extLst>
              <a:ext uri="{FF2B5EF4-FFF2-40B4-BE49-F238E27FC236}">
                <a16:creationId xmlns:a16="http://schemas.microsoft.com/office/drawing/2014/main" id="{B6EAB329-7420-4D95-B296-10D269486959}"/>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63-5">
            <a:extLst>
              <a:ext uri="{FF2B5EF4-FFF2-40B4-BE49-F238E27FC236}">
                <a16:creationId xmlns:a16="http://schemas.microsoft.com/office/drawing/2014/main" id="{E28497E9-096B-4A03-9089-55A326232B07}"/>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63-6">
            <a:extLst>
              <a:ext uri="{FF2B5EF4-FFF2-40B4-BE49-F238E27FC236}">
                <a16:creationId xmlns:a16="http://schemas.microsoft.com/office/drawing/2014/main" id="{D3E08F55-98C6-47E0-BBB0-A5B00A8317CE}"/>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63-7">
            <a:extLst>
              <a:ext uri="{FF2B5EF4-FFF2-40B4-BE49-F238E27FC236}">
                <a16:creationId xmlns:a16="http://schemas.microsoft.com/office/drawing/2014/main" id="{25D2757D-958F-4478-BC9A-AD6265304953}"/>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838EC8CC-210F-4D79-8AF9-3DFB5E4152F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301834674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76362E46-1246-4DEC-9486-476F24238B7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6FF8263-E499-4B87-B503-03CCF491152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881C64-9953-4BEE-8455-69992443A5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호출: mid = 6에서 나눔</a:t>
            </a:r>
          </a:p>
        </p:txBody>
      </p:sp>
      <p:sp>
        <p:nvSpPr>
          <p:cNvPr id="4" name="diagram-line-164">
            <a:extLst>
              <a:ext uri="{FF2B5EF4-FFF2-40B4-BE49-F238E27FC236}">
                <a16:creationId xmlns:a16="http://schemas.microsoft.com/office/drawing/2014/main" id="{9E69F985-E6FC-41DC-8560-DD0608CE878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34462C9-1A23-491C-8613-6730BD5AF50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6, high = 7, mid = 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[6~6]를 호출합니다. 오른쪽 [7~7]는 기다립니다.</a:t>
            </a:r>
          </a:p>
        </p:txBody>
      </p:sp>
      <p:sp>
        <p:nvSpPr>
          <p:cNvPr id="6" name="footer">
            <a:extLst>
              <a:ext uri="{FF2B5EF4-FFF2-40B4-BE49-F238E27FC236}">
                <a16:creationId xmlns:a16="http://schemas.microsoft.com/office/drawing/2014/main" id="{0E90EF07-1ADF-4659-AD25-7181E8CCB85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D44D6DF-CE0D-4104-BAD3-5024944CA4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133</a:t>
            </a:r>
            <a:endParaRPr sz="1050" b="0">
              <a:solidFill>
                <a:srgbClr val="151515"/>
              </a:solidFill>
              <a:latin typeface="Consolas"/>
              <a:ea typeface="Consolas"/>
              <a:cs typeface="Consolas"/>
            </a:endParaRPr>
          </a:p>
        </p:txBody>
      </p:sp>
      <p:sp>
        <p:nvSpPr>
          <p:cNvPr id="8" name="row-165-label">
            <a:extLst>
              <a:ext uri="{FF2B5EF4-FFF2-40B4-BE49-F238E27FC236}">
                <a16:creationId xmlns:a16="http://schemas.microsoft.com/office/drawing/2014/main" id="{B977E83A-524E-43A3-82BF-0B294098BA4C}"/>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425404D-5608-46A7-B5B1-9FBD1F3BBCB1}"/>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65-0">
            <a:extLst>
              <a:ext uri="{FF2B5EF4-FFF2-40B4-BE49-F238E27FC236}">
                <a16:creationId xmlns:a16="http://schemas.microsoft.com/office/drawing/2014/main" id="{5CF78F96-1131-407C-8C32-CB63F96F8757}"/>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5-1">
            <a:extLst>
              <a:ext uri="{FF2B5EF4-FFF2-40B4-BE49-F238E27FC236}">
                <a16:creationId xmlns:a16="http://schemas.microsoft.com/office/drawing/2014/main" id="{D46AA34F-16E3-4BE7-917E-A45120ECFCA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5-2">
            <a:extLst>
              <a:ext uri="{FF2B5EF4-FFF2-40B4-BE49-F238E27FC236}">
                <a16:creationId xmlns:a16="http://schemas.microsoft.com/office/drawing/2014/main" id="{CC8133D8-DBEC-48D8-9C16-033B297C6B50}"/>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5-3">
            <a:extLst>
              <a:ext uri="{FF2B5EF4-FFF2-40B4-BE49-F238E27FC236}">
                <a16:creationId xmlns:a16="http://schemas.microsoft.com/office/drawing/2014/main" id="{7645C986-32A5-4699-B901-D4AA2E5EF09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5-4">
            <a:extLst>
              <a:ext uri="{FF2B5EF4-FFF2-40B4-BE49-F238E27FC236}">
                <a16:creationId xmlns:a16="http://schemas.microsoft.com/office/drawing/2014/main" id="{58F20DBE-A7EE-40AB-A507-9399A969852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5-5">
            <a:extLst>
              <a:ext uri="{FF2B5EF4-FFF2-40B4-BE49-F238E27FC236}">
                <a16:creationId xmlns:a16="http://schemas.microsoft.com/office/drawing/2014/main" id="{CC2BCC43-329B-4AAE-A80B-963A91848E3E}"/>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5-6">
            <a:extLst>
              <a:ext uri="{FF2B5EF4-FFF2-40B4-BE49-F238E27FC236}">
                <a16:creationId xmlns:a16="http://schemas.microsoft.com/office/drawing/2014/main" id="{BCA3EEAD-D967-4BBC-A84E-15C36E6D6FCB}"/>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5-7">
            <a:extLst>
              <a:ext uri="{FF2B5EF4-FFF2-40B4-BE49-F238E27FC236}">
                <a16:creationId xmlns:a16="http://schemas.microsoft.com/office/drawing/2014/main" id="{82C33813-CE95-43F1-B521-27561D3DFD73}"/>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66">
            <a:extLst>
              <a:ext uri="{FF2B5EF4-FFF2-40B4-BE49-F238E27FC236}">
                <a16:creationId xmlns:a16="http://schemas.microsoft.com/office/drawing/2014/main" id="{E1719E6E-27A4-4E16-AB83-5C4601F13D0B}"/>
              </a:ext>
            </a:extLst>
          </p:cNvPr>
          <p:cNvSpPr>
            <a:spLocks noGrp="1"/>
          </p:cNvSpPr>
          <p:nvPr/>
        </p:nvSpPr>
        <p:spPr>
          <a:xfrm>
            <a:off x="10086975" y="2819400"/>
            <a:ext cx="19050" cy="666750"/>
          </a:xfrm>
          <a:prstGeom prst="rect">
            <a:avLst/>
          </a:prstGeom>
          <a:solidFill>
            <a:srgbClr val="9A5900"/>
          </a:solidFill>
          <a:ln w="0">
            <a:noFill/>
          </a:ln>
        </p:spPr>
      </p:sp>
      <p:sp>
        <p:nvSpPr>
          <p:cNvPr id="19" name="pointer-165">
            <a:extLst>
              <a:ext uri="{FF2B5EF4-FFF2-40B4-BE49-F238E27FC236}">
                <a16:creationId xmlns:a16="http://schemas.microsoft.com/office/drawing/2014/main" id="{9E1E6CC6-C4E1-4F1E-AE96-5E99183085B1}"/>
              </a:ext>
            </a:extLst>
          </p:cNvPr>
          <p:cNvSpPr>
            <a:spLocks noGrp="1"/>
          </p:cNvSpPr>
          <p:nvPr/>
        </p:nvSpPr>
        <p:spPr>
          <a:xfrm>
            <a:off x="89154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6</a:t>
            </a:r>
          </a:p>
        </p:txBody>
      </p:sp>
      <p:sp>
        <p:nvSpPr>
          <p:cNvPr id="20" name="children-code">
            <a:extLst>
              <a:ext uri="{FF2B5EF4-FFF2-40B4-BE49-F238E27FC236}">
                <a16:creationId xmlns:a16="http://schemas.microsoft.com/office/drawing/2014/main" id="{F95A537C-A809-4356-AA5F-B398A43621A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6, 6)</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7, 7)</a:t>
            </a:r>
          </a:p>
        </p:txBody>
      </p:sp>
      <p:sp>
        <p:nvSpPr>
          <p:cNvPr id="21" name="caption">
            <a:extLst>
              <a:ext uri="{FF2B5EF4-FFF2-40B4-BE49-F238E27FC236}">
                <a16:creationId xmlns:a16="http://schemas.microsoft.com/office/drawing/2014/main" id="{8924B8EF-B174-42A2-859C-C4B94B7DCA2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right_max의 반환을 기다립니다.</a:t>
            </a:r>
          </a:p>
        </p:txBody>
      </p:sp>
    </p:spTree>
    <p:extLst>
      <p:ext uri="{BB962C8B-B14F-4D97-AF65-F5344CB8AC3E}">
        <p14:creationId xmlns:p14="http://schemas.microsoft.com/office/powerpoint/2010/main" val="408809943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531CB5E-663D-40FE-870D-83B2B9C2CBE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E6A8C1-922F-44C1-A31A-6AD9378857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6765BB8-0C0E-430D-A1A9-9892C186F56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[6~6] 원소 하나: 5 반환</a:t>
            </a:r>
          </a:p>
        </p:txBody>
      </p:sp>
      <p:sp>
        <p:nvSpPr>
          <p:cNvPr id="4" name="diagram-line-167">
            <a:extLst>
              <a:ext uri="{FF2B5EF4-FFF2-40B4-BE49-F238E27FC236}">
                <a16:creationId xmlns:a16="http://schemas.microsoft.com/office/drawing/2014/main" id="{D8BD44F1-110D-4997-9C5D-9130C6648CC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B284B34-1653-4393-B2A2-F1E5A2B337F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6입니다. 남은 원소는 a[6]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[6~7] 호출의 left_max에 돌려줍니다.</a:t>
            </a:r>
          </a:p>
        </p:txBody>
      </p:sp>
      <p:sp>
        <p:nvSpPr>
          <p:cNvPr id="6" name="footer">
            <a:extLst>
              <a:ext uri="{FF2B5EF4-FFF2-40B4-BE49-F238E27FC236}">
                <a16:creationId xmlns:a16="http://schemas.microsoft.com/office/drawing/2014/main" id="{DD09CA12-6564-4292-B944-698C5BC3FFC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79327FE-C709-4C41-A0C5-3F85E90B5A9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134</a:t>
            </a:r>
            <a:endParaRPr sz="1050" b="0">
              <a:solidFill>
                <a:srgbClr val="151515"/>
              </a:solidFill>
              <a:latin typeface="Consolas"/>
              <a:ea typeface="Consolas"/>
              <a:cs typeface="Consolas"/>
            </a:endParaRPr>
          </a:p>
        </p:txBody>
      </p:sp>
      <p:sp>
        <p:nvSpPr>
          <p:cNvPr id="8" name="row-168-label">
            <a:extLst>
              <a:ext uri="{FF2B5EF4-FFF2-40B4-BE49-F238E27FC236}">
                <a16:creationId xmlns:a16="http://schemas.microsoft.com/office/drawing/2014/main" id="{32FC7030-215B-41AB-8925-1DAEE748C681}"/>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304CCB03-A380-412A-9432-279A1A4C7149}"/>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8-0">
            <a:extLst>
              <a:ext uri="{FF2B5EF4-FFF2-40B4-BE49-F238E27FC236}">
                <a16:creationId xmlns:a16="http://schemas.microsoft.com/office/drawing/2014/main" id="{723FF1E8-2F55-4FA0-AA3A-AD0F9245EA3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8-1">
            <a:extLst>
              <a:ext uri="{FF2B5EF4-FFF2-40B4-BE49-F238E27FC236}">
                <a16:creationId xmlns:a16="http://schemas.microsoft.com/office/drawing/2014/main" id="{D458BC71-9D5A-462A-BEDA-570CDD08972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8-2">
            <a:extLst>
              <a:ext uri="{FF2B5EF4-FFF2-40B4-BE49-F238E27FC236}">
                <a16:creationId xmlns:a16="http://schemas.microsoft.com/office/drawing/2014/main" id="{CD2105BA-A8F6-45C9-A251-C5201819A68B}"/>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8-3">
            <a:extLst>
              <a:ext uri="{FF2B5EF4-FFF2-40B4-BE49-F238E27FC236}">
                <a16:creationId xmlns:a16="http://schemas.microsoft.com/office/drawing/2014/main" id="{AAE46EB8-F92A-47C6-A58D-C9A0DAAC1E9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8-4">
            <a:extLst>
              <a:ext uri="{FF2B5EF4-FFF2-40B4-BE49-F238E27FC236}">
                <a16:creationId xmlns:a16="http://schemas.microsoft.com/office/drawing/2014/main" id="{F62D6EBD-DFA9-424E-8B78-C0816E548BB6}"/>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8-5">
            <a:extLst>
              <a:ext uri="{FF2B5EF4-FFF2-40B4-BE49-F238E27FC236}">
                <a16:creationId xmlns:a16="http://schemas.microsoft.com/office/drawing/2014/main" id="{3747E4A1-69BC-4D82-B2CE-0BB79C15E5C7}"/>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8-6">
            <a:extLst>
              <a:ext uri="{FF2B5EF4-FFF2-40B4-BE49-F238E27FC236}">
                <a16:creationId xmlns:a16="http://schemas.microsoft.com/office/drawing/2014/main" id="{3B4C7978-2CD7-4727-94EC-79570610E7D8}"/>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8-7">
            <a:extLst>
              <a:ext uri="{FF2B5EF4-FFF2-40B4-BE49-F238E27FC236}">
                <a16:creationId xmlns:a16="http://schemas.microsoft.com/office/drawing/2014/main" id="{9618CAB2-6D39-42C3-84FE-F52427EA12ED}"/>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D02E3B3D-A807-4E9D-993F-334E42C37B6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FB7EFE83-DA63-40EA-8300-4B94E9B6B36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left_max = 5. 원소 한 개의 호출이 끝났습니다.</a:t>
            </a:r>
          </a:p>
        </p:txBody>
      </p:sp>
    </p:spTree>
    <p:extLst>
      <p:ext uri="{BB962C8B-B14F-4D97-AF65-F5344CB8AC3E}">
        <p14:creationId xmlns:p14="http://schemas.microsoft.com/office/powerpoint/2010/main" val="11681213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D3D2F5A7-7935-4B3C-B996-B10FD9BB33C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11255FE-AF01-412B-8224-B58076D58F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F0F50B4-966B-4CFC-9DE1-57E34FA2CF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[7~7] 원소 하나: 1 반환</a:t>
            </a:r>
          </a:p>
        </p:txBody>
      </p:sp>
      <p:sp>
        <p:nvSpPr>
          <p:cNvPr id="4" name="diagram-line-169">
            <a:extLst>
              <a:ext uri="{FF2B5EF4-FFF2-40B4-BE49-F238E27FC236}">
                <a16:creationId xmlns:a16="http://schemas.microsoft.com/office/drawing/2014/main" id="{23BB40D6-48DB-4FE8-B3D0-910A1D3893B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0022C0D-7E41-455C-8715-A63462BDC20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7입니다. 남은 원소는 a[7] = 1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1을 [6~7] 호출의 right_max에 돌려줍니다.</a:t>
            </a:r>
          </a:p>
        </p:txBody>
      </p:sp>
      <p:sp>
        <p:nvSpPr>
          <p:cNvPr id="6" name="footer">
            <a:extLst>
              <a:ext uri="{FF2B5EF4-FFF2-40B4-BE49-F238E27FC236}">
                <a16:creationId xmlns:a16="http://schemas.microsoft.com/office/drawing/2014/main" id="{B6D35B0E-3263-4732-9406-DFAA80201ED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734A238-DD89-402C-B456-56462E33DC0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135</a:t>
            </a:r>
            <a:endParaRPr sz="1050" b="0">
              <a:solidFill>
                <a:srgbClr val="151515"/>
              </a:solidFill>
              <a:latin typeface="Consolas"/>
              <a:ea typeface="Consolas"/>
              <a:cs typeface="Consolas"/>
            </a:endParaRPr>
          </a:p>
        </p:txBody>
      </p:sp>
      <p:sp>
        <p:nvSpPr>
          <p:cNvPr id="8" name="row-170-label">
            <a:extLst>
              <a:ext uri="{FF2B5EF4-FFF2-40B4-BE49-F238E27FC236}">
                <a16:creationId xmlns:a16="http://schemas.microsoft.com/office/drawing/2014/main" id="{8FFEB962-19A5-416D-BE5C-BCF186BA32FB}"/>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0244F04C-69B9-4EF0-8A5B-1393CC66C98A}"/>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0-0">
            <a:extLst>
              <a:ext uri="{FF2B5EF4-FFF2-40B4-BE49-F238E27FC236}">
                <a16:creationId xmlns:a16="http://schemas.microsoft.com/office/drawing/2014/main" id="{C8CFF088-5ADC-41D9-99F6-82EC08F038E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0-1">
            <a:extLst>
              <a:ext uri="{FF2B5EF4-FFF2-40B4-BE49-F238E27FC236}">
                <a16:creationId xmlns:a16="http://schemas.microsoft.com/office/drawing/2014/main" id="{638D7103-CFF4-4152-B3E2-B72EB621C9D0}"/>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0-2">
            <a:extLst>
              <a:ext uri="{FF2B5EF4-FFF2-40B4-BE49-F238E27FC236}">
                <a16:creationId xmlns:a16="http://schemas.microsoft.com/office/drawing/2014/main" id="{EF261D70-F21E-4B19-992C-99885AEDC3D9}"/>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0-3">
            <a:extLst>
              <a:ext uri="{FF2B5EF4-FFF2-40B4-BE49-F238E27FC236}">
                <a16:creationId xmlns:a16="http://schemas.microsoft.com/office/drawing/2014/main" id="{2BA1FBB2-C046-493B-994E-3E36910672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0-4">
            <a:extLst>
              <a:ext uri="{FF2B5EF4-FFF2-40B4-BE49-F238E27FC236}">
                <a16:creationId xmlns:a16="http://schemas.microsoft.com/office/drawing/2014/main" id="{D63BCABD-A404-4F71-9185-862177CCE4D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0-5">
            <a:extLst>
              <a:ext uri="{FF2B5EF4-FFF2-40B4-BE49-F238E27FC236}">
                <a16:creationId xmlns:a16="http://schemas.microsoft.com/office/drawing/2014/main" id="{333CF29F-85AE-4085-B444-41B76A6441D3}"/>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0-6">
            <a:extLst>
              <a:ext uri="{FF2B5EF4-FFF2-40B4-BE49-F238E27FC236}">
                <a16:creationId xmlns:a16="http://schemas.microsoft.com/office/drawing/2014/main" id="{D99B7A66-27C4-4A70-BA66-58DE7667254A}"/>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0-7">
            <a:extLst>
              <a:ext uri="{FF2B5EF4-FFF2-40B4-BE49-F238E27FC236}">
                <a16:creationId xmlns:a16="http://schemas.microsoft.com/office/drawing/2014/main" id="{D23A1151-094F-4108-AEB4-11C8A446A212}"/>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ED5C5B7-A5C9-4CFB-862C-2E2C072130F1}"/>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a:t>
            </a:r>
          </a:p>
        </p:txBody>
      </p:sp>
      <p:sp>
        <p:nvSpPr>
          <p:cNvPr id="19" name="caption">
            <a:extLst>
              <a:ext uri="{FF2B5EF4-FFF2-40B4-BE49-F238E27FC236}">
                <a16:creationId xmlns:a16="http://schemas.microsoft.com/office/drawing/2014/main" id="{E1B26D41-7FB7-460E-BC68-7A5D8543F7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right_max = 1. 원소 한 개의 호출이 끝났습니다.</a:t>
            </a:r>
          </a:p>
        </p:txBody>
      </p:sp>
    </p:spTree>
    <p:extLst>
      <p:ext uri="{BB962C8B-B14F-4D97-AF65-F5344CB8AC3E}">
        <p14:creationId xmlns:p14="http://schemas.microsoft.com/office/powerpoint/2010/main" val="110477461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39D9AF0-EC67-4E9C-90E2-8251132BC98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76BF185-2592-4558-B528-8C1A7509B50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2A0C86B-EB06-4245-8E61-D3E69AA189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왼쪽 스캔 1/1</a:t>
            </a:r>
          </a:p>
        </p:txBody>
      </p:sp>
      <p:sp>
        <p:nvSpPr>
          <p:cNvPr id="4" name="diagram-line-171">
            <a:extLst>
              <a:ext uri="{FF2B5EF4-FFF2-40B4-BE49-F238E27FC236}">
                <a16:creationId xmlns:a16="http://schemas.microsoft.com/office/drawing/2014/main" id="{21F4DEA2-7742-4DB4-A052-CFFF4F0B67C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A676C49-D1DB-41C7-86DD-060B564E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149DE5B6-BF88-4170-A3E3-F4CC07A521D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3615A53B-E0E7-40A3-AF5B-93BC932369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136</a:t>
            </a:r>
            <a:endParaRPr sz="1050" b="0">
              <a:solidFill>
                <a:srgbClr val="151515"/>
              </a:solidFill>
              <a:latin typeface="Consolas"/>
              <a:ea typeface="Consolas"/>
              <a:cs typeface="Consolas"/>
            </a:endParaRPr>
          </a:p>
        </p:txBody>
      </p:sp>
      <p:sp>
        <p:nvSpPr>
          <p:cNvPr id="8" name="row-172-label">
            <a:extLst>
              <a:ext uri="{FF2B5EF4-FFF2-40B4-BE49-F238E27FC236}">
                <a16:creationId xmlns:a16="http://schemas.microsoft.com/office/drawing/2014/main" id="{77DFF377-7680-4C02-9124-8C0FF61E12A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400D873-F3F5-4ED8-8EC4-5DC0DA675B04}"/>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72-0">
            <a:extLst>
              <a:ext uri="{FF2B5EF4-FFF2-40B4-BE49-F238E27FC236}">
                <a16:creationId xmlns:a16="http://schemas.microsoft.com/office/drawing/2014/main" id="{05B9A0EF-E483-47E9-9B7E-35BA4CF2C97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2-1">
            <a:extLst>
              <a:ext uri="{FF2B5EF4-FFF2-40B4-BE49-F238E27FC236}">
                <a16:creationId xmlns:a16="http://schemas.microsoft.com/office/drawing/2014/main" id="{B0943FD7-BA88-457E-A2B0-F68E78801DB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2-2">
            <a:extLst>
              <a:ext uri="{FF2B5EF4-FFF2-40B4-BE49-F238E27FC236}">
                <a16:creationId xmlns:a16="http://schemas.microsoft.com/office/drawing/2014/main" id="{C4B2C7BE-E1E6-4611-B865-F28DDE1C26E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2-3">
            <a:extLst>
              <a:ext uri="{FF2B5EF4-FFF2-40B4-BE49-F238E27FC236}">
                <a16:creationId xmlns:a16="http://schemas.microsoft.com/office/drawing/2014/main" id="{64FC45F2-D8FB-43E5-AF4D-8D1A406556E8}"/>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2-4">
            <a:extLst>
              <a:ext uri="{FF2B5EF4-FFF2-40B4-BE49-F238E27FC236}">
                <a16:creationId xmlns:a16="http://schemas.microsoft.com/office/drawing/2014/main" id="{C91B6B63-ED1A-4D19-B520-D57EFAF587A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2-5">
            <a:extLst>
              <a:ext uri="{FF2B5EF4-FFF2-40B4-BE49-F238E27FC236}">
                <a16:creationId xmlns:a16="http://schemas.microsoft.com/office/drawing/2014/main" id="{55FF786E-0B0F-442D-AC90-C7E5328EB5B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2-6">
            <a:extLst>
              <a:ext uri="{FF2B5EF4-FFF2-40B4-BE49-F238E27FC236}">
                <a16:creationId xmlns:a16="http://schemas.microsoft.com/office/drawing/2014/main" id="{F26116EF-A7CD-46A2-A3A8-3677583AD54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2-7">
            <a:extLst>
              <a:ext uri="{FF2B5EF4-FFF2-40B4-BE49-F238E27FC236}">
                <a16:creationId xmlns:a16="http://schemas.microsoft.com/office/drawing/2014/main" id="{0CCB1164-4F82-4058-BDF7-0C3645CBB9A4}"/>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3">
            <a:extLst>
              <a:ext uri="{FF2B5EF4-FFF2-40B4-BE49-F238E27FC236}">
                <a16:creationId xmlns:a16="http://schemas.microsoft.com/office/drawing/2014/main" id="{F7AF29AD-D216-4E2F-AB0F-7322FE431CC8}"/>
              </a:ext>
            </a:extLst>
          </p:cNvPr>
          <p:cNvSpPr>
            <a:spLocks noGrp="1"/>
          </p:cNvSpPr>
          <p:nvPr/>
        </p:nvSpPr>
        <p:spPr>
          <a:xfrm>
            <a:off x="10086975" y="2743200"/>
            <a:ext cx="19050" cy="666750"/>
          </a:xfrm>
          <a:prstGeom prst="rect">
            <a:avLst/>
          </a:prstGeom>
          <a:solidFill>
            <a:srgbClr val="9A5900"/>
          </a:solidFill>
          <a:ln w="0">
            <a:noFill/>
          </a:ln>
        </p:spPr>
      </p:sp>
      <p:sp>
        <p:nvSpPr>
          <p:cNvPr id="19" name="pointer-172">
            <a:extLst>
              <a:ext uri="{FF2B5EF4-FFF2-40B4-BE49-F238E27FC236}">
                <a16:creationId xmlns:a16="http://schemas.microsoft.com/office/drawing/2014/main" id="{7CB031AD-AD7D-463D-9EBE-9F1EDA38241A}"/>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6</a:t>
            </a:r>
          </a:p>
        </p:txBody>
      </p:sp>
      <p:sp>
        <p:nvSpPr>
          <p:cNvPr id="20" name="current-equation">
            <a:extLst>
              <a:ext uri="{FF2B5EF4-FFF2-40B4-BE49-F238E27FC236}">
                <a16:creationId xmlns:a16="http://schemas.microsoft.com/office/drawing/2014/main" id="{FD73E7CF-4ED0-49BE-859A-BEE02C46FCD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2A536DD6-ED19-4DC0-A3DF-FBE8F61D0C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74-label">
            <a:extLst>
              <a:ext uri="{FF2B5EF4-FFF2-40B4-BE49-F238E27FC236}">
                <a16:creationId xmlns:a16="http://schemas.microsoft.com/office/drawing/2014/main" id="{6AA8B478-5144-4D42-97DA-3F180DA40CF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FB234779-E68A-4483-914B-7C9F61C19AE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74-0">
            <a:extLst>
              <a:ext uri="{FF2B5EF4-FFF2-40B4-BE49-F238E27FC236}">
                <a16:creationId xmlns:a16="http://schemas.microsoft.com/office/drawing/2014/main" id="{3FB5284D-DE9E-4017-9AB9-304276B287C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4-1">
            <a:extLst>
              <a:ext uri="{FF2B5EF4-FFF2-40B4-BE49-F238E27FC236}">
                <a16:creationId xmlns:a16="http://schemas.microsoft.com/office/drawing/2014/main" id="{950AA9B9-2914-4A64-9A42-2120946CBC9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4-2">
            <a:extLst>
              <a:ext uri="{FF2B5EF4-FFF2-40B4-BE49-F238E27FC236}">
                <a16:creationId xmlns:a16="http://schemas.microsoft.com/office/drawing/2014/main" id="{C6860269-D45D-4309-9675-35D1C3361AC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4-3">
            <a:extLst>
              <a:ext uri="{FF2B5EF4-FFF2-40B4-BE49-F238E27FC236}">
                <a16:creationId xmlns:a16="http://schemas.microsoft.com/office/drawing/2014/main" id="{FEE71BD2-15EA-48DC-8F45-41F7A88FA74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4-4">
            <a:extLst>
              <a:ext uri="{FF2B5EF4-FFF2-40B4-BE49-F238E27FC236}">
                <a16:creationId xmlns:a16="http://schemas.microsoft.com/office/drawing/2014/main" id="{535455E0-00CC-4C08-84D8-7C647D6DC6B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4-5">
            <a:extLst>
              <a:ext uri="{FF2B5EF4-FFF2-40B4-BE49-F238E27FC236}">
                <a16:creationId xmlns:a16="http://schemas.microsoft.com/office/drawing/2014/main" id="{6B1DF969-B758-480E-8596-CDF38A7F546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4-6">
            <a:extLst>
              <a:ext uri="{FF2B5EF4-FFF2-40B4-BE49-F238E27FC236}">
                <a16:creationId xmlns:a16="http://schemas.microsoft.com/office/drawing/2014/main" id="{D182CF36-72A5-4EB8-B878-9C8FC089A8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4-7">
            <a:extLst>
              <a:ext uri="{FF2B5EF4-FFF2-40B4-BE49-F238E27FC236}">
                <a16:creationId xmlns:a16="http://schemas.microsoft.com/office/drawing/2014/main" id="{A63AAD3C-3D8B-418B-82C0-2C4CDDF677B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75">
            <a:extLst>
              <a:ext uri="{FF2B5EF4-FFF2-40B4-BE49-F238E27FC236}">
                <a16:creationId xmlns:a16="http://schemas.microsoft.com/office/drawing/2014/main" id="{38D2F2B2-F6FA-472C-9749-11F84CD89777}"/>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F8897C1-2C0E-4257-8CFC-E9F881D92A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457898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125B39B-67C5-4732-995E-D0761CECC4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82CE1C2-4FB6-44F8-8CEE-D6C139ED5D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27DF6F-12BF-4355-85A1-490044763B7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오른쪽 스캔 1/1</a:t>
            </a:r>
          </a:p>
        </p:txBody>
      </p:sp>
      <p:sp>
        <p:nvSpPr>
          <p:cNvPr id="4" name="diagram-line-176">
            <a:extLst>
              <a:ext uri="{FF2B5EF4-FFF2-40B4-BE49-F238E27FC236}">
                <a16:creationId xmlns:a16="http://schemas.microsoft.com/office/drawing/2014/main" id="{0AFAAD88-8A50-4C7E-A80B-BA701E2AF53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871E603-71C2-4B1E-9F4D-CE3E42FDF30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[7~7]입니다.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 &gt; 이전 기록 −∞ → right_sum 갱신.</a:t>
            </a:r>
          </a:p>
        </p:txBody>
      </p:sp>
      <p:sp>
        <p:nvSpPr>
          <p:cNvPr id="6" name="footer">
            <a:extLst>
              <a:ext uri="{FF2B5EF4-FFF2-40B4-BE49-F238E27FC236}">
                <a16:creationId xmlns:a16="http://schemas.microsoft.com/office/drawing/2014/main" id="{CC6D5A70-6C3A-43C2-A9AC-2AD249551D1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7DCC616-A088-4E0C-A610-C098FAE320B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137</a:t>
            </a:r>
            <a:endParaRPr sz="1050" b="0">
              <a:solidFill>
                <a:srgbClr val="151515"/>
              </a:solidFill>
              <a:latin typeface="Consolas"/>
              <a:ea typeface="Consolas"/>
              <a:cs typeface="Consolas"/>
            </a:endParaRPr>
          </a:p>
        </p:txBody>
      </p:sp>
      <p:sp>
        <p:nvSpPr>
          <p:cNvPr id="8" name="row-177-label">
            <a:extLst>
              <a:ext uri="{FF2B5EF4-FFF2-40B4-BE49-F238E27FC236}">
                <a16:creationId xmlns:a16="http://schemas.microsoft.com/office/drawing/2014/main" id="{B9A66F7B-3E13-4562-ACFE-96743492EC5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037F3CF-3246-4C03-9B1D-DF376FCD29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7-0">
            <a:extLst>
              <a:ext uri="{FF2B5EF4-FFF2-40B4-BE49-F238E27FC236}">
                <a16:creationId xmlns:a16="http://schemas.microsoft.com/office/drawing/2014/main" id="{0EFD52A8-2DBB-4BA4-BEBD-61C0F693BBB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7-1">
            <a:extLst>
              <a:ext uri="{FF2B5EF4-FFF2-40B4-BE49-F238E27FC236}">
                <a16:creationId xmlns:a16="http://schemas.microsoft.com/office/drawing/2014/main" id="{9DEAC6B1-5AA6-4839-881E-8BB5A615B48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7-2">
            <a:extLst>
              <a:ext uri="{FF2B5EF4-FFF2-40B4-BE49-F238E27FC236}">
                <a16:creationId xmlns:a16="http://schemas.microsoft.com/office/drawing/2014/main" id="{1A625ACF-235B-48D7-81FB-A5211F39207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7-3">
            <a:extLst>
              <a:ext uri="{FF2B5EF4-FFF2-40B4-BE49-F238E27FC236}">
                <a16:creationId xmlns:a16="http://schemas.microsoft.com/office/drawing/2014/main" id="{CD5451D9-BB4A-415A-AFD2-55D8636A3DE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7-4">
            <a:extLst>
              <a:ext uri="{FF2B5EF4-FFF2-40B4-BE49-F238E27FC236}">
                <a16:creationId xmlns:a16="http://schemas.microsoft.com/office/drawing/2014/main" id="{3534245A-D868-4595-972E-6981186F002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7-5">
            <a:extLst>
              <a:ext uri="{FF2B5EF4-FFF2-40B4-BE49-F238E27FC236}">
                <a16:creationId xmlns:a16="http://schemas.microsoft.com/office/drawing/2014/main" id="{EA661592-7202-49FC-ABBC-5367D2965A88}"/>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7-6">
            <a:extLst>
              <a:ext uri="{FF2B5EF4-FFF2-40B4-BE49-F238E27FC236}">
                <a16:creationId xmlns:a16="http://schemas.microsoft.com/office/drawing/2014/main" id="{DCE16A62-8B9F-4F7B-AA85-1E2EF6684C8F}"/>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7-7">
            <a:extLst>
              <a:ext uri="{FF2B5EF4-FFF2-40B4-BE49-F238E27FC236}">
                <a16:creationId xmlns:a16="http://schemas.microsoft.com/office/drawing/2014/main" id="{94BAF27B-5D8B-4BB4-943C-5256FA20953B}"/>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8">
            <a:extLst>
              <a:ext uri="{FF2B5EF4-FFF2-40B4-BE49-F238E27FC236}">
                <a16:creationId xmlns:a16="http://schemas.microsoft.com/office/drawing/2014/main" id="{A4C58F71-C7A0-486D-83CF-7CD2D5394EFE}"/>
              </a:ext>
            </a:extLst>
          </p:cNvPr>
          <p:cNvSpPr>
            <a:spLocks noGrp="1"/>
          </p:cNvSpPr>
          <p:nvPr/>
        </p:nvSpPr>
        <p:spPr>
          <a:xfrm>
            <a:off x="10086975" y="2743200"/>
            <a:ext cx="19050" cy="666750"/>
          </a:xfrm>
          <a:prstGeom prst="rect">
            <a:avLst/>
          </a:prstGeom>
          <a:solidFill>
            <a:srgbClr val="9A5900"/>
          </a:solidFill>
          <a:ln w="0">
            <a:noFill/>
          </a:ln>
        </p:spPr>
      </p:sp>
      <p:sp>
        <p:nvSpPr>
          <p:cNvPr id="19" name="pointer-177">
            <a:extLst>
              <a:ext uri="{FF2B5EF4-FFF2-40B4-BE49-F238E27FC236}">
                <a16:creationId xmlns:a16="http://schemas.microsoft.com/office/drawing/2014/main" id="{91E7F292-9EB1-4463-8DC3-A0DE510F9A43}"/>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3AE1678-F623-4990-9644-D6D43DDA62D6}"/>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 = 1</a:t>
            </a:r>
          </a:p>
        </p:txBody>
      </p:sp>
      <p:sp>
        <p:nvSpPr>
          <p:cNvPr id="21" name="best-equation">
            <a:extLst>
              <a:ext uri="{FF2B5EF4-FFF2-40B4-BE49-F238E27FC236}">
                <a16:creationId xmlns:a16="http://schemas.microsoft.com/office/drawing/2014/main" id="{876F367E-53B7-44A7-8EFE-69D43292849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a:t>
            </a:r>
          </a:p>
        </p:txBody>
      </p:sp>
      <p:sp>
        <p:nvSpPr>
          <p:cNvPr id="22" name="row-179-label">
            <a:extLst>
              <a:ext uri="{FF2B5EF4-FFF2-40B4-BE49-F238E27FC236}">
                <a16:creationId xmlns:a16="http://schemas.microsoft.com/office/drawing/2014/main" id="{1C9EF0EA-BF10-4603-A3D9-3A2F10EFD7E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4530942-F606-4F45-81DC-DA3691FFE8A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179-0">
            <a:extLst>
              <a:ext uri="{FF2B5EF4-FFF2-40B4-BE49-F238E27FC236}">
                <a16:creationId xmlns:a16="http://schemas.microsoft.com/office/drawing/2014/main" id="{B638F6AE-9D07-4AF0-8ABD-00A5FF3BD1D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9-1">
            <a:extLst>
              <a:ext uri="{FF2B5EF4-FFF2-40B4-BE49-F238E27FC236}">
                <a16:creationId xmlns:a16="http://schemas.microsoft.com/office/drawing/2014/main" id="{559794B2-62BD-4190-9846-E5ADB7D41CA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9-2">
            <a:extLst>
              <a:ext uri="{FF2B5EF4-FFF2-40B4-BE49-F238E27FC236}">
                <a16:creationId xmlns:a16="http://schemas.microsoft.com/office/drawing/2014/main" id="{670A17F2-3FC8-4832-A75E-44AE36310DC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9-3">
            <a:extLst>
              <a:ext uri="{FF2B5EF4-FFF2-40B4-BE49-F238E27FC236}">
                <a16:creationId xmlns:a16="http://schemas.microsoft.com/office/drawing/2014/main" id="{E17DC97C-D9A3-44F2-856A-DE0E563B4C7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9-4">
            <a:extLst>
              <a:ext uri="{FF2B5EF4-FFF2-40B4-BE49-F238E27FC236}">
                <a16:creationId xmlns:a16="http://schemas.microsoft.com/office/drawing/2014/main" id="{46AB1CEF-D96E-4021-B0AE-B4EDA320E2E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9-5">
            <a:extLst>
              <a:ext uri="{FF2B5EF4-FFF2-40B4-BE49-F238E27FC236}">
                <a16:creationId xmlns:a16="http://schemas.microsoft.com/office/drawing/2014/main" id="{8279D8A0-DB7F-4D24-92AA-D66EDA4505E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9-6">
            <a:extLst>
              <a:ext uri="{FF2B5EF4-FFF2-40B4-BE49-F238E27FC236}">
                <a16:creationId xmlns:a16="http://schemas.microsoft.com/office/drawing/2014/main" id="{67776287-A8CE-4DB1-B574-2B6B974961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9-7">
            <a:extLst>
              <a:ext uri="{FF2B5EF4-FFF2-40B4-BE49-F238E27FC236}">
                <a16:creationId xmlns:a16="http://schemas.microsoft.com/office/drawing/2014/main" id="{D0BB2DDD-9D0F-420C-ACB4-E51701EB9C5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80">
            <a:extLst>
              <a:ext uri="{FF2B5EF4-FFF2-40B4-BE49-F238E27FC236}">
                <a16:creationId xmlns:a16="http://schemas.microsoft.com/office/drawing/2014/main" id="{59C1DC24-EC36-4B32-AC32-7992F5E121D5}"/>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FC9711E-0A79-4DA8-BB92-A80843EB790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55690552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CC0C9D2-C5B5-4B3B-BDFE-EE05756FB8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9B279C2-B89D-4D08-8FD1-2440505896D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7493CD-17F4-4547-902E-AF99851FD38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세 후보 비교 → 6 반환</a:t>
            </a:r>
          </a:p>
        </p:txBody>
      </p:sp>
      <p:sp>
        <p:nvSpPr>
          <p:cNvPr id="4" name="diagram-line-181">
            <a:extLst>
              <a:ext uri="{FF2B5EF4-FFF2-40B4-BE49-F238E27FC236}">
                <a16:creationId xmlns:a16="http://schemas.microsoft.com/office/drawing/2014/main" id="{EE052519-36E0-48B6-93B9-4E95D950BB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22B6556-2264-4E67-B02E-12C1CB68C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오른쪽 1, 경계를 걸친 합 6을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max(5, 1, 6) = 6입니다.</a:t>
            </a:r>
          </a:p>
        </p:txBody>
      </p:sp>
      <p:sp>
        <p:nvSpPr>
          <p:cNvPr id="6" name="footer">
            <a:extLst>
              <a:ext uri="{FF2B5EF4-FFF2-40B4-BE49-F238E27FC236}">
                <a16:creationId xmlns:a16="http://schemas.microsoft.com/office/drawing/2014/main" id="{D4007B4E-1536-4716-AFA0-915FB7B042C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8C6258C-2762-42B0-A403-A98467D870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138</a:t>
            </a:r>
            <a:endParaRPr sz="1050" b="0">
              <a:solidFill>
                <a:srgbClr val="151515"/>
              </a:solidFill>
              <a:latin typeface="Consolas"/>
              <a:ea typeface="Consolas"/>
              <a:cs typeface="Consolas"/>
            </a:endParaRPr>
          </a:p>
        </p:txBody>
      </p:sp>
      <p:sp>
        <p:nvSpPr>
          <p:cNvPr id="8" name="row-182-label">
            <a:extLst>
              <a:ext uri="{FF2B5EF4-FFF2-40B4-BE49-F238E27FC236}">
                <a16:creationId xmlns:a16="http://schemas.microsoft.com/office/drawing/2014/main" id="{597C4984-19A2-4192-AC97-5BD3B03A0575}"/>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4A25941D-B282-40EC-AB09-8438343CA78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2-0">
            <a:extLst>
              <a:ext uri="{FF2B5EF4-FFF2-40B4-BE49-F238E27FC236}">
                <a16:creationId xmlns:a16="http://schemas.microsoft.com/office/drawing/2014/main" id="{EC6757AB-77DD-4249-8BBD-2E7249AFADCA}"/>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2-1">
            <a:extLst>
              <a:ext uri="{FF2B5EF4-FFF2-40B4-BE49-F238E27FC236}">
                <a16:creationId xmlns:a16="http://schemas.microsoft.com/office/drawing/2014/main" id="{382673E1-5CFF-4BB2-BAD0-59A784F2E91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2-2">
            <a:extLst>
              <a:ext uri="{FF2B5EF4-FFF2-40B4-BE49-F238E27FC236}">
                <a16:creationId xmlns:a16="http://schemas.microsoft.com/office/drawing/2014/main" id="{D9CA4CFF-DC81-4716-B896-01EDB55BA604}"/>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2-3">
            <a:extLst>
              <a:ext uri="{FF2B5EF4-FFF2-40B4-BE49-F238E27FC236}">
                <a16:creationId xmlns:a16="http://schemas.microsoft.com/office/drawing/2014/main" id="{7A2F774A-2099-4942-986C-958A45D2AAC1}"/>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2-4">
            <a:extLst>
              <a:ext uri="{FF2B5EF4-FFF2-40B4-BE49-F238E27FC236}">
                <a16:creationId xmlns:a16="http://schemas.microsoft.com/office/drawing/2014/main" id="{406A7581-9589-4162-8F39-41B71BCBE7BA}"/>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2-5">
            <a:extLst>
              <a:ext uri="{FF2B5EF4-FFF2-40B4-BE49-F238E27FC236}">
                <a16:creationId xmlns:a16="http://schemas.microsoft.com/office/drawing/2014/main" id="{C6F7EDDF-6F4F-44F1-9372-253FC8F9E6DB}"/>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2-6">
            <a:extLst>
              <a:ext uri="{FF2B5EF4-FFF2-40B4-BE49-F238E27FC236}">
                <a16:creationId xmlns:a16="http://schemas.microsoft.com/office/drawing/2014/main" id="{F38D31FA-5176-435B-91BC-A21B3ACFB4F1}"/>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2-7">
            <a:extLst>
              <a:ext uri="{FF2B5EF4-FFF2-40B4-BE49-F238E27FC236}">
                <a16:creationId xmlns:a16="http://schemas.microsoft.com/office/drawing/2014/main" id="{E05012F5-FA07-4516-963E-D1C5CC9139E1}"/>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82">
            <a:extLst>
              <a:ext uri="{FF2B5EF4-FFF2-40B4-BE49-F238E27FC236}">
                <a16:creationId xmlns:a16="http://schemas.microsoft.com/office/drawing/2014/main" id="{EC40A0E8-1488-47A8-B995-09C2FE1E3434}"/>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5</a:t>
            </a:r>
          </a:p>
        </p:txBody>
      </p:sp>
      <p:sp>
        <p:nvSpPr>
          <p:cNvPr id="19" name="row-183-label">
            <a:extLst>
              <a:ext uri="{FF2B5EF4-FFF2-40B4-BE49-F238E27FC236}">
                <a16:creationId xmlns:a16="http://schemas.microsoft.com/office/drawing/2014/main" id="{97A62104-A139-4B54-8DA8-91FBBE87F8C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37EC3C0A-1A99-49E7-9B26-FCB9EAD68F31}"/>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83-0">
            <a:extLst>
              <a:ext uri="{FF2B5EF4-FFF2-40B4-BE49-F238E27FC236}">
                <a16:creationId xmlns:a16="http://schemas.microsoft.com/office/drawing/2014/main" id="{7429322D-A30E-422A-A028-CE3375A8A98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83-1">
            <a:extLst>
              <a:ext uri="{FF2B5EF4-FFF2-40B4-BE49-F238E27FC236}">
                <a16:creationId xmlns:a16="http://schemas.microsoft.com/office/drawing/2014/main" id="{60ECD1D7-5404-43D0-8578-F7421F8EAF4C}"/>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83-2">
            <a:extLst>
              <a:ext uri="{FF2B5EF4-FFF2-40B4-BE49-F238E27FC236}">
                <a16:creationId xmlns:a16="http://schemas.microsoft.com/office/drawing/2014/main" id="{CA9DED68-9C2E-4162-A089-FAC329E2DB18}"/>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83-3">
            <a:extLst>
              <a:ext uri="{FF2B5EF4-FFF2-40B4-BE49-F238E27FC236}">
                <a16:creationId xmlns:a16="http://schemas.microsoft.com/office/drawing/2014/main" id="{43A4E62E-314B-4E27-96E4-A7B8F011CF0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83-4">
            <a:extLst>
              <a:ext uri="{FF2B5EF4-FFF2-40B4-BE49-F238E27FC236}">
                <a16:creationId xmlns:a16="http://schemas.microsoft.com/office/drawing/2014/main" id="{82BCBAD6-6045-46DD-8BD3-50188E5549F9}"/>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83-5">
            <a:extLst>
              <a:ext uri="{FF2B5EF4-FFF2-40B4-BE49-F238E27FC236}">
                <a16:creationId xmlns:a16="http://schemas.microsoft.com/office/drawing/2014/main" id="{BD6D2B93-0450-4659-9288-DC944471B09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83-6">
            <a:extLst>
              <a:ext uri="{FF2B5EF4-FFF2-40B4-BE49-F238E27FC236}">
                <a16:creationId xmlns:a16="http://schemas.microsoft.com/office/drawing/2014/main" id="{2D1131A4-09A4-4064-9133-2A77CC99133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83-7">
            <a:extLst>
              <a:ext uri="{FF2B5EF4-FFF2-40B4-BE49-F238E27FC236}">
                <a16:creationId xmlns:a16="http://schemas.microsoft.com/office/drawing/2014/main" id="{5E7FA402-BAB5-4C4A-8B3D-0217BD88527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83">
            <a:extLst>
              <a:ext uri="{FF2B5EF4-FFF2-40B4-BE49-F238E27FC236}">
                <a16:creationId xmlns:a16="http://schemas.microsoft.com/office/drawing/2014/main" id="{55F0CBD8-0830-4852-A420-D18DC2F2728B}"/>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30" name="row-184-label">
            <a:extLst>
              <a:ext uri="{FF2B5EF4-FFF2-40B4-BE49-F238E27FC236}">
                <a16:creationId xmlns:a16="http://schemas.microsoft.com/office/drawing/2014/main" id="{277860A8-11EB-4613-A5F3-D576D540A99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6DC451B-7F0C-43DD-9651-F2C8B76F506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184-0">
            <a:extLst>
              <a:ext uri="{FF2B5EF4-FFF2-40B4-BE49-F238E27FC236}">
                <a16:creationId xmlns:a16="http://schemas.microsoft.com/office/drawing/2014/main" id="{BCB38400-26BC-40EB-B698-AB137C00FE4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84-1">
            <a:extLst>
              <a:ext uri="{FF2B5EF4-FFF2-40B4-BE49-F238E27FC236}">
                <a16:creationId xmlns:a16="http://schemas.microsoft.com/office/drawing/2014/main" id="{04B8164F-22F2-4CD2-A212-C358274BDB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84-2">
            <a:extLst>
              <a:ext uri="{FF2B5EF4-FFF2-40B4-BE49-F238E27FC236}">
                <a16:creationId xmlns:a16="http://schemas.microsoft.com/office/drawing/2014/main" id="{E14B62F8-E9B9-479A-B54E-6B59EB85D15A}"/>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84-3">
            <a:extLst>
              <a:ext uri="{FF2B5EF4-FFF2-40B4-BE49-F238E27FC236}">
                <a16:creationId xmlns:a16="http://schemas.microsoft.com/office/drawing/2014/main" id="{88474516-9050-4FCF-A38A-F00BDA7B56B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84-4">
            <a:extLst>
              <a:ext uri="{FF2B5EF4-FFF2-40B4-BE49-F238E27FC236}">
                <a16:creationId xmlns:a16="http://schemas.microsoft.com/office/drawing/2014/main" id="{C87D3CD5-1B41-4589-84D7-AD296011845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84-5">
            <a:extLst>
              <a:ext uri="{FF2B5EF4-FFF2-40B4-BE49-F238E27FC236}">
                <a16:creationId xmlns:a16="http://schemas.microsoft.com/office/drawing/2014/main" id="{EEB30BC2-8574-47D7-904B-3A3C28AE19AD}"/>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84-6">
            <a:extLst>
              <a:ext uri="{FF2B5EF4-FFF2-40B4-BE49-F238E27FC236}">
                <a16:creationId xmlns:a16="http://schemas.microsoft.com/office/drawing/2014/main" id="{30FE604D-4D44-4739-8341-C5B32ACEF7DC}"/>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84-7">
            <a:extLst>
              <a:ext uri="{FF2B5EF4-FFF2-40B4-BE49-F238E27FC236}">
                <a16:creationId xmlns:a16="http://schemas.microsoft.com/office/drawing/2014/main" id="{57268401-5792-4019-B292-05DB173C8267}"/>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84">
            <a:extLst>
              <a:ext uri="{FF2B5EF4-FFF2-40B4-BE49-F238E27FC236}">
                <a16:creationId xmlns:a16="http://schemas.microsoft.com/office/drawing/2014/main" id="{92F99616-3C19-4F67-ACD2-07A9837B2885}"/>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6</a:t>
            </a:r>
          </a:p>
        </p:txBody>
      </p:sp>
      <p:sp>
        <p:nvSpPr>
          <p:cNvPr id="41" name="caption">
            <a:extLst>
              <a:ext uri="{FF2B5EF4-FFF2-40B4-BE49-F238E27FC236}">
                <a16:creationId xmlns:a16="http://schemas.microsoft.com/office/drawing/2014/main" id="{082FF6AF-E431-4F82-ABCE-F1AAF346308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right_max에 6을 반환합니다.</a:t>
            </a:r>
          </a:p>
        </p:txBody>
      </p:sp>
    </p:spTree>
    <p:extLst>
      <p:ext uri="{BB962C8B-B14F-4D97-AF65-F5344CB8AC3E}">
        <p14:creationId xmlns:p14="http://schemas.microsoft.com/office/powerpoint/2010/main" val="413488691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B14F1345-4C7A-4D3D-9645-B9C77173856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4A4F05D-EEE6-4936-9DF2-EC02F255D42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36BCB0A-CEC6-4CA1-B9D2-8140BE8175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답 6도 받음</a:t>
            </a:r>
          </a:p>
        </p:txBody>
      </p:sp>
      <p:sp>
        <p:nvSpPr>
          <p:cNvPr id="4" name="diagram-line-185">
            <a:extLst>
              <a:ext uri="{FF2B5EF4-FFF2-40B4-BE49-F238E27FC236}">
                <a16:creationId xmlns:a16="http://schemas.microsoft.com/office/drawing/2014/main" id="{3D3FE9B6-79ED-42B1-9E49-DF8849669368}"/>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CD54D3-93E3-4506-B2D2-72ABFF38164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7, right_max = 6입니다.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467A7A53-FC6B-4C6B-BF93-DD113E6A140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4351034-19B5-4EA8-B2A7-E140EC657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139</a:t>
            </a:r>
            <a:endParaRPr sz="1050" b="0">
              <a:solidFill>
                <a:srgbClr val="151515"/>
              </a:solidFill>
              <a:latin typeface="Consolas"/>
              <a:ea typeface="Consolas"/>
              <a:cs typeface="Consolas"/>
            </a:endParaRPr>
          </a:p>
        </p:txBody>
      </p:sp>
      <p:sp>
        <p:nvSpPr>
          <p:cNvPr id="8" name="row-186-label">
            <a:extLst>
              <a:ext uri="{FF2B5EF4-FFF2-40B4-BE49-F238E27FC236}">
                <a16:creationId xmlns:a16="http://schemas.microsoft.com/office/drawing/2014/main" id="{BD9709B6-153B-453A-A2B8-1FE96210054B}"/>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8C324D8A-9706-4C3F-B3D7-2C9C3A6295A4}"/>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86-0">
            <a:extLst>
              <a:ext uri="{FF2B5EF4-FFF2-40B4-BE49-F238E27FC236}">
                <a16:creationId xmlns:a16="http://schemas.microsoft.com/office/drawing/2014/main" id="{98445625-1486-460E-85DD-1F527A0E0C2C}"/>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6-1">
            <a:extLst>
              <a:ext uri="{FF2B5EF4-FFF2-40B4-BE49-F238E27FC236}">
                <a16:creationId xmlns:a16="http://schemas.microsoft.com/office/drawing/2014/main" id="{AB095FC1-DB32-4319-AAE0-F42F43452539}"/>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6-2">
            <a:extLst>
              <a:ext uri="{FF2B5EF4-FFF2-40B4-BE49-F238E27FC236}">
                <a16:creationId xmlns:a16="http://schemas.microsoft.com/office/drawing/2014/main" id="{B4BBD8DC-8441-40F3-B1BE-577D40D01889}"/>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6-3">
            <a:extLst>
              <a:ext uri="{FF2B5EF4-FFF2-40B4-BE49-F238E27FC236}">
                <a16:creationId xmlns:a16="http://schemas.microsoft.com/office/drawing/2014/main" id="{A9099C3D-13CC-478C-9D8E-8F4D801E3514}"/>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6-4">
            <a:extLst>
              <a:ext uri="{FF2B5EF4-FFF2-40B4-BE49-F238E27FC236}">
                <a16:creationId xmlns:a16="http://schemas.microsoft.com/office/drawing/2014/main" id="{A8E080FA-F176-4E62-85A6-937D877D27AC}"/>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6-5">
            <a:extLst>
              <a:ext uri="{FF2B5EF4-FFF2-40B4-BE49-F238E27FC236}">
                <a16:creationId xmlns:a16="http://schemas.microsoft.com/office/drawing/2014/main" id="{A61A374C-E706-4E7D-B1BE-60D93650D0FA}"/>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6-6">
            <a:extLst>
              <a:ext uri="{FF2B5EF4-FFF2-40B4-BE49-F238E27FC236}">
                <a16:creationId xmlns:a16="http://schemas.microsoft.com/office/drawing/2014/main" id="{06916579-13CB-4BF4-96FE-762B468AFB1C}"/>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6-7">
            <a:extLst>
              <a:ext uri="{FF2B5EF4-FFF2-40B4-BE49-F238E27FC236}">
                <a16:creationId xmlns:a16="http://schemas.microsoft.com/office/drawing/2014/main" id="{35620AB0-856E-4504-8C32-CE97096EDA14}"/>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187-label">
            <a:extLst>
              <a:ext uri="{FF2B5EF4-FFF2-40B4-BE49-F238E27FC236}">
                <a16:creationId xmlns:a16="http://schemas.microsoft.com/office/drawing/2014/main" id="{C81304A6-468D-4D41-9769-7A55E05E2546}"/>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6</a:t>
            </a:r>
          </a:p>
        </p:txBody>
      </p:sp>
      <p:graphicFrame>
        <p:nvGraphicFramePr>
          <p:cNvPr id="19" name="표 18">
            <a:extLst>
              <a:ext uri="{FF2B5EF4-FFF2-40B4-BE49-F238E27FC236}">
                <a16:creationId xmlns:a16="http://schemas.microsoft.com/office/drawing/2014/main" id="{0123C127-B96F-4841-8C32-19705A93E688}"/>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0" name="index-187-0">
            <a:extLst>
              <a:ext uri="{FF2B5EF4-FFF2-40B4-BE49-F238E27FC236}">
                <a16:creationId xmlns:a16="http://schemas.microsoft.com/office/drawing/2014/main" id="{08594535-1E20-4B7A-B89D-6345F4A92F29}"/>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187-1">
            <a:extLst>
              <a:ext uri="{FF2B5EF4-FFF2-40B4-BE49-F238E27FC236}">
                <a16:creationId xmlns:a16="http://schemas.microsoft.com/office/drawing/2014/main" id="{EFD225F5-82B5-42C3-BB51-E118EE42F7B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187-2">
            <a:extLst>
              <a:ext uri="{FF2B5EF4-FFF2-40B4-BE49-F238E27FC236}">
                <a16:creationId xmlns:a16="http://schemas.microsoft.com/office/drawing/2014/main" id="{27FE9894-B56E-4E65-8DD0-B116F3432F5F}"/>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187-3">
            <a:extLst>
              <a:ext uri="{FF2B5EF4-FFF2-40B4-BE49-F238E27FC236}">
                <a16:creationId xmlns:a16="http://schemas.microsoft.com/office/drawing/2014/main" id="{53C8C97B-ED23-413C-B3EB-2DCD8551266B}"/>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187-4">
            <a:extLst>
              <a:ext uri="{FF2B5EF4-FFF2-40B4-BE49-F238E27FC236}">
                <a16:creationId xmlns:a16="http://schemas.microsoft.com/office/drawing/2014/main" id="{46FAE72E-48DE-41A1-95F6-E547A3D9B62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187-5">
            <a:extLst>
              <a:ext uri="{FF2B5EF4-FFF2-40B4-BE49-F238E27FC236}">
                <a16:creationId xmlns:a16="http://schemas.microsoft.com/office/drawing/2014/main" id="{67F150FE-0DD7-467C-B99F-D2A617FE03B9}"/>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187-6">
            <a:extLst>
              <a:ext uri="{FF2B5EF4-FFF2-40B4-BE49-F238E27FC236}">
                <a16:creationId xmlns:a16="http://schemas.microsoft.com/office/drawing/2014/main" id="{8453CD76-0772-4EBA-B42E-CBEDB393CD0A}"/>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187-7">
            <a:extLst>
              <a:ext uri="{FF2B5EF4-FFF2-40B4-BE49-F238E27FC236}">
                <a16:creationId xmlns:a16="http://schemas.microsoft.com/office/drawing/2014/main" id="{7BE51AF1-AC55-41ED-9578-DA85EEB622ED}"/>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37FEBAE7-7151-4264-B4EE-6D6176EBDEE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62637733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1DC7846-A998-4E10-98E0-D3B75723151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0D4C311-7064-4E68-9524-BDB3CA25661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FC8D8-ADCE-4F65-90AB-E846827E89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이제 경계를 걸치는 합 계산</a:t>
            </a:r>
          </a:p>
        </p:txBody>
      </p:sp>
      <p:sp>
        <p:nvSpPr>
          <p:cNvPr id="4" name="diagram-line-188">
            <a:extLst>
              <a:ext uri="{FF2B5EF4-FFF2-40B4-BE49-F238E27FC236}">
                <a16:creationId xmlns:a16="http://schemas.microsoft.com/office/drawing/2014/main" id="{770F9818-6917-402F-990B-EAFF4AF7787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E721F90-4CE4-4A80-940A-556F4922AF6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5입니다. 왼쪽 스캔은 a[5] = −9부터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4757130-DF7E-45B0-9531-5F210A6CD8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8009C19-4876-42B0-B4A1-973366136C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140</a:t>
            </a:r>
            <a:endParaRPr sz="1050" b="0">
              <a:solidFill>
                <a:srgbClr val="151515"/>
              </a:solidFill>
              <a:latin typeface="Consolas"/>
              <a:ea typeface="Consolas"/>
              <a:cs typeface="Consolas"/>
            </a:endParaRPr>
          </a:p>
        </p:txBody>
      </p:sp>
      <p:sp>
        <p:nvSpPr>
          <p:cNvPr id="8" name="row-189-label">
            <a:extLst>
              <a:ext uri="{FF2B5EF4-FFF2-40B4-BE49-F238E27FC236}">
                <a16:creationId xmlns:a16="http://schemas.microsoft.com/office/drawing/2014/main" id="{DF654918-8676-4B89-AFF6-2E2D75FA131B}"/>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F6C5BF1-441B-4676-91D7-40D031C65586}"/>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9-0">
            <a:extLst>
              <a:ext uri="{FF2B5EF4-FFF2-40B4-BE49-F238E27FC236}">
                <a16:creationId xmlns:a16="http://schemas.microsoft.com/office/drawing/2014/main" id="{14A93BCE-A8CE-4A9A-B959-9131E9269B8D}"/>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9-1">
            <a:extLst>
              <a:ext uri="{FF2B5EF4-FFF2-40B4-BE49-F238E27FC236}">
                <a16:creationId xmlns:a16="http://schemas.microsoft.com/office/drawing/2014/main" id="{FC8A75E4-EBC1-42F1-BA20-544AC893E599}"/>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9-2">
            <a:extLst>
              <a:ext uri="{FF2B5EF4-FFF2-40B4-BE49-F238E27FC236}">
                <a16:creationId xmlns:a16="http://schemas.microsoft.com/office/drawing/2014/main" id="{6E5B0F4B-0122-41EF-A992-2E7E4FB7DD37}"/>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9-3">
            <a:extLst>
              <a:ext uri="{FF2B5EF4-FFF2-40B4-BE49-F238E27FC236}">
                <a16:creationId xmlns:a16="http://schemas.microsoft.com/office/drawing/2014/main" id="{CF43DBB2-7F2C-46D0-8823-B2ECBE55E359}"/>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9-4">
            <a:extLst>
              <a:ext uri="{FF2B5EF4-FFF2-40B4-BE49-F238E27FC236}">
                <a16:creationId xmlns:a16="http://schemas.microsoft.com/office/drawing/2014/main" id="{E94A93CE-644F-40BF-851B-5FCE17E25A34}"/>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9-5">
            <a:extLst>
              <a:ext uri="{FF2B5EF4-FFF2-40B4-BE49-F238E27FC236}">
                <a16:creationId xmlns:a16="http://schemas.microsoft.com/office/drawing/2014/main" id="{72378451-17E7-4C8E-A940-01717C7042FE}"/>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9-6">
            <a:extLst>
              <a:ext uri="{FF2B5EF4-FFF2-40B4-BE49-F238E27FC236}">
                <a16:creationId xmlns:a16="http://schemas.microsoft.com/office/drawing/2014/main" id="{B0C0769A-3DC6-460F-84C2-D5339D951375}"/>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9-7">
            <a:extLst>
              <a:ext uri="{FF2B5EF4-FFF2-40B4-BE49-F238E27FC236}">
                <a16:creationId xmlns:a16="http://schemas.microsoft.com/office/drawing/2014/main" id="{6BB5916C-1A56-4645-A55D-2543586BB750}"/>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0">
            <a:extLst>
              <a:ext uri="{FF2B5EF4-FFF2-40B4-BE49-F238E27FC236}">
                <a16:creationId xmlns:a16="http://schemas.microsoft.com/office/drawing/2014/main" id="{A8284701-C81A-44FC-8B70-1034FE21648C}"/>
              </a:ext>
            </a:extLst>
          </p:cNvPr>
          <p:cNvSpPr>
            <a:spLocks noGrp="1"/>
          </p:cNvSpPr>
          <p:nvPr/>
        </p:nvSpPr>
        <p:spPr>
          <a:xfrm>
            <a:off x="8982075" y="2943225"/>
            <a:ext cx="19050" cy="666750"/>
          </a:xfrm>
          <a:prstGeom prst="rect">
            <a:avLst/>
          </a:prstGeom>
          <a:solidFill>
            <a:srgbClr val="9A5900"/>
          </a:solidFill>
          <a:ln w="0">
            <a:noFill/>
          </a:ln>
        </p:spPr>
      </p:sp>
      <p:sp>
        <p:nvSpPr>
          <p:cNvPr id="19" name="pointer-189">
            <a:extLst>
              <a:ext uri="{FF2B5EF4-FFF2-40B4-BE49-F238E27FC236}">
                <a16:creationId xmlns:a16="http://schemas.microsoft.com/office/drawing/2014/main" id="{9F2B574A-4B55-4FA7-9B59-A805C80F8170}"/>
              </a:ext>
            </a:extLst>
          </p:cNvPr>
          <p:cNvSpPr>
            <a:spLocks noGrp="1"/>
          </p:cNvSpPr>
          <p:nvPr/>
        </p:nvSpPr>
        <p:spPr>
          <a:xfrm>
            <a:off x="78105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initial-left-sum">
            <a:extLst>
              <a:ext uri="{FF2B5EF4-FFF2-40B4-BE49-F238E27FC236}">
                <a16:creationId xmlns:a16="http://schemas.microsoft.com/office/drawing/2014/main" id="{3AD002E7-5782-487E-849A-06DF819E6AA3}"/>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FE13B8B5-083B-4BA8-8080-EC0F3D8BEFB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7, right_max = 6.</a:t>
            </a:r>
          </a:p>
        </p:txBody>
      </p:sp>
    </p:spTree>
    <p:extLst>
      <p:ext uri="{BB962C8B-B14F-4D97-AF65-F5344CB8AC3E}">
        <p14:creationId xmlns:p14="http://schemas.microsoft.com/office/powerpoint/2010/main" val="320154376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411127F-5BFF-424D-B30C-9F627EC31F1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C8F6BD1-A570-4E6F-B447-003F82D6DED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1E08EA2-9ADA-4D0C-91AC-57ED35F260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1/2</a:t>
            </a:r>
          </a:p>
        </p:txBody>
      </p:sp>
      <p:sp>
        <p:nvSpPr>
          <p:cNvPr id="4" name="diagram-line-191">
            <a:extLst>
              <a:ext uri="{FF2B5EF4-FFF2-40B4-BE49-F238E27FC236}">
                <a16:creationId xmlns:a16="http://schemas.microsoft.com/office/drawing/2014/main" id="{4FBF337E-2639-4822-9DA3-CC7C7F9DBC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D841CF3-3AF6-4A84-B5AB-691EB3843BE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left_sum 갱신.</a:t>
            </a:r>
          </a:p>
        </p:txBody>
      </p:sp>
      <p:sp>
        <p:nvSpPr>
          <p:cNvPr id="6" name="footer">
            <a:extLst>
              <a:ext uri="{FF2B5EF4-FFF2-40B4-BE49-F238E27FC236}">
                <a16:creationId xmlns:a16="http://schemas.microsoft.com/office/drawing/2014/main" id="{ED327484-628B-47E7-AE7D-950D57BF2AD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63E99CC-41B7-4D73-8D02-D35457E38D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141</a:t>
            </a:r>
            <a:endParaRPr sz="1050" b="0">
              <a:solidFill>
                <a:srgbClr val="151515"/>
              </a:solidFill>
              <a:latin typeface="Consolas"/>
              <a:ea typeface="Consolas"/>
              <a:cs typeface="Consolas"/>
            </a:endParaRPr>
          </a:p>
        </p:txBody>
      </p:sp>
      <p:sp>
        <p:nvSpPr>
          <p:cNvPr id="8" name="row-192-label">
            <a:extLst>
              <a:ext uri="{FF2B5EF4-FFF2-40B4-BE49-F238E27FC236}">
                <a16:creationId xmlns:a16="http://schemas.microsoft.com/office/drawing/2014/main" id="{95EDBBD1-594E-42B1-8212-1243401435F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99B5B5B-F0A6-49EF-B67A-A3203B7CC73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2-0">
            <a:extLst>
              <a:ext uri="{FF2B5EF4-FFF2-40B4-BE49-F238E27FC236}">
                <a16:creationId xmlns:a16="http://schemas.microsoft.com/office/drawing/2014/main" id="{2E45D898-6241-4977-9B78-B83DC1911E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2-1">
            <a:extLst>
              <a:ext uri="{FF2B5EF4-FFF2-40B4-BE49-F238E27FC236}">
                <a16:creationId xmlns:a16="http://schemas.microsoft.com/office/drawing/2014/main" id="{B5A066F5-F27B-4D22-BFAF-C6589241DFA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2-2">
            <a:extLst>
              <a:ext uri="{FF2B5EF4-FFF2-40B4-BE49-F238E27FC236}">
                <a16:creationId xmlns:a16="http://schemas.microsoft.com/office/drawing/2014/main" id="{B46840C1-2A3A-4F96-A67B-4B1FBA820224}"/>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2-3">
            <a:extLst>
              <a:ext uri="{FF2B5EF4-FFF2-40B4-BE49-F238E27FC236}">
                <a16:creationId xmlns:a16="http://schemas.microsoft.com/office/drawing/2014/main" id="{20D29A69-582D-4C40-9D12-EDCB8FEA6B5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2-4">
            <a:extLst>
              <a:ext uri="{FF2B5EF4-FFF2-40B4-BE49-F238E27FC236}">
                <a16:creationId xmlns:a16="http://schemas.microsoft.com/office/drawing/2014/main" id="{83B518BC-02AE-4B95-A2F3-1F84DE04369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2-5">
            <a:extLst>
              <a:ext uri="{FF2B5EF4-FFF2-40B4-BE49-F238E27FC236}">
                <a16:creationId xmlns:a16="http://schemas.microsoft.com/office/drawing/2014/main" id="{8C3EDADD-0CE8-43CD-B589-DEB12F97CFE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2-6">
            <a:extLst>
              <a:ext uri="{FF2B5EF4-FFF2-40B4-BE49-F238E27FC236}">
                <a16:creationId xmlns:a16="http://schemas.microsoft.com/office/drawing/2014/main" id="{1846B997-3964-4DD0-8118-B4AA5CF3508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2-7">
            <a:extLst>
              <a:ext uri="{FF2B5EF4-FFF2-40B4-BE49-F238E27FC236}">
                <a16:creationId xmlns:a16="http://schemas.microsoft.com/office/drawing/2014/main" id="{1CB8508D-4521-4FCF-BA7E-C746AE06D18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3">
            <a:extLst>
              <a:ext uri="{FF2B5EF4-FFF2-40B4-BE49-F238E27FC236}">
                <a16:creationId xmlns:a16="http://schemas.microsoft.com/office/drawing/2014/main" id="{57460C34-74D3-4258-A8BC-115391E82E81}"/>
              </a:ext>
            </a:extLst>
          </p:cNvPr>
          <p:cNvSpPr>
            <a:spLocks noGrp="1"/>
          </p:cNvSpPr>
          <p:nvPr/>
        </p:nvSpPr>
        <p:spPr>
          <a:xfrm>
            <a:off x="8982075" y="2743200"/>
            <a:ext cx="19050" cy="666750"/>
          </a:xfrm>
          <a:prstGeom prst="rect">
            <a:avLst/>
          </a:prstGeom>
          <a:solidFill>
            <a:srgbClr val="9A5900"/>
          </a:solidFill>
          <a:ln w="0">
            <a:noFill/>
          </a:ln>
        </p:spPr>
      </p:sp>
      <p:sp>
        <p:nvSpPr>
          <p:cNvPr id="19" name="pointer-192">
            <a:extLst>
              <a:ext uri="{FF2B5EF4-FFF2-40B4-BE49-F238E27FC236}">
                <a16:creationId xmlns:a16="http://schemas.microsoft.com/office/drawing/2014/main" id="{D24BD071-CF4A-476D-81F1-8B4F978224D9}"/>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current-equation">
            <a:extLst>
              <a:ext uri="{FF2B5EF4-FFF2-40B4-BE49-F238E27FC236}">
                <a16:creationId xmlns:a16="http://schemas.microsoft.com/office/drawing/2014/main" id="{9C445595-E090-466E-9F85-1758F5FE4D2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C9A3290D-9FC8-43D7-9CD2-D3AC9D90B32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−9</a:t>
            </a:r>
          </a:p>
        </p:txBody>
      </p:sp>
      <p:sp>
        <p:nvSpPr>
          <p:cNvPr id="22" name="row-194-label">
            <a:extLst>
              <a:ext uri="{FF2B5EF4-FFF2-40B4-BE49-F238E27FC236}">
                <a16:creationId xmlns:a16="http://schemas.microsoft.com/office/drawing/2014/main" id="{EB90636B-E620-4198-9477-24D93857CB2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40B5D67-7C8D-4836-BD0D-137C7B1F2F3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4-0">
            <a:extLst>
              <a:ext uri="{FF2B5EF4-FFF2-40B4-BE49-F238E27FC236}">
                <a16:creationId xmlns:a16="http://schemas.microsoft.com/office/drawing/2014/main" id="{3F8A8F29-9BB0-4C0D-9E1B-A605FBC25328}"/>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4-1">
            <a:extLst>
              <a:ext uri="{FF2B5EF4-FFF2-40B4-BE49-F238E27FC236}">
                <a16:creationId xmlns:a16="http://schemas.microsoft.com/office/drawing/2014/main" id="{A071E165-9253-4764-9807-A1039140541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4-2">
            <a:extLst>
              <a:ext uri="{FF2B5EF4-FFF2-40B4-BE49-F238E27FC236}">
                <a16:creationId xmlns:a16="http://schemas.microsoft.com/office/drawing/2014/main" id="{BCE82155-8828-489D-883C-E212D4DCC06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4-3">
            <a:extLst>
              <a:ext uri="{FF2B5EF4-FFF2-40B4-BE49-F238E27FC236}">
                <a16:creationId xmlns:a16="http://schemas.microsoft.com/office/drawing/2014/main" id="{F3EF7451-3B6A-4FA0-A29E-07FC0AFFC68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4-4">
            <a:extLst>
              <a:ext uri="{FF2B5EF4-FFF2-40B4-BE49-F238E27FC236}">
                <a16:creationId xmlns:a16="http://schemas.microsoft.com/office/drawing/2014/main" id="{91B6BDFB-6FB4-444F-9FC8-3957E5E2E91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4-5">
            <a:extLst>
              <a:ext uri="{FF2B5EF4-FFF2-40B4-BE49-F238E27FC236}">
                <a16:creationId xmlns:a16="http://schemas.microsoft.com/office/drawing/2014/main" id="{0672452D-46A1-48CD-BAA5-027A671566A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4-6">
            <a:extLst>
              <a:ext uri="{FF2B5EF4-FFF2-40B4-BE49-F238E27FC236}">
                <a16:creationId xmlns:a16="http://schemas.microsoft.com/office/drawing/2014/main" id="{62BDD242-384D-41C2-867B-ED6937823EB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4-7">
            <a:extLst>
              <a:ext uri="{FF2B5EF4-FFF2-40B4-BE49-F238E27FC236}">
                <a16:creationId xmlns:a16="http://schemas.microsoft.com/office/drawing/2014/main" id="{EB8C1B81-5779-45FC-AC65-23FA5C7D27E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95">
            <a:extLst>
              <a:ext uri="{FF2B5EF4-FFF2-40B4-BE49-F238E27FC236}">
                <a16:creationId xmlns:a16="http://schemas.microsoft.com/office/drawing/2014/main" id="{B427096F-4917-4CE3-AAE1-9A2500F2E49C}"/>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8D32D96-5EC4-4A61-9BFD-72B89BDF22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4: a[4] = 7을 현재 합 −9에 더합니다.</a:t>
            </a:r>
          </a:p>
        </p:txBody>
      </p:sp>
    </p:spTree>
    <p:extLst>
      <p:ext uri="{BB962C8B-B14F-4D97-AF65-F5344CB8AC3E}">
        <p14:creationId xmlns:p14="http://schemas.microsoft.com/office/powerpoint/2010/main" val="373566729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32E2958-EB7A-41D3-A732-6BE0E357663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AB85AF0-18FC-4BC7-96EF-F2461BBFDCE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3F62FD-2D2D-4D36-86BC-E78A6DA303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2/2</a:t>
            </a:r>
          </a:p>
        </p:txBody>
      </p:sp>
      <p:sp>
        <p:nvSpPr>
          <p:cNvPr id="4" name="diagram-line-196">
            <a:extLst>
              <a:ext uri="{FF2B5EF4-FFF2-40B4-BE49-F238E27FC236}">
                <a16:creationId xmlns:a16="http://schemas.microsoft.com/office/drawing/2014/main" id="{32DEB131-3244-47DD-9405-3EB67B69B95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D598BF2-BFB0-4F53-8176-774A48A1942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−9 → left_sum 갱신.</a:t>
            </a:r>
          </a:p>
        </p:txBody>
      </p:sp>
      <p:sp>
        <p:nvSpPr>
          <p:cNvPr id="6" name="footer">
            <a:extLst>
              <a:ext uri="{FF2B5EF4-FFF2-40B4-BE49-F238E27FC236}">
                <a16:creationId xmlns:a16="http://schemas.microsoft.com/office/drawing/2014/main" id="{D1FAED48-33C1-4BD6-9777-B6FCB067F96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671B7C-185E-499A-A5BF-7480CF46F0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142</a:t>
            </a:r>
            <a:endParaRPr sz="1050" b="0">
              <a:solidFill>
                <a:srgbClr val="151515"/>
              </a:solidFill>
              <a:latin typeface="Consolas"/>
              <a:ea typeface="Consolas"/>
              <a:cs typeface="Consolas"/>
            </a:endParaRPr>
          </a:p>
        </p:txBody>
      </p:sp>
      <p:sp>
        <p:nvSpPr>
          <p:cNvPr id="8" name="row-197-label">
            <a:extLst>
              <a:ext uri="{FF2B5EF4-FFF2-40B4-BE49-F238E27FC236}">
                <a16:creationId xmlns:a16="http://schemas.microsoft.com/office/drawing/2014/main" id="{5673EE69-C71C-4049-BAC8-6CCA3EC7FB4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D0213E0-D815-4038-9E9C-18FE3C25F875}"/>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7-0">
            <a:extLst>
              <a:ext uri="{FF2B5EF4-FFF2-40B4-BE49-F238E27FC236}">
                <a16:creationId xmlns:a16="http://schemas.microsoft.com/office/drawing/2014/main" id="{678B90C8-461E-4DC5-8D6B-776833E9867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7-1">
            <a:extLst>
              <a:ext uri="{FF2B5EF4-FFF2-40B4-BE49-F238E27FC236}">
                <a16:creationId xmlns:a16="http://schemas.microsoft.com/office/drawing/2014/main" id="{64C21B4A-D533-46B1-8413-13DC9150711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7-2">
            <a:extLst>
              <a:ext uri="{FF2B5EF4-FFF2-40B4-BE49-F238E27FC236}">
                <a16:creationId xmlns:a16="http://schemas.microsoft.com/office/drawing/2014/main" id="{E7BD52EC-9C11-406D-856F-83225FC0F23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7-3">
            <a:extLst>
              <a:ext uri="{FF2B5EF4-FFF2-40B4-BE49-F238E27FC236}">
                <a16:creationId xmlns:a16="http://schemas.microsoft.com/office/drawing/2014/main" id="{D26B370B-4A1C-429F-B431-8BA0CE24B87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7-4">
            <a:extLst>
              <a:ext uri="{FF2B5EF4-FFF2-40B4-BE49-F238E27FC236}">
                <a16:creationId xmlns:a16="http://schemas.microsoft.com/office/drawing/2014/main" id="{5A485BBA-B643-48EF-ABAF-0085DAC8A84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7-5">
            <a:extLst>
              <a:ext uri="{FF2B5EF4-FFF2-40B4-BE49-F238E27FC236}">
                <a16:creationId xmlns:a16="http://schemas.microsoft.com/office/drawing/2014/main" id="{2346EE84-2AFB-4873-963A-775F3DE28A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7-6">
            <a:extLst>
              <a:ext uri="{FF2B5EF4-FFF2-40B4-BE49-F238E27FC236}">
                <a16:creationId xmlns:a16="http://schemas.microsoft.com/office/drawing/2014/main" id="{1AF97BF1-A534-4B69-9F13-8B0F97C53A77}"/>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7-7">
            <a:extLst>
              <a:ext uri="{FF2B5EF4-FFF2-40B4-BE49-F238E27FC236}">
                <a16:creationId xmlns:a16="http://schemas.microsoft.com/office/drawing/2014/main" id="{698523CE-0BBC-4A0D-A841-F1BF15EB579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8">
            <a:extLst>
              <a:ext uri="{FF2B5EF4-FFF2-40B4-BE49-F238E27FC236}">
                <a16:creationId xmlns:a16="http://schemas.microsoft.com/office/drawing/2014/main" id="{A8C9061E-CFD1-489E-9670-A2E7493BB6D6}"/>
              </a:ext>
            </a:extLst>
          </p:cNvPr>
          <p:cNvSpPr>
            <a:spLocks noGrp="1"/>
          </p:cNvSpPr>
          <p:nvPr/>
        </p:nvSpPr>
        <p:spPr>
          <a:xfrm>
            <a:off x="8982075" y="2743200"/>
            <a:ext cx="19050" cy="666750"/>
          </a:xfrm>
          <a:prstGeom prst="rect">
            <a:avLst/>
          </a:prstGeom>
          <a:solidFill>
            <a:srgbClr val="9A5900"/>
          </a:solidFill>
          <a:ln w="0">
            <a:noFill/>
          </a:ln>
        </p:spPr>
      </p:sp>
      <p:sp>
        <p:nvSpPr>
          <p:cNvPr id="19" name="pointer-197">
            <a:extLst>
              <a:ext uri="{FF2B5EF4-FFF2-40B4-BE49-F238E27FC236}">
                <a16:creationId xmlns:a16="http://schemas.microsoft.com/office/drawing/2014/main" id="{00EF8BEC-6BFC-418E-ADC7-B10BC49E2530}"/>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470A0A45-94F1-47E9-B2EF-D7119783ED0C}"/>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−9 + (7) = −2</a:t>
            </a:r>
          </a:p>
        </p:txBody>
      </p:sp>
      <p:sp>
        <p:nvSpPr>
          <p:cNvPr id="21" name="best-equation">
            <a:extLst>
              <a:ext uri="{FF2B5EF4-FFF2-40B4-BE49-F238E27FC236}">
                <a16:creationId xmlns:a16="http://schemas.microsoft.com/office/drawing/2014/main" id="{BE448039-FBB2-449B-B9F1-D04E7CAC3339}"/>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−9 → −2</a:t>
            </a:r>
          </a:p>
        </p:txBody>
      </p:sp>
      <p:sp>
        <p:nvSpPr>
          <p:cNvPr id="22" name="row-199-label">
            <a:extLst>
              <a:ext uri="{FF2B5EF4-FFF2-40B4-BE49-F238E27FC236}">
                <a16:creationId xmlns:a16="http://schemas.microsoft.com/office/drawing/2014/main" id="{B4F7A3B0-5C66-4EDF-A91B-2CC583699E6C}"/>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B523213-1EDA-4C71-A7AC-435B043C806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9-0">
            <a:extLst>
              <a:ext uri="{FF2B5EF4-FFF2-40B4-BE49-F238E27FC236}">
                <a16:creationId xmlns:a16="http://schemas.microsoft.com/office/drawing/2014/main" id="{2D19DD1F-E534-4573-8634-8FC429B1096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9-1">
            <a:extLst>
              <a:ext uri="{FF2B5EF4-FFF2-40B4-BE49-F238E27FC236}">
                <a16:creationId xmlns:a16="http://schemas.microsoft.com/office/drawing/2014/main" id="{5BD06D09-4625-414A-BA3E-B8EC533A2DE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9-2">
            <a:extLst>
              <a:ext uri="{FF2B5EF4-FFF2-40B4-BE49-F238E27FC236}">
                <a16:creationId xmlns:a16="http://schemas.microsoft.com/office/drawing/2014/main" id="{FFB67B6E-DEBE-4FF8-BCE9-130B9E0758E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9-3">
            <a:extLst>
              <a:ext uri="{FF2B5EF4-FFF2-40B4-BE49-F238E27FC236}">
                <a16:creationId xmlns:a16="http://schemas.microsoft.com/office/drawing/2014/main" id="{36DD917D-6A84-4242-97AF-FC5EE1C9F88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9-4">
            <a:extLst>
              <a:ext uri="{FF2B5EF4-FFF2-40B4-BE49-F238E27FC236}">
                <a16:creationId xmlns:a16="http://schemas.microsoft.com/office/drawing/2014/main" id="{4051D1A3-09BA-4DC1-AD7F-1DA5B92F43D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9-5">
            <a:extLst>
              <a:ext uri="{FF2B5EF4-FFF2-40B4-BE49-F238E27FC236}">
                <a16:creationId xmlns:a16="http://schemas.microsoft.com/office/drawing/2014/main" id="{D2A3319D-EC87-463E-803E-682B6BA93DE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9-6">
            <a:extLst>
              <a:ext uri="{FF2B5EF4-FFF2-40B4-BE49-F238E27FC236}">
                <a16:creationId xmlns:a16="http://schemas.microsoft.com/office/drawing/2014/main" id="{B0889F44-A7AD-41E4-B4F2-5216F5DC77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9-7">
            <a:extLst>
              <a:ext uri="{FF2B5EF4-FFF2-40B4-BE49-F238E27FC236}">
                <a16:creationId xmlns:a16="http://schemas.microsoft.com/office/drawing/2014/main" id="{AE8ACDCE-3DFA-4D9E-BC31-4319FF8282D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0">
            <a:extLst>
              <a:ext uri="{FF2B5EF4-FFF2-40B4-BE49-F238E27FC236}">
                <a16:creationId xmlns:a16="http://schemas.microsoft.com/office/drawing/2014/main" id="{27EBF83D-2E7E-441A-9AB8-8360DCF0F123}"/>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B82E882-1343-4393-B8AB-4FA32A8F5F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39369229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3E1D962C-09F9-4AC6-A043-DEB2A9B5847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37E1197-6F38-4ADA-87AC-881B51F9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5BA6845-E6B2-4A5C-8601-FDE9EBAECF7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오른쪽은 합을 0으로 다시 시작</a:t>
            </a:r>
          </a:p>
        </p:txBody>
      </p:sp>
      <p:sp>
        <p:nvSpPr>
          <p:cNvPr id="4" name="diagram-line-201">
            <a:extLst>
              <a:ext uri="{FF2B5EF4-FFF2-40B4-BE49-F238E27FC236}">
                <a16:creationId xmlns:a16="http://schemas.microsoft.com/office/drawing/2014/main" id="{E3BC0C8B-CA9F-4107-82C6-A01A9754E0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960E4E2-F1D4-4633-A7B8-864C54AE5B5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6부터 오른쪽을 훑습니다.</a:t>
            </a:r>
          </a:p>
        </p:txBody>
      </p:sp>
      <p:sp>
        <p:nvSpPr>
          <p:cNvPr id="6" name="footer">
            <a:extLst>
              <a:ext uri="{FF2B5EF4-FFF2-40B4-BE49-F238E27FC236}">
                <a16:creationId xmlns:a16="http://schemas.microsoft.com/office/drawing/2014/main" id="{ECA830C5-4DF0-4DB6-A001-BCC6DDB64E1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5B010FD-D576-428B-99B8-284E2ED7CFF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143</a:t>
            </a:r>
            <a:endParaRPr sz="1050" b="0">
              <a:solidFill>
                <a:srgbClr val="151515"/>
              </a:solidFill>
              <a:latin typeface="Consolas"/>
              <a:ea typeface="Consolas"/>
              <a:cs typeface="Consolas"/>
            </a:endParaRPr>
          </a:p>
        </p:txBody>
      </p:sp>
      <p:sp>
        <p:nvSpPr>
          <p:cNvPr id="8" name="row-202-label">
            <a:extLst>
              <a:ext uri="{FF2B5EF4-FFF2-40B4-BE49-F238E27FC236}">
                <a16:creationId xmlns:a16="http://schemas.microsoft.com/office/drawing/2014/main" id="{872144F2-3E03-44DE-88EF-2E0F5CC3A996}"/>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6B352D56-F564-49BA-817E-4C1262539316}"/>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2-0">
            <a:extLst>
              <a:ext uri="{FF2B5EF4-FFF2-40B4-BE49-F238E27FC236}">
                <a16:creationId xmlns:a16="http://schemas.microsoft.com/office/drawing/2014/main" id="{BE806688-FF29-4913-9764-7F34CDD153F9}"/>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2-1">
            <a:extLst>
              <a:ext uri="{FF2B5EF4-FFF2-40B4-BE49-F238E27FC236}">
                <a16:creationId xmlns:a16="http://schemas.microsoft.com/office/drawing/2014/main" id="{46FDF8B5-2646-4131-BB87-FCD10D945073}"/>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2-2">
            <a:extLst>
              <a:ext uri="{FF2B5EF4-FFF2-40B4-BE49-F238E27FC236}">
                <a16:creationId xmlns:a16="http://schemas.microsoft.com/office/drawing/2014/main" id="{0F90150B-E5D4-4258-966A-04BE6C7A5ECF}"/>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2-3">
            <a:extLst>
              <a:ext uri="{FF2B5EF4-FFF2-40B4-BE49-F238E27FC236}">
                <a16:creationId xmlns:a16="http://schemas.microsoft.com/office/drawing/2014/main" id="{2529B6B3-97D8-43A1-A87A-375C0D3B78E7}"/>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2-4">
            <a:extLst>
              <a:ext uri="{FF2B5EF4-FFF2-40B4-BE49-F238E27FC236}">
                <a16:creationId xmlns:a16="http://schemas.microsoft.com/office/drawing/2014/main" id="{60F0F5A8-549C-4873-94EE-8DB79E618A77}"/>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2-5">
            <a:extLst>
              <a:ext uri="{FF2B5EF4-FFF2-40B4-BE49-F238E27FC236}">
                <a16:creationId xmlns:a16="http://schemas.microsoft.com/office/drawing/2014/main" id="{8AC9CFA0-C8D9-4E04-87CD-742DF4D080A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2-6">
            <a:extLst>
              <a:ext uri="{FF2B5EF4-FFF2-40B4-BE49-F238E27FC236}">
                <a16:creationId xmlns:a16="http://schemas.microsoft.com/office/drawing/2014/main" id="{C7C6828E-41CE-4C3E-8568-FA89D348D7E7}"/>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2-7">
            <a:extLst>
              <a:ext uri="{FF2B5EF4-FFF2-40B4-BE49-F238E27FC236}">
                <a16:creationId xmlns:a16="http://schemas.microsoft.com/office/drawing/2014/main" id="{344EAECC-20D2-4B0C-83B4-9FE3292B3E0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3">
            <a:extLst>
              <a:ext uri="{FF2B5EF4-FFF2-40B4-BE49-F238E27FC236}">
                <a16:creationId xmlns:a16="http://schemas.microsoft.com/office/drawing/2014/main" id="{409CE4B7-EA6A-41EE-939C-5408E58540B1}"/>
              </a:ext>
            </a:extLst>
          </p:cNvPr>
          <p:cNvSpPr>
            <a:spLocks noGrp="1"/>
          </p:cNvSpPr>
          <p:nvPr/>
        </p:nvSpPr>
        <p:spPr>
          <a:xfrm>
            <a:off x="8982075" y="2781300"/>
            <a:ext cx="19050" cy="666750"/>
          </a:xfrm>
          <a:prstGeom prst="rect">
            <a:avLst/>
          </a:prstGeom>
          <a:solidFill>
            <a:srgbClr val="9A5900"/>
          </a:solidFill>
          <a:ln w="0">
            <a:noFill/>
          </a:ln>
        </p:spPr>
      </p:sp>
      <p:sp>
        <p:nvSpPr>
          <p:cNvPr id="19" name="pointer-202">
            <a:extLst>
              <a:ext uri="{FF2B5EF4-FFF2-40B4-BE49-F238E27FC236}">
                <a16:creationId xmlns:a16="http://schemas.microsoft.com/office/drawing/2014/main" id="{DD6DBAE1-EF86-4481-99E5-223800F753F7}"/>
              </a:ext>
            </a:extLst>
          </p:cNvPr>
          <p:cNvSpPr>
            <a:spLocks noGrp="1"/>
          </p:cNvSpPr>
          <p:nvPr/>
        </p:nvSpPr>
        <p:spPr>
          <a:xfrm>
            <a:off x="89154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reset-equation">
            <a:extLst>
              <a:ext uri="{FF2B5EF4-FFF2-40B4-BE49-F238E27FC236}">
                <a16:creationId xmlns:a16="http://schemas.microsoft.com/office/drawing/2014/main" id="{90288B3F-33C8-458A-A1C5-56392941AABF}"/>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FB41617A-3282-4407-835E-8347105C6451}"/>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A5C2038C-7A70-4851-82C9-8FCCE2673D6C}"/>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56AAD55E-49A9-4250-86DC-1DFA8106CB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a[6] = 5입니다. mid를 다시 읽지 않습니다.</a:t>
            </a:r>
          </a:p>
        </p:txBody>
      </p:sp>
    </p:spTree>
    <p:extLst>
      <p:ext uri="{BB962C8B-B14F-4D97-AF65-F5344CB8AC3E}">
        <p14:creationId xmlns:p14="http://schemas.microsoft.com/office/powerpoint/2010/main" val="18086413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1E44E378-3E24-4778-A4D2-F4C4EEE30BF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1DEDB60-F25C-4E9D-9420-9353DB02895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42D987-27FC-405E-BA56-81E301024D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1/2</a:t>
            </a:r>
          </a:p>
        </p:txBody>
      </p:sp>
      <p:sp>
        <p:nvSpPr>
          <p:cNvPr id="4" name="diagram-line-204">
            <a:extLst>
              <a:ext uri="{FF2B5EF4-FFF2-40B4-BE49-F238E27FC236}">
                <a16:creationId xmlns:a16="http://schemas.microsoft.com/office/drawing/2014/main" id="{92331696-4A80-4338-9A77-6C15BF1A6A4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47EAC3E-5829-4A0B-A6F8-AD900AC2743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5D6EDA8-9034-4399-BD6C-EB6D82BD023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79355D6-EFA2-404E-93F8-D1E62A8E9F2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144</a:t>
            </a:r>
            <a:endParaRPr sz="1050" b="0">
              <a:solidFill>
                <a:srgbClr val="151515"/>
              </a:solidFill>
              <a:latin typeface="Consolas"/>
              <a:ea typeface="Consolas"/>
              <a:cs typeface="Consolas"/>
            </a:endParaRPr>
          </a:p>
        </p:txBody>
      </p:sp>
      <p:sp>
        <p:nvSpPr>
          <p:cNvPr id="8" name="row-205-label">
            <a:extLst>
              <a:ext uri="{FF2B5EF4-FFF2-40B4-BE49-F238E27FC236}">
                <a16:creationId xmlns:a16="http://schemas.microsoft.com/office/drawing/2014/main" id="{C99DCE4F-2DFB-4120-82C1-994A77F8F4D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7CCD2C9-495A-43C9-AC46-CD4E6560B4C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5-0">
            <a:extLst>
              <a:ext uri="{FF2B5EF4-FFF2-40B4-BE49-F238E27FC236}">
                <a16:creationId xmlns:a16="http://schemas.microsoft.com/office/drawing/2014/main" id="{85C869C5-50B2-444C-BD24-927E8D43ED6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5-1">
            <a:extLst>
              <a:ext uri="{FF2B5EF4-FFF2-40B4-BE49-F238E27FC236}">
                <a16:creationId xmlns:a16="http://schemas.microsoft.com/office/drawing/2014/main" id="{E539C37E-0348-46E0-8B51-C3C7FB07F24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5-2">
            <a:extLst>
              <a:ext uri="{FF2B5EF4-FFF2-40B4-BE49-F238E27FC236}">
                <a16:creationId xmlns:a16="http://schemas.microsoft.com/office/drawing/2014/main" id="{B1CA3987-3484-4931-A7D1-EE215070B7D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5-3">
            <a:extLst>
              <a:ext uri="{FF2B5EF4-FFF2-40B4-BE49-F238E27FC236}">
                <a16:creationId xmlns:a16="http://schemas.microsoft.com/office/drawing/2014/main" id="{99593668-5DAA-4C08-AEF7-733EDF86F932}"/>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5-4">
            <a:extLst>
              <a:ext uri="{FF2B5EF4-FFF2-40B4-BE49-F238E27FC236}">
                <a16:creationId xmlns:a16="http://schemas.microsoft.com/office/drawing/2014/main" id="{B38CE896-4468-4B06-914D-6B205BEA57F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5-5">
            <a:extLst>
              <a:ext uri="{FF2B5EF4-FFF2-40B4-BE49-F238E27FC236}">
                <a16:creationId xmlns:a16="http://schemas.microsoft.com/office/drawing/2014/main" id="{F5237484-9CEF-4193-91EA-80B22EC8F237}"/>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5-6">
            <a:extLst>
              <a:ext uri="{FF2B5EF4-FFF2-40B4-BE49-F238E27FC236}">
                <a16:creationId xmlns:a16="http://schemas.microsoft.com/office/drawing/2014/main" id="{CEA334DF-CCF9-4385-B89B-A89FD5C2E58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5-7">
            <a:extLst>
              <a:ext uri="{FF2B5EF4-FFF2-40B4-BE49-F238E27FC236}">
                <a16:creationId xmlns:a16="http://schemas.microsoft.com/office/drawing/2014/main" id="{542738B8-BC36-41CA-9BBC-B37EC1CD8E1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6">
            <a:extLst>
              <a:ext uri="{FF2B5EF4-FFF2-40B4-BE49-F238E27FC236}">
                <a16:creationId xmlns:a16="http://schemas.microsoft.com/office/drawing/2014/main" id="{838D8CCA-6C78-4EB9-BE07-FADE2DB7C623}"/>
              </a:ext>
            </a:extLst>
          </p:cNvPr>
          <p:cNvSpPr>
            <a:spLocks noGrp="1"/>
          </p:cNvSpPr>
          <p:nvPr/>
        </p:nvSpPr>
        <p:spPr>
          <a:xfrm>
            <a:off x="8982075" y="2743200"/>
            <a:ext cx="19050" cy="666750"/>
          </a:xfrm>
          <a:prstGeom prst="rect">
            <a:avLst/>
          </a:prstGeom>
          <a:solidFill>
            <a:srgbClr val="9A5900"/>
          </a:solidFill>
          <a:ln w="0">
            <a:noFill/>
          </a:ln>
        </p:spPr>
      </p:sp>
      <p:sp>
        <p:nvSpPr>
          <p:cNvPr id="19" name="pointer-205">
            <a:extLst>
              <a:ext uri="{FF2B5EF4-FFF2-40B4-BE49-F238E27FC236}">
                <a16:creationId xmlns:a16="http://schemas.microsoft.com/office/drawing/2014/main" id="{022A7F8B-F9BB-4213-8D39-D4ECA68BC7DC}"/>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C83D0E3D-24E6-4327-AC23-B165A5BCAA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EEAF3F73-22B1-462D-B42A-776ADF7743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207-label">
            <a:extLst>
              <a:ext uri="{FF2B5EF4-FFF2-40B4-BE49-F238E27FC236}">
                <a16:creationId xmlns:a16="http://schemas.microsoft.com/office/drawing/2014/main" id="{E0F2C7D1-C2A2-4B84-ACE9-D663860EBE1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B1F7150-D3F5-41EA-A153-026F16E13404}"/>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07-0">
            <a:extLst>
              <a:ext uri="{FF2B5EF4-FFF2-40B4-BE49-F238E27FC236}">
                <a16:creationId xmlns:a16="http://schemas.microsoft.com/office/drawing/2014/main" id="{A5A8D6CC-59A6-4912-9CAB-A13DF9E969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07-1">
            <a:extLst>
              <a:ext uri="{FF2B5EF4-FFF2-40B4-BE49-F238E27FC236}">
                <a16:creationId xmlns:a16="http://schemas.microsoft.com/office/drawing/2014/main" id="{E9D08876-9460-48C9-B389-B39B13C97BB4}"/>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07-2">
            <a:extLst>
              <a:ext uri="{FF2B5EF4-FFF2-40B4-BE49-F238E27FC236}">
                <a16:creationId xmlns:a16="http://schemas.microsoft.com/office/drawing/2014/main" id="{419C4E7E-EADE-479A-8AA1-A32BEC36CBC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07-3">
            <a:extLst>
              <a:ext uri="{FF2B5EF4-FFF2-40B4-BE49-F238E27FC236}">
                <a16:creationId xmlns:a16="http://schemas.microsoft.com/office/drawing/2014/main" id="{2F98145D-4515-4C09-9605-68F1CEE7E8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07-4">
            <a:extLst>
              <a:ext uri="{FF2B5EF4-FFF2-40B4-BE49-F238E27FC236}">
                <a16:creationId xmlns:a16="http://schemas.microsoft.com/office/drawing/2014/main" id="{F706A729-D5F5-4D70-BCD8-9E064B3BB54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07-5">
            <a:extLst>
              <a:ext uri="{FF2B5EF4-FFF2-40B4-BE49-F238E27FC236}">
                <a16:creationId xmlns:a16="http://schemas.microsoft.com/office/drawing/2014/main" id="{94CA2F48-1166-430C-817F-B9B357A0265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07-6">
            <a:extLst>
              <a:ext uri="{FF2B5EF4-FFF2-40B4-BE49-F238E27FC236}">
                <a16:creationId xmlns:a16="http://schemas.microsoft.com/office/drawing/2014/main" id="{93A0E639-4098-4986-ABCD-B87046E1086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07-7">
            <a:extLst>
              <a:ext uri="{FF2B5EF4-FFF2-40B4-BE49-F238E27FC236}">
                <a16:creationId xmlns:a16="http://schemas.microsoft.com/office/drawing/2014/main" id="{DA262C62-962F-4470-93B0-03DFB49603C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8">
            <a:extLst>
              <a:ext uri="{FF2B5EF4-FFF2-40B4-BE49-F238E27FC236}">
                <a16:creationId xmlns:a16="http://schemas.microsoft.com/office/drawing/2014/main" id="{EB4C9A8A-5521-4428-AADC-F6920434F064}"/>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9C068CF-C788-4B17-9886-02F356103A3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5에 더합니다.</a:t>
            </a:r>
          </a:p>
        </p:txBody>
      </p:sp>
    </p:spTree>
    <p:extLst>
      <p:ext uri="{BB962C8B-B14F-4D97-AF65-F5344CB8AC3E}">
        <p14:creationId xmlns:p14="http://schemas.microsoft.com/office/powerpoint/2010/main" val="42811902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B1A4B67D-EA70-4EAD-AB8B-B328421B765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7CDAE1-A831-4962-A112-A2C4460E50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E730269-5FF0-4A67-B763-A94F56CBA2F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2/2</a:t>
            </a:r>
          </a:p>
        </p:txBody>
      </p:sp>
      <p:sp>
        <p:nvSpPr>
          <p:cNvPr id="4" name="diagram-line-209">
            <a:extLst>
              <a:ext uri="{FF2B5EF4-FFF2-40B4-BE49-F238E27FC236}">
                <a16:creationId xmlns:a16="http://schemas.microsoft.com/office/drawing/2014/main" id="{1A41C2F7-DEC1-47F0-BA81-70F05623FE4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1EAFAB0-1B60-4491-BB9F-8CD64B7FD09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[6~7]입니다.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6 &gt; 이전 기록 5 → right_sum 갱신.</a:t>
            </a:r>
          </a:p>
        </p:txBody>
      </p:sp>
      <p:sp>
        <p:nvSpPr>
          <p:cNvPr id="6" name="footer">
            <a:extLst>
              <a:ext uri="{FF2B5EF4-FFF2-40B4-BE49-F238E27FC236}">
                <a16:creationId xmlns:a16="http://schemas.microsoft.com/office/drawing/2014/main" id="{09A65C16-790A-4AEB-8D2D-C4EDFC4AD7B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D9C41-09AB-476F-A1D0-3374247AF7A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145</a:t>
            </a:r>
            <a:endParaRPr sz="1050" b="0">
              <a:solidFill>
                <a:srgbClr val="151515"/>
              </a:solidFill>
              <a:latin typeface="Consolas"/>
              <a:ea typeface="Consolas"/>
              <a:cs typeface="Consolas"/>
            </a:endParaRPr>
          </a:p>
        </p:txBody>
      </p:sp>
      <p:sp>
        <p:nvSpPr>
          <p:cNvPr id="8" name="row-210-label">
            <a:extLst>
              <a:ext uri="{FF2B5EF4-FFF2-40B4-BE49-F238E27FC236}">
                <a16:creationId xmlns:a16="http://schemas.microsoft.com/office/drawing/2014/main" id="{4A84D9FF-A3D1-4F85-99F0-B91E6A8104C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8D2BA68-4A47-4FEC-9C9E-4219A5E9D5F3}"/>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10-0">
            <a:extLst>
              <a:ext uri="{FF2B5EF4-FFF2-40B4-BE49-F238E27FC236}">
                <a16:creationId xmlns:a16="http://schemas.microsoft.com/office/drawing/2014/main" id="{4F8E86E5-ADCD-40B2-92BA-8CD44801E082}"/>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0-1">
            <a:extLst>
              <a:ext uri="{FF2B5EF4-FFF2-40B4-BE49-F238E27FC236}">
                <a16:creationId xmlns:a16="http://schemas.microsoft.com/office/drawing/2014/main" id="{CCF7DA2A-8E9A-48F9-91D1-E71179789B46}"/>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0-2">
            <a:extLst>
              <a:ext uri="{FF2B5EF4-FFF2-40B4-BE49-F238E27FC236}">
                <a16:creationId xmlns:a16="http://schemas.microsoft.com/office/drawing/2014/main" id="{F287962A-827E-4302-A88D-A38B2C22A97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0-3">
            <a:extLst>
              <a:ext uri="{FF2B5EF4-FFF2-40B4-BE49-F238E27FC236}">
                <a16:creationId xmlns:a16="http://schemas.microsoft.com/office/drawing/2014/main" id="{FA31EE77-03AF-4EC0-A2F4-81AE1F9DC78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0-4">
            <a:extLst>
              <a:ext uri="{FF2B5EF4-FFF2-40B4-BE49-F238E27FC236}">
                <a16:creationId xmlns:a16="http://schemas.microsoft.com/office/drawing/2014/main" id="{D9632FD1-F3F2-4EF4-A50C-C5653188CF5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0-5">
            <a:extLst>
              <a:ext uri="{FF2B5EF4-FFF2-40B4-BE49-F238E27FC236}">
                <a16:creationId xmlns:a16="http://schemas.microsoft.com/office/drawing/2014/main" id="{9FA21A5A-FBD4-470F-A988-426E023EE5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0-6">
            <a:extLst>
              <a:ext uri="{FF2B5EF4-FFF2-40B4-BE49-F238E27FC236}">
                <a16:creationId xmlns:a16="http://schemas.microsoft.com/office/drawing/2014/main" id="{21FD81A4-9F51-45B4-9C3D-C4097E144F5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0-7">
            <a:extLst>
              <a:ext uri="{FF2B5EF4-FFF2-40B4-BE49-F238E27FC236}">
                <a16:creationId xmlns:a16="http://schemas.microsoft.com/office/drawing/2014/main" id="{62845A26-4CC4-4D86-AB21-00A969D8839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11">
            <a:extLst>
              <a:ext uri="{FF2B5EF4-FFF2-40B4-BE49-F238E27FC236}">
                <a16:creationId xmlns:a16="http://schemas.microsoft.com/office/drawing/2014/main" id="{B646162C-97F5-42CF-90BE-235927DB7948}"/>
              </a:ext>
            </a:extLst>
          </p:cNvPr>
          <p:cNvSpPr>
            <a:spLocks noGrp="1"/>
          </p:cNvSpPr>
          <p:nvPr/>
        </p:nvSpPr>
        <p:spPr>
          <a:xfrm>
            <a:off x="8982075" y="2743200"/>
            <a:ext cx="19050" cy="666750"/>
          </a:xfrm>
          <a:prstGeom prst="rect">
            <a:avLst/>
          </a:prstGeom>
          <a:solidFill>
            <a:srgbClr val="9A5900"/>
          </a:solidFill>
          <a:ln w="0">
            <a:noFill/>
          </a:ln>
        </p:spPr>
      </p:sp>
      <p:sp>
        <p:nvSpPr>
          <p:cNvPr id="19" name="pointer-210">
            <a:extLst>
              <a:ext uri="{FF2B5EF4-FFF2-40B4-BE49-F238E27FC236}">
                <a16:creationId xmlns:a16="http://schemas.microsoft.com/office/drawing/2014/main" id="{967F4216-2470-4B6D-803B-512A796FB572}"/>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D2D213D6-DE38-43FD-9BF4-23AC6FB7184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(1) = 6</a:t>
            </a:r>
          </a:p>
        </p:txBody>
      </p:sp>
      <p:sp>
        <p:nvSpPr>
          <p:cNvPr id="21" name="best-equation">
            <a:extLst>
              <a:ext uri="{FF2B5EF4-FFF2-40B4-BE49-F238E27FC236}">
                <a16:creationId xmlns:a16="http://schemas.microsoft.com/office/drawing/2014/main" id="{C78066E5-5D76-482D-8462-5002E8F5386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5 → 6</a:t>
            </a:r>
          </a:p>
        </p:txBody>
      </p:sp>
      <p:sp>
        <p:nvSpPr>
          <p:cNvPr id="22" name="row-212-label">
            <a:extLst>
              <a:ext uri="{FF2B5EF4-FFF2-40B4-BE49-F238E27FC236}">
                <a16:creationId xmlns:a16="http://schemas.microsoft.com/office/drawing/2014/main" id="{EF62B97F-F9A9-4A94-AF46-1953EDB3B69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9C668E42-CD79-4852-A34A-9D1CC761EAAC}"/>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212-0">
            <a:extLst>
              <a:ext uri="{FF2B5EF4-FFF2-40B4-BE49-F238E27FC236}">
                <a16:creationId xmlns:a16="http://schemas.microsoft.com/office/drawing/2014/main" id="{34E19F06-E9B8-4A42-8ED0-DE89E074BA2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12-1">
            <a:extLst>
              <a:ext uri="{FF2B5EF4-FFF2-40B4-BE49-F238E27FC236}">
                <a16:creationId xmlns:a16="http://schemas.microsoft.com/office/drawing/2014/main" id="{99CE1665-B1C4-4B2F-AD3E-527981151E3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12-2">
            <a:extLst>
              <a:ext uri="{FF2B5EF4-FFF2-40B4-BE49-F238E27FC236}">
                <a16:creationId xmlns:a16="http://schemas.microsoft.com/office/drawing/2014/main" id="{DCB134E7-70D2-40F3-8028-96629E001FC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12-3">
            <a:extLst>
              <a:ext uri="{FF2B5EF4-FFF2-40B4-BE49-F238E27FC236}">
                <a16:creationId xmlns:a16="http://schemas.microsoft.com/office/drawing/2014/main" id="{353E5634-C1EE-489E-A48B-ED91A62798FE}"/>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12-4">
            <a:extLst>
              <a:ext uri="{FF2B5EF4-FFF2-40B4-BE49-F238E27FC236}">
                <a16:creationId xmlns:a16="http://schemas.microsoft.com/office/drawing/2014/main" id="{F71C91C0-CEFF-47CA-AA61-56238E381902}"/>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12-5">
            <a:extLst>
              <a:ext uri="{FF2B5EF4-FFF2-40B4-BE49-F238E27FC236}">
                <a16:creationId xmlns:a16="http://schemas.microsoft.com/office/drawing/2014/main" id="{E9577C0E-CB67-4154-90B6-03DB33A22FC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12-6">
            <a:extLst>
              <a:ext uri="{FF2B5EF4-FFF2-40B4-BE49-F238E27FC236}">
                <a16:creationId xmlns:a16="http://schemas.microsoft.com/office/drawing/2014/main" id="{5F663319-507C-408E-8F16-39506763211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12-7">
            <a:extLst>
              <a:ext uri="{FF2B5EF4-FFF2-40B4-BE49-F238E27FC236}">
                <a16:creationId xmlns:a16="http://schemas.microsoft.com/office/drawing/2014/main" id="{E3DEF996-88F1-4628-ACCE-0556CCE52EDB}"/>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13">
            <a:extLst>
              <a:ext uri="{FF2B5EF4-FFF2-40B4-BE49-F238E27FC236}">
                <a16:creationId xmlns:a16="http://schemas.microsoft.com/office/drawing/2014/main" id="{9AE88972-95F7-47E9-901F-367BA39FBCA1}"/>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8920616C-AA46-4046-B30F-99003C47A31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78848841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E24807F8-790A-4AFA-9D5A-19C35319DD7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69098E5-13EF-40F5-BD22-6A69FD5B035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82C1907-B45D-4297-83AB-24A076687BE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경계에서 두 기록을 붙입니다</a:t>
            </a:r>
          </a:p>
        </p:txBody>
      </p:sp>
      <p:sp>
        <p:nvSpPr>
          <p:cNvPr id="4" name="diagram-line-214">
            <a:extLst>
              <a:ext uri="{FF2B5EF4-FFF2-40B4-BE49-F238E27FC236}">
                <a16:creationId xmlns:a16="http://schemas.microsoft.com/office/drawing/2014/main" id="{D8D23788-BBFB-4042-9AE8-2DCF619A09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87553A1-8A5F-4EBC-B61F-6A70A60AF9F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6이므로 cross_max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5와 6에서 맞닿아 빈틈 없이 이어집니다.</a:t>
            </a:r>
          </a:p>
        </p:txBody>
      </p:sp>
      <p:sp>
        <p:nvSpPr>
          <p:cNvPr id="6" name="footer">
            <a:extLst>
              <a:ext uri="{FF2B5EF4-FFF2-40B4-BE49-F238E27FC236}">
                <a16:creationId xmlns:a16="http://schemas.microsoft.com/office/drawing/2014/main" id="{816ECB37-0AD3-472D-BE09-00D991792FD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0C7BE7C-9CEF-46E1-952B-596694C4D39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146</a:t>
            </a:r>
            <a:endParaRPr sz="1050" b="0">
              <a:solidFill>
                <a:srgbClr val="151515"/>
              </a:solidFill>
              <a:latin typeface="Consolas"/>
              <a:ea typeface="Consolas"/>
              <a:cs typeface="Consolas"/>
            </a:endParaRPr>
          </a:p>
        </p:txBody>
      </p:sp>
      <p:sp>
        <p:nvSpPr>
          <p:cNvPr id="8" name="row-215-label">
            <a:extLst>
              <a:ext uri="{FF2B5EF4-FFF2-40B4-BE49-F238E27FC236}">
                <a16:creationId xmlns:a16="http://schemas.microsoft.com/office/drawing/2014/main" id="{8E1E5BFA-9DC2-42E3-8A85-F9831DA00F0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18810853-B8BD-4698-9F1B-B599524F84CA}"/>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5-0">
            <a:extLst>
              <a:ext uri="{FF2B5EF4-FFF2-40B4-BE49-F238E27FC236}">
                <a16:creationId xmlns:a16="http://schemas.microsoft.com/office/drawing/2014/main" id="{F265070E-00BD-462A-B3C5-26437D664613}"/>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5-1">
            <a:extLst>
              <a:ext uri="{FF2B5EF4-FFF2-40B4-BE49-F238E27FC236}">
                <a16:creationId xmlns:a16="http://schemas.microsoft.com/office/drawing/2014/main" id="{200C36B5-B3C6-469E-BC28-C70D0E7386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5-2">
            <a:extLst>
              <a:ext uri="{FF2B5EF4-FFF2-40B4-BE49-F238E27FC236}">
                <a16:creationId xmlns:a16="http://schemas.microsoft.com/office/drawing/2014/main" id="{132C5119-4FA1-4C72-89CA-2AEDA8547A40}"/>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5-3">
            <a:extLst>
              <a:ext uri="{FF2B5EF4-FFF2-40B4-BE49-F238E27FC236}">
                <a16:creationId xmlns:a16="http://schemas.microsoft.com/office/drawing/2014/main" id="{D34E429E-15D1-41EE-A742-2879681F4A0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5-4">
            <a:extLst>
              <a:ext uri="{FF2B5EF4-FFF2-40B4-BE49-F238E27FC236}">
                <a16:creationId xmlns:a16="http://schemas.microsoft.com/office/drawing/2014/main" id="{109D0DF7-D8F8-4964-9E9B-B4C68F3C3A02}"/>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5-5">
            <a:extLst>
              <a:ext uri="{FF2B5EF4-FFF2-40B4-BE49-F238E27FC236}">
                <a16:creationId xmlns:a16="http://schemas.microsoft.com/office/drawing/2014/main" id="{B2654C72-8250-4526-B5F3-9E9514FE10B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5-6">
            <a:extLst>
              <a:ext uri="{FF2B5EF4-FFF2-40B4-BE49-F238E27FC236}">
                <a16:creationId xmlns:a16="http://schemas.microsoft.com/office/drawing/2014/main" id="{8285AB55-A503-4150-ABC7-94F5009EF65A}"/>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5-7">
            <a:extLst>
              <a:ext uri="{FF2B5EF4-FFF2-40B4-BE49-F238E27FC236}">
                <a16:creationId xmlns:a16="http://schemas.microsoft.com/office/drawing/2014/main" id="{E6A3F505-49CC-4C11-9CCB-801E7023C62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5">
            <a:extLst>
              <a:ext uri="{FF2B5EF4-FFF2-40B4-BE49-F238E27FC236}">
                <a16:creationId xmlns:a16="http://schemas.microsoft.com/office/drawing/2014/main" id="{8A9313BA-1327-45A7-925A-A87D5EB828C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216-label">
            <a:extLst>
              <a:ext uri="{FF2B5EF4-FFF2-40B4-BE49-F238E27FC236}">
                <a16:creationId xmlns:a16="http://schemas.microsoft.com/office/drawing/2014/main" id="{08708521-38A2-41BE-95E5-11FCEE8E356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882C0BA2-AC9A-458E-8A59-0004010A3F2A}"/>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16-0">
            <a:extLst>
              <a:ext uri="{FF2B5EF4-FFF2-40B4-BE49-F238E27FC236}">
                <a16:creationId xmlns:a16="http://schemas.microsoft.com/office/drawing/2014/main" id="{2E551037-D352-49D7-BAFC-BB4043AF948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16-1">
            <a:extLst>
              <a:ext uri="{FF2B5EF4-FFF2-40B4-BE49-F238E27FC236}">
                <a16:creationId xmlns:a16="http://schemas.microsoft.com/office/drawing/2014/main" id="{74F89EE7-E06A-4F6D-91B0-04331D2C532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16-2">
            <a:extLst>
              <a:ext uri="{FF2B5EF4-FFF2-40B4-BE49-F238E27FC236}">
                <a16:creationId xmlns:a16="http://schemas.microsoft.com/office/drawing/2014/main" id="{D7A5A63E-150B-49AC-8EA7-B66341ABBAD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16-3">
            <a:extLst>
              <a:ext uri="{FF2B5EF4-FFF2-40B4-BE49-F238E27FC236}">
                <a16:creationId xmlns:a16="http://schemas.microsoft.com/office/drawing/2014/main" id="{F214449B-455A-4FE9-96BC-66CF69360F1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16-4">
            <a:extLst>
              <a:ext uri="{FF2B5EF4-FFF2-40B4-BE49-F238E27FC236}">
                <a16:creationId xmlns:a16="http://schemas.microsoft.com/office/drawing/2014/main" id="{7156DB95-256F-46CB-A267-318CE854FD56}"/>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16-5">
            <a:extLst>
              <a:ext uri="{FF2B5EF4-FFF2-40B4-BE49-F238E27FC236}">
                <a16:creationId xmlns:a16="http://schemas.microsoft.com/office/drawing/2014/main" id="{BB18C398-4A3A-4398-8497-74904B2979C8}"/>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16-6">
            <a:extLst>
              <a:ext uri="{FF2B5EF4-FFF2-40B4-BE49-F238E27FC236}">
                <a16:creationId xmlns:a16="http://schemas.microsoft.com/office/drawing/2014/main" id="{DC4367D0-6FAF-4742-A505-8443C98F811F}"/>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16-7">
            <a:extLst>
              <a:ext uri="{FF2B5EF4-FFF2-40B4-BE49-F238E27FC236}">
                <a16:creationId xmlns:a16="http://schemas.microsoft.com/office/drawing/2014/main" id="{93E49359-D1ED-4D1C-8D92-15D067F1C35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16">
            <a:extLst>
              <a:ext uri="{FF2B5EF4-FFF2-40B4-BE49-F238E27FC236}">
                <a16:creationId xmlns:a16="http://schemas.microsoft.com/office/drawing/2014/main" id="{B588C8B0-A0C1-4F8A-BE8F-3C74F2EB38B4}"/>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17-label">
            <a:extLst>
              <a:ext uri="{FF2B5EF4-FFF2-40B4-BE49-F238E27FC236}">
                <a16:creationId xmlns:a16="http://schemas.microsoft.com/office/drawing/2014/main" id="{21C875D6-DDA0-4322-9219-91F733BF639D}"/>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7F9548CE-6C0C-463B-BFAD-F8FBE9728C20}"/>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17-0">
            <a:extLst>
              <a:ext uri="{FF2B5EF4-FFF2-40B4-BE49-F238E27FC236}">
                <a16:creationId xmlns:a16="http://schemas.microsoft.com/office/drawing/2014/main" id="{032AA7BC-4649-45A0-8442-15A37BAA4AEF}"/>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17-1">
            <a:extLst>
              <a:ext uri="{FF2B5EF4-FFF2-40B4-BE49-F238E27FC236}">
                <a16:creationId xmlns:a16="http://schemas.microsoft.com/office/drawing/2014/main" id="{3BD74559-73E9-4844-9570-2FB69BCCCD4F}"/>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17-2">
            <a:extLst>
              <a:ext uri="{FF2B5EF4-FFF2-40B4-BE49-F238E27FC236}">
                <a16:creationId xmlns:a16="http://schemas.microsoft.com/office/drawing/2014/main" id="{20E0F81C-7D60-4843-8D3D-0AE71A77B0A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17-3">
            <a:extLst>
              <a:ext uri="{FF2B5EF4-FFF2-40B4-BE49-F238E27FC236}">
                <a16:creationId xmlns:a16="http://schemas.microsoft.com/office/drawing/2014/main" id="{973DC5E0-D25A-4481-BF3A-3C7E45025C39}"/>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17-4">
            <a:extLst>
              <a:ext uri="{FF2B5EF4-FFF2-40B4-BE49-F238E27FC236}">
                <a16:creationId xmlns:a16="http://schemas.microsoft.com/office/drawing/2014/main" id="{DCF87F84-12A4-46FA-9265-63769085F1E9}"/>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17-5">
            <a:extLst>
              <a:ext uri="{FF2B5EF4-FFF2-40B4-BE49-F238E27FC236}">
                <a16:creationId xmlns:a16="http://schemas.microsoft.com/office/drawing/2014/main" id="{752C6B74-551B-4972-BB39-5766854A52EE}"/>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17-6">
            <a:extLst>
              <a:ext uri="{FF2B5EF4-FFF2-40B4-BE49-F238E27FC236}">
                <a16:creationId xmlns:a16="http://schemas.microsoft.com/office/drawing/2014/main" id="{C37FF180-E930-4826-A1FA-D0C8A74B560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17-7">
            <a:extLst>
              <a:ext uri="{FF2B5EF4-FFF2-40B4-BE49-F238E27FC236}">
                <a16:creationId xmlns:a16="http://schemas.microsoft.com/office/drawing/2014/main" id="{5FCBFA06-4969-4A8B-8F29-920EE77BFCD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17">
            <a:extLst>
              <a:ext uri="{FF2B5EF4-FFF2-40B4-BE49-F238E27FC236}">
                <a16:creationId xmlns:a16="http://schemas.microsoft.com/office/drawing/2014/main" id="{E68CB97D-0FC3-46B9-8DBF-CB849C9D5B31}"/>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AD003FBC-BF50-4870-B822-9BD541EF85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(6) = 4. 마지막에 읽은 합이 아니라 최선의 기록을 더합니다.</a:t>
            </a:r>
          </a:p>
        </p:txBody>
      </p:sp>
    </p:spTree>
    <p:extLst>
      <p:ext uri="{BB962C8B-B14F-4D97-AF65-F5344CB8AC3E}">
        <p14:creationId xmlns:p14="http://schemas.microsoft.com/office/powerpoint/2010/main" val="420771039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41DF567-D5EB-4309-BEA4-39C5D50146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37600CC-9C11-4524-83A9-1712DD7179A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B3213B-9B08-4E77-A161-154AD45820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세 후보 비교 → 7 반환</a:t>
            </a:r>
          </a:p>
        </p:txBody>
      </p:sp>
      <p:sp>
        <p:nvSpPr>
          <p:cNvPr id="4" name="diagram-line-218">
            <a:extLst>
              <a:ext uri="{FF2B5EF4-FFF2-40B4-BE49-F238E27FC236}">
                <a16:creationId xmlns:a16="http://schemas.microsoft.com/office/drawing/2014/main" id="{D20CBDDF-5C70-417E-B7AE-E4889F8853F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993E102-3E5F-4038-AED4-97D64420BA2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6, 경계를 걸친 합 4을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6, 4) = 7입니다.</a:t>
            </a:r>
          </a:p>
        </p:txBody>
      </p:sp>
      <p:sp>
        <p:nvSpPr>
          <p:cNvPr id="6" name="footer">
            <a:extLst>
              <a:ext uri="{FF2B5EF4-FFF2-40B4-BE49-F238E27FC236}">
                <a16:creationId xmlns:a16="http://schemas.microsoft.com/office/drawing/2014/main" id="{4F8789D9-6B9A-4C01-BF2A-127724ED07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69D6C-1E01-4302-A2D5-5535D2C6EB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147</a:t>
            </a:r>
            <a:endParaRPr sz="1050" b="0">
              <a:solidFill>
                <a:srgbClr val="151515"/>
              </a:solidFill>
              <a:latin typeface="Consolas"/>
              <a:ea typeface="Consolas"/>
              <a:cs typeface="Consolas"/>
            </a:endParaRPr>
          </a:p>
        </p:txBody>
      </p:sp>
      <p:sp>
        <p:nvSpPr>
          <p:cNvPr id="8" name="row-219-label">
            <a:extLst>
              <a:ext uri="{FF2B5EF4-FFF2-40B4-BE49-F238E27FC236}">
                <a16:creationId xmlns:a16="http://schemas.microsoft.com/office/drawing/2014/main" id="{E68B1648-8520-497A-A7E0-177DEBB683A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F06CE8B6-B945-4CD5-8612-F20C1941553F}"/>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9-0">
            <a:extLst>
              <a:ext uri="{FF2B5EF4-FFF2-40B4-BE49-F238E27FC236}">
                <a16:creationId xmlns:a16="http://schemas.microsoft.com/office/drawing/2014/main" id="{2CA51208-B5FE-4979-B308-9CB2021B1532}"/>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9-1">
            <a:extLst>
              <a:ext uri="{FF2B5EF4-FFF2-40B4-BE49-F238E27FC236}">
                <a16:creationId xmlns:a16="http://schemas.microsoft.com/office/drawing/2014/main" id="{00C02AD0-D2EC-4870-91CE-4E36622501E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9-2">
            <a:extLst>
              <a:ext uri="{FF2B5EF4-FFF2-40B4-BE49-F238E27FC236}">
                <a16:creationId xmlns:a16="http://schemas.microsoft.com/office/drawing/2014/main" id="{7517A8B2-7F9A-45B0-8B48-5B2CE42AB32C}"/>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9-3">
            <a:extLst>
              <a:ext uri="{FF2B5EF4-FFF2-40B4-BE49-F238E27FC236}">
                <a16:creationId xmlns:a16="http://schemas.microsoft.com/office/drawing/2014/main" id="{0EAC7588-FA7E-4DA0-9E67-B3B2BDAE07A5}"/>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9-4">
            <a:extLst>
              <a:ext uri="{FF2B5EF4-FFF2-40B4-BE49-F238E27FC236}">
                <a16:creationId xmlns:a16="http://schemas.microsoft.com/office/drawing/2014/main" id="{A00E1773-5169-428B-91F8-E62519663C56}"/>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9-5">
            <a:extLst>
              <a:ext uri="{FF2B5EF4-FFF2-40B4-BE49-F238E27FC236}">
                <a16:creationId xmlns:a16="http://schemas.microsoft.com/office/drawing/2014/main" id="{D7EC82D5-29DE-4821-B6AE-AA5B96423394}"/>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9-6">
            <a:extLst>
              <a:ext uri="{FF2B5EF4-FFF2-40B4-BE49-F238E27FC236}">
                <a16:creationId xmlns:a16="http://schemas.microsoft.com/office/drawing/2014/main" id="{D8B84D69-BDF4-414B-BA5D-BF7C5CA23620}"/>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9-7">
            <a:extLst>
              <a:ext uri="{FF2B5EF4-FFF2-40B4-BE49-F238E27FC236}">
                <a16:creationId xmlns:a16="http://schemas.microsoft.com/office/drawing/2014/main" id="{0DA68B74-19F3-4029-AED1-D4844B6A3A8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9">
            <a:extLst>
              <a:ext uri="{FF2B5EF4-FFF2-40B4-BE49-F238E27FC236}">
                <a16:creationId xmlns:a16="http://schemas.microsoft.com/office/drawing/2014/main" id="{9C024F95-E8F6-44CE-BFCB-A41A803657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220-label">
            <a:extLst>
              <a:ext uri="{FF2B5EF4-FFF2-40B4-BE49-F238E27FC236}">
                <a16:creationId xmlns:a16="http://schemas.microsoft.com/office/drawing/2014/main" id="{38B484BF-C536-4A8D-BDB5-5B9DD990452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B94981F6-C756-48EC-831A-8A500A05CBC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20-0">
            <a:extLst>
              <a:ext uri="{FF2B5EF4-FFF2-40B4-BE49-F238E27FC236}">
                <a16:creationId xmlns:a16="http://schemas.microsoft.com/office/drawing/2014/main" id="{8561BA66-39E1-473B-8CA6-E48390E053B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20-1">
            <a:extLst>
              <a:ext uri="{FF2B5EF4-FFF2-40B4-BE49-F238E27FC236}">
                <a16:creationId xmlns:a16="http://schemas.microsoft.com/office/drawing/2014/main" id="{28163A14-F152-40A7-972C-109D3067C7D2}"/>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20-2">
            <a:extLst>
              <a:ext uri="{FF2B5EF4-FFF2-40B4-BE49-F238E27FC236}">
                <a16:creationId xmlns:a16="http://schemas.microsoft.com/office/drawing/2014/main" id="{ADA79AC2-E12C-43C1-A00F-D6CCCD513A8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20-3">
            <a:extLst>
              <a:ext uri="{FF2B5EF4-FFF2-40B4-BE49-F238E27FC236}">
                <a16:creationId xmlns:a16="http://schemas.microsoft.com/office/drawing/2014/main" id="{76A9DDC0-DE68-4B0F-A757-33F409E6A53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20-4">
            <a:extLst>
              <a:ext uri="{FF2B5EF4-FFF2-40B4-BE49-F238E27FC236}">
                <a16:creationId xmlns:a16="http://schemas.microsoft.com/office/drawing/2014/main" id="{4956D427-CDDC-42F6-86E7-49B1FF3F6DA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20-5">
            <a:extLst>
              <a:ext uri="{FF2B5EF4-FFF2-40B4-BE49-F238E27FC236}">
                <a16:creationId xmlns:a16="http://schemas.microsoft.com/office/drawing/2014/main" id="{03B97265-1BFD-4C7F-9299-EAD92A4E6A77}"/>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20-6">
            <a:extLst>
              <a:ext uri="{FF2B5EF4-FFF2-40B4-BE49-F238E27FC236}">
                <a16:creationId xmlns:a16="http://schemas.microsoft.com/office/drawing/2014/main" id="{807020BF-9302-4019-B240-DE10DF4F863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20-7">
            <a:extLst>
              <a:ext uri="{FF2B5EF4-FFF2-40B4-BE49-F238E27FC236}">
                <a16:creationId xmlns:a16="http://schemas.microsoft.com/office/drawing/2014/main" id="{781E73FA-DDDA-4AA6-98A0-3CC835B5B78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20">
            <a:extLst>
              <a:ext uri="{FF2B5EF4-FFF2-40B4-BE49-F238E27FC236}">
                <a16:creationId xmlns:a16="http://schemas.microsoft.com/office/drawing/2014/main" id="{1431E84B-8D57-4549-95D7-E84050147E9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21-label">
            <a:extLst>
              <a:ext uri="{FF2B5EF4-FFF2-40B4-BE49-F238E27FC236}">
                <a16:creationId xmlns:a16="http://schemas.microsoft.com/office/drawing/2014/main" id="{9BAF4DBF-E963-40BF-83F8-E86606EB9FE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E1EEFBE7-880A-4929-9FF0-C738CA5026D3}"/>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21-0">
            <a:extLst>
              <a:ext uri="{FF2B5EF4-FFF2-40B4-BE49-F238E27FC236}">
                <a16:creationId xmlns:a16="http://schemas.microsoft.com/office/drawing/2014/main" id="{1B715EB5-350A-4761-8B1D-906300DD8594}"/>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21-1">
            <a:extLst>
              <a:ext uri="{FF2B5EF4-FFF2-40B4-BE49-F238E27FC236}">
                <a16:creationId xmlns:a16="http://schemas.microsoft.com/office/drawing/2014/main" id="{572EBD17-B858-431C-9640-635EEE573302}"/>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21-2">
            <a:extLst>
              <a:ext uri="{FF2B5EF4-FFF2-40B4-BE49-F238E27FC236}">
                <a16:creationId xmlns:a16="http://schemas.microsoft.com/office/drawing/2014/main" id="{0ED2C256-8A7A-4AA6-A36A-2A279D05E540}"/>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21-3">
            <a:extLst>
              <a:ext uri="{FF2B5EF4-FFF2-40B4-BE49-F238E27FC236}">
                <a16:creationId xmlns:a16="http://schemas.microsoft.com/office/drawing/2014/main" id="{4635EB76-401A-4BC6-95FD-BF0D9FE1BA20}"/>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21-4">
            <a:extLst>
              <a:ext uri="{FF2B5EF4-FFF2-40B4-BE49-F238E27FC236}">
                <a16:creationId xmlns:a16="http://schemas.microsoft.com/office/drawing/2014/main" id="{FC0B9B74-79D1-4420-BA4C-4D4DF60A62BF}"/>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21-5">
            <a:extLst>
              <a:ext uri="{FF2B5EF4-FFF2-40B4-BE49-F238E27FC236}">
                <a16:creationId xmlns:a16="http://schemas.microsoft.com/office/drawing/2014/main" id="{45BAA222-D02E-43D5-8853-BB8EB4D85F0C}"/>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21-6">
            <a:extLst>
              <a:ext uri="{FF2B5EF4-FFF2-40B4-BE49-F238E27FC236}">
                <a16:creationId xmlns:a16="http://schemas.microsoft.com/office/drawing/2014/main" id="{A87D840E-6FCD-42F3-B4F4-9D8F6BBD84C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21-7">
            <a:extLst>
              <a:ext uri="{FF2B5EF4-FFF2-40B4-BE49-F238E27FC236}">
                <a16:creationId xmlns:a16="http://schemas.microsoft.com/office/drawing/2014/main" id="{0DC8CBDB-5936-4F85-A9BE-1CDB5372390C}"/>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21">
            <a:extLst>
              <a:ext uri="{FF2B5EF4-FFF2-40B4-BE49-F238E27FC236}">
                <a16:creationId xmlns:a16="http://schemas.microsoft.com/office/drawing/2014/main" id="{57559205-1844-4CA5-AA9E-46A00A75C32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9EBA1D96-4020-47C2-8BA9-1C3CA2D5C9F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right_max에 7을 반환합니다.</a:t>
            </a:r>
          </a:p>
        </p:txBody>
      </p:sp>
    </p:spTree>
    <p:extLst>
      <p:ext uri="{BB962C8B-B14F-4D97-AF65-F5344CB8AC3E}">
        <p14:creationId xmlns:p14="http://schemas.microsoft.com/office/powerpoint/2010/main" val="261718270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69531CB4-2A25-4302-8140-6EE2AD45374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58B0565-20D7-4F39-8545-234D9DE04D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EF64DED-DAB8-497C-A543-8F756F2D807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답 7도 받음</a:t>
            </a:r>
          </a:p>
        </p:txBody>
      </p:sp>
      <p:sp>
        <p:nvSpPr>
          <p:cNvPr id="4" name="diagram-line-222">
            <a:extLst>
              <a:ext uri="{FF2B5EF4-FFF2-40B4-BE49-F238E27FC236}">
                <a16:creationId xmlns:a16="http://schemas.microsoft.com/office/drawing/2014/main" id="{28DA31C6-D917-4188-916C-11931DDE68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8B77A25-FB2C-4A26-BED5-7420DFF39F1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12, right_max = 7입니다.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535A6BCF-051A-418D-8709-AD80A37C14F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E1E3605-E400-46AF-AA45-214ED0EAE9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148</a:t>
            </a:r>
            <a:endParaRPr sz="1050" b="0">
              <a:solidFill>
                <a:srgbClr val="151515"/>
              </a:solidFill>
              <a:latin typeface="Consolas"/>
              <a:ea typeface="Consolas"/>
              <a:cs typeface="Consolas"/>
            </a:endParaRPr>
          </a:p>
        </p:txBody>
      </p:sp>
      <p:sp>
        <p:nvSpPr>
          <p:cNvPr id="8" name="row-223-label">
            <a:extLst>
              <a:ext uri="{FF2B5EF4-FFF2-40B4-BE49-F238E27FC236}">
                <a16:creationId xmlns:a16="http://schemas.microsoft.com/office/drawing/2014/main" id="{236AB1D4-3B27-415D-91DA-EC66C75F97A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7CCCF78-032A-4C72-BF6A-9B0106E6DDF2}"/>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223-0">
            <a:extLst>
              <a:ext uri="{FF2B5EF4-FFF2-40B4-BE49-F238E27FC236}">
                <a16:creationId xmlns:a16="http://schemas.microsoft.com/office/drawing/2014/main" id="{96DCD490-8576-4BEC-B88A-5823042DAE55}"/>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3-1">
            <a:extLst>
              <a:ext uri="{FF2B5EF4-FFF2-40B4-BE49-F238E27FC236}">
                <a16:creationId xmlns:a16="http://schemas.microsoft.com/office/drawing/2014/main" id="{FC12C05C-5E15-4791-ABD3-CD4CF6C92407}"/>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3-2">
            <a:extLst>
              <a:ext uri="{FF2B5EF4-FFF2-40B4-BE49-F238E27FC236}">
                <a16:creationId xmlns:a16="http://schemas.microsoft.com/office/drawing/2014/main" id="{9D63C8A4-D898-4926-89F1-AB2E95E861D1}"/>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3-3">
            <a:extLst>
              <a:ext uri="{FF2B5EF4-FFF2-40B4-BE49-F238E27FC236}">
                <a16:creationId xmlns:a16="http://schemas.microsoft.com/office/drawing/2014/main" id="{D153EB32-214F-457C-B222-E24A03E2240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3-4">
            <a:extLst>
              <a:ext uri="{FF2B5EF4-FFF2-40B4-BE49-F238E27FC236}">
                <a16:creationId xmlns:a16="http://schemas.microsoft.com/office/drawing/2014/main" id="{D733E06B-97F1-4031-9B50-9D08A361FF6A}"/>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3-5">
            <a:extLst>
              <a:ext uri="{FF2B5EF4-FFF2-40B4-BE49-F238E27FC236}">
                <a16:creationId xmlns:a16="http://schemas.microsoft.com/office/drawing/2014/main" id="{FFC2CBD8-246F-4A34-8D62-F29D55D7C16D}"/>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3-6">
            <a:extLst>
              <a:ext uri="{FF2B5EF4-FFF2-40B4-BE49-F238E27FC236}">
                <a16:creationId xmlns:a16="http://schemas.microsoft.com/office/drawing/2014/main" id="{B8A7B339-B506-48B3-884D-D84B1F7EDBDE}"/>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3-7">
            <a:extLst>
              <a:ext uri="{FF2B5EF4-FFF2-40B4-BE49-F238E27FC236}">
                <a16:creationId xmlns:a16="http://schemas.microsoft.com/office/drawing/2014/main" id="{DB9AAF3A-5C61-46F9-B37D-1B205B7CF1CB}"/>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224-label">
            <a:extLst>
              <a:ext uri="{FF2B5EF4-FFF2-40B4-BE49-F238E27FC236}">
                <a16:creationId xmlns:a16="http://schemas.microsoft.com/office/drawing/2014/main" id="{19266694-C01F-48F9-82BC-186B7EDF28DA}"/>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19" name="표 18">
            <a:extLst>
              <a:ext uri="{FF2B5EF4-FFF2-40B4-BE49-F238E27FC236}">
                <a16:creationId xmlns:a16="http://schemas.microsoft.com/office/drawing/2014/main" id="{C825514E-BCF1-44FD-8674-15FEE06711D6}"/>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index-224-0">
            <a:extLst>
              <a:ext uri="{FF2B5EF4-FFF2-40B4-BE49-F238E27FC236}">
                <a16:creationId xmlns:a16="http://schemas.microsoft.com/office/drawing/2014/main" id="{7A3832FE-80C8-4D19-8047-3EE5D5B9C8C5}"/>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224-1">
            <a:extLst>
              <a:ext uri="{FF2B5EF4-FFF2-40B4-BE49-F238E27FC236}">
                <a16:creationId xmlns:a16="http://schemas.microsoft.com/office/drawing/2014/main" id="{5F98C375-6475-4F46-90BA-E77FFE9B2626}"/>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224-2">
            <a:extLst>
              <a:ext uri="{FF2B5EF4-FFF2-40B4-BE49-F238E27FC236}">
                <a16:creationId xmlns:a16="http://schemas.microsoft.com/office/drawing/2014/main" id="{3B8C439C-845A-4C07-9ECA-C772146931A3}"/>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224-3">
            <a:extLst>
              <a:ext uri="{FF2B5EF4-FFF2-40B4-BE49-F238E27FC236}">
                <a16:creationId xmlns:a16="http://schemas.microsoft.com/office/drawing/2014/main" id="{791D4135-0C0C-4A4E-A858-28475426059A}"/>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224-4">
            <a:extLst>
              <a:ext uri="{FF2B5EF4-FFF2-40B4-BE49-F238E27FC236}">
                <a16:creationId xmlns:a16="http://schemas.microsoft.com/office/drawing/2014/main" id="{FDC3DB77-39D6-494B-858A-A3953F4AE75A}"/>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224-5">
            <a:extLst>
              <a:ext uri="{FF2B5EF4-FFF2-40B4-BE49-F238E27FC236}">
                <a16:creationId xmlns:a16="http://schemas.microsoft.com/office/drawing/2014/main" id="{D9FDBBC4-59AE-4649-8341-21D16B21E0CA}"/>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224-6">
            <a:extLst>
              <a:ext uri="{FF2B5EF4-FFF2-40B4-BE49-F238E27FC236}">
                <a16:creationId xmlns:a16="http://schemas.microsoft.com/office/drawing/2014/main" id="{9AF502F8-31B3-4E34-BE30-18BF0BF3F99B}"/>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224-7">
            <a:extLst>
              <a:ext uri="{FF2B5EF4-FFF2-40B4-BE49-F238E27FC236}">
                <a16:creationId xmlns:a16="http://schemas.microsoft.com/office/drawing/2014/main" id="{ED803710-2598-447D-A4A9-29FDACA2027A}"/>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28FD7EEF-906C-4FAC-8D7E-8D09049E4E8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22612106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FBFB2AE6-A9F5-4F88-8227-0FBF9C2B61D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5C45100-FE6A-4332-B83F-1ED4514AD8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CB8A598-AC18-4DE2-8D25-59A6145B0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중앙을 걸친 구간: 10 + 7 = 17</a:t>
            </a:r>
          </a:p>
        </p:txBody>
      </p:sp>
      <p:sp>
        <p:nvSpPr>
          <p:cNvPr id="4" name="rule-10">
            <a:extLst>
              <a:ext uri="{FF2B5EF4-FFF2-40B4-BE49-F238E27FC236}">
                <a16:creationId xmlns:a16="http://schemas.microsoft.com/office/drawing/2014/main" id="{534DFA9E-AF8D-45BC-B46A-B24BA0098740}"/>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AA27D6A-D028-42FA-84B3-C72EB4ECD17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AF95344B-E646-41FF-B657-7A05A62816E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149</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475C1EE6-4039-434A-962C-1CC814AC2637}"/>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mid = 3의 −2에서 왼쪽으로, mid+1 = 4의 7에서 오른쪽으로 훑습니다.</a:t>
            </a:r>
          </a:p>
        </p:txBody>
      </p:sp>
      <p:pic>
        <p:nvPicPr>
          <p:cNvPr id="8" name="그림 7">
            <a:extLst>
              <a:ext uri="{FF2B5EF4-FFF2-40B4-BE49-F238E27FC236}">
                <a16:creationId xmlns:a16="http://schemas.microsoft.com/office/drawing/2014/main" id="{EC3C3E56-4C83-4BBD-862F-9FB0E798E86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ECA172A6-F6EE-41D2-9ACC-BBEC0719969E}"/>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그림의 최대 합은 중앙에서 훑으며 저장한 합입니다. 절반 전체의 left_max·right_max와 구분하세요.</a:t>
            </a:r>
          </a:p>
        </p:txBody>
      </p:sp>
    </p:spTree>
    <p:extLst>
      <p:ext uri="{BB962C8B-B14F-4D97-AF65-F5344CB8AC3E}">
        <p14:creationId xmlns:p14="http://schemas.microsoft.com/office/powerpoint/2010/main" val="301625279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EE3CE1F-9D6F-4150-924D-1DD51CF6BE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AAF7C22-7752-4C13-81EA-E70A276CF9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E71D70C-461F-4F8E-9D17-197415E70FC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이제 경계를 걸치는 합 계산</a:t>
            </a:r>
          </a:p>
        </p:txBody>
      </p:sp>
      <p:sp>
        <p:nvSpPr>
          <p:cNvPr id="4" name="diagram-line-225">
            <a:extLst>
              <a:ext uri="{FF2B5EF4-FFF2-40B4-BE49-F238E27FC236}">
                <a16:creationId xmlns:a16="http://schemas.microsoft.com/office/drawing/2014/main" id="{02C41F1C-999E-4CC3-9F30-DC3C096DF6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8C42FEB-052E-4032-8F00-FAF6CE55F25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3입니다. 왼쪽 스캔은 a[3] = −2부터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C62D1532-C65A-44E2-8B18-E51B1457C36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A20B8A7-8078-44D0-9B00-78202DEE28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150</a:t>
            </a:r>
            <a:endParaRPr sz="1050" b="0">
              <a:solidFill>
                <a:srgbClr val="151515"/>
              </a:solidFill>
              <a:latin typeface="Consolas"/>
              <a:ea typeface="Consolas"/>
              <a:cs typeface="Consolas"/>
            </a:endParaRPr>
          </a:p>
        </p:txBody>
      </p:sp>
      <p:sp>
        <p:nvSpPr>
          <p:cNvPr id="8" name="row-226-label">
            <a:extLst>
              <a:ext uri="{FF2B5EF4-FFF2-40B4-BE49-F238E27FC236}">
                <a16:creationId xmlns:a16="http://schemas.microsoft.com/office/drawing/2014/main" id="{59ABE083-065B-41AF-ADF3-F0E359655159}"/>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496197D-5285-413A-BA15-2AD401CF75E7}"/>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6-0">
            <a:extLst>
              <a:ext uri="{FF2B5EF4-FFF2-40B4-BE49-F238E27FC236}">
                <a16:creationId xmlns:a16="http://schemas.microsoft.com/office/drawing/2014/main" id="{9C69178D-474B-4B8A-8AF0-2AF7D5B9E9CE}"/>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6-1">
            <a:extLst>
              <a:ext uri="{FF2B5EF4-FFF2-40B4-BE49-F238E27FC236}">
                <a16:creationId xmlns:a16="http://schemas.microsoft.com/office/drawing/2014/main" id="{4C9BE99A-1127-46C2-BA2D-6878AB31BC78}"/>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6-2">
            <a:extLst>
              <a:ext uri="{FF2B5EF4-FFF2-40B4-BE49-F238E27FC236}">
                <a16:creationId xmlns:a16="http://schemas.microsoft.com/office/drawing/2014/main" id="{92F8C21F-9D63-4006-84CF-703ED558AF51}"/>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6-3">
            <a:extLst>
              <a:ext uri="{FF2B5EF4-FFF2-40B4-BE49-F238E27FC236}">
                <a16:creationId xmlns:a16="http://schemas.microsoft.com/office/drawing/2014/main" id="{CE4C2F02-41A2-4422-90FD-46A6F0CD0598}"/>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6-4">
            <a:extLst>
              <a:ext uri="{FF2B5EF4-FFF2-40B4-BE49-F238E27FC236}">
                <a16:creationId xmlns:a16="http://schemas.microsoft.com/office/drawing/2014/main" id="{8A5F160F-9BC8-4412-98B3-DE1B668C871D}"/>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6-5">
            <a:extLst>
              <a:ext uri="{FF2B5EF4-FFF2-40B4-BE49-F238E27FC236}">
                <a16:creationId xmlns:a16="http://schemas.microsoft.com/office/drawing/2014/main" id="{679B3EC9-7811-4667-A679-DEFE227EEA2A}"/>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6-6">
            <a:extLst>
              <a:ext uri="{FF2B5EF4-FFF2-40B4-BE49-F238E27FC236}">
                <a16:creationId xmlns:a16="http://schemas.microsoft.com/office/drawing/2014/main" id="{12E0A87C-1300-4618-8D85-FAA03CA06A7B}"/>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6-7">
            <a:extLst>
              <a:ext uri="{FF2B5EF4-FFF2-40B4-BE49-F238E27FC236}">
                <a16:creationId xmlns:a16="http://schemas.microsoft.com/office/drawing/2014/main" id="{3AEB11C1-3369-478B-BB88-49D7AC2F5F34}"/>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27">
            <a:extLst>
              <a:ext uri="{FF2B5EF4-FFF2-40B4-BE49-F238E27FC236}">
                <a16:creationId xmlns:a16="http://schemas.microsoft.com/office/drawing/2014/main" id="{B1D6E41A-B686-439C-8C27-F80775B49088}"/>
              </a:ext>
            </a:extLst>
          </p:cNvPr>
          <p:cNvSpPr>
            <a:spLocks noGrp="1"/>
          </p:cNvSpPr>
          <p:nvPr/>
        </p:nvSpPr>
        <p:spPr>
          <a:xfrm>
            <a:off x="6772275" y="2943225"/>
            <a:ext cx="19050" cy="666750"/>
          </a:xfrm>
          <a:prstGeom prst="rect">
            <a:avLst/>
          </a:prstGeom>
          <a:solidFill>
            <a:srgbClr val="9A5900"/>
          </a:solidFill>
          <a:ln w="0">
            <a:noFill/>
          </a:ln>
        </p:spPr>
      </p:sp>
      <p:sp>
        <p:nvSpPr>
          <p:cNvPr id="19" name="pointer-226">
            <a:extLst>
              <a:ext uri="{FF2B5EF4-FFF2-40B4-BE49-F238E27FC236}">
                <a16:creationId xmlns:a16="http://schemas.microsoft.com/office/drawing/2014/main" id="{1FBC6254-3BE8-4B5F-A7DB-6CC25AC946B8}"/>
              </a:ext>
            </a:extLst>
          </p:cNvPr>
          <p:cNvSpPr>
            <a:spLocks noGrp="1"/>
          </p:cNvSpPr>
          <p:nvPr/>
        </p:nvSpPr>
        <p:spPr>
          <a:xfrm>
            <a:off x="56007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initial-left-sum">
            <a:extLst>
              <a:ext uri="{FF2B5EF4-FFF2-40B4-BE49-F238E27FC236}">
                <a16:creationId xmlns:a16="http://schemas.microsoft.com/office/drawing/2014/main" id="{CC2D86B1-0A77-4CF6-A637-EC91FDBCA2A5}"/>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D357B278-C386-4405-B9D2-2ECB66CADB8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12, right_max = 7.</a:t>
            </a:r>
          </a:p>
        </p:txBody>
      </p:sp>
    </p:spTree>
    <p:extLst>
      <p:ext uri="{BB962C8B-B14F-4D97-AF65-F5344CB8AC3E}">
        <p14:creationId xmlns:p14="http://schemas.microsoft.com/office/powerpoint/2010/main" val="114762267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85CAC6-8EAD-4FEC-9EF7-60CD01CEAD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183603-A8EE-4651-9944-EF734ACA2E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871C62E-BF26-4017-A6CD-A8B8C986F0C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1/4</a:t>
            </a:r>
          </a:p>
        </p:txBody>
      </p:sp>
      <p:sp>
        <p:nvSpPr>
          <p:cNvPr id="4" name="diagram-line-228">
            <a:extLst>
              <a:ext uri="{FF2B5EF4-FFF2-40B4-BE49-F238E27FC236}">
                <a16:creationId xmlns:a16="http://schemas.microsoft.com/office/drawing/2014/main" id="{B3A8128A-7496-4809-B66C-9D8DAFCCFB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6E580DE-2E7A-412E-8283-26C8FB28311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left_sum 갱신.</a:t>
            </a:r>
          </a:p>
        </p:txBody>
      </p:sp>
      <p:sp>
        <p:nvSpPr>
          <p:cNvPr id="6" name="footer">
            <a:extLst>
              <a:ext uri="{FF2B5EF4-FFF2-40B4-BE49-F238E27FC236}">
                <a16:creationId xmlns:a16="http://schemas.microsoft.com/office/drawing/2014/main" id="{16ED653A-19FD-41C4-9148-16DAB78979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F4F5BA0-AAE9-45D9-A93C-F6D224503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151</a:t>
            </a:r>
            <a:endParaRPr sz="1050" b="0">
              <a:solidFill>
                <a:srgbClr val="151515"/>
              </a:solidFill>
              <a:latin typeface="Consolas"/>
              <a:ea typeface="Consolas"/>
              <a:cs typeface="Consolas"/>
            </a:endParaRPr>
          </a:p>
        </p:txBody>
      </p:sp>
      <p:sp>
        <p:nvSpPr>
          <p:cNvPr id="8" name="row-229-label">
            <a:extLst>
              <a:ext uri="{FF2B5EF4-FFF2-40B4-BE49-F238E27FC236}">
                <a16:creationId xmlns:a16="http://schemas.microsoft.com/office/drawing/2014/main" id="{94149F2F-297B-4593-9E4A-6E97CF03C53E}"/>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E0DA268-AA5F-4C15-8876-7D6AFE4FDFFC}"/>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9-0">
            <a:extLst>
              <a:ext uri="{FF2B5EF4-FFF2-40B4-BE49-F238E27FC236}">
                <a16:creationId xmlns:a16="http://schemas.microsoft.com/office/drawing/2014/main" id="{1C43D5A2-3740-4589-8E22-253DFA76C1B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9-1">
            <a:extLst>
              <a:ext uri="{FF2B5EF4-FFF2-40B4-BE49-F238E27FC236}">
                <a16:creationId xmlns:a16="http://schemas.microsoft.com/office/drawing/2014/main" id="{FA954311-5598-4EC3-99C3-BAF0AE677C1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9-2">
            <a:extLst>
              <a:ext uri="{FF2B5EF4-FFF2-40B4-BE49-F238E27FC236}">
                <a16:creationId xmlns:a16="http://schemas.microsoft.com/office/drawing/2014/main" id="{7DF23C6F-6CBC-459F-912C-06D4B1DC5CD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9-3">
            <a:extLst>
              <a:ext uri="{FF2B5EF4-FFF2-40B4-BE49-F238E27FC236}">
                <a16:creationId xmlns:a16="http://schemas.microsoft.com/office/drawing/2014/main" id="{6BADF51D-3C96-4264-B62F-27ACA9AD7EC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9-4">
            <a:extLst>
              <a:ext uri="{FF2B5EF4-FFF2-40B4-BE49-F238E27FC236}">
                <a16:creationId xmlns:a16="http://schemas.microsoft.com/office/drawing/2014/main" id="{368D76E8-1690-466E-BC34-D0E3E71C366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9-5">
            <a:extLst>
              <a:ext uri="{FF2B5EF4-FFF2-40B4-BE49-F238E27FC236}">
                <a16:creationId xmlns:a16="http://schemas.microsoft.com/office/drawing/2014/main" id="{5DE6AC63-4B0D-4450-B173-285887C6F961}"/>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9-6">
            <a:extLst>
              <a:ext uri="{FF2B5EF4-FFF2-40B4-BE49-F238E27FC236}">
                <a16:creationId xmlns:a16="http://schemas.microsoft.com/office/drawing/2014/main" id="{3EC38376-C5CC-4825-A1BB-2A8ACDB153F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9-7">
            <a:extLst>
              <a:ext uri="{FF2B5EF4-FFF2-40B4-BE49-F238E27FC236}">
                <a16:creationId xmlns:a16="http://schemas.microsoft.com/office/drawing/2014/main" id="{D6848F70-3A75-4443-8255-A5EF79DAC84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0">
            <a:extLst>
              <a:ext uri="{FF2B5EF4-FFF2-40B4-BE49-F238E27FC236}">
                <a16:creationId xmlns:a16="http://schemas.microsoft.com/office/drawing/2014/main" id="{7A3E889A-2820-424C-85FA-46F67B4DBA23}"/>
              </a:ext>
            </a:extLst>
          </p:cNvPr>
          <p:cNvSpPr>
            <a:spLocks noGrp="1"/>
          </p:cNvSpPr>
          <p:nvPr/>
        </p:nvSpPr>
        <p:spPr>
          <a:xfrm>
            <a:off x="6772275" y="2743200"/>
            <a:ext cx="19050" cy="666750"/>
          </a:xfrm>
          <a:prstGeom prst="rect">
            <a:avLst/>
          </a:prstGeom>
          <a:solidFill>
            <a:srgbClr val="9A5900"/>
          </a:solidFill>
          <a:ln w="0">
            <a:noFill/>
          </a:ln>
        </p:spPr>
      </p:sp>
      <p:sp>
        <p:nvSpPr>
          <p:cNvPr id="19" name="pointer-229">
            <a:extLst>
              <a:ext uri="{FF2B5EF4-FFF2-40B4-BE49-F238E27FC236}">
                <a16:creationId xmlns:a16="http://schemas.microsoft.com/office/drawing/2014/main" id="{87438C70-A320-4E0B-BFEB-0CE2052776BD}"/>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current-equation">
            <a:extLst>
              <a:ext uri="{FF2B5EF4-FFF2-40B4-BE49-F238E27FC236}">
                <a16:creationId xmlns:a16="http://schemas.microsoft.com/office/drawing/2014/main" id="{12A58A6E-FF00-4903-9F76-6A189C8901D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D1812F67-3429-4471-8F73-ABFB40407C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−2</a:t>
            </a:r>
          </a:p>
        </p:txBody>
      </p:sp>
      <p:sp>
        <p:nvSpPr>
          <p:cNvPr id="22" name="row-231-label">
            <a:extLst>
              <a:ext uri="{FF2B5EF4-FFF2-40B4-BE49-F238E27FC236}">
                <a16:creationId xmlns:a16="http://schemas.microsoft.com/office/drawing/2014/main" id="{3E3E05BF-1E80-4B0B-A77C-2F9C8552174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C567EE7-ED59-4806-A2CF-605175E22C2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1-0">
            <a:extLst>
              <a:ext uri="{FF2B5EF4-FFF2-40B4-BE49-F238E27FC236}">
                <a16:creationId xmlns:a16="http://schemas.microsoft.com/office/drawing/2014/main" id="{D0D2D29E-204B-4526-BF8D-D2A36341B5D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1-1">
            <a:extLst>
              <a:ext uri="{FF2B5EF4-FFF2-40B4-BE49-F238E27FC236}">
                <a16:creationId xmlns:a16="http://schemas.microsoft.com/office/drawing/2014/main" id="{A3013682-06E1-4B98-9CC7-990C4A1B8A2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1-2">
            <a:extLst>
              <a:ext uri="{FF2B5EF4-FFF2-40B4-BE49-F238E27FC236}">
                <a16:creationId xmlns:a16="http://schemas.microsoft.com/office/drawing/2014/main" id="{8A70D05E-ABCC-41BE-9D6A-4BC1F7EA31B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1-3">
            <a:extLst>
              <a:ext uri="{FF2B5EF4-FFF2-40B4-BE49-F238E27FC236}">
                <a16:creationId xmlns:a16="http://schemas.microsoft.com/office/drawing/2014/main" id="{D58094D3-C9CB-40F9-9FC0-A59367A8E7D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1-4">
            <a:extLst>
              <a:ext uri="{FF2B5EF4-FFF2-40B4-BE49-F238E27FC236}">
                <a16:creationId xmlns:a16="http://schemas.microsoft.com/office/drawing/2014/main" id="{A827D620-3A58-474B-984D-6B608765E4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1-5">
            <a:extLst>
              <a:ext uri="{FF2B5EF4-FFF2-40B4-BE49-F238E27FC236}">
                <a16:creationId xmlns:a16="http://schemas.microsoft.com/office/drawing/2014/main" id="{42940066-82BB-4605-B043-EA64E820BAF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1-6">
            <a:extLst>
              <a:ext uri="{FF2B5EF4-FFF2-40B4-BE49-F238E27FC236}">
                <a16:creationId xmlns:a16="http://schemas.microsoft.com/office/drawing/2014/main" id="{6C561BC9-0802-4EFF-A97B-64E916D6603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1-7">
            <a:extLst>
              <a:ext uri="{FF2B5EF4-FFF2-40B4-BE49-F238E27FC236}">
                <a16:creationId xmlns:a16="http://schemas.microsoft.com/office/drawing/2014/main" id="{9EEF23A4-B123-46EC-85A9-42C9BB7C75F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2">
            <a:extLst>
              <a:ext uri="{FF2B5EF4-FFF2-40B4-BE49-F238E27FC236}">
                <a16:creationId xmlns:a16="http://schemas.microsoft.com/office/drawing/2014/main" id="{AEBB7130-9EA7-454D-8F8C-A71FBB46D44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690EFA-7F24-4E3D-A8F2-BFF91BE0D8E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2: a[2] = 12을 현재 합 −2에 더합니다.</a:t>
            </a:r>
          </a:p>
        </p:txBody>
      </p:sp>
    </p:spTree>
    <p:extLst>
      <p:ext uri="{BB962C8B-B14F-4D97-AF65-F5344CB8AC3E}">
        <p14:creationId xmlns:p14="http://schemas.microsoft.com/office/powerpoint/2010/main" val="387067237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A553887-CCE6-495C-8FEA-7152919EB3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32DB32-C379-4AE0-85B0-F02C6D5ABB9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8C40B79-FE1E-489E-9B42-23BD194291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2/4</a:t>
            </a:r>
          </a:p>
        </p:txBody>
      </p:sp>
      <p:sp>
        <p:nvSpPr>
          <p:cNvPr id="4" name="diagram-line-233">
            <a:extLst>
              <a:ext uri="{FF2B5EF4-FFF2-40B4-BE49-F238E27FC236}">
                <a16:creationId xmlns:a16="http://schemas.microsoft.com/office/drawing/2014/main" id="{F692F4F6-E17B-4144-9895-328DF7A348F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53865E-1E22-44BA-8C98-CB0CC48B888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&gt; 이전 기록 −2 → left_sum 갱신.</a:t>
            </a:r>
          </a:p>
        </p:txBody>
      </p:sp>
      <p:sp>
        <p:nvSpPr>
          <p:cNvPr id="6" name="footer">
            <a:extLst>
              <a:ext uri="{FF2B5EF4-FFF2-40B4-BE49-F238E27FC236}">
                <a16:creationId xmlns:a16="http://schemas.microsoft.com/office/drawing/2014/main" id="{1F528B4B-28A5-4047-9183-32BA4FC508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D3BB418-FFC9-487B-A721-5301E80C54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152</a:t>
            </a:r>
            <a:endParaRPr sz="1050" b="0">
              <a:solidFill>
                <a:srgbClr val="151515"/>
              </a:solidFill>
              <a:latin typeface="Consolas"/>
              <a:ea typeface="Consolas"/>
              <a:cs typeface="Consolas"/>
            </a:endParaRPr>
          </a:p>
        </p:txBody>
      </p:sp>
      <p:sp>
        <p:nvSpPr>
          <p:cNvPr id="8" name="row-234-label">
            <a:extLst>
              <a:ext uri="{FF2B5EF4-FFF2-40B4-BE49-F238E27FC236}">
                <a16:creationId xmlns:a16="http://schemas.microsoft.com/office/drawing/2014/main" id="{84035042-AA56-4C0C-8CB1-F45EF142BE9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0D94BA95-9126-4C3B-839A-5F58A95570DD}"/>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4-0">
            <a:extLst>
              <a:ext uri="{FF2B5EF4-FFF2-40B4-BE49-F238E27FC236}">
                <a16:creationId xmlns:a16="http://schemas.microsoft.com/office/drawing/2014/main" id="{ECA311E8-D0CC-4CB2-86C3-5F5A3348DCF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4-1">
            <a:extLst>
              <a:ext uri="{FF2B5EF4-FFF2-40B4-BE49-F238E27FC236}">
                <a16:creationId xmlns:a16="http://schemas.microsoft.com/office/drawing/2014/main" id="{0440561F-E845-4FF0-8BBD-75E00B7A020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4-2">
            <a:extLst>
              <a:ext uri="{FF2B5EF4-FFF2-40B4-BE49-F238E27FC236}">
                <a16:creationId xmlns:a16="http://schemas.microsoft.com/office/drawing/2014/main" id="{60C17944-A5BD-47C3-913B-3EEC03A7725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4-3">
            <a:extLst>
              <a:ext uri="{FF2B5EF4-FFF2-40B4-BE49-F238E27FC236}">
                <a16:creationId xmlns:a16="http://schemas.microsoft.com/office/drawing/2014/main" id="{A7E63A9D-0B77-405C-9094-B156A09024F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4-4">
            <a:extLst>
              <a:ext uri="{FF2B5EF4-FFF2-40B4-BE49-F238E27FC236}">
                <a16:creationId xmlns:a16="http://schemas.microsoft.com/office/drawing/2014/main" id="{77BA19E3-C098-42B1-AA2A-FF28B57A4E0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4-5">
            <a:extLst>
              <a:ext uri="{FF2B5EF4-FFF2-40B4-BE49-F238E27FC236}">
                <a16:creationId xmlns:a16="http://schemas.microsoft.com/office/drawing/2014/main" id="{3F4A90FC-7D10-4176-9AEB-03A29DD2441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4-6">
            <a:extLst>
              <a:ext uri="{FF2B5EF4-FFF2-40B4-BE49-F238E27FC236}">
                <a16:creationId xmlns:a16="http://schemas.microsoft.com/office/drawing/2014/main" id="{82A529A5-9DA4-4055-B435-1E6E748B4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4-7">
            <a:extLst>
              <a:ext uri="{FF2B5EF4-FFF2-40B4-BE49-F238E27FC236}">
                <a16:creationId xmlns:a16="http://schemas.microsoft.com/office/drawing/2014/main" id="{93BB279C-0116-4B32-A0FA-BC1A3E8CB0E2}"/>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5">
            <a:extLst>
              <a:ext uri="{FF2B5EF4-FFF2-40B4-BE49-F238E27FC236}">
                <a16:creationId xmlns:a16="http://schemas.microsoft.com/office/drawing/2014/main" id="{DAF9A58D-CE6E-457B-8F8C-343A18CB4545}"/>
              </a:ext>
            </a:extLst>
          </p:cNvPr>
          <p:cNvSpPr>
            <a:spLocks noGrp="1"/>
          </p:cNvSpPr>
          <p:nvPr/>
        </p:nvSpPr>
        <p:spPr>
          <a:xfrm>
            <a:off x="6772275" y="2743200"/>
            <a:ext cx="19050" cy="666750"/>
          </a:xfrm>
          <a:prstGeom prst="rect">
            <a:avLst/>
          </a:prstGeom>
          <a:solidFill>
            <a:srgbClr val="9A5900"/>
          </a:solidFill>
          <a:ln w="0">
            <a:noFill/>
          </a:ln>
        </p:spPr>
      </p:sp>
      <p:sp>
        <p:nvSpPr>
          <p:cNvPr id="19" name="pointer-234">
            <a:extLst>
              <a:ext uri="{FF2B5EF4-FFF2-40B4-BE49-F238E27FC236}">
                <a16:creationId xmlns:a16="http://schemas.microsoft.com/office/drawing/2014/main" id="{2E1178BB-B021-4825-BDF2-00D06723DBB2}"/>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6012FEFB-1B09-47EC-A59D-9ADCE12E1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(12) = 10</a:t>
            </a:r>
          </a:p>
        </p:txBody>
      </p:sp>
      <p:sp>
        <p:nvSpPr>
          <p:cNvPr id="21" name="best-equation">
            <a:extLst>
              <a:ext uri="{FF2B5EF4-FFF2-40B4-BE49-F238E27FC236}">
                <a16:creationId xmlns:a16="http://schemas.microsoft.com/office/drawing/2014/main" id="{C69BBA02-49A8-46F7-BD65-BBECEB84CC7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−2 → 10</a:t>
            </a:r>
          </a:p>
        </p:txBody>
      </p:sp>
      <p:sp>
        <p:nvSpPr>
          <p:cNvPr id="22" name="row-236-label">
            <a:extLst>
              <a:ext uri="{FF2B5EF4-FFF2-40B4-BE49-F238E27FC236}">
                <a16:creationId xmlns:a16="http://schemas.microsoft.com/office/drawing/2014/main" id="{7BE68CF7-53BD-4C48-96EB-372207F43E5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67F7AD4-E2A6-42DC-82DA-E2D146D7413D}"/>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6-0">
            <a:extLst>
              <a:ext uri="{FF2B5EF4-FFF2-40B4-BE49-F238E27FC236}">
                <a16:creationId xmlns:a16="http://schemas.microsoft.com/office/drawing/2014/main" id="{59973130-E786-4106-AF41-CC38700CAD9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6-1">
            <a:extLst>
              <a:ext uri="{FF2B5EF4-FFF2-40B4-BE49-F238E27FC236}">
                <a16:creationId xmlns:a16="http://schemas.microsoft.com/office/drawing/2014/main" id="{FD749B02-C460-4049-967D-6A6A1DDA8FA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6-2">
            <a:extLst>
              <a:ext uri="{FF2B5EF4-FFF2-40B4-BE49-F238E27FC236}">
                <a16:creationId xmlns:a16="http://schemas.microsoft.com/office/drawing/2014/main" id="{64123192-C719-4EFE-B963-5291A269C69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6-3">
            <a:extLst>
              <a:ext uri="{FF2B5EF4-FFF2-40B4-BE49-F238E27FC236}">
                <a16:creationId xmlns:a16="http://schemas.microsoft.com/office/drawing/2014/main" id="{08087055-B245-40C9-9DEF-927B98DBC71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6-4">
            <a:extLst>
              <a:ext uri="{FF2B5EF4-FFF2-40B4-BE49-F238E27FC236}">
                <a16:creationId xmlns:a16="http://schemas.microsoft.com/office/drawing/2014/main" id="{3AA87FBC-7DA2-42A5-A134-0C220A6845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6-5">
            <a:extLst>
              <a:ext uri="{FF2B5EF4-FFF2-40B4-BE49-F238E27FC236}">
                <a16:creationId xmlns:a16="http://schemas.microsoft.com/office/drawing/2014/main" id="{2310AF4B-4C36-41F4-9AE1-BE951C53F6B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6-6">
            <a:extLst>
              <a:ext uri="{FF2B5EF4-FFF2-40B4-BE49-F238E27FC236}">
                <a16:creationId xmlns:a16="http://schemas.microsoft.com/office/drawing/2014/main" id="{E5AB2C3A-58E2-4892-ADC5-D1A7A130154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6-7">
            <a:extLst>
              <a:ext uri="{FF2B5EF4-FFF2-40B4-BE49-F238E27FC236}">
                <a16:creationId xmlns:a16="http://schemas.microsoft.com/office/drawing/2014/main" id="{0682673A-5C80-4A39-922B-B8FDC930C40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7">
            <a:extLst>
              <a:ext uri="{FF2B5EF4-FFF2-40B4-BE49-F238E27FC236}">
                <a16:creationId xmlns:a16="http://schemas.microsoft.com/office/drawing/2014/main" id="{AD742A9A-AF8B-412A-914C-C8D8E80DFFE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C32756-BF79-4FF1-97E0-417BD69D242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1: a[1] = −5을 현재 합 10에 더합니다.</a:t>
            </a:r>
          </a:p>
        </p:txBody>
      </p:sp>
    </p:spTree>
    <p:extLst>
      <p:ext uri="{BB962C8B-B14F-4D97-AF65-F5344CB8AC3E}">
        <p14:creationId xmlns:p14="http://schemas.microsoft.com/office/powerpoint/2010/main" val="176303738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21D26ACB-ACCA-420C-8FCC-FBC1F699F04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F3599DD-68D4-429D-B646-028E7C23E9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F6C59E-C5B6-450B-B576-C1D440A07C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3/4</a:t>
            </a:r>
          </a:p>
        </p:txBody>
      </p:sp>
      <p:sp>
        <p:nvSpPr>
          <p:cNvPr id="4" name="diagram-line-238">
            <a:extLst>
              <a:ext uri="{FF2B5EF4-FFF2-40B4-BE49-F238E27FC236}">
                <a16:creationId xmlns:a16="http://schemas.microsoft.com/office/drawing/2014/main" id="{3DA586E8-0471-455D-A913-EF1FFFEE5D8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F15EAFD-53DC-479A-A9D0-D047A2C7464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 이전 기록 10 → left_sum 유지.</a:t>
            </a:r>
          </a:p>
        </p:txBody>
      </p:sp>
      <p:sp>
        <p:nvSpPr>
          <p:cNvPr id="6" name="footer">
            <a:extLst>
              <a:ext uri="{FF2B5EF4-FFF2-40B4-BE49-F238E27FC236}">
                <a16:creationId xmlns:a16="http://schemas.microsoft.com/office/drawing/2014/main" id="{3A8C93A0-30F2-44D2-B919-CCAB63CA2F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FB213C4-399B-4AAA-A6EE-E2ABECA25A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153</a:t>
            </a:r>
            <a:endParaRPr sz="1050" b="0">
              <a:solidFill>
                <a:srgbClr val="151515"/>
              </a:solidFill>
              <a:latin typeface="Consolas"/>
              <a:ea typeface="Consolas"/>
              <a:cs typeface="Consolas"/>
            </a:endParaRPr>
          </a:p>
        </p:txBody>
      </p:sp>
      <p:sp>
        <p:nvSpPr>
          <p:cNvPr id="8" name="row-239-label">
            <a:extLst>
              <a:ext uri="{FF2B5EF4-FFF2-40B4-BE49-F238E27FC236}">
                <a16:creationId xmlns:a16="http://schemas.microsoft.com/office/drawing/2014/main" id="{E05C783C-1F4B-4376-B1AB-B278541A2F9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478A037-B020-4482-816A-152B0ACCFF6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9-0">
            <a:extLst>
              <a:ext uri="{FF2B5EF4-FFF2-40B4-BE49-F238E27FC236}">
                <a16:creationId xmlns:a16="http://schemas.microsoft.com/office/drawing/2014/main" id="{CE6CACFB-5232-4537-A472-BAD8F382644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9-1">
            <a:extLst>
              <a:ext uri="{FF2B5EF4-FFF2-40B4-BE49-F238E27FC236}">
                <a16:creationId xmlns:a16="http://schemas.microsoft.com/office/drawing/2014/main" id="{82F6DC3E-ED62-43F5-9B61-C7E58BF8BA3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9-2">
            <a:extLst>
              <a:ext uri="{FF2B5EF4-FFF2-40B4-BE49-F238E27FC236}">
                <a16:creationId xmlns:a16="http://schemas.microsoft.com/office/drawing/2014/main" id="{F10C5FAA-B18E-4663-B1CD-7B5D0428D6E6}"/>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9-3">
            <a:extLst>
              <a:ext uri="{FF2B5EF4-FFF2-40B4-BE49-F238E27FC236}">
                <a16:creationId xmlns:a16="http://schemas.microsoft.com/office/drawing/2014/main" id="{B1DF42E2-BE2B-4160-A595-7D6A16CF2155}"/>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9-4">
            <a:extLst>
              <a:ext uri="{FF2B5EF4-FFF2-40B4-BE49-F238E27FC236}">
                <a16:creationId xmlns:a16="http://schemas.microsoft.com/office/drawing/2014/main" id="{91C2760B-5997-4AE9-92CC-7DF5B999E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9-5">
            <a:extLst>
              <a:ext uri="{FF2B5EF4-FFF2-40B4-BE49-F238E27FC236}">
                <a16:creationId xmlns:a16="http://schemas.microsoft.com/office/drawing/2014/main" id="{FE06259F-3EA3-466B-B9C8-0F9D63678CE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9-6">
            <a:extLst>
              <a:ext uri="{FF2B5EF4-FFF2-40B4-BE49-F238E27FC236}">
                <a16:creationId xmlns:a16="http://schemas.microsoft.com/office/drawing/2014/main" id="{C41406AB-121C-41D3-BDA7-D2A9F6DD5210}"/>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9-7">
            <a:extLst>
              <a:ext uri="{FF2B5EF4-FFF2-40B4-BE49-F238E27FC236}">
                <a16:creationId xmlns:a16="http://schemas.microsoft.com/office/drawing/2014/main" id="{F56E9836-E5F2-46E1-B529-2A0B5FB0DA3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0">
            <a:extLst>
              <a:ext uri="{FF2B5EF4-FFF2-40B4-BE49-F238E27FC236}">
                <a16:creationId xmlns:a16="http://schemas.microsoft.com/office/drawing/2014/main" id="{A075BFB3-458A-4BCB-94C3-4426E4BAA364}"/>
              </a:ext>
            </a:extLst>
          </p:cNvPr>
          <p:cNvSpPr>
            <a:spLocks noGrp="1"/>
          </p:cNvSpPr>
          <p:nvPr/>
        </p:nvSpPr>
        <p:spPr>
          <a:xfrm>
            <a:off x="6772275" y="2743200"/>
            <a:ext cx="19050" cy="666750"/>
          </a:xfrm>
          <a:prstGeom prst="rect">
            <a:avLst/>
          </a:prstGeom>
          <a:solidFill>
            <a:srgbClr val="9A5900"/>
          </a:solidFill>
          <a:ln w="0">
            <a:noFill/>
          </a:ln>
        </p:spPr>
      </p:sp>
      <p:sp>
        <p:nvSpPr>
          <p:cNvPr id="19" name="pointer-239">
            <a:extLst>
              <a:ext uri="{FF2B5EF4-FFF2-40B4-BE49-F238E27FC236}">
                <a16:creationId xmlns:a16="http://schemas.microsoft.com/office/drawing/2014/main" id="{DCB93EE8-5D28-412D-AE87-C47EAC3BAE29}"/>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286935F0-A1E7-4649-B5FE-7E0F88B81F64}"/>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10 + (−5) = 5</a:t>
            </a:r>
          </a:p>
        </p:txBody>
      </p:sp>
      <p:sp>
        <p:nvSpPr>
          <p:cNvPr id="21" name="best-equation">
            <a:extLst>
              <a:ext uri="{FF2B5EF4-FFF2-40B4-BE49-F238E27FC236}">
                <a16:creationId xmlns:a16="http://schemas.microsoft.com/office/drawing/2014/main" id="{044A385F-CCF4-4837-8744-90977CB4834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1-label">
            <a:extLst>
              <a:ext uri="{FF2B5EF4-FFF2-40B4-BE49-F238E27FC236}">
                <a16:creationId xmlns:a16="http://schemas.microsoft.com/office/drawing/2014/main" id="{500F016D-3B89-4E84-84BA-37FDD844A2D7}"/>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BD439F1-9142-4C92-90C8-759BFF8DA48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1-0">
            <a:extLst>
              <a:ext uri="{FF2B5EF4-FFF2-40B4-BE49-F238E27FC236}">
                <a16:creationId xmlns:a16="http://schemas.microsoft.com/office/drawing/2014/main" id="{23EFAAD5-548E-4408-8100-CA900EF292F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1-1">
            <a:extLst>
              <a:ext uri="{FF2B5EF4-FFF2-40B4-BE49-F238E27FC236}">
                <a16:creationId xmlns:a16="http://schemas.microsoft.com/office/drawing/2014/main" id="{DCD45309-CD85-4689-ACD7-5CC00A96174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1-2">
            <a:extLst>
              <a:ext uri="{FF2B5EF4-FFF2-40B4-BE49-F238E27FC236}">
                <a16:creationId xmlns:a16="http://schemas.microsoft.com/office/drawing/2014/main" id="{753ACF1C-5855-4E66-B52A-24A0700E1E1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1-3">
            <a:extLst>
              <a:ext uri="{FF2B5EF4-FFF2-40B4-BE49-F238E27FC236}">
                <a16:creationId xmlns:a16="http://schemas.microsoft.com/office/drawing/2014/main" id="{8ABF4BC4-93FC-4E09-B33A-4EEF89590AB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1-4">
            <a:extLst>
              <a:ext uri="{FF2B5EF4-FFF2-40B4-BE49-F238E27FC236}">
                <a16:creationId xmlns:a16="http://schemas.microsoft.com/office/drawing/2014/main" id="{1CEB3436-6AEF-4E46-B795-5D9BEACC59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1-5">
            <a:extLst>
              <a:ext uri="{FF2B5EF4-FFF2-40B4-BE49-F238E27FC236}">
                <a16:creationId xmlns:a16="http://schemas.microsoft.com/office/drawing/2014/main" id="{4886E1E9-A56F-48DD-9A0F-560A2830AF0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1-6">
            <a:extLst>
              <a:ext uri="{FF2B5EF4-FFF2-40B4-BE49-F238E27FC236}">
                <a16:creationId xmlns:a16="http://schemas.microsoft.com/office/drawing/2014/main" id="{C5B165CC-58E2-40E1-B98A-D25E4364D32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1-7">
            <a:extLst>
              <a:ext uri="{FF2B5EF4-FFF2-40B4-BE49-F238E27FC236}">
                <a16:creationId xmlns:a16="http://schemas.microsoft.com/office/drawing/2014/main" id="{65562984-1A6A-4436-B30A-A89002AD307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2">
            <a:extLst>
              <a:ext uri="{FF2B5EF4-FFF2-40B4-BE49-F238E27FC236}">
                <a16:creationId xmlns:a16="http://schemas.microsoft.com/office/drawing/2014/main" id="{97ABD7D3-6B5C-4F55-B200-5E15C40357B3}"/>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D4EE3C33-DE34-445E-88DF-ED8D5456418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184988030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0418E2-A6CA-4472-A764-E9FEF47176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C4CA71-80FE-4BAB-BBB8-9340D174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ECB5DA8-6EFB-42CE-9E51-DCC11DC9A1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4/4</a:t>
            </a:r>
          </a:p>
        </p:txBody>
      </p:sp>
      <p:sp>
        <p:nvSpPr>
          <p:cNvPr id="4" name="diagram-line-243">
            <a:extLst>
              <a:ext uri="{FF2B5EF4-FFF2-40B4-BE49-F238E27FC236}">
                <a16:creationId xmlns:a16="http://schemas.microsoft.com/office/drawing/2014/main" id="{599642C5-69DB-45A0-8A73-CEB48F546A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638197C-E91F-4506-88AA-E249869D318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8 ≤ 이전 기록 10 → left_sum 유지.</a:t>
            </a:r>
          </a:p>
        </p:txBody>
      </p:sp>
      <p:sp>
        <p:nvSpPr>
          <p:cNvPr id="6" name="footer">
            <a:extLst>
              <a:ext uri="{FF2B5EF4-FFF2-40B4-BE49-F238E27FC236}">
                <a16:creationId xmlns:a16="http://schemas.microsoft.com/office/drawing/2014/main" id="{E5F444B8-068C-451E-856D-E2C59DCAE7D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F34092D-321D-4043-9099-A12E1E64C6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154</a:t>
            </a:r>
            <a:endParaRPr sz="1050" b="0">
              <a:solidFill>
                <a:srgbClr val="151515"/>
              </a:solidFill>
              <a:latin typeface="Consolas"/>
              <a:ea typeface="Consolas"/>
              <a:cs typeface="Consolas"/>
            </a:endParaRPr>
          </a:p>
        </p:txBody>
      </p:sp>
      <p:sp>
        <p:nvSpPr>
          <p:cNvPr id="8" name="row-244-label">
            <a:extLst>
              <a:ext uri="{FF2B5EF4-FFF2-40B4-BE49-F238E27FC236}">
                <a16:creationId xmlns:a16="http://schemas.microsoft.com/office/drawing/2014/main" id="{DB4196D0-F12C-445B-BA70-16044934627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73BC931-31CF-45C6-9290-CBDF66CF7EB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4-0">
            <a:extLst>
              <a:ext uri="{FF2B5EF4-FFF2-40B4-BE49-F238E27FC236}">
                <a16:creationId xmlns:a16="http://schemas.microsoft.com/office/drawing/2014/main" id="{2AFA34A6-1C87-4361-9F89-7824F181C48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4-1">
            <a:extLst>
              <a:ext uri="{FF2B5EF4-FFF2-40B4-BE49-F238E27FC236}">
                <a16:creationId xmlns:a16="http://schemas.microsoft.com/office/drawing/2014/main" id="{B7678490-6E49-4142-8CEA-D331B5D81164}"/>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4-2">
            <a:extLst>
              <a:ext uri="{FF2B5EF4-FFF2-40B4-BE49-F238E27FC236}">
                <a16:creationId xmlns:a16="http://schemas.microsoft.com/office/drawing/2014/main" id="{7FAFAD32-B4A9-4E13-862C-9F292F748CC2}"/>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4-3">
            <a:extLst>
              <a:ext uri="{FF2B5EF4-FFF2-40B4-BE49-F238E27FC236}">
                <a16:creationId xmlns:a16="http://schemas.microsoft.com/office/drawing/2014/main" id="{1EE778A2-E109-4079-8B3B-20391B422DB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4-4">
            <a:extLst>
              <a:ext uri="{FF2B5EF4-FFF2-40B4-BE49-F238E27FC236}">
                <a16:creationId xmlns:a16="http://schemas.microsoft.com/office/drawing/2014/main" id="{BD9E9CAF-A487-4FF1-AB3E-B1590C1AA86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4-5">
            <a:extLst>
              <a:ext uri="{FF2B5EF4-FFF2-40B4-BE49-F238E27FC236}">
                <a16:creationId xmlns:a16="http://schemas.microsoft.com/office/drawing/2014/main" id="{EEFC3F6A-B2D6-4C0F-BC7B-782E2AE83B9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4-6">
            <a:extLst>
              <a:ext uri="{FF2B5EF4-FFF2-40B4-BE49-F238E27FC236}">
                <a16:creationId xmlns:a16="http://schemas.microsoft.com/office/drawing/2014/main" id="{CC77FB35-E257-4308-9DC9-64989D3B455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4-7">
            <a:extLst>
              <a:ext uri="{FF2B5EF4-FFF2-40B4-BE49-F238E27FC236}">
                <a16:creationId xmlns:a16="http://schemas.microsoft.com/office/drawing/2014/main" id="{5E97C1ED-A13A-4B1D-A375-B1C1BDF5A1C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5">
            <a:extLst>
              <a:ext uri="{FF2B5EF4-FFF2-40B4-BE49-F238E27FC236}">
                <a16:creationId xmlns:a16="http://schemas.microsoft.com/office/drawing/2014/main" id="{7FAAE4C3-4543-4D6E-A493-8ED3BC06C1C0}"/>
              </a:ext>
            </a:extLst>
          </p:cNvPr>
          <p:cNvSpPr>
            <a:spLocks noGrp="1"/>
          </p:cNvSpPr>
          <p:nvPr/>
        </p:nvSpPr>
        <p:spPr>
          <a:xfrm>
            <a:off x="6772275" y="2743200"/>
            <a:ext cx="19050" cy="666750"/>
          </a:xfrm>
          <a:prstGeom prst="rect">
            <a:avLst/>
          </a:prstGeom>
          <a:solidFill>
            <a:srgbClr val="9A5900"/>
          </a:solidFill>
          <a:ln w="0">
            <a:noFill/>
          </a:ln>
        </p:spPr>
      </p:sp>
      <p:sp>
        <p:nvSpPr>
          <p:cNvPr id="19" name="pointer-244">
            <a:extLst>
              <a:ext uri="{FF2B5EF4-FFF2-40B4-BE49-F238E27FC236}">
                <a16:creationId xmlns:a16="http://schemas.microsoft.com/office/drawing/2014/main" id="{32CC6E03-88C6-4A7B-8191-E5B2F37A1EA3}"/>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AF41FED5-3D34-4142-A2DD-9E7CBDE7321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8</a:t>
            </a:r>
          </a:p>
        </p:txBody>
      </p:sp>
      <p:sp>
        <p:nvSpPr>
          <p:cNvPr id="21" name="best-equation">
            <a:extLst>
              <a:ext uri="{FF2B5EF4-FFF2-40B4-BE49-F238E27FC236}">
                <a16:creationId xmlns:a16="http://schemas.microsoft.com/office/drawing/2014/main" id="{25E87F8C-CF9A-4C86-97AF-1E2B3FEE8928}"/>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6-label">
            <a:extLst>
              <a:ext uri="{FF2B5EF4-FFF2-40B4-BE49-F238E27FC236}">
                <a16:creationId xmlns:a16="http://schemas.microsoft.com/office/drawing/2014/main" id="{A52C284D-A0D9-48C0-B47C-F9511917F46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30AE32-C2AE-4D1A-9FD5-982E682F70E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6-0">
            <a:extLst>
              <a:ext uri="{FF2B5EF4-FFF2-40B4-BE49-F238E27FC236}">
                <a16:creationId xmlns:a16="http://schemas.microsoft.com/office/drawing/2014/main" id="{213820B8-EB8F-465B-B08C-7D9C0E9C63D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6-1">
            <a:extLst>
              <a:ext uri="{FF2B5EF4-FFF2-40B4-BE49-F238E27FC236}">
                <a16:creationId xmlns:a16="http://schemas.microsoft.com/office/drawing/2014/main" id="{39C99604-DCC7-4E0F-B260-55F021D27E91}"/>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6-2">
            <a:extLst>
              <a:ext uri="{FF2B5EF4-FFF2-40B4-BE49-F238E27FC236}">
                <a16:creationId xmlns:a16="http://schemas.microsoft.com/office/drawing/2014/main" id="{A7266373-F7C1-4901-91FA-968DC01F9695}"/>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6-3">
            <a:extLst>
              <a:ext uri="{FF2B5EF4-FFF2-40B4-BE49-F238E27FC236}">
                <a16:creationId xmlns:a16="http://schemas.microsoft.com/office/drawing/2014/main" id="{7550852F-2D74-4C4C-B8A3-4479C5DC0AB0}"/>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6-4">
            <a:extLst>
              <a:ext uri="{FF2B5EF4-FFF2-40B4-BE49-F238E27FC236}">
                <a16:creationId xmlns:a16="http://schemas.microsoft.com/office/drawing/2014/main" id="{956A828C-4668-4657-95B2-37281E8197B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6-5">
            <a:extLst>
              <a:ext uri="{FF2B5EF4-FFF2-40B4-BE49-F238E27FC236}">
                <a16:creationId xmlns:a16="http://schemas.microsoft.com/office/drawing/2014/main" id="{21A4C396-5CCE-4F51-BC14-E074534A485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6-6">
            <a:extLst>
              <a:ext uri="{FF2B5EF4-FFF2-40B4-BE49-F238E27FC236}">
                <a16:creationId xmlns:a16="http://schemas.microsoft.com/office/drawing/2014/main" id="{7821C10A-0F1E-4975-97AC-46DF7DEA937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6-7">
            <a:extLst>
              <a:ext uri="{FF2B5EF4-FFF2-40B4-BE49-F238E27FC236}">
                <a16:creationId xmlns:a16="http://schemas.microsoft.com/office/drawing/2014/main" id="{86020379-193B-4C04-99B3-1C61116423D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7">
            <a:extLst>
              <a:ext uri="{FF2B5EF4-FFF2-40B4-BE49-F238E27FC236}">
                <a16:creationId xmlns:a16="http://schemas.microsoft.com/office/drawing/2014/main" id="{29A6CC1E-BAC9-4C43-964F-AC681DB9D3E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F159988C-6FCA-4A37-9768-DA382AB1088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93703649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2080C999-DC76-4571-BBF1-F7CD68C99A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C44A7F-CC4A-432C-BAD2-A9D1A5C78A8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DE31990-12F5-4AC7-A65B-88D65016F4C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오른쪽은 합을 0으로 다시 시작</a:t>
            </a:r>
          </a:p>
        </p:txBody>
      </p:sp>
      <p:sp>
        <p:nvSpPr>
          <p:cNvPr id="4" name="diagram-line-248">
            <a:extLst>
              <a:ext uri="{FF2B5EF4-FFF2-40B4-BE49-F238E27FC236}">
                <a16:creationId xmlns:a16="http://schemas.microsoft.com/office/drawing/2014/main" id="{3ED3207C-CC56-4067-90B2-56576C39F13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250C52-0CB9-486A-A96B-905FF6C0F8E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10은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4부터 오른쪽을 훑습니다.</a:t>
            </a:r>
          </a:p>
        </p:txBody>
      </p:sp>
      <p:sp>
        <p:nvSpPr>
          <p:cNvPr id="6" name="footer">
            <a:extLst>
              <a:ext uri="{FF2B5EF4-FFF2-40B4-BE49-F238E27FC236}">
                <a16:creationId xmlns:a16="http://schemas.microsoft.com/office/drawing/2014/main" id="{17044CB6-E03C-43E4-A937-D92D00FB8D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6BF253-D484-4A12-B141-AF421422A7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155</a:t>
            </a:r>
            <a:endParaRPr sz="1050" b="0">
              <a:solidFill>
                <a:srgbClr val="151515"/>
              </a:solidFill>
              <a:latin typeface="Consolas"/>
              <a:ea typeface="Consolas"/>
              <a:cs typeface="Consolas"/>
            </a:endParaRPr>
          </a:p>
        </p:txBody>
      </p:sp>
      <p:sp>
        <p:nvSpPr>
          <p:cNvPr id="8" name="row-249-label">
            <a:extLst>
              <a:ext uri="{FF2B5EF4-FFF2-40B4-BE49-F238E27FC236}">
                <a16:creationId xmlns:a16="http://schemas.microsoft.com/office/drawing/2014/main" id="{61EDD763-D6BB-4257-98CC-BDE256E57D5E}"/>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39D125F5-F5AF-4888-9E81-B95673FA273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9-0">
            <a:extLst>
              <a:ext uri="{FF2B5EF4-FFF2-40B4-BE49-F238E27FC236}">
                <a16:creationId xmlns:a16="http://schemas.microsoft.com/office/drawing/2014/main" id="{8CF8B605-F871-410B-879F-72BDEC994935}"/>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9-1">
            <a:extLst>
              <a:ext uri="{FF2B5EF4-FFF2-40B4-BE49-F238E27FC236}">
                <a16:creationId xmlns:a16="http://schemas.microsoft.com/office/drawing/2014/main" id="{9CDBD967-69BE-4219-9EB0-5F88BFAF2B3E}"/>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9-2">
            <a:extLst>
              <a:ext uri="{FF2B5EF4-FFF2-40B4-BE49-F238E27FC236}">
                <a16:creationId xmlns:a16="http://schemas.microsoft.com/office/drawing/2014/main" id="{934CD3A8-8588-4E0C-932C-864F93C6A0C7}"/>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9-3">
            <a:extLst>
              <a:ext uri="{FF2B5EF4-FFF2-40B4-BE49-F238E27FC236}">
                <a16:creationId xmlns:a16="http://schemas.microsoft.com/office/drawing/2014/main" id="{6CFC9079-8C8B-47A5-9F84-EAFD92EEF35F}"/>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9-4">
            <a:extLst>
              <a:ext uri="{FF2B5EF4-FFF2-40B4-BE49-F238E27FC236}">
                <a16:creationId xmlns:a16="http://schemas.microsoft.com/office/drawing/2014/main" id="{EC498AD1-5B48-4A6C-AA30-B473F78A34E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9-5">
            <a:extLst>
              <a:ext uri="{FF2B5EF4-FFF2-40B4-BE49-F238E27FC236}">
                <a16:creationId xmlns:a16="http://schemas.microsoft.com/office/drawing/2014/main" id="{EBA88EA5-9D5A-4DB5-9FD6-786B3890702B}"/>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9-6">
            <a:extLst>
              <a:ext uri="{FF2B5EF4-FFF2-40B4-BE49-F238E27FC236}">
                <a16:creationId xmlns:a16="http://schemas.microsoft.com/office/drawing/2014/main" id="{47ACDF0C-199F-4C17-9D29-EA274A846AF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9-7">
            <a:extLst>
              <a:ext uri="{FF2B5EF4-FFF2-40B4-BE49-F238E27FC236}">
                <a16:creationId xmlns:a16="http://schemas.microsoft.com/office/drawing/2014/main" id="{68D2F84C-FFD1-4420-8729-89796C7E956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0">
            <a:extLst>
              <a:ext uri="{FF2B5EF4-FFF2-40B4-BE49-F238E27FC236}">
                <a16:creationId xmlns:a16="http://schemas.microsoft.com/office/drawing/2014/main" id="{A7BE886C-BD7F-4BB9-82D0-BC426462CB4C}"/>
              </a:ext>
            </a:extLst>
          </p:cNvPr>
          <p:cNvSpPr>
            <a:spLocks noGrp="1"/>
          </p:cNvSpPr>
          <p:nvPr/>
        </p:nvSpPr>
        <p:spPr>
          <a:xfrm>
            <a:off x="6772275" y="2781300"/>
            <a:ext cx="19050" cy="666750"/>
          </a:xfrm>
          <a:prstGeom prst="rect">
            <a:avLst/>
          </a:prstGeom>
          <a:solidFill>
            <a:srgbClr val="9A5900"/>
          </a:solidFill>
          <a:ln w="0">
            <a:noFill/>
          </a:ln>
        </p:spPr>
      </p:sp>
      <p:sp>
        <p:nvSpPr>
          <p:cNvPr id="19" name="pointer-249">
            <a:extLst>
              <a:ext uri="{FF2B5EF4-FFF2-40B4-BE49-F238E27FC236}">
                <a16:creationId xmlns:a16="http://schemas.microsoft.com/office/drawing/2014/main" id="{53811AA7-CD64-4BB9-831D-9FA28C7F61CA}"/>
              </a:ext>
            </a:extLst>
          </p:cNvPr>
          <p:cNvSpPr>
            <a:spLocks noGrp="1"/>
          </p:cNvSpPr>
          <p:nvPr/>
        </p:nvSpPr>
        <p:spPr>
          <a:xfrm>
            <a:off x="67056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reset-equation">
            <a:extLst>
              <a:ext uri="{FF2B5EF4-FFF2-40B4-BE49-F238E27FC236}">
                <a16:creationId xmlns:a16="http://schemas.microsoft.com/office/drawing/2014/main" id="{1A6FDF7F-F830-4DC4-8E8A-881C3D6B8866}"/>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E14D173A-6D5E-49AE-B83B-8BCCE8DB20C5}"/>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10 (보관)</a:t>
            </a:r>
          </a:p>
        </p:txBody>
      </p:sp>
      <p:sp>
        <p:nvSpPr>
          <p:cNvPr id="22" name="fresh-right">
            <a:extLst>
              <a:ext uri="{FF2B5EF4-FFF2-40B4-BE49-F238E27FC236}">
                <a16:creationId xmlns:a16="http://schemas.microsoft.com/office/drawing/2014/main" id="{48CCC1EA-3ABA-44F8-8823-571E4E1B667F}"/>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F178F06A-E46D-4B5F-BE9E-D2552570621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a[4] = 7입니다. mid를 다시 읽지 않습니다.</a:t>
            </a:r>
          </a:p>
        </p:txBody>
      </p:sp>
    </p:spTree>
    <p:extLst>
      <p:ext uri="{BB962C8B-B14F-4D97-AF65-F5344CB8AC3E}">
        <p14:creationId xmlns:p14="http://schemas.microsoft.com/office/powerpoint/2010/main" val="71196435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103E14B-EC9C-4EE6-88CD-EFB9DC71907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B586D9-1577-4B9E-BA9D-7AA42621362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8DFF8E3-0400-4AD4-9C62-BEF92031A4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1/4</a:t>
            </a:r>
          </a:p>
        </p:txBody>
      </p:sp>
      <p:sp>
        <p:nvSpPr>
          <p:cNvPr id="4" name="diagram-line-251">
            <a:extLst>
              <a:ext uri="{FF2B5EF4-FFF2-40B4-BE49-F238E27FC236}">
                <a16:creationId xmlns:a16="http://schemas.microsoft.com/office/drawing/2014/main" id="{EAEEE8BF-79EA-41BE-9BAC-8C912D79998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3936505-8826-4E08-A997-36C9745956E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right_sum 갱신.</a:t>
            </a:r>
          </a:p>
        </p:txBody>
      </p:sp>
      <p:sp>
        <p:nvSpPr>
          <p:cNvPr id="6" name="footer">
            <a:extLst>
              <a:ext uri="{FF2B5EF4-FFF2-40B4-BE49-F238E27FC236}">
                <a16:creationId xmlns:a16="http://schemas.microsoft.com/office/drawing/2014/main" id="{0C9ED72B-4B7F-45A9-83A3-83D27C25481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A65A963-2647-4B6F-9E80-604C23A1FA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156</a:t>
            </a:r>
            <a:endParaRPr sz="1050" b="0">
              <a:solidFill>
                <a:srgbClr val="151515"/>
              </a:solidFill>
              <a:latin typeface="Consolas"/>
              <a:ea typeface="Consolas"/>
              <a:cs typeface="Consolas"/>
            </a:endParaRPr>
          </a:p>
        </p:txBody>
      </p:sp>
      <p:sp>
        <p:nvSpPr>
          <p:cNvPr id="8" name="row-252-label">
            <a:extLst>
              <a:ext uri="{FF2B5EF4-FFF2-40B4-BE49-F238E27FC236}">
                <a16:creationId xmlns:a16="http://schemas.microsoft.com/office/drawing/2014/main" id="{B4C98B2A-DEEB-4D0C-A94D-6B8D2AB2E71B}"/>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59C3C32-982A-4D0A-BEE0-743FB221478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2-0">
            <a:extLst>
              <a:ext uri="{FF2B5EF4-FFF2-40B4-BE49-F238E27FC236}">
                <a16:creationId xmlns:a16="http://schemas.microsoft.com/office/drawing/2014/main" id="{BBA38797-CA2E-45B4-A785-9AD91966197B}"/>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2-1">
            <a:extLst>
              <a:ext uri="{FF2B5EF4-FFF2-40B4-BE49-F238E27FC236}">
                <a16:creationId xmlns:a16="http://schemas.microsoft.com/office/drawing/2014/main" id="{AAB566A8-B6D3-4660-A01A-F8C619157257}"/>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2-2">
            <a:extLst>
              <a:ext uri="{FF2B5EF4-FFF2-40B4-BE49-F238E27FC236}">
                <a16:creationId xmlns:a16="http://schemas.microsoft.com/office/drawing/2014/main" id="{7B5555E3-1DB2-4A3F-BE2E-DF01EE245E3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2-3">
            <a:extLst>
              <a:ext uri="{FF2B5EF4-FFF2-40B4-BE49-F238E27FC236}">
                <a16:creationId xmlns:a16="http://schemas.microsoft.com/office/drawing/2014/main" id="{5886141E-A325-4B2F-ABFD-9E37F81E712F}"/>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2-4">
            <a:extLst>
              <a:ext uri="{FF2B5EF4-FFF2-40B4-BE49-F238E27FC236}">
                <a16:creationId xmlns:a16="http://schemas.microsoft.com/office/drawing/2014/main" id="{CEF9DD00-BC16-40A0-8400-A2D4A33AC83B}"/>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2-5">
            <a:extLst>
              <a:ext uri="{FF2B5EF4-FFF2-40B4-BE49-F238E27FC236}">
                <a16:creationId xmlns:a16="http://schemas.microsoft.com/office/drawing/2014/main" id="{FC268B22-2071-46FE-985B-3CC086FAA289}"/>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2-6">
            <a:extLst>
              <a:ext uri="{FF2B5EF4-FFF2-40B4-BE49-F238E27FC236}">
                <a16:creationId xmlns:a16="http://schemas.microsoft.com/office/drawing/2014/main" id="{892F6262-83CF-4160-97C8-FEB6CE14F58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2-7">
            <a:extLst>
              <a:ext uri="{FF2B5EF4-FFF2-40B4-BE49-F238E27FC236}">
                <a16:creationId xmlns:a16="http://schemas.microsoft.com/office/drawing/2014/main" id="{C5A35934-C33D-44D3-BDF8-6706CF3CA0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3">
            <a:extLst>
              <a:ext uri="{FF2B5EF4-FFF2-40B4-BE49-F238E27FC236}">
                <a16:creationId xmlns:a16="http://schemas.microsoft.com/office/drawing/2014/main" id="{D0490D73-2394-478C-B6F5-6920DE682E41}"/>
              </a:ext>
            </a:extLst>
          </p:cNvPr>
          <p:cNvSpPr>
            <a:spLocks noGrp="1"/>
          </p:cNvSpPr>
          <p:nvPr/>
        </p:nvSpPr>
        <p:spPr>
          <a:xfrm>
            <a:off x="6772275" y="2743200"/>
            <a:ext cx="19050" cy="666750"/>
          </a:xfrm>
          <a:prstGeom prst="rect">
            <a:avLst/>
          </a:prstGeom>
          <a:solidFill>
            <a:srgbClr val="9A5900"/>
          </a:solidFill>
          <a:ln w="0">
            <a:noFill/>
          </a:ln>
        </p:spPr>
      </p:sp>
      <p:sp>
        <p:nvSpPr>
          <p:cNvPr id="19" name="pointer-252">
            <a:extLst>
              <a:ext uri="{FF2B5EF4-FFF2-40B4-BE49-F238E27FC236}">
                <a16:creationId xmlns:a16="http://schemas.microsoft.com/office/drawing/2014/main" id="{D6FA47B0-5FD0-4BC5-9974-2DB61700FF67}"/>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current-equation">
            <a:extLst>
              <a:ext uri="{FF2B5EF4-FFF2-40B4-BE49-F238E27FC236}">
                <a16:creationId xmlns:a16="http://schemas.microsoft.com/office/drawing/2014/main" id="{C772A1EF-9714-42CF-A488-DA29EBF8347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61F1DFD8-83F4-40FC-8D68-35C05B9D320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7</a:t>
            </a:r>
          </a:p>
        </p:txBody>
      </p:sp>
      <p:sp>
        <p:nvSpPr>
          <p:cNvPr id="22" name="row-254-label">
            <a:extLst>
              <a:ext uri="{FF2B5EF4-FFF2-40B4-BE49-F238E27FC236}">
                <a16:creationId xmlns:a16="http://schemas.microsoft.com/office/drawing/2014/main" id="{30495446-8C5C-4223-8419-DC275D186F6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162B364B-3513-4871-83EB-B454CCEB4CA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4-0">
            <a:extLst>
              <a:ext uri="{FF2B5EF4-FFF2-40B4-BE49-F238E27FC236}">
                <a16:creationId xmlns:a16="http://schemas.microsoft.com/office/drawing/2014/main" id="{509018BA-0F25-4997-8C4B-303FE247C8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4-1">
            <a:extLst>
              <a:ext uri="{FF2B5EF4-FFF2-40B4-BE49-F238E27FC236}">
                <a16:creationId xmlns:a16="http://schemas.microsoft.com/office/drawing/2014/main" id="{2696AE1E-E8D2-433A-9DC7-1F2DCE4BBCE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4-2">
            <a:extLst>
              <a:ext uri="{FF2B5EF4-FFF2-40B4-BE49-F238E27FC236}">
                <a16:creationId xmlns:a16="http://schemas.microsoft.com/office/drawing/2014/main" id="{6B3319B5-6C5B-42C5-BB40-DD06D285F43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4-3">
            <a:extLst>
              <a:ext uri="{FF2B5EF4-FFF2-40B4-BE49-F238E27FC236}">
                <a16:creationId xmlns:a16="http://schemas.microsoft.com/office/drawing/2014/main" id="{DDA65CC5-A367-4DE4-BFFC-0E3BAAB5489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4-4">
            <a:extLst>
              <a:ext uri="{FF2B5EF4-FFF2-40B4-BE49-F238E27FC236}">
                <a16:creationId xmlns:a16="http://schemas.microsoft.com/office/drawing/2014/main" id="{518AACF3-F3F6-4B52-BF33-3B8B02F43FD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4-5">
            <a:extLst>
              <a:ext uri="{FF2B5EF4-FFF2-40B4-BE49-F238E27FC236}">
                <a16:creationId xmlns:a16="http://schemas.microsoft.com/office/drawing/2014/main" id="{D77A751C-2250-4091-A25A-3B513D900056}"/>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4-6">
            <a:extLst>
              <a:ext uri="{FF2B5EF4-FFF2-40B4-BE49-F238E27FC236}">
                <a16:creationId xmlns:a16="http://schemas.microsoft.com/office/drawing/2014/main" id="{7BAB9C36-DB09-4ACF-A4AC-5CE7DD33FFCC}"/>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4-7">
            <a:extLst>
              <a:ext uri="{FF2B5EF4-FFF2-40B4-BE49-F238E27FC236}">
                <a16:creationId xmlns:a16="http://schemas.microsoft.com/office/drawing/2014/main" id="{E7530FFD-BAB1-4D8A-8AC7-65BF1776057F}"/>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55">
            <a:extLst>
              <a:ext uri="{FF2B5EF4-FFF2-40B4-BE49-F238E27FC236}">
                <a16:creationId xmlns:a16="http://schemas.microsoft.com/office/drawing/2014/main" id="{AF7C3568-4C25-47C5-B7ED-B94DF6737406}"/>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AD030793-6A31-40BE-A0BA-5DAA29D79CD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5: a[5] = −9을 현재 합 7에 더합니다.</a:t>
            </a:r>
          </a:p>
        </p:txBody>
      </p:sp>
    </p:spTree>
    <p:extLst>
      <p:ext uri="{BB962C8B-B14F-4D97-AF65-F5344CB8AC3E}">
        <p14:creationId xmlns:p14="http://schemas.microsoft.com/office/powerpoint/2010/main" val="347963447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5E612C-3E12-4871-AAEC-842CAE109D0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D9E22EA-BCA6-4C6A-B201-BBD0F2D2E3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5F9151-AA53-4E30-8681-90FCF3B572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2/4</a:t>
            </a:r>
          </a:p>
        </p:txBody>
      </p:sp>
      <p:sp>
        <p:nvSpPr>
          <p:cNvPr id="4" name="diagram-line-256">
            <a:extLst>
              <a:ext uri="{FF2B5EF4-FFF2-40B4-BE49-F238E27FC236}">
                <a16:creationId xmlns:a16="http://schemas.microsoft.com/office/drawing/2014/main" id="{6ABD5214-A3D1-4BA9-BE76-039B4ED34B3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4FB81D2-2C8A-4CD3-B240-21129244773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 이전 기록 7 → right_sum 유지.</a:t>
            </a:r>
          </a:p>
        </p:txBody>
      </p:sp>
      <p:sp>
        <p:nvSpPr>
          <p:cNvPr id="6" name="footer">
            <a:extLst>
              <a:ext uri="{FF2B5EF4-FFF2-40B4-BE49-F238E27FC236}">
                <a16:creationId xmlns:a16="http://schemas.microsoft.com/office/drawing/2014/main" id="{2305A743-946A-40BF-B1E2-8F497270E59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ECF402-014E-427A-8A0A-D7E450B922D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157</a:t>
            </a:r>
            <a:endParaRPr sz="1050" b="0">
              <a:solidFill>
                <a:srgbClr val="151515"/>
              </a:solidFill>
              <a:latin typeface="Consolas"/>
              <a:ea typeface="Consolas"/>
              <a:cs typeface="Consolas"/>
            </a:endParaRPr>
          </a:p>
        </p:txBody>
      </p:sp>
      <p:sp>
        <p:nvSpPr>
          <p:cNvPr id="8" name="row-257-label">
            <a:extLst>
              <a:ext uri="{FF2B5EF4-FFF2-40B4-BE49-F238E27FC236}">
                <a16:creationId xmlns:a16="http://schemas.microsoft.com/office/drawing/2014/main" id="{5F68D6F1-784F-4039-BB85-198141FFB0C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5541495-AEE2-43C5-8E33-4D71CFA76239}"/>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7-0">
            <a:extLst>
              <a:ext uri="{FF2B5EF4-FFF2-40B4-BE49-F238E27FC236}">
                <a16:creationId xmlns:a16="http://schemas.microsoft.com/office/drawing/2014/main" id="{2FF6E886-8BA3-43FE-907C-089A805C1C9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7-1">
            <a:extLst>
              <a:ext uri="{FF2B5EF4-FFF2-40B4-BE49-F238E27FC236}">
                <a16:creationId xmlns:a16="http://schemas.microsoft.com/office/drawing/2014/main" id="{77FEC58D-39E8-4D09-A18B-0EE0B905EEE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7-2">
            <a:extLst>
              <a:ext uri="{FF2B5EF4-FFF2-40B4-BE49-F238E27FC236}">
                <a16:creationId xmlns:a16="http://schemas.microsoft.com/office/drawing/2014/main" id="{E9F27637-666F-401B-90FC-BBA17643E99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7-3">
            <a:extLst>
              <a:ext uri="{FF2B5EF4-FFF2-40B4-BE49-F238E27FC236}">
                <a16:creationId xmlns:a16="http://schemas.microsoft.com/office/drawing/2014/main" id="{4C729F87-1FBC-42E1-BA7C-98D64B92FF41}"/>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7-4">
            <a:extLst>
              <a:ext uri="{FF2B5EF4-FFF2-40B4-BE49-F238E27FC236}">
                <a16:creationId xmlns:a16="http://schemas.microsoft.com/office/drawing/2014/main" id="{16B253DF-96FD-4273-AC65-CA47F6EAA8F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7-5">
            <a:extLst>
              <a:ext uri="{FF2B5EF4-FFF2-40B4-BE49-F238E27FC236}">
                <a16:creationId xmlns:a16="http://schemas.microsoft.com/office/drawing/2014/main" id="{01E0F2E4-4110-4124-BDB9-5AA296B06B4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7-6">
            <a:extLst>
              <a:ext uri="{FF2B5EF4-FFF2-40B4-BE49-F238E27FC236}">
                <a16:creationId xmlns:a16="http://schemas.microsoft.com/office/drawing/2014/main" id="{2FD1579C-68A2-4C96-8B97-10298D6EA40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7-7">
            <a:extLst>
              <a:ext uri="{FF2B5EF4-FFF2-40B4-BE49-F238E27FC236}">
                <a16:creationId xmlns:a16="http://schemas.microsoft.com/office/drawing/2014/main" id="{9EE9C8AC-5E30-4890-A643-228F66A82C7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8">
            <a:extLst>
              <a:ext uri="{FF2B5EF4-FFF2-40B4-BE49-F238E27FC236}">
                <a16:creationId xmlns:a16="http://schemas.microsoft.com/office/drawing/2014/main" id="{DB85C04F-645B-4CBB-A850-00B3529A037A}"/>
              </a:ext>
            </a:extLst>
          </p:cNvPr>
          <p:cNvSpPr>
            <a:spLocks noGrp="1"/>
          </p:cNvSpPr>
          <p:nvPr/>
        </p:nvSpPr>
        <p:spPr>
          <a:xfrm>
            <a:off x="6772275" y="2743200"/>
            <a:ext cx="19050" cy="666750"/>
          </a:xfrm>
          <a:prstGeom prst="rect">
            <a:avLst/>
          </a:prstGeom>
          <a:solidFill>
            <a:srgbClr val="9A5900"/>
          </a:solidFill>
          <a:ln w="0">
            <a:noFill/>
          </a:ln>
        </p:spPr>
      </p:sp>
      <p:sp>
        <p:nvSpPr>
          <p:cNvPr id="19" name="pointer-257">
            <a:extLst>
              <a:ext uri="{FF2B5EF4-FFF2-40B4-BE49-F238E27FC236}">
                <a16:creationId xmlns:a16="http://schemas.microsoft.com/office/drawing/2014/main" id="{7999621F-BBB0-478A-8074-F6C94804488A}"/>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0511B7C4-447F-484F-AC5D-C676F91CD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7 + (−9) = −2</a:t>
            </a:r>
          </a:p>
        </p:txBody>
      </p:sp>
      <p:sp>
        <p:nvSpPr>
          <p:cNvPr id="21" name="best-equation">
            <a:extLst>
              <a:ext uri="{FF2B5EF4-FFF2-40B4-BE49-F238E27FC236}">
                <a16:creationId xmlns:a16="http://schemas.microsoft.com/office/drawing/2014/main" id="{493C4711-4AA7-4E64-A916-00BA1A6E7AC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59-label">
            <a:extLst>
              <a:ext uri="{FF2B5EF4-FFF2-40B4-BE49-F238E27FC236}">
                <a16:creationId xmlns:a16="http://schemas.microsoft.com/office/drawing/2014/main" id="{A9D7E59A-CB65-4D24-954C-C5974B4F3D9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AB3C2DA8-B2B2-486B-8AE0-98B825CE2DC2}"/>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9-0">
            <a:extLst>
              <a:ext uri="{FF2B5EF4-FFF2-40B4-BE49-F238E27FC236}">
                <a16:creationId xmlns:a16="http://schemas.microsoft.com/office/drawing/2014/main" id="{EDC33655-3F90-4A07-828E-00FE1CFE91F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9-1">
            <a:extLst>
              <a:ext uri="{FF2B5EF4-FFF2-40B4-BE49-F238E27FC236}">
                <a16:creationId xmlns:a16="http://schemas.microsoft.com/office/drawing/2014/main" id="{E7D0B659-3FEB-43A4-9F64-3C1CCCF13270}"/>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9-2">
            <a:extLst>
              <a:ext uri="{FF2B5EF4-FFF2-40B4-BE49-F238E27FC236}">
                <a16:creationId xmlns:a16="http://schemas.microsoft.com/office/drawing/2014/main" id="{19048B3C-DBE7-4F56-8372-09AF4751027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9-3">
            <a:extLst>
              <a:ext uri="{FF2B5EF4-FFF2-40B4-BE49-F238E27FC236}">
                <a16:creationId xmlns:a16="http://schemas.microsoft.com/office/drawing/2014/main" id="{9D2D822D-C7D4-4C07-9E08-788986F743D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9-4">
            <a:extLst>
              <a:ext uri="{FF2B5EF4-FFF2-40B4-BE49-F238E27FC236}">
                <a16:creationId xmlns:a16="http://schemas.microsoft.com/office/drawing/2014/main" id="{D5E4A86C-EF8D-4EBB-A4A3-6C53D599A0A4}"/>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9-5">
            <a:extLst>
              <a:ext uri="{FF2B5EF4-FFF2-40B4-BE49-F238E27FC236}">
                <a16:creationId xmlns:a16="http://schemas.microsoft.com/office/drawing/2014/main" id="{449394AB-1A4E-4C47-A085-EC79D5E17AF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9-6">
            <a:extLst>
              <a:ext uri="{FF2B5EF4-FFF2-40B4-BE49-F238E27FC236}">
                <a16:creationId xmlns:a16="http://schemas.microsoft.com/office/drawing/2014/main" id="{452C0D6B-A643-4267-ABAC-4D79B10069F2}"/>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9-7">
            <a:extLst>
              <a:ext uri="{FF2B5EF4-FFF2-40B4-BE49-F238E27FC236}">
                <a16:creationId xmlns:a16="http://schemas.microsoft.com/office/drawing/2014/main" id="{4FB39036-599A-4F11-B2CB-42C9CE8C361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0">
            <a:extLst>
              <a:ext uri="{FF2B5EF4-FFF2-40B4-BE49-F238E27FC236}">
                <a16:creationId xmlns:a16="http://schemas.microsoft.com/office/drawing/2014/main" id="{7C6B009F-0669-4FF4-8DEF-41EF96087DBC}"/>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08DE413-7A7B-4691-B279-69F34F19D0D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6: a[6] = 5을 현재 합 −2에 더합니다.</a:t>
            </a:r>
          </a:p>
        </p:txBody>
      </p:sp>
    </p:spTree>
    <p:extLst>
      <p:ext uri="{BB962C8B-B14F-4D97-AF65-F5344CB8AC3E}">
        <p14:creationId xmlns:p14="http://schemas.microsoft.com/office/powerpoint/2010/main" val="121770287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845C790-0031-403A-A6A9-11768CE07E3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1A0234-1CA2-4A0C-8414-AA3FDC2F45B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1DC605-F7EB-4085-A043-55CDF4673D5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3/4</a:t>
            </a:r>
          </a:p>
        </p:txBody>
      </p:sp>
      <p:sp>
        <p:nvSpPr>
          <p:cNvPr id="4" name="diagram-line-261">
            <a:extLst>
              <a:ext uri="{FF2B5EF4-FFF2-40B4-BE49-F238E27FC236}">
                <a16:creationId xmlns:a16="http://schemas.microsoft.com/office/drawing/2014/main" id="{A00CEBE7-468B-4162-B97C-9E20B1947D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38635A-2AA2-4A39-B7BC-815E45C94D5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[4~6]입니다.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 이전 기록 7 → right_sum 유지.</a:t>
            </a:r>
          </a:p>
        </p:txBody>
      </p:sp>
      <p:sp>
        <p:nvSpPr>
          <p:cNvPr id="6" name="footer">
            <a:extLst>
              <a:ext uri="{FF2B5EF4-FFF2-40B4-BE49-F238E27FC236}">
                <a16:creationId xmlns:a16="http://schemas.microsoft.com/office/drawing/2014/main" id="{5631ECE2-7642-45B6-8FC2-509875220CF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F7F75F6-0C6D-48AE-ACBF-8407CADA2F0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158</a:t>
            </a:r>
            <a:endParaRPr sz="1050" b="0">
              <a:solidFill>
                <a:srgbClr val="151515"/>
              </a:solidFill>
              <a:latin typeface="Consolas"/>
              <a:ea typeface="Consolas"/>
              <a:cs typeface="Consolas"/>
            </a:endParaRPr>
          </a:p>
        </p:txBody>
      </p:sp>
      <p:sp>
        <p:nvSpPr>
          <p:cNvPr id="8" name="row-262-label">
            <a:extLst>
              <a:ext uri="{FF2B5EF4-FFF2-40B4-BE49-F238E27FC236}">
                <a16:creationId xmlns:a16="http://schemas.microsoft.com/office/drawing/2014/main" id="{33E820D1-DBAF-41A0-81C6-A3241A0AB41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46AD650-7240-4A83-B32C-D6A20293A17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62-0">
            <a:extLst>
              <a:ext uri="{FF2B5EF4-FFF2-40B4-BE49-F238E27FC236}">
                <a16:creationId xmlns:a16="http://schemas.microsoft.com/office/drawing/2014/main" id="{8ABACCB7-D3A1-4C63-BAD5-E3F6524BA5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2-1">
            <a:extLst>
              <a:ext uri="{FF2B5EF4-FFF2-40B4-BE49-F238E27FC236}">
                <a16:creationId xmlns:a16="http://schemas.microsoft.com/office/drawing/2014/main" id="{16188BE1-8BB9-421D-B469-3AE1DDEA908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2-2">
            <a:extLst>
              <a:ext uri="{FF2B5EF4-FFF2-40B4-BE49-F238E27FC236}">
                <a16:creationId xmlns:a16="http://schemas.microsoft.com/office/drawing/2014/main" id="{9EF9DBBC-AB8A-43C2-A585-7244ACBBE1B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2-3">
            <a:extLst>
              <a:ext uri="{FF2B5EF4-FFF2-40B4-BE49-F238E27FC236}">
                <a16:creationId xmlns:a16="http://schemas.microsoft.com/office/drawing/2014/main" id="{C4BA09B1-76A5-4513-B1B8-DB7B6DECC7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2-4">
            <a:extLst>
              <a:ext uri="{FF2B5EF4-FFF2-40B4-BE49-F238E27FC236}">
                <a16:creationId xmlns:a16="http://schemas.microsoft.com/office/drawing/2014/main" id="{E3B457C6-D371-47D9-B703-D2A6F4DFC5FE}"/>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2-5">
            <a:extLst>
              <a:ext uri="{FF2B5EF4-FFF2-40B4-BE49-F238E27FC236}">
                <a16:creationId xmlns:a16="http://schemas.microsoft.com/office/drawing/2014/main" id="{8DB315B4-8378-4002-9EB4-3A0DA150F3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2-6">
            <a:extLst>
              <a:ext uri="{FF2B5EF4-FFF2-40B4-BE49-F238E27FC236}">
                <a16:creationId xmlns:a16="http://schemas.microsoft.com/office/drawing/2014/main" id="{2097463E-0646-41D6-9929-35996D822F6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2-7">
            <a:extLst>
              <a:ext uri="{FF2B5EF4-FFF2-40B4-BE49-F238E27FC236}">
                <a16:creationId xmlns:a16="http://schemas.microsoft.com/office/drawing/2014/main" id="{C163E771-9BED-4103-B559-91AABED0115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3">
            <a:extLst>
              <a:ext uri="{FF2B5EF4-FFF2-40B4-BE49-F238E27FC236}">
                <a16:creationId xmlns:a16="http://schemas.microsoft.com/office/drawing/2014/main" id="{BCC5A08E-7688-4750-985A-5E47A97FB31D}"/>
              </a:ext>
            </a:extLst>
          </p:cNvPr>
          <p:cNvSpPr>
            <a:spLocks noGrp="1"/>
          </p:cNvSpPr>
          <p:nvPr/>
        </p:nvSpPr>
        <p:spPr>
          <a:xfrm>
            <a:off x="6772275" y="2743200"/>
            <a:ext cx="19050" cy="666750"/>
          </a:xfrm>
          <a:prstGeom prst="rect">
            <a:avLst/>
          </a:prstGeom>
          <a:solidFill>
            <a:srgbClr val="9A5900"/>
          </a:solidFill>
          <a:ln w="0">
            <a:noFill/>
          </a:ln>
        </p:spPr>
      </p:sp>
      <p:sp>
        <p:nvSpPr>
          <p:cNvPr id="19" name="pointer-262">
            <a:extLst>
              <a:ext uri="{FF2B5EF4-FFF2-40B4-BE49-F238E27FC236}">
                <a16:creationId xmlns:a16="http://schemas.microsoft.com/office/drawing/2014/main" id="{A5319461-6EE9-4CDA-88C9-905646D584D7}"/>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B2D5C3C7-44C2-4449-9A1C-F191AE3C5D0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(5) = 3</a:t>
            </a:r>
          </a:p>
        </p:txBody>
      </p:sp>
      <p:sp>
        <p:nvSpPr>
          <p:cNvPr id="21" name="best-equation">
            <a:extLst>
              <a:ext uri="{FF2B5EF4-FFF2-40B4-BE49-F238E27FC236}">
                <a16:creationId xmlns:a16="http://schemas.microsoft.com/office/drawing/2014/main" id="{131BFAD0-D5DD-428A-B5B7-9864B0B86A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4-label">
            <a:extLst>
              <a:ext uri="{FF2B5EF4-FFF2-40B4-BE49-F238E27FC236}">
                <a16:creationId xmlns:a16="http://schemas.microsoft.com/office/drawing/2014/main" id="{E186E106-630A-41E8-B446-652998B3AAE9}"/>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8DD250C-7921-4F6C-AF8C-91F22524C61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4-0">
            <a:extLst>
              <a:ext uri="{FF2B5EF4-FFF2-40B4-BE49-F238E27FC236}">
                <a16:creationId xmlns:a16="http://schemas.microsoft.com/office/drawing/2014/main" id="{D6F98BEA-590A-43E3-BC31-5D8701F1F30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4-1">
            <a:extLst>
              <a:ext uri="{FF2B5EF4-FFF2-40B4-BE49-F238E27FC236}">
                <a16:creationId xmlns:a16="http://schemas.microsoft.com/office/drawing/2014/main" id="{37BE1198-B95D-4139-A45A-0A5E5BF7B45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4-2">
            <a:extLst>
              <a:ext uri="{FF2B5EF4-FFF2-40B4-BE49-F238E27FC236}">
                <a16:creationId xmlns:a16="http://schemas.microsoft.com/office/drawing/2014/main" id="{7F60D703-6C4A-4A91-B413-F092795D3FF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4-3">
            <a:extLst>
              <a:ext uri="{FF2B5EF4-FFF2-40B4-BE49-F238E27FC236}">
                <a16:creationId xmlns:a16="http://schemas.microsoft.com/office/drawing/2014/main" id="{32ACE093-1457-4B80-B772-2096E300A2C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4-4">
            <a:extLst>
              <a:ext uri="{FF2B5EF4-FFF2-40B4-BE49-F238E27FC236}">
                <a16:creationId xmlns:a16="http://schemas.microsoft.com/office/drawing/2014/main" id="{2776CC53-6091-4512-8947-5FE738BBB2D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4-5">
            <a:extLst>
              <a:ext uri="{FF2B5EF4-FFF2-40B4-BE49-F238E27FC236}">
                <a16:creationId xmlns:a16="http://schemas.microsoft.com/office/drawing/2014/main" id="{6C774518-D504-4E0B-AA0D-E6E5467AC95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4-6">
            <a:extLst>
              <a:ext uri="{FF2B5EF4-FFF2-40B4-BE49-F238E27FC236}">
                <a16:creationId xmlns:a16="http://schemas.microsoft.com/office/drawing/2014/main" id="{DB41EDD6-0093-465A-979F-D93831FC372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4-7">
            <a:extLst>
              <a:ext uri="{FF2B5EF4-FFF2-40B4-BE49-F238E27FC236}">
                <a16:creationId xmlns:a16="http://schemas.microsoft.com/office/drawing/2014/main" id="{204255F8-DFCC-4D42-972E-2C991F3D0BE3}"/>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5">
            <a:extLst>
              <a:ext uri="{FF2B5EF4-FFF2-40B4-BE49-F238E27FC236}">
                <a16:creationId xmlns:a16="http://schemas.microsoft.com/office/drawing/2014/main" id="{8D98A016-B4FF-42C3-8D50-689FE78A4B2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BE99C37-24B3-47E8-87CC-4C16EB32A9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3에 더합니다.</a:t>
            </a:r>
          </a:p>
        </p:txBody>
      </p:sp>
    </p:spTree>
    <p:extLst>
      <p:ext uri="{BB962C8B-B14F-4D97-AF65-F5344CB8AC3E}">
        <p14:creationId xmlns:p14="http://schemas.microsoft.com/office/powerpoint/2010/main" val="218118810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DE486A9-5CE9-4196-BD1B-A8A27EB3BD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B5688DC-00E0-45F9-9BFA-D51BB549DE2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6134D3C-D8D9-4CE7-B652-ACAA6A42CE3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4/4</a:t>
            </a:r>
          </a:p>
        </p:txBody>
      </p:sp>
      <p:sp>
        <p:nvSpPr>
          <p:cNvPr id="4" name="diagram-line-266">
            <a:extLst>
              <a:ext uri="{FF2B5EF4-FFF2-40B4-BE49-F238E27FC236}">
                <a16:creationId xmlns:a16="http://schemas.microsoft.com/office/drawing/2014/main" id="{D40AA159-5C2A-409F-8FB8-74DB336A385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8BF654B-066A-40AD-B9B1-6088D7D3610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[4~7]입니다.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4 ≤ 이전 기록 7 → right_sum 유지.</a:t>
            </a:r>
          </a:p>
        </p:txBody>
      </p:sp>
      <p:sp>
        <p:nvSpPr>
          <p:cNvPr id="6" name="footer">
            <a:extLst>
              <a:ext uri="{FF2B5EF4-FFF2-40B4-BE49-F238E27FC236}">
                <a16:creationId xmlns:a16="http://schemas.microsoft.com/office/drawing/2014/main" id="{8F02826C-5A83-4C73-AB34-B0230BC8EB7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D953AC-0AE2-4760-80CF-124A9D412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159</a:t>
            </a:r>
            <a:endParaRPr sz="1050" b="0">
              <a:solidFill>
                <a:srgbClr val="151515"/>
              </a:solidFill>
              <a:latin typeface="Consolas"/>
              <a:ea typeface="Consolas"/>
              <a:cs typeface="Consolas"/>
            </a:endParaRPr>
          </a:p>
        </p:txBody>
      </p:sp>
      <p:sp>
        <p:nvSpPr>
          <p:cNvPr id="8" name="row-267-label">
            <a:extLst>
              <a:ext uri="{FF2B5EF4-FFF2-40B4-BE49-F238E27FC236}">
                <a16:creationId xmlns:a16="http://schemas.microsoft.com/office/drawing/2014/main" id="{6B68CA0C-9283-4396-94B7-4DD15A961C3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4C72125-6C11-4BF7-A916-8AC17B694CD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67-0">
            <a:extLst>
              <a:ext uri="{FF2B5EF4-FFF2-40B4-BE49-F238E27FC236}">
                <a16:creationId xmlns:a16="http://schemas.microsoft.com/office/drawing/2014/main" id="{B7BD9B4B-D691-46A4-9E8F-E48281DBF7B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7-1">
            <a:extLst>
              <a:ext uri="{FF2B5EF4-FFF2-40B4-BE49-F238E27FC236}">
                <a16:creationId xmlns:a16="http://schemas.microsoft.com/office/drawing/2014/main" id="{0441023B-8B62-4AB5-9EBD-0E8BBE48AA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7-2">
            <a:extLst>
              <a:ext uri="{FF2B5EF4-FFF2-40B4-BE49-F238E27FC236}">
                <a16:creationId xmlns:a16="http://schemas.microsoft.com/office/drawing/2014/main" id="{1AF2378F-A0C4-4B6D-B86C-01337B497A07}"/>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7-3">
            <a:extLst>
              <a:ext uri="{FF2B5EF4-FFF2-40B4-BE49-F238E27FC236}">
                <a16:creationId xmlns:a16="http://schemas.microsoft.com/office/drawing/2014/main" id="{7F9B60B2-A356-405A-AF5B-C2C77BE2523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7-4">
            <a:extLst>
              <a:ext uri="{FF2B5EF4-FFF2-40B4-BE49-F238E27FC236}">
                <a16:creationId xmlns:a16="http://schemas.microsoft.com/office/drawing/2014/main" id="{97A2E20E-0175-4632-9324-9BA86756352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7-5">
            <a:extLst>
              <a:ext uri="{FF2B5EF4-FFF2-40B4-BE49-F238E27FC236}">
                <a16:creationId xmlns:a16="http://schemas.microsoft.com/office/drawing/2014/main" id="{661C3D63-7D7A-4E00-9B90-ABA6731A337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7-6">
            <a:extLst>
              <a:ext uri="{FF2B5EF4-FFF2-40B4-BE49-F238E27FC236}">
                <a16:creationId xmlns:a16="http://schemas.microsoft.com/office/drawing/2014/main" id="{762436B5-2B19-4CEF-8693-D9E6F8BBC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7-7">
            <a:extLst>
              <a:ext uri="{FF2B5EF4-FFF2-40B4-BE49-F238E27FC236}">
                <a16:creationId xmlns:a16="http://schemas.microsoft.com/office/drawing/2014/main" id="{554B56C7-14DF-467B-82B4-DC089297856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8">
            <a:extLst>
              <a:ext uri="{FF2B5EF4-FFF2-40B4-BE49-F238E27FC236}">
                <a16:creationId xmlns:a16="http://schemas.microsoft.com/office/drawing/2014/main" id="{BE7E748C-56D2-465D-92BD-730EC19EDD23}"/>
              </a:ext>
            </a:extLst>
          </p:cNvPr>
          <p:cNvSpPr>
            <a:spLocks noGrp="1"/>
          </p:cNvSpPr>
          <p:nvPr/>
        </p:nvSpPr>
        <p:spPr>
          <a:xfrm>
            <a:off x="6772275" y="2743200"/>
            <a:ext cx="19050" cy="666750"/>
          </a:xfrm>
          <a:prstGeom prst="rect">
            <a:avLst/>
          </a:prstGeom>
          <a:solidFill>
            <a:srgbClr val="9A5900"/>
          </a:solidFill>
          <a:ln w="0">
            <a:noFill/>
          </a:ln>
        </p:spPr>
      </p:sp>
      <p:sp>
        <p:nvSpPr>
          <p:cNvPr id="19" name="pointer-267">
            <a:extLst>
              <a:ext uri="{FF2B5EF4-FFF2-40B4-BE49-F238E27FC236}">
                <a16:creationId xmlns:a16="http://schemas.microsoft.com/office/drawing/2014/main" id="{D0123892-3585-4B57-AD31-73DB029BD3F8}"/>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FA071B5-340A-49E5-A779-58A07E4F80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3 + (1) = 4</a:t>
            </a:r>
          </a:p>
        </p:txBody>
      </p:sp>
      <p:sp>
        <p:nvSpPr>
          <p:cNvPr id="21" name="best-equation">
            <a:extLst>
              <a:ext uri="{FF2B5EF4-FFF2-40B4-BE49-F238E27FC236}">
                <a16:creationId xmlns:a16="http://schemas.microsoft.com/office/drawing/2014/main" id="{C096DEFD-F338-4692-97C1-4BB11CBC04B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9-label">
            <a:extLst>
              <a:ext uri="{FF2B5EF4-FFF2-40B4-BE49-F238E27FC236}">
                <a16:creationId xmlns:a16="http://schemas.microsoft.com/office/drawing/2014/main" id="{00A0F0A0-CBA3-4843-9BD2-1C507974A43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1959C4-B635-4398-86AB-87D88FD464B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9-0">
            <a:extLst>
              <a:ext uri="{FF2B5EF4-FFF2-40B4-BE49-F238E27FC236}">
                <a16:creationId xmlns:a16="http://schemas.microsoft.com/office/drawing/2014/main" id="{343CA280-8C8C-408A-8C0B-FC145E9374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9-1">
            <a:extLst>
              <a:ext uri="{FF2B5EF4-FFF2-40B4-BE49-F238E27FC236}">
                <a16:creationId xmlns:a16="http://schemas.microsoft.com/office/drawing/2014/main" id="{B23E1FA5-C48B-4987-AD9F-45C74955C1B8}"/>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9-2">
            <a:extLst>
              <a:ext uri="{FF2B5EF4-FFF2-40B4-BE49-F238E27FC236}">
                <a16:creationId xmlns:a16="http://schemas.microsoft.com/office/drawing/2014/main" id="{72D1EB49-513A-4398-9DD4-E948669BA25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9-3">
            <a:extLst>
              <a:ext uri="{FF2B5EF4-FFF2-40B4-BE49-F238E27FC236}">
                <a16:creationId xmlns:a16="http://schemas.microsoft.com/office/drawing/2014/main" id="{7CEE30DB-E566-451A-BD74-FB17E8A37EC5}"/>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9-4">
            <a:extLst>
              <a:ext uri="{FF2B5EF4-FFF2-40B4-BE49-F238E27FC236}">
                <a16:creationId xmlns:a16="http://schemas.microsoft.com/office/drawing/2014/main" id="{EDE45A4A-4EAE-4F0D-91D8-B42A18F17A7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9-5">
            <a:extLst>
              <a:ext uri="{FF2B5EF4-FFF2-40B4-BE49-F238E27FC236}">
                <a16:creationId xmlns:a16="http://schemas.microsoft.com/office/drawing/2014/main" id="{7ED89BBD-F1BC-4A1B-91B1-75B9023F6C1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9-6">
            <a:extLst>
              <a:ext uri="{FF2B5EF4-FFF2-40B4-BE49-F238E27FC236}">
                <a16:creationId xmlns:a16="http://schemas.microsoft.com/office/drawing/2014/main" id="{FC0C2E77-83FC-41D1-BC3B-CE59CB22D149}"/>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9-7">
            <a:extLst>
              <a:ext uri="{FF2B5EF4-FFF2-40B4-BE49-F238E27FC236}">
                <a16:creationId xmlns:a16="http://schemas.microsoft.com/office/drawing/2014/main" id="{5D91E6DC-DCFA-49CC-9AE0-92A4853B75D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70">
            <a:extLst>
              <a:ext uri="{FF2B5EF4-FFF2-40B4-BE49-F238E27FC236}">
                <a16:creationId xmlns:a16="http://schemas.microsoft.com/office/drawing/2014/main" id="{026DA74C-1FD9-4D89-9845-7A5C49B12F5F}"/>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0418390-787C-4D9A-BB7D-0024B4FB22A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76499944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F53854D-BE0B-43D0-AC5A-69D7E1E2BC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3E4B4A-52E9-49A5-972E-4D0AA84DA86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AA6AB95-AD69-4AC7-930F-3604496C540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경계에서 두 기록을 붙입니다</a:t>
            </a:r>
          </a:p>
        </p:txBody>
      </p:sp>
      <p:sp>
        <p:nvSpPr>
          <p:cNvPr id="4" name="diagram-line-271">
            <a:extLst>
              <a:ext uri="{FF2B5EF4-FFF2-40B4-BE49-F238E27FC236}">
                <a16:creationId xmlns:a16="http://schemas.microsoft.com/office/drawing/2014/main" id="{EB15F8A4-F313-473C-A816-64BED98EDB7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447AB4F-D7F4-4112-BCB2-C9671C0AF1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10, right_sum = 7이므로 cross_max = 17입니다.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3와 4에서 맞닿아 빈틈 없이 이어집니다.</a:t>
            </a:r>
          </a:p>
        </p:txBody>
      </p:sp>
      <p:sp>
        <p:nvSpPr>
          <p:cNvPr id="6" name="footer">
            <a:extLst>
              <a:ext uri="{FF2B5EF4-FFF2-40B4-BE49-F238E27FC236}">
                <a16:creationId xmlns:a16="http://schemas.microsoft.com/office/drawing/2014/main" id="{0C6AE407-81D1-4149-9E2F-46EB44CE7E9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912C12-17B3-46D5-B576-FD8449BBA78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160</a:t>
            </a:r>
            <a:endParaRPr sz="1050" b="0">
              <a:solidFill>
                <a:srgbClr val="151515"/>
              </a:solidFill>
              <a:latin typeface="Consolas"/>
              <a:ea typeface="Consolas"/>
              <a:cs typeface="Consolas"/>
            </a:endParaRPr>
          </a:p>
        </p:txBody>
      </p:sp>
      <p:sp>
        <p:nvSpPr>
          <p:cNvPr id="8" name="row-272-label">
            <a:extLst>
              <a:ext uri="{FF2B5EF4-FFF2-40B4-BE49-F238E27FC236}">
                <a16:creationId xmlns:a16="http://schemas.microsoft.com/office/drawing/2014/main" id="{6008A67C-9564-48FC-862D-4CAA66658C3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6069C277-954F-4C2B-BEA0-F83AD12856D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2-0">
            <a:extLst>
              <a:ext uri="{FF2B5EF4-FFF2-40B4-BE49-F238E27FC236}">
                <a16:creationId xmlns:a16="http://schemas.microsoft.com/office/drawing/2014/main" id="{8C044315-7D1D-4B17-8C78-A29B0426AEFF}"/>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2-1">
            <a:extLst>
              <a:ext uri="{FF2B5EF4-FFF2-40B4-BE49-F238E27FC236}">
                <a16:creationId xmlns:a16="http://schemas.microsoft.com/office/drawing/2014/main" id="{51E4F14B-B4AB-4590-8638-750ACC7639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2-2">
            <a:extLst>
              <a:ext uri="{FF2B5EF4-FFF2-40B4-BE49-F238E27FC236}">
                <a16:creationId xmlns:a16="http://schemas.microsoft.com/office/drawing/2014/main" id="{490FDA91-D17B-40C9-82DE-5DBC2FC4061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2-3">
            <a:extLst>
              <a:ext uri="{FF2B5EF4-FFF2-40B4-BE49-F238E27FC236}">
                <a16:creationId xmlns:a16="http://schemas.microsoft.com/office/drawing/2014/main" id="{6F3F0E79-8611-40B3-AAE4-E1124A518094}"/>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2-4">
            <a:extLst>
              <a:ext uri="{FF2B5EF4-FFF2-40B4-BE49-F238E27FC236}">
                <a16:creationId xmlns:a16="http://schemas.microsoft.com/office/drawing/2014/main" id="{5EC122E3-C42D-4471-AD39-20F34AEA8121}"/>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2-5">
            <a:extLst>
              <a:ext uri="{FF2B5EF4-FFF2-40B4-BE49-F238E27FC236}">
                <a16:creationId xmlns:a16="http://schemas.microsoft.com/office/drawing/2014/main" id="{9D72BD4F-7C2B-48D7-BDF9-B041055E3868}"/>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2-6">
            <a:extLst>
              <a:ext uri="{FF2B5EF4-FFF2-40B4-BE49-F238E27FC236}">
                <a16:creationId xmlns:a16="http://schemas.microsoft.com/office/drawing/2014/main" id="{6B62FE6C-0369-40F9-A287-BD95DB1A3AC4}"/>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2-7">
            <a:extLst>
              <a:ext uri="{FF2B5EF4-FFF2-40B4-BE49-F238E27FC236}">
                <a16:creationId xmlns:a16="http://schemas.microsoft.com/office/drawing/2014/main" id="{7F020731-1C70-42F4-ADEE-289198E023E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2">
            <a:extLst>
              <a:ext uri="{FF2B5EF4-FFF2-40B4-BE49-F238E27FC236}">
                <a16:creationId xmlns:a16="http://schemas.microsoft.com/office/drawing/2014/main" id="{25EC76C8-8EC2-4478-861A-850691512942}"/>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10</a:t>
            </a:r>
          </a:p>
        </p:txBody>
      </p:sp>
      <p:sp>
        <p:nvSpPr>
          <p:cNvPr id="19" name="row-273-label">
            <a:extLst>
              <a:ext uri="{FF2B5EF4-FFF2-40B4-BE49-F238E27FC236}">
                <a16:creationId xmlns:a16="http://schemas.microsoft.com/office/drawing/2014/main" id="{B3C331B7-577F-4433-B200-50EFC58610FC}"/>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0D13755-61E8-442B-905E-EE8E9FFFD2EB}"/>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3-0">
            <a:extLst>
              <a:ext uri="{FF2B5EF4-FFF2-40B4-BE49-F238E27FC236}">
                <a16:creationId xmlns:a16="http://schemas.microsoft.com/office/drawing/2014/main" id="{66F5FF09-5F0D-40BF-8641-07A4D89E095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3-1">
            <a:extLst>
              <a:ext uri="{FF2B5EF4-FFF2-40B4-BE49-F238E27FC236}">
                <a16:creationId xmlns:a16="http://schemas.microsoft.com/office/drawing/2014/main" id="{5AECB25B-33D4-4AF6-A6BF-23F996273D17}"/>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3-2">
            <a:extLst>
              <a:ext uri="{FF2B5EF4-FFF2-40B4-BE49-F238E27FC236}">
                <a16:creationId xmlns:a16="http://schemas.microsoft.com/office/drawing/2014/main" id="{0509E50D-2AAD-4DB7-9BAD-BCC4D9DA18D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3-3">
            <a:extLst>
              <a:ext uri="{FF2B5EF4-FFF2-40B4-BE49-F238E27FC236}">
                <a16:creationId xmlns:a16="http://schemas.microsoft.com/office/drawing/2014/main" id="{D321A52F-6310-414E-A8DD-C348E8BCA27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3-4">
            <a:extLst>
              <a:ext uri="{FF2B5EF4-FFF2-40B4-BE49-F238E27FC236}">
                <a16:creationId xmlns:a16="http://schemas.microsoft.com/office/drawing/2014/main" id="{1BB93DD9-5B22-40AC-BC0E-3EDD237C5D27}"/>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3-5">
            <a:extLst>
              <a:ext uri="{FF2B5EF4-FFF2-40B4-BE49-F238E27FC236}">
                <a16:creationId xmlns:a16="http://schemas.microsoft.com/office/drawing/2014/main" id="{9B887D61-5C94-4AF6-9FFC-374B9B8B9E15}"/>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3-6">
            <a:extLst>
              <a:ext uri="{FF2B5EF4-FFF2-40B4-BE49-F238E27FC236}">
                <a16:creationId xmlns:a16="http://schemas.microsoft.com/office/drawing/2014/main" id="{68042EEA-2359-4406-9773-C1489F53CE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3-7">
            <a:extLst>
              <a:ext uri="{FF2B5EF4-FFF2-40B4-BE49-F238E27FC236}">
                <a16:creationId xmlns:a16="http://schemas.microsoft.com/office/drawing/2014/main" id="{EB60B87D-2D75-4227-A063-33FB46FA3C7B}"/>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3">
            <a:extLst>
              <a:ext uri="{FF2B5EF4-FFF2-40B4-BE49-F238E27FC236}">
                <a16:creationId xmlns:a16="http://schemas.microsoft.com/office/drawing/2014/main" id="{8B253010-6D2E-4C30-A47F-3D2B6A988DB6}"/>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4-label">
            <a:extLst>
              <a:ext uri="{FF2B5EF4-FFF2-40B4-BE49-F238E27FC236}">
                <a16:creationId xmlns:a16="http://schemas.microsoft.com/office/drawing/2014/main" id="{F4AE9547-F620-4D25-80AF-E059ADBB4B3C}"/>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6162006-3483-4516-AFDE-FB70FFDE907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4-0">
            <a:extLst>
              <a:ext uri="{FF2B5EF4-FFF2-40B4-BE49-F238E27FC236}">
                <a16:creationId xmlns:a16="http://schemas.microsoft.com/office/drawing/2014/main" id="{3499A911-D7E4-4FF3-B1E0-595A31D15C9E}"/>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4-1">
            <a:extLst>
              <a:ext uri="{FF2B5EF4-FFF2-40B4-BE49-F238E27FC236}">
                <a16:creationId xmlns:a16="http://schemas.microsoft.com/office/drawing/2014/main" id="{D4CB0698-3D26-43EC-B0E1-0B6C33C02406}"/>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4-2">
            <a:extLst>
              <a:ext uri="{FF2B5EF4-FFF2-40B4-BE49-F238E27FC236}">
                <a16:creationId xmlns:a16="http://schemas.microsoft.com/office/drawing/2014/main" id="{62E8C072-0C88-4106-B726-7CCEA38075D9}"/>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4-3">
            <a:extLst>
              <a:ext uri="{FF2B5EF4-FFF2-40B4-BE49-F238E27FC236}">
                <a16:creationId xmlns:a16="http://schemas.microsoft.com/office/drawing/2014/main" id="{0083A57F-4D2D-4751-8D91-9D88D74FF057}"/>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4-4">
            <a:extLst>
              <a:ext uri="{FF2B5EF4-FFF2-40B4-BE49-F238E27FC236}">
                <a16:creationId xmlns:a16="http://schemas.microsoft.com/office/drawing/2014/main" id="{F933821D-0586-454D-B090-7780D4DA006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4-5">
            <a:extLst>
              <a:ext uri="{FF2B5EF4-FFF2-40B4-BE49-F238E27FC236}">
                <a16:creationId xmlns:a16="http://schemas.microsoft.com/office/drawing/2014/main" id="{CDCE122B-A033-4CEF-B31E-B44F1B31B498}"/>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4-6">
            <a:extLst>
              <a:ext uri="{FF2B5EF4-FFF2-40B4-BE49-F238E27FC236}">
                <a16:creationId xmlns:a16="http://schemas.microsoft.com/office/drawing/2014/main" id="{8492F09A-A268-41DD-B6A9-8668CF37C2BE}"/>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4-7">
            <a:extLst>
              <a:ext uri="{FF2B5EF4-FFF2-40B4-BE49-F238E27FC236}">
                <a16:creationId xmlns:a16="http://schemas.microsoft.com/office/drawing/2014/main" id="{732504C0-EF85-47D9-94CD-418C7FCA9DA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4">
            <a:extLst>
              <a:ext uri="{FF2B5EF4-FFF2-40B4-BE49-F238E27FC236}">
                <a16:creationId xmlns:a16="http://schemas.microsoft.com/office/drawing/2014/main" id="{20467C2E-3449-4A94-970F-C4DE632F224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7367F60-22B5-45AF-90CC-559F0991A3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10 + (7) = 17. 마지막에 읽은 합이 아니라 최선의 기록을 더합니다.</a:t>
            </a:r>
          </a:p>
        </p:txBody>
      </p:sp>
    </p:spTree>
    <p:extLst>
      <p:ext uri="{BB962C8B-B14F-4D97-AF65-F5344CB8AC3E}">
        <p14:creationId xmlns:p14="http://schemas.microsoft.com/office/powerpoint/2010/main" val="23273042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2B4E5758-824F-4071-AD70-FD64D8F09E0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838D51F-F063-46A3-A50B-A8BCA0418C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D8FF2F-2EC9-4F71-8B55-E3A4905E7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세 후보 비교 → 17 반환</a:t>
            </a:r>
          </a:p>
        </p:txBody>
      </p:sp>
      <p:sp>
        <p:nvSpPr>
          <p:cNvPr id="4" name="diagram-line-275">
            <a:extLst>
              <a:ext uri="{FF2B5EF4-FFF2-40B4-BE49-F238E27FC236}">
                <a16:creationId xmlns:a16="http://schemas.microsoft.com/office/drawing/2014/main" id="{4439116D-7D49-4805-A50E-2BD3493895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881E529-E5CF-43DB-BB71-CC57D180C6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7, 경계를 걸친 합 17을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7, 17) = 17입니다.</a:t>
            </a:r>
          </a:p>
        </p:txBody>
      </p:sp>
      <p:sp>
        <p:nvSpPr>
          <p:cNvPr id="6" name="footer">
            <a:extLst>
              <a:ext uri="{FF2B5EF4-FFF2-40B4-BE49-F238E27FC236}">
                <a16:creationId xmlns:a16="http://schemas.microsoft.com/office/drawing/2014/main" id="{CD806C64-937B-4FA8-90E6-3C8A413A6D8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E53A0-68F3-4EDC-A4FF-E50A7500B1E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161</a:t>
            </a:r>
            <a:endParaRPr sz="1050" b="0">
              <a:solidFill>
                <a:srgbClr val="151515"/>
              </a:solidFill>
              <a:latin typeface="Consolas"/>
              <a:ea typeface="Consolas"/>
              <a:cs typeface="Consolas"/>
            </a:endParaRPr>
          </a:p>
        </p:txBody>
      </p:sp>
      <p:sp>
        <p:nvSpPr>
          <p:cNvPr id="8" name="row-276-label">
            <a:extLst>
              <a:ext uri="{FF2B5EF4-FFF2-40B4-BE49-F238E27FC236}">
                <a16:creationId xmlns:a16="http://schemas.microsoft.com/office/drawing/2014/main" id="{C626FEC7-CDDD-4481-B16B-F31F4C46A4D8}"/>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D6B19E81-0087-4980-9716-824CE354EE1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6-0">
            <a:extLst>
              <a:ext uri="{FF2B5EF4-FFF2-40B4-BE49-F238E27FC236}">
                <a16:creationId xmlns:a16="http://schemas.microsoft.com/office/drawing/2014/main" id="{7D8D13B2-F476-4B35-901C-E2A4E076F2EB}"/>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6-1">
            <a:extLst>
              <a:ext uri="{FF2B5EF4-FFF2-40B4-BE49-F238E27FC236}">
                <a16:creationId xmlns:a16="http://schemas.microsoft.com/office/drawing/2014/main" id="{7F9EDDCE-372F-42E0-B7B8-EDF0F6D84688}"/>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6-2">
            <a:extLst>
              <a:ext uri="{FF2B5EF4-FFF2-40B4-BE49-F238E27FC236}">
                <a16:creationId xmlns:a16="http://schemas.microsoft.com/office/drawing/2014/main" id="{A4C99B2E-AB6A-4D45-AD41-C078341546E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6-3">
            <a:extLst>
              <a:ext uri="{FF2B5EF4-FFF2-40B4-BE49-F238E27FC236}">
                <a16:creationId xmlns:a16="http://schemas.microsoft.com/office/drawing/2014/main" id="{CF0DA3A0-CFCC-4BFA-8A06-13905E801927}"/>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6-4">
            <a:extLst>
              <a:ext uri="{FF2B5EF4-FFF2-40B4-BE49-F238E27FC236}">
                <a16:creationId xmlns:a16="http://schemas.microsoft.com/office/drawing/2014/main" id="{F3DA0523-A668-43DF-9BCB-B7795D42977D}"/>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6-5">
            <a:extLst>
              <a:ext uri="{FF2B5EF4-FFF2-40B4-BE49-F238E27FC236}">
                <a16:creationId xmlns:a16="http://schemas.microsoft.com/office/drawing/2014/main" id="{360E2A49-BDDA-4DBE-A67D-1F192C7CAD6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6-6">
            <a:extLst>
              <a:ext uri="{FF2B5EF4-FFF2-40B4-BE49-F238E27FC236}">
                <a16:creationId xmlns:a16="http://schemas.microsoft.com/office/drawing/2014/main" id="{FEE885F8-B4C8-4F9C-98AF-97BDE635977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6-7">
            <a:extLst>
              <a:ext uri="{FF2B5EF4-FFF2-40B4-BE49-F238E27FC236}">
                <a16:creationId xmlns:a16="http://schemas.microsoft.com/office/drawing/2014/main" id="{F0EA6D02-0CA0-4243-93C5-2591949F4B9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6">
            <a:extLst>
              <a:ext uri="{FF2B5EF4-FFF2-40B4-BE49-F238E27FC236}">
                <a16:creationId xmlns:a16="http://schemas.microsoft.com/office/drawing/2014/main" id="{88CB2DDA-6F65-45AF-93BA-4BC545D16FE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277-label">
            <a:extLst>
              <a:ext uri="{FF2B5EF4-FFF2-40B4-BE49-F238E27FC236}">
                <a16:creationId xmlns:a16="http://schemas.microsoft.com/office/drawing/2014/main" id="{B901EE68-3A47-461D-9710-54B7ACD601C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A06AB6CE-231E-4C90-B04B-165DEACFB9D6}"/>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7-0">
            <a:extLst>
              <a:ext uri="{FF2B5EF4-FFF2-40B4-BE49-F238E27FC236}">
                <a16:creationId xmlns:a16="http://schemas.microsoft.com/office/drawing/2014/main" id="{A49CA982-ED02-41E6-8B4E-5A6BB76C23A6}"/>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7-1">
            <a:extLst>
              <a:ext uri="{FF2B5EF4-FFF2-40B4-BE49-F238E27FC236}">
                <a16:creationId xmlns:a16="http://schemas.microsoft.com/office/drawing/2014/main" id="{1B5EE325-AD2A-4041-B63C-4E1F7504DB51}"/>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7-2">
            <a:extLst>
              <a:ext uri="{FF2B5EF4-FFF2-40B4-BE49-F238E27FC236}">
                <a16:creationId xmlns:a16="http://schemas.microsoft.com/office/drawing/2014/main" id="{75BCD379-4F70-4C9E-93A2-B221DF6E16B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7-3">
            <a:extLst>
              <a:ext uri="{FF2B5EF4-FFF2-40B4-BE49-F238E27FC236}">
                <a16:creationId xmlns:a16="http://schemas.microsoft.com/office/drawing/2014/main" id="{77A7F0BC-3735-486E-B3C1-DE91E984D11D}"/>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7-4">
            <a:extLst>
              <a:ext uri="{FF2B5EF4-FFF2-40B4-BE49-F238E27FC236}">
                <a16:creationId xmlns:a16="http://schemas.microsoft.com/office/drawing/2014/main" id="{6087A1A0-3F0C-4EF2-B8A0-23920D7CFFDC}"/>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7-5">
            <a:extLst>
              <a:ext uri="{FF2B5EF4-FFF2-40B4-BE49-F238E27FC236}">
                <a16:creationId xmlns:a16="http://schemas.microsoft.com/office/drawing/2014/main" id="{7D25F960-189B-4D6E-A403-D590DD35C30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7-6">
            <a:extLst>
              <a:ext uri="{FF2B5EF4-FFF2-40B4-BE49-F238E27FC236}">
                <a16:creationId xmlns:a16="http://schemas.microsoft.com/office/drawing/2014/main" id="{2DE339EB-272E-4F85-A427-3A1A3D29C71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7-7">
            <a:extLst>
              <a:ext uri="{FF2B5EF4-FFF2-40B4-BE49-F238E27FC236}">
                <a16:creationId xmlns:a16="http://schemas.microsoft.com/office/drawing/2014/main" id="{3F2D4B4C-7D02-49D6-9165-AD5B58D5B30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7">
            <a:extLst>
              <a:ext uri="{FF2B5EF4-FFF2-40B4-BE49-F238E27FC236}">
                <a16:creationId xmlns:a16="http://schemas.microsoft.com/office/drawing/2014/main" id="{F7A6052E-D890-4883-88B2-B6FFF5B9BE6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8-label">
            <a:extLst>
              <a:ext uri="{FF2B5EF4-FFF2-40B4-BE49-F238E27FC236}">
                <a16:creationId xmlns:a16="http://schemas.microsoft.com/office/drawing/2014/main" id="{707A093A-BAE5-4B78-9A62-B81C6140908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D8A993B0-BD76-42C7-8442-C3633445F34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8-0">
            <a:extLst>
              <a:ext uri="{FF2B5EF4-FFF2-40B4-BE49-F238E27FC236}">
                <a16:creationId xmlns:a16="http://schemas.microsoft.com/office/drawing/2014/main" id="{61F6DDCE-4731-4406-B4AA-164F949D46B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8-1">
            <a:extLst>
              <a:ext uri="{FF2B5EF4-FFF2-40B4-BE49-F238E27FC236}">
                <a16:creationId xmlns:a16="http://schemas.microsoft.com/office/drawing/2014/main" id="{087A0C25-B36C-4A5D-8B9B-CB124E6E1CA8}"/>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8-2">
            <a:extLst>
              <a:ext uri="{FF2B5EF4-FFF2-40B4-BE49-F238E27FC236}">
                <a16:creationId xmlns:a16="http://schemas.microsoft.com/office/drawing/2014/main" id="{2FFDF72D-2320-4976-A71A-6942C08B163F}"/>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8-3">
            <a:extLst>
              <a:ext uri="{FF2B5EF4-FFF2-40B4-BE49-F238E27FC236}">
                <a16:creationId xmlns:a16="http://schemas.microsoft.com/office/drawing/2014/main" id="{97639BF4-5F44-4105-A734-44BFBEC73161}"/>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8-4">
            <a:extLst>
              <a:ext uri="{FF2B5EF4-FFF2-40B4-BE49-F238E27FC236}">
                <a16:creationId xmlns:a16="http://schemas.microsoft.com/office/drawing/2014/main" id="{52BF382C-08B1-4318-B9DE-EA64EA0EEF4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8-5">
            <a:extLst>
              <a:ext uri="{FF2B5EF4-FFF2-40B4-BE49-F238E27FC236}">
                <a16:creationId xmlns:a16="http://schemas.microsoft.com/office/drawing/2014/main" id="{1F1722B8-E487-4E84-B7D1-7EA96BE17257}"/>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8-6">
            <a:extLst>
              <a:ext uri="{FF2B5EF4-FFF2-40B4-BE49-F238E27FC236}">
                <a16:creationId xmlns:a16="http://schemas.microsoft.com/office/drawing/2014/main" id="{4E403478-8D6B-4679-89A4-714B3F5210DF}"/>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8-7">
            <a:extLst>
              <a:ext uri="{FF2B5EF4-FFF2-40B4-BE49-F238E27FC236}">
                <a16:creationId xmlns:a16="http://schemas.microsoft.com/office/drawing/2014/main" id="{FBCD17B5-4D11-44E9-9290-89AB9E1AD4C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8">
            <a:extLst>
              <a:ext uri="{FF2B5EF4-FFF2-40B4-BE49-F238E27FC236}">
                <a16:creationId xmlns:a16="http://schemas.microsoft.com/office/drawing/2014/main" id="{1C426EE8-74EF-4273-A652-1A168657880C}"/>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270CCCC-E86C-4B10-A4C2-DD5106DAD69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호출의 최종 답 17을 반환합니다.</a:t>
            </a:r>
          </a:p>
        </p:txBody>
      </p:sp>
    </p:spTree>
    <p:extLst>
      <p:ext uri="{BB962C8B-B14F-4D97-AF65-F5344CB8AC3E}">
        <p14:creationId xmlns:p14="http://schemas.microsoft.com/office/powerpoint/2010/main" val="345306116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AA16649-B088-466E-BB6A-E6DBA4F4200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77CA13-294B-42E7-B886-6ABE383363C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6A659E7-A398-4AD3-B59F-BFD7319DA5D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호출의 코드와 방금 본 값</a:t>
            </a:r>
          </a:p>
        </p:txBody>
      </p:sp>
      <p:sp>
        <p:nvSpPr>
          <p:cNvPr id="4" name="diagram-line-279">
            <a:extLst>
              <a:ext uri="{FF2B5EF4-FFF2-40B4-BE49-F238E27FC236}">
                <a16:creationId xmlns:a16="http://schemas.microsoft.com/office/drawing/2014/main" id="{6F8F1FD8-B3B4-453C-B872-10FF5912D05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A83780C-D488-40C2-8018-55314CE42F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왼쪽 답, 오른쪽 답, 걸친 답을 차례로 구하고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하나일 때만 재귀 호출 없이 그 값을 반환합니다.</a:t>
            </a:r>
          </a:p>
        </p:txBody>
      </p:sp>
      <p:sp>
        <p:nvSpPr>
          <p:cNvPr id="6" name="footer">
            <a:extLst>
              <a:ext uri="{FF2B5EF4-FFF2-40B4-BE49-F238E27FC236}">
                <a16:creationId xmlns:a16="http://schemas.microsoft.com/office/drawing/2014/main" id="{C795C1FE-1308-4F61-95C8-E4A7DAA73CA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A5685F9-C919-4DA9-875B-C011026598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162</a:t>
            </a:r>
            <a:endParaRPr sz="1050" b="0">
              <a:solidFill>
                <a:srgbClr val="151515"/>
              </a:solidFill>
              <a:latin typeface="Consolas"/>
              <a:ea typeface="Consolas"/>
              <a:cs typeface="Consolas"/>
            </a:endParaRPr>
          </a:p>
        </p:txBody>
      </p:sp>
      <p:sp>
        <p:nvSpPr>
          <p:cNvPr id="8" name="main-code">
            <a:extLst>
              <a:ext uri="{FF2B5EF4-FFF2-40B4-BE49-F238E27FC236}">
                <a16:creationId xmlns:a16="http://schemas.microsoft.com/office/drawing/2014/main" id="{304C9A39-F382-4778-A0C4-04466A97E954}"/>
              </a:ext>
            </a:extLst>
          </p:cNvPr>
          <p:cNvSpPr>
            <a:spLocks noGrp="1"/>
          </p:cNvSpPr>
          <p:nvPr/>
        </p:nvSpPr>
        <p:spPr>
          <a:xfrm>
            <a:off x="857250" y="2667000"/>
            <a:ext cx="10572750" cy="314325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def max_subarray_sum(a, low,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if low ==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a[low]</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mid = (low + high) // 2</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left_max = max_subarray_sum(a, low, mid)</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right_max = max_subarray_sum(a, mid + 1,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cross_max = max_crossing_sum(a, low, mid,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max(left_max, right_max, cross_max)</a:t>
            </a:r>
          </a:p>
        </p:txBody>
      </p:sp>
      <p:sp>
        <p:nvSpPr>
          <p:cNvPr id="9" name="caption">
            <a:extLst>
              <a:ext uri="{FF2B5EF4-FFF2-40B4-BE49-F238E27FC236}">
                <a16:creationId xmlns:a16="http://schemas.microsoft.com/office/drawing/2014/main" id="{7E45FDAC-80A2-4141-BA56-A964ED062C4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 max_subarray_sum(a, 0, 7) → max(12, 7, 17) → 17</a:t>
            </a:r>
          </a:p>
        </p:txBody>
      </p:sp>
    </p:spTree>
    <p:extLst>
      <p:ext uri="{BB962C8B-B14F-4D97-AF65-F5344CB8AC3E}">
        <p14:creationId xmlns:p14="http://schemas.microsoft.com/office/powerpoint/2010/main" val="94025954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0E3FD108-A19E-4948-992F-3FDDAEF3C4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10C8E4D-2C56-4625-83A2-382F076C4F6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1E4929D-3B70-484D-9B4B-3459F8123D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① 왼쪽 스캔</a:t>
            </a:r>
          </a:p>
        </p:txBody>
      </p:sp>
      <p:sp>
        <p:nvSpPr>
          <p:cNvPr id="4" name="diagram-line-280">
            <a:extLst>
              <a:ext uri="{FF2B5EF4-FFF2-40B4-BE49-F238E27FC236}">
                <a16:creationId xmlns:a16="http://schemas.microsoft.com/office/drawing/2014/main" id="{5CA341D6-2900-4CB2-A30D-72F657C1C4C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3D1D2F9-789C-4558-9D6E-BF9540FEA66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left_sum은 mid에서 끝나는 구간 중 최댓값입니다.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range(mid, low − 1, −1)은 mid부터 low까지 한 칸씩 왼쪽으로 이동합니다.</a:t>
            </a:r>
          </a:p>
        </p:txBody>
      </p:sp>
      <p:sp>
        <p:nvSpPr>
          <p:cNvPr id="6" name="footer">
            <a:extLst>
              <a:ext uri="{FF2B5EF4-FFF2-40B4-BE49-F238E27FC236}">
                <a16:creationId xmlns:a16="http://schemas.microsoft.com/office/drawing/2014/main" id="{51E4C000-724F-49D4-A7E7-DEDA73F93C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9E6959-C16F-45D7-9C16-694C98357F5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163</a:t>
            </a:r>
            <a:endParaRPr sz="1050" b="0">
              <a:solidFill>
                <a:srgbClr val="151515"/>
              </a:solidFill>
              <a:latin typeface="Consolas"/>
              <a:ea typeface="Consolas"/>
              <a:cs typeface="Consolas"/>
            </a:endParaRPr>
          </a:p>
        </p:txBody>
      </p:sp>
      <p:sp>
        <p:nvSpPr>
          <p:cNvPr id="8" name="left-code">
            <a:extLst>
              <a:ext uri="{FF2B5EF4-FFF2-40B4-BE49-F238E27FC236}">
                <a16:creationId xmlns:a16="http://schemas.microsoft.com/office/drawing/2014/main" id="{F144E01C-BE0D-4F4F-9986-514E1D0B8E8E}"/>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def max_crossing_sum(a, low, mid, high):</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i in range(mid, low - 1,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a[i]</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left_sum: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current_sum</a:t>
            </a:r>
          </a:p>
        </p:txBody>
      </p:sp>
      <p:sp>
        <p:nvSpPr>
          <p:cNvPr id="9" name="left-path">
            <a:extLst>
              <a:ext uri="{FF2B5EF4-FFF2-40B4-BE49-F238E27FC236}">
                <a16:creationId xmlns:a16="http://schemas.microsoft.com/office/drawing/2014/main" id="{2E666B71-F183-4B55-A310-6168830423FF}"/>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1D5A8A"/>
                </a:solidFill>
                <a:latin typeface="Consolas"/>
                <a:ea typeface="Consolas"/>
                <a:cs typeface="Consolas"/>
              </a:defRPr>
            </a:defPPr>
          </a:lstStyle>
          <a:p>
            <a:pPr algn="l">
              <a:lnSpc>
                <a:spcPct val="108000"/>
              </a:lnSpc>
              <a:buNone/>
              <a:defRPr sz="2025" b="1">
                <a:solidFill>
                  <a:srgbClr val="1D5A8A"/>
                </a:solidFill>
                <a:latin typeface="Consolas"/>
                <a:ea typeface="Consolas"/>
                <a:cs typeface="Consolas"/>
              </a:defRPr>
            </a:pPr>
            <a:r>
              <a:rPr sz="2025" b="1">
                <a:solidFill>
                  <a:srgbClr val="1D5A8A"/>
                </a:solidFill>
                <a:latin typeface="Consolas"/>
                <a:ea typeface="Consolas"/>
                <a:cs typeface="Consolas"/>
              </a:rPr>
              <a:t>i: 3 → 2 → 1 → 0     기록: −2 → 10 → 10 → 10</a:t>
            </a:r>
          </a:p>
        </p:txBody>
      </p:sp>
      <p:sp>
        <p:nvSpPr>
          <p:cNvPr id="10" name="caption">
            <a:extLst>
              <a:ext uri="{FF2B5EF4-FFF2-40B4-BE49-F238E27FC236}">
                <a16:creationId xmlns:a16="http://schemas.microsoft.com/office/drawing/2014/main" id="{703C6FB2-0EE8-4FBF-9775-D02B0AB0BD1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새 원소는 current_sum에 더합니다. left_sum은 최댓값을 보관하는 기록입니다.</a:t>
            </a:r>
          </a:p>
        </p:txBody>
      </p:sp>
    </p:spTree>
    <p:extLst>
      <p:ext uri="{BB962C8B-B14F-4D97-AF65-F5344CB8AC3E}">
        <p14:creationId xmlns:p14="http://schemas.microsoft.com/office/powerpoint/2010/main" val="41779246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A27D5B92-705B-4AE0-8B55-72FD86E28DA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DEF5643-7E73-4020-B30B-932FB1528EA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8C2F26-080D-47A2-8709-9BD8F8DF53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② 오른쪽과 반환</a:t>
            </a:r>
          </a:p>
        </p:txBody>
      </p:sp>
      <p:sp>
        <p:nvSpPr>
          <p:cNvPr id="4" name="diagram-line-281">
            <a:extLst>
              <a:ext uri="{FF2B5EF4-FFF2-40B4-BE49-F238E27FC236}">
                <a16:creationId xmlns:a16="http://schemas.microsoft.com/office/drawing/2014/main" id="{7D51B875-7574-4501-9130-D84318316D8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1B55058-2941-4BB6-AD26-4BFCB78817B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current_sum만 0으로 다시 설정합니다. left_sum은 그대로 보관합니다.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오른쪽은 mid + 1부터 high까지 읽고, 두 최댓값 기록을 더해 반환합니다.</a:t>
            </a:r>
          </a:p>
        </p:txBody>
      </p:sp>
      <p:sp>
        <p:nvSpPr>
          <p:cNvPr id="6" name="footer">
            <a:extLst>
              <a:ext uri="{FF2B5EF4-FFF2-40B4-BE49-F238E27FC236}">
                <a16:creationId xmlns:a16="http://schemas.microsoft.com/office/drawing/2014/main" id="{EA12C749-A166-44EC-BA98-000288B682E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039025D-F373-4C5D-9197-2175A783D0C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164</a:t>
            </a:r>
            <a:endParaRPr sz="1050" b="0">
              <a:solidFill>
                <a:srgbClr val="151515"/>
              </a:solidFill>
              <a:latin typeface="Consolas"/>
              <a:ea typeface="Consolas"/>
              <a:cs typeface="Consolas"/>
            </a:endParaRPr>
          </a:p>
        </p:txBody>
      </p:sp>
      <p:sp>
        <p:nvSpPr>
          <p:cNvPr id="8" name="right-code">
            <a:extLst>
              <a:ext uri="{FF2B5EF4-FFF2-40B4-BE49-F238E27FC236}">
                <a16:creationId xmlns:a16="http://schemas.microsoft.com/office/drawing/2014/main" id="{53F0553F-09BA-4D72-9526-D80A2F30BD14}"/>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j in range(mid + 1, high + 1):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a[j]</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right_sum: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current_sum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return left_sum + right_sum</a:t>
            </a:r>
          </a:p>
        </p:txBody>
      </p:sp>
      <p:sp>
        <p:nvSpPr>
          <p:cNvPr id="9" name="right-path">
            <a:extLst>
              <a:ext uri="{FF2B5EF4-FFF2-40B4-BE49-F238E27FC236}">
                <a16:creationId xmlns:a16="http://schemas.microsoft.com/office/drawing/2014/main" id="{C8FEB325-68D4-4267-9F13-6A29B4D1A85C}"/>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256B50"/>
                </a:solidFill>
                <a:latin typeface="Consolas"/>
                <a:ea typeface="Consolas"/>
                <a:cs typeface="Consolas"/>
              </a:defRPr>
            </a:defPPr>
          </a:lstStyle>
          <a:p>
            <a:pPr algn="l">
              <a:lnSpc>
                <a:spcPct val="108000"/>
              </a:lnSpc>
              <a:buNone/>
              <a:defRPr sz="2025" b="1">
                <a:solidFill>
                  <a:srgbClr val="256B50"/>
                </a:solidFill>
                <a:latin typeface="Consolas"/>
                <a:ea typeface="Consolas"/>
                <a:cs typeface="Consolas"/>
              </a:defRPr>
            </a:pPr>
            <a:r>
              <a:rPr sz="2025" b="1">
                <a:solidFill>
                  <a:srgbClr val="256B50"/>
                </a:solidFill>
                <a:latin typeface="Consolas"/>
                <a:ea typeface="Consolas"/>
                <a:cs typeface="Consolas"/>
              </a:rPr>
              <a:t>j: 4 → 5 → 6 → 7      반환: 10 + 7 = 17</a:t>
            </a:r>
          </a:p>
        </p:txBody>
      </p:sp>
      <p:sp>
        <p:nvSpPr>
          <p:cNvPr id="10" name="caption">
            <a:extLst>
              <a:ext uri="{FF2B5EF4-FFF2-40B4-BE49-F238E27FC236}">
                <a16:creationId xmlns:a16="http://schemas.microsoft.com/office/drawing/2014/main" id="{504FEAAF-1CA6-4E64-8280-FC0BA0B864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두 반복문은 다른 칸을 읽습니다. 경계 원소를 중복해서 더하지 않습니다.</a:t>
            </a:r>
          </a:p>
        </p:txBody>
      </p:sp>
    </p:spTree>
    <p:extLst>
      <p:ext uri="{BB962C8B-B14F-4D97-AF65-F5344CB8AC3E}">
        <p14:creationId xmlns:p14="http://schemas.microsoft.com/office/powerpoint/2010/main" val="292054296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7B783AFF-1F77-48EE-94EC-C21AF8A318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721626F-8F36-4F47-BA95-28E4AAB783D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21C63F-6FBB-4079-BA1A-44F74E7AA0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range의 끝값은 읽지 않습니다</a:t>
            </a:r>
          </a:p>
        </p:txBody>
      </p:sp>
      <p:sp>
        <p:nvSpPr>
          <p:cNvPr id="4" name="diagram-line-282">
            <a:extLst>
              <a:ext uri="{FF2B5EF4-FFF2-40B4-BE49-F238E27FC236}">
                <a16:creationId xmlns:a16="http://schemas.microsoft.com/office/drawing/2014/main" id="{13810C80-6071-47F2-BEC4-76CF4EE3D56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A5B447-8B73-4F64-9CAC-C554F66293B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3, 2, 1, 0을 읽습니다. 오른쪽은 4, 5, 6, 7을 읽습니다.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−1과 8은 range를 멈추기 위한 값이며, 배열에서 접근할 인덱스가 아닙니다.</a:t>
            </a:r>
          </a:p>
        </p:txBody>
      </p:sp>
      <p:sp>
        <p:nvSpPr>
          <p:cNvPr id="6" name="footer">
            <a:extLst>
              <a:ext uri="{FF2B5EF4-FFF2-40B4-BE49-F238E27FC236}">
                <a16:creationId xmlns:a16="http://schemas.microsoft.com/office/drawing/2014/main" id="{71523DC5-DC76-492D-A2EB-3E67A3171A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177938A-28E0-46DE-9ECE-A8C4E45BFA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165</a:t>
            </a:r>
            <a:endParaRPr sz="1050" b="0">
              <a:solidFill>
                <a:srgbClr val="151515"/>
              </a:solidFill>
              <a:latin typeface="Consolas"/>
              <a:ea typeface="Consolas"/>
              <a:cs typeface="Consolas"/>
            </a:endParaRPr>
          </a:p>
        </p:txBody>
      </p:sp>
      <p:sp>
        <p:nvSpPr>
          <p:cNvPr id="8" name="row-283-label">
            <a:extLst>
              <a:ext uri="{FF2B5EF4-FFF2-40B4-BE49-F238E27FC236}">
                <a16:creationId xmlns:a16="http://schemas.microsoft.com/office/drawing/2014/main" id="{F4C340FC-046F-47C4-A0E0-904F8FE40D24}"/>
              </a:ext>
            </a:extLst>
          </p:cNvPr>
          <p:cNvSpPr>
            <a:spLocks noGrp="1"/>
          </p:cNvSpPr>
          <p:nvPr/>
        </p:nvSpPr>
        <p:spPr>
          <a:xfrm>
            <a:off x="609600" y="2971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인덱스</a:t>
            </a:r>
          </a:p>
        </p:txBody>
      </p:sp>
      <p:graphicFrame>
        <p:nvGraphicFramePr>
          <p:cNvPr id="9" name="표 8">
            <a:extLst>
              <a:ext uri="{FF2B5EF4-FFF2-40B4-BE49-F238E27FC236}">
                <a16:creationId xmlns:a16="http://schemas.microsoft.com/office/drawing/2014/main" id="{3E669C76-E199-4F91-891F-D8F6B77D58B5}"/>
              </a:ext>
            </a:extLst>
          </p:cNvPr>
          <p:cNvGraphicFramePr/>
          <p:nvPr/>
        </p:nvGraphicFramePr>
        <p:xfrm>
          <a:off x="2362200" y="2847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3-0">
            <a:extLst>
              <a:ext uri="{FF2B5EF4-FFF2-40B4-BE49-F238E27FC236}">
                <a16:creationId xmlns:a16="http://schemas.microsoft.com/office/drawing/2014/main" id="{3574D781-0961-4F28-8490-9035B642E85F}"/>
              </a:ext>
            </a:extLst>
          </p:cNvPr>
          <p:cNvSpPr>
            <a:spLocks noGrp="1"/>
          </p:cNvSpPr>
          <p:nvPr/>
        </p:nvSpPr>
        <p:spPr>
          <a:xfrm>
            <a:off x="23622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3-1">
            <a:extLst>
              <a:ext uri="{FF2B5EF4-FFF2-40B4-BE49-F238E27FC236}">
                <a16:creationId xmlns:a16="http://schemas.microsoft.com/office/drawing/2014/main" id="{DC872277-19CD-47BA-8E1E-850776434F17}"/>
              </a:ext>
            </a:extLst>
          </p:cNvPr>
          <p:cNvSpPr>
            <a:spLocks noGrp="1"/>
          </p:cNvSpPr>
          <p:nvPr/>
        </p:nvSpPr>
        <p:spPr>
          <a:xfrm>
            <a:off x="34671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3-2">
            <a:extLst>
              <a:ext uri="{FF2B5EF4-FFF2-40B4-BE49-F238E27FC236}">
                <a16:creationId xmlns:a16="http://schemas.microsoft.com/office/drawing/2014/main" id="{03457F43-B93E-4AD2-8841-3DDE3D0C5BEA}"/>
              </a:ext>
            </a:extLst>
          </p:cNvPr>
          <p:cNvSpPr>
            <a:spLocks noGrp="1"/>
          </p:cNvSpPr>
          <p:nvPr/>
        </p:nvSpPr>
        <p:spPr>
          <a:xfrm>
            <a:off x="45720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3-3">
            <a:extLst>
              <a:ext uri="{FF2B5EF4-FFF2-40B4-BE49-F238E27FC236}">
                <a16:creationId xmlns:a16="http://schemas.microsoft.com/office/drawing/2014/main" id="{53C4442A-CDE5-4224-99E4-6716CA62BF1B}"/>
              </a:ext>
            </a:extLst>
          </p:cNvPr>
          <p:cNvSpPr>
            <a:spLocks noGrp="1"/>
          </p:cNvSpPr>
          <p:nvPr/>
        </p:nvSpPr>
        <p:spPr>
          <a:xfrm>
            <a:off x="56769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83-4">
            <a:extLst>
              <a:ext uri="{FF2B5EF4-FFF2-40B4-BE49-F238E27FC236}">
                <a16:creationId xmlns:a16="http://schemas.microsoft.com/office/drawing/2014/main" id="{11D2EAB0-9567-475B-94A9-A5681C192794}"/>
              </a:ext>
            </a:extLst>
          </p:cNvPr>
          <p:cNvSpPr>
            <a:spLocks noGrp="1"/>
          </p:cNvSpPr>
          <p:nvPr/>
        </p:nvSpPr>
        <p:spPr>
          <a:xfrm>
            <a:off x="67818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83-5">
            <a:extLst>
              <a:ext uri="{FF2B5EF4-FFF2-40B4-BE49-F238E27FC236}">
                <a16:creationId xmlns:a16="http://schemas.microsoft.com/office/drawing/2014/main" id="{1C28D517-916B-4308-AC64-0CC2A2A1BAD7}"/>
              </a:ext>
            </a:extLst>
          </p:cNvPr>
          <p:cNvSpPr>
            <a:spLocks noGrp="1"/>
          </p:cNvSpPr>
          <p:nvPr/>
        </p:nvSpPr>
        <p:spPr>
          <a:xfrm>
            <a:off x="78867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83-6">
            <a:extLst>
              <a:ext uri="{FF2B5EF4-FFF2-40B4-BE49-F238E27FC236}">
                <a16:creationId xmlns:a16="http://schemas.microsoft.com/office/drawing/2014/main" id="{0486B0B2-17F8-4975-8CED-0224DA2383C2}"/>
              </a:ext>
            </a:extLst>
          </p:cNvPr>
          <p:cNvSpPr>
            <a:spLocks noGrp="1"/>
          </p:cNvSpPr>
          <p:nvPr/>
        </p:nvSpPr>
        <p:spPr>
          <a:xfrm>
            <a:off x="89916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83-7">
            <a:extLst>
              <a:ext uri="{FF2B5EF4-FFF2-40B4-BE49-F238E27FC236}">
                <a16:creationId xmlns:a16="http://schemas.microsoft.com/office/drawing/2014/main" id="{313440C4-2A63-458B-BC3E-29923BFC54C7}"/>
              </a:ext>
            </a:extLst>
          </p:cNvPr>
          <p:cNvSpPr>
            <a:spLocks noGrp="1"/>
          </p:cNvSpPr>
          <p:nvPr/>
        </p:nvSpPr>
        <p:spPr>
          <a:xfrm>
            <a:off x="100965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84">
            <a:extLst>
              <a:ext uri="{FF2B5EF4-FFF2-40B4-BE49-F238E27FC236}">
                <a16:creationId xmlns:a16="http://schemas.microsoft.com/office/drawing/2014/main" id="{015DF203-223F-4B53-A575-7F06621F9378}"/>
              </a:ext>
            </a:extLst>
          </p:cNvPr>
          <p:cNvSpPr>
            <a:spLocks noGrp="1"/>
          </p:cNvSpPr>
          <p:nvPr/>
        </p:nvSpPr>
        <p:spPr>
          <a:xfrm>
            <a:off x="6772275" y="2790825"/>
            <a:ext cx="19050" cy="666750"/>
          </a:xfrm>
          <a:prstGeom prst="rect">
            <a:avLst/>
          </a:prstGeom>
          <a:solidFill>
            <a:srgbClr val="9A5900"/>
          </a:solidFill>
          <a:ln w="0">
            <a:noFill/>
          </a:ln>
        </p:spPr>
      </p:sp>
      <p:sp>
        <p:nvSpPr>
          <p:cNvPr id="19" name="left-range">
            <a:extLst>
              <a:ext uri="{FF2B5EF4-FFF2-40B4-BE49-F238E27FC236}">
                <a16:creationId xmlns:a16="http://schemas.microsoft.com/office/drawing/2014/main" id="{411FE210-5095-40F3-B35F-18CB86CC597D}"/>
              </a:ext>
            </a:extLst>
          </p:cNvPr>
          <p:cNvSpPr>
            <a:spLocks noGrp="1"/>
          </p:cNvSpPr>
          <p:nvPr/>
        </p:nvSpPr>
        <p:spPr>
          <a:xfrm>
            <a:off x="2362200" y="3943350"/>
            <a:ext cx="8839200" cy="400050"/>
          </a:xfrm>
          <a:prstGeom prst="rect">
            <a:avLst/>
          </a:prstGeom>
          <a:noFill/>
          <a:ln w="0">
            <a:noFill/>
          </a:ln>
        </p:spPr>
        <p:txBody>
          <a:bodyPr wrap="none" lIns="0" tIns="0" rIns="0" bIns="0" anchor="t">
            <a:noAutofit/>
          </a:bodyPr>
          <a:lstStyle>
            <a:defPPr algn="l">
              <a:defRPr sz="2100" b="1">
                <a:solidFill>
                  <a:srgbClr val="1D5A8A"/>
                </a:solidFill>
                <a:latin typeface="Consolas"/>
                <a:ea typeface="Consolas"/>
                <a:cs typeface="Consolas"/>
              </a:defRPr>
            </a:defPPr>
          </a:lstStyle>
          <a:p>
            <a:pPr algn="l">
              <a:lnSpc>
                <a:spcPct val="108000"/>
              </a:lnSpc>
              <a:buNone/>
              <a:defRPr sz="2100" b="1">
                <a:solidFill>
                  <a:srgbClr val="1D5A8A"/>
                </a:solidFill>
                <a:latin typeface="Consolas"/>
                <a:ea typeface="Consolas"/>
                <a:cs typeface="Consolas"/>
              </a:defRPr>
            </a:pPr>
            <a:r>
              <a:rPr sz="2100" b="1">
                <a:solidFill>
                  <a:srgbClr val="1D5A8A"/>
                </a:solidFill>
                <a:latin typeface="Consolas"/>
                <a:ea typeface="Consolas"/>
                <a:cs typeface="Consolas"/>
              </a:rPr>
              <a:t>range(3, −1, −1)  →  3, 2, 1, 0</a:t>
            </a:r>
          </a:p>
        </p:txBody>
      </p:sp>
      <p:sp>
        <p:nvSpPr>
          <p:cNvPr id="20" name="row-285-label">
            <a:extLst>
              <a:ext uri="{FF2B5EF4-FFF2-40B4-BE49-F238E27FC236}">
                <a16:creationId xmlns:a16="http://schemas.microsoft.com/office/drawing/2014/main" id="{81071F9E-6D94-475E-B42B-C5500351E888}"/>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인덱스</a:t>
            </a:r>
          </a:p>
        </p:txBody>
      </p:sp>
      <p:graphicFrame>
        <p:nvGraphicFramePr>
          <p:cNvPr id="21" name="표 20">
            <a:extLst>
              <a:ext uri="{FF2B5EF4-FFF2-40B4-BE49-F238E27FC236}">
                <a16:creationId xmlns:a16="http://schemas.microsoft.com/office/drawing/2014/main" id="{997D0D1A-576F-49E4-86B3-9A6DE035232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index-285-0">
            <a:extLst>
              <a:ext uri="{FF2B5EF4-FFF2-40B4-BE49-F238E27FC236}">
                <a16:creationId xmlns:a16="http://schemas.microsoft.com/office/drawing/2014/main" id="{8D69AAF4-504F-4621-823B-571B642B6F1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index-285-1">
            <a:extLst>
              <a:ext uri="{FF2B5EF4-FFF2-40B4-BE49-F238E27FC236}">
                <a16:creationId xmlns:a16="http://schemas.microsoft.com/office/drawing/2014/main" id="{F5A053DD-F328-41BE-B988-B3F1D9B5D404}"/>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index-285-2">
            <a:extLst>
              <a:ext uri="{FF2B5EF4-FFF2-40B4-BE49-F238E27FC236}">
                <a16:creationId xmlns:a16="http://schemas.microsoft.com/office/drawing/2014/main" id="{4F78712A-75FF-49FC-B10D-4A2F2606F19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index-285-3">
            <a:extLst>
              <a:ext uri="{FF2B5EF4-FFF2-40B4-BE49-F238E27FC236}">
                <a16:creationId xmlns:a16="http://schemas.microsoft.com/office/drawing/2014/main" id="{5D6F3071-4004-484D-84F3-0BA39F1D6A0B}"/>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index-285-4">
            <a:extLst>
              <a:ext uri="{FF2B5EF4-FFF2-40B4-BE49-F238E27FC236}">
                <a16:creationId xmlns:a16="http://schemas.microsoft.com/office/drawing/2014/main" id="{CB1B591F-25E4-41A4-979C-6504E6DB6181}"/>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index-285-5">
            <a:extLst>
              <a:ext uri="{FF2B5EF4-FFF2-40B4-BE49-F238E27FC236}">
                <a16:creationId xmlns:a16="http://schemas.microsoft.com/office/drawing/2014/main" id="{B6460E9A-B360-4F98-8BC1-272A74BBF3B8}"/>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index-285-6">
            <a:extLst>
              <a:ext uri="{FF2B5EF4-FFF2-40B4-BE49-F238E27FC236}">
                <a16:creationId xmlns:a16="http://schemas.microsoft.com/office/drawing/2014/main" id="{B8F1A273-F484-46B6-91C6-42536CEBDF1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9" name="index-285-7">
            <a:extLst>
              <a:ext uri="{FF2B5EF4-FFF2-40B4-BE49-F238E27FC236}">
                <a16:creationId xmlns:a16="http://schemas.microsoft.com/office/drawing/2014/main" id="{08044F66-BB76-48C5-BA3E-BA0EC889B1B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0" name="diagram-line-286">
            <a:extLst>
              <a:ext uri="{FF2B5EF4-FFF2-40B4-BE49-F238E27FC236}">
                <a16:creationId xmlns:a16="http://schemas.microsoft.com/office/drawing/2014/main" id="{DD9E9F71-C51D-4874-8A3F-33E12A9A83C3}"/>
              </a:ext>
            </a:extLst>
          </p:cNvPr>
          <p:cNvSpPr>
            <a:spLocks noGrp="1"/>
          </p:cNvSpPr>
          <p:nvPr/>
        </p:nvSpPr>
        <p:spPr>
          <a:xfrm>
            <a:off x="6772275" y="4724400"/>
            <a:ext cx="19050" cy="666750"/>
          </a:xfrm>
          <a:prstGeom prst="rect">
            <a:avLst/>
          </a:prstGeom>
          <a:solidFill>
            <a:srgbClr val="9A5900"/>
          </a:solidFill>
          <a:ln w="0">
            <a:noFill/>
          </a:ln>
        </p:spPr>
      </p:sp>
      <p:sp>
        <p:nvSpPr>
          <p:cNvPr id="31" name="caption">
            <a:extLst>
              <a:ext uri="{FF2B5EF4-FFF2-40B4-BE49-F238E27FC236}">
                <a16:creationId xmlns:a16="http://schemas.microsoft.com/office/drawing/2014/main" id="{1F745B4C-02B8-4E8D-B3BA-841174D307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range(4, 8) → 4, 5, 6, 7. 현재 호출의 low와 high까지만 읽습니다.</a:t>
            </a:r>
          </a:p>
        </p:txBody>
      </p:sp>
    </p:spTree>
    <p:extLst>
      <p:ext uri="{BB962C8B-B14F-4D97-AF65-F5344CB8AC3E}">
        <p14:creationId xmlns:p14="http://schemas.microsoft.com/office/powerpoint/2010/main" val="150182320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6CADA929-AC0A-47B4-92BF-559152FAE67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846B5A1-2767-42CA-9F62-79DA8BC4A83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737973E-F308-406D-90DA-BE96CD7B87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모두 음수면 0이 답이 아닙니다</a:t>
            </a:r>
          </a:p>
        </p:txBody>
      </p:sp>
      <p:sp>
        <p:nvSpPr>
          <p:cNvPr id="4" name="diagram-line-287">
            <a:extLst>
              <a:ext uri="{FF2B5EF4-FFF2-40B4-BE49-F238E27FC236}">
                <a16:creationId xmlns:a16="http://schemas.microsoft.com/office/drawing/2014/main" id="{A6E47E20-42F8-4858-B2C1-50362BD3F70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B12297D-7812-4C32-B7AD-9ADDE2C653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[−4, −2, −5, −1]. 비어 있지 않은 구간만 고릅니다.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−2, 오른쪽 −1, 걸친 합 −7 중 가장 큰 값은 −1입니다.</a:t>
            </a:r>
          </a:p>
        </p:txBody>
      </p:sp>
      <p:sp>
        <p:nvSpPr>
          <p:cNvPr id="6" name="footer">
            <a:extLst>
              <a:ext uri="{FF2B5EF4-FFF2-40B4-BE49-F238E27FC236}">
                <a16:creationId xmlns:a16="http://schemas.microsoft.com/office/drawing/2014/main" id="{EB009BBF-7A91-447F-A4CE-875F731E634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74A7FC-5853-4560-8211-CCD895DEA4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166</a:t>
            </a:r>
            <a:endParaRPr sz="1050" b="0">
              <a:solidFill>
                <a:srgbClr val="151515"/>
              </a:solidFill>
              <a:latin typeface="Consolas"/>
              <a:ea typeface="Consolas"/>
              <a:cs typeface="Consolas"/>
            </a:endParaRPr>
          </a:p>
        </p:txBody>
      </p:sp>
      <p:sp>
        <p:nvSpPr>
          <p:cNvPr id="8" name="row-288-label">
            <a:extLst>
              <a:ext uri="{FF2B5EF4-FFF2-40B4-BE49-F238E27FC236}">
                <a16:creationId xmlns:a16="http://schemas.microsoft.com/office/drawing/2014/main" id="{EC4FF763-71F4-46FE-BF73-9532CEED2D4A}"/>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C7D11E1A-D127-4C7C-B761-76FE7EF785B6}"/>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8-0">
            <a:extLst>
              <a:ext uri="{FF2B5EF4-FFF2-40B4-BE49-F238E27FC236}">
                <a16:creationId xmlns:a16="http://schemas.microsoft.com/office/drawing/2014/main" id="{62E0BB66-F54E-4F35-B6B9-39CE86C47359}"/>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8-1">
            <a:extLst>
              <a:ext uri="{FF2B5EF4-FFF2-40B4-BE49-F238E27FC236}">
                <a16:creationId xmlns:a16="http://schemas.microsoft.com/office/drawing/2014/main" id="{0FC4C2D3-ADF2-4EDC-AB91-3410036CBF61}"/>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8-2">
            <a:extLst>
              <a:ext uri="{FF2B5EF4-FFF2-40B4-BE49-F238E27FC236}">
                <a16:creationId xmlns:a16="http://schemas.microsoft.com/office/drawing/2014/main" id="{411461F0-F594-459A-B155-5B89F711A3F6}"/>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8-3">
            <a:extLst>
              <a:ext uri="{FF2B5EF4-FFF2-40B4-BE49-F238E27FC236}">
                <a16:creationId xmlns:a16="http://schemas.microsoft.com/office/drawing/2014/main" id="{7BCD58C4-B337-44E6-A7B0-A3FAECD48088}"/>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88">
            <a:extLst>
              <a:ext uri="{FF2B5EF4-FFF2-40B4-BE49-F238E27FC236}">
                <a16:creationId xmlns:a16="http://schemas.microsoft.com/office/drawing/2014/main" id="{158F6645-F93D-4180-845F-641FFB73561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5" name="row-289-label">
            <a:extLst>
              <a:ext uri="{FF2B5EF4-FFF2-40B4-BE49-F238E27FC236}">
                <a16:creationId xmlns:a16="http://schemas.microsoft.com/office/drawing/2014/main" id="{FFE4BDA1-BCAE-485C-A808-6FCCE6B922BA}"/>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E431796E-A93E-462C-9EB3-74245EF39D2E}"/>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7" name="index-289-0">
            <a:extLst>
              <a:ext uri="{FF2B5EF4-FFF2-40B4-BE49-F238E27FC236}">
                <a16:creationId xmlns:a16="http://schemas.microsoft.com/office/drawing/2014/main" id="{26886892-48A0-4D25-8B99-03392FF94997}"/>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89-1">
            <a:extLst>
              <a:ext uri="{FF2B5EF4-FFF2-40B4-BE49-F238E27FC236}">
                <a16:creationId xmlns:a16="http://schemas.microsoft.com/office/drawing/2014/main" id="{28606A61-4F2D-47E0-B173-006BE092A94A}"/>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89-2">
            <a:extLst>
              <a:ext uri="{FF2B5EF4-FFF2-40B4-BE49-F238E27FC236}">
                <a16:creationId xmlns:a16="http://schemas.microsoft.com/office/drawing/2014/main" id="{F8F4A546-75DC-43AF-9642-860838936D63}"/>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89-3">
            <a:extLst>
              <a:ext uri="{FF2B5EF4-FFF2-40B4-BE49-F238E27FC236}">
                <a16:creationId xmlns:a16="http://schemas.microsoft.com/office/drawing/2014/main" id="{1B9D8B7D-0B92-4244-AE32-C6306229AB01}"/>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89">
            <a:extLst>
              <a:ext uri="{FF2B5EF4-FFF2-40B4-BE49-F238E27FC236}">
                <a16:creationId xmlns:a16="http://schemas.microsoft.com/office/drawing/2014/main" id="{5BD43FCA-088A-4897-B7B6-1173EE4651E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22" name="row-290-label">
            <a:extLst>
              <a:ext uri="{FF2B5EF4-FFF2-40B4-BE49-F238E27FC236}">
                <a16:creationId xmlns:a16="http://schemas.microsoft.com/office/drawing/2014/main" id="{09846375-5D94-493A-8937-99D7100658C2}"/>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D4D3DEC5-9D83-4DF4-9116-C66E37A143AD}"/>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0-0">
            <a:extLst>
              <a:ext uri="{FF2B5EF4-FFF2-40B4-BE49-F238E27FC236}">
                <a16:creationId xmlns:a16="http://schemas.microsoft.com/office/drawing/2014/main" id="{6DFB4552-144B-45BD-9FA5-9E9947712FE3}"/>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0-1">
            <a:extLst>
              <a:ext uri="{FF2B5EF4-FFF2-40B4-BE49-F238E27FC236}">
                <a16:creationId xmlns:a16="http://schemas.microsoft.com/office/drawing/2014/main" id="{922CC807-E113-4FF2-BE64-515CCEEEF109}"/>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0-2">
            <a:extLst>
              <a:ext uri="{FF2B5EF4-FFF2-40B4-BE49-F238E27FC236}">
                <a16:creationId xmlns:a16="http://schemas.microsoft.com/office/drawing/2014/main" id="{DE0C37EB-AFE1-4649-B000-31D86AE18FC1}"/>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0-3">
            <a:extLst>
              <a:ext uri="{FF2B5EF4-FFF2-40B4-BE49-F238E27FC236}">
                <a16:creationId xmlns:a16="http://schemas.microsoft.com/office/drawing/2014/main" id="{DDB3204C-BA2F-4542-8AE3-9B31F996DC2C}"/>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0">
            <a:extLst>
              <a:ext uri="{FF2B5EF4-FFF2-40B4-BE49-F238E27FC236}">
                <a16:creationId xmlns:a16="http://schemas.microsoft.com/office/drawing/2014/main" id="{CD69D36F-7344-4DDF-B41A-3BB3374270C3}"/>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−7</a:t>
            </a:r>
          </a:p>
        </p:txBody>
      </p:sp>
      <p:sp>
        <p:nvSpPr>
          <p:cNvPr id="29" name="caption">
            <a:extLst>
              <a:ext uri="{FF2B5EF4-FFF2-40B4-BE49-F238E27FC236}">
                <a16:creationId xmlns:a16="http://schemas.microsoft.com/office/drawing/2014/main" id="{52B9D778-F6A9-4651-AE0B-DBB3DCB4F5A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−2 → −6 (기록 −2) / 오른쪽: −5 → −6 (기록 −5)</a:t>
            </a:r>
          </a:p>
        </p:txBody>
      </p:sp>
    </p:spTree>
    <p:extLst>
      <p:ext uri="{BB962C8B-B14F-4D97-AF65-F5344CB8AC3E}">
        <p14:creationId xmlns:p14="http://schemas.microsoft.com/office/powerpoint/2010/main" val="236325758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557764CA-C83A-46CE-89DD-9842669440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5050156-DC6D-4995-9E17-1BF977C51B3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EEF29A4-06D3-4CCC-A23C-0493D6B771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cross_max가 항상 이기지는 않습니다</a:t>
            </a:r>
          </a:p>
        </p:txBody>
      </p:sp>
      <p:sp>
        <p:nvSpPr>
          <p:cNvPr id="4" name="diagram-line-291">
            <a:extLst>
              <a:ext uri="{FF2B5EF4-FFF2-40B4-BE49-F238E27FC236}">
                <a16:creationId xmlns:a16="http://schemas.microsoft.com/office/drawing/2014/main" id="{92ADF9C0-714A-42E5-8C07-18D68AD2061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3A8EC5E-F0F9-4C62-8D13-92B7E9567ED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[8, −10, −2, −3]. 경계를 걸치면 −10을 빼놓을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오른쪽 −2, 걸친 합 −4 중 최댓값 8을 반환합니다.</a:t>
            </a:r>
          </a:p>
        </p:txBody>
      </p:sp>
      <p:sp>
        <p:nvSpPr>
          <p:cNvPr id="6" name="footer">
            <a:extLst>
              <a:ext uri="{FF2B5EF4-FFF2-40B4-BE49-F238E27FC236}">
                <a16:creationId xmlns:a16="http://schemas.microsoft.com/office/drawing/2014/main" id="{EAD86818-0FA8-4E92-8BEC-503DB6B1762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58FB72E-6026-4ED8-8F95-BF0427D4D07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167</a:t>
            </a:r>
            <a:endParaRPr sz="1050" b="0">
              <a:solidFill>
                <a:srgbClr val="151515"/>
              </a:solidFill>
              <a:latin typeface="Consolas"/>
              <a:ea typeface="Consolas"/>
              <a:cs typeface="Consolas"/>
            </a:endParaRPr>
          </a:p>
        </p:txBody>
      </p:sp>
      <p:sp>
        <p:nvSpPr>
          <p:cNvPr id="8" name="row-292-label">
            <a:extLst>
              <a:ext uri="{FF2B5EF4-FFF2-40B4-BE49-F238E27FC236}">
                <a16:creationId xmlns:a16="http://schemas.microsoft.com/office/drawing/2014/main" id="{64ED3847-3059-4EDD-BCDC-534F8AAC050F}"/>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56F8D11C-FC73-46EF-9E6F-7C4EC734000F}"/>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92-0">
            <a:extLst>
              <a:ext uri="{FF2B5EF4-FFF2-40B4-BE49-F238E27FC236}">
                <a16:creationId xmlns:a16="http://schemas.microsoft.com/office/drawing/2014/main" id="{4736F499-4453-4520-9865-9F0DED10F53B}"/>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92-1">
            <a:extLst>
              <a:ext uri="{FF2B5EF4-FFF2-40B4-BE49-F238E27FC236}">
                <a16:creationId xmlns:a16="http://schemas.microsoft.com/office/drawing/2014/main" id="{D4CAFF7D-A16B-41B6-BC32-D5601BAB7BAF}"/>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92-2">
            <a:extLst>
              <a:ext uri="{FF2B5EF4-FFF2-40B4-BE49-F238E27FC236}">
                <a16:creationId xmlns:a16="http://schemas.microsoft.com/office/drawing/2014/main" id="{7A9669B0-47F9-4416-B03E-B1703F11D3D2}"/>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92-3">
            <a:extLst>
              <a:ext uri="{FF2B5EF4-FFF2-40B4-BE49-F238E27FC236}">
                <a16:creationId xmlns:a16="http://schemas.microsoft.com/office/drawing/2014/main" id="{B028F21F-F979-48A3-B66E-6E510D985F15}"/>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92">
            <a:extLst>
              <a:ext uri="{FF2B5EF4-FFF2-40B4-BE49-F238E27FC236}">
                <a16:creationId xmlns:a16="http://schemas.microsoft.com/office/drawing/2014/main" id="{7FA383EE-3964-4DAD-AF7B-3AF838F3622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8</a:t>
            </a:r>
          </a:p>
        </p:txBody>
      </p:sp>
      <p:sp>
        <p:nvSpPr>
          <p:cNvPr id="15" name="row-293-label">
            <a:extLst>
              <a:ext uri="{FF2B5EF4-FFF2-40B4-BE49-F238E27FC236}">
                <a16:creationId xmlns:a16="http://schemas.microsoft.com/office/drawing/2014/main" id="{5C867CF8-2AF9-4EAE-AB05-83586B6A577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AC2A1F10-E202-490F-B012-4A34808D7082}"/>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7" name="index-293-0">
            <a:extLst>
              <a:ext uri="{FF2B5EF4-FFF2-40B4-BE49-F238E27FC236}">
                <a16:creationId xmlns:a16="http://schemas.microsoft.com/office/drawing/2014/main" id="{EC920AAF-CEA9-4E89-BDAB-3B1C6E97656A}"/>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93-1">
            <a:extLst>
              <a:ext uri="{FF2B5EF4-FFF2-40B4-BE49-F238E27FC236}">
                <a16:creationId xmlns:a16="http://schemas.microsoft.com/office/drawing/2014/main" id="{5A17E22E-14C1-4E8E-AA4F-3F28E8C25867}"/>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93-2">
            <a:extLst>
              <a:ext uri="{FF2B5EF4-FFF2-40B4-BE49-F238E27FC236}">
                <a16:creationId xmlns:a16="http://schemas.microsoft.com/office/drawing/2014/main" id="{5CC0470D-3B1B-4224-A0C1-BA7E2EF5EF85}"/>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93-3">
            <a:extLst>
              <a:ext uri="{FF2B5EF4-FFF2-40B4-BE49-F238E27FC236}">
                <a16:creationId xmlns:a16="http://schemas.microsoft.com/office/drawing/2014/main" id="{E72D134E-EF9B-4EE4-AF14-071AB728043E}"/>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93">
            <a:extLst>
              <a:ext uri="{FF2B5EF4-FFF2-40B4-BE49-F238E27FC236}">
                <a16:creationId xmlns:a16="http://schemas.microsoft.com/office/drawing/2014/main" id="{A1A12281-7492-41EB-9D56-19E56FB9FA5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22" name="row-294-label">
            <a:extLst>
              <a:ext uri="{FF2B5EF4-FFF2-40B4-BE49-F238E27FC236}">
                <a16:creationId xmlns:a16="http://schemas.microsoft.com/office/drawing/2014/main" id="{9EE637A0-3D78-4230-94C7-B694F535F7D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B637A813-4147-44D2-82BE-1620500B98C3}"/>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DE5BB"/>
                    </a:solidFill>
                  </a:tcPr>
                </a:tc>
                <a:tc>
                  <a:txBody>
                    <a:bodyPr/>
                    <a:lstStyle/>
                    <a:p>
                      <a:pPr algn="ctr"/>
                      <a:r>
                        <a:rPr sz="2475" b="1">
                          <a:solidFill>
                            <a:srgbClr val="151515"/>
                          </a:solidFill>
                          <a:latin typeface="Consolas"/>
                          <a:ea typeface="Consolas"/>
                          <a:cs typeface="Consolas"/>
                        </a:rPr>
                        <a:t>-10</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4-0">
            <a:extLst>
              <a:ext uri="{FF2B5EF4-FFF2-40B4-BE49-F238E27FC236}">
                <a16:creationId xmlns:a16="http://schemas.microsoft.com/office/drawing/2014/main" id="{A8106F41-C47A-412F-B0F3-7FE3FDF9289A}"/>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4-1">
            <a:extLst>
              <a:ext uri="{FF2B5EF4-FFF2-40B4-BE49-F238E27FC236}">
                <a16:creationId xmlns:a16="http://schemas.microsoft.com/office/drawing/2014/main" id="{3C4245B0-D446-4A47-B4D2-2FCB44E302A6}"/>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4-2">
            <a:extLst>
              <a:ext uri="{FF2B5EF4-FFF2-40B4-BE49-F238E27FC236}">
                <a16:creationId xmlns:a16="http://schemas.microsoft.com/office/drawing/2014/main" id="{0DA54835-FCE2-4500-8303-C358B571CA20}"/>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4-3">
            <a:extLst>
              <a:ext uri="{FF2B5EF4-FFF2-40B4-BE49-F238E27FC236}">
                <a16:creationId xmlns:a16="http://schemas.microsoft.com/office/drawing/2014/main" id="{5D9BBF05-3437-4DAF-8816-58D61C097FC7}"/>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4">
            <a:extLst>
              <a:ext uri="{FF2B5EF4-FFF2-40B4-BE49-F238E27FC236}">
                <a16:creationId xmlns:a16="http://schemas.microsoft.com/office/drawing/2014/main" id="{953B6739-4CB9-4194-9880-F4ACDDFA10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29" name="caption">
            <a:extLst>
              <a:ext uri="{FF2B5EF4-FFF2-40B4-BE49-F238E27FC236}">
                <a16:creationId xmlns:a16="http://schemas.microsoft.com/office/drawing/2014/main" id="{36D55CC6-EAAC-4EFD-9160-D3F36A39E72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경계 합: (8 − 10) + (−2) = −4. 전체 답은 왼쪽 한 칸의 8입니다.</a:t>
            </a:r>
          </a:p>
        </p:txBody>
      </p:sp>
    </p:spTree>
    <p:extLst>
      <p:ext uri="{BB962C8B-B14F-4D97-AF65-F5344CB8AC3E}">
        <p14:creationId xmlns:p14="http://schemas.microsoft.com/office/powerpoint/2010/main" val="369116960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826D8317-4AA8-41F1-ADAE-B55437263AA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E3A036A-B3A8-48C9-A494-C96E01CD9E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5BB4BC0-34B2-4534-A355-B2E73C2F60E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분할·정복·결합에 드는 시간</a:t>
            </a:r>
          </a:p>
        </p:txBody>
      </p:sp>
      <p:sp>
        <p:nvSpPr>
          <p:cNvPr id="4" name="rule-11">
            <a:extLst>
              <a:ext uri="{FF2B5EF4-FFF2-40B4-BE49-F238E27FC236}">
                <a16:creationId xmlns:a16="http://schemas.microsoft.com/office/drawing/2014/main" id="{50A51B4F-C3D3-415D-8124-C7E108EE2B74}"/>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406BD61-6974-4255-8435-D0F92859B4A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F663C3F-434A-4426-B4BB-CB817B645E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168</a:t>
            </a:r>
            <a:endParaRPr sz="1050" b="0">
              <a:solidFill>
                <a:srgbClr val="151515"/>
              </a:solidFill>
              <a:latin typeface="Consolas"/>
              <a:ea typeface="Consolas"/>
              <a:cs typeface="Consolas"/>
            </a:endParaRPr>
          </a:p>
        </p:txBody>
      </p:sp>
      <p:sp>
        <p:nvSpPr>
          <p:cNvPr id="7" name="split-head">
            <a:extLst>
              <a:ext uri="{FF2B5EF4-FFF2-40B4-BE49-F238E27FC236}">
                <a16:creationId xmlns:a16="http://schemas.microsoft.com/office/drawing/2014/main" id="{F6A3BB6A-674B-478C-A94D-8788962659B8}"/>
              </a:ext>
            </a:extLst>
          </p:cNvPr>
          <p:cNvSpPr>
            <a:spLocks noGrp="1"/>
          </p:cNvSpPr>
          <p:nvPr/>
        </p:nvSpPr>
        <p:spPr>
          <a:xfrm>
            <a:off x="609600" y="1752600"/>
            <a:ext cx="5715000" cy="352425"/>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분할</a:t>
            </a:r>
          </a:p>
        </p:txBody>
      </p:sp>
      <p:sp>
        <p:nvSpPr>
          <p:cNvPr id="8" name="split-cost">
            <a:extLst>
              <a:ext uri="{FF2B5EF4-FFF2-40B4-BE49-F238E27FC236}">
                <a16:creationId xmlns:a16="http://schemas.microsoft.com/office/drawing/2014/main" id="{5C318F4D-FDB9-438A-B95D-9437F59CE24A}"/>
              </a:ext>
            </a:extLst>
          </p:cNvPr>
          <p:cNvSpPr>
            <a:spLocks noGrp="1"/>
          </p:cNvSpPr>
          <p:nvPr/>
        </p:nvSpPr>
        <p:spPr>
          <a:xfrm>
            <a:off x="609600" y="2200275"/>
            <a:ext cx="6305550" cy="3429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가운데를 정합니다: O(1)</a:t>
            </a:r>
          </a:p>
        </p:txBody>
      </p:sp>
      <p:sp>
        <p:nvSpPr>
          <p:cNvPr id="9" name="conquer-head">
            <a:extLst>
              <a:ext uri="{FF2B5EF4-FFF2-40B4-BE49-F238E27FC236}">
                <a16:creationId xmlns:a16="http://schemas.microsoft.com/office/drawing/2014/main" id="{F98186F6-3FA9-4ECC-BF4E-09728A8EABFC}"/>
              </a:ext>
            </a:extLst>
          </p:cNvPr>
          <p:cNvSpPr>
            <a:spLocks noGrp="1"/>
          </p:cNvSpPr>
          <p:nvPr/>
        </p:nvSpPr>
        <p:spPr>
          <a:xfrm>
            <a:off x="609600" y="2914650"/>
            <a:ext cx="5715000" cy="352425"/>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정복</a:t>
            </a:r>
          </a:p>
        </p:txBody>
      </p:sp>
      <p:sp>
        <p:nvSpPr>
          <p:cNvPr id="10" name="conquer-cost">
            <a:extLst>
              <a:ext uri="{FF2B5EF4-FFF2-40B4-BE49-F238E27FC236}">
                <a16:creationId xmlns:a16="http://schemas.microsoft.com/office/drawing/2014/main" id="{20941F93-FE85-48B7-9281-5F01F32FAF76}"/>
              </a:ext>
            </a:extLst>
          </p:cNvPr>
          <p:cNvSpPr>
            <a:spLocks noGrp="1"/>
          </p:cNvSpPr>
          <p:nvPr/>
        </p:nvSpPr>
        <p:spPr>
          <a:xfrm>
            <a:off x="609600" y="3362325"/>
            <a:ext cx="6305550" cy="3429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절반 크기의 문제 두 개: 2T(n/2)</a:t>
            </a:r>
          </a:p>
        </p:txBody>
      </p:sp>
      <p:sp>
        <p:nvSpPr>
          <p:cNvPr id="11" name="combine-head">
            <a:extLst>
              <a:ext uri="{FF2B5EF4-FFF2-40B4-BE49-F238E27FC236}">
                <a16:creationId xmlns:a16="http://schemas.microsoft.com/office/drawing/2014/main" id="{027A5193-2253-4BA2-9CE5-B49199AF1CC4}"/>
              </a:ext>
            </a:extLst>
          </p:cNvPr>
          <p:cNvSpPr>
            <a:spLocks noGrp="1"/>
          </p:cNvSpPr>
          <p:nvPr/>
        </p:nvSpPr>
        <p:spPr>
          <a:xfrm>
            <a:off x="609600" y="4076700"/>
            <a:ext cx="5715000" cy="352425"/>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결합</a:t>
            </a:r>
          </a:p>
        </p:txBody>
      </p:sp>
      <p:sp>
        <p:nvSpPr>
          <p:cNvPr id="12" name="combine-cost">
            <a:extLst>
              <a:ext uri="{FF2B5EF4-FFF2-40B4-BE49-F238E27FC236}">
                <a16:creationId xmlns:a16="http://schemas.microsoft.com/office/drawing/2014/main" id="{D58F4E17-AC31-46F1-BD68-8DA62FEA7DF3}"/>
              </a:ext>
            </a:extLst>
          </p:cNvPr>
          <p:cNvSpPr>
            <a:spLocks noGrp="1"/>
          </p:cNvSpPr>
          <p:nvPr/>
        </p:nvSpPr>
        <p:spPr>
          <a:xfrm>
            <a:off x="609600" y="4524375"/>
            <a:ext cx="6448425"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중앙에서 양쪽을 한 번씩 훑습니다: O(n)</a:t>
            </a:r>
          </a:p>
        </p:txBody>
      </p:sp>
      <p:pic>
        <p:nvPicPr>
          <p:cNvPr id="13" name="그림 12">
            <a:extLst>
              <a:ext uri="{FF2B5EF4-FFF2-40B4-BE49-F238E27FC236}">
                <a16:creationId xmlns:a16="http://schemas.microsoft.com/office/drawing/2014/main" id="{9C737ABF-3E0A-4F7D-9AA7-5A07A4DA4FF3}"/>
              </a:ext>
            </a:extLst>
          </p:cNvPr>
          <p:cNvPicPr>
            <a:picLocks noChangeAspect="1"/>
          </p:cNvPicPr>
          <p:nvPr/>
        </p:nvPicPr>
        <p:blipFill>
          <a:blip r:embed="rId3"/>
          <a:stretch/>
        </p:blipFill>
        <p:spPr>
          <a:xfrm>
            <a:off x="7162800" y="2367329"/>
            <a:ext cx="4419600" cy="3399692"/>
          </a:xfrm>
          <a:prstGeom prst="rect">
            <a:avLst/>
          </a:prstGeom>
        </p:spPr>
      </p:pic>
      <p:sp>
        <p:nvSpPr>
          <p:cNvPr id="14" name="level-cost">
            <a:extLst>
              <a:ext uri="{FF2B5EF4-FFF2-40B4-BE49-F238E27FC236}">
                <a16:creationId xmlns:a16="http://schemas.microsoft.com/office/drawing/2014/main" id="{69B8A367-533A-46B4-99E3-A399D43D61E5}"/>
              </a:ext>
            </a:extLst>
          </p:cNvPr>
          <p:cNvSpPr>
            <a:spLocks noGrp="1"/>
          </p:cNvSpPr>
          <p:nvPr/>
        </p:nvSpPr>
        <p:spPr>
          <a:xfrm>
            <a:off x="609600" y="5562600"/>
            <a:ext cx="6657975"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한 층의 합계 O(n) × 층 수 O(log n)</a:t>
            </a:r>
          </a:p>
        </p:txBody>
      </p:sp>
      <p:sp>
        <p:nvSpPr>
          <p:cNvPr id="15" name="total-cost">
            <a:extLst>
              <a:ext uri="{FF2B5EF4-FFF2-40B4-BE49-F238E27FC236}">
                <a16:creationId xmlns:a16="http://schemas.microsoft.com/office/drawing/2014/main" id="{FE74468F-2BBA-464F-B4E9-974C893AF304}"/>
              </a:ext>
            </a:extLst>
          </p:cNvPr>
          <p:cNvSpPr>
            <a:spLocks noGrp="1"/>
          </p:cNvSpPr>
          <p:nvPr/>
        </p:nvSpPr>
        <p:spPr>
          <a:xfrm>
            <a:off x="609600" y="6000750"/>
            <a:ext cx="6657975" cy="39052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08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전체 시간: O(n log n)</a:t>
            </a:r>
          </a:p>
        </p:txBody>
      </p:sp>
    </p:spTree>
    <p:extLst>
      <p:ext uri="{BB962C8B-B14F-4D97-AF65-F5344CB8AC3E}">
        <p14:creationId xmlns:p14="http://schemas.microsoft.com/office/powerpoint/2010/main" val="118444317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C6B54F9A-DCA2-49F0-A50F-5274BFD0E3F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D6A8729-B4E9-40A0-A55A-335ADD05AC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01E1513-F854-4FA0-9D9E-3D5AE8CB0A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각 높이에서 읽는 칸 수는 n개</a:t>
            </a:r>
          </a:p>
        </p:txBody>
      </p:sp>
      <p:sp>
        <p:nvSpPr>
          <p:cNvPr id="4" name="diagram-line-295">
            <a:extLst>
              <a:ext uri="{FF2B5EF4-FFF2-40B4-BE49-F238E27FC236}">
                <a16:creationId xmlns:a16="http://schemas.microsoft.com/office/drawing/2014/main" id="{D295AA66-282D-46F5-9CF2-A9B63AAD158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6996F95-7D87-4690-BAFA-5E900748028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경계 계산은 현재 구간의 각 원소를 한 번씩 읽습니다.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8개 예제에서는 8 + 8 + 8 = 24회 읽고, 세 층의 결합을 마칩니다.</a:t>
            </a:r>
          </a:p>
        </p:txBody>
      </p:sp>
      <p:sp>
        <p:nvSpPr>
          <p:cNvPr id="6" name="footer">
            <a:extLst>
              <a:ext uri="{FF2B5EF4-FFF2-40B4-BE49-F238E27FC236}">
                <a16:creationId xmlns:a16="http://schemas.microsoft.com/office/drawing/2014/main" id="{CF3D6977-450E-4F7F-8685-D43557F4CDC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16D17B0-6D9D-4B59-9421-BCFC4C399D7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169</a:t>
            </a:r>
            <a:endParaRPr sz="1050" b="0">
              <a:solidFill>
                <a:srgbClr val="151515"/>
              </a:solidFill>
              <a:latin typeface="Consolas"/>
              <a:ea typeface="Consolas"/>
              <a:cs typeface="Consolas"/>
            </a:endParaRPr>
          </a:p>
        </p:txBody>
      </p:sp>
      <p:sp>
        <p:nvSpPr>
          <p:cNvPr id="8" name="cost-label-0">
            <a:extLst>
              <a:ext uri="{FF2B5EF4-FFF2-40B4-BE49-F238E27FC236}">
                <a16:creationId xmlns:a16="http://schemas.microsoft.com/office/drawing/2014/main" id="{64A615A8-2E7B-47C5-81F0-B0EA2900EAE6}"/>
              </a:ext>
            </a:extLst>
          </p:cNvPr>
          <p:cNvSpPr>
            <a:spLocks noGrp="1"/>
          </p:cNvSpPr>
          <p:nvPr/>
        </p:nvSpPr>
        <p:spPr>
          <a:xfrm>
            <a:off x="609600" y="2819400"/>
            <a:ext cx="2571750" cy="47625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08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두 칸짜리 4호출</a:t>
            </a:r>
          </a:p>
        </p:txBody>
      </p:sp>
      <p:graphicFrame>
        <p:nvGraphicFramePr>
          <p:cNvPr id="9" name="표 8">
            <a:extLst>
              <a:ext uri="{FF2B5EF4-FFF2-40B4-BE49-F238E27FC236}">
                <a16:creationId xmlns:a16="http://schemas.microsoft.com/office/drawing/2014/main" id="{79F60DFE-3BEF-4EF8-A5D1-FEA82CD1F0CD}"/>
              </a:ext>
            </a:extLst>
          </p:cNvPr>
          <p:cNvGraphicFramePr/>
          <p:nvPr/>
        </p:nvGraphicFramePr>
        <p:xfrm>
          <a:off x="34480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0" name="표 9">
            <a:extLst>
              <a:ext uri="{FF2B5EF4-FFF2-40B4-BE49-F238E27FC236}">
                <a16:creationId xmlns:a16="http://schemas.microsoft.com/office/drawing/2014/main" id="{93F80D0C-1728-4064-8FC6-F1D4C0529ACF}"/>
              </a:ext>
            </a:extLst>
          </p:cNvPr>
          <p:cNvGraphicFramePr/>
          <p:nvPr/>
        </p:nvGraphicFramePr>
        <p:xfrm>
          <a:off x="47815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1" name="표 10">
            <a:extLst>
              <a:ext uri="{FF2B5EF4-FFF2-40B4-BE49-F238E27FC236}">
                <a16:creationId xmlns:a16="http://schemas.microsoft.com/office/drawing/2014/main" id="{4F7FE0FA-87A9-437C-AF22-7A7BE6C8B953}"/>
              </a:ext>
            </a:extLst>
          </p:cNvPr>
          <p:cNvGraphicFramePr/>
          <p:nvPr/>
        </p:nvGraphicFramePr>
        <p:xfrm>
          <a:off x="61150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7</a:t>
                      </a:r>
                    </a:p>
                  </a:txBody>
                  <a:tcPr anchor="ctr">
                    <a:solidFill>
                      <a:srgbClr val="DCECFB"/>
                    </a:solidFill>
                  </a:tcPr>
                </a:tc>
                <a:tc>
                  <a:txBody>
                    <a:bodyPr/>
                    <a:lstStyle/>
                    <a:p>
                      <a:pPr algn="ctr"/>
                      <a:r>
                        <a:rPr sz="1875" b="1">
                          <a:solidFill>
                            <a:srgbClr val="151515"/>
                          </a:solidFill>
                          <a:latin typeface="Consolas"/>
                          <a:ea typeface="Consolas"/>
                          <a:cs typeface="Consolas"/>
                        </a:rPr>
                        <a:t>-9</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2" name="표 11">
            <a:extLst>
              <a:ext uri="{FF2B5EF4-FFF2-40B4-BE49-F238E27FC236}">
                <a16:creationId xmlns:a16="http://schemas.microsoft.com/office/drawing/2014/main" id="{B7141951-783F-45C2-A20B-79685B8CA342}"/>
              </a:ext>
            </a:extLst>
          </p:cNvPr>
          <p:cNvGraphicFramePr/>
          <p:nvPr/>
        </p:nvGraphicFramePr>
        <p:xfrm>
          <a:off x="74485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3" name="cost-equation-0">
            <a:extLst>
              <a:ext uri="{FF2B5EF4-FFF2-40B4-BE49-F238E27FC236}">
                <a16:creationId xmlns:a16="http://schemas.microsoft.com/office/drawing/2014/main" id="{33877E39-4107-43EA-86E1-AE2FC4471903}"/>
              </a:ext>
            </a:extLst>
          </p:cNvPr>
          <p:cNvSpPr>
            <a:spLocks noGrp="1"/>
          </p:cNvSpPr>
          <p:nvPr/>
        </p:nvSpPr>
        <p:spPr>
          <a:xfrm>
            <a:off x="9620250" y="2819400"/>
            <a:ext cx="1962150" cy="457200"/>
          </a:xfrm>
          <a:prstGeom prst="rect">
            <a:avLst/>
          </a:prstGeom>
          <a:noFill/>
          <a:ln w="0">
            <a:noFill/>
          </a:ln>
        </p:spPr>
        <p:txBody>
          <a:bodyPr wrap="none" lIns="0" tIns="0" rIns="0" bIns="0" anchor="t">
            <a:noAutofit/>
          </a:bodyPr>
          <a:lstStyle>
            <a:defPPr algn="r">
              <a:defRPr sz="2025" b="0">
                <a:solidFill>
                  <a:srgbClr val="151515"/>
                </a:solidFill>
                <a:latin typeface="Consolas"/>
                <a:ea typeface="Consolas"/>
                <a:cs typeface="Consolas"/>
              </a:defRPr>
            </a:defPPr>
          </a:lstStyle>
          <a:p>
            <a:pPr algn="r">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4 × 2 = 8</a:t>
            </a:r>
          </a:p>
        </p:txBody>
      </p:sp>
      <p:sp>
        <p:nvSpPr>
          <p:cNvPr id="14" name="cost-label-1">
            <a:extLst>
              <a:ext uri="{FF2B5EF4-FFF2-40B4-BE49-F238E27FC236}">
                <a16:creationId xmlns:a16="http://schemas.microsoft.com/office/drawing/2014/main" id="{0A9F58DE-4D9D-4BB4-B2C7-A2BAD1C1E1CE}"/>
              </a:ext>
            </a:extLst>
          </p:cNvPr>
          <p:cNvSpPr>
            <a:spLocks noGrp="1"/>
          </p:cNvSpPr>
          <p:nvPr/>
        </p:nvSpPr>
        <p:spPr>
          <a:xfrm>
            <a:off x="609600" y="3886200"/>
            <a:ext cx="2571750" cy="47625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08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네 칸짜리 2호출</a:t>
            </a:r>
          </a:p>
        </p:txBody>
      </p:sp>
      <p:graphicFrame>
        <p:nvGraphicFramePr>
          <p:cNvPr id="15" name="표 14">
            <a:extLst>
              <a:ext uri="{FF2B5EF4-FFF2-40B4-BE49-F238E27FC236}">
                <a16:creationId xmlns:a16="http://schemas.microsoft.com/office/drawing/2014/main" id="{9CE8C597-8848-43E8-8184-184D786A2BDE}"/>
              </a:ext>
            </a:extLst>
          </p:cNvPr>
          <p:cNvGraphicFramePr/>
          <p:nvPr/>
        </p:nvGraphicFramePr>
        <p:xfrm>
          <a:off x="3448050" y="3790950"/>
          <a:ext cx="240030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gridCol w="600075">
                  <a:extLst>
                    <a:ext uri="{9D8B030D-6E8A-4147-A177-3AD203B41FA5}">
                      <a16:colId xmlns:a16="http://schemas.microsoft.com/office/drawing/2014/main" val="20002"/>
                    </a:ext>
                  </a:extLst>
                </a:gridCol>
                <a:gridCol w="600075">
                  <a:extLst>
                    <a:ext uri="{9D8B030D-6E8A-4147-A177-3AD203B41FA5}">
                      <a16:colId xmlns:a16="http://schemas.microsoft.com/office/drawing/2014/main" val="20003"/>
                    </a:ext>
                  </a:extLst>
                </a:gridCol>
              </a:tblGrid>
              <a:tr h="514350">
                <a:tc>
                  <a:txBody>
                    <a:bodyPr/>
                    <a:lstStyle/>
                    <a:p>
                      <a:pPr algn="ctr"/>
                      <a:r>
                        <a:rPr sz="1875" b="1">
                          <a:solidFill>
                            <a:srgbClr val="151515"/>
                          </a:solidFill>
                          <a:latin typeface="Consolas"/>
                          <a:ea typeface="Consolas"/>
                          <a:cs typeface="Consolas"/>
                        </a:rPr>
                        <a:t>3</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12</a:t>
                      </a:r>
                    </a:p>
                  </a:txBody>
                  <a:tcPr anchor="ctr">
                    <a:solidFill>
                      <a:srgbClr val="DDEFE6"/>
                    </a:solidFill>
                  </a:tcPr>
                </a:tc>
                <a:tc>
                  <a:txBody>
                    <a:bodyPr/>
                    <a:lstStyle/>
                    <a:p>
                      <a:pPr algn="ctr"/>
                      <a:r>
                        <a:rPr sz="1875"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16" name="표 15">
            <a:extLst>
              <a:ext uri="{FF2B5EF4-FFF2-40B4-BE49-F238E27FC236}">
                <a16:creationId xmlns:a16="http://schemas.microsoft.com/office/drawing/2014/main" id="{F42183D5-4F5F-4582-93C1-EDDE0EF913B1}"/>
              </a:ext>
            </a:extLst>
          </p:cNvPr>
          <p:cNvGraphicFramePr/>
          <p:nvPr/>
        </p:nvGraphicFramePr>
        <p:xfrm>
          <a:off x="5981700" y="3790950"/>
          <a:ext cx="240030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gridCol w="600075">
                  <a:extLst>
                    <a:ext uri="{9D8B030D-6E8A-4147-A177-3AD203B41FA5}">
                      <a16:colId xmlns:a16="http://schemas.microsoft.com/office/drawing/2014/main" val="20002"/>
                    </a:ext>
                  </a:extLst>
                </a:gridCol>
                <a:gridCol w="600075">
                  <a:extLst>
                    <a:ext uri="{9D8B030D-6E8A-4147-A177-3AD203B41FA5}">
                      <a16:colId xmlns:a16="http://schemas.microsoft.com/office/drawing/2014/main" val="20003"/>
                    </a:ext>
                  </a:extLst>
                </a:gridCol>
              </a:tblGrid>
              <a:tr h="5143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7" name="cost-equation-1">
            <a:extLst>
              <a:ext uri="{FF2B5EF4-FFF2-40B4-BE49-F238E27FC236}">
                <a16:creationId xmlns:a16="http://schemas.microsoft.com/office/drawing/2014/main" id="{A35D1207-A7CE-4A48-B9CF-81E2ABFDE50A}"/>
              </a:ext>
            </a:extLst>
          </p:cNvPr>
          <p:cNvSpPr>
            <a:spLocks noGrp="1"/>
          </p:cNvSpPr>
          <p:nvPr/>
        </p:nvSpPr>
        <p:spPr>
          <a:xfrm>
            <a:off x="9620250" y="3886200"/>
            <a:ext cx="1962150" cy="457200"/>
          </a:xfrm>
          <a:prstGeom prst="rect">
            <a:avLst/>
          </a:prstGeom>
          <a:noFill/>
          <a:ln w="0">
            <a:noFill/>
          </a:ln>
        </p:spPr>
        <p:txBody>
          <a:bodyPr wrap="none" lIns="0" tIns="0" rIns="0" bIns="0" anchor="t">
            <a:noAutofit/>
          </a:bodyPr>
          <a:lstStyle>
            <a:defPPr algn="r">
              <a:defRPr sz="2025" b="0">
                <a:solidFill>
                  <a:srgbClr val="151515"/>
                </a:solidFill>
                <a:latin typeface="Consolas"/>
                <a:ea typeface="Consolas"/>
                <a:cs typeface="Consolas"/>
              </a:defRPr>
            </a:defPPr>
          </a:lstStyle>
          <a:p>
            <a:pPr algn="r">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2 × 4 = 8</a:t>
            </a:r>
          </a:p>
        </p:txBody>
      </p:sp>
      <p:sp>
        <p:nvSpPr>
          <p:cNvPr id="18" name="cost-label-2">
            <a:extLst>
              <a:ext uri="{FF2B5EF4-FFF2-40B4-BE49-F238E27FC236}">
                <a16:creationId xmlns:a16="http://schemas.microsoft.com/office/drawing/2014/main" id="{403302C3-904D-4649-8729-E144E35170D6}"/>
              </a:ext>
            </a:extLst>
          </p:cNvPr>
          <p:cNvSpPr>
            <a:spLocks noGrp="1"/>
          </p:cNvSpPr>
          <p:nvPr/>
        </p:nvSpPr>
        <p:spPr>
          <a:xfrm>
            <a:off x="609600" y="4953000"/>
            <a:ext cx="2571750" cy="47625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08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여덟 칸짜리 1호출</a:t>
            </a:r>
          </a:p>
        </p:txBody>
      </p:sp>
      <p:graphicFrame>
        <p:nvGraphicFramePr>
          <p:cNvPr id="19" name="표 18">
            <a:extLst>
              <a:ext uri="{FF2B5EF4-FFF2-40B4-BE49-F238E27FC236}">
                <a16:creationId xmlns:a16="http://schemas.microsoft.com/office/drawing/2014/main" id="{311D4A62-D3D9-4155-995F-EAFB93B1602D}"/>
              </a:ext>
            </a:extLst>
          </p:cNvPr>
          <p:cNvGraphicFramePr/>
          <p:nvPr/>
        </p:nvGraphicFramePr>
        <p:xfrm>
          <a:off x="3448050" y="4857750"/>
          <a:ext cx="480060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gridCol w="600075">
                  <a:extLst>
                    <a:ext uri="{9D8B030D-6E8A-4147-A177-3AD203B41FA5}">
                      <a16:colId xmlns:a16="http://schemas.microsoft.com/office/drawing/2014/main" val="20002"/>
                    </a:ext>
                  </a:extLst>
                </a:gridCol>
                <a:gridCol w="600075">
                  <a:extLst>
                    <a:ext uri="{9D8B030D-6E8A-4147-A177-3AD203B41FA5}">
                      <a16:colId xmlns:a16="http://schemas.microsoft.com/office/drawing/2014/main" val="20003"/>
                    </a:ext>
                  </a:extLst>
                </a:gridCol>
                <a:gridCol w="600075">
                  <a:extLst>
                    <a:ext uri="{9D8B030D-6E8A-4147-A177-3AD203B41FA5}">
                      <a16:colId xmlns:a16="http://schemas.microsoft.com/office/drawing/2014/main" val="20004"/>
                    </a:ext>
                  </a:extLst>
                </a:gridCol>
                <a:gridCol w="600075">
                  <a:extLst>
                    <a:ext uri="{9D8B030D-6E8A-4147-A177-3AD203B41FA5}">
                      <a16:colId xmlns:a16="http://schemas.microsoft.com/office/drawing/2014/main" val="20005"/>
                    </a:ext>
                  </a:extLst>
                </a:gridCol>
                <a:gridCol w="600075">
                  <a:extLst>
                    <a:ext uri="{9D8B030D-6E8A-4147-A177-3AD203B41FA5}">
                      <a16:colId xmlns:a16="http://schemas.microsoft.com/office/drawing/2014/main" val="20006"/>
                    </a:ext>
                  </a:extLst>
                </a:gridCol>
                <a:gridCol w="600075">
                  <a:extLst>
                    <a:ext uri="{9D8B030D-6E8A-4147-A177-3AD203B41FA5}">
                      <a16:colId xmlns:a16="http://schemas.microsoft.com/office/drawing/2014/main" val="20007"/>
                    </a:ext>
                  </a:extLst>
                </a:gridCol>
              </a:tblGrid>
              <a:tr h="5143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0" name="cost-equation-2">
            <a:extLst>
              <a:ext uri="{FF2B5EF4-FFF2-40B4-BE49-F238E27FC236}">
                <a16:creationId xmlns:a16="http://schemas.microsoft.com/office/drawing/2014/main" id="{FE447638-5B01-4E44-871B-CD07484BEBB9}"/>
              </a:ext>
            </a:extLst>
          </p:cNvPr>
          <p:cNvSpPr>
            <a:spLocks noGrp="1"/>
          </p:cNvSpPr>
          <p:nvPr/>
        </p:nvSpPr>
        <p:spPr>
          <a:xfrm>
            <a:off x="9620250" y="4953000"/>
            <a:ext cx="1962150" cy="457200"/>
          </a:xfrm>
          <a:prstGeom prst="rect">
            <a:avLst/>
          </a:prstGeom>
          <a:noFill/>
          <a:ln w="0">
            <a:noFill/>
          </a:ln>
        </p:spPr>
        <p:txBody>
          <a:bodyPr wrap="none" lIns="0" tIns="0" rIns="0" bIns="0" anchor="t">
            <a:noAutofit/>
          </a:bodyPr>
          <a:lstStyle>
            <a:defPPr algn="r">
              <a:defRPr sz="2025" b="0">
                <a:solidFill>
                  <a:srgbClr val="151515"/>
                </a:solidFill>
                <a:latin typeface="Consolas"/>
                <a:ea typeface="Consolas"/>
                <a:cs typeface="Consolas"/>
              </a:defRPr>
            </a:defPPr>
          </a:lstStyle>
          <a:p>
            <a:pPr algn="r">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1 × 8 = 8</a:t>
            </a:r>
          </a:p>
        </p:txBody>
      </p:sp>
      <p:sp>
        <p:nvSpPr>
          <p:cNvPr id="21" name="caption">
            <a:extLst>
              <a:ext uri="{FF2B5EF4-FFF2-40B4-BE49-F238E27FC236}">
                <a16:creationId xmlns:a16="http://schemas.microsoft.com/office/drawing/2014/main" id="{A798F2F1-858D-4E00-8B30-D8CA699B9F1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T(n) = 2T(n/2) + O(n)  →  O(n log n). 두 자식 호출과 경계 스캔의 비용입니다.</a:t>
            </a:r>
          </a:p>
        </p:txBody>
      </p:sp>
    </p:spTree>
    <p:extLst>
      <p:ext uri="{BB962C8B-B14F-4D97-AF65-F5344CB8AC3E}">
        <p14:creationId xmlns:p14="http://schemas.microsoft.com/office/powerpoint/2010/main" val="392191701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93334103-73BA-45E5-AC4F-053E136085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B4A2523-DBAF-4E6B-B523-3CA1EA4389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A2522B4-CEA2-4773-B50E-86DDA34C9C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작은 반환값이 모여 전체 답 17</a:t>
            </a:r>
          </a:p>
        </p:txBody>
      </p:sp>
      <p:sp>
        <p:nvSpPr>
          <p:cNvPr id="4" name="diagram-line-296">
            <a:extLst>
              <a:ext uri="{FF2B5EF4-FFF2-40B4-BE49-F238E27FC236}">
                <a16:creationId xmlns:a16="http://schemas.microsoft.com/office/drawing/2014/main" id="{18568610-F27B-4240-BED3-6A8F7FF6B2D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80F67EC-7685-414C-9B61-9DB55376091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 → 두 칸 → 네 칸 → 여덟 칸 순서로 답이 돌아옵니다.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호출은 left_max = 12, right_max = 7, cross_max = 17을 비교합니다.</a:t>
            </a:r>
          </a:p>
        </p:txBody>
      </p:sp>
      <p:sp>
        <p:nvSpPr>
          <p:cNvPr id="6" name="footer">
            <a:extLst>
              <a:ext uri="{FF2B5EF4-FFF2-40B4-BE49-F238E27FC236}">
                <a16:creationId xmlns:a16="http://schemas.microsoft.com/office/drawing/2014/main" id="{B00B2F0A-863C-457B-9AD5-7DCAF092EA9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93CB725-911A-4B29-85A8-2F1BEE217F2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170</a:t>
            </a:r>
            <a:endParaRPr sz="1050" b="0">
              <a:solidFill>
                <a:srgbClr val="151515"/>
              </a:solidFill>
              <a:latin typeface="Consolas"/>
              <a:ea typeface="Consolas"/>
              <a:cs typeface="Consolas"/>
            </a:endParaRPr>
          </a:p>
        </p:txBody>
      </p:sp>
      <p:sp>
        <p:nvSpPr>
          <p:cNvPr id="8" name="diagram-line-297">
            <a:extLst>
              <a:ext uri="{FF2B5EF4-FFF2-40B4-BE49-F238E27FC236}">
                <a16:creationId xmlns:a16="http://schemas.microsoft.com/office/drawing/2014/main" id="{C012930F-CC78-4A7B-91D1-6FAC856011C8}"/>
              </a:ext>
            </a:extLst>
          </p:cNvPr>
          <p:cNvSpPr>
            <a:spLocks noGrp="1"/>
          </p:cNvSpPr>
          <p:nvPr/>
        </p:nvSpPr>
        <p:spPr>
          <a:xfrm>
            <a:off x="6086475" y="3000375"/>
            <a:ext cx="19050" cy="142875"/>
          </a:xfrm>
          <a:prstGeom prst="rect">
            <a:avLst/>
          </a:prstGeom>
          <a:solidFill>
            <a:srgbClr val="BDBDBD"/>
          </a:solidFill>
          <a:ln w="0">
            <a:noFill/>
          </a:ln>
        </p:spPr>
      </p:sp>
      <p:sp>
        <p:nvSpPr>
          <p:cNvPr id="9" name="diagram-line-298">
            <a:extLst>
              <a:ext uri="{FF2B5EF4-FFF2-40B4-BE49-F238E27FC236}">
                <a16:creationId xmlns:a16="http://schemas.microsoft.com/office/drawing/2014/main" id="{43376CEA-4012-46AB-8EF7-9FE2227D01FE}"/>
              </a:ext>
            </a:extLst>
          </p:cNvPr>
          <p:cNvSpPr>
            <a:spLocks noGrp="1"/>
          </p:cNvSpPr>
          <p:nvPr/>
        </p:nvSpPr>
        <p:spPr>
          <a:xfrm>
            <a:off x="3162300" y="3133725"/>
            <a:ext cx="5867400" cy="19050"/>
          </a:xfrm>
          <a:prstGeom prst="rect">
            <a:avLst/>
          </a:prstGeom>
          <a:solidFill>
            <a:srgbClr val="BDBDBD"/>
          </a:solidFill>
          <a:ln w="0">
            <a:noFill/>
          </a:ln>
        </p:spPr>
      </p:sp>
      <p:sp>
        <p:nvSpPr>
          <p:cNvPr id="10" name="diagram-line-299">
            <a:extLst>
              <a:ext uri="{FF2B5EF4-FFF2-40B4-BE49-F238E27FC236}">
                <a16:creationId xmlns:a16="http://schemas.microsoft.com/office/drawing/2014/main" id="{EABD0DC1-2D09-418E-A380-2BF94B05B4ED}"/>
              </a:ext>
            </a:extLst>
          </p:cNvPr>
          <p:cNvSpPr>
            <a:spLocks noGrp="1"/>
          </p:cNvSpPr>
          <p:nvPr/>
        </p:nvSpPr>
        <p:spPr>
          <a:xfrm>
            <a:off x="3152775" y="3133725"/>
            <a:ext cx="19050" cy="114300"/>
          </a:xfrm>
          <a:prstGeom prst="rect">
            <a:avLst/>
          </a:prstGeom>
          <a:solidFill>
            <a:srgbClr val="BDBDBD"/>
          </a:solidFill>
          <a:ln w="0">
            <a:noFill/>
          </a:ln>
        </p:spPr>
      </p:sp>
      <p:sp>
        <p:nvSpPr>
          <p:cNvPr id="11" name="diagram-line-300">
            <a:extLst>
              <a:ext uri="{FF2B5EF4-FFF2-40B4-BE49-F238E27FC236}">
                <a16:creationId xmlns:a16="http://schemas.microsoft.com/office/drawing/2014/main" id="{6CF3540B-3D92-40BA-BFA6-1181AF01D839}"/>
              </a:ext>
            </a:extLst>
          </p:cNvPr>
          <p:cNvSpPr>
            <a:spLocks noGrp="1"/>
          </p:cNvSpPr>
          <p:nvPr/>
        </p:nvSpPr>
        <p:spPr>
          <a:xfrm>
            <a:off x="9020175" y="3133725"/>
            <a:ext cx="19050" cy="114300"/>
          </a:xfrm>
          <a:prstGeom prst="rect">
            <a:avLst/>
          </a:prstGeom>
          <a:solidFill>
            <a:srgbClr val="BDBDBD"/>
          </a:solidFill>
          <a:ln w="0">
            <a:noFill/>
          </a:ln>
        </p:spPr>
      </p:sp>
      <p:sp>
        <p:nvSpPr>
          <p:cNvPr id="12" name="diagram-line-301">
            <a:extLst>
              <a:ext uri="{FF2B5EF4-FFF2-40B4-BE49-F238E27FC236}">
                <a16:creationId xmlns:a16="http://schemas.microsoft.com/office/drawing/2014/main" id="{939906D0-7E1B-48A5-AEDB-C29D81F86D79}"/>
              </a:ext>
            </a:extLst>
          </p:cNvPr>
          <p:cNvSpPr>
            <a:spLocks noGrp="1"/>
          </p:cNvSpPr>
          <p:nvPr/>
        </p:nvSpPr>
        <p:spPr>
          <a:xfrm>
            <a:off x="3152775" y="3971925"/>
            <a:ext cx="19050" cy="142875"/>
          </a:xfrm>
          <a:prstGeom prst="rect">
            <a:avLst/>
          </a:prstGeom>
          <a:solidFill>
            <a:srgbClr val="BDBDBD"/>
          </a:solidFill>
          <a:ln w="0">
            <a:noFill/>
          </a:ln>
        </p:spPr>
      </p:sp>
      <p:sp>
        <p:nvSpPr>
          <p:cNvPr id="13" name="diagram-line-302">
            <a:extLst>
              <a:ext uri="{FF2B5EF4-FFF2-40B4-BE49-F238E27FC236}">
                <a16:creationId xmlns:a16="http://schemas.microsoft.com/office/drawing/2014/main" id="{37988553-0015-4172-8109-AE7C3BA45432}"/>
              </a:ext>
            </a:extLst>
          </p:cNvPr>
          <p:cNvSpPr>
            <a:spLocks noGrp="1"/>
          </p:cNvSpPr>
          <p:nvPr/>
        </p:nvSpPr>
        <p:spPr>
          <a:xfrm>
            <a:off x="1695450" y="4105275"/>
            <a:ext cx="2933700" cy="19050"/>
          </a:xfrm>
          <a:prstGeom prst="rect">
            <a:avLst/>
          </a:prstGeom>
          <a:solidFill>
            <a:srgbClr val="BDBDBD"/>
          </a:solidFill>
          <a:ln w="0">
            <a:noFill/>
          </a:ln>
        </p:spPr>
      </p:sp>
      <p:sp>
        <p:nvSpPr>
          <p:cNvPr id="14" name="diagram-line-303">
            <a:extLst>
              <a:ext uri="{FF2B5EF4-FFF2-40B4-BE49-F238E27FC236}">
                <a16:creationId xmlns:a16="http://schemas.microsoft.com/office/drawing/2014/main" id="{B4DCCD1B-379A-4638-B1F2-F7DB7FC3667F}"/>
              </a:ext>
            </a:extLst>
          </p:cNvPr>
          <p:cNvSpPr>
            <a:spLocks noGrp="1"/>
          </p:cNvSpPr>
          <p:nvPr/>
        </p:nvSpPr>
        <p:spPr>
          <a:xfrm>
            <a:off x="1685925" y="4105275"/>
            <a:ext cx="19050" cy="114300"/>
          </a:xfrm>
          <a:prstGeom prst="rect">
            <a:avLst/>
          </a:prstGeom>
          <a:solidFill>
            <a:srgbClr val="BDBDBD"/>
          </a:solidFill>
          <a:ln w="0">
            <a:noFill/>
          </a:ln>
        </p:spPr>
      </p:sp>
      <p:sp>
        <p:nvSpPr>
          <p:cNvPr id="15" name="diagram-line-304">
            <a:extLst>
              <a:ext uri="{FF2B5EF4-FFF2-40B4-BE49-F238E27FC236}">
                <a16:creationId xmlns:a16="http://schemas.microsoft.com/office/drawing/2014/main" id="{A5F18103-9AEF-47B1-8CD3-52B5D66694A3}"/>
              </a:ext>
            </a:extLst>
          </p:cNvPr>
          <p:cNvSpPr>
            <a:spLocks noGrp="1"/>
          </p:cNvSpPr>
          <p:nvPr/>
        </p:nvSpPr>
        <p:spPr>
          <a:xfrm>
            <a:off x="4619625" y="4105275"/>
            <a:ext cx="19050" cy="114300"/>
          </a:xfrm>
          <a:prstGeom prst="rect">
            <a:avLst/>
          </a:prstGeom>
          <a:solidFill>
            <a:srgbClr val="BDBDBD"/>
          </a:solidFill>
          <a:ln w="0">
            <a:noFill/>
          </a:ln>
        </p:spPr>
      </p:sp>
      <p:sp>
        <p:nvSpPr>
          <p:cNvPr id="16" name="diagram-line-305">
            <a:extLst>
              <a:ext uri="{FF2B5EF4-FFF2-40B4-BE49-F238E27FC236}">
                <a16:creationId xmlns:a16="http://schemas.microsoft.com/office/drawing/2014/main" id="{EBB2DBE1-F8A0-48D1-92B2-FE537AF0C1D9}"/>
              </a:ext>
            </a:extLst>
          </p:cNvPr>
          <p:cNvSpPr>
            <a:spLocks noGrp="1"/>
          </p:cNvSpPr>
          <p:nvPr/>
        </p:nvSpPr>
        <p:spPr>
          <a:xfrm>
            <a:off x="9020175" y="3971925"/>
            <a:ext cx="19050" cy="142875"/>
          </a:xfrm>
          <a:prstGeom prst="rect">
            <a:avLst/>
          </a:prstGeom>
          <a:solidFill>
            <a:srgbClr val="BDBDBD"/>
          </a:solidFill>
          <a:ln w="0">
            <a:noFill/>
          </a:ln>
        </p:spPr>
      </p:sp>
      <p:sp>
        <p:nvSpPr>
          <p:cNvPr id="17" name="diagram-line-306">
            <a:extLst>
              <a:ext uri="{FF2B5EF4-FFF2-40B4-BE49-F238E27FC236}">
                <a16:creationId xmlns:a16="http://schemas.microsoft.com/office/drawing/2014/main" id="{4F6EED2E-4F17-418F-B3BF-B338C83EE95C}"/>
              </a:ext>
            </a:extLst>
          </p:cNvPr>
          <p:cNvSpPr>
            <a:spLocks noGrp="1"/>
          </p:cNvSpPr>
          <p:nvPr/>
        </p:nvSpPr>
        <p:spPr>
          <a:xfrm>
            <a:off x="7562850" y="4105275"/>
            <a:ext cx="2933700" cy="19050"/>
          </a:xfrm>
          <a:prstGeom prst="rect">
            <a:avLst/>
          </a:prstGeom>
          <a:solidFill>
            <a:srgbClr val="BDBDBD"/>
          </a:solidFill>
          <a:ln w="0">
            <a:noFill/>
          </a:ln>
        </p:spPr>
      </p:sp>
      <p:sp>
        <p:nvSpPr>
          <p:cNvPr id="18" name="diagram-line-307">
            <a:extLst>
              <a:ext uri="{FF2B5EF4-FFF2-40B4-BE49-F238E27FC236}">
                <a16:creationId xmlns:a16="http://schemas.microsoft.com/office/drawing/2014/main" id="{5912FA61-AF3F-479F-A99D-A73C27FC7B28}"/>
              </a:ext>
            </a:extLst>
          </p:cNvPr>
          <p:cNvSpPr>
            <a:spLocks noGrp="1"/>
          </p:cNvSpPr>
          <p:nvPr/>
        </p:nvSpPr>
        <p:spPr>
          <a:xfrm>
            <a:off x="7553325" y="4105275"/>
            <a:ext cx="19050" cy="114300"/>
          </a:xfrm>
          <a:prstGeom prst="rect">
            <a:avLst/>
          </a:prstGeom>
          <a:solidFill>
            <a:srgbClr val="BDBDBD"/>
          </a:solidFill>
          <a:ln w="0">
            <a:noFill/>
          </a:ln>
        </p:spPr>
      </p:sp>
      <p:sp>
        <p:nvSpPr>
          <p:cNvPr id="19" name="diagram-line-308">
            <a:extLst>
              <a:ext uri="{FF2B5EF4-FFF2-40B4-BE49-F238E27FC236}">
                <a16:creationId xmlns:a16="http://schemas.microsoft.com/office/drawing/2014/main" id="{3994EA8F-68EC-4915-86B2-78F22E9C2714}"/>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9">
            <a:extLst>
              <a:ext uri="{FF2B5EF4-FFF2-40B4-BE49-F238E27FC236}">
                <a16:creationId xmlns:a16="http://schemas.microsoft.com/office/drawing/2014/main" id="{3D736DEE-6CE1-489F-806C-632143751906}"/>
              </a:ext>
            </a:extLst>
          </p:cNvPr>
          <p:cNvSpPr>
            <a:spLocks noGrp="1"/>
          </p:cNvSpPr>
          <p:nvPr/>
        </p:nvSpPr>
        <p:spPr>
          <a:xfrm>
            <a:off x="1685925" y="4943475"/>
            <a:ext cx="19050" cy="142875"/>
          </a:xfrm>
          <a:prstGeom prst="rect">
            <a:avLst/>
          </a:prstGeom>
          <a:solidFill>
            <a:srgbClr val="BDBDBD"/>
          </a:solidFill>
          <a:ln w="0">
            <a:noFill/>
          </a:ln>
        </p:spPr>
      </p:sp>
      <p:sp>
        <p:nvSpPr>
          <p:cNvPr id="21" name="diagram-line-310">
            <a:extLst>
              <a:ext uri="{FF2B5EF4-FFF2-40B4-BE49-F238E27FC236}">
                <a16:creationId xmlns:a16="http://schemas.microsoft.com/office/drawing/2014/main" id="{CF4C119D-6B4D-4A9E-8081-3C7B84504FAD}"/>
              </a:ext>
            </a:extLst>
          </p:cNvPr>
          <p:cNvSpPr>
            <a:spLocks noGrp="1"/>
          </p:cNvSpPr>
          <p:nvPr/>
        </p:nvSpPr>
        <p:spPr>
          <a:xfrm>
            <a:off x="952500" y="5076825"/>
            <a:ext cx="1466850" cy="19050"/>
          </a:xfrm>
          <a:prstGeom prst="rect">
            <a:avLst/>
          </a:prstGeom>
          <a:solidFill>
            <a:srgbClr val="BDBDBD"/>
          </a:solidFill>
          <a:ln w="0">
            <a:noFill/>
          </a:ln>
        </p:spPr>
      </p:sp>
      <p:sp>
        <p:nvSpPr>
          <p:cNvPr id="22" name="diagram-line-311">
            <a:extLst>
              <a:ext uri="{FF2B5EF4-FFF2-40B4-BE49-F238E27FC236}">
                <a16:creationId xmlns:a16="http://schemas.microsoft.com/office/drawing/2014/main" id="{BD304BCA-DF04-4879-A14C-8303AF3A2E40}"/>
              </a:ext>
            </a:extLst>
          </p:cNvPr>
          <p:cNvSpPr>
            <a:spLocks noGrp="1"/>
          </p:cNvSpPr>
          <p:nvPr/>
        </p:nvSpPr>
        <p:spPr>
          <a:xfrm>
            <a:off x="942975" y="5076825"/>
            <a:ext cx="19050" cy="114300"/>
          </a:xfrm>
          <a:prstGeom prst="rect">
            <a:avLst/>
          </a:prstGeom>
          <a:solidFill>
            <a:srgbClr val="BDBDBD"/>
          </a:solidFill>
          <a:ln w="0">
            <a:noFill/>
          </a:ln>
        </p:spPr>
      </p:sp>
      <p:sp>
        <p:nvSpPr>
          <p:cNvPr id="23" name="diagram-line-312">
            <a:extLst>
              <a:ext uri="{FF2B5EF4-FFF2-40B4-BE49-F238E27FC236}">
                <a16:creationId xmlns:a16="http://schemas.microsoft.com/office/drawing/2014/main" id="{6EE1CC63-2D30-4D70-8686-1705E6795AB0}"/>
              </a:ext>
            </a:extLst>
          </p:cNvPr>
          <p:cNvSpPr>
            <a:spLocks noGrp="1"/>
          </p:cNvSpPr>
          <p:nvPr/>
        </p:nvSpPr>
        <p:spPr>
          <a:xfrm>
            <a:off x="2409825" y="5076825"/>
            <a:ext cx="19050" cy="114300"/>
          </a:xfrm>
          <a:prstGeom prst="rect">
            <a:avLst/>
          </a:prstGeom>
          <a:solidFill>
            <a:srgbClr val="BDBDBD"/>
          </a:solidFill>
          <a:ln w="0">
            <a:noFill/>
          </a:ln>
        </p:spPr>
      </p:sp>
      <p:sp>
        <p:nvSpPr>
          <p:cNvPr id="24" name="diagram-line-313">
            <a:extLst>
              <a:ext uri="{FF2B5EF4-FFF2-40B4-BE49-F238E27FC236}">
                <a16:creationId xmlns:a16="http://schemas.microsoft.com/office/drawing/2014/main" id="{C65FE1C8-64EB-47E0-BDD6-23ECB927D979}"/>
              </a:ext>
            </a:extLst>
          </p:cNvPr>
          <p:cNvSpPr>
            <a:spLocks noGrp="1"/>
          </p:cNvSpPr>
          <p:nvPr/>
        </p:nvSpPr>
        <p:spPr>
          <a:xfrm>
            <a:off x="4619625" y="4943475"/>
            <a:ext cx="19050" cy="142875"/>
          </a:xfrm>
          <a:prstGeom prst="rect">
            <a:avLst/>
          </a:prstGeom>
          <a:solidFill>
            <a:srgbClr val="BDBDBD"/>
          </a:solidFill>
          <a:ln w="0">
            <a:noFill/>
          </a:ln>
        </p:spPr>
      </p:sp>
      <p:sp>
        <p:nvSpPr>
          <p:cNvPr id="25" name="diagram-line-314">
            <a:extLst>
              <a:ext uri="{FF2B5EF4-FFF2-40B4-BE49-F238E27FC236}">
                <a16:creationId xmlns:a16="http://schemas.microsoft.com/office/drawing/2014/main" id="{9728691B-8D05-42C8-A978-9FD4765DF3F8}"/>
              </a:ext>
            </a:extLst>
          </p:cNvPr>
          <p:cNvSpPr>
            <a:spLocks noGrp="1"/>
          </p:cNvSpPr>
          <p:nvPr/>
        </p:nvSpPr>
        <p:spPr>
          <a:xfrm>
            <a:off x="3886200" y="5076825"/>
            <a:ext cx="1466850" cy="19050"/>
          </a:xfrm>
          <a:prstGeom prst="rect">
            <a:avLst/>
          </a:prstGeom>
          <a:solidFill>
            <a:srgbClr val="BDBDBD"/>
          </a:solidFill>
          <a:ln w="0">
            <a:noFill/>
          </a:ln>
        </p:spPr>
      </p:sp>
      <p:sp>
        <p:nvSpPr>
          <p:cNvPr id="26" name="diagram-line-315">
            <a:extLst>
              <a:ext uri="{FF2B5EF4-FFF2-40B4-BE49-F238E27FC236}">
                <a16:creationId xmlns:a16="http://schemas.microsoft.com/office/drawing/2014/main" id="{67F44479-6591-47B1-A898-559EC8D9A12F}"/>
              </a:ext>
            </a:extLst>
          </p:cNvPr>
          <p:cNvSpPr>
            <a:spLocks noGrp="1"/>
          </p:cNvSpPr>
          <p:nvPr/>
        </p:nvSpPr>
        <p:spPr>
          <a:xfrm>
            <a:off x="3876675" y="5076825"/>
            <a:ext cx="19050" cy="114300"/>
          </a:xfrm>
          <a:prstGeom prst="rect">
            <a:avLst/>
          </a:prstGeom>
          <a:solidFill>
            <a:srgbClr val="BDBDBD"/>
          </a:solidFill>
          <a:ln w="0">
            <a:noFill/>
          </a:ln>
        </p:spPr>
      </p:sp>
      <p:sp>
        <p:nvSpPr>
          <p:cNvPr id="27" name="diagram-line-316">
            <a:extLst>
              <a:ext uri="{FF2B5EF4-FFF2-40B4-BE49-F238E27FC236}">
                <a16:creationId xmlns:a16="http://schemas.microsoft.com/office/drawing/2014/main" id="{1C5D2718-D6C1-4E54-A7ED-AD26BAEAD043}"/>
              </a:ext>
            </a:extLst>
          </p:cNvPr>
          <p:cNvSpPr>
            <a:spLocks noGrp="1"/>
          </p:cNvSpPr>
          <p:nvPr/>
        </p:nvSpPr>
        <p:spPr>
          <a:xfrm>
            <a:off x="5343525" y="5076825"/>
            <a:ext cx="19050" cy="114300"/>
          </a:xfrm>
          <a:prstGeom prst="rect">
            <a:avLst/>
          </a:prstGeom>
          <a:solidFill>
            <a:srgbClr val="BDBDBD"/>
          </a:solidFill>
          <a:ln w="0">
            <a:noFill/>
          </a:ln>
        </p:spPr>
      </p:sp>
      <p:sp>
        <p:nvSpPr>
          <p:cNvPr id="28" name="diagram-line-317">
            <a:extLst>
              <a:ext uri="{FF2B5EF4-FFF2-40B4-BE49-F238E27FC236}">
                <a16:creationId xmlns:a16="http://schemas.microsoft.com/office/drawing/2014/main" id="{81F3A58E-B8FC-4B75-BD2D-4F70B372DCF2}"/>
              </a:ext>
            </a:extLst>
          </p:cNvPr>
          <p:cNvSpPr>
            <a:spLocks noGrp="1"/>
          </p:cNvSpPr>
          <p:nvPr/>
        </p:nvSpPr>
        <p:spPr>
          <a:xfrm>
            <a:off x="7553325" y="4943475"/>
            <a:ext cx="19050" cy="142875"/>
          </a:xfrm>
          <a:prstGeom prst="rect">
            <a:avLst/>
          </a:prstGeom>
          <a:solidFill>
            <a:srgbClr val="BDBDBD"/>
          </a:solidFill>
          <a:ln w="0">
            <a:noFill/>
          </a:ln>
        </p:spPr>
      </p:sp>
      <p:sp>
        <p:nvSpPr>
          <p:cNvPr id="29" name="diagram-line-318">
            <a:extLst>
              <a:ext uri="{FF2B5EF4-FFF2-40B4-BE49-F238E27FC236}">
                <a16:creationId xmlns:a16="http://schemas.microsoft.com/office/drawing/2014/main" id="{2C7DC954-7732-46B4-A561-27E59188C06B}"/>
              </a:ext>
            </a:extLst>
          </p:cNvPr>
          <p:cNvSpPr>
            <a:spLocks noGrp="1"/>
          </p:cNvSpPr>
          <p:nvPr/>
        </p:nvSpPr>
        <p:spPr>
          <a:xfrm>
            <a:off x="6819900" y="5076825"/>
            <a:ext cx="1466850" cy="19050"/>
          </a:xfrm>
          <a:prstGeom prst="rect">
            <a:avLst/>
          </a:prstGeom>
          <a:solidFill>
            <a:srgbClr val="BDBDBD"/>
          </a:solidFill>
          <a:ln w="0">
            <a:noFill/>
          </a:ln>
        </p:spPr>
      </p:sp>
      <p:sp>
        <p:nvSpPr>
          <p:cNvPr id="30" name="diagram-line-319">
            <a:extLst>
              <a:ext uri="{FF2B5EF4-FFF2-40B4-BE49-F238E27FC236}">
                <a16:creationId xmlns:a16="http://schemas.microsoft.com/office/drawing/2014/main" id="{D40A53D6-877C-4DBD-AF51-F2CD2E36ED3C}"/>
              </a:ext>
            </a:extLst>
          </p:cNvPr>
          <p:cNvSpPr>
            <a:spLocks noGrp="1"/>
          </p:cNvSpPr>
          <p:nvPr/>
        </p:nvSpPr>
        <p:spPr>
          <a:xfrm>
            <a:off x="6810375" y="5076825"/>
            <a:ext cx="19050" cy="114300"/>
          </a:xfrm>
          <a:prstGeom prst="rect">
            <a:avLst/>
          </a:prstGeom>
          <a:solidFill>
            <a:srgbClr val="BDBDBD"/>
          </a:solidFill>
          <a:ln w="0">
            <a:noFill/>
          </a:ln>
        </p:spPr>
      </p:sp>
      <p:sp>
        <p:nvSpPr>
          <p:cNvPr id="31" name="diagram-line-320">
            <a:extLst>
              <a:ext uri="{FF2B5EF4-FFF2-40B4-BE49-F238E27FC236}">
                <a16:creationId xmlns:a16="http://schemas.microsoft.com/office/drawing/2014/main" id="{7B8B1744-CF36-4560-B562-F1AD902A87D0}"/>
              </a:ext>
            </a:extLst>
          </p:cNvPr>
          <p:cNvSpPr>
            <a:spLocks noGrp="1"/>
          </p:cNvSpPr>
          <p:nvPr/>
        </p:nvSpPr>
        <p:spPr>
          <a:xfrm>
            <a:off x="8277225" y="5076825"/>
            <a:ext cx="19050" cy="114300"/>
          </a:xfrm>
          <a:prstGeom prst="rect">
            <a:avLst/>
          </a:prstGeom>
          <a:solidFill>
            <a:srgbClr val="BDBDBD"/>
          </a:solidFill>
          <a:ln w="0">
            <a:noFill/>
          </a:ln>
        </p:spPr>
      </p:sp>
      <p:sp>
        <p:nvSpPr>
          <p:cNvPr id="32" name="diagram-line-321">
            <a:extLst>
              <a:ext uri="{FF2B5EF4-FFF2-40B4-BE49-F238E27FC236}">
                <a16:creationId xmlns:a16="http://schemas.microsoft.com/office/drawing/2014/main" id="{94C614F3-D627-4CEF-8DD6-8046C2FE0C07}"/>
              </a:ext>
            </a:extLst>
          </p:cNvPr>
          <p:cNvSpPr>
            <a:spLocks noGrp="1"/>
          </p:cNvSpPr>
          <p:nvPr/>
        </p:nvSpPr>
        <p:spPr>
          <a:xfrm>
            <a:off x="10487025" y="4943475"/>
            <a:ext cx="19050" cy="142875"/>
          </a:xfrm>
          <a:prstGeom prst="rect">
            <a:avLst/>
          </a:prstGeom>
          <a:solidFill>
            <a:srgbClr val="BDBDBD"/>
          </a:solidFill>
          <a:ln w="0">
            <a:noFill/>
          </a:ln>
        </p:spPr>
      </p:sp>
      <p:sp>
        <p:nvSpPr>
          <p:cNvPr id="33" name="diagram-line-322">
            <a:extLst>
              <a:ext uri="{FF2B5EF4-FFF2-40B4-BE49-F238E27FC236}">
                <a16:creationId xmlns:a16="http://schemas.microsoft.com/office/drawing/2014/main" id="{EFD84005-6006-4F16-9C29-C416D448BC36}"/>
              </a:ext>
            </a:extLst>
          </p:cNvPr>
          <p:cNvSpPr>
            <a:spLocks noGrp="1"/>
          </p:cNvSpPr>
          <p:nvPr/>
        </p:nvSpPr>
        <p:spPr>
          <a:xfrm>
            <a:off x="9753600" y="5076825"/>
            <a:ext cx="1466850" cy="19050"/>
          </a:xfrm>
          <a:prstGeom prst="rect">
            <a:avLst/>
          </a:prstGeom>
          <a:solidFill>
            <a:srgbClr val="BDBDBD"/>
          </a:solidFill>
          <a:ln w="0">
            <a:noFill/>
          </a:ln>
        </p:spPr>
      </p:sp>
      <p:sp>
        <p:nvSpPr>
          <p:cNvPr id="34" name="diagram-line-323">
            <a:extLst>
              <a:ext uri="{FF2B5EF4-FFF2-40B4-BE49-F238E27FC236}">
                <a16:creationId xmlns:a16="http://schemas.microsoft.com/office/drawing/2014/main" id="{3F6D4B49-1048-46CA-B691-0C53922B78AB}"/>
              </a:ext>
            </a:extLst>
          </p:cNvPr>
          <p:cNvSpPr>
            <a:spLocks noGrp="1"/>
          </p:cNvSpPr>
          <p:nvPr/>
        </p:nvSpPr>
        <p:spPr>
          <a:xfrm>
            <a:off x="9744075" y="5076825"/>
            <a:ext cx="19050" cy="114300"/>
          </a:xfrm>
          <a:prstGeom prst="rect">
            <a:avLst/>
          </a:prstGeom>
          <a:solidFill>
            <a:srgbClr val="BDBDBD"/>
          </a:solidFill>
          <a:ln w="0">
            <a:noFill/>
          </a:ln>
        </p:spPr>
      </p:sp>
      <p:sp>
        <p:nvSpPr>
          <p:cNvPr id="35" name="diagram-line-324">
            <a:extLst>
              <a:ext uri="{FF2B5EF4-FFF2-40B4-BE49-F238E27FC236}">
                <a16:creationId xmlns:a16="http://schemas.microsoft.com/office/drawing/2014/main" id="{BA1C70F7-A609-48C7-AD35-69726D939419}"/>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7D426EA7-D3A7-4C82-A3F3-DD569FB87987}"/>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[0~7] → 17</a:t>
            </a:r>
          </a:p>
        </p:txBody>
      </p:sp>
      <p:graphicFrame>
        <p:nvGraphicFramePr>
          <p:cNvPr id="37" name="표 36">
            <a:extLst>
              <a:ext uri="{FF2B5EF4-FFF2-40B4-BE49-F238E27FC236}">
                <a16:creationId xmlns:a16="http://schemas.microsoft.com/office/drawing/2014/main" id="{23E8B018-D780-4450-AC3F-2AD5383DDFD6}"/>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F789E23C-50DD-4359-A9FC-8E697983A839}"/>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[0~3] → 12</a:t>
            </a:r>
          </a:p>
        </p:txBody>
      </p:sp>
      <p:graphicFrame>
        <p:nvGraphicFramePr>
          <p:cNvPr id="39" name="표 38">
            <a:extLst>
              <a:ext uri="{FF2B5EF4-FFF2-40B4-BE49-F238E27FC236}">
                <a16:creationId xmlns:a16="http://schemas.microsoft.com/office/drawing/2014/main" id="{7310D738-1435-47D9-9B30-6050A349745E}"/>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078724EB-3892-48F0-ADFB-D04E22169E5C}"/>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[4~7] → 7</a:t>
            </a:r>
          </a:p>
        </p:txBody>
      </p:sp>
      <p:graphicFrame>
        <p:nvGraphicFramePr>
          <p:cNvPr id="41" name="표 40">
            <a:extLst>
              <a:ext uri="{FF2B5EF4-FFF2-40B4-BE49-F238E27FC236}">
                <a16:creationId xmlns:a16="http://schemas.microsoft.com/office/drawing/2014/main" id="{38C77E3C-60B4-4DC1-84BD-779A8219A0C3}"/>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580F535B-CCD9-4906-A2CA-231D6FCA99D1}"/>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[0~1] → 3</a:t>
            </a:r>
          </a:p>
        </p:txBody>
      </p:sp>
      <p:graphicFrame>
        <p:nvGraphicFramePr>
          <p:cNvPr id="43" name="표 42">
            <a:extLst>
              <a:ext uri="{FF2B5EF4-FFF2-40B4-BE49-F238E27FC236}">
                <a16:creationId xmlns:a16="http://schemas.microsoft.com/office/drawing/2014/main" id="{7D9E0671-3CF7-4D7B-82C9-D28C338B2766}"/>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74A2D753-2526-4323-AC9B-D59E7151FB23}"/>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[2~3] → 12</a:t>
            </a:r>
          </a:p>
        </p:txBody>
      </p:sp>
      <p:graphicFrame>
        <p:nvGraphicFramePr>
          <p:cNvPr id="45" name="표 44">
            <a:extLst>
              <a:ext uri="{FF2B5EF4-FFF2-40B4-BE49-F238E27FC236}">
                <a16:creationId xmlns:a16="http://schemas.microsoft.com/office/drawing/2014/main" id="{C23CE16D-9A36-48A1-A2D8-C1AF9D7EA90E}"/>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6E73E1DB-71F0-4282-BA61-2AFA4CF5835A}"/>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[4~5] → 7</a:t>
            </a:r>
          </a:p>
        </p:txBody>
      </p:sp>
      <p:graphicFrame>
        <p:nvGraphicFramePr>
          <p:cNvPr id="47" name="표 46">
            <a:extLst>
              <a:ext uri="{FF2B5EF4-FFF2-40B4-BE49-F238E27FC236}">
                <a16:creationId xmlns:a16="http://schemas.microsoft.com/office/drawing/2014/main" id="{C8AA3A76-F08B-487A-9DEC-E36168541187}"/>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9D6040F5-1E34-4F02-8E88-77D1595D60E6}"/>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[6~7] → 6</a:t>
            </a:r>
          </a:p>
        </p:txBody>
      </p:sp>
      <p:graphicFrame>
        <p:nvGraphicFramePr>
          <p:cNvPr id="49" name="표 48">
            <a:extLst>
              <a:ext uri="{FF2B5EF4-FFF2-40B4-BE49-F238E27FC236}">
                <a16:creationId xmlns:a16="http://schemas.microsoft.com/office/drawing/2014/main" id="{A5E3610D-7307-4215-8828-B4E3F0E9F945}"/>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675E86D5-8EC6-426D-AD0A-F6C44ADCAE6A}"/>
              </a:ext>
            </a:extLst>
          </p:cNvPr>
          <p:cNvSpPr>
            <a:spLocks noGrp="1"/>
          </p:cNvSpPr>
          <p:nvPr/>
        </p:nvSpPr>
        <p:spPr>
          <a:xfrm>
            <a:off x="2857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[0~0] → 3</a:t>
            </a:r>
          </a:p>
        </p:txBody>
      </p:sp>
      <p:graphicFrame>
        <p:nvGraphicFramePr>
          <p:cNvPr id="51" name="표 50">
            <a:extLst>
              <a:ext uri="{FF2B5EF4-FFF2-40B4-BE49-F238E27FC236}">
                <a16:creationId xmlns:a16="http://schemas.microsoft.com/office/drawing/2014/main" id="{01F6AD48-77D5-45F3-BC53-2DF5ECD98E3D}"/>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ACC34AC-3688-47CA-9D0C-09C32C2D5858}"/>
              </a:ext>
            </a:extLst>
          </p:cNvPr>
          <p:cNvSpPr>
            <a:spLocks noGrp="1"/>
          </p:cNvSpPr>
          <p:nvPr/>
        </p:nvSpPr>
        <p:spPr>
          <a:xfrm>
            <a:off x="17526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[1~1] → −5</a:t>
            </a:r>
          </a:p>
        </p:txBody>
      </p:sp>
      <p:graphicFrame>
        <p:nvGraphicFramePr>
          <p:cNvPr id="53" name="표 52">
            <a:extLst>
              <a:ext uri="{FF2B5EF4-FFF2-40B4-BE49-F238E27FC236}">
                <a16:creationId xmlns:a16="http://schemas.microsoft.com/office/drawing/2014/main" id="{3910C8F9-241C-49AB-B8A8-A343C296571A}"/>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8FA5C5F0-1559-49BB-B313-037BA1679008}"/>
              </a:ext>
            </a:extLst>
          </p:cNvPr>
          <p:cNvSpPr>
            <a:spLocks noGrp="1"/>
          </p:cNvSpPr>
          <p:nvPr/>
        </p:nvSpPr>
        <p:spPr>
          <a:xfrm>
            <a:off x="32194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[2~2] → 12</a:t>
            </a:r>
          </a:p>
        </p:txBody>
      </p:sp>
      <p:graphicFrame>
        <p:nvGraphicFramePr>
          <p:cNvPr id="55" name="표 54">
            <a:extLst>
              <a:ext uri="{FF2B5EF4-FFF2-40B4-BE49-F238E27FC236}">
                <a16:creationId xmlns:a16="http://schemas.microsoft.com/office/drawing/2014/main" id="{D70F58B6-87F9-460B-AB93-203DAF56E368}"/>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90A12ED8-1257-4BF9-A536-0D0E21BD9210}"/>
              </a:ext>
            </a:extLst>
          </p:cNvPr>
          <p:cNvSpPr>
            <a:spLocks noGrp="1"/>
          </p:cNvSpPr>
          <p:nvPr/>
        </p:nvSpPr>
        <p:spPr>
          <a:xfrm>
            <a:off x="46863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[3~3] → −2</a:t>
            </a:r>
          </a:p>
        </p:txBody>
      </p:sp>
      <p:graphicFrame>
        <p:nvGraphicFramePr>
          <p:cNvPr id="57" name="표 56">
            <a:extLst>
              <a:ext uri="{FF2B5EF4-FFF2-40B4-BE49-F238E27FC236}">
                <a16:creationId xmlns:a16="http://schemas.microsoft.com/office/drawing/2014/main" id="{F6571B51-0062-41A4-B4FF-6EA31B71EDC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D6FECA41-77E0-4E74-AFFA-5E6AC11147B2}"/>
              </a:ext>
            </a:extLst>
          </p:cNvPr>
          <p:cNvSpPr>
            <a:spLocks noGrp="1"/>
          </p:cNvSpPr>
          <p:nvPr/>
        </p:nvSpPr>
        <p:spPr>
          <a:xfrm>
            <a:off x="61531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[4~4] → 7</a:t>
            </a:r>
          </a:p>
        </p:txBody>
      </p:sp>
      <p:graphicFrame>
        <p:nvGraphicFramePr>
          <p:cNvPr id="59" name="표 58">
            <a:extLst>
              <a:ext uri="{FF2B5EF4-FFF2-40B4-BE49-F238E27FC236}">
                <a16:creationId xmlns:a16="http://schemas.microsoft.com/office/drawing/2014/main" id="{F6FD0C37-EE18-429D-B103-D946AD2EC3FB}"/>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9641C544-E52F-4167-82F7-7EAA3A4116C0}"/>
              </a:ext>
            </a:extLst>
          </p:cNvPr>
          <p:cNvSpPr>
            <a:spLocks noGrp="1"/>
          </p:cNvSpPr>
          <p:nvPr/>
        </p:nvSpPr>
        <p:spPr>
          <a:xfrm>
            <a:off x="76200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[5~5] → −9</a:t>
            </a:r>
          </a:p>
        </p:txBody>
      </p:sp>
      <p:graphicFrame>
        <p:nvGraphicFramePr>
          <p:cNvPr id="61" name="표 60">
            <a:extLst>
              <a:ext uri="{FF2B5EF4-FFF2-40B4-BE49-F238E27FC236}">
                <a16:creationId xmlns:a16="http://schemas.microsoft.com/office/drawing/2014/main" id="{9B91A0DF-AB84-480E-90D2-D7C71FF47EE8}"/>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C1F93C6D-BCC1-4C22-BE98-43722947A208}"/>
              </a:ext>
            </a:extLst>
          </p:cNvPr>
          <p:cNvSpPr>
            <a:spLocks noGrp="1"/>
          </p:cNvSpPr>
          <p:nvPr/>
        </p:nvSpPr>
        <p:spPr>
          <a:xfrm>
            <a:off x="90868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[6~6] → 5</a:t>
            </a:r>
          </a:p>
        </p:txBody>
      </p:sp>
      <p:graphicFrame>
        <p:nvGraphicFramePr>
          <p:cNvPr id="63" name="표 62">
            <a:extLst>
              <a:ext uri="{FF2B5EF4-FFF2-40B4-BE49-F238E27FC236}">
                <a16:creationId xmlns:a16="http://schemas.microsoft.com/office/drawing/2014/main" id="{A993D091-565D-4DD9-8CEB-EFFBF15AE0A4}"/>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0E9A999E-4332-4131-862E-B084E1E291C6}"/>
              </a:ext>
            </a:extLst>
          </p:cNvPr>
          <p:cNvSpPr>
            <a:spLocks noGrp="1"/>
          </p:cNvSpPr>
          <p:nvPr/>
        </p:nvSpPr>
        <p:spPr>
          <a:xfrm>
            <a:off x="105537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[7~7] → 1</a:t>
            </a:r>
          </a:p>
        </p:txBody>
      </p:sp>
      <p:graphicFrame>
        <p:nvGraphicFramePr>
          <p:cNvPr id="65" name="표 64">
            <a:extLst>
              <a:ext uri="{FF2B5EF4-FFF2-40B4-BE49-F238E27FC236}">
                <a16:creationId xmlns:a16="http://schemas.microsoft.com/office/drawing/2014/main" id="{C44EEE16-C897-4DCA-8BB7-95C214EE635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BE8F7EBC-4A72-4B6A-89E1-B2747D1C840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구간: a[2~4] = [12, −2, 7], 합 = 17. 중간 칸을 빠뜨리지 않았습니다.</a:t>
            </a:r>
          </a:p>
        </p:txBody>
      </p:sp>
    </p:spTree>
    <p:extLst>
      <p:ext uri="{BB962C8B-B14F-4D97-AF65-F5344CB8AC3E}">
        <p14:creationId xmlns:p14="http://schemas.microsoft.com/office/powerpoint/2010/main" val="332242667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171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txBody>
          <a:bodyPr/>
          <a:lstStyle/>
          <a:p>
            <a:endParaRPr lang="ko-KR" altLang="en-US"/>
          </a:p>
        </p:txBody>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172</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txBody>
          <a:bodyPr/>
          <a:lstStyle/>
          <a:p>
            <a:endParaRPr lang="ko-KR" altLang="en-US"/>
          </a:p>
        </p:txBody>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txBody>
          <a:bodyPr/>
          <a:lstStyle/>
          <a:p>
            <a:endParaRPr lang="ko-KR" altLang="en-US"/>
          </a:p>
        </p:txBody>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173</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txBody>
          <a:bodyPr/>
          <a:lstStyle/>
          <a:p>
            <a:endParaRPr lang="ko-KR" altLang="en-US"/>
          </a:p>
        </p:txBody>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txBody>
          <a:bodyPr/>
          <a:lstStyle/>
          <a:p>
            <a:endParaRPr lang="ko-KR" altLang="en-US"/>
          </a:p>
        </p:txBody>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txBody>
          <a:bodyPr/>
          <a:lstStyle/>
          <a:p>
            <a:endParaRPr lang="ko-KR" altLang="en-US"/>
          </a:p>
        </p:txBody>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174</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txBody>
          <a:bodyPr/>
          <a:lstStyle/>
          <a:p>
            <a:endParaRPr lang="ko-KR" altLang="en-US"/>
          </a:p>
        </p:txBody>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txBody>
          <a:bodyPr/>
          <a:lstStyle/>
          <a:p>
            <a:endParaRPr lang="ko-KR" altLang="en-US"/>
          </a:p>
        </p:txBody>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175</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176</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txBody>
          <a:bodyPr/>
          <a:lstStyle/>
          <a:p>
            <a:endParaRPr lang="ko-KR" altLang="en-US"/>
          </a:p>
        </p:txBody>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txBody>
          <a:bodyPr/>
          <a:lstStyle/>
          <a:p>
            <a:endParaRPr lang="ko-KR" altLang="en-US"/>
          </a:p>
        </p:txBody>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txBody>
          <a:bodyPr/>
          <a:lstStyle/>
          <a:p>
            <a:endParaRPr lang="ko-KR" altLang="en-US"/>
          </a:p>
        </p:txBody>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txBody>
          <a:bodyPr/>
          <a:lstStyle/>
          <a:p>
            <a:endParaRPr lang="ko-KR" altLang="en-US"/>
          </a:p>
        </p:txBody>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txBody>
          <a:bodyPr/>
          <a:lstStyle/>
          <a:p>
            <a:endParaRPr lang="ko-KR" altLang="en-US"/>
          </a:p>
        </p:txBody>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txBody>
          <a:bodyPr/>
          <a:lstStyle/>
          <a:p>
            <a:endParaRPr lang="ko-KR" altLang="en-US"/>
          </a:p>
        </p:txBody>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txBody>
          <a:bodyPr/>
          <a:lstStyle/>
          <a:p>
            <a:endParaRPr lang="ko-KR" altLang="en-US"/>
          </a:p>
        </p:txBody>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txBody>
          <a:bodyPr/>
          <a:lstStyle/>
          <a:p>
            <a:endParaRPr lang="ko-KR" altLang="en-US"/>
          </a:p>
        </p:txBody>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txBody>
          <a:bodyPr/>
          <a:lstStyle/>
          <a:p>
            <a:endParaRPr lang="ko-KR" altLang="en-US"/>
          </a:p>
        </p:txBody>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txBody>
          <a:bodyPr/>
          <a:lstStyle/>
          <a:p>
            <a:endParaRPr lang="ko-KR" altLang="en-US"/>
          </a:p>
        </p:txBody>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txBody>
          <a:bodyPr/>
          <a:lstStyle/>
          <a:p>
            <a:endParaRPr lang="ko-KR" altLang="en-US"/>
          </a:p>
        </p:txBody>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179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180</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181</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txBody>
          <a:bodyPr/>
          <a:lstStyle/>
          <a:p>
            <a:endParaRPr lang="ko-KR" altLang="en-US"/>
          </a:p>
        </p:txBody>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txBody>
          <a:bodyPr/>
          <a:lstStyle/>
          <a:p>
            <a:endParaRPr lang="ko-KR" altLang="en-US"/>
          </a:p>
        </p:txBody>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txBody>
          <a:bodyPr/>
          <a:lstStyle/>
          <a:p>
            <a:endParaRPr lang="ko-KR" altLang="en-US"/>
          </a:p>
        </p:txBody>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184</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txBody>
          <a:bodyPr/>
          <a:lstStyle/>
          <a:p>
            <a:endParaRPr lang="ko-KR" altLang="en-US"/>
          </a:p>
        </p:txBody>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185</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txBody>
          <a:bodyPr/>
          <a:lstStyle/>
          <a:p>
            <a:endParaRPr lang="ko-KR" altLang="en-US"/>
          </a:p>
        </p:txBody>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txBody>
          <a:bodyPr/>
          <a:lstStyle/>
          <a:p>
            <a:endParaRPr lang="ko-KR" altLang="en-US"/>
          </a:p>
        </p:txBody>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txBody>
          <a:bodyPr/>
          <a:lstStyle/>
          <a:p>
            <a:endParaRPr lang="ko-KR" altLang="en-US"/>
          </a:p>
        </p:txBody>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txBody>
          <a:bodyPr/>
          <a:lstStyle/>
          <a:p>
            <a:endParaRPr lang="ko-KR" altLang="en-US"/>
          </a:p>
        </p:txBody>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txBody>
          <a:bodyPr/>
          <a:lstStyle/>
          <a:p>
            <a:endParaRPr lang="ko-KR" altLang="en-US"/>
          </a:p>
        </p:txBody>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txBody>
          <a:bodyPr/>
          <a:lstStyle/>
          <a:p>
            <a:endParaRPr lang="ko-KR" altLang="en-US"/>
          </a:p>
        </p:txBody>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txBody>
          <a:bodyPr/>
          <a:lstStyle/>
          <a:p>
            <a:endParaRPr lang="ko-KR" altLang="en-US"/>
          </a:p>
        </p:txBody>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txBody>
          <a:bodyPr/>
          <a:lstStyle/>
          <a:p>
            <a:endParaRPr lang="ko-KR" altLang="en-US"/>
          </a:p>
        </p:txBody>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txBody>
          <a:bodyPr/>
          <a:lstStyle/>
          <a:p>
            <a:endParaRPr lang="ko-KR" altLang="en-US"/>
          </a:p>
        </p:txBody>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txBody>
          <a:bodyPr/>
          <a:lstStyle/>
          <a:p>
            <a:endParaRPr lang="ko-KR" altLang="en-US"/>
          </a:p>
        </p:txBody>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txBody>
          <a:bodyPr/>
          <a:lstStyle/>
          <a:p>
            <a:endParaRPr lang="ko-KR" altLang="en-US"/>
          </a:p>
        </p:txBody>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txBody>
          <a:bodyPr/>
          <a:lstStyle/>
          <a:p>
            <a:endParaRPr lang="ko-KR" altLang="en-US"/>
          </a:p>
        </p:txBody>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txBody>
          <a:bodyPr/>
          <a:lstStyle/>
          <a:p>
            <a:endParaRPr lang="ko-KR" altLang="en-US"/>
          </a:p>
        </p:txBody>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txBody>
          <a:bodyPr/>
          <a:lstStyle/>
          <a:p>
            <a:endParaRPr lang="ko-KR" altLang="en-US"/>
          </a:p>
        </p:txBody>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txBody>
          <a:bodyPr/>
          <a:lstStyle/>
          <a:p>
            <a:endParaRPr lang="ko-KR" altLang="en-US"/>
          </a:p>
        </p:txBody>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txBody>
          <a:bodyPr/>
          <a:lstStyle/>
          <a:p>
            <a:endParaRPr lang="ko-KR" altLang="en-US"/>
          </a:p>
        </p:txBody>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txBody>
          <a:bodyPr/>
          <a:lstStyle/>
          <a:p>
            <a:endParaRPr lang="ko-KR" altLang="en-US"/>
          </a:p>
        </p:txBody>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txBody>
          <a:bodyPr/>
          <a:lstStyle/>
          <a:p>
            <a:endParaRPr lang="ko-KR" altLang="en-US"/>
          </a:p>
        </p:txBody>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txBody>
          <a:bodyPr/>
          <a:lstStyle/>
          <a:p>
            <a:endParaRPr lang="ko-KR" altLang="en-US"/>
          </a:p>
        </p:txBody>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txBody>
          <a:bodyPr/>
          <a:lstStyle/>
          <a:p>
            <a:endParaRPr lang="ko-KR" altLang="en-US"/>
          </a:p>
        </p:txBody>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txBody>
          <a:bodyPr/>
          <a:lstStyle/>
          <a:p>
            <a:endParaRPr lang="ko-KR" altLang="en-US"/>
          </a:p>
        </p:txBody>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txBody>
          <a:bodyPr/>
          <a:lstStyle/>
          <a:p>
            <a:endParaRPr lang="ko-KR" altLang="en-US"/>
          </a:p>
        </p:txBody>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txBody>
          <a:bodyPr/>
          <a:lstStyle/>
          <a:p>
            <a:endParaRPr lang="ko-KR" altLang="en-US"/>
          </a:p>
        </p:txBody>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txBody>
          <a:bodyPr/>
          <a:lstStyle/>
          <a:p>
            <a:endParaRPr lang="ko-KR" altLang="en-US"/>
          </a:p>
        </p:txBody>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txBody>
          <a:bodyPr/>
          <a:lstStyle/>
          <a:p>
            <a:endParaRPr lang="ko-KR" altLang="en-US"/>
          </a:p>
        </p:txBody>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txBody>
          <a:bodyPr/>
          <a:lstStyle/>
          <a:p>
            <a:endParaRPr lang="ko-KR" altLang="en-US"/>
          </a:p>
        </p:txBody>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txBody>
          <a:bodyPr/>
          <a:lstStyle/>
          <a:p>
            <a:endParaRPr lang="ko-KR" altLang="en-US"/>
          </a:p>
        </p:txBody>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txBody>
          <a:bodyPr/>
          <a:lstStyle/>
          <a:p>
            <a:endParaRPr lang="ko-KR" altLang="en-US"/>
          </a:p>
        </p:txBody>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txBody>
          <a:bodyPr/>
          <a:lstStyle/>
          <a:p>
            <a:endParaRPr lang="ko-KR" altLang="en-US"/>
          </a:p>
        </p:txBody>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txBody>
          <a:bodyPr/>
          <a:lstStyle/>
          <a:p>
            <a:endParaRPr lang="ko-KR" altLang="en-US"/>
          </a:p>
        </p:txBody>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txBody>
          <a:bodyPr/>
          <a:lstStyle/>
          <a:p>
            <a:endParaRPr lang="ko-KR" altLang="en-US"/>
          </a:p>
        </p:txBody>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txBody>
          <a:bodyPr/>
          <a:lstStyle/>
          <a:p>
            <a:endParaRPr lang="ko-KR" altLang="en-US"/>
          </a:p>
        </p:txBody>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txBody>
          <a:bodyPr/>
          <a:lstStyle/>
          <a:p>
            <a:endParaRPr lang="ko-KR" altLang="en-US"/>
          </a:p>
        </p:txBody>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txBody>
          <a:bodyPr/>
          <a:lstStyle/>
          <a:p>
            <a:endParaRPr lang="ko-KR" altLang="en-US"/>
          </a:p>
        </p:txBody>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txBody>
          <a:bodyPr/>
          <a:lstStyle/>
          <a:p>
            <a:endParaRPr lang="ko-KR" altLang="en-US"/>
          </a:p>
        </p:txBody>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txBody>
          <a:bodyPr/>
          <a:lstStyle/>
          <a:p>
            <a:endParaRPr lang="ko-KR" altLang="en-US"/>
          </a:p>
        </p:txBody>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txBody>
          <a:bodyPr/>
          <a:lstStyle/>
          <a:p>
            <a:endParaRPr lang="ko-KR" altLang="en-US"/>
          </a:p>
        </p:txBody>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txBody>
          <a:bodyPr/>
          <a:lstStyle/>
          <a:p>
            <a:endParaRPr lang="ko-KR" altLang="en-US"/>
          </a:p>
        </p:txBody>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txBody>
          <a:bodyPr/>
          <a:lstStyle/>
          <a:p>
            <a:endParaRPr lang="ko-KR" altLang="en-US"/>
          </a:p>
        </p:txBody>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txBody>
          <a:bodyPr/>
          <a:lstStyle/>
          <a:p>
            <a:endParaRPr lang="ko-KR" altLang="en-US"/>
          </a:p>
        </p:txBody>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txBody>
          <a:bodyPr/>
          <a:lstStyle/>
          <a:p>
            <a:endParaRPr lang="ko-KR" altLang="en-US"/>
          </a:p>
        </p:txBody>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txBody>
          <a:bodyPr/>
          <a:lstStyle/>
          <a:p>
            <a:endParaRPr lang="ko-KR" altLang="en-US"/>
          </a:p>
        </p:txBody>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txBody>
          <a:bodyPr/>
          <a:lstStyle/>
          <a:p>
            <a:endParaRPr lang="ko-KR" altLang="en-US"/>
          </a:p>
        </p:txBody>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txBody>
          <a:bodyPr/>
          <a:lstStyle/>
          <a:p>
            <a:endParaRPr lang="ko-KR" altLang="en-US"/>
          </a:p>
        </p:txBody>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txBody>
          <a:bodyPr/>
          <a:lstStyle/>
          <a:p>
            <a:endParaRPr lang="ko-KR" altLang="en-US"/>
          </a:p>
        </p:txBody>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186</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187</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188</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0455352B-7A93-4170-A705-9281A1F08107}"/>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4.7  마스터 정리</a:t>
            </a:r>
          </a:p>
        </p:txBody>
      </p:sp>
      <p:sp>
        <p:nvSpPr>
          <p:cNvPr id="2" name="brand">
            <a:extLst>
              <a:ext uri="{FF2B5EF4-FFF2-40B4-BE49-F238E27FC236}">
                <a16:creationId xmlns:a16="http://schemas.microsoft.com/office/drawing/2014/main" id="{BFE893D5-AA4A-4219-802C-507256679A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EA9B0E8-4911-4261-8200-1655A54F1A7F}"/>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한눈에 보는 점화식 정리</a:t>
            </a:r>
          </a:p>
        </p:txBody>
      </p:sp>
      <p:sp>
        <p:nvSpPr>
          <p:cNvPr id="4" name="footer">
            <a:extLst>
              <a:ext uri="{FF2B5EF4-FFF2-40B4-BE49-F238E27FC236}">
                <a16:creationId xmlns:a16="http://schemas.microsoft.com/office/drawing/2014/main" id="{1E16A389-F3E7-4ACD-BFFF-D692B421268C}"/>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a:t>
            </a:r>
          </a:p>
        </p:txBody>
      </p:sp>
      <p:sp>
        <p:nvSpPr>
          <p:cNvPr id="5" name="page">
            <a:extLst>
              <a:ext uri="{FF2B5EF4-FFF2-40B4-BE49-F238E27FC236}">
                <a16:creationId xmlns:a16="http://schemas.microsoft.com/office/drawing/2014/main" id="{0EE50A65-4997-4BDF-8C9D-BA077308CC4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191</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9EF53153-1A33-4566-8AA7-787E5BFDFE40}"/>
              </a:ext>
            </a:extLst>
          </p:cNvPr>
          <p:cNvSpPr>
            <a:spLocks noGrp="1"/>
          </p:cNvSpPr>
          <p:nvPr/>
        </p:nvSpPr>
        <p:spPr>
          <a:xfrm>
            <a:off x="609600" y="6438900"/>
            <a:ext cx="10972800" cy="9525"/>
          </a:xfrm>
          <a:prstGeom prst="rect">
            <a:avLst/>
          </a:prstGeom>
          <a:solidFill>
            <a:srgbClr val="CCCCCC"/>
          </a:solidFill>
          <a:ln w="0">
            <a:noFill/>
          </a:ln>
        </p:spPr>
        <p:txBody>
          <a:bodyPr/>
          <a:lstStyle/>
          <a:p>
            <a:endParaRPr lang="ko-KR" altLang="en-US"/>
          </a:p>
        </p:txBody>
      </p:sp>
      <p:sp>
        <p:nvSpPr>
          <p:cNvPr id="7" name="직사각형 6">
            <a:extLst>
              <a:ext uri="{FF2B5EF4-FFF2-40B4-BE49-F238E27FC236}">
                <a16:creationId xmlns:a16="http://schemas.microsoft.com/office/drawing/2014/main" id="{7355568C-10CB-495C-9D8C-083D19C90599}"/>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8" name="lead">
            <a:extLst>
              <a:ext uri="{FF2B5EF4-FFF2-40B4-BE49-F238E27FC236}">
                <a16:creationId xmlns:a16="http://schemas.microsoft.com/office/drawing/2014/main" id="{7CECDE99-3392-4469-9A88-D3AFBBBA5D37}"/>
              </a:ext>
            </a:extLst>
          </p:cNvPr>
          <p:cNvSpPr>
            <a:spLocks noGrp="1"/>
          </p:cNvSpPr>
          <p:nvPr/>
        </p:nvSpPr>
        <p:spPr>
          <a:xfrm>
            <a:off x="609600" y="1790700"/>
            <a:ext cx="10972800" cy="3429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10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재귀 호출 수, 부분 문제의 크기, 결합 비용을 함께 확인합니다.</a:t>
            </a:r>
          </a:p>
        </p:txBody>
      </p:sp>
      <p:graphicFrame>
        <p:nvGraphicFramePr>
          <p:cNvPr id="9" name="표 8">
            <a:extLst>
              <a:ext uri="{FF2B5EF4-FFF2-40B4-BE49-F238E27FC236}">
                <a16:creationId xmlns:a16="http://schemas.microsoft.com/office/drawing/2014/main" id="{F3FF71B1-809E-4C15-B66D-F581C67C22EC}"/>
              </a:ext>
            </a:extLst>
          </p:cNvPr>
          <p:cNvGraphicFramePr/>
          <p:nvPr/>
        </p:nvGraphicFramePr>
        <p:xfrm>
          <a:off x="609600" y="2381250"/>
          <a:ext cx="10972800" cy="2857500"/>
        </p:xfrm>
        <a:graphic>
          <a:graphicData uri="http://schemas.openxmlformats.org/drawingml/2006/table">
            <a:tbl>
              <a:tblPr/>
              <a:tblGrid>
                <a:gridCol w="217170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gridCol w="476250">
                  <a:extLst>
                    <a:ext uri="{9D8B030D-6E8A-4147-A177-3AD203B41FA5}">
                      <a16:colId xmlns:a16="http://schemas.microsoft.com/office/drawing/2014/main" val="20003"/>
                    </a:ext>
                  </a:extLst>
                </a:gridCol>
                <a:gridCol w="1238250">
                  <a:extLst>
                    <a:ext uri="{9D8B030D-6E8A-4147-A177-3AD203B41FA5}">
                      <a16:colId xmlns:a16="http://schemas.microsoft.com/office/drawing/2014/main" val="20004"/>
                    </a:ext>
                  </a:extLst>
                </a:gridCol>
                <a:gridCol w="1238250">
                  <a:extLst>
                    <a:ext uri="{9D8B030D-6E8A-4147-A177-3AD203B41FA5}">
                      <a16:colId xmlns:a16="http://schemas.microsoft.com/office/drawing/2014/main" val="20005"/>
                    </a:ext>
                  </a:extLst>
                </a:gridCol>
                <a:gridCol w="2228850">
                  <a:extLst>
                    <a:ext uri="{9D8B030D-6E8A-4147-A177-3AD203B41FA5}">
                      <a16:colId xmlns:a16="http://schemas.microsoft.com/office/drawing/2014/main" val="20006"/>
                    </a:ext>
                  </a:extLst>
                </a:gridCol>
              </a:tblGrid>
              <a:tr h="571500">
                <a:tc>
                  <a:txBody>
                    <a:bodyPr/>
                    <a:lstStyle/>
                    <a:p>
                      <a:pPr algn="l"/>
                      <a:r>
                        <a:rPr sz="1425" b="1">
                          <a:solidFill>
                            <a:srgbClr val="FFFFFF"/>
                          </a:solidFill>
                          <a:latin typeface="Malgun Gothic"/>
                          <a:ea typeface="Malgun Gothic"/>
                          <a:cs typeface="Malgun Gothic"/>
                        </a:rPr>
                        <a:t>알고리즘</a:t>
                      </a:r>
                    </a:p>
                  </a:txBody>
                  <a:tcPr anchor="ctr">
                    <a:solidFill>
                      <a:srgbClr val="151515"/>
                    </a:solidFill>
                  </a:tcPr>
                </a:tc>
                <a:tc>
                  <a:txBody>
                    <a:bodyPr/>
                    <a:lstStyle/>
                    <a:p>
                      <a:pPr algn="l"/>
                      <a:r>
                        <a:rPr sz="1425" b="1">
                          <a:solidFill>
                            <a:srgbClr val="FFFFFF"/>
                          </a:solidFill>
                          <a:latin typeface="Malgun Gothic"/>
                          <a:ea typeface="Malgun Gothic"/>
                          <a:cs typeface="Malgun Gothic"/>
                        </a:rPr>
                        <a:t>점화식</a:t>
                      </a:r>
                    </a:p>
                  </a:txBody>
                  <a:tcPr anchor="ctr">
                    <a:solidFill>
                      <a:srgbClr val="151515"/>
                    </a:solidFill>
                  </a:tcPr>
                </a:tc>
                <a:tc>
                  <a:txBody>
                    <a:bodyPr/>
                    <a:lstStyle/>
                    <a:p>
                      <a:pPr algn="ctr"/>
                      <a:r>
                        <a:rPr sz="1425" b="1">
                          <a:solidFill>
                            <a:srgbClr val="FFFFFF"/>
                          </a:solidFill>
                          <a:latin typeface="Malgun Gothic"/>
                          <a:ea typeface="Malgun Gothic"/>
                          <a:cs typeface="Malgun Gothic"/>
                        </a:rPr>
                        <a:t>a</a:t>
                      </a:r>
                    </a:p>
                  </a:txBody>
                  <a:tcPr anchor="ctr">
                    <a:solidFill>
                      <a:srgbClr val="151515"/>
                    </a:solidFill>
                  </a:tcPr>
                </a:tc>
                <a:tc>
                  <a:txBody>
                    <a:bodyPr/>
                    <a:lstStyle/>
                    <a:p>
                      <a:pPr algn="ctr"/>
                      <a:r>
                        <a:rPr sz="1425" b="1">
                          <a:solidFill>
                            <a:srgbClr val="FFFFFF"/>
                          </a:solidFill>
                          <a:latin typeface="Malgun Gothic"/>
                          <a:ea typeface="Malgun Gothic"/>
                          <a:cs typeface="Malgun Gothic"/>
                        </a:rPr>
                        <a:t>b</a:t>
                      </a:r>
                    </a:p>
                  </a:txBody>
                  <a:tcPr anchor="ctr">
                    <a:solidFill>
                      <a:srgbClr val="151515"/>
                    </a:solidFill>
                  </a:tcPr>
                </a:tc>
                <a:tc>
                  <a:txBody>
                    <a:bodyPr/>
                    <a:lstStyle/>
                    <a:p>
                      <a:pPr algn="ctr"/>
                      <a:r>
                        <a:rPr sz="1425" b="1">
                          <a:solidFill>
                            <a:srgbClr val="FFFFFF"/>
                          </a:solidFill>
                          <a:latin typeface="Malgun Gothic"/>
                          <a:ea typeface="Malgun Gothic"/>
                          <a:cs typeface="Malgun Gothic"/>
                        </a:rPr>
                        <a:t>f(n)</a:t>
                      </a:r>
                    </a:p>
                  </a:txBody>
                  <a:tcPr anchor="ctr">
                    <a:solidFill>
                      <a:srgbClr val="151515"/>
                    </a:solidFill>
                  </a:tcPr>
                </a:tc>
                <a:tc>
                  <a:txBody>
                    <a:bodyPr/>
                    <a:lstStyle/>
                    <a:p>
                      <a:pPr algn="ctr"/>
                      <a:r>
                        <a:rPr sz="1425" b="1">
                          <a:solidFill>
                            <a:srgbClr val="FFFFFF"/>
                          </a:solidFill>
                          <a:latin typeface="Malgun Gothic"/>
                          <a:ea typeface="Malgun Gothic"/>
                          <a:cs typeface="Malgun Gothic"/>
                        </a:rPr>
                        <a:t>경우</a:t>
                      </a:r>
                    </a:p>
                  </a:txBody>
                  <a:tcPr anchor="ctr">
                    <a:solidFill>
                      <a:srgbClr val="151515"/>
                    </a:solidFill>
                  </a:tcPr>
                </a:tc>
                <a:tc>
                  <a:txBody>
                    <a:bodyPr/>
                    <a:lstStyle/>
                    <a:p>
                      <a:pPr algn="ctr"/>
                      <a:r>
                        <a:rPr sz="1425" b="1">
                          <a:solidFill>
                            <a:srgbClr val="FFFFFF"/>
                          </a:solidFill>
                          <a:latin typeface="Malgun Gothic"/>
                          <a:ea typeface="Malgun Gothic"/>
                          <a:cs typeface="Malgun Gothic"/>
                        </a:rPr>
                        <a:t>시간 복잡도</a:t>
                      </a:r>
                    </a:p>
                  </a:txBody>
                  <a:tcPr anchor="ctr">
                    <a:solidFill>
                      <a:srgbClr val="151515"/>
                    </a:solidFill>
                  </a:tcPr>
                </a:tc>
                <a:extLst>
                  <a:ext uri="{0D108BD9-81ED-4DB2-BD59-A6C34878D82A}">
                    <a16:rowId xmlns:a16="http://schemas.microsoft.com/office/drawing/2014/main" val="10000"/>
                  </a:ext>
                </a:extLst>
              </a:tr>
              <a:tr h="571500">
                <a:tc>
                  <a:txBody>
                    <a:bodyPr/>
                    <a:lstStyle/>
                    <a:p>
                      <a:pPr algn="l"/>
                      <a:r>
                        <a:rPr sz="1350" b="0">
                          <a:solidFill>
                            <a:srgbClr val="151515"/>
                          </a:solidFill>
                          <a:latin typeface="Malgun Gothic"/>
                          <a:ea typeface="Malgun Gothic"/>
                          <a:cs typeface="Malgun Gothic"/>
                        </a:rPr>
                        <a:t>이진 탐색</a:t>
                      </a:r>
                    </a:p>
                  </a:txBody>
                  <a:tcPr anchor="ctr">
                    <a:solidFill>
                      <a:srgbClr val="FFFFFF"/>
                    </a:solidFill>
                  </a:tcPr>
                </a:tc>
                <a:tc>
                  <a:txBody>
                    <a:bodyPr/>
                    <a:lstStyle/>
                    <a:p>
                      <a:pPr algn="l"/>
                      <a:r>
                        <a:rPr sz="1350" b="0">
                          <a:solidFill>
                            <a:srgbClr val="151515"/>
                          </a:solidFill>
                          <a:latin typeface="Malgun Gothic"/>
                          <a:ea typeface="Malgun Gothic"/>
                          <a:cs typeface="Malgun Gothic"/>
                        </a:rPr>
                        <a:t>T(n)=T(n/2)+O(1)</a:t>
                      </a:r>
                    </a:p>
                  </a:txBody>
                  <a:tcPr anchor="ctr">
                    <a:solidFill>
                      <a:srgbClr val="FFFFFF"/>
                    </a:solidFill>
                  </a:tcPr>
                </a:tc>
                <a:tc>
                  <a:txBody>
                    <a:bodyPr/>
                    <a:lstStyle/>
                    <a:p>
                      <a:pPr algn="ctr"/>
                      <a:r>
                        <a:rPr sz="1350" b="0">
                          <a:solidFill>
                            <a:srgbClr val="151515"/>
                          </a:solidFill>
                          <a:latin typeface="Malgun Gothic"/>
                          <a:ea typeface="Malgun Gothic"/>
                          <a:cs typeface="Malgun Gothic"/>
                        </a:rPr>
                        <a:t>1</a:t>
                      </a:r>
                    </a:p>
                  </a:txBody>
                  <a:tcPr anchor="ctr">
                    <a:solidFill>
                      <a:srgbClr val="FFFFFF"/>
                    </a:solidFill>
                  </a:tcPr>
                </a:tc>
                <a:tc>
                  <a:txBody>
                    <a:bodyPr/>
                    <a:lstStyle/>
                    <a:p>
                      <a:pPr algn="ctr"/>
                      <a:r>
                        <a:rPr sz="1350" b="0">
                          <a:solidFill>
                            <a:srgbClr val="151515"/>
                          </a:solidFill>
                          <a:latin typeface="Malgun Gothic"/>
                          <a:ea typeface="Malgun Gothic"/>
                          <a:cs typeface="Malgun Gothic"/>
                        </a:rPr>
                        <a:t>2</a:t>
                      </a:r>
                    </a:p>
                  </a:txBody>
                  <a:tcPr anchor="ctr">
                    <a:solidFill>
                      <a:srgbClr val="FFFFFF"/>
                    </a:solidFill>
                  </a:tcPr>
                </a:tc>
                <a:tc>
                  <a:txBody>
                    <a:bodyPr/>
                    <a:lstStyle/>
                    <a:p>
                      <a:pPr algn="ctr"/>
                      <a:r>
                        <a:rPr sz="1350" b="0">
                          <a:solidFill>
                            <a:srgbClr val="151515"/>
                          </a:solidFill>
                          <a:latin typeface="Malgun Gothic"/>
                          <a:ea typeface="Malgun Gothic"/>
                          <a:cs typeface="Malgun Gothic"/>
                        </a:rPr>
                        <a:t>O(1)</a:t>
                      </a:r>
                    </a:p>
                  </a:txBody>
                  <a:tcPr anchor="ctr">
                    <a:solidFill>
                      <a:srgbClr val="FFFFFF"/>
                    </a:solidFill>
                  </a:tcPr>
                </a:tc>
                <a:tc>
                  <a:txBody>
                    <a:bodyPr/>
                    <a:lstStyle/>
                    <a:p>
                      <a:pPr algn="ctr"/>
                      <a:r>
                        <a:rPr sz="1350" b="0">
                          <a:solidFill>
                            <a:srgbClr val="151515"/>
                          </a:solidFill>
                          <a:latin typeface="Malgun Gothic"/>
                          <a:ea typeface="Malgun Gothic"/>
                          <a:cs typeface="Malgun Gothic"/>
                        </a:rPr>
                        <a:t>Case 2</a:t>
                      </a:r>
                    </a:p>
                  </a:txBody>
                  <a:tcPr anchor="ctr">
                    <a:solidFill>
                      <a:srgbClr val="FFFFFF"/>
                    </a:solidFill>
                  </a:tcPr>
                </a:tc>
                <a:tc>
                  <a:txBody>
                    <a:bodyPr/>
                    <a:lstStyle/>
                    <a:p>
                      <a:pPr algn="ctr"/>
                      <a:r>
                        <a:rPr sz="1350" b="0">
                          <a:solidFill>
                            <a:srgbClr val="151515"/>
                          </a:solidFill>
                          <a:latin typeface="Malgun Gothic"/>
                          <a:ea typeface="Malgun Gothic"/>
                          <a:cs typeface="Malgun Gothic"/>
                        </a:rPr>
                        <a:t>O(log n)</a:t>
                      </a:r>
                    </a:p>
                  </a:txBody>
                  <a:tcPr anchor="ctr">
                    <a:solidFill>
                      <a:srgbClr val="FFFFFF"/>
                    </a:solidFill>
                  </a:tcPr>
                </a:tc>
                <a:extLst>
                  <a:ext uri="{0D108BD9-81ED-4DB2-BD59-A6C34878D82A}">
                    <a16:rowId xmlns:a16="http://schemas.microsoft.com/office/drawing/2014/main" val="10001"/>
                  </a:ext>
                </a:extLst>
              </a:tr>
              <a:tr h="571500">
                <a:tc>
                  <a:txBody>
                    <a:bodyPr/>
                    <a:lstStyle/>
                    <a:p>
                      <a:pPr algn="l"/>
                      <a:r>
                        <a:rPr sz="1350" b="0">
                          <a:solidFill>
                            <a:srgbClr val="151515"/>
                          </a:solidFill>
                          <a:latin typeface="Malgun Gothic"/>
                          <a:ea typeface="Malgun Gothic"/>
                          <a:cs typeface="Malgun Gothic"/>
                        </a:rPr>
                        <a:t>병합 정렬</a:t>
                      </a:r>
                    </a:p>
                  </a:txBody>
                  <a:tcPr anchor="ctr">
                    <a:solidFill>
                      <a:srgbClr val="F2F2F2"/>
                    </a:solidFill>
                  </a:tcPr>
                </a:tc>
                <a:tc>
                  <a:txBody>
                    <a:bodyPr/>
                    <a:lstStyle/>
                    <a:p>
                      <a:pPr algn="l"/>
                      <a:r>
                        <a:rPr sz="1350" b="0">
                          <a:solidFill>
                            <a:srgbClr val="151515"/>
                          </a:solidFill>
                          <a:latin typeface="Malgun Gothic"/>
                          <a:ea typeface="Malgun Gothic"/>
                          <a:cs typeface="Malgun Gothic"/>
                        </a:rPr>
                        <a:t>T(n)=2T(n/2)+O(n)</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a:t>
                      </a:r>
                    </a:p>
                  </a:txBody>
                  <a:tcPr anchor="ctr">
                    <a:solidFill>
                      <a:srgbClr val="F2F2F2"/>
                    </a:solidFill>
                  </a:tcPr>
                </a:tc>
                <a:tc>
                  <a:txBody>
                    <a:bodyPr/>
                    <a:lstStyle/>
                    <a:p>
                      <a:pPr algn="ctr"/>
                      <a:r>
                        <a:rPr sz="1350" b="0">
                          <a:solidFill>
                            <a:srgbClr val="151515"/>
                          </a:solidFill>
                          <a:latin typeface="Malgun Gothic"/>
                          <a:ea typeface="Malgun Gothic"/>
                          <a:cs typeface="Malgun Gothic"/>
                        </a:rPr>
                        <a:t>Case 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 log n)</a:t>
                      </a:r>
                    </a:p>
                  </a:txBody>
                  <a:tcPr anchor="ctr">
                    <a:solidFill>
                      <a:srgbClr val="F2F2F2"/>
                    </a:solidFill>
                  </a:tcPr>
                </a:tc>
                <a:extLst>
                  <a:ext uri="{0D108BD9-81ED-4DB2-BD59-A6C34878D82A}">
                    <a16:rowId xmlns:a16="http://schemas.microsoft.com/office/drawing/2014/main" val="10002"/>
                  </a:ext>
                </a:extLst>
              </a:tr>
              <a:tr h="571500">
                <a:tc>
                  <a:txBody>
                    <a:bodyPr/>
                    <a:lstStyle/>
                    <a:p>
                      <a:pPr algn="l"/>
                      <a:r>
                        <a:rPr sz="1350" b="0">
                          <a:solidFill>
                            <a:srgbClr val="151515"/>
                          </a:solidFill>
                          <a:latin typeface="Malgun Gothic"/>
                          <a:ea typeface="Malgun Gothic"/>
                          <a:cs typeface="Malgun Gothic"/>
                        </a:rPr>
                        <a:t>최대 구간 합</a:t>
                      </a:r>
                    </a:p>
                  </a:txBody>
                  <a:tcPr anchor="ctr">
                    <a:solidFill>
                      <a:srgbClr val="FFFFFF"/>
                    </a:solidFill>
                  </a:tcPr>
                </a:tc>
                <a:tc>
                  <a:txBody>
                    <a:bodyPr/>
                    <a:lstStyle/>
                    <a:p>
                      <a:pPr algn="l"/>
                      <a:r>
                        <a:rPr sz="1350" b="0">
                          <a:solidFill>
                            <a:srgbClr val="151515"/>
                          </a:solidFill>
                          <a:latin typeface="Malgun Gothic"/>
                          <a:ea typeface="Malgun Gothic"/>
                          <a:cs typeface="Malgun Gothic"/>
                        </a:rPr>
                        <a:t>T(n)=2T(n/2)+O(n)</a:t>
                      </a:r>
                    </a:p>
                  </a:txBody>
                  <a:tcPr anchor="ctr">
                    <a:solidFill>
                      <a:srgbClr val="FFFFFF"/>
                    </a:solidFill>
                  </a:tcPr>
                </a:tc>
                <a:tc>
                  <a:txBody>
                    <a:bodyPr/>
                    <a:lstStyle/>
                    <a:p>
                      <a:pPr algn="ctr"/>
                      <a:r>
                        <a:rPr sz="1350" b="0">
                          <a:solidFill>
                            <a:srgbClr val="151515"/>
                          </a:solidFill>
                          <a:latin typeface="Malgun Gothic"/>
                          <a:ea typeface="Malgun Gothic"/>
                          <a:cs typeface="Malgun Gothic"/>
                        </a:rPr>
                        <a:t>2</a:t>
                      </a:r>
                    </a:p>
                  </a:txBody>
                  <a:tcPr anchor="ctr">
                    <a:solidFill>
                      <a:srgbClr val="FFFFFF"/>
                    </a:solidFill>
                  </a:tcPr>
                </a:tc>
                <a:tc>
                  <a:txBody>
                    <a:bodyPr/>
                    <a:lstStyle/>
                    <a:p>
                      <a:pPr algn="ctr"/>
                      <a:r>
                        <a:rPr sz="1350" b="0">
                          <a:solidFill>
                            <a:srgbClr val="151515"/>
                          </a:solidFill>
                          <a:latin typeface="Malgun Gothic"/>
                          <a:ea typeface="Malgun Gothic"/>
                          <a:cs typeface="Malgun Gothic"/>
                        </a:rPr>
                        <a:t>2</a:t>
                      </a:r>
                    </a:p>
                  </a:txBody>
                  <a:tcPr anchor="ctr">
                    <a:solidFill>
                      <a:srgbClr val="FFFFFF"/>
                    </a:solidFill>
                  </a:tcPr>
                </a:tc>
                <a:tc>
                  <a:txBody>
                    <a:bodyPr/>
                    <a:lstStyle/>
                    <a:p>
                      <a:pPr algn="ctr"/>
                      <a:r>
                        <a:rPr sz="1350" b="0">
                          <a:solidFill>
                            <a:srgbClr val="151515"/>
                          </a:solidFill>
                          <a:latin typeface="Malgun Gothic"/>
                          <a:ea typeface="Malgun Gothic"/>
                          <a:cs typeface="Malgun Gothic"/>
                        </a:rPr>
                        <a:t>O(n)</a:t>
                      </a:r>
                    </a:p>
                  </a:txBody>
                  <a:tcPr anchor="ctr">
                    <a:solidFill>
                      <a:srgbClr val="FFFFFF"/>
                    </a:solidFill>
                  </a:tcPr>
                </a:tc>
                <a:tc>
                  <a:txBody>
                    <a:bodyPr/>
                    <a:lstStyle/>
                    <a:p>
                      <a:pPr algn="ctr"/>
                      <a:r>
                        <a:rPr sz="1350" b="0">
                          <a:solidFill>
                            <a:srgbClr val="151515"/>
                          </a:solidFill>
                          <a:latin typeface="Malgun Gothic"/>
                          <a:ea typeface="Malgun Gothic"/>
                          <a:cs typeface="Malgun Gothic"/>
                        </a:rPr>
                        <a:t>Case 2</a:t>
                      </a:r>
                    </a:p>
                  </a:txBody>
                  <a:tcPr anchor="ctr">
                    <a:solidFill>
                      <a:srgbClr val="FFFFFF"/>
                    </a:solidFill>
                  </a:tcPr>
                </a:tc>
                <a:tc>
                  <a:txBody>
                    <a:bodyPr/>
                    <a:lstStyle/>
                    <a:p>
                      <a:pPr algn="ctr"/>
                      <a:r>
                        <a:rPr sz="1350" b="0">
                          <a:solidFill>
                            <a:srgbClr val="151515"/>
                          </a:solidFill>
                          <a:latin typeface="Malgun Gothic"/>
                          <a:ea typeface="Malgun Gothic"/>
                          <a:cs typeface="Malgun Gothic"/>
                        </a:rPr>
                        <a:t>O(n log n)</a:t>
                      </a:r>
                    </a:p>
                  </a:txBody>
                  <a:tcPr anchor="ctr">
                    <a:solidFill>
                      <a:srgbClr val="FFFFFF"/>
                    </a:solidFill>
                  </a:tcPr>
                </a:tc>
                <a:extLst>
                  <a:ext uri="{0D108BD9-81ED-4DB2-BD59-A6C34878D82A}">
                    <a16:rowId xmlns:a16="http://schemas.microsoft.com/office/drawing/2014/main" val="10003"/>
                  </a:ext>
                </a:extLst>
              </a:tr>
              <a:tr h="571500">
                <a:tc>
                  <a:txBody>
                    <a:bodyPr/>
                    <a:lstStyle/>
                    <a:p>
                      <a:pPr algn="l"/>
                      <a:r>
                        <a:rPr sz="1350" b="0">
                          <a:solidFill>
                            <a:srgbClr val="151515"/>
                          </a:solidFill>
                          <a:latin typeface="Malgun Gothic"/>
                          <a:ea typeface="Malgun Gothic"/>
                          <a:cs typeface="Malgun Gothic"/>
                        </a:rPr>
                        <a:t>최근접 쌍</a:t>
                      </a:r>
                    </a:p>
                    <a:p>
                      <a:pPr algn="l"/>
                      <a:r>
                        <a:rPr sz="1350" b="0">
                          <a:solidFill>
                            <a:srgbClr val="151515"/>
                          </a:solidFill>
                          <a:latin typeface="Malgun Gothic"/>
                          <a:ea typeface="Malgun Gothic"/>
                          <a:cs typeface="Malgun Gothic"/>
                        </a:rPr>
                        <a:t>(y 정렬 유지)</a:t>
                      </a:r>
                    </a:p>
                  </a:txBody>
                  <a:tcPr anchor="ctr">
                    <a:solidFill>
                      <a:srgbClr val="F2F2F2"/>
                    </a:solidFill>
                  </a:tcPr>
                </a:tc>
                <a:tc>
                  <a:txBody>
                    <a:bodyPr/>
                    <a:lstStyle/>
                    <a:p>
                      <a:pPr algn="l"/>
                      <a:r>
                        <a:rPr sz="1350" b="0">
                          <a:solidFill>
                            <a:srgbClr val="151515"/>
                          </a:solidFill>
                          <a:latin typeface="Malgun Gothic"/>
                          <a:ea typeface="Malgun Gothic"/>
                          <a:cs typeface="Malgun Gothic"/>
                        </a:rPr>
                        <a:t>T(n)=2T(n/2)+O(n)</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a:t>
                      </a:r>
                    </a:p>
                  </a:txBody>
                  <a:tcPr anchor="ctr">
                    <a:solidFill>
                      <a:srgbClr val="F2F2F2"/>
                    </a:solidFill>
                  </a:tcPr>
                </a:tc>
                <a:tc>
                  <a:txBody>
                    <a:bodyPr/>
                    <a:lstStyle/>
                    <a:p>
                      <a:pPr algn="ctr"/>
                      <a:r>
                        <a:rPr sz="1350" b="0">
                          <a:solidFill>
                            <a:srgbClr val="151515"/>
                          </a:solidFill>
                          <a:latin typeface="Malgun Gothic"/>
                          <a:ea typeface="Malgun Gothic"/>
                          <a:cs typeface="Malgun Gothic"/>
                        </a:rPr>
                        <a:t>Case 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 log n)</a:t>
                      </a:r>
                    </a:p>
                  </a:txBody>
                  <a:tcPr anchor="ctr">
                    <a:solidFill>
                      <a:srgbClr val="F2F2F2"/>
                    </a:solidFill>
                  </a:tcPr>
                </a:tc>
                <a:extLst>
                  <a:ext uri="{0D108BD9-81ED-4DB2-BD59-A6C34878D82A}">
                    <a16:rowId xmlns:a16="http://schemas.microsoft.com/office/drawing/2014/main" val="10004"/>
                  </a:ext>
                </a:extLst>
              </a:tr>
            </a:tbl>
          </a:graphicData>
        </a:graphic>
      </p:graphicFrame>
      <p:sp>
        <p:nvSpPr>
          <p:cNvPr id="10" name="caption">
            <a:extLst>
              <a:ext uri="{FF2B5EF4-FFF2-40B4-BE49-F238E27FC236}">
                <a16:creationId xmlns:a16="http://schemas.microsoft.com/office/drawing/2014/main" id="{6A5CB9A9-A499-488F-9BFE-795B21CF7487}"/>
              </a:ext>
            </a:extLst>
          </p:cNvPr>
          <p:cNvSpPr>
            <a:spLocks noGrp="1"/>
          </p:cNvSpPr>
          <p:nvPr/>
        </p:nvSpPr>
        <p:spPr>
          <a:xfrm>
            <a:off x="609600" y="5638800"/>
            <a:ext cx="10972800" cy="62865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10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병합 정렬은 한 단계의 병합에 O(n), 재귀 깊이에 O(log n)이 듭니다.</a:t>
            </a:r>
          </a:p>
        </p:txBody>
      </p:sp>
    </p:spTree>
    <p:extLst>
      <p:ext uri="{BB962C8B-B14F-4D97-AF65-F5344CB8AC3E}">
        <p14:creationId xmlns:p14="http://schemas.microsoft.com/office/powerpoint/2010/main" val="321242540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192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193</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종료 조건과 재귀 구간</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빈 구간과 한 원소에서 종료합니다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퀵 정렬은 확정된 피벗을 제외한 두 구간만 다시 정렬합니다</a:t>
            </a:r>
            <a:r>
              <a:rPr lang="en-US" altLang="ko-KR" sz="1500" i="0">
                <a:solidFill>
                  <a:srgbClr val="171717"/>
                </a:solidFill>
                <a:latin typeface="Malgun Gothic"/>
                <a:ea typeface="Malgun Gothic"/>
                <a:cs typeface="Malgun Gothic"/>
              </a:rPr>
              <a:t>.</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198</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59439</Words>
  <Application>Microsoft Office PowerPoint</Application>
  <DocSecurity>0</DocSecurity>
  <PresentationFormat>와이드스크린</PresentationFormat>
  <Paragraphs>7425</Paragraphs>
  <Slides>198</Slides>
  <Notes>198</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198</vt:i4>
      </vt:variant>
    </vt:vector>
  </HeadingPairs>
  <TitlesOfParts>
    <vt:vector size="203"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11</cp:revision>
  <dcterms:created xsi:type="dcterms:W3CDTF">2026-09-19T13:48:20Z</dcterms:created>
  <dcterms:modified xsi:type="dcterms:W3CDTF">2026-10-11T13:06:33Z</dcterms:modified>
</cp:coreProperties>
</file>