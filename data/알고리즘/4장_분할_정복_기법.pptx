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charts/chart1.xml" ContentType="application/vnd.openxmlformats-officedocument.drawingml.chart+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40.xml" ContentType="application/vnd.openxmlformats-officedocument.presentationml.slide+xml"/>
  <Override PartName="/ppt/notesSlides/notesSlide240.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1"/>
  </p:notesMasterIdLst>
  <p:sldIdLst>
    <p:sldId id="256" r:id="rId2"/>
    <p:sldId id="488" r:id="rId3"/>
    <p:sldId id="258" r:id="rId4"/>
    <p:sldId id="259" r:id="rId5"/>
    <p:sldId id="260" r:id="rId6"/>
    <p:sldId id="261" r:id="rId7"/>
    <p:sldId id="455" r:id="rId8"/>
    <p:sldId id="320" r:id="rId9"/>
    <p:sldId id="345" r:id="rId10"/>
    <p:sldId id="346" r:id="rId11"/>
    <p:sldId id="347" r:id="rId12"/>
    <p:sldId id="348" r:id="rId13"/>
    <p:sldId id="349" r:id="rId14"/>
    <p:sldId id="350" r:id="rId15"/>
    <p:sldId id="351" r:id="rId16"/>
    <p:sldId id="352" r:id="rId17"/>
    <p:sldId id="353" r:id="rId18"/>
    <p:sldId id="354" r:id="rId19"/>
    <p:sldId id="454" r:id="rId20"/>
    <p:sldId id="355" r:id="rId21"/>
    <p:sldId id="356" r:id="rId22"/>
    <p:sldId id="357" r:id="rId23"/>
    <p:sldId id="358" r:id="rId24"/>
    <p:sldId id="453" r:id="rId25"/>
    <p:sldId id="359" r:id="rId26"/>
    <p:sldId id="360" r:id="rId27"/>
    <p:sldId id="361" r:id="rId28"/>
    <p:sldId id="362" r:id="rId29"/>
    <p:sldId id="363" r:id="rId30"/>
    <p:sldId id="364" r:id="rId31"/>
    <p:sldId id="365" r:id="rId32"/>
    <p:sldId id="366" r:id="rId33"/>
    <p:sldId id="367" r:id="rId34"/>
    <p:sldId id="368" r:id="rId35"/>
    <p:sldId id="369" r:id="rId36"/>
    <p:sldId id="370" r:id="rId37"/>
    <p:sldId id="323" r:id="rId38"/>
    <p:sldId id="324" r:id="rId39"/>
    <p:sldId id="325" r:id="rId40"/>
    <p:sldId id="262" r:id="rId41"/>
    <p:sldId id="263" r:id="rId42"/>
    <p:sldId id="264" r:id="rId43"/>
    <p:sldId id="265" r:id="rId44"/>
    <p:sldId id="266" r:id="rId45"/>
    <p:sldId id="267" r:id="rId46"/>
    <p:sldId id="268" r:id="rId47"/>
    <p:sldId id="269" r:id="rId48"/>
    <p:sldId id="270" r:id="rId49"/>
    <p:sldId id="271" r:id="rId50"/>
    <p:sldId id="505" r:id="rId51"/>
    <p:sldId id="486" r:id="rId52"/>
    <p:sldId id="501" r:id="rId53"/>
    <p:sldId id="502" r:id="rId54"/>
    <p:sldId id="503" r:id="rId55"/>
    <p:sldId id="504" r:id="rId56"/>
    <p:sldId id="327" r:id="rId57"/>
    <p:sldId id="452" r:id="rId58"/>
    <p:sldId id="372" r:id="rId59"/>
    <p:sldId id="373" r:id="rId60"/>
    <p:sldId id="374" r:id="rId61"/>
    <p:sldId id="375" r:id="rId62"/>
    <p:sldId id="330" r:id="rId63"/>
    <p:sldId id="451" r:id="rId64"/>
    <p:sldId id="331" r:id="rId65"/>
    <p:sldId id="332" r:id="rId66"/>
    <p:sldId id="333" r:id="rId67"/>
    <p:sldId id="334" r:id="rId68"/>
    <p:sldId id="335" r:id="rId69"/>
    <p:sldId id="450" r:id="rId70"/>
    <p:sldId id="371" r:id="rId71"/>
    <p:sldId id="376" r:id="rId72"/>
    <p:sldId id="377" r:id="rId73"/>
    <p:sldId id="378" r:id="rId74"/>
    <p:sldId id="379" r:id="rId75"/>
    <p:sldId id="380" r:id="rId76"/>
    <p:sldId id="381" r:id="rId77"/>
    <p:sldId id="382" r:id="rId78"/>
    <p:sldId id="383" r:id="rId79"/>
    <p:sldId id="384" r:id="rId80"/>
    <p:sldId id="385" r:id="rId81"/>
    <p:sldId id="386" r:id="rId82"/>
    <p:sldId id="387" r:id="rId83"/>
    <p:sldId id="388" r:id="rId84"/>
    <p:sldId id="389" r:id="rId85"/>
    <p:sldId id="390" r:id="rId86"/>
    <p:sldId id="391" r:id="rId87"/>
    <p:sldId id="392" r:id="rId88"/>
    <p:sldId id="338" r:id="rId89"/>
    <p:sldId id="339" r:id="rId90"/>
    <p:sldId id="340" r:id="rId91"/>
    <p:sldId id="341" r:id="rId92"/>
    <p:sldId id="342" r:id="rId93"/>
    <p:sldId id="343" r:id="rId94"/>
    <p:sldId id="483" r:id="rId95"/>
    <p:sldId id="484" r:id="rId96"/>
    <p:sldId id="485" r:id="rId97"/>
    <p:sldId id="344" r:id="rId98"/>
    <p:sldId id="272" r:id="rId99"/>
    <p:sldId id="447" r:id="rId100"/>
    <p:sldId id="448" r:id="rId101"/>
    <p:sldId id="449" r:id="rId102"/>
    <p:sldId id="395" r:id="rId103"/>
    <p:sldId id="257" r:id="rId104"/>
    <p:sldId id="396" r:id="rId105"/>
    <p:sldId id="397" r:id="rId106"/>
    <p:sldId id="398" r:id="rId107"/>
    <p:sldId id="399" r:id="rId108"/>
    <p:sldId id="400" r:id="rId109"/>
    <p:sldId id="401" r:id="rId110"/>
    <p:sldId id="402" r:id="rId111"/>
    <p:sldId id="403" r:id="rId112"/>
    <p:sldId id="404" r:id="rId113"/>
    <p:sldId id="405" r:id="rId114"/>
    <p:sldId id="406" r:id="rId115"/>
    <p:sldId id="407" r:id="rId116"/>
    <p:sldId id="408" r:id="rId117"/>
    <p:sldId id="409" r:id="rId118"/>
    <p:sldId id="410" r:id="rId119"/>
    <p:sldId id="273" r:id="rId120"/>
    <p:sldId id="274" r:id="rId121"/>
    <p:sldId id="275" r:id="rId122"/>
    <p:sldId id="276" r:id="rId123"/>
    <p:sldId id="277" r:id="rId124"/>
    <p:sldId id="278" r:id="rId125"/>
    <p:sldId id="279" r:id="rId126"/>
    <p:sldId id="280" r:id="rId127"/>
    <p:sldId id="281" r:id="rId128"/>
    <p:sldId id="411" r:id="rId129"/>
    <p:sldId id="412" r:id="rId130"/>
    <p:sldId id="413" r:id="rId131"/>
    <p:sldId id="414" r:id="rId132"/>
    <p:sldId id="415" r:id="rId133"/>
    <p:sldId id="416" r:id="rId134"/>
    <p:sldId id="417" r:id="rId135"/>
    <p:sldId id="418" r:id="rId136"/>
    <p:sldId id="419" r:id="rId137"/>
    <p:sldId id="420" r:id="rId138"/>
    <p:sldId id="421" r:id="rId139"/>
    <p:sldId id="422" r:id="rId140"/>
    <p:sldId id="423" r:id="rId141"/>
    <p:sldId id="424" r:id="rId142"/>
    <p:sldId id="425" r:id="rId143"/>
    <p:sldId id="426" r:id="rId144"/>
    <p:sldId id="427" r:id="rId145"/>
    <p:sldId id="428" r:id="rId146"/>
    <p:sldId id="429" r:id="rId147"/>
    <p:sldId id="430" r:id="rId148"/>
    <p:sldId id="302" r:id="rId149"/>
    <p:sldId id="303" r:id="rId150"/>
    <p:sldId id="304" r:id="rId151"/>
    <p:sldId id="305" r:id="rId152"/>
    <p:sldId id="306" r:id="rId153"/>
    <p:sldId id="307" r:id="rId154"/>
    <p:sldId id="308" r:id="rId155"/>
    <p:sldId id="309" r:id="rId156"/>
    <p:sldId id="310" r:id="rId157"/>
    <p:sldId id="446" r:id="rId158"/>
    <p:sldId id="311" r:id="rId159"/>
    <p:sldId id="312" r:id="rId160"/>
    <p:sldId id="431" r:id="rId161"/>
    <p:sldId id="432" r:id="rId162"/>
    <p:sldId id="433" r:id="rId163"/>
    <p:sldId id="434" r:id="rId164"/>
    <p:sldId id="435" r:id="rId165"/>
    <p:sldId id="436" r:id="rId166"/>
    <p:sldId id="437" r:id="rId167"/>
    <p:sldId id="438" r:id="rId168"/>
    <p:sldId id="321" r:id="rId169"/>
    <p:sldId id="322" r:id="rId170"/>
    <p:sldId id="439" r:id="rId171"/>
    <p:sldId id="440" r:id="rId172"/>
    <p:sldId id="441" r:id="rId173"/>
    <p:sldId id="442" r:id="rId174"/>
    <p:sldId id="443" r:id="rId175"/>
    <p:sldId id="328" r:id="rId176"/>
    <p:sldId id="500" r:id="rId177"/>
    <p:sldId id="499" r:id="rId178"/>
    <p:sldId id="497" r:id="rId179"/>
    <p:sldId id="498" r:id="rId180"/>
    <p:sldId id="444" r:id="rId181"/>
    <p:sldId id="290" r:id="rId182"/>
    <p:sldId id="530" r:id="rId183"/>
    <p:sldId id="531" r:id="rId184"/>
    <p:sldId id="524" r:id="rId185"/>
    <p:sldId id="525" r:id="rId186"/>
    <p:sldId id="526" r:id="rId187"/>
    <p:sldId id="527" r:id="rId188"/>
    <p:sldId id="528" r:id="rId189"/>
    <p:sldId id="529" r:id="rId190"/>
    <p:sldId id="463" r:id="rId191"/>
    <p:sldId id="464" r:id="rId192"/>
    <p:sldId id="465" r:id="rId193"/>
    <p:sldId id="466" r:id="rId194"/>
    <p:sldId id="467" r:id="rId195"/>
    <p:sldId id="468" r:id="rId196"/>
    <p:sldId id="469" r:id="rId197"/>
    <p:sldId id="470" r:id="rId198"/>
    <p:sldId id="471" r:id="rId199"/>
    <p:sldId id="472" r:id="rId200"/>
    <p:sldId id="473" r:id="rId201"/>
    <p:sldId id="474" r:id="rId202"/>
    <p:sldId id="475" r:id="rId203"/>
    <p:sldId id="476" r:id="rId204"/>
    <p:sldId id="477" r:id="rId205"/>
    <p:sldId id="478" r:id="rId206"/>
    <p:sldId id="479" r:id="rId207"/>
    <p:sldId id="480" r:id="rId208"/>
    <p:sldId id="481" r:id="rId209"/>
    <p:sldId id="521" r:id="rId210"/>
    <p:sldId id="522" r:id="rId211"/>
    <p:sldId id="523" r:id="rId212"/>
    <p:sldId id="294" r:id="rId213"/>
    <p:sldId id="520" r:id="rId214"/>
    <p:sldId id="518" r:id="rId215"/>
    <p:sldId id="519" r:id="rId216"/>
    <p:sldId id="532" r:id="rIdCh04Inserted216"/>
    <p:sldId id="295" r:id="rId217"/>
    <p:sldId id="296" r:id="rId218"/>
    <p:sldId id="516" r:id="rId219"/>
    <p:sldId id="517" r:id="rId220"/>
    <p:sldId id="515" r:id="rId221"/>
    <p:sldId id="514" r:id="rId222"/>
    <p:sldId id="513" r:id="rId223"/>
    <p:sldId id="511" r:id="rId224"/>
    <p:sldId id="512" r:id="rId225"/>
    <p:sldId id="510" r:id="rId226"/>
    <p:sldId id="508" r:id="rId227"/>
    <p:sldId id="509" r:id="rId228"/>
    <p:sldId id="506" r:id="rId229"/>
    <p:sldId id="507" r:id="rId230"/>
    <p:sldId id="313" r:id="rId231"/>
    <p:sldId id="314" r:id="rId232"/>
    <p:sldId id="315" r:id="rId233"/>
    <p:sldId id="458" r:id="rId234"/>
    <p:sldId id="316" r:id="rId235"/>
    <p:sldId id="317" r:id="rId236"/>
    <p:sldId id="456" r:id="rId237"/>
    <p:sldId id="457" r:id="rId238"/>
    <p:sldId id="318" r:id="rId239"/>
    <p:sldId id="319" r:id="rId24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presProps" Target="pres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viewProps" Target="view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theme" Target="theme/theme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tableStyles" Target="tableStyle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106" Type="http://schemas.openxmlformats.org/officeDocument/2006/relationships/slide" Target="slides/slide105.xml"/><Relationship Id="rId127" Type="http://schemas.openxmlformats.org/officeDocument/2006/relationships/slide" Target="slides/slide126.xml"/><Relationship Id="rIdCh04Inserted216" Type="http://schemas.openxmlformats.org/officeDocument/2006/relationships/slide" Target="slides/slide2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변동</c:v>
          </c:tx>
          <c:spPr>
            <a:solidFill>
              <a:srgbClr val="7FA4AF"/>
            </a:solidFill>
          </c:spPr>
          <c:invertIfNegative val="0"/>
          <c:dPt>
            <c:idx val="0"/>
            <c:invertIfNegative val="0"/>
            <c:bubble3D val="0"/>
            <c:extLst>
              <c:ext xmlns:c16="http://schemas.microsoft.com/office/drawing/2014/chart" uri="{C3380CC4-5D6E-409C-BE32-E72D297353CC}">
                <c16:uniqueId val="{00000001-EE19-4021-ABEA-14E0BFC93215}"/>
              </c:ext>
            </c:extLst>
          </c:dPt>
          <c:dPt>
            <c:idx val="1"/>
            <c:invertIfNegative val="0"/>
            <c:bubble3D val="0"/>
            <c:extLst>
              <c:ext xmlns:c16="http://schemas.microsoft.com/office/drawing/2014/chart" uri="{C3380CC4-5D6E-409C-BE32-E72D297353CC}">
                <c16:uniqueId val="{00000003-EE19-4021-ABEA-14E0BFC93215}"/>
              </c:ext>
            </c:extLst>
          </c:dPt>
          <c:dPt>
            <c:idx val="2"/>
            <c:invertIfNegative val="0"/>
            <c:bubble3D val="0"/>
            <c:spPr>
              <a:solidFill>
                <a:srgbClr val="ED944A"/>
              </a:solidFill>
            </c:spPr>
            <c:extLst>
              <c:ext xmlns:c16="http://schemas.microsoft.com/office/drawing/2014/chart" uri="{C3380CC4-5D6E-409C-BE32-E72D297353CC}">
                <c16:uniqueId val="{00000005-EE19-4021-ABEA-14E0BFC93215}"/>
              </c:ext>
            </c:extLst>
          </c:dPt>
          <c:dPt>
            <c:idx val="3"/>
            <c:invertIfNegative val="0"/>
            <c:bubble3D val="0"/>
            <c:spPr>
              <a:solidFill>
                <a:srgbClr val="ED944A"/>
              </a:solidFill>
            </c:spPr>
            <c:extLst>
              <c:ext xmlns:c16="http://schemas.microsoft.com/office/drawing/2014/chart" uri="{C3380CC4-5D6E-409C-BE32-E72D297353CC}">
                <c16:uniqueId val="{00000007-EE19-4021-ABEA-14E0BFC93215}"/>
              </c:ext>
            </c:extLst>
          </c:dPt>
          <c:dPt>
            <c:idx val="4"/>
            <c:invertIfNegative val="0"/>
            <c:bubble3D val="0"/>
            <c:spPr>
              <a:solidFill>
                <a:srgbClr val="ED944A"/>
              </a:solidFill>
            </c:spPr>
            <c:extLst>
              <c:ext xmlns:c16="http://schemas.microsoft.com/office/drawing/2014/chart" uri="{C3380CC4-5D6E-409C-BE32-E72D297353CC}">
                <c16:uniqueId val="{00000009-EE19-4021-ABEA-14E0BFC93215}"/>
              </c:ext>
            </c:extLst>
          </c:dPt>
          <c:dPt>
            <c:idx val="5"/>
            <c:invertIfNegative val="0"/>
            <c:bubble3D val="0"/>
            <c:extLst>
              <c:ext xmlns:c16="http://schemas.microsoft.com/office/drawing/2014/chart" uri="{C3380CC4-5D6E-409C-BE32-E72D297353CC}">
                <c16:uniqueId val="{0000000B-EE19-4021-ABEA-14E0BFC93215}"/>
              </c:ext>
            </c:extLst>
          </c:dPt>
          <c:dPt>
            <c:idx val="6"/>
            <c:invertIfNegative val="0"/>
            <c:bubble3D val="0"/>
            <c:extLst>
              <c:ext xmlns:c16="http://schemas.microsoft.com/office/drawing/2014/chart" uri="{C3380CC4-5D6E-409C-BE32-E72D297353CC}">
                <c16:uniqueId val="{0000000D-EE19-4021-ABEA-14E0BFC93215}"/>
              </c:ext>
            </c:extLst>
          </c:dPt>
          <c:dPt>
            <c:idx val="7"/>
            <c:invertIfNegative val="0"/>
            <c:bubble3D val="0"/>
            <c:extLst>
              <c:ext xmlns:c16="http://schemas.microsoft.com/office/drawing/2014/chart" uri="{C3380CC4-5D6E-409C-BE32-E72D297353CC}">
                <c16:uniqueId val="{0000000F-EE19-4021-ABEA-14E0BFC93215}"/>
              </c:ext>
            </c:extLst>
          </c:dPt>
          <c:dLbls>
            <c:spPr>
              <a:noFill/>
              <a:ln>
                <a:noFill/>
              </a:ln>
              <a:effectLst/>
            </c:spPr>
            <c:txPr>
              <a:bodyPr anchorCtr="1"/>
              <a:lstStyle/>
              <a:p>
                <a:pPr>
                  <a:defRPr sz="1575" b="1">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Data'!$A$2:$A$9</c:f>
              <c:strCache>
                <c:ptCount val="8"/>
                <c:pt idx="0">
                  <c:v>1일</c:v>
                </c:pt>
                <c:pt idx="1">
                  <c:v>2일</c:v>
                </c:pt>
                <c:pt idx="2">
                  <c:v>3일</c:v>
                </c:pt>
                <c:pt idx="3">
                  <c:v>4일</c:v>
                </c:pt>
                <c:pt idx="4">
                  <c:v>5일</c:v>
                </c:pt>
                <c:pt idx="5">
                  <c:v>6일</c:v>
                </c:pt>
                <c:pt idx="6">
                  <c:v>7일</c:v>
                </c:pt>
                <c:pt idx="7">
                  <c:v>8일</c:v>
                </c:pt>
              </c:strCache>
            </c:strRef>
          </c:cat>
          <c:val>
            <c:numRef>
              <c:f>'Chart Data'!$B$2:$B$9</c:f>
              <c:numCache>
                <c:formatCode>General</c:formatCode>
                <c:ptCount val="8"/>
                <c:pt idx="0">
                  <c:v>3</c:v>
                </c:pt>
                <c:pt idx="1">
                  <c:v>-5</c:v>
                </c:pt>
                <c:pt idx="2">
                  <c:v>12</c:v>
                </c:pt>
                <c:pt idx="3">
                  <c:v>-2</c:v>
                </c:pt>
                <c:pt idx="4">
                  <c:v>7</c:v>
                </c:pt>
                <c:pt idx="5">
                  <c:v>-9</c:v>
                </c:pt>
                <c:pt idx="6">
                  <c:v>5</c:v>
                </c:pt>
                <c:pt idx="7">
                  <c:v>1</c:v>
                </c:pt>
              </c:numCache>
            </c:numRef>
          </c:val>
          <c:extLst>
            <c:ext xmlns:c16="http://schemas.microsoft.com/office/drawing/2014/chart" uri="{C3380CC4-5D6E-409C-BE32-E72D297353CC}">
              <c16:uniqueId val="{00000010-EE19-4021-ABEA-14E0BFC93215}"/>
            </c:ext>
          </c:extLst>
        </c:ser>
        <c:dLbls>
          <c:dLblPos val="outEnd"/>
          <c:showLegendKey val="0"/>
          <c:showVal val="1"/>
          <c:showCatName val="0"/>
          <c:showSerName val="0"/>
          <c:showPercent val="0"/>
          <c:showBubbleSize val="0"/>
        </c:dLbls>
        <c:gapWidth val="52"/>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5"/>
        </c:scaling>
        <c:delete val="0"/>
        <c:axPos val="l"/>
        <c:majorGridlines>
          <c:spPr>
            <a:ln w="9525">
              <a:solidFill>
                <a:srgbClr val="D9D9D9"/>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앞 장에서는 더 작은 문제 하나를 남겨서 풀었습니다. 이번 장에서는 작은 문제 여러 개를 각각 풀고, 돌아온 답으로 전체 답을 만듭니다. 병합 정렬과 퀵 정렬부터 시작해서 최대 구간 합, 쿼드 트리까지 같은 생각이 어떻게 이어지는지 보겠습니다. 코드를 볼 때는 어디서 나누고, 무엇을 재귀 호출하고, 돌아온 답을 어떻게 합치는지 찾아보세요. 마지막에는 회사에서 일을 나누어 맡기는 비유로 전체 작업량을 계산해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큰 문제를 나누어 푸는 분할 정복을 배웁니다. 문제를 나누고, 작은 문제의 답을 구하고, 그 답을 합치는 세 단계를 먼저 확인하겠습니다. 병합 정렬은 정렬된 두 줄을 합치는 방법이고, 퀵 정렬은 피벗을 기준으로 값을 나누는 방법이에요. 두 정렬은 배열과 포인터가 움직이는 과정부터 전체 정렬이 끝나는 순간까지 따라가겠습니다.</a:t>
            </a:r>
          </a:p>
          <a:p/>
          <a:p>
            <a:r>
              <a:t>다음은 연속한 구간의 합이 가장 큰 부분을 찾는 최대 구간 합입니다. 왼쪽과 오른쪽 내부의 답만 보지 않고, 가운데를 걸치는 구간도 계산해야 하죠. 쿼드 트리에서는 흑백 그림을 네 부분으로 나누어 저장하고, 그 표현에서 원래 그림을 복원해 보겠습니다.</a:t>
            </a:r>
          </a:p>
          <a:p/>
          <a:p>
            <a:r>
              <a:t>시간 복잡도는 공식만 외우기보다 한 번의 호출이 무엇을 하고, 그런 호출이 몇 층으로 쌓이는지 그림으로 확인하겠습니다. 마지막에는 색종이와 빠른 거듭제곱 예제를 연결합니다. 이번 장은 이 목록에 있는 알고리즘을 중심으로 진행하겠습니다.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21229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 여덟 장이 섞여 있다고 생각해 볼게요. 카드에 적힌 값은 팔, 삼, 육, 이, 칠, 일, 오, 사입니다. 우리가 만들고 싶은 결과는 일부터 팔까지 작은 값부터 차례대로 놓인 배열입니다. 여기서 사용하는 방법이 병합 정렬, 영어로 머지소트예요.</a:t>
            </a:r>
          </a:p>
          <a:p/>
          <a:p>
            <a:r>
              <a:t>그림의 첫 장면은 섞인 카드 묶음입니다. 큰 묶음 전체를 한꺼번에 정렬하려고 하지 않고, 우선 반으로 나눕니다. 네 장씩 나누고, 각각을 두 장씩 나누고, 마지막에는 한 장씩 남습니다. 한 장만 있는 묶음은 다른 값과 순서를 비교할 필요가 없으니까 이미 정렬된 상태라고 볼 수 있죠.</a:t>
            </a:r>
          </a:p>
          <a:p/>
          <a:p>
            <a:r>
              <a:t>그 다음부터가 병합입니다. 정렬된 두 묶음을 받아서 작은 값부터 새 결과에 넣어요. 한 장과 한 장을 합쳐 두 장을 만들고, 정렬된 두 장과 두 장을 합쳐 네 장을 만들고, 마지막에는 정렬된 네 장과 네 장을 합쳐 여덟 장을 만듭니다. 작은 묶음의 정렬 결과가 다음 병합의 입력이 되는 겁니다.</a:t>
            </a:r>
          </a:p>
          <a:p/>
          <a:p>
            <a:r>
              <a:t>중요한 전제는 병합할 두 입력이 각각 이미 정렬되어 있다는 것입니다. 그래야 각 줄의 맨 앞에서 아직 사용하지 않은 값 하나씩만 비교해도 다음에 넣을 가장 작은 값을 고를 수 있습니다. 그림은 이 흐름을 카드 정리로 나타낸 것이고, 이어지는 배열 그림에서는 실제 숫자와 포인터가 움직이는 순서를 전부 따라가겠습니다. 왼쪽부터 호출을 마친 뒤 오른쪽으로 돌아오는 순서도 같이 확인해 볼게요.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15184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팔, 삼, 육, 이, 칠, 일, 오, 사가 섞여 있습니다. 우리가 원하는 것은 아래처럼 작은 값부터 일, 이, 삼, 사, 오, 육, 칠, 팔로 만드는 것입니다.</a:t>
            </a:r>
          </a:p>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팔 하나만 놓여 있다면 그 안에서 순서를 바꿀 대상이 없으니까요.</a:t>
            </a:r>
          </a:p>
          <a:p/>
          <a:p>
            <a:r>
              <a:t>그다음에는 다시 합치면서 정렬합니다. 예를 들어 팔 하나와 삼 하나를 합칠 때 작은 삼을 먼저 넣고 팔을 뒤에 넣으면, 두 개짜리 정렬 결과가 생깁니다. 이런 결과 두 개를 다시 합치면 네 개짜리 정렬 결과가 됩니다. 마지막에는 정렬된 네 개짜리 배열 두 개를 합쳐 전체 정렬을 끝냅니다.</a:t>
            </a:r>
          </a:p>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팔, 삼, 육, 이, 칠, 일, 오, 사가 있습니다. 여덟 개의 가운데를 기준으로 왼쪽 네 개와 오른쪽 네 개를 나눕니다. 왼쪽은 팔, 삼, 육, 이고 오른쪽은 칠, 일, 오, 사입니다. 화면의 선은 어느 묶음이 어느 묶음으로 나뉘었는지 보여줍니다.</a:t>
            </a:r>
          </a:p>
          <a:p/>
          <a:p>
            <a:r>
              <a:t>여기서 숫자의 크기는 아직 비교하지 않습니다. 가장 큰 팔이 왼쪽에 있고 가장 작은 일이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p>
            <a:r>
              <a:t>코드에서는 원소 수의 절반을 미드로 잡고, 그 앞을 왼쪽 입력으로, 그 뒤를 오른쪽 입력으로 넘깁니다. 파이썬에서는 왼쪽을 정렬하는 재귀 호출이 먼저 실행됩니다. 왼쪽 네 개도 아직 크므로 더 나눠야 합니다. 오른쪽 네 개의 호출은 왼쪽 호출이 끝나서 돌아온 다음에 실행됩니다.</a:t>
            </a:r>
          </a:p>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팔, 삼, 육, 이는 팔, 삼과 육, 이가 됩니다. 오른쪽의 칠, 일, 오, 사는 칠, 일과 오, 사가 됩니다. 화면 아래에 두 개짜리 묶음이 네 개 생겼습니다. 위에서 내려오는 선을 따라가면 각 묶음이 어느 구간에서 나왔는지 알 수 있습니다.</a:t>
            </a:r>
          </a:p>
          <a:p/>
          <a:p>
            <a:r>
              <a:t>여전히 값의 순서는 바꾸지 않았습니다. 팔, 삼을 나눠 얻었다고 해서 삼, 팔로 정렬한 것은 아니죠. 육, 이도 육이 먼저 있고, 칠, 일과 오, 사도 원래 순서입니다. 병합 정렬에서 나누는 단계는 문제의 크기를 줄이는 단계입니다. 정렬은 뒤에서 두 결과를 합칠 때 일어납니다.</a:t>
            </a:r>
          </a:p>
          <a:p/>
          <a:p>
            <a:r>
              <a:t>실제 호출은 맨 왼쪽의 팔, 삼부터 내려갑니다. 그 호출을 끝내고 나서 같은 부모 안의 육, 이를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p>
            <a:r>
              <a:t>두 개짜리 구간도 아직 원소가 두 개이니까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팔, 삼을 팔 하나와 삼 하나로 나누고, 육, 이를 육 하나와 이 하나로 나눕니다. 오른쪽에서도 칠 하나, 일 하나, 오 하나, 사 하나가 됩니다. 아래 줄에 원소 한 개짜리 배열이 여덟 개 보입니다. 처음 배열의 값이 빠지거나 새로 생긴 것은 아닙니다. 같은 여덟 개의 값을 작은 구간으로 나눠 바라보고 있습니다.</a:t>
            </a:r>
          </a:p>
          <a:p/>
          <a:p>
            <a:r>
              <a:t>원소 하나인 배열은 이미 정렬되어 있다고 봅니다. 예를 들어 팔 하나만 있는 배열에는 다른 값이 없어서 앞뒤 순서를 바꿀 일이 없죠. 이것이 재귀를 멈추는 이유입니다. 코드의 길이가 일 이하이면 바로 반환한다는 조건이 이 부분에 해당합니다. 빈 배열도 정렬할 값이 없으므로 같은 조건으로 끝냅니다.</a:t>
            </a:r>
          </a:p>
          <a:p/>
          <a:p>
            <a:r>
              <a:t>처음의 팔, 삼을 정렬하는 호출은 왼쪽에서 팔 하나를 돌려받고, 오른쪽에서 삼 하나를 돌려받습니다. 두 입력이 각각 정렬되어 있으니 이제 머지를 호출할 수 있습니다. 작은 삼을 먼저 놓고 팔을 뒤에 놓으면 두 원소가 정렬됩니다. 이 두 개짜리 결과가 다시 위쪽 호출로 돌아갑니다.</a:t>
            </a:r>
          </a:p>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원소 한 개짜리 배열이 있고, 위에는 병합해서 돌아올 결과가 있습니다. 그림을 아래에서 위로 읽어 주세요. 숫자에 붙인 동그라미 일번부터 칠번은 실제 파이썬 재귀 코드가 병합을 실행하는 순서입니다.</a:t>
            </a:r>
          </a:p>
          <a:p/>
          <a:p>
            <a:r>
              <a:t>먼저 왼쪽 네 개를 끝냅니다. 일번에서 팔 하나와 삼 하나를 합쳐 삼, 팔을 만듭니다. 이번에서는 육 하나와 이 하나를 합쳐 이, 육을 만듭니다. 이제 두 결과를 다 받았으니 삼번에서 삼, 팔과 이, 육을 합쳐 이, 삼, 육, 팔을 만듭니다. 왼쪽 네 개의 정렬이 여기서 끝납니다.</a:t>
            </a:r>
          </a:p>
          <a:p/>
          <a:p>
            <a:r>
              <a:t>그다음 오른쪽 네 개를 처리합니다. 사번에서 칠과 일을 합쳐 일, 칠을 만들고, 오번에서 오와 사를 합쳐 사, 오를 만듭니다. 육번에서 이 두 결과를 합치면 일, 사, 오, 칠입니다. 마지막 칠번은 왼쪽 네 개의 결과와 오른쪽 네 개의 결과를 받아 전체 여덟 개를 정렬합니다.</a:t>
            </a:r>
          </a:p>
          <a:p/>
          <a:p>
            <a:r>
              <a:t>아래의 병합 네 개를 전부 먼저 끝내고 위로 올라가는 순서와는 차이가 있습니다. 실제 재귀 코드는 왼쪽 호출을 끝낸 뒤 오른쪽 호출을 실행하므로, 일번과 이번 다음에 곧바로 삼번이 나옵니다. 그 뒤에야 사번을 시작합니다. 그림에서 같은 줄에 있는 묶음이 동시에 실행되는 것은 아닙니다.</a:t>
            </a:r>
          </a:p>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팔, 삼을 한 원소씩 나눴습니다. 두 호출이 팔 하나와 삼 하나를 반환했으므로, 이 두 정렬된 결과를 합칠 차례입니다.</a:t>
            </a:r>
          </a:p>
          <a:p/>
          <a:p>
            <a:r>
              <a:t>왼쪽 입력은 팔이고 오른쪽 입력은 삼입니다. 각 입력 안에서는 이미 정렬이 끝나 있습니다. 지금까지 다른 병합에서 사용한 화살표를 이어 쓰는 것이 아니라, 새 머지를 시작하므로 아이와 제이를 다시 영으로 놓습니다. 파란 아이는 왼쪽 첫 칸을, 초록 제이는 오른쪽 첫 칸을 가리킵니다. 아래 결과의 점은 아직 값을 넣지 않은 자리입니다.</a:t>
            </a:r>
          </a:p>
          <a:p/>
          <a:p>
            <a:r>
              <a:t>지금 비교하는 것은 왼쪽 맨 앞의 팔과 오른쪽 맨 앞의 삼입니다. 더 작은 삼을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p>
            <a:r>
              <a:t>오른쪽의 작은 전체 배열에서는 이번에 처리하는 부분만 색으로 표시했습니다. 지금 보는 두 개는 전체 여덟 개 중 왼쪽 네 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팔과 오른쪽의 삼입니다. 삼이 더 작으므로 오른쪽의 값을 결과 뒤에 넣었습니다. 아래 결과는 삼입니다. 사용한 값은 오른쪽에 있었으니 제이만 영에서 일로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오른쪽의 제이가 일이 되어 오른쪽 길이 일과 같아졌습니다. 오른쪽 값을 모두 사용한 것입니다. 왼쪽에는 팔이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팔을 결과 뒤에 하나 붙입니다. 코드에서는 맨 위의 비교 와일을 빠져나온 뒤, 왼쪽의 남은 값을 붙이는 와일이 하는 일입니다. 아이는 영에서 일로 바뀝니다. 없는 오른쪽 원소를 다시 읽으면 배열 범위를 벗어나므로, 한쪽이 끝났다는 조건을 먼저 확인해야 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이제 두 입력의 원소 두 개를 모두 사용했습니다. 결과는 삼, 팔이고 작은 값부터 정렬되어 있습니다. 새 결과를 반환하면 이번 호출이 끝납니다. ③번 병합에서 이 정렬 결과를 입력으로 사용합니다. 더 큰 병합이 시작될 때에는 아이와 제이를 다시 영에서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삼, 팔을 만들었습니다. 하지만 이것을 아직 정렬되지 않은 육, 이와 바로 합치면 안 됩니다. 왼쪽 네 개의 나머지 두 원소도 먼저 정렬해야 합니다. 육, 이를 한 원소씩 나누고, 육 하나와 이 하나를 돌려받았습니다. 이제 두 번째 병합입니다.</a:t>
            </a:r>
          </a:p>
          <a:p/>
          <a:p>
            <a:r>
              <a:t>왼쪽 입력은 육이고 오른쪽 입력은 이입니다. 각 입력 안에서는 이미 정렬이 끝나 있습니다. 지금까지 다른 병합에서 사용한 화살표를 이어 쓰는 것이 아니라, 새 머지를 시작하므로 아이와 제이를 다시 영으로 놓습니다. 파란 아이는 왼쪽 첫 칸을, 초록 제이는 오른쪽 첫 칸을 가리킵니다. 아래 결과의 점은 아직 값을 넣지 않은 자리입니다.</a:t>
            </a:r>
          </a:p>
          <a:p/>
          <a:p>
            <a:r>
              <a:t>지금 비교하는 것은 왼쪽 맨 앞의 육과 오른쪽 맨 앞의 이입니다. 더 작은 이를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p>
            <a:r>
              <a:t>오른쪽의 작은 전체 배열에서는 이번에 처리하는 부분만 색으로 표시했습니다. 지금 보는 두 개는 전체 여덟 개 중 왼쪽 네 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육과 오른쪽의 이입니다. 이가 더 작으므로 오른쪽의 값을 결과 뒤에 넣었습니다. 아래 결과는 이입니다. 사용한 값은 오른쪽에 있었으니 제이만 영에서 일로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오른쪽의 제이가 일이 되어 오른쪽 길이 일과 같아졌습니다. 오른쪽 값을 모두 사용한 것입니다. 왼쪽에는 육이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육을 결과 뒤에 하나 붙입니다. 코드에서는 맨 위의 비교 와일을 빠져나온 뒤, 왼쪽의 남은 값을 붙이는 와일이 하는 일입니다. 아이는 영에서 일로 바뀝니다. 없는 오른쪽 원소를 다시 읽으면 배열 범위를 벗어나므로, 한쪽이 끝났다는 조건을 먼저 확인해야 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이제 두 입력의 원소 두 개를 모두 사용했습니다. 결과는 이, 육이고 작은 값부터 정렬되어 있습니다. 새 결과를 반환하면 이번 호출이 끝납니다. ③번 병합에서 이 정렬 결과를 입력으로 사용합니다. 더 큰 병합이 시작될 때에는 아이와 제이를 다시 영에서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왼쪽의 삼, 팔과 오른쪽의 이, 육을 합쳐 보겠습니다. 두 배열은 각각 정렬되어 있습니다. 왼쪽에서 아직 사용하지 않은 첫 값을 가리키는 인덱스를 아이, 오른쪽에서 아직 사용하지 않은 첫 값을 가리키는 인덱스를 제이라고 부르겠습니다. 처음에는 아이와 제이가 모두 영입니다.</a:t>
            </a:r>
          </a:p>
          <a:p/>
          <a:p>
            <a:r>
              <a:t>첫 번째 장면에서 아이가 가리키는 왼쪽 값은 삼이고, 제이가 가리키는 오른쪽 값은 이입니다. 둘 중 작은 값은 이이니까 오른쪽의 이를 결과에 먼저 넣습니다. 오른쪽에서 값을 하나 사용했으므로 제이만 한 칸 움직여요. 왼쪽의 삼은 아직 쓰지 않았으니까 아이를 움직이면 안 됩니다.</a:t>
            </a:r>
          </a:p>
          <a:p/>
          <a:p>
            <a:r>
              <a:t>두 번째 장면을 보세요. 결과에는 이가 들어갔고, 왼쪽 포인터는 여전히 삼을 가리킵니다. 오른쪽 포인터는 그 다음 값인 육을 가리키게 되었죠. 따라서 다음 비교는 삼과 육입니다. 여기서는 삼이 더 작으니까 다음에는 왼쪽의 삼을 결과에 넣고 아이만 움직입니다.</a:t>
            </a:r>
          </a:p>
          <a:p/>
          <a:p>
            <a:r>
              <a:t>포인터 두 개를 항상 같이 움직이는 방식이 아닙니다. 방금 값을 가져온 줄의 포인터만 움직입니다. 이 규칙을 지켜야 아직 넣지 않은 값을 건너뛰지 않아요. 실제 코드에서는 결과에 값을 붙이는 문장 바로 다음에 그쪽 인덱스를 일 늘립니다. 이어지는 슬라이드에서 결과가 이, 삼, 육, 팔이 될 때까지 각 비교와 인덱스의 변화를 한 번씩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19144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팔, 삼과 육, 이가 아닙니다. 첫 번째 병합이 만든 삼, 팔과 두 번째 병합이 만든 이, 육입니다. 더 작은 두 문제의 정렬 결과가 이번 머지의 입력이 된 것입니다. 이 두 배열을 합치면 원래 왼쪽 네 원소 전체의 정렬이 끝납니다.</a:t>
            </a:r>
          </a:p>
          <a:p/>
          <a:p>
            <a:r>
              <a:t>왼쪽 입력은 삼, 팔이고 오른쪽 입력은 이, 육입니다. 각 입력 안에서는 이미 정렬이 끝나 있습니다. 지금까지 다른 병합에서 사용한 화살표를 이어 쓰는 것이 아니라, 새 머지를 시작하므로 아이와 제이를 다시 영으로 놓습니다. 파란 아이는 왼쪽 첫 칸을, 초록 제이는 오른쪽 첫 칸을 가리킵니다. 아래 결과의 점은 아직 값을 넣지 않은 자리입니다.</a:t>
            </a:r>
          </a:p>
          <a:p/>
          <a:p>
            <a:r>
              <a:t>지금 비교하는 것은 왼쪽 맨 앞의 삼과 오른쪽 맨 앞의 이입니다. 더 작은 이를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p>
            <a:r>
              <a:t>오른쪽의 작은 전체 배열에서는 이번에 처리하는 부분만 색으로 표시했습니다. 지금 보는 네 개는 전체 여덟 개 중 왼쪽 네 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삼과 오른쪽의 이입니다. 이가 더 작으므로 오른쪽의 값을 결과 뒤에 넣었습니다. 아래 결과는 이입니다. 사용한 값은 오른쪽에 있었으니 제이만 영에서 일로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다음 비교 대상은 화살표가 가리키는 왼쪽 삼과 오른쪽 육입니다. 이 둘 중 더 작은 삼을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삼과 오른쪽의 육입니다. 삼이 더 작으므로 왼쪽의 값을 결과 뒤에 넣었습니다. 아래 결과는 이, 삼입니다. 사용한 값은 왼쪽에 있었으니 아이만 영에서 일로 이동했습니다. 반대쪽의 제이는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다음 비교 대상은 화살표가 가리키는 왼쪽 팔과 오른쪽 육입니다. 이 둘 중 더 작은 육을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팔과 오른쪽의 육입니다. 육이 더 작으므로 오른쪽의 값을 결과 뒤에 넣었습니다. 아래 결과는 이, 삼, 육입니다. 사용한 값은 오른쪽에 있었으니 제이만 일에서 이로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오른쪽의 제이가 이가 되어 오른쪽 길이 이와 같아졌습니다. 오른쪽 값을 모두 사용한 것입니다. 왼쪽에는 팔이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삼, 팔과 이, 육을 비교해서 결과에 이, 삼, 육을 넣었습니다. 오른쪽에서는 이도 사용했고 육도 사용했으니까 더 가져올 값이 없습니다. 왼쪽에서는 삼을 사용했고, 아직 팔이 남아 있어요.</a:t>
            </a:r>
          </a:p>
          <a:p/>
          <a:p>
            <a:r>
              <a:t>앞의 비교 반복문은 양쪽 모두 값이 남아 있을 때만 실행됩니다. 한쪽이 비었는데 그쪽의 값을 읽으려고 하면 배열 범위를 벗어나게 되죠. 따라서 이 상태에서는 두 값을 비교하는 반복을 끝내고, 값이 남은 쪽을 처리하는 반복으로 넘어갑니다.</a:t>
            </a:r>
          </a:p>
          <a:p/>
          <a:p>
            <a:r>
              <a:t>그림에서 왼쪽의 팔을 결과 맨 뒤로 옮기면 이, 삼, 육, 팔이 됩니다. 왜 남은 값을 다시 정렬하지 않아도 될까요? 왼쪽 배열은 처음부터 정렬되어 있었기 때문입니다. 지금은 하나만 남았지만, 여러 값이 남아 있더라도 그 값들의 순서는 이미 작은 값부터 큰 값입니다. 그 순서대로 결과에 붙이면 됩니다.</a:t>
            </a:r>
          </a:p>
          <a:p/>
          <a:p>
            <a:r>
              <a:t>파이썬 코드에서는 남은 왼쪽 값을 처리하는 와일문과 남은 오른쪽 값을 처리하는 와일문을 따로 씁니다. 빈 쪽의 와일문은 조건이 처음부터 거짓이라서 한 번도 실행되지 않습니다. 그래서 양쪽 반복문을 모두 적어도 괜찮아요. 여기서는 남은 팔을 아웃에 붙인 다음 아이를 한 칸 늘리면 이번 병합이 끝납니다. 다음 장에서 배열 칸과 인덱스로 같은 동작을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113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팔을 결과 뒤에 하나 붙입니다. 코드에서는 맨 위의 비교 와일을 빠져나온 뒤, 왼쪽의 남은 값을 붙이는 와일이 하는 일입니다. 아이는 일에서 이로 바뀝니다. 없는 오른쪽 원소를 다시 읽으면 배열 범위를 벗어나므로, 한쪽이 끝났다는 조건을 먼저 확인해야 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이제 두 입력의 원소 네 개를 모두 사용했습니다. 결과는 이, 삼, 육, 팔이고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이, 삼, 육, 팔을 반환했습니다. 이제 처음 함수의 다음 줄로 넘어가 오른쪽 네 개를 정렬합니다. 오른쪽의 칠, 일, 오, 사도 같은 방식으로 나누며, 먼저 칠 하나와 일 하나의 결과를 받습니다. 이것이 네 번째 병합입니다.</a:t>
            </a:r>
          </a:p>
          <a:p/>
          <a:p>
            <a:r>
              <a:t>왼쪽 입력은 칠이고 오른쪽 입력은 일입니다. 각 입력 안에서는 이미 정렬이 끝나 있습니다. 지금까지 다른 병합에서 사용한 화살표를 이어 쓰는 것이 아니라, 새 머지를 시작하므로 아이와 제이를 다시 영으로 놓습니다. 파란 아이는 왼쪽 첫 칸을, 초록 제이는 오른쪽 첫 칸을 가리킵니다. 아래 결과의 점은 아직 값을 넣지 않은 자리입니다.</a:t>
            </a:r>
          </a:p>
          <a:p/>
          <a:p>
            <a:r>
              <a:t>지금 비교하는 것은 왼쪽 맨 앞의 칠과 오른쪽 맨 앞의 일입니다. 더 작은 일을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p>
            <a:r>
              <a:t>오른쪽의 작은 전체 배열에서는 이번에 처리하는 부분만 색으로 표시했습니다. 지금 보는 두 개는 전체 여덟 개 중 오른쪽 네 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칠과 오른쪽의 일입니다. 일이 더 작으므로 오른쪽의 값을 결과 뒤에 넣었습니다. 아래 결과는 일입니다. 사용한 값은 오른쪽에 있었으니 제이만 영에서 일로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오른쪽의 제이가 일이 되어 오른쪽 길이 일과 같아졌습니다. 오른쪽 값을 모두 사용한 것입니다. 왼쪽에는 칠이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칠을 결과 뒤에 하나 붙입니다. 코드에서는 맨 위의 비교 와일을 빠져나온 뒤, 왼쪽의 남은 값을 붙이는 와일이 하는 일입니다. 아이는 영에서 일로 바뀝니다. 없는 오른쪽 원소를 다시 읽으면 배열 범위를 벗어나므로, 한쪽이 끝났다는 조건을 먼저 확인해야 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이제 두 입력의 원소 두 개를 모두 사용했습니다. 결과는 일, 칠이고 작은 값부터 정렬되어 있습니다. 새 결과를 반환하면 이번 호출이 끝납니다. ⑥번 병합에서 이 정렬 결과를 입력으로 사용합니다. 더 큰 병합이 시작될 때에는 아이와 제이를 다시 영에서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일, 칠이 되었습니다. 이제 뒤쪽의 오, 사를 처리합니다. 한 원소씩 나눠 오 하나와 사 하나를 돌려받았으므로, 이 둘을 정렬된 두 원소로 합칠 수 있습니다. 오른쪽 네 개를 합치기 전에 반드시 이 결과도 준비해야 합니다.</a:t>
            </a:r>
          </a:p>
          <a:p/>
          <a:p>
            <a:r>
              <a:t>왼쪽 입력은 오고 오른쪽 입력은 사입니다. 각 입력 안에서는 이미 정렬이 끝나 있습니다. 지금까지 다른 병합에서 사용한 화살표를 이어 쓰는 것이 아니라, 새 머지를 시작하므로 아이와 제이를 다시 영으로 놓습니다. 파란 아이는 왼쪽 첫 칸을, 초록 제이는 오른쪽 첫 칸을 가리킵니다. 아래 결과의 점은 아직 값을 넣지 않은 자리입니다.</a:t>
            </a:r>
          </a:p>
          <a:p/>
          <a:p>
            <a:r>
              <a:t>지금 비교하는 것은 왼쪽 맨 앞의 오와 오른쪽 맨 앞의 사입니다. 더 작은 사를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p>
            <a:r>
              <a:t>오른쪽의 작은 전체 배열에서는 이번에 처리하는 부분만 색으로 표시했습니다. 지금 보는 두 개는 전체 여덟 개 중 오른쪽 네 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오와 오른쪽의 사입니다. 사가 더 작으므로 오른쪽의 값을 결과 뒤에 넣었습니다. 아래 결과는 사입니다. 사용한 값은 오른쪽에 있었으니 제이만 영에서 일로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오른쪽의 제이가 일이 되어 오른쪽 길이 일과 같아졌습니다. 오른쪽 값을 모두 사용한 것입니다. 왼쪽에는 오가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오를 결과 뒤에 하나 붙입니다. 코드에서는 맨 위의 비교 와일을 빠져나온 뒤, 왼쪽의 남은 값을 붙이는 와일이 하는 일입니다. 아이는 영에서 일로 바뀝니다. 없는 오른쪽 원소를 다시 읽으면 배열 범위를 벗어나므로, 한쪽이 끝났다는 조건을 먼저 확인해야 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이제 두 입력의 원소 두 개를 모두 사용했습니다. 결과는 사, 오고 작은 값부터 정렬되어 있습니다. 새 결과를 반환하면 이번 호출이 끝납니다. ⑥번 병합에서 이 정렬 결과를 입력으로 사용합니다. 더 큰 병합이 시작될 때에는 아이와 제이를 다시 영에서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일, 칠을 받았고, 다섯 번째 병합에서 사, 오를 받았습니다. 따라서 지금 비교할 두 배열은 일, 칠과 사, 오입니다. 원래 순서인 칠, 일과 오, 사를 그대로 쓰는 것이 아닙니다. 이 병합이 끝나면 오른쪽 네 개도 정렬된 결과를 반환합니다.</a:t>
            </a:r>
          </a:p>
          <a:p/>
          <a:p>
            <a:r>
              <a:t>왼쪽 입력은 일, 칠이고 오른쪽 입력은 사, 오입니다. 각 입력 안에서는 이미 정렬이 끝나 있습니다. 지금까지 다른 병합에서 사용한 화살표를 이어 쓰는 것이 아니라, 새 머지를 시작하므로 아이와 제이를 다시 영으로 놓습니다. 파란 아이는 왼쪽 첫 칸을, 초록 제이는 오른쪽 첫 칸을 가리킵니다. 아래 결과의 점은 아직 값을 넣지 않은 자리입니다.</a:t>
            </a:r>
          </a:p>
          <a:p/>
          <a:p>
            <a:r>
              <a:t>지금 비교하는 것은 왼쪽 맨 앞의 일과 오른쪽 맨 앞의 사입니다. 더 작은 일을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p>
            <a:r>
              <a:t>오른쪽의 작은 전체 배열에서는 이번에 처리하는 부분만 색으로 표시했습니다. 지금 보는 네 개는 전체 여덟 개 중 오른쪽 네 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일과 오른쪽의 사입니다. 일이 더 작으므로 왼쪽의 값을 결과 뒤에 넣었습니다. 아래 결과는 일입니다. 사용한 값은 왼쪽에 있었으니 아이만 영에서 일로 이동했습니다. 반대쪽의 제이는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다음 비교 대상은 화살표가 가리키는 왼쪽 칠과 오른쪽 사입니다. 이 둘 중 더 작은 사를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칠과 오른쪽의 사입니다. 사가 더 작으므로 오른쪽의 값을 결과 뒤에 넣었습니다. 아래 결과는 일, 사입니다. 사용한 값은 오른쪽에 있었으니 제이만 영에서 일로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다음 비교 대상은 화살표가 가리키는 왼쪽 칠과 오른쪽 오입니다. 이 둘 중 더 작은 오를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칠과 오른쪽의 오입니다. 오가 더 작으므로 오른쪽의 값을 결과 뒤에 넣었습니다. 아래 결과는 일, 사, 오입니다. 사용한 값은 오른쪽에 있었으니 제이만 일에서 이로 이동했습니다. 반대쪽의 아이는 움직이지 않습니다. 아직 그쪽 값을 결과에 넣지 않았기 때문입니다. 두 화살표를 함께 옮기면 사용하지 않은 원소를 건너뛰게 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오른쪽의 제이가 이가 되어 오른쪽 길이 이와 같아졌습니다. 오른쪽 값을 모두 사용한 것입니다. 왼쪽에는 칠이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칠을 결과 뒤에 하나 붙입니다. 코드에서는 맨 위의 비교 와일을 빠져나온 뒤, 왼쪽의 남은 값을 붙이는 와일이 하는 일입니다. 아이는 일에서 이로 바뀝니다. 없는 오른쪽 원소를 다시 읽으면 배열 범위를 벗어나므로, 한쪽이 끝났다는 조건을 먼저 확인해야 합니다.</a:t>
            </a:r>
          </a:p>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p>
            <a:r>
              <a:t>이제 두 입력의 원소 네 개를 모두 사용했습니다. 결과는 일, 사, 오, 칠이고 작은 값부터 정렬되어 있습니다. 새 결과를 반환하면 이번 호출이 끝납니다. 오른쪽 네 개의 정렬도 끝났습니다. 처음 함수는 앞에서 받은 왼쪽 이, 삼, 육, 팔과 지금 받은 오른쪽 일, 사, 오, 칠을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이, 삼, 육, 팔이고 오른쪽 배열은 일, 사, 오, 칠입니다. 두 배열은 각각 정렬되어 있지만, 이것을 그냥 이어 붙이면 이, 삼, 육, 팔, 일, 사, 오, 칠이 되겠죠. 전체는 정렬되지 않습니다. 그래서 두 배열의 값을 작은 것부터 골라 새 결과에 넣어야 합니다.</a:t>
            </a:r>
          </a:p>
          <a:p/>
          <a:p>
            <a:r>
              <a:t>파란 화살표 아이는 왼쪽에서 다음에 사용할 위치이고, 초록 화살표 제이는 오른쪽에서 다음에 사용할 위치입니다. 아직 아무 값도 사용하지 않았으므로 둘 다 인덱스 영, 즉 첫 번째 칸을 가리킵니다. 배열의 값 이와 인덱스 영은 서로 다른 것이라는 점도 구분해 주세요.</a:t>
            </a:r>
          </a:p>
          <a:p/>
          <a:p>
            <a:r>
              <a:t>지금 비교하는 값은 왼쪽의 이와 오른쪽의 일입니다. 일이 더 작으므로 첫 결과로 일을 넣으면 됩니다. 왜 왼쪽 뒤의 삼, 육, 팔까지 전부 확인하지 않을까요? 왼쪽은 이미 정렬되어 있어서 맨 앞 이가 왼쪽의 남은 값 중 가장 작습니다. 오른쪽에서도 맨 앞 일이 가장 작습니다. 따라서 이 두 값 중 작은 것이 전체 남은 값 중에서도 가장 작습니다.</a:t>
            </a:r>
          </a:p>
          <a:p/>
          <a:p>
            <a:r>
              <a:t>화면 아래의 점들은 아직 결과에 넣지 않은 자리입니다. 실제 코드에서는 처음에 빈 리스트로 시작하고, 값을 고를 때마다 맨 뒤에 하나씩 붙입니다. 다음 화면에서는 일을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일을 골라 결과에 넣었습니다. 아래 결과 배열의 첫 칸이 일로 바뀌었죠. 그다음 오른쪽 화살표 제이가 인덱스 영에서 일로 이동했습니다. 이제 오른쪽에서는 사를 보고 있습니다.</a:t>
            </a:r>
          </a:p>
          <a:p/>
          <a:p>
            <a:r>
              <a:t>왼쪽 화살표 아이는 왜 그대로일까요? 왼쪽의 이를 아직 결과에 넣지 않았기 때문입니다. 값 하나를 사용했을 때 그 배열의 화살표만 다음 칸으로 옮깁니다. 양쪽을 동시에 옮기면 왼쪽의 이를 사용하지도 않고 지나쳐 버리게 됩니다. 반대로 오른쪽 화살표를 옮기지 않으면 이미 넣은 일을 다시 고르게 됩니다.</a:t>
            </a:r>
          </a:p>
          <a:p/>
          <a:p>
            <a:r>
              <a:t>여기서 화살표가 움직인다는 것은 배열의 숫자가 움직인다는 뜻이 아닙니다. 오른쪽의 일을 배열에서 지워서 당기는 것도 아닙니다. 원래 두 배열은 그대로 두고, 다음에 읽을 위치를 나타내는 인덱스만 바꿉니다.</a:t>
            </a:r>
          </a:p>
          <a:p/>
          <a:p>
            <a:r>
              <a:t>이제 다음 비교 대상은 왼쪽의 이와 오른쪽의 사입니다. 두 값 중 무엇을 넣어야 할까요? 이입니다. 결과에는 이미 일이 있으니, 그 뒤에 이를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이와 오른쪽의 사를 봤습니다. 이가 더 작으니 결과 뒤에 이를 붙였습니다. 그래서 아래 결과가 일, 이가 되었고, 왼쪽 화살표 아이는 인덱스 영에서 일로 옮겨졌습니다. 이제 왼쪽의 다음 값은 삼입니다.</a:t>
            </a:r>
          </a:p>
          <a:p/>
          <a:p>
            <a:r>
              <a:t>오른쪽 화살표 제이는 인덱스 일에 그대로 있습니다. 오른쪽의 사를 아직 사용하지 않았기 때문입니다. 앞에서 일을 넣은 뒤 사가 비교 대상이 됐지만, 이번에는 이가 더 작아서 사가 선택되지 않은 것입니다. 다음 비교에도 사가 다시 나오는 것이 정상입니다.</a:t>
            </a:r>
          </a:p>
          <a:p/>
          <a:p>
            <a:r>
              <a:t>지금 왼쪽에서 이미 사용한 값은 이고, 오른쪽에서 이미 사용한 값은 일입니다. 두 화살표는 각 배열에서 아직 사용하지 않은 첫 값을 가리킵니다. 화살표가 지나간 칸은 결과에 들어간 값, 화살표부터 뒤쪽은 아직 남아 있는 값이라고 생각하면 됩니다.</a:t>
            </a:r>
          </a:p>
          <a:p/>
          <a:p>
            <a:r>
              <a:t>다음에는 왼쪽의 삼과 오른쪽의 사를 비교합니다. 다시 왼쪽의 삼이 작죠. 그래서 삼을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삼을 넣은 상태입니다. 아래 결과는 일, 이, 삼이 되었고, 왼쪽 화살표 아이는 인덱스 일에서 이로 이동했습니다. 이제 왼쪽에서 가리키는 값은 육입니다. 오른쪽 화살표는 여전히 인덱스 일의 사를 가리킵니다.</a:t>
            </a:r>
          </a:p>
          <a:p/>
          <a:p>
            <a:r>
              <a:t>오른쪽의 사가 여러 번 비교에 등장하니까 이상하게 느껴질 수도 있습니다. 하지만 사보다 작은 왼쪽 값 이와 삼을 먼저 사용한 것이죠. 아직 사를 넣지 않았으므로 오른쪽 화살표를 움직이면 안 됩니다. 오른쪽에 같은 값이 복사되어 생긴 것도 아니고, 비교할 때마다 결과에 들어가는 것도 아닙니다.</a:t>
            </a:r>
          </a:p>
          <a:p/>
          <a:p>
            <a:r>
              <a:t>이제 남은 값들을 보세요. 왼쪽에는 육, 팔이 있고 오른쪽에는 사, 오, 칠이 있습니다. 각 배열의 첫 값인 육과 사만 비교하면, 남은 전체에서 가장 작은 값이 사라는 것을 알 수 있습니다. 이미 넣은 일, 이, 삼을 다시 비교할 필요도 없습니다.</a:t>
            </a:r>
          </a:p>
          <a:p/>
          <a:p>
            <a:r>
              <a:t>따라서 다음 단계에서는 오른쪽의 사를 넣습니다. 이번에는 왼쪽 화살표는 그대로 두고 오른쪽 화살표를 움직입니다. 비교 대상이 삼과 사에서 육과 사로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육보다 오른쪽의 사가 작았습니다. 그래서 결과 뒤에 사를 넣었고, 아래는 일, 이, 삼, 사가 되었습니다. 오른쪽 화살표 제이는 인덱스 일에서 이로 이동해서 이제 오를 가리킵니다.</a:t>
            </a:r>
          </a:p>
          <a:p/>
          <a:p>
            <a:r>
              <a:t>왼쪽 화살표 아이는 인덱스 이에 그대로 있습니다. 왼쪽의 육은 비교에는 참여했지만 선택되지 않았습니다. 비교했다는 것과 사용했다는 것을 구분해야 합니다. 사용한 값의 화살표만 움직이는 이유가 바로 이것입니다.</a:t>
            </a:r>
          </a:p>
          <a:p/>
          <a:p>
            <a:r>
              <a:t>현재 왼쪽에서 남은 값은 육, 팔이고, 오른쪽에서 남은 값은 오, 칠입니다. 이 값들을 다시 처음부터 정렬할 필요는 없습니다. 각 배열 안에서는 이미 순서가 정해져 있으니 다음 두 값 육과 오만 보면 됩니다.</a:t>
            </a:r>
          </a:p>
          <a:p/>
          <a:p>
            <a:r>
              <a:t>다음에는 오가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오를 넣었습니다. 왼쪽의 육과 오른쪽의 오를 비교해서 오가 더 작았기 때문입니다. 아래 결과는 일, 이, 삼, 사, 오가 되었고, 오른쪽 화살표 제이는 인덱스 이에서 삼으로 이동했습니다. 이제 오른쪽의 마지막 값 칠을 보고 있습니다.</a:t>
            </a:r>
          </a:p>
          <a:p/>
          <a:p>
            <a:r>
              <a:t>왼쪽 화살표는 여전히 육을 가리킵니다. 육보다 작은 오른쪽 값 사와 오가 먼저 들어간 것이지, 육을 건너뛴 것은 아닙니다. 이제 다음 비교 대상은 육과 칠이 됩니다. 이번에는 육이 작으므로 다음 단계에서 왼쪽 값을 사용합니다.</a:t>
            </a:r>
          </a:p>
          <a:p/>
          <a:p>
            <a:r>
              <a:t>여기까지 과정을 되짚어 보면, 결과에는 항상 현재 남은 값 중 가장 작은 값이 추가됐습니다. 그래서 이미 만들어진 결과 일, 이, 삼, 사, 오의 순서가 흐트러지지 않습니다. 새로 넣는 값은 앞에서 넣은 값보다 작아지지 않습니다.</a:t>
            </a:r>
          </a:p>
          <a:p/>
          <a:p>
            <a:r>
              <a:t>오른쪽 화살표가 마지막 칸에 있다고 해서 바로 병합을 끝내는 것도 아닙니다. 인덱스 삼의 칠은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육과 오른쪽의 칠을 봤고, 더 작은 육을 결과 뒤에 넣었습니다. 아래 결과는 일부터 육까지가 되었습니다. 왼쪽 화살표 아이가 인덱스 이에서 삼으로 옮겨져서 이제 팔을 가리킵니다.</a:t>
            </a:r>
          </a:p>
          <a:p/>
          <a:p>
            <a:r>
              <a:t>현재 두 화살표는 모두 각 배열의 마지막 칸, 인덱스 삼에 있습니다. 하지만 두 배열을 다 사용한 것은 아닙니다. 왼쪽에는 팔이 하나 남아 있고 오른쪽에는 칠이 하나 남아 있습니다. 그래서 비교 반복문을 한 번 더 실행해야 합니다.</a:t>
            </a:r>
          </a:p>
          <a:p/>
          <a:p>
            <a:r>
              <a:t>여기서 코드의 조건이 인덱스가 배열 길이보다 작은지 확인하는 이유를 생각해 보세요. 길이가 사면 사용할 수 있는 인덱스는 영, 일, 이, 삼입니다. 지금 삼은 정상적인 위치이므로 아직 읽어도 됩니다. 다음 칸인 사가 되면 그때는 읽을 값이 없습니다.</a:t>
            </a:r>
          </a:p>
          <a:p/>
          <a:p>
            <a:r>
              <a:t>다음 비교는 팔과 칠입니다. 칠이 더 작으므로 오른쪽의 마지막 값을 결과에 넣습니다. 그러면 오른쪽 화살표는 인덱스 사로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칠을 넣었습니다. 왼쪽의 팔보다 오른쪽의 칠이 작았기 때문입니다. 아래 결과에는 일, 이, 삼, 사, 오, 육, 칠이 들어 있습니다. 이제 오른쪽의 일, 사, 오, 칠을 모두 사용했습니다.</a:t>
            </a:r>
          </a:p>
          <a:p/>
          <a:p>
            <a:r>
              <a:t>오른쪽 화살표 제이는 삼에서 사로 증가했습니다. 길이가 사인 배열에는 인덱스 사의 원소가 없습니다. 화면에서 오른쪽 화살표 대신 사용 완료라고 표시한 이유입니다. 이때 오른쪽의 다음 값을 읽으려고 하면 오류가 납니다. 더 비교할 값이 없으니 비교 반복문을 멈춰야 합니다.</a:t>
            </a:r>
          </a:p>
          <a:p/>
          <a:p>
            <a:r>
              <a:t>왼쪽에는 아직 팔이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p>
            <a:r>
              <a:t>오른쪽이 끝났다고 전체 정렬이 끝난 것으로 처리하면 팔이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팔이 하나 남아 있었습니다. 그 팔을 결과 뒤에 붙여서 일, 이, 삼, 사, 오, 육, 칠, 팔을 완성했습니다. 두 배열에 있던 원소가 빠짐없이 한 번씩 결과에 들어갔습니다.</a:t>
            </a:r>
          </a:p>
          <a:p/>
          <a:p>
            <a:r>
              <a:t>여기서 마지막 팔은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p>
            <a:r>
              <a:t>반대로 왼쪽 배열이 먼저 끝날 수도 있습니다. 그때는 오른쪽의 남은 부분을 붙이면 됩니다. 어느 쪽이 먼저 끝날지는 입력 값에 따라 달라지므로 코드에서는 양쪽의 남은 부분을 모두 처리합니다. 이미 다 쓴 쪽의 남은 값 반복문은 처음부터 조건이 거짓이어서 실행되지 않습니다.</a:t>
            </a:r>
          </a:p>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파이썬 코드로 읽어 보겠습니다. 함수 이름은 머지이고, 레프트와 라이트라는 두 리스트를 받습니다. 여기서 중요한 조건이 있습니다. 두 리스트는 각각 이미 정렬되어 있어야 합니다. 앞에서 만든 왼쪽 이, 삼, 육, 팔과 오른쪽 일, 사, 오, 칠이 바로 그런 입력입니다. 섞인 배열을 아무렇게나 둘로 잘라서 이 함수에 바로 넣는 것은 아닙니다. 두 구간을 먼저 정렬한 다음 이 함수를 호출합니다.</a:t>
            </a:r>
          </a:p>
          <a:p/>
          <a:p>
            <a:r>
              <a:t>함수 안의 첫 줄에서 아웃을 빈 리스트로 만듭니다. 아웃은 지금부터 작은 값을 하나씩 모을 결과입니다. 다음 줄의 아이와 제이는 둘 다 영으로 시작합니다. 아이는 왼쪽에서 다음에 읽을 위치, 제이는 오른쪽에서 다음에 읽을 위치입니다. 숫자 영은 배열의 값이 아니라 첫 번째 칸의 인덱스입니다.</a:t>
            </a:r>
          </a:p>
          <a:p/>
          <a:p>
            <a:r>
              <a:t>와일 조건을 보세요. 아이가 왼쪽 길이보다 작고, 동시에 제이가 오른쪽 길이보다 작아야 합니다. 양쪽에 읽을 값이 남아 있을 때만 비교한다는 뜻입니다. 길이가 사면 마지막 인덱스는 삼입니다. 인덱스가 사가 되면 더 읽으면 안 되니까, 길이보다 작다는 조건을 씁니다. 가운데의 앤드 때문에 양쪽 조건을 모두 만족해야 반복문 안으로 들어갑니다.</a:t>
            </a:r>
          </a:p>
          <a:p/>
          <a:p>
            <a:r>
              <a:t>이제 이프에서 왼쪽의 현재 값과 오른쪽의 현재 값을 비교합니다. 처음에는 이와 일입니다. 이가 일 이하가 아니므로 엘스로 갑니다. 오른쪽의 일을 아웃의 맨 뒤에 붙이고, 제이만 하나 늘립니다. 어펜드는 값 하나를 리스트 끝에 추가하는 함수입니다. 그래서 결과는 일 하나가 되고, 다음 오른쪽 값은 사가 됩니다. 왼쪽의 이는 아직 사용하지 않았으니 아이는 그대로 영입니다.</a:t>
            </a:r>
          </a:p>
          <a:p/>
          <a:p>
            <a:r>
              <a:t>다음 반복에서는 이와 사를 비교합니다. 이번에는 이프가 참이므로 왼쪽의 이를 붙이고 아이만 하나 늘립니다. 결과는 일, 이고, 다음 비교는 삼과 사가 됩니다. 같은 방식으로 삼, 사, 오, 육, 칠이 차례로 들어갑니다. 두 인덱스를 동시에 늘리면 사용하지 않은 값을 건너뛰게 되므로, 선택한 쪽만 늘려야 합니다.</a:t>
            </a:r>
          </a:p>
          <a:p/>
          <a:p>
            <a:r>
              <a:t>비교 기호가 작다만 있는 것이 아니라 작거나 같다라는 점도 보세요. 두 값이 같으면 왼쪽 값을 먼저 넣습니다. 예를 들어 값은 둘 다 이지만 서로 다른 학생의 기록이라고 생각하면, 왼쪽에 있던 기록의 순서를 먼저 유지하는 것입니다. 이 규칙이 병합 정렬의 안정성과 연결됩니다.</a:t>
            </a:r>
          </a:p>
          <a:p/>
          <a:p>
            <a:r>
              <a:t>오른쪽의 마지막 칠을 사용하면 제이는 사가 됩니다. 오른쪽 길이도 사므로 맨 위 와일의 조건이 거짓이 되어 비교를 멈춥니다. 하지만 왼쪽에는 팔이 남아 있죠. 그래서 아래에 두 번째 와일이 있습니다. 아이가 왼쪽 길이보다 작은 동안, 왼쪽 리스트의 아이 인덱스 값를 어펜드로 결과 뒤에 하나 붙이고 아이를 일 늘립니다. 지금 아이는 삼이므로 왼쪽의 마지막 팔을 붙인 다음 사가 됩니다. 다시 조건을 확인하면 사는 길이 사보다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p>
            <a:r>
              <a:t>세 번째 와일은 오른쪽에 남은 값을 붙이는 부분입니다. 이번 예에서는 제이가 이미 사므로 처음부터 조건이 거짓이고 한 번도 실행하지 않습니다. 반대로 왼쪽이 먼저 끝나는 입력이라면 두 번째 와일을 건너뛰고 이 세 번째 와일에서 오른쪽 값을 하나씩 붙입니다. 예를 들어 왼쪽이 일, 이고 오른쪽이 삼, 사면, 위의 비교에서 일과 이를 먼저 넣고 아래의 오른쪽 와일에서 삼과 사를 넣는 것입니다. 처음부터 한쪽이 빈 리스트여도 이 구조로 처리할 수 있습니다. 세 와일의 역할을 정리하면, 첫 번째는 양쪽 값을 비교해서 작은 값을 넣고, 두 번째는 남은 왼쪽 값을 넣고, 세 번째는 남은 오른쪽 값을 넣습니다. 마지막 리턴은 완성된 결과를 호출한 곳으로 돌려줍니다. 원래 레프트와 라이트는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머지는 정렬된 리스트 두 개를 합치는 함수였습니다. 그러면 아직 섞여 있는 리스트를 어떻게 정렬할까요? 지금 보는 머지 소트가 입력을 작게 나눠 정렬하고, 마지막에 머지를 호출하는 역할을 합니다. 두 함수의 역할을 구분해서 읽어 보겠습니다.</a:t>
            </a:r>
          </a:p>
          <a:p/>
          <a:p>
            <a:r>
              <a:t>맨 위의 조건은 길이가 일 이하인지 확인합니다. 빈 리스트이거나 원소가 하나이면 이미 정렬되어 있으므로 더 나누지 않고 돌려줍니다. 배열 에이 전체를 복사하는 슬라이싱는 리스트 전체를 복사해서 반환한다는 뜻입니다. 여기서 빈 입력도 함께 처리하므로, 재귀를 계속 호출하지 않고 안전하게 끝낼 수 있습니다.</a:t>
            </a:r>
          </a:p>
          <a:p/>
          <a:p>
            <a:r>
              <a:t>원소가 여러 개이면 미드를 길이의 절반으로 잡습니다. 여덟 개에서는 팔을 이로 나눈 몫인 사입니다. 미드 바로 앞까지의 왼쪽 슬라이싱는 인덱스 영부터 삼까지, 즉 팔, 삼, 육, 이입니다. 미드부터 끝까지의 오른쪽 슬라이싱는 인덱스 사부터 끝까지, 즉 칠, 일, 오, 사입니다. 슬라이싱의 끝 인덱스는 포함하지 않기 때문에, 가운데 원소를 중복해서 가져오거나 빠뜨리지 않습니다.</a:t>
            </a:r>
          </a:p>
          <a:p/>
          <a:p>
            <a:r>
              <a:t>이제 레프트를 계산하는 대입문을 보세요. 대입문의 오른쪽 식에서 왼쪽 절반을 입력으로 머지 소트를 다시 호출합니다. 재귀 호출은 같은 함수를 더 작은 입력으로 부르는 것입니다. 왼쪽 팔, 삼, 육, 이를 다시 팔, 삼과 육, 이로 나누고, 팔, 삼은 다시 팔 하나와 삼 하나로 나눕니다. 하나가 되면 첫 조건에서 반환합니다. 두 결과가 돌아오면 머지가 삼, 팔을 만들고, 같은 방법으로 이, 육도 만듭니다. 이 둘을 병합하면 왼쪽 전체의 정렬 결과 이, 삼, 육, 팔이 됩니다.</a:t>
            </a:r>
          </a:p>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일, 사, 오, 칠을 반환합니다. 그러면 현재 호출의 레프트와 라이트에는 모두 정렬된 결과가 들어 있습니다.</a:t>
            </a:r>
          </a:p>
          <a:p/>
          <a:p>
            <a:r>
              <a:t>마지막 줄에서 이 두 결과를 머지에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p>
            <a:r>
              <a:t>아래 실행 예에서는 머지 소트가 반환한 새 리스트를 프린트로 출력합니다. 이 파이썬 코드는 원래 에이를 제자리에서 바꾸는 코드가 아닙니다. 머지 소트를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언어의 병합도 원리는 같습니다. 정렬된 두 구간의 앞쪽 값을 비교하고, 작은 값을 결과에 쓰는 것입니다. 다만 지금 코드는 레프트와 라이트라는 별도 배열 두 개를 만들지 않고, 하나의 배열 에이 안에서 두 구간을 인덱스로 구분합니다. 그래서 먼저 구간의 의미부터 확인하겠습니다.</a:t>
            </a:r>
          </a:p>
          <a:p/>
          <a:p>
            <a:r>
              <a:t>로부터 미드까지가 왼쪽 구간이고, 미드 플러스 일부터 하이까지가 오른쪽 구간입니다. 양쪽 끝 인덱스를 모두 포함합니다. 예를 들어 에이에 이, 삼, 육, 팔, 일, 사, 오, 칠이 들어 있다면, 로가 영, 미드가 삼, 하이가 칠일 때 왼쪽은 인덱스 영부터 삼까지이고 오른쪽은 사부터 칠까지입니다. 각 구간 안에서는 이미 정렬되어 있습니다.</a:t>
            </a:r>
          </a:p>
          <a:p/>
          <a:p>
            <a:r>
              <a:t>첫 줄에서 아이는 로, 제이는 미드 플러스 일, 케이도 시작 인덱스인 로에서 출발합니다. 아이와 제이는 각각 왼쪽과 오른쪽에서 읽을 위치이고, 케이는 임시 배열 템프에 쓸 위치입니다. 임시 배열을 사용하는 이유는 원래 에이에서 아직 읽지 않은 값을 덮어쓰지 않기 위해서입니다. 원래 배열은 비교할 때 읽고, 선택한 값은 우선 템프에 저장합니다.</a:t>
            </a:r>
          </a:p>
          <a:p/>
          <a:p>
            <a:r>
              <a:t>와일에서는 아이가 미드 이하이고 제이가 하이 이하인지 확인합니다. 양쪽에 값이 남아 있을 때만 비교한다는 뜻입니다. 첫 비교는 배열 에이의 영 인덱스에 있는 이와 배열 에이의 사 인덱스에 있는 일입니다. 오른쪽 일이 작으므로 엘스 줄이 실행됩니다. 템프의 첫 칸에 일을 쓰고, 쓰기 위치 케이와 오른쪽 읽기 위치 제이를 하나씩 늘립니다.</a:t>
            </a:r>
          </a:p>
          <a:p/>
          <a:p>
            <a:r>
              <a:t>템프의 케이 위치와 에이의 제이 위치 뒤에 각각 플러스 기호 두 개가 붙은 후위 증가 연산자가 있으면 낯설 수 있습니다. 뒤에 붙은 증가는 현재 위치를 먼저 사용한 다음 인덱스를 늘린다는 뜻입니다. 지금 줄을 풀어 읽으면, 템프의 케이 위치에 에이의 제이 위치 값을 넣고, 케이와 제이를 각각 하나 증가시키는 것입니다. 다음 반복에서는 왼쪽 이와 오른쪽 사를 비교해서 왼쪽의 이를 넣습니다. 그때는 케이와 아이만 증가합니다.</a:t>
            </a:r>
          </a:p>
          <a:p/>
          <a:p>
            <a:r>
              <a:t>어느 한쪽이 끝나면 첫 와일을 나옵니다. 그 뒤의 두 와일은 남은 값을 옮기는 부분입니다. 왼쪽에 남아 있으면 아이부터 미드까지, 오른쪽에 남아 있으면 제이부터 하이까지 템프에 이어 씁니다. 먼저 끝난 쪽의 조건은 이미 거짓이므로 아무것도 쓰지 않습니다.</a:t>
            </a:r>
          </a:p>
          <a:p/>
          <a:p>
            <a:r>
              <a:t>이제 템프의 로부터 하이까지에 병합 결과가 완성되었습니다. 마지막 포는 이 결과를 에이의 같은 구간으로 복사합니다. 이 줄이 없으면 정렬 결과가 템프에만 있고 원래 에이는 바뀌지 않습니다. 이 씨 언어 함수는 새 배열을 리턴하는 대신 원래 배열 에이의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씨 언어에서 전체 병합 정렬을 호출하는 순서를 보겠습니다. 함수의 입력은 원래 배열 에이, 임시 배열 템프, 정렬할 구간의 처음 로와 마지막 하이입니다. 앞에서 정한 것처럼 로와 하이 위치를 모두 포함합니다. 배열 길이가 여덟 개라면 처음 구간은 영부터 칠입니다.</a:t>
            </a:r>
          </a:p>
          <a:p/>
          <a:p>
            <a:r>
              <a:t>첫 조건에서 로가 하이 이상이면 바로 반환합니다. 로와 하이가 같으면 원소 하나인 구간입니다. 로가 하이보다 크면 빈 구간이고요. 둘 다 더 정렬할 필요가 없으니 재귀를 멈춥니다. 이 조건을 먼저 확인해야 작은 구간을 계속 나누는 일이 생기지 않습니다.</a:t>
            </a:r>
          </a:p>
          <a:p/>
          <a:p>
            <a:r>
              <a:t>다음으로 가운데 인덱스 미드를 계산합니다. 로가 영이고 하이가 칠이면 차이 칠을 이로 나눈 정수 몫은 삼이고, 로를 더하면 미드는 삼입니다. 그래서 왼쪽 재귀 호출은 영부터 삼까지, 오른쪽 재귀 호출은 사부터 칠까지가 됩니다. 왼쪽에 미드를 포함하고 오른쪽은 미드 플러스 일부터 시작하므로 원소가 빠지거나 겹치지 않습니다.</a:t>
            </a:r>
          </a:p>
          <a:p/>
          <a:p>
            <a:r>
              <a:t>첫 재귀 호출은 왼쪽 네 개를 정렬합니다. 그 안에서도 다시 영부터 일, 이부터 삼으로 나누고, 한 칸이 될 때까지 내려갑니다. 작은 구간의 정렬이 끝나면서 병합 결과가 에이에 복사됩니다. 왼쪽 호출이 모두 끝나면 에이의 왼쪽 구간은 이, 삼, 육, 팔이 됩니다. 그다음 오른쪽 호출을 실행해서 일, 사, 오, 칠을 만듭니다.</a:t>
            </a:r>
          </a:p>
          <a:p/>
          <a:p>
            <a:r>
              <a:t>두 호출이 끝난 뒤에야 마지막 머지를 실행합니다. 이 순서 덕분에 머지가 받는 왼쪽과 오른쪽 구간은 이미 정렬되어 있습니다. 마지막 병합에서 템프에 전체 결과를 만들고 에이로 복사하면 일부터 팔까지의 정렬이 끝납니다.</a:t>
            </a:r>
          </a:p>
          <a:p/>
          <a:p>
            <a:r>
              <a:t>아래 실행 예를 보면 에이와 크기 팔의 템프를 준비하고, 머지 소트에 영과 칠을 전달합니다. 템프는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에이의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실제 병합을 끝까지 해 보았죠. 이번에는 그 과정에서 일을 얼마나 했는지 세겠습니다. 왼쪽의 이, 삼, 육, 팔과 오른쪽의 일, 사, 오, 칠은 이미 정렬되어 있습니다. 두 줄의 맨 앞을 비교해서 작은 값을 결과에 넣었습니다. 일부터 시작해서 팔까지, 결과에는 여덟 개의 값이 들어갑니다.</a:t>
            </a:r>
          </a:p>
          <a:p/>
          <a:p>
            <a:r>
              <a:t>어떤 값을 양쪽에서 반복해서 다시 넣지는 않습니다. 한 값을 넣을 때마다 왼쪽이나 오른쪽의 인덱스가 하나 증가하고, 그 값은 사용을 마칩니다. 따라서 두 입력의 길이를 합친 만큼 결과에 넣는 작업을 합니다. 왼쪽 네 개와 오른쪽 네 개를 합치면 여덟 번 넣습니다. 왼쪽 다섯 개와 오른쪽 세 개를 합쳐도 여덟 번입니다.</a:t>
            </a:r>
          </a:p>
          <a:p/>
          <a:p>
            <a:r>
              <a:t>입력의 길이를 일반적으로 엔이라고 부르면, 한 번의 병합에서 결과에 넣는 횟수는 엔입니다. 비교와 인덱스 이동도 값 하나마다 일정한 횟수로 합니다. 그래서 병합 한 번의 시간이 엔에 비례한다고 말하고, 오 엔이라고 적습니다.</a:t>
            </a:r>
          </a:p>
          <a:p/>
          <a:p>
            <a:r>
              <a:t>여덟 번이라는 것은 지금 세고 있는 결과에 넣는 횟수입니다. 프로그램 전체가 명령어 여덟 개만 실행한다거나 여덟 초 걸린다는 뜻은 아닙니다. 다음 장의 세 반복문도 같은 여덟 개의 값을 나눠서 처리합니다. 그 뒤에는 이런 병합을 전체 정렬에서 몇 층이나 하는지 세겠습니다.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9026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코드의 와일문이 세 개라서 세 배쯤 오래 걸릴 수는 있지만, 그 때문에 시간 복잡도가 세제곱이 되는 것은 아닙니다. 무엇이 반복되는지를 보겠습니다. 왼쪽에 세 값, 오른쪽에 세 값이 있다고 하면 결과에 들어갈 값은 전부 여섯 개예요.</a:t>
            </a:r>
          </a:p>
          <a:p/>
          <a:p>
            <a:r>
              <a:t>첫 번째 와일문에서는 양쪽 현재 값을 비교하고 작은 값을 하나 결과에 넣습니다. 값을 넣을 때마다 왼쪽 인덱스 아이 또는 오른쪽 인덱스 제이 중 하나만 일씩 증가합니다. 이미 사용한 값을 앞으로 되돌려 다시 넣지는 않습니다. 한쪽을 다 쓰면 첫 반복은 끝납니다.</a:t>
            </a:r>
          </a:p>
          <a:p/>
          <a:p>
            <a:r>
              <a:t>두 번째와 세 번째 와일문은 남은 값을 처리합니다. 둘 중 값이 남은 쪽만 실제로 실행됩니다. 첫 반복에서 넣은 값과 남은 반복에서 넣은 값을 모두 합쳐도 피와 큐를 더한 개수입니다. 세 반복문은 서로 안에 들어 있는 것이 아니라 차례대로 실행되는 것이죠.</a:t>
            </a:r>
          </a:p>
          <a:p/>
          <a:p>
            <a:r>
              <a:t>따라서 병합 한 번은 전체 입력 길이에 비례하는 시간입니다. 피와 큐를 합친 길이를 엔이라고 하면 오 엔입니다. 비교 횟수와 결과에 넣는 횟수는 구분해야 합니다. 비교는 한쪽이 먼저 비면 끝나지만, 결과에는 여섯 값을 모두 넣어야 합니다. 이제 이 병합이 재귀 트리의 여러 층에서 반복되는 비용을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2659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보이는 배열들은 앞에서 직접 만든 정렬 결과입니다. 작은 병합부터 같은 크기의 결과들을 한 줄에 모아 놓았습니다. 첫 층을 보세요. 삼과 팔, 이와 육, 일과 칠, 사와 오인 두 개짜리 결과가 네 묶음입니다. 두 값을 넣는 병합을 네 번 했으니 이 층에서는 합계 여덟 개의 값을 결과에 넣습니다.</a:t>
            </a:r>
          </a:p>
          <a:p/>
          <a:p>
            <a:r>
              <a:t>두 번째 층에서는 두 개짜리 결과 두 묶음을 합쳐 네 개짜리 결과를 만듭니다. 왼쪽 결과는 이, 삼, 육, 팔이고 오른쪽 결과는 일, 사, 오, 칠입니다. 네 값을 넣는 병합이 두 번이니 역시 여덟 번입니다.</a:t>
            </a:r>
          </a:p>
          <a:p/>
          <a:p>
            <a:r>
              <a:t>마지막 층은 이 두 네 개짜리 결과를 합칩니다. 일부터 팔까지인 최종 결과를 만들면서 여덟 개의 값을 넣습니다. 이 층은 병합 호출이 하나이지만, 그 호출이 처리하는 값은 여덟 개입니다.</a:t>
            </a:r>
          </a:p>
          <a:p/>
          <a:p>
            <a:r>
              <a:t>묶음의 개수는 네 개, 두 개, 한 개로 줄고, 묶음의 길이는 두 개, 네 개, 여덟 개로 늘었습니다. 둘을 곱하면 매 층에서 같은 여덟 개가 나옵니다. 따라서 이 예제의 병합 출력 횟수는 팔 더하기 팔 더하기 팔은 이십사므로, 스물네 번입니다. 다음 장에서는 왜 이런 병합 층이 세 개였는지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333042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로그를 반으로 나누는 횟수로 읽어 보겠습니다. 화면의 로그 이 팔은 밑이 이인 팔의 로그입니다. 팔을 계속 이로 나누어서 일이 될 때까지 몇 번 나누는지 묻는 값이에요.</a:t>
            </a:r>
          </a:p>
          <a:p/>
          <a:p>
            <a:r>
              <a:t>팔 나누기 이는 사, 사 나누기 이는 이, 이 나누기 이는 일입니다. 나눗셈은 세 번 했습니다. 숫자는 팔, 사, 이, 일로 네 개가 적혀 있지만, 숫자 사이를 넘어간 횟수는 세 번입니다. 따라서 밑이 이인 팔의 로그는 삼입니다.</a:t>
            </a:r>
          </a:p>
          <a:p/>
          <a:p>
            <a:r>
              <a:t>병합할 때는 이 길을 거꾸로 올라옵니다. 원소 한 개짜리 결과를 합쳐 두 개, 두 개짜리를 합쳐 네 개, 네 개짜리를 합쳐 여덟 개를 만듭니다. 병합하는 층도 세 개입니다.</a:t>
            </a:r>
          </a:p>
          <a:p/>
          <a:p>
            <a:r>
              <a:t>입력이 열여섯 개라면 십육, 팔, 사, 이, 일로 줄어듭니다. 이로 나누는 횟수는 네 번이므로 밑이 이인 십육의 로그는 사입니다. 오늘처럼 원소 수가 이의 거듭제곱이면 정확히 이렇게 셉니다. 다른 원소 수에서도 층 수는 로그 엔에 비례합니다. 로그를 볼 때 반씩 줄이는 단계를 먼저 떠올리세요.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20166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두 사실을 곱하겠습니다. 원소 여덟 개를 정렬할 때 각 병합 층에서는 여덟 번 값을 넣었고, 병합하는 층은 세 개였습니다. 식은 팔 곱하기 삼이고, 결과는 이십사입니다. 따라서 결과에 값을 넣는 작업을 스물네 번 합니다.</a:t>
            </a:r>
          </a:p>
          <a:p/>
          <a:p>
            <a:r>
              <a:t>원소가 열여섯 개면 각 층에서 열여섯 번 값을 넣고, 병합 층은 네 개입니다. 십육 곱하기 사는 육십사므로 예순네 번 값을 넣습니다. 원소가 서른두 개면 각 층에서 서른두 번, 다섯 층에 걸쳐 넣습니다. 삼십이 곱하기 오는 백육십이므로 백육십 번입니다.</a:t>
            </a:r>
          </a:p>
          <a:p/>
          <a:p>
            <a:r>
              <a:t>원소 수를 엔이라고 쓰면 한 층의 작업량은 엔에 비례합니다. 반으로 나누는 횟수는 밑이 이인 엔의 로그입니다. 한 층의 일에 층 수를 곱하면 엔 곱하기 로그 엔이 됩니다. 전체 시간 복잡도는 빅오 엔 로그 엔이라고 읽습니다.</a:t>
            </a:r>
          </a:p>
          <a:p/>
          <a:p>
            <a:r>
              <a:t>이 숫자는 결과에 값을 넣는 횟수입니다. 실행 시간 자체나 모든 명령어의 개수를 정확히 센 것은 아닙니다. 재귀 호출, 비교, 복사 같은 비용까지 포함해도 이 병합 정렬의 시간 차수는 엔 로그 엔입니다. 입력이 이미 정렬되어 있어도 병합을 수행하므로 최선, 평균, 최악 모두 같은 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18564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 한 번의 호출을 시간식으로 적겠습니다. 티 엔은 원소가 엔 개일 때, 그 구간의 정렬을 끝낼 때까지 드는 전체 시간입니다. 티라는 숫자와 엔을 곱한다는 뜻이 아니라, 입력 크기에 따라 달라지는 시간을 함수 이름으로 적은 것입니다.</a:t>
            </a:r>
          </a:p>
          <a:p/>
          <a:p>
            <a:r>
              <a:t>원소가 여덟 개면 왼쪽 네 개를 정렬하고, 오른쪽 네 개를 정렬합니다. 각 네 개짜리 문제의 전체 시간을 티 사라고 부릅니다. 자식 호출 안에서 더 작게 나누고 합치는 시간까지 모두 포함한 값이에요. 두 호출을 실제로 모두 실행하므로 티 사를 두 번 더합니다.</a:t>
            </a:r>
          </a:p>
          <a:p/>
          <a:p>
            <a:r>
              <a:t>그 뒤 현재 함수가 직접 두 결과를 병합합니다. 여덟 개의 값을 결과에 넣는 시간이 추가됩니다. 따라서 전체 시간은 왼쪽 정렬 시간, 오른쪽 정렬 시간, 현재 병합 시간을 더한 값입니다.</a:t>
            </a:r>
          </a:p>
          <a:p/>
          <a:p>
            <a:r>
              <a:t>입력 크기를 엔으로 바꾸면 자식 하나의 크기는 엔 나누기 이입니다. 같은 크기의 자식 둘을 모두 풀고, 현재 구간을 병합하는 선형 비용을 더합니다. 화면의 이 곱하기 티 괄호 엔 나누기 이, 더하기 빅오 엔은 이 뜻을 줄여 쓴 식입니다. 앞에서 층별 작업량을 직접 더해 보았으므로 이 식의 전체 시간도 엔 로그 엔이라는 것을 설명할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35244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이, 오와 오른쪽 일, 삼, 칠을 직접 병합해 보겠습니다. 앞의 코드를 외웠는지보다, 어느 값을 넣고 어느 인덱스를 움직여야 하는지 설명할 수 있는지 확인하는 문제입니다. 두 배열은 각각 이미 정렬되어 있습니다.</a:t>
            </a:r>
          </a:p>
          <a:p/>
          <a:p>
            <a:r>
              <a:t>첫 비교는 왼쪽 이와 오른쪽 일입니다. 작은 일을 결과에 넣고 오른쪽 인덱스만 다음 칸으로 옮깁니다. 왼쪽의 이는 아직 사용하지 않았으므로 그대로 둡니다. 그러면 다음 비교는 이와 삼입니다. 이번에는 이를 넣고 왼쪽을 움직입니다. 결과는 일, 이고, 다음 비교 대상은 오와 삼입니다.</a:t>
            </a:r>
          </a:p>
          <a:p/>
          <a:p>
            <a:r>
              <a:t>삼이 더 작으니 오른쪽의 삼을 넣습니다. 오른쪽의 다음 값은 칠입니다. 이제 오와 칠을 비교해서 오를 넣습니다. 결과는 일, 이, 삼, 오가 되고, 왼쪽의 두 원소를 모두 사용한 상태가 됩니다.</a:t>
            </a:r>
          </a:p>
          <a:p/>
          <a:p>
            <a:r>
              <a:t>두 번째 질문은 바로 이 시점입니다. 왼쪽이 먼저 끝났으므로 오른쪽에서 아직 사용하지 않은 칠을 결과 뒤에 붙입니다. 결과는 일, 이, 삼, 오, 칠입니다. 오른쪽 배열 전체를 다시 붙이면 이미 사용한 일과 삼이 중복되겠죠. 반드시 오른쪽의 현재 인덱스부터 끝까지 남은 부분만 붙여야 합니다.</a:t>
            </a:r>
          </a:p>
          <a:p/>
          <a:p>
            <a:r>
              <a:t>세 번째 질문도 생각해 보겠습니다. 왜 머지를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같은 정렬 문제를 퀵 정렬, 영어로 퀵소트로 풀어 보겠습니다. 여기서 사용할 배열은 팔, 사, 육, 삼, 칠, 일입니다. 병합 정렬에서 사용한 여덟 개의 값과는 다른 예제니까 화면의 입력을 먼저 확인해 주세요.</a:t>
            </a:r>
          </a:p>
          <a:p/>
          <a:p>
            <a:r>
              <a:t>퀵 정렬의 피벗은 값을 나누는 비교 기준입니다. 이번 첫 호출에서는 가운데 칸의 값 육을 피벗으로 고릅니다. 그림의 가운데에 있는 육을 기준으로 육 이하인 값은 왼쪽에, 육보다 큰 값은 오른쪽에 모은다고 생각하면 됩니다. 삼, 사, 일은 왼쪽에 들어갈 값이고, 칠과 팔은 오른쪽에 들어갈 값이죠.</a:t>
            </a:r>
          </a:p>
          <a:p/>
          <a:p>
            <a:r>
              <a:t>이때 왼쪽 값들이 모두 정렬된 것은 아닙니다. 삼, 사, 일은 아직 순서가 섞여 있어요. 분할 단계가 보장하는 것은 피벗보다 작은 쪽과 큰 쪽의 구분입니다. 피벗을 두 구간 사이의 자기 자리에 놓고 나면, 왼쪽 구간과 오른쪽 구간을 다시 퀵 정렬로 처리해야 합니다.</a:t>
            </a:r>
          </a:p>
          <a:p/>
          <a:p>
            <a:r>
              <a:t>수업에서 사용하는 구현은 피벗 값을 먼저 맨 끝으로 옮겨 놓습니다. 그 다음 두 포인터로 나머지 구간을 검사하면서 잘못된 쪽에 있는 값을 찾아 교환합니다. 검사가 끝나면 피벗을 다시 두 구간 사이로 옮깁니다. 피벗을 끝으로 옮기는 교환과, 피벗의 최종 위치를 정하는 교환은 목적이 다릅니다. 이어지는 그림에서 첫 교환부터 모든 재귀 호출이 끝나는 순간까지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998040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팔, 사, 육, 삼, 칠, 일이고, 이번 기준값은 육으로 잡겠습니다. 주황색 칸의 육을 봐 주세요.</a:t>
            </a:r>
          </a:p>
          <a:p/>
          <a:p>
            <a:r>
              <a:t>이번 코드의 규칙은 피벗 이하인 값은 왼쪽에 모으고, 피벗보다 큰 값은 오른쪽에 모으는 것입니다. 육을 기준으로 보면 사, 삼, 일은 왼쪽에 들어가고 팔, 칠은 오른쪽에 들어가야 합니다. 같은 값이 나온다면 우리 코드는 왼쪽에 넣습니다. 이렇게 어느 쪽에 둘지 기준을 정하고 배열 안의 위치를 바꿉니다.</a:t>
            </a:r>
          </a:p>
          <a:p/>
          <a:p>
            <a:r>
              <a:t>양쪽으로 나누는 작업이 끝나면 피벗을 두 묶음 사이에 놓습니다. 육 왼쪽에는 육 이하인 값이, 오른쪽에는 육보다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p>
            <a:r>
              <a:t>여기서 바로 다음 배열로 넘어가기 전에 준비 과정을 보겠습니다. 먼저 왜 육을 골랐는지 확인하고, 육과 마지막 값 일을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육을 고르는 과정을 보겠습니다. 배열의 칸 번호인 인덱스는 영부터 시작합니다. 원소가 여섯 개이므로 처음 칸은 영, 마지막 칸은 오입니다. 화면에서 맨 왼쪽의 팔이 인덱스 영에 있고, 맨 오른쪽의 일이 인덱스 오에 있습니다. 로는 현재 구간의 처음 인덱스, 하이는 마지막 인덱스라는 뜻입니다. 따라서 지금 로는 영이고 하이는 오입니다.</a:t>
            </a:r>
          </a:p>
          <a:p/>
          <a:p>
            <a:r>
              <a:t>이번 코드에서는 현재 구간의 가운데 인덱스에 있는 값을 고릅니다. 로와 하이를 더하고 이로 나눈 정수 몫을 사용합니다. 영과 오를 더하면 오고, 이로 나눈 정수 몫은 이입니다. 파이썬의 슬래시 두 개는 소수 부분을 버리고 몫을 구하는 연산입니다. 그래서 피벗 인덱스는 이가 됩니다. 아래 코드 한 줄이 이 계산을 합니다.</a:t>
            </a:r>
          </a:p>
          <a:p/>
          <a:p>
            <a:r>
              <a:t>인덱스 이의 칸을 보세요. 그 칸에 육이 있으므로 피벗의 값은 육입니다. 인덱스 이와 피벗 값 육을 구분해 주세요. 인덱스는 칸 번호이고, 값은 그 칸 안에 들어 있는 숫자입니다. 지금은 이 값 육을 다른 원소와 비교하는 기준으로 쓰겠습니다.</a:t>
            </a:r>
          </a:p>
          <a:p/>
          <a:p>
            <a:r>
              <a:t>가운데라는 말은 현재 배열에서의 위치를 뜻합니다. 숫자를 크기순으로 미리 정렬하거나, 가운데 크기의 숫자를 따로 찾은 것이 아닙니다. 피벗을 고르는 방법은 여러 가지가 있고, 여기서는 그림과 파이썬, 씨 언어 코드가 모두 가운데 위치의 값을 고르는 방식으로 통일되어 있습니다.</a:t>
            </a:r>
          </a:p>
          <a:p/>
          <a:p>
            <a:r>
              <a:t>아직 배열의 순서는 팔, 사, 육, 삼, 칠, 일 그대로입니다. 지금까지는 기준값을 선택했을 뿐입니다. 다음 화면에서 인덱스 이의 피벗 육과 마지막 인덱스 오의 값 일을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육을 찾아보세요. 인덱스 이에 있습니다. 맨 오른쪽 인덱스 오에는 값 일이 있습니다. 이제 이 두 칸의 값을 서로 바꾸겠습니다. 중간에 있는 삼과 칠이나 다른 칸의 값은 움직이지 않습니다.</a:t>
            </a:r>
          </a:p>
          <a:p/>
          <a:p>
            <a:r>
              <a:t>교환 후인 아랫줄을 보세요. 인덱스 이에는 원래 맨 끝에 있던 일이 들어갔고, 인덱스 오에는 원래 가운데에 있던 피벗 육이 들어갔습니다. 그래서 배열은 팔, 사, 일, 삼, 칠, 육입니다. 여섯 값이 그대로 남아 있고 두 값의 위치만 바뀌었습니다. 육을 끝에 추가하거나 일을 지운 것이 아닙니다.</a:t>
            </a:r>
          </a:p>
          <a:p/>
          <a:p>
            <a:r>
              <a:t>화면의 파이썬 한 줄은 두 값을 동시에 교환하는 문법입니다. 오른쪽에 적은 두 값을 먼저 읽어서, 왼쪽의 두 칸에 각각 넣습니다. 피벗 칸에는 이전의 마지막 값을 넣고, 마지막 칸에는 이전의 피벗 값을 넣습니다. 씨 언어 코드에서는 같은 동작을 스왑 함수로 합니다. 그림의 교환과 코드의 교환이 같은 두 칸을 대상으로 한다는 점을 확인해 주세요.</a:t>
            </a:r>
          </a:p>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육입니다.</a:t>
            </a:r>
          </a:p>
          <a:p/>
          <a:p>
            <a:r>
              <a:t>지금 맨 끝은 검사하는 동안 잠시 두는 자리입니다. 아직 육의 최종 정렬 위치를 정한 것은 아닙니다. 앞의 값들을 모두 나눈 뒤에는 육 이하인 묶음과 육보다 큰 묶음 사이에 육을 넣습니다. 그때 두 번째 피벗 교환이 나옵니다. 첫 교환은 검사 준비이고, 마지막 교환은 피벗 자리 확정이라는 차이를 기억해 주세요.</a:t>
            </a:r>
          </a:p>
          <a:p/>
          <a:p>
            <a:r>
              <a:t>다음 화면에서는 피벗을 제외한 나머지 구간에 엘과 알을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팔, 사, 일, 삼, 칠, 육을 그대로 가져왔습니다. 마지막 칸의 주황색 육은 피벗이고, 검사하는 동안 그대로 둡니다. 이제 그 앞의 다섯 칸에 두 포인터를 놓습니다. 엘은 왼쪽에서 오른쪽으로 움직이고, 알은 오른쪽에서 왼쪽으로 움직입니다.</a:t>
            </a:r>
          </a:p>
          <a:p/>
          <a:p>
            <a:r>
              <a:t>엘은 현재 구간의 처음인 로에서 시작합니다. 로가 영이므로 엘은 인덱스 영의 팔을 가리킵니다. 알은 마지막 칸인 하이에서 한 칸 앞, 하이 마이너스 일에서 시작합니다. 하이가 오므로 알은 인덱스 사의 칠을 가리킵니다. 화면에서 파란 엘은 팔 아래에 있고, 초록 알은 칠 아래에 있습니다. 피벗 화살표는 맨 끝 육 아래에 따로 있습니다.</a:t>
            </a:r>
          </a:p>
          <a:p/>
          <a:p>
            <a:r>
              <a:t>알을 오가 아니라 사에 놓는 이유가 중요합니다. 인덱스 오에는 검사 대상에서 빼 둔 피벗이 있기 때문입니다. 두 포인터는 인덱스 영부터 사까지에 있는 다른 원소들을 검사하고, 그 값들을 기준값 육과 비교합니다. 피벗을 검사 대상에서 제외한다고 해서 기준값 없이 비교하는 것은 아닙니다. 피벗 변수에는 마지막 칸의 값 육이 들어 있습니다.</a:t>
            </a:r>
          </a:p>
          <a:p/>
          <a:p>
            <a:r>
              <a:t>먼저 왼쪽 포인터 엘의 조건을 봅니다. 왼쪽에 둘 수 있는 값은 육 이하입니다. 그런 값을 만나면 엘을 오른쪽으로 한 칸 옮기고 다음 값을 확인합니다. 그런데 첫 값은 팔입니다. 팔은 육보다 크므로 오른쪽으로 보내야 합니다. 그래서 엘은 지금 인덱스 영에서 멈춥니다. 아직 배열의 값을 교환하지 않았습니다.</a:t>
            </a:r>
          </a:p>
          <a:p/>
          <a:p>
            <a:r>
              <a:t>이제 알이 반대쪽에서 왼쪽으로 보낼 값을 찾습니다. 현재 값 칠은 육보다 크므로 오른쪽에 있어도 됩니다. 다음 화면에서는 알이 칠의 칸을 지나 인덱스 삼의 값 삼으로 움직입니다. 그때 엘은 팔을, 알은 삼을 가리킵니다. 두 값의 자리를 바꾸면 큰 값은 오른쪽으로, 작은 값은 왼쪽으로 옮길 수 있습니다.</a:t>
            </a:r>
          </a:p>
          <a:p/>
          <a:p>
            <a:r>
              <a:t>여기까지가 탐색을 시작하기 위한 준비입니다. 가운데 칸에서 육을 골랐고, 육과 일을 교환했고, 피벗 앞 구간에 엘과 알을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알이 인덱스 사에서 삼으로 옮겨졌습니다. 방금 인덱스 사에 있던 칠은 피벗 육보다 컸죠. 큰 값은 오른쪽에 있어야 하므로, 칠을 건드릴 필요 없이 그 칸을 지나간 것입니다. 포인터만 옮겼고 배열의 값 순서는 아직 그대로입니다.</a:t>
            </a:r>
          </a:p>
          <a:p/>
          <a:p>
            <a:r>
              <a:t>인덱스 삼에서 알이 만난 값은 삼입니다. 삼은 피벗 육 이하이므로 왼쪽으로 보내야 하는 값입니다. 그런데 지금은 오른쪽에서 검사하다 만났으니 여기서 알을 멈춥니다. 엘은 아직 인덱스 영의 팔을 가리키고 있습니다.</a:t>
            </a:r>
          </a:p>
          <a:p/>
          <a:p>
            <a:r>
              <a:t>두 화살표가 멈춘 이유를 함께 보세요. 왼쪽의 팔은 큰 값이라 오른쪽으로 보내야 하고, 오른쪽에서 찾은 삼은 작은 값이라 왼쪽으로 보내야 합니다. 서로 반대쪽에 있어야 하는 값 두 개를 찾은 것입니다. 따라서 둘을 바꾸면 두 값이 동시에 자기 쪽으로 이동합니다.</a:t>
            </a:r>
          </a:p>
          <a:p/>
          <a:p>
            <a:r>
              <a:t>다만 교환하기 전에 두 포인터가 아직 교차하지 않았는지도 확인합니다. 지금은 엘이 영이고 알이 삼이므로 엘이 알보다 작습니다. 아직 검사할 구간 안에서 두 값을 찾은 상태라서 교환할 수 있습니다. 다음 화면에서는 팔과 삼만 바꾸겠습니다. 맨 끝 피벗 육은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육을 끝으로 옮긴 뒤의 배열은 팔, 사, 일, 삼, 칠, 육입니다. 마지막 칸의 육은 비교 기준으로 잠시 빼놓은 값입니다. 따라서 엘과 알이 검사하는 범위는 그 앞의 다섯 칸입니다.</a:t>
            </a:r>
          </a:p>
          <a:p/>
          <a:p>
            <a:r>
              <a:t>왼쪽에서 출발한 엘은 값 팔에서 멈췄습니다. 팔은 피벗 육보다 크니까 왼쪽에 두면 안 되는 값이죠. 오른쪽에서 출발한 알은 칠을 지나서 값 삼에서 멈췄습니다. 삼은 육 이하니까 왼쪽으로 보내야 할 값입니다. 지금 엘은 인덱스 영이고 알은 인덱스 삼입니다.</a:t>
            </a:r>
          </a:p>
          <a:p/>
          <a:p>
            <a:r>
              <a:t>첫 장면에서 두 값이 서로 잘못된 쪽에 있다는 것을 확인해 주세요. 두 번째 장면에서는 그 두 값만 맞바꿉니다. 배열은 삼, 사, 일, 팔, 칠, 육이 됩니다. 삼은 왼쪽으로 왔고 팔은 오른쪽으로 갔습니다. 가운데의 사와 일, 그리고 끝에 둔 피벗 육은 이번 교환에서 움직이지 않습니다.</a:t>
            </a:r>
          </a:p>
          <a:p/>
          <a:p>
            <a:r>
              <a:t>값을 교환하는 것과 포인터를 움직이는 것은 별개의 동작입니다. 이 코드에서는 교환 직후에도 엘은 영, 알은 삼입니다. 다음 반복에서 새로 들어온 값을 검사하면서 엘과 알이 이동합니다. 그래서 그림의 두 장면에서도 포인터는 같은 칸을 가리키고 있습니다. 이어지는 배열 그림에서 엘이 삼, 사, 일을 지나고 알이 팔을 지나면서 두 포인터가 교차하는 과정을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09459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영의 팔과 인덱스 삼의 삼을 바꿨습니다. 배열은 삼, 사, 일, 팔, 칠, 육이 되었습니다. 처음에 왼쪽에 잘못 있던 큰 값 팔이 오른쪽으로 갔고, 오른쪽에서 찾은 작은 값 삼이 왼쪽으로 왔습니다. 나머지 값들은 움직이지 않았습니다.</a:t>
            </a:r>
          </a:p>
          <a:p/>
          <a:p>
            <a:r>
              <a:t>화살표 위치도 보세요. 엘은 영, 알은 삼에 그대로 있습니다. 값을 교환했다고 해서 이 화면에서 포인터를 함께 옮긴 것은 아닙니다. 현재 코드에서는 교환 다음에 바깥 반복문을 다시 시작하고, 안쪽 와일 조건을 다시 검사하면서 포인터를 이동시킵니다.</a:t>
            </a:r>
          </a:p>
          <a:p/>
          <a:p>
            <a:r>
              <a:t>그럼 같은 위치에서 계속 교환하는 것 아닐까요? 이제 엘이 있는 자리에는 팔이 아니라 삼이 있습니다. 삼은 피벗 육 이하이므로 다음 검사에서 엘이 지나갈 수 있습니다. 알이 있는 자리에는 삼 대신 팔이 들어왔고, 팔은 피벗보다 크므로 알도 자기 검사에서 지나갈 수 있습니다. 교환 결과가 다음 이동을 가능하게 만듭니다.</a:t>
            </a:r>
          </a:p>
          <a:p/>
          <a:p>
            <a:r>
              <a:t>현재 왼쪽 부분의 순서가 삼, 사, 일이라고 해서 잘못된 것은 아닙니다. 지금 하는 것은 작은 값들을 왼쪽에 모으는 분할입니다. 왼쪽 내부를 일, 삼, 사로 정렬하는 작업은 나중 재귀 호출에서 합니다. 다음에는 엘의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엘이 가리키는 값을 다시 검사했습니다. 인덱스 영의 값은 이제 삼입니다. 삼은 피벗 육 이하이므로 왼쪽에 있어도 되는 값입니다. 그래서 엘을 인덱스 영에서 일로 한 칸 옮겼습니다.</a:t>
            </a:r>
          </a:p>
          <a:p/>
          <a:p>
            <a:r>
              <a:t>엘이 지나간 인덱스 영의 삼은 왼쪽 묶음의 조건을 만족합니다. 하지만 삼이 전체 정렬에서 첫 번째라는 뜻은 아닙니다. 뒤에 더 작은 일도 있으니까요. 지금 화살표가 확인하는 것은 정확한 크기순 순서가 아니라, 피벗을 기준으로 올바른 쪽에 놓였는지입니다.</a:t>
            </a:r>
          </a:p>
          <a:p/>
          <a:p>
            <a:r>
              <a:t>배열은 여전히 삼, 사, 일, 팔, 칠, 육입니다. 포인터를 옮기는 동안에는 값 자체를 이동시키지 않습니다. 알은 아직 인덱스 삼에 있습니다. 현재 코드는 왼쪽 와일에서 지나갈 수 있는 값들을 먼저 모두 지나간 뒤, 오른쪽 와일을 실행하기 때문입니다.</a:t>
            </a:r>
          </a:p>
          <a:p/>
          <a:p>
            <a:r>
              <a:t>이제 엘은 인덱스 일의 사를 가리킵니다. 사도 피벗 육 이하이므로 다음 검사에서 엘이 한 번 더 이동할 수 있습니다. 왼쪽에서 육보다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엘이 인덱스 일의 사를 검사했습니다. 사는 피벗 육 이하이므로 왼쪽에 있어도 됩니다. 그래서 엘을 일에서 이로 옮겼습니다. 지금 화살표가 가리키는 값은 인덱스 이의 일입니다.</a:t>
            </a:r>
          </a:p>
          <a:p/>
          <a:p>
            <a:r>
              <a:t>앞에서 엘이 지나간 값은 삼과 사입니다. 둘 다 피벗 이하라는 조건을 만족했습니다. 이 두 값이 크기순으로 정렬되어 있어서 지나간 것은 아닙니다. 실제로 다음 값 일은 둘보다 작죠. 하지만 일 역시 피벗 육 이하이므로 왼쪽에 있어도 되는 값입니다.</a:t>
            </a:r>
          </a:p>
          <a:p/>
          <a:p>
            <a:r>
              <a:t>이 과정을 보고 삼과 사를 왜 바로 비교해서 정렬하지 않느냐고 생각할 수 있습니다. 지금 파티션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p>
            <a:r>
              <a:t>알은 여전히 인덱스 삼의 팔에 있습니다. 왼쪽 검사부터 계속 진행하므로 지금은 엘만 옮깁니다. 다음 화면에서는 일도 지나가고, 엘이 팔을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이의 일도 피벗 육 이하이므로 엘을 인덱스 삼으로 옮겼습니다. 이제 엘이 보는 값은 팔입니다. 팔은 피벗보다 크므로 왼쪽에 둘 수 없습니다. 그래서 왼쪽 와일은 여기서 멈춥니다.</a:t>
            </a:r>
          </a:p>
          <a:p/>
          <a:p>
            <a:r>
              <a:t>지금 엘과 알이 둘 다 인덱스 삼을 가리키고 있습니다. 화살표가 같은 칸에 겹쳐 보이는 이유입니다. 같은 칸을 가리키는 것과 서로 지나쳐 교차한 것은 다릅니다. 현재는 엘이 알과 같아서, 아직 엘이 알 이하이라는 검사 범위 조건은 만족합니다.</a:t>
            </a:r>
          </a:p>
          <a:p/>
          <a:p>
            <a:r>
              <a:t>하지만 이 칸의 팔은 오른쪽에 있어도 되는 큰 값입니다. 따라서 뒤에 실행되는 오른쪽 와일에서 알이 왼쪽으로 움직이게 됩니다. 왼쪽 검사가 멈췄다고 곧바로 값을 교환하는 것이 아니라, 오른쪽 검사까지 실행한 다음 두 포인터의 위치를 확인합니다.</a:t>
            </a:r>
          </a:p>
          <a:p/>
          <a:p>
            <a:r>
              <a:t>지금 왼쪽에는 삼, 사, 일이 모여 있고, 그 오른쪽에 팔과 칠이 있습니다. 작은 쪽과 큰 쪽의 경계가 만들어지고 있다는 것을 보세요. 다음 화면에서 알이 한 칸 이동하면 엘과 알이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삼의 팔을 확인했습니다. 팔은 피벗 육보다 크므로 오른쪽에 놓여도 되는 값입니다. 따라서 알을 삼에서 이로 한 칸 옮겼습니다. 엘은 삼에 그대로 있습니다. 이제 엘이 삼, 알이 이라서 엘이 알보다 커졌습니다.</a:t>
            </a:r>
          </a:p>
          <a:p/>
          <a:p>
            <a:r>
              <a:t>두 포인터가 교차했다는 것은 사이에 아직 검사하지 않은 칸이 없다는 뜻입니다. 엘이 지나온 인덱스 영부터 이까지에는 삼, 사, 일이 있고 모두 피벗 이하입니다. 알이 지나온 인덱스 삼부터 사까지에는 팔, 칠이 있고 모두 피벗보다 큽니다. 피벗은 아직 인덱스 오에 따로 있습니다.</a:t>
            </a:r>
          </a:p>
          <a:p/>
          <a:p>
            <a:r>
              <a:t>여기서 인덱스 이의 일과 인덱스 삼의 팔을 바꾸면 안 됩니다. 이미 작은 쪽과 큰 쪽에 올바르게 놓인 값들입니다. 오른쪽 와일도 엘이 알 이하이라는 조건을 먼저 검사하므로, 교차한 뒤에는 일을 읽고 계속 이동하지 않습니다. 바깥 반복문에서 교차를 확인하고 브레이크로 빠져나옵니다.</a:t>
            </a:r>
          </a:p>
          <a:p/>
          <a:p>
            <a:r>
              <a:t>이제 남은 일은 맨 끝 피벗 육을 경계에 놓는 것입니다. 경계의 위치는 엘이 가리키는 인덱스 삼입니다. 다음 화면에서는 그 자리에 있는 팔과 맨 끝의 육을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포인터의 탐색을 마친 상태입니다. 배열은 삼, 사, 일, 팔, 칠, 육이고, 엘은 인덱스 삼, 알은 인덱스 이입니다. 엘이 알보다 커졌으니까 더 이상 두 포인터가 찾은 값끼리 교환하지 않습니다.</a:t>
            </a:r>
          </a:p>
          <a:p/>
          <a:p>
            <a:r>
              <a:t>이제 맨 끝에 잠시 두었던 피벗 육을 제자리로 옮겨야 합니다. 여기서 엘이 가리키는 인덱스 삼의 값은 팔입니다. 엘보다 앞의 값들은 모두 육 이하이고, 엘부터 끝의 피벗 앞까지는 육보다 큰 값들입니다. 따라서 엘의 칸은 피벗을 놓을 경계 자리입니다.</a:t>
            </a:r>
          </a:p>
          <a:p/>
          <a:p>
            <a:r>
              <a:t>첫 번째 그림에서 값 팔과 마지막의 육을 확인해 주세요. 그 두 값을 바꾸면 배열은 삼, 사, 일, 육, 칠, 팔이 됩니다. 피벗 육은 인덱스 삼에 들어갔고, 팔은 맨 끝으로 이동했습니다. 이 교환은 앞에서 피벗을 검사 구간 밖으로 빼놓던 첫 교환과 다릅니다. 이번에는 피벗이 최종 정렬 위치에 들어간 것입니다.</a:t>
            </a:r>
          </a:p>
          <a:p/>
          <a:p>
            <a:r>
              <a:t>두 번째 그림의 왼쪽에는 삼, 사, 일이 있습니다. 이 값들의 내부 순서는 아직 정렬되지 않았지만 모두 육보다 작습니다. 오른쪽에는 칠과 팔이 있고 둘 다 육보다 큽니다. 다음 호출은 피벗 육을 제외한 왼쪽 인덱스 영부터 이까지, 그리고 오른쪽 인덱스 사부터 오까지입니다. 이어지는 슬라이드에서 이 두 구간을 실제로 다시 나누고, 최종 결과 일, 삼, 사, 육, 칠, 팔이 완성될 때까지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4674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삼, 사, 일, 팔, 칠, 육입니다. 앞에서 팔과 삼을 바꾼 뒤 두 포인터를 계속 움직였죠. 엘은 인덱스 삼, 알은 인덱스 이가 되어 서로 교차했습니다. 따라서 더 교환할 검사 대상 쌍이 없고, 반복문을 끝낸 상태입니다.</a:t>
            </a:r>
          </a:p>
          <a:p/>
          <a:p>
            <a:r>
              <a:t>이때 엘을 기준으로 구간을 나눠 보세요. 엘보다 앞인 인덱스 영, 일, 이에는 삼, 사, 일이 있습니다. 모두 피벗 육 이하입니다. 엘부터 피벗 바로 앞까지인 인덱스 삼과 사에는 팔과 칠이 있습니다. 모두 육보다 큽니다. 그래서 엘은 큰 값 구간의 첫 칸입니다. 피벗이 두 묶음 사이에 들어가려면 바로 이 엘 위치에 놓여야 합니다.</a:t>
            </a:r>
          </a:p>
          <a:p/>
          <a:p>
            <a:r>
              <a:t>지금 엘 위치에는 팔이 있으니, 맨 끝의 피벗 육과 팔을 교환하겠습니다. 인덱스 삼에는 육이 들어가고, 인덱스 오에는 팔이 들어갑니다. 팔은 피벗보다 큰 값이므로 오른쪽 끝으로 가도 올바른 쪽에 놓인 것입니다. 인덱스 사의 칠은 이미 오른쪽에 잘 놓여 있어서 움직일 필요가 없습니다.</a:t>
            </a:r>
          </a:p>
          <a:p/>
          <a:p>
            <a:r>
              <a:t>아랫줄을 보세요. 배열은 삼, 사, 일, 육, 칠, 팔이 되었습니다. 피벗 육이 가운데 경계인 인덱스 삼에 있고, 그 왼쪽에는 육 이하인 값 세 개, 오른쪽에는 육보다 큰 값 두 개가 있습니다. 나중에 전체를 오름차순으로 정렬해도 이 예의 육은 앞에 일, 삼, 사 세 값이 오므로 인덱스 삼에 놓입니다. 이 교환으로 피벗의 자리가 확정된 것입니다.</a:t>
            </a:r>
          </a:p>
          <a:p/>
          <a:p>
            <a:r>
              <a:t>앞에서 했던 첫 교환과 함께 비교해 보겠습니다. 처음에는 가운데 인덱스 이의 육과 마지막의 일을 바꿨습니다. 그 교환은 다른 값들을 검사하는 동안 피벗을 따로 두기 위한 준비였습니다. 지금은 검사 결과를 바탕으로 마지막의 육을 엘 위치에 넣습니다. 두 번 모두 마지막 칸이 등장하지만, 준비할 때는 피벗을 끝으로 보내고, 끝날 때는 피벗을 경계로 가져오는 것입니다.</a:t>
            </a:r>
          </a:p>
          <a:p/>
          <a:p>
            <a:r>
              <a:t>아랫줄의 왼쪽 삼, 사, 일은 아직 크기순으로 정렬되어 있지 않습니다. 이번 분할이 확정한 것은 피벗의 자리와 양쪽에 들어갈 값의 범위입니다. 파티션은 피벗 위치 삼을 반환합니다. 정렬 함수는 인덱스 영부터 이까지와 인덱스 사부터 오까지에 같은 정렬을 다시 적용합니다. 인덱스 삼의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삼, 사, 일, 육, 칠, 팔이고, 피벗 육은 인덱스 삼에 자리를 잡았습니다. 하지만 왼쪽의 삼, 사, 일은 아직 오름차순이 아니죠. 그래서 퀵 정렬은 여기서 끝나지 않습니다. 방금 했던 피벗 선택과 분할을 남은 구간에 다시 적용합니다.</a:t>
            </a:r>
          </a:p>
          <a:p/>
          <a:p>
            <a:r>
              <a:t>파티션이 돌려준 값 피는 피벗의 인덱스입니다. 지금은 삼입니다. 처음 구간의 로는 영, 하이는 오였으니 왼쪽 호출은 영부터 피 마이너스 일, 즉 이까지입니다. 오른쪽 호출은 피 플러스 일인 사부터 오까지입니다. 인덱스 삼의 피벗을 어느 호출에도 넣지 않는 이유는 그 값의 자리를 이미 정했기 때문입니다.</a:t>
            </a:r>
          </a:p>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영, 마지막 인덱스는 이입니다. 그 안의 값은 삼, 사, 일입니다. 피벗을 고르는 규칙은 아까와 같습니다. 처음과 마지막 인덱스를 더하고 이로 나눈 정수 몫을 구합니다. 영 더하기 이를 이로 나누면 일이므로, 인덱스 일의 값 사를 피벗으로 고릅니다.</a:t>
            </a:r>
          </a:p>
          <a:p/>
          <a:p>
            <a:r>
              <a:t>윗줄에서 주황색 사를 찾아보세요. 이제 그 값을 현재 구간의 마지막 칸으로 옮깁니다. 여기서 마지막이라는 말은 배열 전체의 마지막 인덱스 오가 아닙니다. 현재 호출의 하이인 인덱스 이를 말합니다. 이 칸에는 값 일이 있습니다. 따라서 사와 일을 서로 교환합니다.</a:t>
            </a:r>
          </a:p>
          <a:p/>
          <a:p>
            <a:r>
              <a:t>아랫줄에서는 인덱스 일에 일이 들어가고 인덱스 이에 피벗 사가 들어갔습니다. 왼쪽 세 칸은 삼, 일, 사가 되었습니다. 인덱스 영의 삼은 그대로이고, 그 뒤의 육, 칠, 팔도 그대로입니다. 특히 앞에서 확정한 피벗 육을 다시 움직이지 않았다는 점을 확인해 주세요.</a:t>
            </a:r>
          </a:p>
          <a:p/>
          <a:p>
            <a:r>
              <a:t>이 교환은 사를 최종 위치에 놓으려고 계산한 결과가 아니라, 다른 값들을 검사하기 위한 준비입니다. 검사 전에는 인덱스 이가 최종 자리인지 아직 판단하지 않았습니다. 앞의 삼과 일을 모두 확인한 뒤 엘이 어디에 멈췄는지로 최종 위치를 정합니다.</a:t>
            </a:r>
          </a:p>
          <a:p/>
          <a:p>
            <a:r>
              <a:t>다음 화면에서는 엘을 현재 구간의 처음인 영에, 알을 피벗 바로 앞인 일에 놓습니다. 비교 기준은 새 피벗 사입니다. 이전 호출에서 사용한 피벗 육으로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영부터 이까지이고, 피벗 사는 맨 뒤인 인덱스 이에 있습니다. 두 포인터가 검사할 값은 그 앞의 삼과 일뿐입니다. 화면의 회색 칸에 있는 육, 칠, 팔은 이번 분할에 참여하지 않습니다.</a:t>
            </a:r>
          </a:p>
          <a:p/>
          <a:p>
            <a:r>
              <a:t>엘은 로에서 시작하므로 영입니다. 알은 하이 마이너스 일에서 시작하므로 일입니다. 파란 엘은 인덱스 영의 값 삼을 가리키고, 초록 알은 인덱스 일의 값 일을 가리킵니다. 주황색 피벗 사는 인덱스 이에 그대로 둡니다.</a:t>
            </a:r>
          </a:p>
          <a:p/>
          <a:p>
            <a:r>
              <a:t>이번 분할에서도 사 이하인 값은 왼쪽에 두고, 사보다 큰 값은 오른쪽으로 보냅니다. 코드는 엘이 가리키는 값부터 검사합니다. 삼은 사 이하이므로 지금 있는 왼쪽 자리에 두어도 됩니다. 이 조건이 맞으면 값의 자리를 바꾸는 대신 엘만 오른쪽으로 한 칸 옮깁니다.</a:t>
            </a:r>
          </a:p>
          <a:p/>
          <a:p>
            <a:r>
              <a:t>여기서는 아직 알을 움직이지 않았습니다. 엘 검사와 알 검사를 번갈아 무조건 한 칸씩 하는 코드가 아닙니다. 엘이 왼쪽에 둘 수 있는 값을 만나는 동안은 엘의 반복문이 계속 진행됩니다. 엘이 큰 값을 만나거나 알을 넘어가면 그때 다음 조건을 확인합니다.</a:t>
            </a:r>
          </a:p>
          <a:p/>
          <a:p>
            <a:r>
              <a:t>다음 화면에서 엘이 영에서 일로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영의 값 삼이 피벗 사 이하라는 것을 확인했습니다. 그래서 삼은 그대로 두고 엘을 영에서 일로 늘렸습니다. 배열은 여전히 삼, 일, 사, 육, 칠, 팔입니다. 이번 화면에서 바뀐 것은 엘의 위치뿐입니다.</a:t>
            </a:r>
          </a:p>
          <a:p/>
          <a:p>
            <a:r>
              <a:t>이제 파란 엘과 초록 알이 같은 인덱스 일을 가리킵니다. 그렇다고 탐색을 바로 끝내지는 않습니다. 반복문은 엘이 알 이하일 때 현재 칸을 검사하도록 되어 있습니다. 지금 엘과 알이 둘 다 일이므로, 이 칸에 있는 값 일을 한 번 더 확인해야 합니다.</a:t>
            </a:r>
          </a:p>
          <a:p/>
          <a:p>
            <a:r>
              <a:t>값 일을 피벗 사와 비교해 보겠습니다. 일도 사 이하입니다. 따라서 이 값도 왼쪽에 두어도 됩니다. 다음 동작은 엘을 한 칸 더 늘리는 것입니다. 여기서 두 포인터가 같은 칸을 가리킨다고 자기 자신과 교환하거나 알을 함께 옮기지 않습니다. 코드의 엘 반복문 조건을 그대로 따라갑니다.</a:t>
            </a:r>
          </a:p>
          <a:p/>
          <a:p>
            <a:r>
              <a:t>알은 아직 일입니다. 엘이 이동하는 동안 알은 기다리고 있습니다. 첫 번째 전체 분할에서는 엘이 처음부터 큰 값 팔을 만나 멈춰서 알을 움직였지만, 지금은 작은 값 삼과 일을 연달아 만났습니다. 입력 값에 따라 어느 포인터가 얼마나 움직이는지가 달라집니다.</a:t>
            </a:r>
          </a:p>
          <a:p/>
          <a:p>
            <a:r>
              <a:t>다음에는 엘이 이, 알이 일이 되어 서로 교차합니다. 그 순간 검사할 앞쪽 값이 더는 남아 있지 않습니다. 피벗을 어디에 넣어야 하는지 엘의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일의 값 일도 피벗 사 이하였으므로 엘을 이로 늘렸습니다. 알은 그대로 일입니다. 이제 엘이 알보다 커졌습니다. 검사할 구간을 모두 지나온 것이므로 포인터 탐색을 끝냅니다. 이때 알의 반복문은 앞에 붙은 엘이 알 이하 조건이 맞지 않아 더 검사하지 않습니다.</a:t>
            </a:r>
          </a:p>
          <a:p/>
          <a:p>
            <a:r>
              <a:t>엘은 큰 값 구간의 시작 위치를 나타냅니다. 이번에는 피벗 앞의 두 값이 모두 사 이하였으므로 큰 값 구간이 비어 있습니다. 그래서 엘이 바로 피벗이 있는 인덱스 이에 도착했습니다. 주황색 피벗과 파란 엘이 같은 칸에 보이는 이유입니다.</a:t>
            </a:r>
          </a:p>
          <a:p/>
          <a:p>
            <a:r>
              <a:t>코드의 마지막 줄은 엘 위치와 하이 위치를 교환합니다. 지금 엘도 이고 하이도 이므로, 인덱스 이의 값 사를 자기 자신과 바꿉니다. 같은 칸에 같은 값이 들어가니 눈에 보이는 배열 변화가 없습니다. 그림이 빠진 것이 아니라 실제 코드에서도 값이 그대로인 경우입니다.</a:t>
            </a:r>
          </a:p>
          <a:p/>
          <a:p>
            <a:r>
              <a:t>이제 파티션은 피벗 위치 이를 반환합니다. 왼쪽에는 사 이하인 값 삼과 일이 있고, 오른쪽에는 검사 대상 원소가 없습니다. 피벗 사의 자리는 확정했지만 앞의 삼과 일은 아직 오름차순이 아닙니다. 둘의 순서를 정하는 호출이 한 번 더 필요합니다.</a:t>
            </a:r>
          </a:p>
          <a:p/>
          <a:p>
            <a:r>
              <a:t>다음 왼쪽 호출 범위는 영부터 일까지입니다. 방금 확정한 인덱스 이의 사는 그 호출에서 제외합니다. 육을 제외했던 것과 같은 이유로, 이번에는 사도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삼, 일, 사입니다. 사의 자리는 확정했지만 삼과 일은 순서가 뒤집혀 있죠. 그래서 퀵 정렬 함수를 다시 호출합니다. 이번 범위는 인덱스 영부터 일까지입니다. 원소가 두 개이므로 종료 조건에 해당하지 않고, 피벗을 고르는 작업을 진행합니다.</a:t>
            </a:r>
          </a:p>
          <a:p/>
          <a:p>
            <a:r>
              <a:t>앞의 호출에서 피가 이였으므로 왼쪽 끝은 피 마이너스 일인 일이 됩니다. 로는 계속 영입니다. 따라서 코드에 적힌 퀵 소트에 같은 배열 에이와 영, 일을 넘깁니다. 다시 말하지만 인덱스가 새로 영, 일로 재설정된 것이 아닙니다. 원래 배열의 그 두 칸을 가리킵니다.</a:t>
            </a:r>
          </a:p>
          <a:p/>
          <a:p>
            <a:r>
              <a:t>회색 칸의 사와 육은 각 분할에서 위치를 확정한 값입니다. 이번 호출에서는 이 칸들을 피벗 후보로 고르거나 서로 교환하지 않습니다. 오른쪽의 칠, 팔도 원래 호출에서 처리할 차례를 기다리고 있으므로 그대로 둡니다.</a:t>
            </a:r>
          </a:p>
          <a:p/>
          <a:p>
            <a:r>
              <a:t>지금 함수 호출은 왼쪽 안의 왼쪽으로 더 들어간 상태입니다. 원래 구간 영부터 오까지를 처리하던 함수가 영부터 이까지의 함수를 호출했고, 그 함수가 다시 영부터 일까지의 함수를 호출했습니다. 안쪽 호출이 끝나면 바깥 호출로 차례대로 돌아가겠습니다.</a:t>
            </a:r>
          </a:p>
          <a:p/>
          <a:p>
            <a:r>
              <a:t>다음 화면에서 가운데 인덱스를 계산해 보겠습니다. 영과 일을 더한 뒤 이로 나눈 정수 몫은 영입니다. 그래서 이번 피벗은 인덱스 영의 값 삼입니다.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영에는 삼, 인덱스 일에는 일이 있습니다. 가운데 인덱스 계산은 영 더하기 일을 이로 나눈 정수 몫입니다. 결과가 영이므로 값 삼이 피벗입니다. 짝수 개의 칸에서 가운데 위치가 두 개일 때, 이 계산은 왼쪽 칸을 고릅니다.</a:t>
            </a:r>
          </a:p>
          <a:p/>
          <a:p>
            <a:r>
              <a:t>피벗을 검사 준비를 위해 현재 구간의 끝인 하이로 옮깁니다. 지금 하이는 일입니다. 그래서 인덱스 영의 삼과 인덱스 일의 일을 교환합니다. 아랫줄을 보면 일이 인덱스 영으로, 피벗 삼이 인덱스 일로 옮겨갔습니다.</a:t>
            </a:r>
          </a:p>
          <a:p/>
          <a:p>
            <a:r>
              <a:t>이제 배열 전체는 일, 삼, 사, 육, 칠, 팔입니다. 벌써 오름차순으로 보이죠. 하지만 이 코드에는 배열이 우연히 정렬되어 있는지 검사해서 바로 끝내는 별도 단계가 없습니다. 정해진 분할 절차를 계속 따라 피벗 삼의 위치를 확인하고, 남은 작은 구간의 종료 조건도 확인합니다.</a:t>
            </a:r>
          </a:p>
          <a:p/>
          <a:p>
            <a:r>
              <a:t>이번에 바뀐 칸은 처음 두 칸뿐입니다. 이전 단계에서 확정한 사와 육은 그대로입니다. 피벗을 옮기려고 배열 전체의 맨 끝 값 팔과 바꾸면 범위를 벗어난 잘못된 동작이 되므로, 지금 호출의 하이가 일이라는 점을 계속 확인해 주세요.</a:t>
            </a:r>
          </a:p>
          <a:p/>
          <a:p>
            <a:r>
              <a:t>다음에는 검사할 값이 일 하나만 남아 있습니다. 엘은 영, 알은 하이 마이너스 일인 영에서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일, 삼입니다. 피벗 삼을 인덱스 일에 두었으므로, 그 앞에서 검사할 값은 인덱스 영의 일 하나입니다. 엘은 로인 영, 알은 하이 마이너스 일인 영입니다. 그래서 두 화살표가 같은 칸을 가리킵니다.</a:t>
            </a:r>
          </a:p>
          <a:p/>
          <a:p>
            <a:r>
              <a:t>아까도 엘과 알이 같은 칸에서 한 번 만났죠. 이 코드에서는 엘이 알 이하인 동안 값을 검사합니다. 같을 때도 조건이 맞으므로 이 칸을 확인해야 합니다. 포인터가 같아졌다고 곧바로 분할을 끝내는 것으로 외우면 마지막 한 칸을 놓칠 수 있습니다.</a:t>
            </a:r>
          </a:p>
          <a:p/>
          <a:p>
            <a:r>
              <a:t>현재 값 일을 피벗 삼과 비교하겠습니다. 일은 삼 이하이므로 왼쪽에 두면 됩니다. 이 경우 배열 값을 교환할 필요가 없습니다. 엘만 영에서 일로 한 칸 움직입니다. 알은 영에 그대로 있습니다.</a:t>
            </a:r>
          </a:p>
          <a:p/>
          <a:p>
            <a:r>
              <a:t>여기서 엘을 옮기면 두 포인터가 서로 교차하게 됩니다. 그다음 반복문에서 엘이 알 이하 조건이 맞지 않아 더는 배열 원소를 검사하지 않습니다. 피벗이 있는 인덱스 일의 값 삼을 검사 대상에 다시 넣지도 않습니다. 그 값은 비교 기준으로 따로 둔 값입니다.</a:t>
            </a:r>
          </a:p>
          <a:p/>
          <a:p>
            <a:r>
              <a:t>다음 화면에서는 엘이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일이 피벗 삼 이하라는 것을 확인하고 엘을 일로 늘렸습니다. 알은 영입니다. 이제 엘이 알보다 크므로 탐색을 끝냅니다. 아랫줄 코드는 이번 구간의 마지막 교환을 그대로 숫자로 적은 것입니다.</a:t>
            </a:r>
          </a:p>
          <a:p/>
          <a:p>
            <a:r>
              <a:t>엘 위치는 인덱스 일이고 하이도 인덱스 일입니다. 그 칸에 피벗 삼이 있습니다. 따라서 마지막 교환은 삼을 자기 자신과 바꾸는 동작입니다. 배열은 일, 삼, 사, 육, 칠, 팔 그대로입니다. 앞 단계의 피벗 사에서도 같은 경우를 보았습니다.</a:t>
            </a:r>
          </a:p>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p>
            <a:r>
              <a:t>파티션이 반환하는 피벗 위치 피는 일입니다. 그 왼쪽에는 값 일 하나가 있고 오른쪽 검사 구간은 비어 있습니다. 이제 이 두 구간에 퀵 정렬 함수를 다시 호출해 종료 조건을 확인하겠습니다. 피벗 삼이 들어 있는 인덱스 일은 두 호출에서 제외합니다.</a:t>
            </a:r>
          </a:p>
          <a:p/>
          <a:p>
            <a:r>
              <a:t>왼쪽 호출은 영부터 영까지입니다. 오른쪽 호출은 이부터 일까지입니다.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삼의 자리를 정했으므로 왼쪽과 오른쪽의 작은 구간에 함수를 호출합니다. 먼저 왼쪽은 인덱스 영부터 영까지입니다. 같은 처음과 끝이므로 값 일 하나만 들어 있습니다. 원소가 하나라면 서로 비교하거나 순서를 바꿀 다른 원소가 없습니다. 이미 정렬된 구간으로 보고 끝내면 됩니다.</a:t>
            </a:r>
          </a:p>
          <a:p/>
          <a:p>
            <a:r>
              <a:t>코드 맨 위에는 로가 하이 이상이면 리턴한다는 조건이 있습니다. 영은 영과 같으므로 이 조건이 맞습니다. 그래서 이 호출은 피벗을 고르지도 않고 파티션을 실행하지도 않습니다. 곧바로 자신을 호출했던 구간 영부터 일까지의 함수로 돌아갑니다.</a:t>
            </a:r>
          </a:p>
          <a:p/>
          <a:p>
            <a:r>
              <a:t>그다음 그 함수의 오른쪽 호출을 실행합니다. 범위는 이부터 일까지입니다. 처음 인덱스가 마지막 인덱스보다 크므로 여기에 들어가는 원소는 없습니다. 이번 칸에 있는 사를 검사하라는 뜻이 아닙니다. 이런 빈 구간도 로가 하이 이상이라는 같은 조건으로 바로 끝냅니다.</a:t>
            </a:r>
          </a:p>
          <a:p/>
          <a:p>
            <a:r>
              <a:t>두 호출이 모두 끝났으므로 구간 영부터 일까지의 정렬이 완료되었습니다. 처음 두 값은 일, 삼입니다. 더 합치거나 복사할 작업은 없습니다. 이미 같은 배열 안에서 자리만 바꿨기 때문에 그 결과를 그대로 두고 함수 호출만 끝내면 됩니다.</a:t>
            </a:r>
          </a:p>
          <a:p/>
          <a:p>
            <a:r>
              <a:t>다음에는 이 함수를 불렀던 구간 영부터 이까지의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영부터 일까지의 호출을 끝냈습니다. 이제 그 함수를 불렀던 구간 영부터 이까지의 호출로 돌아왔습니다. 이 구간의 피벗은 값 사였고, 반환된 피벗 위치는 이였죠. 왼쪽 호출은 끝났으니 다음 줄의 오른쪽 호출을 실행할 차례입니다.</a:t>
            </a:r>
          </a:p>
          <a:p/>
          <a:p>
            <a:r>
              <a:t>오른쪽 범위는 피 플러스 일인 삼부터 하이인 이까지입니다. 삼부터 이까지는 빈 구간입니다. 삼이 이보다 크므로 종료 조건에 걸려 바로 돌아옵니다. 인덱스 삼의 값 육을 다시 분할하는 것이 아닙니다. 이 호출에는 검사할 원소가 없습니다.</a:t>
            </a:r>
          </a:p>
          <a:p/>
          <a:p>
            <a:r>
              <a:t>이렇게 구간 영부터 이까지의 양쪽 호출을 모두 끝냈습니다. 왼쪽 세 값은 이제 일, 삼, 사입니다. 피벗 사 앞의 작은 값들이 정렬되었고, 그 뒤에는 추가 원소가 없었습니다. 따라서 이 함수도 끝내고 원래 구간 영부터 오까지의 함수로 돌아갑니다.</a:t>
            </a:r>
          </a:p>
          <a:p/>
          <a:p>
            <a:r>
              <a:t>처음 호출에서는 피벗 육을 인덱스 삼에 놓은 뒤 왼쪽 함수를 먼저 실행했었습니다. 지금이 바로 그 왼쪽 함수가 끝나서 돌아온 순간입니다. 이제 처음 호출의 다음 줄인 오른쪽 구간 사부터 오까지를 실행합니다. 코드에 적힌 순서대로 왼쪽을 완전히 끝낸 다음 오른쪽으로 넘어갑니다.</a:t>
            </a:r>
          </a:p>
          <a:p/>
          <a:p>
            <a:r>
              <a:t>오른쪽 값은 칠, 팔이라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사부터 오까지이고 값은 칠, 팔입니다. 왼쪽의 일, 삼, 사와 앞에서 확정한 육은 이번 호출의 범위 밖이므로 그대로 둡니다. 같은 배열의 마지막 두 칸만 보겠습니다.</a:t>
            </a:r>
          </a:p>
          <a:p/>
          <a:p>
            <a:r>
              <a:t>피벗 인덱스를 계산해 보겠습니다. 사와 오를 더하면 구고, 이로 나눈 정수 몫은 사입니다. 따라서 인덱스 사의 값 칠이 피벗입니다. 계산에 인덱스를 사용했다는 점을 기억해 주세요. 값 칠과 팔의 평균을 구한 것이 아닙니다.</a:t>
            </a:r>
          </a:p>
          <a:p/>
          <a:p>
            <a:r>
              <a:t>이 구현은 피벗을 먼저 현재 구간의 마지막 칸으로 옮깁니다. 지금 하이는 오므로 인덱스 사의 칠과 인덱스 오의 팔을 서로 바꿉니다. 아랫줄에서는 오른쪽 두 칸이 팔, 칠이 되었습니다. 배열 전체는 일, 삼, 사, 육, 팔, 칠입니다.</a:t>
            </a:r>
          </a:p>
          <a:p/>
          <a:p>
            <a:r>
              <a:t>정렬되어 있던 칠, 팔을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p>
            <a:r>
              <a:t>이제 검사할 값은 피벗 앞의 팔 하나입니다. 엘은 로인 사, 알은 하이 마이너스 일인 사에서 시작합니다. 다음 화면에서 값 팔이 피벗 칠보다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팔, 칠입니다. 인덱스 오의 칠을 기준값으로 따로 두고, 인덱스 사의 팔을 검사하겠습니다. 엘과 알은 모두 사입니다. 같은 칸에서 시작한다는 점은 앞의 두 원소 분할과 같습니다.</a:t>
            </a:r>
          </a:p>
          <a:p/>
          <a:p>
            <a:r>
              <a:t>먼저 엘의 조건을 확인합니다. 엘은 피벗 이하인 값이면 오른쪽으로 지나갑니다. 그런데 현재 값은 팔이고 피벗은 칠입니다. 팔은 칠보다 크므로 왼쪽에 두면 안 됩니다. 따라서 엘은 사에서 멈춥니다. 배열 값도 아직 바꾸지 않습니다.</a:t>
            </a:r>
          </a:p>
          <a:p/>
          <a:p>
            <a:r>
              <a:t>이번에는 엘이 멈췄고 두 포인터가 교차하지 않았으므로 알의 조건을 확인합니다. 알은 피벗보다 큰 값이면 왼쪽으로 지나갑니다. 오른쪽에 두어도 되는 값을 찾았을 때 그 칸을 지나, 왼쪽으로 보내야 할 값이 있는지 찾는 것입니다.</a:t>
            </a:r>
          </a:p>
          <a:p/>
          <a:p>
            <a:r>
              <a:t>알이 가리키는 값도 팔입니다. 팔은 피벗 칠보다 크므로 알을 한 칸 왼쪽으로 움직입니다. 그러면 알은 삼이 됩니다. 하지만 인덱스 삼은 이번 구간의 처음인 사보다 앞에 있습니다. 다음 조건에서 엘이 알 이하이 맞지 않아 그 칸의 값 육은 검사하지 않습니다.</a:t>
            </a:r>
          </a:p>
          <a:p/>
          <a:p>
            <a:r>
              <a:t>다음 화면에서는 엘이 사에 그대로 있고 알만 삼으로 이동해 교차한 모습을 보겠습니다. 두 포인터가 같은 칸에서 시작해도 값에 따라 엘이 움직일 수도 있고 알이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알이 인덱스 사의 값 팔을 확인했습니다. 팔은 피벗 칠보다 크므로 오른쪽에 두면 되는 값입니다. 따라서 알을 한 칸 왼쪽인 삼으로 줄였습니다. 엘은 큰 값 팔에서 멈춰 있으므로 계속 사입니다. 이제 엘이 알보다 커져 두 포인터가 교차했습니다.</a:t>
            </a:r>
          </a:p>
          <a:p/>
          <a:p>
            <a:r>
              <a:t>화면에서 초록 알이 인덱스 삼의 값 육 아래에 있습니다. 이것은 포인터의 숫자가 삼이라는 뜻입니다. 값 육을 새로 검사하거나 움직인다는 뜻은 아닙니다. 알을 줄인 뒤 반복문 조건을 다시 확인할 때, 먼저 엘이 알 이하인지 검사합니다. 지금 사는 삼 이하가 아니므로 뒤의 배열 값 비교는 실행하지 않습니다.</a:t>
            </a:r>
          </a:p>
          <a:p/>
          <a:p>
            <a:r>
              <a:t>이 조건 덕분에 현재 구간 바깥의 원소를 검사하지 않습니다. 앞에서 확정한 피벗 육은 그대로 남습니다. 이런 경계에서는 포인터가 가리키는 칸의 값보다, 계속 검사할 수 있는 범위인지를 먼저 확인하는 것이 중요합니다.</a:t>
            </a:r>
          </a:p>
          <a:p/>
          <a:p>
            <a:r>
              <a:t>이번 분할에서는 엘과 알이 가리키는 서로 다른 두 값을 교환할 기회가 없었습니다. 검사 대상이 팔 하나였고, 그 값은 피벗보다 큰 쪽에 두면 되기 때문입니다. 이제 포인터 탐색을 끝내고 피벗의 최종 위치를 정합니다.</a:t>
            </a:r>
          </a:p>
          <a:p/>
          <a:p>
            <a:r>
              <a:t>엘은 인덱스 사입니다. 그 앞의 현재 검사 구간에는 칠 이하인 값이 없고, 엘 위치의 팔은 칠보다 큽니다. 따라서 피벗 칠을 엘 위치에 넣어야 합니다. 다음 화면에서 인덱스 사의 팔과 마지막 인덱스 오의 칠을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일, 삼, 사, 육, 팔, 칠입니다. 오른쪽 구간에서 엘은 인덱스 사를 가리킵니다. 그 칸의 값 팔은 피벗 칠보다 큽니다. 피벗이 앞에 오고 큰 값이 뒤에 오도록 이 두 값의 자리를 바꾸겠습니다.</a:t>
            </a:r>
          </a:p>
          <a:p/>
          <a:p>
            <a:r>
              <a:t>윗줄에서 파란 엘 아래의 팔과 주황색 피벗 칠을 찾아보세요. 인덱스 사와 오입니다. 코드의 마지막 교환문은 에이의 엘 위치와 하이 위치를 바꿉니다. 숫자를 넣어 보면 인덱스 사와 오의 교환입니다. 이 동작을 실행하면 인덱스 사에는 칠, 인덱스 오에는 팔이 들어갑니다.</a:t>
            </a:r>
          </a:p>
          <a:p/>
          <a:p>
            <a:r>
              <a:t>아랫줄에서 오른쪽 구간이 다시 칠, 팔이 된 것을 볼 수 있습니다. 배열 전체도 일, 삼, 사, 육, 칠, 팔입니다. 처음에 정렬되어 있던 두 값이 준비 교환 때문에 팔, 칠이 되었다가, 마지막 교환으로 다시 칠, 팔이 된 것입니다. 실제 코드에서는 두 교환을 모두 실행했습니다.</a:t>
            </a:r>
          </a:p>
          <a:p/>
          <a:p>
            <a:r>
              <a:t>이제 파티션은 피벗 위치 사를 반환합니다. 현재 구간 안에서 피벗 칠보다 왼쪽인 구간은 비어 있고, 오른쪽에는 값 팔 하나가 있습니다. 칠의 자리를 정했으므로 다음 호출에서는 그 인덱스 사를 제외합니다.</a:t>
            </a:r>
          </a:p>
          <a:p/>
          <a:p>
            <a:r>
              <a:t>배열이 오름차순으로 보이더라도 함수 호출을 아직 끝낸 것은 아닙니다. 남은 양쪽 호출이 종료 조건에 걸려 돌아오는 것까지 확인하겠습니다. 다음 화면의 왼쪽 범위는 사부터 삼까지, 오른쪽 범위는 오부터 오까지입니다.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칠을 인덱스 사에 놓았으므로 양쪽 구간에 마지막으로 함수를 호출합니다. 이번 구간의 로는 사, 하이는 오였고, 피벗 위치 피는 사입니다. 왼쪽 범위는 로부터 피 마이너스 일까지이므로 사부터 삼까지입니다. 원소가 없는 빈 구간입니다.</a:t>
            </a:r>
          </a:p>
          <a:p/>
          <a:p>
            <a:r>
              <a:t>왼쪽 호출은 처음 줄의 종료 조건에서 바로 끝납니다. 사가 삼 이상이므로 피벗을 고르거나 배열 값을 읽을 필요가 없습니다. 인덱스 사의 칠을 다시 검사하라는 뜻이 아닙니다. 피벗은 이미 양쪽 호출에서 제외했습니다.</a:t>
            </a:r>
          </a:p>
          <a:p/>
          <a:p>
            <a:r>
              <a:t>그다음 오른쪽 호출은 피 플러스 일부터 하이까지이므로 오부터 오까지입니다. 인덱스 오의 값 팔 하나가 들어 있습니다. 원소 하나는 그대로 정렬된 구간으로 볼 수 있으므로 오가 오 이상이라는 종료 조건에서 바로 돌아옵니다.</a:t>
            </a:r>
          </a:p>
          <a:p/>
          <a:p>
            <a:r>
              <a:t>이제 구간 사부터 오까지의 왼쪽과 오른쪽 호출을 모두 끝냈습니다. 오른쪽 두 값은 칠, 팔이고, 더 처리할 구간은 없습니다. 이 함수도 끝내고 원래 구간 영부터 오까지의 함수로 돌아갑니다.</a:t>
            </a:r>
          </a:p>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일, 삼, 사, 육, 칠, 팔입니다. 처음 배열의 값 여섯 개가 그대로 있고, 위치만 오름차순으로 바뀌었습니다. 원래 구간 영부터 오까지의 호출이 끝나는 순간입니다.</a:t>
            </a:r>
          </a:p>
          <a:p/>
          <a:p>
            <a:r>
              <a:t>피벗을 확정한 순서를 다시 확인해 보겠습니다. 첫 번째 전체 분할에서 피벗 육을 인덱스 삼에 놓았습니다. 그 왼쪽 구간 영부터 이까지에서는 피벗 사를 인덱스 이에 놓았고, 다시 그 왼쪽 영부터 일까지에서는 피벗 삼을 인덱스 일에 놓았습니다. 작은 구간이 하나 또는 빈 구간이 되자 종료 조건으로 돌아왔습니다.</a:t>
            </a:r>
          </a:p>
          <a:p/>
          <a:p>
            <a:r>
              <a:t>왼쪽을 모두 끝내고 원래 호출로 돌아온 뒤에는 오른쪽 사부터 오까지를 처리했습니다. 그 구간의 피벗 칠은 인덱스 사에 놓였습니다. 양쪽에 남은 빈 구간과 원소 하나의 구간도 바로 끝내서, 처음 호출에 더 남은 일이 없게 되었습니다.</a:t>
            </a:r>
          </a:p>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p>
            <a:r>
              <a:t>가장 중요한 흐름은 피벗을 정하고, 그 피벗을 제외한 작은 구간에 같은 함수를 호출하며, 원소가 하나 이하가 되면 끝내는 것입니다. 이번 예에서는 값 육만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파이썬으로 옮긴 것입니다. 함수 이름은 파티션이고, 배열 에이와 구간의 처음 로, 마지막 하이를 받습니다. 로와 하이는 모두 포함하는 인덱스입니다. 이 함수의 결과는 정렬된 새 배열이 아니라, 배열을 바꾼 뒤 피벗이 놓인 위치입니다.</a:t>
            </a:r>
          </a:p>
          <a:p/>
          <a:p>
            <a:r>
              <a:t>첫 줄에서 피벗으로 사용할 인덱스를 정합니다. 예제 구간은 영부터 오까지이므로 가운데 인덱스는 이고 그 값은 육입니다. 다음 줄은 그 원소와 맨 끝 원소를 교환합니다. 파이썬에서는 쉼표로 두 위치를 함께 대입해서 교환할 수 있습니다. 육과 일을 바꾸면 배열은 팔, 사, 일, 삼, 칠, 육이 됩니다. 그다음 피벗에 맨 끝의 값 육을 저장해서 비교 기준으로 사용합니다.</a:t>
            </a:r>
          </a:p>
          <a:p/>
          <a:p>
            <a:r>
              <a:t>엘은 로, 알은 하이 마이너스 일로 시작합니다. 예제에서는 엘이 영이고 알이 사입니다. 왜 알을 하이부터 시작하지 않을까요? 하이 위치에는 피벗을 따로 뒀기 때문에, 두 포인터는 그 앞의 값들만 검사해야 합니다.</a:t>
            </a:r>
          </a:p>
          <a:p/>
          <a:p>
            <a:r>
              <a:t>바깥의 와일 True는 분할을 반복하는 부분입니다. 먼저 안쪽의 왼쪽 와일을 보세요. 엘이 알을 넘지 않았고, 현재 왼쪽 값이 피벗 이하이면 엘을 하나 늘립니다. 왼쪽에 있어도 되는 값들을 지나가는 것입니다. 처음 엘이 보는 팔은 육보다 크니까 이 와일은 이동하지 않고 멈춥니다.</a:t>
            </a:r>
          </a:p>
          <a:p/>
          <a:p>
            <a:r>
              <a:t>다음 오른쪽 와일은 현재 오른쪽 값이 피벗보다 큰 동안 알을 하나 줄입니다. 오른쪽에 있어도 되는 값들을 지나갑니다. 예제에서 칠은 육보다 크므로 지나가고, 다음 삼은 육 이하이므로 멈춥니다. 그래서 엘은 팔을, 알은 삼을 가리킵니다.</a:t>
            </a:r>
          </a:p>
          <a:p/>
          <a:p>
            <a:r>
              <a:t>두 와일 모두 맨 앞에 엘이 알 이하이라는 범위 검사를 두었습니다. 앤드는 앞 조건이 거짓이면 뒤 조건을 읽지 않습니다. 따라서 포인터가 교차하면 배열 원소를 더 읽지 않습니다. 이 순서를 지키면 범위를 넘은 위치를 접근하는 문제를 막을 수 있습니다.</a:t>
            </a:r>
          </a:p>
          <a:p/>
          <a:p>
            <a:r>
              <a:t>두 검사 뒤에 엘이 알보다 커졌는지 확인합니다. 교차했다면 검사할 칸이 없어서 브레이크로 바깥 반복문을 끝냅니다. 아직 교차하지 않았다면 두 포인터가 찾은 값을 교환합니다. 왼쪽에서 찾은 큰 값과 오른쪽에서 찾은 작은 값을 바꾸는 것입니다. 예제에서는 팔과 삼을 바꿔 삼, 사, 일, 팔, 칠, 육을 만듭니다.</a:t>
            </a:r>
          </a:p>
          <a:p/>
          <a:p>
            <a:r>
              <a:t>교환 다음에 엘과 알을 직접 늘리고 줄이는 줄이 없는 것도 보세요. 다음 반복에서 교환된 값이 자기 쪽의 통과 조건을 만족하므로 안쪽 와일이 이동시킵니다. 지금 엘 자리의 삼은 육 이하라서 지나가고, 오른쪽의 팔은 육보다 커서 지나갑니다. 따라서 같은 두 값을 끝없이 다시 교환하지 않습니다.</a:t>
            </a:r>
          </a:p>
          <a:p/>
          <a:p>
            <a:r>
              <a:t>그림처럼 엘이 삼, 알이 이가 되면 반복문을 나옵니다. 마지막 교환은 다른 역할입니다. 맨 끝에 보관한 피벗 육을 엘 위치의 팔과 바꿔, 작은 쪽과 큰 쪽 사이에 놓습니다. 배열은 삼, 사, 일, 육, 칠, 팔이고 피벗 위치는 삼입니다. 리턴 엘은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파티션 함수는 피벗을 기준으로 나누는 일만 했습니다. 지금 퀵 소트는 그 함수를 호출하고, 남은 양쪽 구간에 다시 같은 정렬을 적용합니다. 한 번 분할한 결과가 전체 정렬은 아니라는 점을 코드에서도 확인하겠습니다.</a:t>
            </a:r>
          </a:p>
          <a:p/>
          <a:p>
            <a:r>
              <a:t>첫 조건은 로가 하이 이상인지 확인합니다. 두 인덱스가 같으면 원소 하나인 구간이고, 로가 더 크면 빈 구간입니다. 둘 다 더 정렬할 필요가 없어서 바로 리턴합니다. 이때 반환하는 별도 결과값은 없습니다. 현재 함수는 원래 배열 에이의 내용을 바꾸는 함수입니다.</a:t>
            </a:r>
          </a:p>
          <a:p/>
          <a:p>
            <a:r>
              <a:t>여러 원소가 있으면 파티션을 호출합니다. 아래 예제의 전체 구간은 영부터 오입니다. 앞에서 따라간 분할이 끝나면 배열은 삼, 사, 일, 육, 칠, 팔이 되고, 파티션이 반환한 피벗 위치 삼이 피에 들어갑니다. 피는 피벗의 값 육이 아니라 그 값이 놓인 인덱스 삼입니다. 값과 위치를 구분해야 합니다.</a:t>
            </a:r>
          </a:p>
          <a:p/>
          <a:p>
            <a:r>
              <a:t>다음 호출은 왼쪽 영부터 피 마이너스 일, 즉 이까지를 정렬합니다. 그 안에 있는 삼, 사, 일을 같은 방식으로 정렬해서 일, 삼, 사로 만듭니다. 왼쪽 호출이 끝나면 오른쪽 피 플러스 일부터 오까지, 즉 사부터 오의 칠, 팔을 정렬합니다. 이미 자리가 정해진 피벗 위치 삼은 어느 호출에도 들어가지 않습니다.</a:t>
            </a:r>
          </a:p>
          <a:p/>
          <a:p>
            <a:r>
              <a:t>더 작은 구간들도 원소 하나 이하가 되면 첫 조건에서 끝납니다. 재귀 호출이 모두 돌아오면 전체 배열 에이가 정렬되어 있습니다. 병합 정렬처럼 두 반환 리스트를 합치는 코드가 없는 이유는 분할할 때 작은 쪽과 큰 쪽을 원래 배열 안에서 이미 나눠 놓았기 때문입니다.</a:t>
            </a:r>
          </a:p>
          <a:p/>
          <a:p>
            <a:r>
              <a:t>아래 실행 예에서는 퀵 소트를 호출한 뒤 에이를 출력합니다. 앞의 파이썬 병합 정렬은 반환한 새 리스트를 사용했지만, 이 코드는 원래 리스트를 바꿉니다. 프린트(퀵 소트(...))처럼 함수의 반환값을 출력하면 정렬된 배열이 아니라 None을 보게 됩니다. 호출 후 배열 에이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언어 코드도 앞에서 본 가운데 피벗과 양쪽 포인터 분할을 그대로 사용합니다. 파이썬과 다른 문법 때문에 복잡해 보일 수 있으니, 먼저 교환을 담당하는 스왑부터 보겠습니다. 두 배열 원소의 값을 서로 바꾸는 작은 함수입니다.</a:t>
            </a:r>
          </a:p>
          <a:p/>
          <a:p>
            <a:r>
              <a:t>스왑의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p>
            <a:r>
              <a:t>파티션에서 스왑을 부를 때 에이의 m 위치 앞과 하이 위치 앞에 앤드 기호를 붙인 것을 보세요. 여기서 앤드는 그 배열 원소의 주소, 즉 저장 위치를 넘긴다는 뜻입니다. 그래서 스왑이 실제 배열 원소를 바꿀 수 있습니다. 값만 복사해서 넘겨 지역 변수끼리 바꾸는 것이 아닙니다.</a:t>
            </a:r>
          </a:p>
          <a:p/>
          <a:p>
            <a:r>
              <a:t>가운데 인덱스 m은 로에 구간 길이 차이의 절반을 더해 계산합니다. 로가 영이고 하이가 오면 m은 이입니다. 현재 구간 안의 가운데 위치를 고른다는 뜻이고, 로와 하이를 먼저 더하는 방식보다 큰 인덱스의 덧셈을 피할 수 있습니다. 예제에서는 m 위치의 육과 하이 위치의 일을 바꿉니다.</a:t>
            </a:r>
          </a:p>
          <a:p/>
          <a:p>
            <a:r>
              <a:t>이제 피벗에 맨 끝 값 육을 저장하고 엘과 알을 정합니다. 엘은 구간 처음, 알은 피벗 바로 앞입니다. 와일(일)은 파이썬의 와일 True처럼 반복하고, 안쪽 두 와일에서 각각 왼쪽의 피벗 이하 값과 오른쪽의 피벗 초과 값을 지나갑니다. 엘++는 엘을 하나 늘리고 알--는 알을 하나 줄이는 표현입니다.</a:t>
            </a:r>
          </a:p>
          <a:p/>
          <a:p>
            <a:r>
              <a:t>조건에서 앤드 두 개는 두 조건을 모두 만족해야 한다는 뜻입니다. 여기서는 앞 조건 엘이 알 이하이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p>
            <a:r>
              <a:t>두 포인터가 교차하면 브레이크로 끝냅니다. 아직 교차하지 않았으면 스왑으로 잘못 놓인 두 값을 바꿉니다. 예제에서는 처음 팔과 삼을 바꾸고, 다음 검사에서 엘이 삼, 알이 이가 되어 교차합니다. 마지막 스왑은 엘 위치와 피벗이 있는 하이 위치를 바꿔 피벗을 제자리에 넣습니다.</a:t>
            </a:r>
          </a:p>
          <a:p/>
          <a:p>
            <a:r>
              <a:t>결과는 그림과 같은 삼, 사, 일, 육, 칠, 팔이고 반환 위치는 삼입니다. 파이썬과 씨 언어의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언어의 퀵 소트를 읽어 보겠습니다. 입력은 배열 에이와 정렬할 구간의 양 끝 로, 하이입니다. 반환형이 void이므로 정렬된 새 배열이나 점수 같은 결과값을 돌려주는 함수가 아닙니다. 전달한 배열의 원소들을 직접 바꿉니다.</a:t>
            </a:r>
          </a:p>
          <a:p/>
          <a:p>
            <a:r>
              <a:t>첫 줄은 로가 하이 이상이면 반환하는 종료 조건입니다. 예를 들어 영부터 영이면 원소 하나이고, 영부터 마이너스 일이면 빈 구간입니다. 정렬할 값이 여러 개 있을 때만 파티션으로 내려갑니다. 종료 조건을 분할 호출보다 먼저 두는 이유도 여기 있습니다. 빈 구간에서 피벗을 읽으려고 하면 안 됩니다.</a:t>
            </a:r>
          </a:p>
          <a:p/>
          <a:p>
            <a:r>
              <a:t>파티션의 반환값을 피에 저장합니다. 처음 영부터 오를 분할한 예에서는 피가 삼입니다. 배열은 이미 삼, 사, 일, 육, 칠, 팔로 바뀌어 있고, 피는 피벗 육이 놓인 위치를 나타냅니다. 그다음 왼쪽 영부터 이를 정렬하고, 왼쪽 호출이 끝나면 오른쪽 사부터 오를 정렬합니다.</a:t>
            </a:r>
          </a:p>
          <a:p/>
          <a:p>
            <a:r>
              <a:t>코드에 피 마이너스 일과 피 플러스 일이 있는 이유는 피벗 자체를 제외하기 위해서입니다. 이미 기준에 맞는 자리가 정해졌으므로 양쪽 내부만 정렬하면 됩니다. 남은 구간이 더 작아지고, 결국 종료 조건에 도달합니다. 재귀 호출 뒤에 머지 같은 추가 작업을 하지 않아도 전체 정렬이 완성됩니다.</a:t>
            </a:r>
          </a:p>
          <a:p/>
          <a:p>
            <a:r>
              <a:t>아래 실행 예의 배열은 여섯 개라서 처음 호출은 영부터 오입니다. 마지막 인덱스를 육으로 쓰면 배열 범위를 넘으므로, 원소 수와 마지막 인덱스를 구분해 주세요. 앞의 스왑과 파티션을 함께 준비하고 이 호출을 실행하면 에이가 일, 삼, 사, 육, 칠, 팔로 바뀝니다. 호출 뒤에는 반환값이 아니라 에이의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이, 이, 이고 피벗도 이인 경우를 따라가 보겠습니다. 맨 끝에 피벗을 두고 시작하면 엘은 인덱스 영, 알은 인덱스 일입니다.</a:t>
            </a:r>
          </a:p>
          <a:p/>
          <a:p>
            <a:r>
              <a:t>지금 왼쪽 와일의 조건은 현재 값이 피벗 이하라는 것입니다. 첫 이는 피벗 이와 같으므로 조건을 만족해서 엘이 일로 이동합니다. 다음 이도 같으니 엘이 다시 이로 이동합니다. 이제 엘이 알보다 커져서 범위 조건이 거짓이 됩니다. 피벗 칸을 계속 읽는 것이 아니라, 검사 구간을 지나왔기 때문에 반복을 끝내는 것입니다.</a:t>
            </a:r>
          </a:p>
          <a:p/>
          <a:p>
            <a:r>
              <a:t>마지막에는 엘 위치와 맨 끝 피벗 위치가 같은 인덱스 이입니다. 같은 자리끼리 바꾸므로 배열은 그대로 이, 이, 이고, 피벗 위치 이가 반환됩니다. 남은 왼쪽 구간에는 두 개가 있고 오른쪽에는 아무것도 없습니다. 화면 아래의 분할 크기가 바로 이것입니다.</a:t>
            </a:r>
          </a:p>
          <a:p/>
          <a:p>
            <a:r>
              <a:t>따라서 무한 반복은 일어나지 않지만, 항상 효율적으로 반씩 나뉘는 것도 아닙니다. 모두 같은 값이면 같은 값들이 전부 왼쪽으로 가고, 매번 피벗 하나만 제외됩니다. 큰 입력에서는 엔 개, 엔에서 한 개를 뺀 개수, 엔에서 두 개를 뺀 개수처럼 조금씩 줄어드는 구간을 처리하므로 시간이 엔 제곱에 비례할 수 있습니다. 같은 값을 멈추는 조건을 아무렇게나 바꾸면 무한 교환이 생길 수도 있으니, 현재 코드의 규칙을 함께 이해해야 합니다.</a:t>
            </a:r>
          </a:p>
          <a:p/>
          <a:p>
            <a:r>
              <a:t>빈 배열도 확인하겠습니다. 길이가 영이면 첫 호출의 하이는 마이너스 일입니다. 로가 영이라서 로가 하이 이상인 종료 조건을 즉시 만족하고, 파티션을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엘은 오른쪽으로만 이동하고 알은 왼쪽으로만 이동합니다. 이미 지나간 칸을 처음부터 다시 훑지 않으므로, 한 구간을 분할하는 작업은 그 구간의 원소 수에 비례합니다.</a:t>
            </a:r>
          </a:p>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엔 정도이고, 구간 크기를 계속 반으로 줄이면 단계 수는 로그 엔 정도입니다. 따라서 균형 있게 나뉘는 경우 전체 시간은 엔 로그 엔에 비례합니다.</a:t>
            </a:r>
          </a:p>
          <a:p/>
          <a:p>
            <a:r>
              <a:t>반대로 피벗이 계속 가장 큰 값이라면 어떻게 될까요? 다른 모든 값이 왼쪽에 남고 오른쪽은 비어 있습니다. 처음에는 엔 개를 분할하고, 다음에는 엔에서 한 개를 뺀 개수를 분할하고, 그다음에는 엔에서 두 개를 뺀 개수를 처리합니다. 거의 전체를 다시 훑는 일이 여러 번 이어집니다. 이런 작업량의 합이 엔 제곱에 비례해서 최악의 시간은 세타 엔 제곱입니다.</a:t>
            </a:r>
          </a:p>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p>
            <a:r>
              <a:t>서로 다른 값들의 순서가 무작위인 입력에서는 이 방식의 평균 시간을 엔 로그 엔으로 볼 수 있습니다. 하지만 특정 입력 하나에서도 반드시 그 시간이 보장된다는 뜻은 아닙니다. 입력 가정이 없는 최악의 경우와 무작위 입력에서의 평균을 구분해야 합니다. 지금은 한 번의 분할은 엔에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파티션 코드를 보면 와일문 안에 또 와일문이 있습니다. 겉모양만 보고 이중 반복문이니 무조건 엔 제곱이라고 하면 틀립니다. 안쪽 반복이 매번 처음부터 출발하는지 확인해야 해요.</a:t>
            </a:r>
          </a:p>
          <a:p/>
          <a:p>
            <a:r>
              <a:t>엘은 왼쪽에서 출발해 오른쪽으로만 이동합니다. 알은 오른쪽에서 출발해 왼쪽으로만 이동합니다. 두 값을 교환한 뒤에도 엘을 처음 위치로 되돌리거나 알을 끝으로 되돌리지 않습니다. 이어서 아직 검사하지 않은 부분을 확인하는 것이죠.</a:t>
            </a:r>
          </a:p>
          <a:p/>
          <a:p>
            <a:r>
              <a:t>그림의 예제에서 엘은 영에서 삼까지 이동했고, 알은 사에서 이까지 이동했습니다. 포인터가 검사한 값과 교환한 값은 있지만, 교환할 때마다 구간 전체를 다시 훑은 것이 아닙니다. 따라서 길이 케이의 한 구간을 분할하는 비용은 오 케이입니다.</a:t>
            </a:r>
          </a:p>
          <a:p/>
          <a:p>
            <a:r>
              <a:t>이제 전체 퀵 정렬의 시간이 달라지는 이유를 생각해 보겠습니다. 분할 한 번의 비용은 선형이지만, 분할 후 남은 두 구간이 얼마나 비슷한 크기인지는 입력과 피벗에 따라 달라집니다. 비슷하게 나뉘면 재귀가 얕아지고, 한쪽으로 몰리면 긴 사슬이 됩니다. 그 차이를 다음 두 그림에서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8200954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그림은 매번 양쪽 구간이 비슷하게 나뉘는 경우입니다. 여덟 개의 값에서 피벗 한 칸이 확정되고, 남은 값은 세 개와 네 개 정도로 나뉩니다. 다시 각 구간에서 피벗을 정하면 더 작은 두 구간으로 나뉩니다.</a:t>
            </a:r>
          </a:p>
          <a:p/>
          <a:p>
            <a:r>
              <a:t>같은 층에 있는 구간들은 서로 겹치지 않습니다. 분할을 마친 피벗은 다음 층에서 빠지므로, 한 층에서 검사하는 값의 총량은 많아도 원래 엔에 비례합니다. 부분 문제의 길이가 계속 절반 정도로 줄면 한 원소까지 가는 층 수는 로그 엔 정도입니다. 그래서 전체는 오 엔 로그 엔입니다.</a:t>
            </a:r>
          </a:p>
          <a:p/>
          <a:p>
            <a:r>
              <a:t>다만 가운데 인덱스의 값을 고르는 것과 값의 중앙값을 고르는 것은 다른 말입니다. 배열의 가운데 칸에 매우 작은 값이 있을 수도 있고 매우 큰 값이 있을 수도 있죠. 가운데 칸을 피벗으로 고른다는 코드만으로 항상 이런 균형을 보장할 수는 없습니다.</a:t>
            </a:r>
          </a:p>
          <a:p/>
          <a:p>
            <a:r>
              <a:t>퀵 정렬의 평균 시간으로 엔 로그 엔을 말할 때는 피벗이 특정한 나쁜 패턴에 계속 걸리지 않는다는 분포나 무작위 선택의 조건이 들어갑니다. 이 수업에서는 균형 있게 나뉜 경우와 한쪽으로 몰린 최악의 경우를 구분하면 됩니다. 가운데 칸을 택했으니 무조건 엔 로그 엔이라는 결론은 피하겠습니다.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8169494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구현은 피벗 이하인 값을 모두 왼쪽으로 보냅니다. 원소 여덟 개가 모두 오인 입력을 생각해 보겠습니다. 가운데 칸의 오를 끝으로 옮겨도 나머지 값이 모두 같습니다. 왼쪽 포인터는 피벗 앞의 모든 값을 지나가고, 피벗은 맨 오른쪽에 놓입니다.</a:t>
            </a:r>
          </a:p>
          <a:p/>
          <a:p>
            <a:r>
              <a:t>그러면 다음 왼쪽 구간에는 원소 일곱 개가 남고, 오른쪽은 비어 있습니다. 그다음에는 여섯 개, 다음에는 다섯 개가 남습니다. 반씩 나누는 트리가 아니라 구간 길이가 하나씩 줄어드는 사슬입니다.</a:t>
            </a:r>
          </a:p>
          <a:p/>
          <a:p>
            <a:r>
              <a:t>피벗을 제외한 검사 횟수는 첫 분할에서 일곱 번, 다음에서 여섯 번이고, 마지막 두 원소에서는 한 번입니다. 칠 더하기 육 더하기 오 더하기 사 더하기 삼 더하기 이 더하기 일은 이십팔입니다. 따라서 이 예제에서는 스물여덟 번 검사합니다. 입력 길이가 엔이면 엔 마이너스 일부터 일까지 더하므로 작업량이 엔 제곱에 비례합니다.</a:t>
            </a:r>
          </a:p>
          <a:p/>
          <a:p>
            <a:r>
              <a:t>같은 값도 유효한 입력입니다. 현재 코드가 가운데 칸을 피벗으로 고른다고 해서 균형 잡힌 분할을 보장하지는 않습니다. 이 구현의 최악 시간은 빅오 엔 제곱입니다.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09974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p>
            <a:r>
              <a:t>병합 정렬은 값의 크기와 상관없이 배열의 위치를 기준으로 반씩 나눕니다. 그래서 나누는 동안에는 팔과 삼의 순서가 그대로였습니다. 작은 구간의 정렬 결과가 돌아오면, 두 결과의 맨 앞을 비교하면서 병합합니다. 정렬된 두 입력을 합치는 단계가 전체 순서를 만들어 줍니다.</a:t>
            </a:r>
          </a:p>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p>
            <a:r>
              <a:t>그럼 퀵 정렬의 첫 분할이 끝나면 전체가 정렬되어 있을까요? 아까 결과 삼, 사, 일, 육, 칠, 팔을 떠올려 보세요. 피벗 육의 위치는 맞지만 왼쪽의 일은 아직 뒤에 있습니다. 양쪽 내부의 재귀 정렬을 마쳐야 전체 정렬이 끝납니다. 피벗 자리가 정해졌다는 것과 전체가 정렬되었다는 것을 구분해야 합니다.</a:t>
            </a:r>
          </a:p>
          <a:p/>
          <a:p>
            <a:r>
              <a:t>시간도 비교하겠습니다. 현재 병합 정렬은 구간을 반씩 나누고 모든 단계에서 병합하므로 최악에도 엔 로그 엔에 비례합니다. 퀵 정렬은 잘 나뉘면 엔 로그 엔이지만, 한쪽으로 계속 치우치면 엔 제곱에 비례합니다.</a:t>
            </a:r>
          </a:p>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어느 회사의 일별 손익 변동을 여덟 개의 정수로 기록했다고 생각해 보겠습니다. 값은 삼, 마이너스 오, 십이, 마이너스 이, 칠, 마이너스 구, 오, 일입니다. 이 값들은 그날의 손익 변화량이지, 그날의 주식 가격 자체가 아닙니다. 양수인 날은 이익이 나고, 음수인 날은 손실이 난다고 읽으면 됩니다.</a:t>
            </a:r>
          </a:p>
          <a:p/>
          <a:p>
            <a:r>
              <a:t>문제는 연속된 며칠을 골라 그 기간의 합이 가장 크게 되도록 만드는 것입니다. 첫날부터 마지막 날까지 다 고를 필요는 없습니다. 시작 날짜와 끝 날짜를 정하고, 그 사이의 날짜를 모두 포함하면 돼요. 단, 하루 이상은 골라야 합니다. 아무 날짜도 고르지 않는 빈 구간은 허용하지 않습니다.</a:t>
            </a:r>
          </a:p>
          <a:p/>
          <a:p>
            <a:r>
              <a:t>그림의 막대그래프를 보세요. 셋째 날의 십이와 다섯째 날의 칠이 눈에 들어오지만, 이 두 날만 골라 더할 수는 없습니다. 그 사이에 있는 넷째 날의 마이너스 이도 같이 포함해야 합니다. 그래서 셋째 날부터 다섯째 날까지의 합은 십이에서 이를 빼고 칠을 더한 십칠입니다.</a:t>
            </a:r>
          </a:p>
          <a:p/>
          <a:p>
            <a:r>
              <a:t>여덟 날을 처음부터 끝까지 모두 더하면 십이입니다. 따라서 전체를 선택한 합보다 이 세 날을 고른 합이 더 큽니다. 이 배열의 최대 구간 합은 십칠이고, 선택한 구간은 셋째 날부터 다섯째 날까지입니다. 코드에서는 첫 칸을 영부터 세니까 같은 구간을 인덱스 이부터 사까지라고 부릅니다. 뒤의 모든 재귀 호출과 중앙을 걸친 합 계산에서도 똑같은 여덟 개의 값을 사용하겠습니다.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73082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가장 먼저 떠올릴 수 있는 방법은 모든 시작 날짜와 끝 날짜를 확인하는 것입니다. 첫날에서 시작한다고 정해 볼게요. 첫날만 고르면 합이 삼이고, 둘째 날까지 늘리면 삼에서 오를 뺀 마이너스 이입니다. 셋째 날까지 늘리면 거기에 십이를 더해서 십이 됩니다. 이런 식으로 마지막 날까지 끝점을 한 칸씩 늘립니다.</a:t>
            </a:r>
          </a:p>
          <a:p/>
          <a:p>
            <a:r>
              <a:t>첫날에서 시작하는 구간을 다 확인했으면 이번에는 둘째 날에서 시작합니다. 둘째 날만 고르는 경우, 둘째 날부터 셋째 날까지 고르는 경우를 차례대로 보는 거죠. 이렇게 시작 날짜를 여덟째 날까지 옮기면 가능한 모든 연속 구간을 빠짐없이 검사할 수 있습니다.</a:t>
            </a:r>
          </a:p>
          <a:p/>
          <a:p>
            <a:r>
              <a:t>여덟 개의 값에서는 첫날에서 시작하는 후보가 여덟 개, 둘째 날에서 시작하는 후보가 일곱 개입니다. 그 뒤로 하나씩 줄어서 마지막 날에서는 한 개가 됩니다. 전부 합하면 후보는 서른여섯 개입니다. 이 작은 예제에서는 직접 확인할 만한 양이죠. 하지만 값의 개수가 커지면 시작점과 끝점의 조합이 빠르게 늘어납니다.</a:t>
            </a:r>
          </a:p>
          <a:p/>
          <a:p>
            <a:r>
              <a:t>끝점을 늘릴 때 지금까지 더한 합을 저장해 놓으면 새 값 하나만 더하면 됩니다. 이렇게 구현한 완전 탐색은 시간 복잡도가 O(엔²)입니다. 매 구간의 합을 처음부터 다시 계산하면 일을 더 많이 하게 됩니다. 그림의 학생이 같은 후보를 계속 적느라 복잡해지는 모습을 보세요. 이제 배열을 나눠 작은 문제의 답을 가져오는 분할 정복으로 계산을 줄여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9160997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배열을 가운데에서 왼쪽 절반과 오른쪽 절반으로 나눠 보겠습니다. 우리가 찾는 최대 구간은 세 경우 중 하나에 들어갑니다. 첫째, 구간 전체가 왼쪽 절반 안에 있을 수 있습니다. 둘째, 구간 전체가 오른쪽 절반 안에 있을 수 있습니다. 셋째, 왼쪽에서 시작해서 가운데 경계를 지나 오른쪽까지 이어질 수 있습니다.</a:t>
            </a:r>
          </a:p>
          <a:p/>
          <a:p>
            <a:r>
              <a:t>그림에서 왼쪽을 살피는 학생과 오른쪽을 살피는 학생을 보세요. 각자 자기 절반에서 가장 큰 구간 합을 찾는다고 생각하면 됩니다. 이 두 값을 코드에서는 레프트 맥스와 라이트 맥스라고 부릅니다. 이 값들은 각각의 절반 안에서 시작점과 끝점을 자유롭게 고른 결과입니다.</a:t>
            </a:r>
          </a:p>
          <a:p/>
          <a:p>
            <a:r>
              <a:t>가운데의 학생은 다리 양쪽을 연결하는 구간을 살핍니다. 이 구간의 최대 합이 크로스 맥스입니다. 여기서는 왼쪽의 아무 구간과 오른쪽의 아무 구간을 더하면 안 됩니다. 두 구간을 붙였을 때 사이에 빠진 칸이 없어야 하기 때문입니다. 왼쪽에서는 가운데 칸 미드에서 끝나는 구간, 오른쪽에서는 바로 다음 칸 미드+일에서 시작하는 구간을 찾아야 해요.</a:t>
            </a:r>
          </a:p>
          <a:p/>
          <a:p>
            <a:r>
              <a:t>이번 여덟 개의 값의 예제에서는 미드가 인덱스 삼이고, 경계는 인덱스 삼과 사 사이입니다. 중앙을 걸친 구간은 그 두 칸을 모두 포함해야 합니다. 왼쪽 절반의 최대 구간인 레프트 맥스와, 미드에서 끝나는 최대 합인 레프트 섬은 다른 값일 수 있다는 점도 기억해 주세요. 세 경우의 후보를 모두 계산한 다음 max로 가장 큰 값을 고르면 정답을 놓치지 않습니다. 다음부터는 실제 배열에서 이 세 답이 만들어지는 과정을 한 단계씩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519184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합을 처음부터 끝까지 따라가 보겠습니다. 예제 배열은 삼, 마이너스 오, 십이, 마이너스 이, 칠, 마이너스 구, 오, 일입니다. 뒤의 코드에서도 똑같은 여덟 개의 값을 사용할게요. 화면 아래의 작은 숫자는 값이 아니라 인덱스이고, 첫 칸은 인덱스 영입니다.</a:t>
            </a:r>
          </a:p>
          <a:p/>
          <a:p>
            <a:r>
              <a:t>구간이라는 말은 배열에서 이어 붙은 칸들을 뜻합니다. 시작 칸 하나와 끝 칸 하나를 정하면 그 사이에 있는 값은 하나도 빼놓을 수 없습니다. 값 십이와 칠만 골라 더하는 것은 안 됩니다. 그 사이의 마이너스 이도 반드시 포함해야 해요. 또 아무 원소도 고르지 않는 빈 구간은 허용하지 않습니다.</a:t>
            </a:r>
          </a:p>
          <a:p/>
          <a:p>
            <a:r>
              <a:t>지금 주황색으로 표시한 구간은 인덱스 이부터 사까지입니다. 십이에서 이를 빼면 십이고, 거기에 칠을 더하면 십칠입니다. 배열 전체를 더하면 십이므로, 전체를 선택하는 것보다 이 세 칸만 선택한 합이 더 큽니다. 음수가 있다고 무조건 그 칸에서 끊는 것도 아닙니다. 마이너스 이를 포함해도 양쪽의 큰 양수를 함께 가져올 수 있죠.</a:t>
            </a:r>
          </a:p>
          <a:p/>
          <a:p>
            <a:r>
              <a:t>이제 답이 십칠이라는 사실을 코드에 넣고 출발하는 것이 아닙니다. 배열을 작은 구간으로 나누어 원소 하나에서 시작하고, 작은 답을 합쳐서 코드가 스스로 십칠을 찾는 과정을 보겠습니다. 각 단계에서 어떤 호출이 실행 중인지도 같이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28018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함수는 지금 주어진 구간의 처음을 로, 끝을 하이라고 부릅니다. 이번 전체 호출에서는 로가 영이고 하이가 칠입니다. 미드는 영과 칠을 더한 뒤 이로 나눈 정수 몫이므로 삼입니다. 따라서 왼쪽은 인덱스 영부터 삼까지, 오른쪽은 사부터 칠까지예요. 화면의 세로선이 그 경계입니다.</a:t>
            </a:r>
          </a:p>
          <a:p/>
          <a:p>
            <a:r>
              <a:t>연속한 구간을 하나 골랐다고 생각해 봅시다. 그 구간이 경계 왼쪽에서 끝날 수도 있고, 경계 오른쪽에서 시작할 수도 있습니다. 두 경우가 각각 왼쪽 안에만 있는 구간과 오른쪽 안에만 있는 구간입니다. 둘 다 아니라면 경계를 넘어 양쪽에 칸이 있는 구간입니다. 연속 구간이라서 이 세 경우 외에 네 번째 경우는 없어요.</a:t>
            </a:r>
          </a:p>
          <a:p/>
          <a:p>
            <a:r>
              <a:t>레프트 맥스는 왼쪽 안에서 가장 큰 구간 합입니다. 왼쪽 네 칸 가운데 어디서 시작하고 어디서 끝내도 됩니다. 라이트 맥스도 오른쪽 안에서 똑같이 구합니다. 두 값은 각 절반에 같은 함수를 다시 호출해서 받아올 거예요. 여기서는 아직 그 값들을 알고 있다고 가정하지 않겠습니다.</a:t>
            </a:r>
          </a:p>
          <a:p/>
          <a:p>
            <a:r>
              <a:t>크로스 맥스는 경계 양쪽을 모두 포함한 구간 가운데 가장 큰 합입니다. 아래 줄에서는 모양만 보여 주었습니다. 파란 줄과 초록 줄에 표시된 칸도 아직 정답 후보를 계산한 결과가 아니라 각 종류의 예입니다. 앞으로 재귀 호출로 왼쪽 답을 먼저 구하고, 오른쪽 답을 구한 뒤, 경계를 걸치는 답을 구해서 세 값을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7585012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걸친다는 조건을 자세히 보겠습니다. 지금 경계 바로 왼쪽은 인덱스 삼의 마이너스 이고, 바로 오른쪽은 인덱스 사의 칠입니다. 왼쪽과 오른쪽을 모두 선택한 연속 구간이라면 이 두 칸을 반드시 지나가야 합니다. 한쪽 칸을 빼면 구간이 중간에서 끊어지니까요.</a:t>
            </a:r>
          </a:p>
          <a:p/>
          <a:p>
            <a:r>
              <a:t>그래서 경계를 걸치는 답을 구할 때는 왼쪽의 끝을 미드에 고정합니다. 시작 칸만 미드, 미드 마이너스 일, 그 전 칸으로 바꿔 봅니다. 실제 탐색에서는 미드의 값을 먼저 더하고, 포인터 아이를 한 칸씩 왼쪽으로 옮기며 구간을 늘릴 거예요. 왼쪽 어디에서 끝나도 되는 레프트 맥스와는 조건이 다릅니다.</a:t>
            </a:r>
          </a:p>
          <a:p/>
          <a:p>
            <a:r>
              <a:t>오른쪽은 시작 칸을 미드 플러스 일에 고정합니다. 끝 칸을 한 칸씩 오른쪽으로 늘려 봅니다. 이쪽 포인터 제이는 사, 오, 육, 칠 순서로 이동합니다. 양쪽에서 각각 가장 좋은 구간을 저장해 두면, 두 구간이 경계에서 바로 붙습니다. 중간에 빠진 칸도 없고, 같은 칸을 두 번 더하지도 않아요.</a:t>
            </a:r>
          </a:p>
          <a:p/>
          <a:p>
            <a:r>
              <a:t>왼쪽에서 저장할 이름은 레프트 섬이고 오른쪽은 라이트 섬입니다. 재귀 호출에서 받는 레프트 맥스와 라이트 맥스와 구별해 주세요. 이름이 비슷하지만 선택할 수 있는 구간의 조건이 다릅니다. 다음 화면에서 이 차이를 숫자로 확인한 뒤, 실제 실행 순서대로 작은 호출부터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86158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자주 헷갈리는 부분을 먼저 보겠습니다. 나중에 재귀 호출을 마치면 왼쪽 최대값은 십이고 오른쪽 최대값은 칠이라는 답을 받습니다. 그러면 둘을 더해서 십구라고 하면 되지 않을까요? 위의 줄에서 선택한 칸을 보세요. 십이와 칠 사이에 있는 마이너스 이를 빠뜨렸습니다. 그래서 두 칸을 더한 십구는 연속 구간의 합이 아닙니다.</a:t>
            </a:r>
          </a:p>
          <a:p/>
          <a:p>
            <a:r>
              <a:t>레프트 맥스는 왼쪽 전체에서 아무 구간이나 고를 수 있습니다. 값 십이 한 칸에서 끝내도 되기 때문에 십이가 답이 되는 것이죠. 하지만 경계를 걸치는 왼쪽 부분은 반드시 인덱스 삼에서 끝나야 합니다. 값 십이를 가져오려면 다음 칸인 마이너스 이도 같이 가져와야 해서 합이 십이 됩니다.</a:t>
            </a:r>
          </a:p>
          <a:p/>
          <a:p>
            <a:r>
              <a:t>오른쪽 부분은 반드시 인덱스 사에서 시작해야 합니다. 이 예제에서는 칠 한 칸이 가장 좋습니다. 따라서 경계에 붙은 왼쪽 합 십과 오른쪽 합 칠을 더한 십칠이 실제로 가능한 걸친 구간입니다. 아래 주황색 칸은 십이, 마이너스 이, 칠이 모두 붙어 있어요.</a:t>
            </a:r>
          </a:p>
          <a:p/>
          <a:p>
            <a:r>
              <a:t>여기서 십이, 칠, 십을 암기하지 않아도 됩니다. 뒤의 모든 화면에서 재귀 호출과 포인터 이동으로 각각 계산할 겁니다. 지금은 레프트 맥스와 레프트 섬이 서로 다른 조건의 값이라는 것만 기억해 주세요. 그 차이를 놓치면 중간 칸을 건너뛴 잘못된 답을 만들게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000185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스캔에서는 두 값을 따로 관리합니다. 커런트 섬은 지금 실제로 늘려 가는 구간의 합입니다. 처음에는 영에서 시작하고, 첫 칸을 읽은 다음 그 값을 더합니다. 다음 칸을 읽으면 이전 커런트 섬에 그 값을 계속 더해요. 탐색 중에 합이 작아졌다고 마음대로 영으로 바꾸지 않습니다. 경계에서 이어진 구간을 확인해야 하기 때문입니다.</a:t>
            </a:r>
          </a:p>
          <a:p/>
          <a:p>
            <a:r>
              <a:t>레프트 섬은 왼쪽 후보들 가운데 지금까지 가장 큰 합을 저장합니다. 오른쪽을 훑을 때는 같은 역할을 라이트 섬이 합니다. 현재 합이 저장한 최댓값보다 크면 기록을 갱신하고, 그렇지 않으면 기록은 그대로 둡니다. 현재 구간과 최선으로 저장한 구간이 서로 다를 수도 있어요.</a:t>
            </a:r>
          </a:p>
          <a:p/>
          <a:p>
            <a:r>
              <a:t>예를 들어 경계의 마이너스 이에서 시작해서 십이를 더하면 현재 합은 십입니다. 그다음 마이너스 오를 더하면 현재 합은 오가 됩니다. 다음 칸을 더할 때는 십이 아니라 오에 더해야 합니다. 저장한 기록 십은 좋은 답을 잊지 않기 위한 값이지, 현재 합을 계산하는 출발점이 아닙니다.</a:t>
            </a:r>
          </a:p>
          <a:p/>
          <a:p>
            <a:r>
              <a:t>최댓값 기록은 처음에 마이너스 무한대로 둡니다. 어떤 실제 합보다도 작다고 생각하면 돼요. 그러면 첫 원소가 음수여도 그 음수가 기록됩니다. 기록을 영으로 시작하면 음수만 있는 배열에서 허용하지 않은 빈 구간을 답으로 고르는 오류가 생깁니다. 아래 예에서는 첫 원소 마이너스 이를 읽고 기록이 그 값으로 바뀝니다.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606994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호출이 어떻게 작아지는지 먼저 보겠습니다. 맨 위는 인덱스 영부터 칠까지 여덟 칸입니다. 이것을 왼쪽 네 칸과 오른쪽 네 칸으로 나눕니다. 네 칸짜리 호출은 다시 두 칸씩 나누고, 두 칸짜리 호출은 원소 하나씩 나눕니다. 맨 아래의 원소 하나에서 함수가 멈춥니다.</a:t>
            </a:r>
          </a:p>
          <a:p/>
          <a:p>
            <a:r>
              <a:t>원소 하나만 있는 구간에서는 고를 수 있는 비어 있지 않은 구간도 그 한 칸뿐입니다. 그래서 그 칸의 값을 바로 반환합니다. 양수는 물론 음수도 그대로 반환해요. 가장 왼쪽의 호출은 삼을 돌려주고, 그 옆의 호출은 마이너스 오를 돌려줍니다. 두 값을 받은 두 칸짜리 부모 호출은 경계를 걸치는 합도 계산해서 세 후보를 비교합니다.</a:t>
            </a:r>
          </a:p>
          <a:p/>
          <a:p>
            <a:r>
              <a:t>화면의 가지가 좌우로 나뉘어 있다고 두 호출이 동시에 실행되는 것은 아닙니다. 코드에 왼쪽 호출이 먼저 적혀 있으므로 맨 왼쪽 가지부터 내려갑니다. 그 호출에서 또 왼쪽을 먼저 실행합니다. 작은 답을 받아 왼쪽 네 칸의 답을 끝까지 구하고 나서야 전체 호출의 오른쪽 네 칸으로 넘어갑니다.</a:t>
            </a:r>
          </a:p>
          <a:p/>
          <a:p>
            <a:r>
              <a:t>또 레프트 맥스라는 이름은 호출마다 따로 있습니다. 두 칸짜리 호출이 받은 레프트 맥스와 전체 여덟 칸짜리 호출이 기다리는 레프트 맥스는 같은 저장 공간이 아닙니다. 다음 화면들에서는 현재 처리하는 인덱스 구간을 제목에 넣고, 반환값을 어느 부모 호출이 받는지도 함께 말해 드리겠습니다.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094696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영부터 칠까지입니다. 이번 구간의 원소는 삼, 마이너스 오, 십이, 마이너스 이, 칠, 마이너스 구, 오, 일입니다. 배열 전체는 그대로 두고 처음과 끝 인덱스만 이 범위로 정해 주었습니다. 회색 칸은 이번 계산에 참여하지 않습니다.</a:t>
            </a:r>
          </a:p>
          <a:p/>
          <a:p>
            <a:r>
              <a:t>가운데 인덱스 미드는 로와 하이를 더한 뒤 이로 나눈 정수 몫입니다. 영 더하기 칠을 이로 나누어 소수 부분을 버리면 삼입니다. 왼쪽 호출에는 영부터 삼까지를 넘기고, 오른쪽 호출에는 사부터 칠까지를 넘깁니다. 미드는 왼쪽에만 포함되므로 같은 칸을 두 번 처리하지 않습니다.</a:t>
            </a:r>
          </a:p>
          <a:p/>
          <a:p>
            <a:r>
              <a:t>코드는 레프트 맥스를 구하는 줄부터 실행합니다. 그래서 다음에는 왼쪽 [영~삼] 호출 안으로 들어갑니다. 이 호출이 답을 돌려주기 전에는 라이트 맥스를 구하는 다음 줄로 넘어가지 않습니다. 지금은 전체 여덟 칸의 답을 구하는 호출입니다.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61091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영부터 삼까지입니다. 이번 구간의 원소는 삼, 마이너스 오, 십이, 마이너스 이입니다. 배열 전체는 그대로 두고 처음과 끝 인덱스만 이 범위로 정해 주었습니다. 회색 칸은 이번 계산에 참여하지 않습니다.</a:t>
            </a:r>
          </a:p>
          <a:p/>
          <a:p>
            <a:r>
              <a:t>가운데 인덱스 미드는 로와 하이를 더한 뒤 이로 나눈 정수 몫입니다. 영 더하기 삼을 이로 나누어 소수 부분을 버리면 일입니다. 왼쪽 호출에는 영부터 일까지를 넘기고, 오른쪽 호출에는 이부터 삼까지를 넘깁니다. 미드는 왼쪽에만 포함되므로 같은 칸을 두 번 처리하지 않습니다.</a:t>
            </a:r>
          </a:p>
          <a:p/>
          <a:p>
            <a:r>
              <a:t>코드는 레프트 맥스를 구하는 줄부터 실행합니다. 그래서 다음에는 왼쪽 [영~일] 호출 안으로 들어갑니다. 이 호출이 답을 돌려주기 전에는 라이트 맥스를 구하는 다음 줄로 넘어가지 않습니다. [영~칠] 부모는 레프트 맥스의 반환을 기다립니다.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68804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영부터 일까지입니다. 이번 구간의 원소는 삼, 마이너스 오입니다. 배열 전체는 그대로 두고 처음과 끝 인덱스만 이 범위로 정해 주었습니다. 회색 칸은 이번 계산에 참여하지 않습니다.</a:t>
            </a:r>
          </a:p>
          <a:p/>
          <a:p>
            <a:r>
              <a:t>가운데 인덱스 미드는 로와 하이를 더한 뒤 이로 나눈 정수 몫입니다. 영 더하기 일을 이로 나누어 소수 부분을 버리면 영입니다. 왼쪽 호출에는 영부터 영까지를 넘기고, 오른쪽 호출에는 일부터 일까지를 넘깁니다. 미드는 왼쪽에만 포함되므로 같은 칸을 두 번 처리하지 않습니다.</a:t>
            </a:r>
          </a:p>
          <a:p/>
          <a:p>
            <a:r>
              <a:t>코드는 레프트 맥스를 구하는 줄부터 실행합니다. 그래서 다음에는 왼쪽 [영~영] 호출 안으로 들어갑니다. 이 호출이 답을 돌려주기 전에는 라이트 맥스를 구하는 다음 줄로 넘어가지 않습니다. [영~삼] 부모는 레프트 맥스의 반환을 기다립니다.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534060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영부터 영까지입니다.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삼 하나입니다. 빈 구간을 고르지 않는 문제이므로 선택할 수 있는 구간은 이 한 칸밖에 없습니다. 이 값을 더 작은 호출로 나눌 필요는 없습니다. 따라서 종료 조건 로와 하이가 같다는 조건을 만족하고, 배열 에이의 로 인덱스에 있는 값 삼을 바로 반환합니다.</a:t>
            </a:r>
          </a:p>
          <a:p/>
          <a:p>
            <a:r>
              <a:t>이 반환값은 부모 [영~일] 호출의 레프트 맥스에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249936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일부터 일까지입니다.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마이너스 오 하나입니다. 빈 구간을 고르지 않는 문제이므로 선택할 수 있는 구간은 이 한 칸밖에 없습니다. 값이 음수라도 영으로 바꾸면 안 됩니다. 영은 지금 존재하는 구간의 합이 아니기 때문입니다. 따라서 종료 조건 로와 하이가 같다는 조건을 만족하고, 배열 에이의 로 인덱스에 있는 값 마이너스 오를 바로 반환합니다.</a:t>
            </a:r>
          </a:p>
          <a:p/>
          <a:p>
            <a:r>
              <a:t>이 반환값은 부모 [영~일] 호출의 라이트 맥스에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7390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[영~일] 호출에서 경계를 걸치는 합을 구하는 왼쪽 스캔입니다. 현재 미드는 영입니다. 포인터 아이가 가리킨 인덱스는 영이고, 그 칸의 값은 삼입니다. 왼쪽 구간은 항상 영에서 끝나며, 시작 칸을 왼쪽으로 늘리고 있습니다.</a:t>
            </a:r>
          </a:p>
          <a:p/>
          <a:p>
            <a:r>
              <a:t>바로 전 현재 합은 영이었습니다. 여기에 이번 칸의 삼을 더하면 삼입니다. 첫 줄에서 색칠한 구간은 인덱스 영부터 영까지이고, 이 칸들을 모두 더한 값이 커런트 섬 삼입니다. 지금은 첫 칸을 읽었으므로 초기 영에 이 한 값을 더했습니다.</a:t>
            </a:r>
          </a:p>
          <a:p/>
          <a:p>
            <a:r>
              <a:t>이제 기록 레프트 섬과 비교합니다. 기록은 아직 마이너스 무한대이므로 실제 합 삼을 첫 기록으로 저장합니다. 아래 줄이 저장한 최선의 구간입니다. </a:t>
            </a:r>
          </a:p>
          <a:p/>
          <a:p>
            <a:r>
              <a:t>현재 구간의 처음 로인 영까지 읽었습니다. 다음 인덱스 -일은 이 호출 범위 밖이므로 읽지 않고 왼쪽 반복문을 끝냅니다. 레프트 섬 삼을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219669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[영~일] 호출에서 경계를 걸치는 합을 구하는 오른쪽 스캔입니다. 현재 미드는 영입니다. 포인터 제이가 가리킨 인덱스는 일이고, 그 칸의 값은 마이너스 오입니다. 오른쪽 구간은 항상 일에서 시작하며, 끝 칸을 오른쪽으로 늘리고 있습니다.</a:t>
            </a:r>
          </a:p>
          <a:p/>
          <a:p>
            <a:r>
              <a:t>바로 전 현재 합은 영이었습니다. 여기에 이번 칸의 마이너스 오를 더하면 마이너스 오입니다. 첫 줄에서 색칠한 구간은 인덱스 일부터 일까지이고, 이 칸들을 모두 더한 값이 커런트 섬 마이너스 오입니다. 지금은 첫 칸을 읽었으므로 초기 영에 이 한 값을 더했습니다.</a:t>
            </a:r>
          </a:p>
          <a:p/>
          <a:p>
            <a:r>
              <a:t>이제 기록 라이트 섬과 비교합니다. 기록은 아직 마이너스 무한대이므로 실제 합 마이너스 오를 첫 기록으로 저장합니다. 아래 줄이 저장한 최선의 구간입니다. 왼쪽에서 끝낸 기록 삼은 이 오른쪽 계산 동안 따로 보관하고 있습니다.</a:t>
            </a:r>
          </a:p>
          <a:p/>
          <a:p>
            <a:r>
              <a:t>현재 구간의 끝 하이인 일까지 읽었습니다. 다음 인덱스 이는 범위 밖이므로 읽지 않고 오른쪽 반복문을 끝냅니다. 라이트 섬 마이너스 오를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273237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[영~일] 호출에서 필요한 후보 세 개를 모두 구했습니다. 왼쪽 안에서 가장 큰 합은 삼이고, 오른쪽 안에서 가장 큰 합은 마이너스 오입니다. 경계를 걸친 합은 왼쪽 기록 삼과 오른쪽 기록 마이너스 오를 더한 마이너스 이입니다. 화면의 각 줄은 그 값에 해당하는 실제 구간입니다.</a:t>
            </a:r>
          </a:p>
          <a:p/>
          <a:p>
            <a:r>
              <a:t>이제 세 값 중 가장 큰 것을 고릅니다. 삼, 마이너스 오, 마이너스 이 중 가장 큰 값은 삼입니다. 왼쪽 안에만 있는 구간이 이 호출의 답입니다. 선택한 인덱스는 영부터 영까지입니다. 경계를 걸치는 계산을 했더라도 그 값이 반드시 답이 되는 것은 아니라는 점을 확인해 주세요.</a:t>
            </a:r>
          </a:p>
          <a:p/>
          <a:p>
            <a:r>
              <a:t>이제 [영~일] 호출이 끝나고 부모 [영~삼] 호출로 돌아갑니다. 부모는 이 삼을 자신의 레프트 맥스에 저장합니다. 우리가 방금 비교한 레프트 맥스, 라이트 맥스는 현재 [영~일] 호출 안의 변수였고, 반환된 값 하나가 부모의 새 변수에 들어갑니다.</a:t>
            </a:r>
          </a:p>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591943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[영~삼] 호출로 돌아왔습니다. 방금 반환받은 값은 삼입니다. 왼쪽 [영~일] 안에서 합이 가장 큰 구간은 인덱스 영부터 영까지였고, 그 합이 삼이었죠. 부모인 현재 호출은 이 결과를 자신의 레프트 맥스에 저장합니다.</a:t>
            </a:r>
          </a:p>
          <a:p/>
          <a:p>
            <a:r>
              <a:t>여기서 레프트 맥스는 현재 [영~삼] 호출의 왼쪽 전체에서 가장 큰 합을 뜻합니다. 화면의 파란 칸이 그 구간입니다. 경계의 미드까지 꼭 이어져야 하는 값은 아닙니다. 지금 파란 구간은 영에서 끝나므로, 현재 미드인 일까지 이어져 있지 않습니다. 나중에 경계를 걸치는 계산은 따로 할 거예요.</a:t>
            </a:r>
          </a:p>
          <a:p/>
          <a:p>
            <a:r>
              <a:t>코드는 이제 다음 줄로 넘어갑니다. 오른쪽 [이~삼] 호출을 시작하고, 그 답을 라이트 맥스에 받습니다. 아래 초록색 범위는 다음에 처리할 오른쪽 범위 전체입니다. 아직 오른쪽 답의 구간을 찾은 것이 아닙니다. 왼쪽 답 삼은 저장해 둔 채로 오른쪽 호출이 끝나기를 기다립니다.</a:t>
            </a:r>
          </a:p>
          <a:p/>
          <a:p>
            <a:r>
              <a:t>[영~칠] 부모는 레프트 맥스의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09525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이부터 삼까지입니다. 이번 구간의 원소는 십이, 마이너스 이입니다. 배열 전체는 그대로 두고 처음과 끝 인덱스만 이 범위로 정해 주었습니다. 회색 칸은 이번 계산에 참여하지 않습니다.</a:t>
            </a:r>
          </a:p>
          <a:p/>
          <a:p>
            <a:r>
              <a:t>가운데 인덱스 미드는 로와 하이를 더한 뒤 이로 나눈 정수 몫입니다. 이 더하기 삼을 이로 나누어 소수 부분을 버리면 이입니다. 왼쪽 호출에는 이부터 이까지를 넘기고, 오른쪽 호출에는 삼부터 삼까지를 넘깁니다. 미드는 왼쪽에만 포함되므로 같은 칸을 두 번 처리하지 않습니다.</a:t>
            </a:r>
          </a:p>
          <a:p/>
          <a:p>
            <a:r>
              <a:t>코드는 레프트 맥스를 구하는 줄부터 실행합니다. 그래서 다음에는 왼쪽 [이~이] 호출 안으로 들어갑니다. 이 호출이 답을 돌려주기 전에는 라이트 맥스를 구하는 다음 줄로 넘어가지 않습니다. [영~삼] 부모는 라이트 맥스의 반환을 기다립니다.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56852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이부터 이까지입니다.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십이 하나입니다. 빈 구간을 고르지 않는 문제이므로 선택할 수 있는 구간은 이 한 칸밖에 없습니다. 이 값을 더 작은 호출로 나눌 필요는 없습니다. 따라서 종료 조건 로와 하이가 같다는 조건을 만족하고, 배열 에이의 로 인덱스에 있는 값 십이를 바로 반환합니다.</a:t>
            </a:r>
          </a:p>
          <a:p/>
          <a:p>
            <a:r>
              <a:t>이 반환값은 부모 [이~삼] 호출의 레프트 맥스에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624363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삼부터 삼까지입니다.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마이너스 이 하나입니다. 빈 구간을 고르지 않는 문제이므로 선택할 수 있는 구간은 이 한 칸밖에 없습니다. 값이 음수라도 영으로 바꾸면 안 됩니다. 영은 지금 존재하는 구간의 합이 아니기 때문입니다. 따라서 종료 조건 로와 하이가 같다는 조건을 만족하고, 배열 에이의 로 인덱스에 있는 값 마이너스 이를 바로 반환합니다.</a:t>
            </a:r>
          </a:p>
          <a:p/>
          <a:p>
            <a:r>
              <a:t>이 반환값은 부모 [이~삼] 호출의 라이트 맥스에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562797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[이~삼] 호출에서 경계를 걸치는 합을 구하는 왼쪽 스캔입니다. 현재 미드는 이입니다. 포인터 아이가 가리킨 인덱스는 이고, 그 칸의 값은 십이입니다. 왼쪽 구간은 항상 이에서 끝나며, 시작 칸을 왼쪽으로 늘리고 있습니다.</a:t>
            </a:r>
          </a:p>
          <a:p/>
          <a:p>
            <a:r>
              <a:t>바로 전 현재 합은 영이었습니다. 여기에 이번 칸의 십이를 더하면 십이입니다. 첫 줄에서 색칠한 구간은 인덱스 이부터 이까지이고, 이 칸들을 모두 더한 값이 커런트 섬 십이입니다. 지금은 첫 칸을 읽었으므로 초기 영에 이 한 값을 더했습니다.</a:t>
            </a:r>
          </a:p>
          <a:p/>
          <a:p>
            <a:r>
              <a:t>이제 기록 레프트 섬과 비교합니다. 기록은 아직 마이너스 무한대이므로 실제 합 십이를 첫 기록으로 저장합니다. 아래 줄이 저장한 최선의 구간입니다. </a:t>
            </a:r>
          </a:p>
          <a:p/>
          <a:p>
            <a:r>
              <a:t>현재 구간의 처음 로인 이까지 읽었습니다. 다음 인덱스 일은 이 호출 범위 밖이므로 읽지 않고 왼쪽 반복문을 끝냅니다. 레프트 섬 십이를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413851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[이~삼] 호출에서 경계를 걸치는 합을 구하는 오른쪽 스캔입니다. 현재 미드는 이입니다. 포인터 제이가 가리킨 인덱스는 삼이고, 그 칸의 값은 마이너스 이입니다. 오른쪽 구간은 항상 삼에서 시작하며, 끝 칸을 오른쪽으로 늘리고 있습니다.</a:t>
            </a:r>
          </a:p>
          <a:p/>
          <a:p>
            <a:r>
              <a:t>바로 전 현재 합은 영이었습니다. 여기에 이번 칸의 마이너스 이를 더하면 마이너스 이입니다. 첫 줄에서 색칠한 구간은 인덱스 삼부터 삼까지이고, 이 칸들을 모두 더한 값이 커런트 섬 마이너스 이입니다. 지금은 첫 칸을 읽었으므로 초기 영에 이 한 값을 더했습니다.</a:t>
            </a:r>
          </a:p>
          <a:p/>
          <a:p>
            <a:r>
              <a:t>이제 기록 라이트 섬과 비교합니다. 기록은 아직 마이너스 무한대이므로 실제 합 마이너스 이를 첫 기록으로 저장합니다. 아래 줄이 저장한 최선의 구간입니다. 왼쪽에서 끝낸 기록 십이는 이 오른쪽 계산 동안 따로 보관하고 있습니다.</a:t>
            </a:r>
          </a:p>
          <a:p/>
          <a:p>
            <a:r>
              <a:t>현재 구간의 끝 하이인 삼까지 읽었습니다. 다음 인덱스 사는 범위 밖이므로 읽지 않고 오른쪽 반복문을 끝냅니다. 라이트 섬 마이너스 이를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261171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[이~삼] 호출에서 필요한 후보 세 개를 모두 구했습니다. 왼쪽 안에서 가장 큰 합은 십이고, 오른쪽 안에서 가장 큰 합은 마이너스 이입니다. 경계를 걸친 합은 왼쪽 기록 십이와 오른쪽 기록 마이너스 이를 더한 십입니다. 화면의 각 줄은 그 값에 해당하는 실제 구간입니다.</a:t>
            </a:r>
          </a:p>
          <a:p/>
          <a:p>
            <a:r>
              <a:t>이제 세 값 중 가장 큰 것을 고릅니다. 십이, 마이너스 이, 십 중 가장 큰 값은 십이입니다. 왼쪽 안에만 있는 구간이 이 호출의 답입니다. 선택한 인덱스는 이부터 이까지입니다. 경계를 걸치는 계산을 했더라도 그 값이 반드시 답이 되는 것은 아니라는 점을 확인해 주세요.</a:t>
            </a:r>
          </a:p>
          <a:p/>
          <a:p>
            <a:r>
              <a:t>이제 [이~삼] 호출이 끝나고 부모 [영~삼] 호출로 돌아갑니다. 부모는 이 십이를 자신의 라이트 맥스에 저장합니다. 우리가 방금 비교한 레프트 맥스, 라이트 맥스는 현재 [이~삼] 호출 안의 변수였고, 반환된 값 하나가 부모의 새 변수에 들어갑니다.</a:t>
            </a:r>
          </a:p>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807040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[이~삼]의 답은 십이고, 인덱스 이부터 이까지를 선택한 합입니다. 이 값을 현재 [영~삼] 호출의 라이트 맥스에 저장합니다. 이전에 저장한 레프트 맥스 삼도 그대로 가지고 있습니다.</a:t>
            </a:r>
          </a:p>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레프트 맥스와 라이트 맥스는 더할 값 두 개가 아니라 마지막에 비교할 후보 두 개예요.</a:t>
            </a:r>
          </a:p>
          <a:p/>
          <a:p>
            <a:r>
              <a:t>이제 남은 세 번째 종류를 구합니다. 현재 미드는 일이므로 왼쪽 부분은 인덱스 일에서 끝나야 하고, 오른쪽 부분은 이에서 시작해야 합니다. 이 조건을 지키면서 왼쪽과 오른쪽을 한 칸씩 늘려 보겠습니다. 그 과정에서 기록하는 레프트 섬과 라이트 섬은 방금 받은 레프트 맥스, 라이트 맥스와 별개의 값입니다.</a:t>
            </a:r>
          </a:p>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7975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삼과 오른쪽 답 십이를 이미 받았습니다. 이제 그 값들은 잠시 저장해 두고, 경계를 걸치는 답을 구하는 max_crossing_sum을 실행합니다. 현재 구간은 [영~삼]이고 가운데 인덱스는 일입니다. 다른 작은 호출에서 썼던 미드가 아니라 지금 구간의 미드를 사용합니다.</a:t>
            </a:r>
          </a:p>
          <a:p/>
          <a:p>
            <a:r>
              <a:t>왼쪽 스캔은 경계 바로 왼쪽 칸 배열 에이의 일 인덱스 값에서 시작합니다. 이 칸의 값은 마이너스 오입니다. 그다음 영부터 영까지 인덱스를 하나씩 줄입니다. 이렇게 하면 왼쪽 구간의 끝은 항상 일에 고정되고, 시작만 왼쪽으로 늘어납니다. 어느 후보도 경계 칸을 빼놓지 않아요.</a:t>
            </a:r>
          </a:p>
          <a:p/>
          <a:p>
            <a:r>
              <a:t>현재 합 커런트 섬은 아직 아무 칸도 읽지 않았으므로 영입니다. 최댓값 기록 레프트 섬은 마이너스 무한대로 초기화합니다. 첫 칸이 음수라도 실제로 읽은 그 값으로 기록을 바꿀 수 있어야 합니다. 영을 후보로 저장하면 빈 구간을 선택하는 셈이므로 안 됩니다.</a:t>
            </a:r>
          </a:p>
          <a:p/>
          <a:p>
            <a:r>
              <a:t>다음 화면에서는 포인터가 가리킨 한 칸을 읽고 커런트 섬에 더합니다. 그 합을 레프트 섬과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319140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[영~삼] 호출에서 경계를 걸치는 합을 구하는 왼쪽 스캔입니다. 현재 미드는 일입니다. 포인터 아이가 가리킨 인덱스는 일이고, 그 칸의 값은 마이너스 오입니다. 왼쪽 구간은 항상 일에서 끝나며, 시작 칸을 왼쪽으로 늘리고 있습니다.</a:t>
            </a:r>
          </a:p>
          <a:p/>
          <a:p>
            <a:r>
              <a:t>바로 전 현재 합은 영이었습니다. 여기에 이번 칸의 마이너스 오를 더하면 마이너스 오입니다. 첫 줄에서 색칠한 구간은 인덱스 일부터 일까지이고, 이 칸들을 모두 더한 값이 커런트 섬 마이너스 오입니다. 지금은 첫 칸을 읽었으므로 초기 영에 이 한 값을 더했습니다.</a:t>
            </a:r>
          </a:p>
          <a:p/>
          <a:p>
            <a:r>
              <a:t>이제 기록 레프트 섬과 비교합니다. 기록은 아직 마이너스 무한대이므로 실제 합 마이너스 오를 첫 기록으로 저장합니다. 아래 줄이 저장한 최선의 구간입니다. </a:t>
            </a:r>
          </a:p>
          <a:p/>
          <a:p>
            <a:r>
              <a:t>이제 아이를 영으로 줄입니다. 다음 칸에서는 지금 커런트 섬 마이너스 오에 배열 에이의 영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515059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[영~삼] 호출에서 경계를 걸치는 합을 구하는 왼쪽 스캔입니다. 현재 미드는 일입니다. 포인터 아이가 가리킨 인덱스는 영이고, 그 칸의 값은 삼입니다. 왼쪽 구간은 항상 일에서 끝나며, 시작 칸을 왼쪽으로 늘리고 있습니다.</a:t>
            </a:r>
          </a:p>
          <a:p/>
          <a:p>
            <a:r>
              <a:t>바로 전 현재 합은 마이너스 오이었습니다. 여기에 이번 칸의 삼을 더하면 마이너스 이입니다. 첫 줄에서 색칠한 구간은 인덱스 영부터 일까지이고, 이 칸들을 모두 더한 값이 커런트 섬 마이너스 이입니다. 이전 최댓값 기록 −오에 더한 것이 아니라 이전 커런트 섬 마이너스 오에 더했습니다.</a:t>
            </a:r>
          </a:p>
          <a:p/>
          <a:p>
            <a:r>
              <a:t>이제 기록 레프트 섬과 비교합니다. 현재 합 마이너스 이가 기존 기록 마이너스 오보다 큽니다. 그래서 기록을 마이너스 이로 갱신하고, 지금 검사한 구간을 가장 좋은 구간으로 저장합니다. 아래 줄이 저장한 최선의 구간입니다. </a:t>
            </a:r>
          </a:p>
          <a:p/>
          <a:p>
            <a:r>
              <a:t>현재 구간의 처음 로인 영까지 읽었습니다. 다음 인덱스 -일은 이 호출 범위 밖이므로 읽지 않고 왼쪽 반복문을 끝냅니다. 레프트 섬 마이너스 이를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71952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일에 붙어 있는 가장 좋은 구간은 인덱스 영부터 일까지이고, 그 합은 마이너스 이입니다. 이 값을 레프트 섬에 보관합니다. 화면의 파란 칸이 기록한 구간입니다. 왼쪽 스캔의 마지막 커런트 섬 마이너스 이와 레프트 섬 마이너스 이를 혼동하지 마세요.</a:t>
            </a:r>
          </a:p>
          <a:p/>
          <a:p>
            <a:r>
              <a:t>이제 오른쪽만 따로 계산합니다. 그래서 커런트 섬을 영으로 다시 설정합니다. 왼쪽에서 마지막으로 더한 합을 이어서 쓰면 오른쪽 구간만의 합을 구할 수 없어요. 왼쪽 기록 레프트 섬은 그대로 두고, 현재 합만 새로 시작하는 것입니다.</a:t>
            </a:r>
          </a:p>
          <a:p/>
          <a:p>
            <a:r>
              <a:t>오른쪽 최댓값 기록 라이트 섬도 마이너스 무한대로 초기화합니다. 시작 포인터 제이는 미드 플러스 일인 이입니다. 왼쪽이 일에서 끝났으므로 오른쪽은 그 바로 다음 칸에서 시작해야 합니다. 오른쪽은 이부터 삼까지 인덱스를 늘리며 읽습니다.</a:t>
            </a:r>
          </a:p>
          <a:p/>
          <a:p>
            <a:r>
              <a:t>다음 화면부터는 오른쪽 현재 합을 계산하고 라이트 섬을 갱신합니다. 왼쪽 기록 마이너스 이는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26018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[영~삼] 호출에서 경계를 걸치는 합을 구하는 오른쪽 스캔입니다. 현재 미드는 일입니다. 포인터 제이가 가리킨 인덱스는 이고, 그 칸의 값은 십이입니다. 오른쪽 구간은 항상 이에서 시작하며, 끝 칸을 오른쪽으로 늘리고 있습니다.</a:t>
            </a:r>
          </a:p>
          <a:p/>
          <a:p>
            <a:r>
              <a:t>바로 전 현재 합은 영이었습니다. 여기에 이번 칸의 십이를 더하면 십이입니다. 첫 줄에서 색칠한 구간은 인덱스 이부터 이까지이고, 이 칸들을 모두 더한 값이 커런트 섬 십이입니다. 지금은 첫 칸을 읽었으므로 초기 영에 이 한 값을 더했습니다.</a:t>
            </a:r>
          </a:p>
          <a:p/>
          <a:p>
            <a:r>
              <a:t>이제 기록 라이트 섬과 비교합니다. 기록은 아직 마이너스 무한대이므로 실제 합 십이를 첫 기록으로 저장합니다. 아래 줄이 저장한 최선의 구간입니다. 왼쪽에서 끝낸 기록 마이너스 이는 이 오른쪽 계산 동안 따로 보관하고 있습니다.</a:t>
            </a:r>
          </a:p>
          <a:p/>
          <a:p>
            <a:r>
              <a:t>이제 제이를 삼으로 늘립니다. 다음 칸에서는 지금 커런트 섬 십이에 배열 에이의 삼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972985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[영~삼] 호출에서 경계를 걸치는 합을 구하는 오른쪽 스캔입니다. 현재 미드는 일입니다. 포인터 제이가 가리킨 인덱스는 삼이고, 그 칸의 값은 마이너스 이입니다. 오른쪽 구간은 항상 이에서 시작하며, 끝 칸을 오른쪽으로 늘리고 있습니다.</a:t>
            </a:r>
          </a:p>
          <a:p/>
          <a:p>
            <a:r>
              <a:t>바로 전 현재 합은 십이이었습니다. 여기에 이번 칸의 마이너스 이를 더하면 십입니다. 첫 줄에서 색칠한 구간은 인덱스 이부터 삼까지이고, 이 칸들을 모두 더한 값이 커런트 섬 십입니다. 이전 최댓값 기록 십이에 더한 것이 아니라 이전 커런트 섬 십이에 더했습니다.</a:t>
            </a:r>
          </a:p>
          <a:p/>
          <a:p>
            <a:r>
              <a:t>이제 기록 라이트 섬과 비교합니다. 현재 합 십은 기존 기록 십이보다 크지 않습니다. 따라서 기록은 십이를 유지하고, 기록한 구간도 인덱스 이부터 이까지로 그대로 둡니다. 현재 합이 줄어도 이전에 찾은 좋은 답을 잊으면 안 됩니다. 아래 줄이 저장한 최선의 구간입니다. 왼쪽에서 끝낸 기록 마이너스 이는 이 오른쪽 계산 동안 따로 보관하고 있습니다.</a:t>
            </a:r>
          </a:p>
          <a:p/>
          <a:p>
            <a:r>
              <a:t>현재 구간의 끝 하이인 삼까지 읽었습니다. 다음 인덱스 사는 범위 밖이므로 읽지 않고 오른쪽 반복문을 끝냅니다. 라이트 섬 십이를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5828840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영부터 일까지의 합 마이너스 이입니다. 오른쪽 기록은 인덱스 이부터 이까지의 합 십이입니다. 첫 줄과 둘째 줄에서 색칠한 칸을 확인해 보세요.</a:t>
            </a:r>
          </a:p>
          <a:p/>
          <a:p>
            <a:r>
              <a:t>왼쪽 기록의 끝은 반드시 미드인 일이고, 오른쪽 기록의 시작은 반드시 미드 플러스 일인 이입니다. 따라서 두 구간을 붙이면 인덱스 영부터 이까지의 연속 구간 하나가 됩니다. 빠진 중간 칸도 없고, 양쪽에서 겹쳐 더한 칸도 없습니다.</a:t>
            </a:r>
          </a:p>
          <a:p/>
          <a:p>
            <a:r>
              <a:t>두 기록을 더하면 마이너스 이 더하기 십이므로 십입니다. 이 값이 현재 [영~삼] 호출에서 경계를 걸치는 모든 후보 가운데 가장 큰 합입니다. 왼쪽 시작과 오른쪽 끝은 서로 독립적으로 정할 수 있기 때문에 각 방향에서 가장 좋은 합을 고르면 됩니다.</a:t>
            </a:r>
          </a:p>
          <a:p/>
          <a:p>
            <a:r>
              <a:t>이제 크로스 맥스를 구했지만 바로 최종 답으로 반환하지는 않습니다. 경계를 걸치지 않는 구간이 더 좋을 수 있으니까요. 앞서 재귀 호출에서 받은 레프트 맥스 삼, 라이트 맥스 십이, 지금 구한 크로스 맥스 십을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376586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[영~삼] 호출에서 필요한 후보 세 개를 모두 구했습니다. 왼쪽 안에서 가장 큰 합은 삼이고, 오른쪽 안에서 가장 큰 합은 십이입니다. 경계를 걸친 합은 왼쪽 기록 마이너스 이와 오른쪽 기록 십이를 더한 십입니다. 화면의 각 줄은 그 값에 해당하는 실제 구간입니다.</a:t>
            </a:r>
          </a:p>
          <a:p/>
          <a:p>
            <a:r>
              <a:t>이제 세 값 중 가장 큰 것을 고릅니다. 삼, 십이, 십 중 가장 큰 값은 십이입니다. 오른쪽 안에만 있는 구간이 이 호출의 답입니다. 선택한 인덱스는 이부터 이까지입니다. 경계를 걸치는 계산을 했더라도 그 값이 반드시 답이 되는 것은 아니라는 점을 확인해 주세요.</a:t>
            </a:r>
          </a:p>
          <a:p/>
          <a:p>
            <a:r>
              <a:t>이제 [영~삼] 호출이 끝나고 부모 [영~칠] 호출로 돌아갑니다. 부모는 이 십이를 자신의 레프트 맥스에 저장합니다. 우리가 방금 비교한 레프트 맥스, 라이트 맥스는 현재 [영~삼] 호출 안의 변수였고, 반환된 값 하나가 부모의 새 변수에 들어갑니다.</a:t>
            </a:r>
          </a:p>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506589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[영~칠] 호출로 돌아왔습니다. 방금 반환받은 값은 십이입니다. 왼쪽 [영~삼] 안에서 합이 가장 큰 구간은 인덱스 이부터 이까지였고, 그 합이 십이이었죠. 부모인 현재 호출은 이 결과를 자신의 레프트 맥스에 저장합니다.</a:t>
            </a:r>
          </a:p>
          <a:p/>
          <a:p>
            <a:r>
              <a:t>여기서 레프트 맥스는 현재 [영~칠] 호출의 왼쪽 전체에서 가장 큰 합을 뜻합니다. 화면의 파란 칸이 그 구간입니다. 경계의 미드까지 꼭 이어져야 하는 값은 아닙니다. 지금 파란 구간은 이에서 끝나므로, 현재 미드인 삼까지 이어져 있지 않습니다. 나중에 경계를 걸치는 계산은 따로 할 거예요.</a:t>
            </a:r>
          </a:p>
          <a:p/>
          <a:p>
            <a:r>
              <a:t>코드는 이제 다음 줄로 넘어갑니다. 오른쪽 [사~칠] 호출을 시작하고, 그 답을 라이트 맥스에 받습니다. 아래 초록색 범위는 다음에 처리할 오른쪽 범위 전체입니다. 아직 오른쪽 답의 구간을 찾은 것이 아닙니다. 왼쪽 답 십이는 저장해 둔 채로 오른쪽 호출이 끝나기를 기다립니다.</a:t>
            </a:r>
          </a:p>
          <a:p/>
          <a:p>
            <a:r>
              <a:t>지금은 전체 여덟 칸의 답을 구하는 호출입니다.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653581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사부터 칠까지입니다. 이번 구간의 원소는 칠, 마이너스 구, 오, 일입니다. 배열 전체는 그대로 두고 처음과 끝 인덱스만 이 범위로 정해 주었습니다. 회색 칸은 이번 계산에 참여하지 않습니다.</a:t>
            </a:r>
          </a:p>
          <a:p/>
          <a:p>
            <a:r>
              <a:t>가운데 인덱스 미드는 로와 하이를 더한 뒤 이로 나눈 정수 몫입니다. 사 더하기 칠을 이로 나누어 소수 부분을 버리면 오입니다. 왼쪽 호출에는 사부터 오까지를 넘기고, 오른쪽 호출에는 육부터 칠까지를 넘깁니다. 미드는 왼쪽에만 포함되므로 같은 칸을 두 번 처리하지 않습니다.</a:t>
            </a:r>
          </a:p>
          <a:p/>
          <a:p>
            <a:r>
              <a:t>코드는 레프트 맥스를 구하는 줄부터 실행합니다. 그래서 다음에는 왼쪽 [사~오] 호출 안으로 들어갑니다. 이 호출이 답을 돌려주기 전에는 라이트 맥스를 구하는 다음 줄로 넘어가지 않습니다. [영~칠] 부모는 라이트 맥스의 반환을 기다립니다.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0839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사부터 오까지입니다. 이번 구간의 원소는 칠, 마이너스 구입니다. 배열 전체는 그대로 두고 처음과 끝 인덱스만 이 범위로 정해 주었습니다. 회색 칸은 이번 계산에 참여하지 않습니다.</a:t>
            </a:r>
          </a:p>
          <a:p/>
          <a:p>
            <a:r>
              <a:t>가운데 인덱스 미드는 로와 하이를 더한 뒤 이로 나눈 정수 몫입니다. 사 더하기 오를 이로 나누어 소수 부분을 버리면 사입니다. 왼쪽 호출에는 사부터 사까지를 넘기고, 오른쪽 호출에는 오부터 오까지를 넘깁니다. 미드는 왼쪽에만 포함되므로 같은 칸을 두 번 처리하지 않습니다.</a:t>
            </a:r>
          </a:p>
          <a:p/>
          <a:p>
            <a:r>
              <a:t>코드는 레프트 맥스를 구하는 줄부터 실행합니다. 그래서 다음에는 왼쪽 [사~사] 호출 안으로 들어갑니다. 이 호출이 답을 돌려주기 전에는 라이트 맥스를 구하는 다음 줄로 넘어가지 않습니다. [사~칠] 부모는 레프트 맥스의 반환을 기다립니다.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561901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사부터 사까지입니다.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칠 하나입니다. 빈 구간을 고르지 않는 문제이므로 선택할 수 있는 구간은 이 한 칸밖에 없습니다. 이 값을 더 작은 호출로 나눌 필요는 없습니다. 따라서 종료 조건 로와 하이가 같다는 조건을 만족하고, 배열 에이의 로 인덱스에 있는 값 칠을 바로 반환합니다.</a:t>
            </a:r>
          </a:p>
          <a:p/>
          <a:p>
            <a:r>
              <a:t>이 반환값은 부모 [사~오] 호출의 레프트 맥스에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71400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오부터 오까지입니다.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마이너스 구 하나입니다. 빈 구간을 고르지 않는 문제이므로 선택할 수 있는 구간은 이 한 칸밖에 없습니다. 값이 음수라도 영으로 바꾸면 안 됩니다. 영은 지금 존재하는 구간의 합이 아니기 때문입니다. 따라서 종료 조건 로와 하이가 같다는 조건을 만족하고, 배열 에이의 로 인덱스에 있는 값 마이너스 구를 바로 반환합니다.</a:t>
            </a:r>
          </a:p>
          <a:p/>
          <a:p>
            <a:r>
              <a:t>이 반환값은 부모 [사~오] 호출의 라이트 맥스에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17933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[사~오] 호출에서 경계를 걸치는 합을 구하는 왼쪽 스캔입니다. 현재 미드는 사입니다. 포인터 아이가 가리킨 인덱스는 사고, 그 칸의 값은 칠입니다. 왼쪽 구간은 항상 사에서 끝나며, 시작 칸을 왼쪽으로 늘리고 있습니다.</a:t>
            </a:r>
          </a:p>
          <a:p/>
          <a:p>
            <a:r>
              <a:t>바로 전 현재 합은 영이었습니다. 여기에 이번 칸의 칠을 더하면 칠입니다. 첫 줄에서 색칠한 구간은 인덱스 사부터 사까지이고, 이 칸들을 모두 더한 값이 커런트 섬 칠입니다. 지금은 첫 칸을 읽었으므로 초기 영에 이 한 값을 더했습니다.</a:t>
            </a:r>
          </a:p>
          <a:p/>
          <a:p>
            <a:r>
              <a:t>이제 기록 레프트 섬과 비교합니다. 기록은 아직 마이너스 무한대이므로 실제 합 칠을 첫 기록으로 저장합니다. 아래 줄이 저장한 최선의 구간입니다. </a:t>
            </a:r>
          </a:p>
          <a:p/>
          <a:p>
            <a:r>
              <a:t>현재 구간의 처음 로인 사까지 읽었습니다. 다음 인덱스 삼은 이 호출 범위 밖이므로 읽지 않고 왼쪽 반복문을 끝냅니다. 레프트 섬 칠을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433719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[사~오] 호출에서 경계를 걸치는 합을 구하는 오른쪽 스캔입니다. 현재 미드는 사입니다. 포인터 제이가 가리킨 인덱스는 오고, 그 칸의 값은 마이너스 구입니다. 오른쪽 구간은 항상 오에서 시작하며, 끝 칸을 오른쪽으로 늘리고 있습니다.</a:t>
            </a:r>
          </a:p>
          <a:p/>
          <a:p>
            <a:r>
              <a:t>바로 전 현재 합은 영이었습니다. 여기에 이번 칸의 마이너스 구를 더하면 마이너스 구입니다. 첫 줄에서 색칠한 구간은 인덱스 오부터 오까지이고, 이 칸들을 모두 더한 값이 커런트 섬 마이너스 구입니다. 지금은 첫 칸을 읽었으므로 초기 영에 이 한 값을 더했습니다.</a:t>
            </a:r>
          </a:p>
          <a:p/>
          <a:p>
            <a:r>
              <a:t>이제 기록 라이트 섬과 비교합니다. 기록은 아직 마이너스 무한대이므로 실제 합 마이너스 구를 첫 기록으로 저장합니다. 아래 줄이 저장한 최선의 구간입니다. 왼쪽에서 끝낸 기록 칠은 이 오른쪽 계산 동안 따로 보관하고 있습니다.</a:t>
            </a:r>
          </a:p>
          <a:p/>
          <a:p>
            <a:r>
              <a:t>현재 구간의 끝 하이인 오까지 읽었습니다. 다음 인덱스 육은 범위 밖이므로 읽지 않고 오른쪽 반복문을 끝냅니다. 라이트 섬 마이너스 구를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606439"/>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[사~오] 호출에서 필요한 후보 세 개를 모두 구했습니다. 왼쪽 안에서 가장 큰 합은 칠이고, 오른쪽 안에서 가장 큰 합은 마이너스 구입니다. 경계를 걸친 합은 왼쪽 기록 칠과 오른쪽 기록 마이너스 구를 더한 마이너스 이입니다. 화면의 각 줄은 그 값에 해당하는 실제 구간입니다.</a:t>
            </a:r>
          </a:p>
          <a:p/>
          <a:p>
            <a:r>
              <a:t>이제 세 값 중 가장 큰 것을 고릅니다. 칠, 마이너스 구, 마이너스 이 중 가장 큰 값은 칠입니다. 왼쪽 안에만 있는 구간이 이 호출의 답입니다. 선택한 인덱스는 사부터 사까지입니다. 경계를 걸치는 계산을 했더라도 그 값이 반드시 답이 되는 것은 아니라는 점을 확인해 주세요.</a:t>
            </a:r>
          </a:p>
          <a:p/>
          <a:p>
            <a:r>
              <a:t>이제 [사~오] 호출이 끝나고 부모 [사~칠] 호출로 돌아갑니다. 부모는 이 칠을 자신의 레프트 맥스에 저장합니다. 우리가 방금 비교한 레프트 맥스, 라이트 맥스는 현재 [사~오] 호출 안의 변수였고, 반환된 값 하나가 부모의 새 변수에 들어갑니다.</a:t>
            </a:r>
          </a:p>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951037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[사~칠] 호출로 돌아왔습니다. 방금 반환받은 값은 칠입니다. 왼쪽 [사~오] 안에서 합이 가장 큰 구간은 인덱스 사부터 사까지였고, 그 합이 칠이었죠. 부모인 현재 호출은 이 결과를 자신의 레프트 맥스에 저장합니다.</a:t>
            </a:r>
          </a:p>
          <a:p/>
          <a:p>
            <a:r>
              <a:t>여기서 레프트 맥스는 현재 [사~칠] 호출의 왼쪽 전체에서 가장 큰 합을 뜻합니다. 화면의 파란 칸이 그 구간입니다. 경계의 미드까지 꼭 이어져야 하는 값은 아닙니다. 지금 파란 구간은 사에서 끝나므로, 현재 미드인 오까지 이어져 있지 않습니다. 나중에 경계를 걸치는 계산은 따로 할 거예요.</a:t>
            </a:r>
          </a:p>
          <a:p/>
          <a:p>
            <a:r>
              <a:t>코드는 이제 다음 줄로 넘어갑니다. 오른쪽 [육~칠] 호출을 시작하고, 그 답을 라이트 맥스에 받습니다. 아래 초록색 범위는 다음에 처리할 오른쪽 범위 전체입니다. 아직 오른쪽 답의 구간을 찾은 것이 아닙니다. 왼쪽 답 칠은 저장해 둔 채로 오른쪽 호출이 끝나기를 기다립니다.</a:t>
            </a:r>
          </a:p>
          <a:p/>
          <a:p>
            <a:r>
              <a:t>[영~칠] 부모는 라이트 맥스의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6859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육부터 칠까지입니다. 이번 구간의 원소는 오, 일입니다. 배열 전체는 그대로 두고 처음과 끝 인덱스만 이 범위로 정해 주었습니다. 회색 칸은 이번 계산에 참여하지 않습니다.</a:t>
            </a:r>
          </a:p>
          <a:p/>
          <a:p>
            <a:r>
              <a:t>가운데 인덱스 미드는 로와 하이를 더한 뒤 이로 나눈 정수 몫입니다. 육 더하기 칠을 이로 나누어 소수 부분을 버리면 육입니다. 왼쪽 호출에는 육부터 육까지를 넘기고, 오른쪽 호출에는 칠부터 칠까지를 넘깁니다. 미드는 왼쪽에만 포함되므로 같은 칸을 두 번 처리하지 않습니다.</a:t>
            </a:r>
          </a:p>
          <a:p/>
          <a:p>
            <a:r>
              <a:t>코드는 레프트 맥스를 구하는 줄부터 실행합니다. 그래서 다음에는 왼쪽 [육~육] 호출 안으로 들어갑니다. 이 호출이 답을 돌려주기 전에는 라이트 맥스를 구하는 다음 줄로 넘어가지 않습니다. [사~칠] 부모는 라이트 맥스의 반환을 기다립니다. 부모가 기다리는 동안 지금 이 작은 호출의 답을 끝까지 구해야 합니다.</a:t>
            </a:r>
          </a:p>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599612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육부터 육까지입니다.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오 하나입니다. 빈 구간을 고르지 않는 문제이므로 선택할 수 있는 구간은 이 한 칸밖에 없습니다. 이 값을 더 작은 호출로 나눌 필요는 없습니다. 따라서 종료 조건 로와 하이가 같다는 조건을 만족하고, 배열 에이의 로 인덱스에 있는 값 오를 바로 반환합니다.</a:t>
            </a:r>
          </a:p>
          <a:p/>
          <a:p>
            <a:r>
              <a:t>이 반환값은 부모 [육~칠] 호출의 레프트 맥스에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607988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칠부터 칠까지입니다. 처음과 끝이 같은 값이죠. 화면에서 색칠한 칸 하나만 이번 호출에 포함됩니다. 다른 회색 칸은 배열에서 없어진 것이 아니라, 현재 호출의 범위 밖에 있어서 검사하지 않는 것입니다.</a:t>
            </a:r>
          </a:p>
          <a:p/>
          <a:p>
            <a:r>
              <a:t>남은 원소는 일 하나입니다. 빈 구간을 고르지 않는 문제이므로 선택할 수 있는 구간은 이 한 칸밖에 없습니다. 이 값을 더 작은 호출로 나눌 필요는 없습니다. 따라서 종료 조건 로와 하이가 같다는 조건을 만족하고, 배열 에이의 로 인덱스에 있는 값 일을 바로 반환합니다.</a:t>
            </a:r>
          </a:p>
          <a:p/>
          <a:p>
            <a:r>
              <a:t>이 반환값은 부모 [육~칠] 호출의 라이트 맥스에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p>
            <a:r>
              <a:t>같은 함수가 여러 번 실행되고 있지만 각 호출은 자신의 로, 하이, 레프트 맥스, 라이트 맥스를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89230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[육~칠] 호출에서 경계를 걸치는 합을 구하는 왼쪽 스캔입니다. 현재 미드는 육입니다. 포인터 아이가 가리킨 인덱스는 육이고, 그 칸의 값은 오입니다. 왼쪽 구간은 항상 육에서 끝나며, 시작 칸을 왼쪽으로 늘리고 있습니다.</a:t>
            </a:r>
          </a:p>
          <a:p/>
          <a:p>
            <a:r>
              <a:t>바로 전 현재 합은 영이었습니다. 여기에 이번 칸의 오를 더하면 오입니다. 첫 줄에서 색칠한 구간은 인덱스 육부터 육까지이고, 이 칸들을 모두 더한 값이 커런트 섬 오입니다. 지금은 첫 칸을 읽었으므로 초기 영에 이 한 값을 더했습니다.</a:t>
            </a:r>
          </a:p>
          <a:p/>
          <a:p>
            <a:r>
              <a:t>이제 기록 레프트 섬과 비교합니다. 기록은 아직 마이너스 무한대이므로 실제 합 오를 첫 기록으로 저장합니다. 아래 줄이 저장한 최선의 구간입니다. </a:t>
            </a:r>
          </a:p>
          <a:p/>
          <a:p>
            <a:r>
              <a:t>현재 구간의 처음 로인 육까지 읽었습니다. 다음 인덱스 오는 이 호출 범위 밖이므로 읽지 않고 왼쪽 반복문을 끝냅니다. 레프트 섬 오를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6837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[육~칠] 호출에서 경계를 걸치는 합을 구하는 오른쪽 스캔입니다. 현재 미드는 육입니다. 포인터 제이가 가리킨 인덱스는 칠이고, 그 칸의 값은 일입니다. 오른쪽 구간은 항상 칠에서 시작하며, 끝 칸을 오른쪽으로 늘리고 있습니다.</a:t>
            </a:r>
          </a:p>
          <a:p/>
          <a:p>
            <a:r>
              <a:t>바로 전 현재 합은 영이었습니다. 여기에 이번 칸의 일을 더하면 일입니다. 첫 줄에서 색칠한 구간은 인덱스 칠부터 칠까지이고, 이 칸들을 모두 더한 값이 커런트 섬 일입니다. 지금은 첫 칸을 읽었으므로 초기 영에 이 한 값을 더했습니다.</a:t>
            </a:r>
          </a:p>
          <a:p/>
          <a:p>
            <a:r>
              <a:t>이제 기록 라이트 섬과 비교합니다. 기록은 아직 마이너스 무한대이므로 실제 합 일을 첫 기록으로 저장합니다. 아래 줄이 저장한 최선의 구간입니다. 왼쪽에서 끝낸 기록 오는 이 오른쪽 계산 동안 따로 보관하고 있습니다.</a:t>
            </a:r>
          </a:p>
          <a:p/>
          <a:p>
            <a:r>
              <a:t>현재 구간의 끝 하이인 칠까지 읽었습니다. 다음 인덱스 팔은 범위 밖이므로 읽지 않고 오른쪽 반복문을 끝냅니다. 라이트 섬 일을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9134770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[육~칠] 호출에서 필요한 후보 세 개를 모두 구했습니다. 왼쪽 안에서 가장 큰 합은 오고, 오른쪽 안에서 가장 큰 합은 일입니다. 경계를 걸친 합은 왼쪽 기록 오와 오른쪽 기록 일을 더한 육입니다. 화면의 각 줄은 그 값에 해당하는 실제 구간입니다.</a:t>
            </a:r>
          </a:p>
          <a:p/>
          <a:p>
            <a:r>
              <a:t>이제 세 값 중 가장 큰 것을 고릅니다. 오, 일, 육 중 가장 큰 값은 육입니다. 경계를 걸치는 구간이 이 호출의 답입니다. 선택한 인덱스는 육부터 칠까지입니다. 이번에는 두 절반 안의 답보다 경계를 이어 붙인 답이 더 큽니다.</a:t>
            </a:r>
          </a:p>
          <a:p/>
          <a:p>
            <a:r>
              <a:t>이제 [육~칠] 호출이 끝나고 부모 [사~칠] 호출로 돌아갑니다. 부모는 이 육을 자신의 라이트 맥스에 저장합니다. 우리가 방금 비교한 레프트 맥스, 라이트 맥스는 현재 [육~칠] 호출 안의 변수였고, 반환된 값 하나가 부모의 새 변수에 들어갑니다.</a:t>
            </a:r>
          </a:p>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81612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[육~칠]의 답은 육이고, 인덱스 육부터 칠까지를 선택한 합입니다. 이 값을 현재 [사~칠] 호출의 라이트 맥스에 저장합니다. 이전에 저장한 레프트 맥스 칠도 그대로 가지고 있습니다.</a:t>
            </a:r>
          </a:p>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레프트 맥스와 라이트 맥스는 더할 값 두 개가 아니라 마지막에 비교할 후보 두 개예요.</a:t>
            </a:r>
          </a:p>
          <a:p/>
          <a:p>
            <a:r>
              <a:t>이제 남은 세 번째 종류를 구합니다. 현재 미드는 오므로 왼쪽 부분은 인덱스 오에서 끝나야 하고, 오른쪽 부분은 육에서 시작해야 합니다. 이 조건을 지키면서 왼쪽과 오른쪽을 한 칸씩 늘려 보겠습니다. 그 과정에서 기록하는 레프트 섬과 라이트 섬은 방금 받은 레프트 맥스, 라이트 맥스와 별개의 값입니다.</a:t>
            </a:r>
          </a:p>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285477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칠과 오른쪽 답 육을 이미 받았습니다. 이제 그 값들은 잠시 저장해 두고, 경계를 걸치는 답을 구하는 max_crossing_sum을 실행합니다. 현재 구간은 [사~칠]이고 가운데 인덱스는 오입니다. 다른 작은 호출에서 썼던 미드가 아니라 지금 구간의 미드를 사용합니다.</a:t>
            </a:r>
          </a:p>
          <a:p/>
          <a:p>
            <a:r>
              <a:t>왼쪽 스캔은 경계 바로 왼쪽 칸 배열 에이의 오 인덱스 값에서 시작합니다. 이 칸의 값은 마이너스 구입니다. 그다음 사부터 사까지 인덱스를 하나씩 줄입니다. 이렇게 하면 왼쪽 구간의 끝은 항상 오에 고정되고, 시작만 왼쪽으로 늘어납니다. 어느 후보도 경계 칸을 빼놓지 않아요.</a:t>
            </a:r>
          </a:p>
          <a:p/>
          <a:p>
            <a:r>
              <a:t>현재 합 커런트 섬은 아직 아무 칸도 읽지 않았으므로 영입니다. 최댓값 기록 레프트 섬은 마이너스 무한대로 초기화합니다. 첫 칸이 음수라도 실제로 읽은 그 값으로 기록을 바꿀 수 있어야 합니다. 영을 후보로 저장하면 빈 구간을 선택하는 셈이므로 안 됩니다.</a:t>
            </a:r>
          </a:p>
          <a:p/>
          <a:p>
            <a:r>
              <a:t>다음 화면에서는 포인터가 가리킨 한 칸을 읽고 커런트 섬에 더합니다. 그 합을 레프트 섬과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809551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[사~칠] 호출에서 경계를 걸치는 합을 구하는 왼쪽 스캔입니다. 현재 미드는 오입니다. 포인터 아이가 가리킨 인덱스는 오고, 그 칸의 값은 마이너스 구입니다. 왼쪽 구간은 항상 오에서 끝나며, 시작 칸을 왼쪽으로 늘리고 있습니다.</a:t>
            </a:r>
          </a:p>
          <a:p/>
          <a:p>
            <a:r>
              <a:t>바로 전 현재 합은 영이었습니다. 여기에 이번 칸의 마이너스 구를 더하면 마이너스 구입니다. 첫 줄에서 색칠한 구간은 인덱스 오부터 오까지이고, 이 칸들을 모두 더한 값이 커런트 섬 마이너스 구입니다. 지금은 첫 칸을 읽었으므로 초기 영에 이 한 값을 더했습니다.</a:t>
            </a:r>
          </a:p>
          <a:p/>
          <a:p>
            <a:r>
              <a:t>이제 기록 레프트 섬과 비교합니다. 기록은 아직 마이너스 무한대이므로 실제 합 마이너스 구를 첫 기록으로 저장합니다. 아래 줄이 저장한 최선의 구간입니다. </a:t>
            </a:r>
          </a:p>
          <a:p/>
          <a:p>
            <a:r>
              <a:t>이제 아이를 사로 줄입니다. 다음 칸에서는 지금 커런트 섬 마이너스 구에 배열 에이의 사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4693988"/>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[사~칠] 호출에서 경계를 걸치는 합을 구하는 왼쪽 스캔입니다. 현재 미드는 오입니다. 포인터 아이가 가리킨 인덱스는 사고, 그 칸의 값은 칠입니다. 왼쪽 구간은 항상 오에서 끝나며, 시작 칸을 왼쪽으로 늘리고 있습니다.</a:t>
            </a:r>
          </a:p>
          <a:p/>
          <a:p>
            <a:r>
              <a:t>바로 전 현재 합은 마이너스 구이었습니다. 여기에 이번 칸의 칠을 더하면 마이너스 이입니다. 첫 줄에서 색칠한 구간은 인덱스 사부터 오까지이고, 이 칸들을 모두 더한 값이 커런트 섬 마이너스 이입니다. 이전 최댓값 기록 −구에 더한 것이 아니라 이전 커런트 섬 마이너스 구에 더했습니다.</a:t>
            </a:r>
          </a:p>
          <a:p/>
          <a:p>
            <a:r>
              <a:t>이제 기록 레프트 섬과 비교합니다. 현재 합 마이너스 이가 기존 기록 마이너스 구보다 큽니다. 그래서 기록을 마이너스 이로 갱신하고, 지금 검사한 구간을 가장 좋은 구간으로 저장합니다. 아래 줄이 저장한 최선의 구간입니다. </a:t>
            </a:r>
          </a:p>
          <a:p/>
          <a:p>
            <a:r>
              <a:t>현재 구간의 처음 로인 사까지 읽었습니다. 다음 인덱스 삼은 이 호출 범위 밖이므로 읽지 않고 왼쪽 반복문을 끝냅니다. 레프트 섬 마이너스 이를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715634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오에 붙어 있는 가장 좋은 구간은 인덱스 사부터 오까지이고, 그 합은 마이너스 이입니다. 이 값을 레프트 섬에 보관합니다. 화면의 파란 칸이 기록한 구간입니다. 왼쪽 스캔의 마지막 커런트 섬 마이너스 이와 레프트 섬 마이너스 이를 혼동하지 마세요.</a:t>
            </a:r>
          </a:p>
          <a:p/>
          <a:p>
            <a:r>
              <a:t>이제 오른쪽만 따로 계산합니다. 그래서 커런트 섬을 영으로 다시 설정합니다. 왼쪽에서 마지막으로 더한 합을 이어서 쓰면 오른쪽 구간만의 합을 구할 수 없어요. 왼쪽 기록 레프트 섬은 그대로 두고, 현재 합만 새로 시작하는 것입니다.</a:t>
            </a:r>
          </a:p>
          <a:p/>
          <a:p>
            <a:r>
              <a:t>오른쪽 최댓값 기록 라이트 섬도 마이너스 무한대로 초기화합니다. 시작 포인터 제이는 미드 플러스 일인 육입니다. 왼쪽이 오에서 끝났으므로 오른쪽은 그 바로 다음 칸에서 시작해야 합니다. 오른쪽은 육부터 칠까지 인덱스를 늘리며 읽습니다.</a:t>
            </a:r>
          </a:p>
          <a:p/>
          <a:p>
            <a:r>
              <a:t>다음 화면부터는 오른쪽 현재 합을 계산하고 라이트 섬을 갱신합니다. 왼쪽 기록 마이너스 이는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96435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[사~칠] 호출에서 경계를 걸치는 합을 구하는 오른쪽 스캔입니다. 현재 미드는 오입니다. 포인터 제이가 가리킨 인덱스는 육이고, 그 칸의 값은 오입니다. 오른쪽 구간은 항상 육에서 시작하며, 끝 칸을 오른쪽으로 늘리고 있습니다.</a:t>
            </a:r>
          </a:p>
          <a:p/>
          <a:p>
            <a:r>
              <a:t>바로 전 현재 합은 영이었습니다. 여기에 이번 칸의 오를 더하면 오입니다. 첫 줄에서 색칠한 구간은 인덱스 육부터 육까지이고, 이 칸들을 모두 더한 값이 커런트 섬 오입니다. 지금은 첫 칸을 읽었으므로 초기 영에 이 한 값을 더했습니다.</a:t>
            </a:r>
          </a:p>
          <a:p/>
          <a:p>
            <a:r>
              <a:t>이제 기록 라이트 섬과 비교합니다. 기록은 아직 마이너스 무한대이므로 실제 합 오를 첫 기록으로 저장합니다. 아래 줄이 저장한 최선의 구간입니다. 왼쪽에서 끝낸 기록 마이너스 이는 이 오른쪽 계산 동안 따로 보관하고 있습니다.</a:t>
            </a:r>
          </a:p>
          <a:p/>
          <a:p>
            <a:r>
              <a:t>이제 제이를 칠로 늘립니다. 다음 칸에서는 지금 커런트 섬 오에 배열 에이의 칠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894035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[사~칠] 호출에서 경계를 걸치는 합을 구하는 오른쪽 스캔입니다. 현재 미드는 오입니다. 포인터 제이가 가리킨 인덱스는 칠이고, 그 칸의 값은 일입니다. 오른쪽 구간은 항상 육에서 시작하며, 끝 칸을 오른쪽으로 늘리고 있습니다.</a:t>
            </a:r>
          </a:p>
          <a:p/>
          <a:p>
            <a:r>
              <a:t>바로 전 현재 합은 오이었습니다. 여기에 이번 칸의 일을 더하면 육입니다. 첫 줄에서 색칠한 구간은 인덱스 육부터 칠까지이고, 이 칸들을 모두 더한 값이 커런트 섬 육입니다. 이전 최댓값 기록 오에 더한 것이 아니라 이전 커런트 섬 오에 더했습니다.</a:t>
            </a:r>
          </a:p>
          <a:p/>
          <a:p>
            <a:r>
              <a:t>이제 기록 라이트 섬과 비교합니다. 현재 합 육이 기존 기록 오보다 큽니다. 그래서 기록을 육으로 갱신하고, 지금 검사한 구간을 가장 좋은 구간으로 저장합니다. 아래 줄이 저장한 최선의 구간입니다. 왼쪽에서 끝낸 기록 마이너스 이는 이 오른쪽 계산 동안 따로 보관하고 있습니다.</a:t>
            </a:r>
          </a:p>
          <a:p/>
          <a:p>
            <a:r>
              <a:t>현재 구간의 끝 하이인 칠까지 읽었습니다. 다음 인덱스 팔은 범위 밖이므로 읽지 않고 오른쪽 반복문을 끝냅니다. 라이트 섬 육을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70855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사부터 오까지의 합 마이너스 이입니다. 오른쪽 기록은 인덱스 육부터 칠까지의 합 육입니다. 첫 줄과 둘째 줄에서 색칠한 칸을 확인해 보세요.</a:t>
            </a:r>
          </a:p>
          <a:p/>
          <a:p>
            <a:r>
              <a:t>왼쪽 기록의 끝은 반드시 미드인 오고, 오른쪽 기록의 시작은 반드시 미드 플러스 일인 육입니다. 따라서 두 구간을 붙이면 인덱스 사부터 칠까지의 연속 구간 하나가 됩니다. 빠진 중간 칸도 없고, 양쪽에서 겹쳐 더한 칸도 없습니다.</a:t>
            </a:r>
          </a:p>
          <a:p/>
          <a:p>
            <a:r>
              <a:t>두 기록을 더하면 마이너스 이 더하기 육이므로 사입니다. 이 값이 현재 [사~칠] 호출에서 경계를 걸치는 모든 후보 가운데 가장 큰 합입니다. 왼쪽 시작과 오른쪽 끝은 서로 독립적으로 정할 수 있기 때문에 각 방향에서 가장 좋은 합을 고르면 됩니다.</a:t>
            </a:r>
          </a:p>
          <a:p/>
          <a:p>
            <a:r>
              <a:t>이제 크로스 맥스를 구했지만 바로 최종 답으로 반환하지는 않습니다. 경계를 걸치지 않는 구간이 더 좋을 수 있으니까요. 앞서 재귀 호출에서 받은 레프트 맥스 칠, 라이트 맥스 육, 지금 구한 크로스 맥스 사를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429347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[사~칠] 호출에서 필요한 후보 세 개를 모두 구했습니다. 왼쪽 안에서 가장 큰 합은 칠이고, 오른쪽 안에서 가장 큰 합은 육입니다. 경계를 걸친 합은 왼쪽 기록 마이너스 이와 오른쪽 기록 육을 더한 사입니다. 화면의 각 줄은 그 값에 해당하는 실제 구간입니다.</a:t>
            </a:r>
          </a:p>
          <a:p/>
          <a:p>
            <a:r>
              <a:t>이제 세 값 중 가장 큰 것을 고릅니다. 칠, 육, 사 중 가장 큰 값은 칠입니다. 왼쪽 안에만 있는 구간이 이 호출의 답입니다. 선택한 인덱스는 사부터 사까지입니다. 경계를 걸치는 계산을 했더라도 그 값이 반드시 답이 되는 것은 아니라는 점을 확인해 주세요.</a:t>
            </a:r>
          </a:p>
          <a:p/>
          <a:p>
            <a:r>
              <a:t>이제 [사~칠] 호출이 끝나고 부모 [영~칠] 호출로 돌아갑니다. 부모는 이 칠을 자신의 라이트 맥스에 저장합니다. 우리가 방금 비교한 레프트 맥스, 라이트 맥스는 현재 [사~칠] 호출 안의 변수였고, 반환된 값 하나가 부모의 새 변수에 들어갑니다.</a:t>
            </a:r>
          </a:p>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68627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[사~칠]의 답은 칠이고, 인덱스 사부터 사까지를 선택한 합입니다. 이 값을 현재 [영~칠] 호출의 라이트 맥스에 저장합니다. 이전에 저장한 레프트 맥스 십이도 그대로 가지고 있습니다.</a:t>
            </a:r>
          </a:p>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레프트 맥스와 라이트 맥스는 더할 값 두 개가 아니라 마지막에 비교할 후보 두 개예요.</a:t>
            </a:r>
          </a:p>
          <a:p/>
          <a:p>
            <a:r>
              <a:t>이제 남은 세 번째 종류를 구합니다. 현재 미드는 삼이므로 왼쪽 부분은 인덱스 삼에서 끝나야 하고, 오른쪽 부분은 사에서 시작해야 합니다. 이 조건을 지키면서 왼쪽과 오른쪽을 한 칸씩 늘려 보겠습니다. 그 과정에서 기록하는 레프트 섬과 라이트 섬은 방금 받은 레프트 맥스, 라이트 맥스와 별개의 값입니다.</a:t>
            </a:r>
          </a:p>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61099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절반의 답 십이와 오른쪽 절반의 답 칠을 구했습니다. 이제 중앙 경계를 걸친 구간의 최대 합을 구할 차례입니다. 그림의 첫 장면은 왼쪽 스캔, 두 번째 장면은 오른쪽 스캔, 세 번째 장면은 두 결과를 붙이는 과정입니다.</a:t>
            </a:r>
          </a:p>
          <a:p/>
          <a:p>
            <a:r>
              <a:t>왼쪽 스캔은 미드인 인덱스 삼의 마이너스 이에서 출발합니다. 왼쪽으로 한 칸씩 넓혀 가면 현재 합은 마이너스 이, 십, 오, 팔이 됩니다. 그중 가장 큰 값은 십이고, 그때 선택한 구간은 값 십이와 마이너스 이입니다. 그림에서 금색으로 남겨 놓은 두 칸이 바로 그 구간이에요. 현재 합이 나중에 오나 팔로 바뀌더라도, 지금까지의 최고 기록 십은 따로 저장해 둡니다.</a:t>
            </a:r>
          </a:p>
          <a:p/>
          <a:p>
            <a:r>
              <a:t>오른쪽 스캔은 미드 바로 다음인 인덱스 사의 칠에서 출발합니다. 오른쪽으로 넓히면 현재 합이 칠, 마이너스 이, 삼, 사가 됩니다. 최고 기록은 첫 칸의 칠입니다. 더 멀리까지 넓혔다고 해서 그 긴 구간을 반드시 고르는 것은 아닙니다. 훑는 동안 가장 큰 합을 기록했던 구간을 고릅니다.</a:t>
            </a:r>
          </a:p>
          <a:p/>
          <a:p>
            <a:r>
              <a:t>왼쪽 최고 기록 십과 오른쪽 최고 기록 칠을 합하면 십칠입니다. 실제로 이어 붙인 값은 십이, 마이너스 이, 칠이고, 중간 칸이 빠지지 않았습니다. 여기서 왼쪽 기록 십은 왼쪽 절반 전체의 최대 구간 합 십이와 다른 값입니다. 십이만 고르면 경계 바로 왼쪽의 마이너스 이를 빠뜨리기 때문에 중앙을 걸친 구간으로 붙일 수 없어요. 이제 이 그림의 왼쪽 스캔부터 코드가 수행하는 순서대로 한 칸씩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84833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십이와 오른쪽 답 칠을 이미 받았습니다. 이제 그 값들은 잠시 저장해 두고, 경계를 걸치는 답을 구하는 max_crossing_sum을 실행합니다. 현재 구간은 [영~칠]이고 가운데 인덱스는 삼입니다. 다른 작은 호출에서 썼던 미드가 아니라 지금 구간의 미드를 사용합니다.</a:t>
            </a:r>
          </a:p>
          <a:p/>
          <a:p>
            <a:r>
              <a:t>왼쪽 스캔은 경계 바로 왼쪽 칸 배열 에이의 삼 인덱스 값에서 시작합니다. 이 칸의 값은 마이너스 이입니다. 그다음 이부터 영까지 인덱스를 하나씩 줄입니다. 이렇게 하면 왼쪽 구간의 끝은 항상 삼에 고정되고, 시작만 왼쪽으로 늘어납니다. 어느 후보도 경계 칸을 빼놓지 않아요.</a:t>
            </a:r>
          </a:p>
          <a:p/>
          <a:p>
            <a:r>
              <a:t>현재 합 커런트 섬은 아직 아무 칸도 읽지 않았으므로 영입니다. 최댓값 기록 레프트 섬은 마이너스 무한대로 초기화합니다. 첫 칸이 음수라도 실제로 읽은 그 값으로 기록을 바꿀 수 있어야 합니다. 영을 후보로 저장하면 빈 구간을 선택하는 셈이므로 안 됩니다.</a:t>
            </a:r>
          </a:p>
          <a:p/>
          <a:p>
            <a:r>
              <a:t>다음 화면에서는 포인터가 가리킨 한 칸을 읽고 커런트 섬에 더합니다. 그 합을 레프트 섬과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101374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왼쪽 스캔입니다. 현재 미드는 삼입니다. 포인터 아이가 가리킨 인덱스는 삼이고, 그 칸의 값은 마이너스 이입니다. 왼쪽 구간은 항상 삼에서 끝나며, 시작 칸을 왼쪽으로 늘리고 있습니다.</a:t>
            </a:r>
          </a:p>
          <a:p/>
          <a:p>
            <a:r>
              <a:t>바로 전 현재 합은 영이었습니다. 여기에 이번 칸의 마이너스 이를 더하면 마이너스 이입니다. 첫 줄에서 색칠한 구간은 인덱스 삼부터 삼까지이고, 이 칸들을 모두 더한 값이 커런트 섬 마이너스 이입니다. 지금은 첫 칸을 읽었으므로 초기 영에 이 한 값을 더했습니다.</a:t>
            </a:r>
          </a:p>
          <a:p/>
          <a:p>
            <a:r>
              <a:t>이제 기록 레프트 섬과 비교합니다. 기록은 아직 마이너스 무한대이므로 실제 합 마이너스 이를 첫 기록으로 저장합니다. 아래 줄이 저장한 최선의 구간입니다. </a:t>
            </a:r>
          </a:p>
          <a:p/>
          <a:p>
            <a:r>
              <a:t>이제 아이를 이로 줄입니다. 다음 칸에서는 지금 커런트 섬 마이너스 이에 배열 에이의 이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2254247"/>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왼쪽 스캔입니다. 현재 미드는 삼입니다. 포인터 아이가 가리킨 인덱스는 이고, 그 칸의 값은 십이입니다. 왼쪽 구간은 항상 삼에서 끝나며, 시작 칸을 왼쪽으로 늘리고 있습니다.</a:t>
            </a:r>
          </a:p>
          <a:p/>
          <a:p>
            <a:r>
              <a:t>바로 전 현재 합은 마이너스 이이었습니다. 여기에 이번 칸의 십이를 더하면 십입니다. 첫 줄에서 색칠한 구간은 인덱스 이부터 삼까지이고, 이 칸들을 모두 더한 값이 커런트 섬 십입니다. 이전 최댓값 기록 −이에 더한 것이 아니라 이전 커런트 섬 마이너스 이에 더했습니다.</a:t>
            </a:r>
          </a:p>
          <a:p/>
          <a:p>
            <a:r>
              <a:t>이제 기록 레프트 섬과 비교합니다. 현재 합 십이 기존 기록 마이너스 이보다 큽니다. 그래서 기록을 십으로 갱신하고, 지금 검사한 구간을 가장 좋은 구간으로 저장합니다. 아래 줄이 저장한 최선의 구간입니다. </a:t>
            </a:r>
          </a:p>
          <a:p/>
          <a:p>
            <a:r>
              <a:t>이제 아이를 일로 줄입니다. 다음 칸에서는 지금 커런트 섬 십에 배열 에이의 일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5163496"/>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왼쪽 스캔입니다. 현재 미드는 삼입니다. 포인터 아이가 가리킨 인덱스는 일이고, 그 칸의 값은 마이너스 오입니다. 왼쪽 구간은 항상 삼에서 끝나며, 시작 칸을 왼쪽으로 늘리고 있습니다.</a:t>
            </a:r>
          </a:p>
          <a:p/>
          <a:p>
            <a:r>
              <a:t>바로 전 현재 합은 십이었습니다. 여기에 이번 칸의 마이너스 오를 더하면 오입니다. 첫 줄에서 색칠한 구간은 인덱스 일부터 삼까지이고, 이 칸들을 모두 더한 값이 커런트 섬 오입니다. 이전 최댓값 기록 십에 더한 것이 아니라 이전 커런트 섬 십에 더했습니다.</a:t>
            </a:r>
          </a:p>
          <a:p/>
          <a:p>
            <a:r>
              <a:t>이제 기록 레프트 섬과 비교합니다. 현재 합 오는 기존 기록 십보다 크지 않습니다. 따라서 기록은 십을 유지하고, 기록한 구간도 인덱스 이부터 삼까지로 그대로 둡니다. 현재 합이 줄어도 이전에 찾은 좋은 답을 잊으면 안 됩니다. 아래 줄이 저장한 최선의 구간입니다. </a:t>
            </a:r>
          </a:p>
          <a:p/>
          <a:p>
            <a:r>
              <a:t>이제 아이를 영으로 줄입니다. 다음 칸에서는 지금 커런트 섬 오에 배열 에이의 영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4185066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왼쪽 스캔입니다. 현재 미드는 삼입니다. 포인터 아이가 가리킨 인덱스는 영이고, 그 칸의 값은 삼입니다. 왼쪽 구간은 항상 삼에서 끝나며, 시작 칸을 왼쪽으로 늘리고 있습니다.</a:t>
            </a:r>
          </a:p>
          <a:p/>
          <a:p>
            <a:r>
              <a:t>바로 전 현재 합은 오이었습니다. 여기에 이번 칸의 삼을 더하면 팔입니다. 첫 줄에서 색칠한 구간은 인덱스 영부터 삼까지이고, 이 칸들을 모두 더한 값이 커런트 섬 팔입니다. 이전 최댓값 기록 십에 더한 것이 아니라 이전 커런트 섬 오에 더했습니다.</a:t>
            </a:r>
          </a:p>
          <a:p/>
          <a:p>
            <a:r>
              <a:t>이제 기록 레프트 섬과 비교합니다. 현재 합 팔은 기존 기록 십보다 크지 않습니다. 따라서 기록은 십을 유지하고, 기록한 구간도 인덱스 이부터 삼까지로 그대로 둡니다. 현재 합이 줄어도 이전에 찾은 좋은 답을 잊으면 안 됩니다. 아래 줄이 저장한 최선의 구간입니다. </a:t>
            </a:r>
          </a:p>
          <a:p/>
          <a:p>
            <a:r>
              <a:t>현재 구간의 처음 로인 영까지 읽었습니다. 다음 인덱스 -일은 이 호출 범위 밖이므로 읽지 않고 왼쪽 반복문을 끝냅니다. 레프트 섬 십을 보관한 뒤 오른쪽 스캔의 커런트 섬만 영으로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6609647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삼에 붙어 있는 가장 좋은 구간은 인덱스 이부터 삼까지이고, 그 합은 십입니다. 이 값을 레프트 섬에 보관합니다. 화면의 파란 칸이 기록한 구간입니다. 왼쪽 스캔의 마지막 커런트 섬 팔과 레프트 섬 십을 혼동하지 마세요.</a:t>
            </a:r>
          </a:p>
          <a:p/>
          <a:p>
            <a:r>
              <a:t>이제 오른쪽만 따로 계산합니다. 그래서 커런트 섬을 영으로 다시 설정합니다. 왼쪽에서 마지막으로 더한 합을 이어서 쓰면 오른쪽 구간만의 합을 구할 수 없어요. 왼쪽 기록 레프트 섬은 그대로 두고, 현재 합만 새로 시작하는 것입니다.</a:t>
            </a:r>
          </a:p>
          <a:p/>
          <a:p>
            <a:r>
              <a:t>오른쪽 최댓값 기록 라이트 섬도 마이너스 무한대로 초기화합니다. 시작 포인터 제이는 미드 플러스 일인 사입니다. 왼쪽이 삼에서 끝났으므로 오른쪽은 그 바로 다음 칸에서 시작해야 합니다. 오른쪽은 사부터 칠까지 인덱스를 늘리며 읽습니다.</a:t>
            </a:r>
          </a:p>
          <a:p/>
          <a:p>
            <a:r>
              <a:t>다음 화면부터는 오른쪽 현재 합을 계산하고 라이트 섬을 갱신합니다. 왼쪽 기록 십은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42826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오른쪽 스캔입니다. 현재 미드는 삼입니다. 포인터 제이가 가리킨 인덱스는 사고, 그 칸의 값은 칠입니다. 오른쪽 구간은 항상 사에서 시작하며, 끝 칸을 오른쪽으로 늘리고 있습니다.</a:t>
            </a:r>
          </a:p>
          <a:p/>
          <a:p>
            <a:r>
              <a:t>바로 전 현재 합은 영이었습니다. 여기에 이번 칸의 칠을 더하면 칠입니다. 첫 줄에서 색칠한 구간은 인덱스 사부터 사까지이고, 이 칸들을 모두 더한 값이 커런트 섬 칠입니다. 지금은 첫 칸을 읽었으므로 초기 영에 이 한 값을 더했습니다.</a:t>
            </a:r>
          </a:p>
          <a:p/>
          <a:p>
            <a:r>
              <a:t>이제 기록 라이트 섬과 비교합니다. 기록은 아직 마이너스 무한대이므로 실제 합 칠을 첫 기록으로 저장합니다. 아래 줄이 저장한 최선의 구간입니다. 왼쪽에서 끝낸 기록 십은 이 오른쪽 계산 동안 따로 보관하고 있습니다.</a:t>
            </a:r>
          </a:p>
          <a:p/>
          <a:p>
            <a:r>
              <a:t>이제 제이를 오로 늘립니다. 다음 칸에서는 지금 커런트 섬 칠에 배열 에이의 오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83898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오른쪽 스캔입니다. 현재 미드는 삼입니다. 포인터 제이가 가리킨 인덱스는 오고, 그 칸의 값은 마이너스 구입니다. 오른쪽 구간은 항상 사에서 시작하며, 끝 칸을 오른쪽으로 늘리고 있습니다.</a:t>
            </a:r>
          </a:p>
          <a:p/>
          <a:p>
            <a:r>
              <a:t>바로 전 현재 합은 칠이었습니다. 여기에 이번 칸의 마이너스 구를 더하면 마이너스 이입니다. 첫 줄에서 색칠한 구간은 인덱스 사부터 오까지이고, 이 칸들을 모두 더한 값이 커런트 섬 마이너스 이입니다. 이전 최댓값 기록 칠에 더한 것이 아니라 이전 커런트 섬 칠에 더했습니다.</a:t>
            </a:r>
          </a:p>
          <a:p/>
          <a:p>
            <a:r>
              <a:t>이제 기록 라이트 섬과 비교합니다. 현재 합 마이너스 이는 기존 기록 칠보다 크지 않습니다. 따라서 기록은 칠을 유지하고, 기록한 구간도 인덱스 사부터 사까지로 그대로 둡니다. 현재 합이 줄어도 이전에 찾은 좋은 답을 잊으면 안 됩니다. 아래 줄이 저장한 최선의 구간입니다. 왼쪽에서 끝낸 기록 십은 이 오른쪽 계산 동안 따로 보관하고 있습니다.</a:t>
            </a:r>
          </a:p>
          <a:p/>
          <a:p>
            <a:r>
              <a:t>이제 제이를 육으로 늘립니다. 다음 칸에서는 지금 커런트 섬 마이너스 이에 배열 에이의 육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85502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오른쪽 스캔입니다. 현재 미드는 삼입니다. 포인터 제이가 가리킨 인덱스는 육이고, 그 칸의 값은 오입니다. 오른쪽 구간은 항상 사에서 시작하며, 끝 칸을 오른쪽으로 늘리고 있습니다.</a:t>
            </a:r>
          </a:p>
          <a:p/>
          <a:p>
            <a:r>
              <a:t>바로 전 현재 합은 마이너스 이이었습니다. 여기에 이번 칸의 오를 더하면 삼입니다. 첫 줄에서 색칠한 구간은 인덱스 사부터 육까지이고, 이 칸들을 모두 더한 값이 커런트 섬 삼입니다. 이전 최댓값 기록 칠에 더한 것이 아니라 이전 커런트 섬 마이너스 이에 더했습니다.</a:t>
            </a:r>
          </a:p>
          <a:p/>
          <a:p>
            <a:r>
              <a:t>이제 기록 라이트 섬과 비교합니다. 현재 합 삼은 기존 기록 칠보다 크지 않습니다. 따라서 기록은 칠을 유지하고, 기록한 구간도 인덱스 사부터 사까지로 그대로 둡니다. 현재 합이 줄어도 이전에 찾은 좋은 답을 잊으면 안 됩니다. 아래 줄이 저장한 최선의 구간입니다. 왼쪽에서 끝낸 기록 십은 이 오른쪽 계산 동안 따로 보관하고 있습니다.</a:t>
            </a:r>
          </a:p>
          <a:p/>
          <a:p>
            <a:r>
              <a:t>이제 제이를 칠로 늘립니다. 다음 칸에서는 지금 커런트 섬 삼에 배열 에이의 칠 인덱스 값를 더합니다. 합이 낮아졌다고 커런트 섬을 영이나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391396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[영~칠] 호출에서 경계를 걸치는 합을 구하는 오른쪽 스캔입니다. 현재 미드는 삼입니다. 포인터 제이가 가리킨 인덱스는 칠이고, 그 칸의 값은 일입니다. 오른쪽 구간은 항상 사에서 시작하며, 끝 칸을 오른쪽으로 늘리고 있습니다.</a:t>
            </a:r>
          </a:p>
          <a:p/>
          <a:p>
            <a:r>
              <a:t>바로 전 현재 합은 삼이었습니다. 여기에 이번 칸의 일을 더하면 사입니다. 첫 줄에서 색칠한 구간은 인덱스 사부터 칠까지이고, 이 칸들을 모두 더한 값이 커런트 섬 사입니다. 이전 최댓값 기록 칠에 더한 것이 아니라 이전 커런트 섬 삼에 더했습니다.</a:t>
            </a:r>
          </a:p>
          <a:p/>
          <a:p>
            <a:r>
              <a:t>이제 기록 라이트 섬과 비교합니다. 현재 합 사는 기존 기록 칠보다 크지 않습니다. 따라서 기록은 칠을 유지하고, 기록한 구간도 인덱스 사부터 사까지로 그대로 둡니다. 현재 합이 줄어도 이전에 찾은 좋은 답을 잊으면 안 됩니다. 아래 줄이 저장한 최선의 구간입니다. 왼쪽에서 끝낸 기록 십은 이 오른쪽 계산 동안 따로 보관하고 있습니다.</a:t>
            </a:r>
          </a:p>
          <a:p/>
          <a:p>
            <a:r>
              <a:t>현재 구간의 끝 하이인 칠까지 읽었습니다. 다음 인덱스 팔은 범위 밖이므로 읽지 않고 오른쪽 반복문을 끝냅니다. 라이트 섬 칠을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721150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이부터 삼까지의 합 십입니다. 오른쪽 기록은 인덱스 사부터 사까지의 합 칠입니다. 첫 줄과 둘째 줄에서 색칠한 칸을 확인해 보세요.</a:t>
            </a:r>
          </a:p>
          <a:p/>
          <a:p>
            <a:r>
              <a:t>왼쪽 기록의 끝은 반드시 미드인 삼이고, 오른쪽 기록의 시작은 반드시 미드 플러스 일인 사입니다. 따라서 두 구간을 붙이면 인덱스 이부터 사까지의 연속 구간 하나가 됩니다. 빠진 중간 칸도 없고, 양쪽에서 겹쳐 더한 칸도 없습니다.</a:t>
            </a:r>
          </a:p>
          <a:p/>
          <a:p>
            <a:r>
              <a:t>두 기록을 더하면 십 더하기 칠이므로 십칠입니다. 이 값이 현재 [영~칠] 호출에서 경계를 걸치는 모든 후보 가운데 가장 큰 합입니다. 왼쪽 시작과 오른쪽 끝은 서로 독립적으로 정할 수 있기 때문에 각 방향에서 가장 좋은 합을 고르면 됩니다.</a:t>
            </a:r>
          </a:p>
          <a:p/>
          <a:p>
            <a:r>
              <a:t>이제 크로스 맥스를 구했지만 바로 최종 답으로 반환하지는 않습니다. 경계를 걸치지 않는 구간이 더 좋을 수 있으니까요. 앞서 재귀 호출에서 받은 레프트 맥스 십이, 라이트 맥스 칠, 지금 구한 크로스 맥스 십칠을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3346836"/>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[영~칠] 호출에서 필요한 후보 세 개를 모두 구했습니다. 왼쪽 안에서 가장 큰 합은 십이고, 오른쪽 안에서 가장 큰 합은 칠입니다. 경계를 걸친 합은 왼쪽 기록 십과 오른쪽 기록 칠을 더한 십칠입니다. 화면의 각 줄은 그 값에 해당하는 실제 구간입니다.</a:t>
            </a:r>
          </a:p>
          <a:p/>
          <a:p>
            <a:r>
              <a:t>이제 세 값 중 가장 큰 것을 고릅니다. 십이, 칠, 십칠 중 가장 큰 값은 십칠입니다. 경계를 걸치는 구간이 이 호출의 답입니다. 선택한 인덱스는 이부터 사까지입니다. 이번에는 두 절반 안의 답보다 경계를 이어 붙인 답이 더 큽니다.</a:t>
            </a:r>
          </a:p>
          <a:p/>
          <a:p>
            <a:r>
              <a:t>이제 전체 여덟 칸의 계산이 끝났습니다. 반환하는 값은 십칠이고, 그 값에 해당하는 구간은 십이 − 이 + 칠입니다. 답을 코드에 미리 넣지 않고 작은 호출의 반환과 경계 스캔을 거쳐 찾았습니다.</a:t>
            </a:r>
          </a:p>
          <a:p/>
          <a:p>
            <a:r>
              <a:t>뒤에서는 방금 따라간 과정을 실제 파이썬 코드와 연결해 보겠습니다. 특히 재귀 답과 경계에 붙은 기록이 어떻게 다른지, 음수만 있을 때도 빈 구간을 고르지 않는지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516720"/>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방금 따라간 과정을 코드와 연결해 보겠습니다. 함수가 받는 세 입력은 배열 에이, 시작 인덱스 로, 끝 인덱스 하이입니다. 로와 하이는 둘 다 포함합니다. 전체 배열에서 시작할 때는 영과 len(에이) 마이너스 일을 넘기므로 이 예제에서는 영과 칠입니다.</a:t>
            </a:r>
          </a:p>
          <a:p/>
          <a:p>
            <a:r>
              <a:t>첫 조건은 로와 하이가 같은지 확인합니다. 같으면 원소 하나만 남은 것이어서 배열 에이의 로 인덱스 값를 반환합니다. 화면에서 삼, 마이너스 오, 십이, 마이너스 이 같은 값들이 각각 위로 돌아왔던 부분이 이 줄입니다. 이 조건이 없으면 같은 한 칸을 계속 나누어 호출할 수 있어요.</a:t>
            </a:r>
          </a:p>
          <a:p/>
          <a:p>
            <a:r>
              <a:t>두 칸 이상이면 미드를 계산합니다. 왼쪽 호출은 로부터 미드까지, 오른쪽 호출은 미드 플러스 일부터 하이까지입니다. 레프트 맥스를 받는 줄은 왼쪽 함수가 반환할 때까지 기다리고, 그 다음에 라이트 맥스를 받는 줄이 실행됩니다. 각 작은 호출도 이 코드의 처음부터 똑같이 시작한다는 점을 기억해 주세요.</a:t>
            </a:r>
          </a:p>
          <a:p/>
          <a:p>
            <a:r>
              <a:t>양쪽 답을 받은 다음 max_crossing_sum을 호출합니다. 여기서 두 반복문으로 경계에 붙은 가장 좋은 합을 구합니다. 마지막 max는 세 값 중 가장 큰 값을 고르는 함수입니다. 전체 호출에서는 레프트 맥스가 십이, 라이트 맥스가 칠, 크로스 맥스가 십칠이므로 십칠을 반환했습니다. 코드에는 정답 십칠이 미리 적혀 있지 않고 이 세 계산의 결과로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2184272"/>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 계산 함수의 왼쪽 부분입니다. 레프트 섬에는 가장 큰 왼쪽 후보의 합을 저장합니다. 시작값 float의 마이너스 inf는 마이너스 무한대라는 뜻입니다. 실제로 나온 어떤 합보다도 작게 두어 첫 후보를 반드시 저장하려는 장치예요. 커런트 섬은 아직 읽은 칸이 없어서 영으로 시작합니다.</a:t>
            </a:r>
          </a:p>
          <a:p/>
          <a:p>
            <a:r>
              <a:t>반복문의 레인지는 미드에서 시작하고, 인덱스를 마이너스 일씩 줄입니다. 파이썬의 레인지는 두 번째 인수에 적힌 값을 포함하지 않기 때문에 멈춤값을 로가 아니라 로 마이너스 일로 적었습니다. 전체 호출에서는 레인지의 인수가 삼, 마이너스 일, 마이너스 일입니다. 실제로 읽는 인덱스는 삼, 이, 일, 영입니다. 인덱스 마이너스 일의 값은 읽지 않습니다.</a:t>
            </a:r>
          </a:p>
          <a:p/>
          <a:p>
            <a:r>
              <a:t>커런트 섬 더하기 배열 에이의 아이 인덱스 값를 수행하면 미드부터 현재 아이까지 이어진 모든 칸의 합이 됩니다. 화면에서 마이너스 이, 십, 오, 팔로 바뀌었던 값이 이 변수입니다. 그다음 조건에서 현재 합이 레프트 섬보다 큰지 확인합니다. 클 때만 레프트 섬을 바꿉니다. 그래서 기록은 마이너스 이에서 십으로 갱신된 뒤 십을 유지했습니다.</a:t>
            </a:r>
          </a:p>
          <a:p/>
          <a:p>
            <a:r>
              <a:t>이 코드에서는 구간의 시작 인덱스를 따로 저장하지 않고 합만 반환합니다. 우리가 그림에서 최선의 칸도 색칠한 것은 어떤 합인지 이해하기 위한 표시입니다. 프로그램에 필요한 답이 최대 합 하나라면 이 코드처럼 합만 가지고 있어도 됩니다. 다음 화면에서는 왼쪽 기록을 보관한 채 오른쪽 합을 새로 시작하겠습니다.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41387"/>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반복문을 마친 다음 코드입니다. 라이트 섬은 오른쪽 후보의 최댓값 기록이므로 마이너스 무한대로 시작합니다. 커런트 섬은 오른쪽 부분만 더하기 위해 영으로 새로 설정합니다. 앞에서 구한 레프트 섬은 이 코드에서 바꾸지 않아요.</a:t>
            </a:r>
          </a:p>
          <a:p/>
          <a:p>
            <a:r>
              <a:t>오른쪽 반복문은 미드 플러스 일에서 시작합니다. 왼쪽에 미드가 들어 있었으므로 바로 다음 칸부터 읽는 것입니다. 이번에는 인덱스를 오른쪽으로 늘리며 하이까지 포함합니다. 레인지의 멈춤값이 포함되지 않으므로 하이 플러스 일을 적었습니다. 전체 호출에서 실제 인덱스는 사, 오, 육, 칠이고, 팔번 칸을 읽지는 않습니다.</a:t>
            </a:r>
          </a:p>
          <a:p/>
          <a:p>
            <a:r>
              <a:t>각 칸의 값을 커런트 섬에 더한 뒤 라이트 섬과 비교합니다. 전체 호출의 현재 합은 칠, 마이너스 이, 삼, 사 순서였습니다. 첫 값 칠이 가장 컸으므로 라이트 섬은 끝까지 칠을 유지했습니다. 마지막에 나온 커런트 섬 사를 답으로 쓰지 않는 이유가 여기 있습니다. 마지막 후보와 가장 좋은 후보는 다를 수 있어요.</a:t>
            </a:r>
          </a:p>
          <a:p/>
          <a:p>
            <a:r>
              <a:t>마지막 줄은 레프트 섬과 라이트 섬을 더해 반환합니다. 두 구간은 각각 미드에서 끝나고 미드 플러스 일에서 시작하므로 빈틈 없이 붙습니다. 전체 호출의 기록은 십과 칠이었고 합은 십칠입니다. 이 값이 부모 함수에서 받는 크로스 맥스가 됩니다. 이제 부모의 마지막 max가 레프트 맥스, 라이트 맥스, 크로스 맥스를 비교합니다.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4799909"/>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반복문의 인덱스가 낯설 수 있어서 그림으로 한 번 더 보겠습니다. 전체 구간은 인덱스 영부터 칠까지이고 미드는 삼입니다. 왼쪽을 읽는 순서는 삼, 이, 일, 영입니다. 화면의 파란 칸을 오른쪽 끝에서 왼쪽 끝으로 읽습니다. 오른쪽은 사, 오, 육, 칠 순서이고 초록 칸을 왼쪽 끝에서 오른쪽 끝으로 읽어요.</a:t>
            </a:r>
          </a:p>
          <a:p/>
          <a:p>
            <a:r>
              <a:t>레인지의 두 번째 인수는 실제로 방문하지 않는 멈춤값입니다. 왼쪽은 마지막으로 영번 칸을 읽어야 해서 멈춤값을 마이너스 일로 적었습니다. 스텝이 마이너스 일이므로 인덱스를 계속 줄이다가 그 직전에 멈춥니다. 오른쪽은 마지막으로 칠번 칸을 읽어야 해서 멈춤값을 팔로 적었습니다.</a:t>
            </a:r>
          </a:p>
          <a:p/>
          <a:p>
            <a:r>
              <a:t>파이썬에서는 배열의 마이너스 인덱스를 사용하면 뒤쪽 값을 읽을 수 있지만, 지금 왼쪽 반복문에서는 마이너스 일을 실제로 읽지 않습니다. 또한 배열 에이의 팔 인덱스 값에 접근하는 것도 아닙니다. 레인지가 만들어 주는 인덱스 목록에 이 두 값은 포함되어 있지 않아요. 화면의 이동 순서를 그대로 목록으로 생각하면 쉽습니다.</a:t>
            </a:r>
          </a:p>
          <a:p/>
          <a:p>
            <a:r>
              <a:t>더 작은 호출에서도 원리는 같습니다. 예를 들어 로가 사, 미드가 오인 왼쪽 스캔은 오, 사만 읽고 멈춥니다. 배열 전체의 영까지 내려가면 안 됩니다. 반복문의 로와 하이는 항상 현재 호출의 범위라는 점을 함께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865343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예제에는 양수가 많았으니 음수만 있는 경우도 확인해 볼게요. 네 값은 마이너스 사, 마이너스 이, 마이너스 오, 마이너스 일입니다. 빈 구간은 허용하지 않으므로 답을 영으로 정하면 안 됩니다. 네 값 중 가장 덜 작은 값인 마이너스 일 한 칸이 전체 답입니다.</a:t>
            </a:r>
          </a:p>
          <a:p/>
          <a:p>
            <a:r>
              <a:t>왼쪽 두 칸의 재귀 답은 마이너스 이고 오른쪽 두 칸의 재귀 답은 마이너스 일입니다. 원소 하나에서도 음수를 그대로 반환하고, 두 칸에서도 음수 후보를 비교했기 때문에 이 답을 받을 수 있습니다. 음수를 영으로 바꾸는 코드는 이 문제의 조건과 다릅니다.</a:t>
            </a:r>
          </a:p>
          <a:p/>
          <a:p>
            <a:r>
              <a:t>가운데 경계의 미드는 일입니다. 왼쪽 스캔은 마이너스 이에서 시작하고 마이너스 사를 더해서 현재 합이 마이너스 육이 됩니다. 기록은 더 큰 마이너스 이를 유지합니다. 오른쪽은 마이너스 오에서 시작하고 마이너스 일을 더해 마이너스 육이 됩니다. 기록은 마이너스 오를 유지합니다. 따라서 걸친 합은 마이너스 이와 마이너스 오를 더한 마이너스 칠입니다.</a:t>
            </a:r>
          </a:p>
          <a:p/>
          <a:p>
            <a:r>
              <a:t>세 후보 마이너스 이, 마이너스 일, 마이너스 칠을 비교하면 마이너스 일이 가장 큽니다. 음수에서는 절댓값이 크다고 값도 큰 것이 아닙니다. 이 결과가 나오려면 최댓값 기록을 영이 아니라 마이너스 무한대로 초기화해야 한다는 점을 확인할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0711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여덟 칸 예제에서는 경계를 걸친 합 십칠이 최종 답이었습니다. 하지만 항상 크로스 맥스가 이기는 것은 아닙니다. 이번 네 값은 팔, 마이너스 십, 마이너스 이, 마이너스 삼입니다. 왼쪽 두 칸 안에서는 팔 한 칸을 고른 합이 가장 크고, 오른쪽 안에서는 마이너스 이 한 칸이 가장 큽니다.</a:t>
            </a:r>
          </a:p>
          <a:p/>
          <a:p>
            <a:r>
              <a:t>미드는 인덱스 일이어서 왼쪽 경계 칸이 마이너스 십입니다. 왼쪽 스캔의 첫 합은 마이너스 십이고, 그다음 팔을 더하면 마이너스 이입니다. 둘 중 큰 기록은 마이너스 이입니다. 경계를 걸치는 왼쪽 부분에서는 값 팔만 고를 수 없어요. 경계 칸 마이너스 십도 포함해야 하니까요.</a:t>
            </a:r>
          </a:p>
          <a:p/>
          <a:p>
            <a:r>
              <a:t>오른쪽은 인덱스 이의 마이너스 이에서 시작하고, 마이너스 삼을 더하면 합이 마이너스 오입니다. 오른쪽 기록은 마이너스 이를 유지합니다. 두 기록 마이너스 이와 마이너스 이를 더하면 크로스 맥스는 마이너스 사입니다. 아래 줄에서 팔, 마이너스 십, 마이너스 이가 모두 붙어 있는 것을 확인해 주세요.</a:t>
            </a:r>
          </a:p>
          <a:p/>
          <a:p>
            <a:r>
              <a:t>마지막 비교는 팔, 마이너스 이, 마이너스 사 중 가장 큰 팔을 고릅니다. 경계를 걸친 구간을 정확히 계산해도, 그 구간이 더 불리하면 왼쪽 답을 그대로 반환해야 합니다. 그래서 마지막 줄은 레프트 섬 더하기 라이트 섬을 곧장 최종 답으로 내는 코드가 아니라, 레프트 맥스, 라이트 맥스, 크로스 맥스 세 값을 비교하는 코드입니다.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9608764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걸치는 합을 계산하는 비용을 세겠습니다. 현재 구간에는 원소 여덟 개가 있습니다. 왼쪽 반복문은 마이너스 이, 십이, 마이너스 오, 삼을 읽습니다. 네 칸입니다. 그다음 오른쪽 반복문은 칠, 마이너스 구, 오, 일을 읽습니다. 이쪽도 네 칸입니다.</a:t>
            </a:r>
          </a:p>
          <a:p/>
          <a:p>
            <a:r>
              <a:t>두 반복문은 차례대로 실행됩니다. 따라서 읽는 칸 수는 사 더하기 사, 합계 팔입니다. 여덟 칸을 읽는다는 뜻이에요. 왼쪽 칸 하나를 읽을 때마다 오른쪽 네 칸을 다시 읽는 구조가 아니므로 사 곱하기 사가 아닙니다.</a:t>
            </a:r>
          </a:p>
          <a:p/>
          <a:p>
            <a:r>
              <a:t>현재 구간의 원소 수가 네 개면 양쪽을 합쳐 네 칸을 읽습니다. 두 개면 양쪽에서 한 칸씩, 합계 두 칸을 읽습니다. 한 번의 중앙 스캔 비용은 현재 구간 길이에 비례합니다.</a:t>
            </a:r>
          </a:p>
          <a:p/>
          <a:p>
            <a:r>
              <a:t>여기서는 현재 호출의 스캔 비용만 세었습니다. 왼쪽 내부와 오른쪽 내부의 답을 구하는 자식 호출의 시간은 별도로 더해야 합니다. 다음 화면에서 모든 호출의 스캔을 층별로 모아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8650950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맨 위 호출은 여덟 칸 구간을 한 번 훑습니다. 그 전에 실행한 왼쪽과 오른쪽의 네 칸짜리 호출을 같은 층으로 모아 보면, 각 호출은 자기 구간 네 칸을 읽습니다. 두 호출을 합하면 역시 여덟 칸입니다.</a:t>
            </a:r>
          </a:p>
          <a:p/>
          <a:p>
            <a:r>
              <a:t>그 아래 두 칸짜리 호출은 네 개입니다. 삼과 마이너스 오, 십이와 마이너스 이, 칠과 마이너스 구, 오와 일을 각각 담당합니다. 한 호출에서 두 칸을 읽고 그런 호출이 네 개이므로 여덟 칸입니다.</a:t>
            </a:r>
          </a:p>
          <a:p/>
          <a:p>
            <a:r>
              <a:t>한 칸짜리는 크로스 맥스를 호출하지 않고 값을 바로 반환합니다. 따라서 스캔하는 층은 두 칸, 네 칸, 여덟 칸인 세 층입니다. 각 층에서 읽은 합계가 여덟이므로 전체 스캔은 스물네 번입니다.</a:t>
            </a:r>
          </a:p>
          <a:p/>
          <a:p>
            <a:r>
              <a:t>그림의 한 층은 동시에 실행된다는 뜻이 아닙니다. 실제 함수는 왼쪽 호출을 끝내고 오른쪽 호출을 실행합니다. 우리는 전체 작업량을 쉽게 더하려고 같은 크기의 호출을 같은 줄에 모았을 뿐입니다. 부모가 읽었던 칸을 자식도 읽기 때문에 하나의 원소는 서로 다른 층에서 다시 읽힙니다. 같은 층에서는 모든 구간을 합친 길이가 원래 여덟 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411800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 여덟 개를 처리하는 전체 스캔을 세겠습니다. 스캔하는 층은 세 개이고, 각 층에서 여덟 칸을 읽습니다. 팔 곱하기 삼은 이십사므로 스물네 번 읽습니다.</a:t>
            </a:r>
          </a:p>
          <a:p/>
          <a:p>
            <a:r>
              <a:t>구간 길이는 팔, 사, 이, 일로 줄어듭니다. 원소 한 개일 때는 스캔하지 않고 반환하므로 길이가 팔, 사, 이인 세 층에서만 스캔합니다. 이로 나누는 횟수가 세 번이라는 것을 밑이 이인 팔의 로그가 삼이라고 씁니다.</a:t>
            </a:r>
          </a:p>
          <a:p/>
          <a:p>
            <a:r>
              <a:t>입력 길이가 엔으로 바뀌어도 같은 층의 구간들을 합치면 원래 엔 개입니다. 한 층의 일이 엔에 비례하고, 그런 층이 로그 엔에 비례하는 만큼 있습니다. 따라서 전체 시간은 엔 로그 엔 차수입니다.</a:t>
            </a:r>
          </a:p>
          <a:p/>
          <a:p>
            <a:r>
              <a:t>스물네 번은 이 예제에서 스캔이 읽은 횟수입니다. 모든 함수 호출과 비교까지 포함한 정확한 명령어 수는 아닙니다. 그런 비용까지 포함해도 전체 시간 복잡도는 빅오 엔 로그 엔입니다.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323670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최대 구간 합의 한 호출을 시간식으로 읽겠습니다. 티 엔은 길이가 엔인 구간의 답을 구하는 전체 시간입니다. 왼쪽 절반의 답을 구하고, 오른쪽 절반의 답을 구합니다. 각 자식은 크기가 엔 나누기 이인 문제를 끝까지 풉니다.</a:t>
            </a:r>
          </a:p>
          <a:p/>
          <a:p>
            <a:r>
              <a:t>그 뒤 현재 함수가 중앙을 걸치는 최대 합을 계산합니다. 왼쪽을 한 번, 오른쪽을 한 번 훑으며, 두 스캔의 길이를 합하면 현재 구간의 길이입니다. 따라서 현재 함수가 직접 하는 추가 작업은 엔에 비례합니다. 세 후보 중 최댓값을 고르는 비교는 일정한 횟수입니다.</a:t>
            </a:r>
          </a:p>
          <a:p/>
          <a:p>
            <a:r>
              <a:t>화면의 두 티 항은 자식 두 개의 전체 시간이고, 마지막 항은 현재 함수의 중앙 스캔 비용입니다. 같은 크기의 자식 두 개를 모두 풀므로 앞부분을 이 곱하기 티 괄호 엔 나누기 이로 모아 씁니다.</a:t>
            </a:r>
          </a:p>
          <a:p/>
          <a:p>
            <a:r>
              <a:t>병합 정렬도 같은 모양의 식이 나왔습니다. 병합 정렬의 추가 작업은 병합이고, 여기서는 중앙 스캔입니다. 하는 일은 다르지만 각 층의 전체 작업량이 엔에 비례하고 층 수가 로그 엔에 비례하므로 둘 다 엔 로그 엔 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0008499"/>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과정을 마지막 그림으로 다시 묶어 보겠습니다. 맨 아래의 원소 하나는 자기 값을 그대로 반환했습니다. 그 위의 두 칸짜리 호출은 각각 삼, 십이, 칠, 육을 반환했습니다. 특히 마지막 두 칸 오와 일은 경계를 이어 붙인 합 육이 더 좋았죠.</a:t>
            </a:r>
          </a:p>
          <a:p/>
          <a:p>
            <a:r>
              <a:t>왼쪽 네 칸짜리 호출은 삼, 십이, 걸친 합 십을 비교해서 십이를 반환했습니다. 오른쪽 네 칸짜리 호출은 칠, 육, 걸친 합 사를 비교해서 칠을 반환했습니다. 그래서 전체 호출이 받은 레프트 맥스는 십이고 라이트 맥스는 칠이었습니다. 재귀 답을 갑자기 주어진 숫자로 생각하지 말고, 아래에서 실제로 계산해 올린 결과라고 보세요.</a:t>
            </a:r>
          </a:p>
          <a:p/>
          <a:p>
            <a:r>
              <a:t>전체 경계는 인덱스 삼과 사 사이였습니다. 왼쪽 스캔의 현재 합은 마이너스 이, 십, 오, 팔이었고 저장한 최댓값은 십이었습니다. 오른쪽 현재 합은 칠, 마이너스 이, 삼, 사였고 저장한 최댓값은 칠이었습니다. 두 기록을 더해서 크로스 맥스 십칠을 만들었습니다. 그때 선택된 구간은 인덱스 이부터 사까지의 십이, 마이너스 이, 칠입니다.</a:t>
            </a:r>
          </a:p>
          <a:p/>
          <a:p>
            <a:r>
              <a:t>마지막으로 십이, 칠, 십칠 중 가장 큰 십칠을 반환합니다. 기억할 것은 세 가지입니다. 재귀의 레프트 맥스와 라이트 맥스는 각 절반 내부의 답이고, 경계 스캔의 레프트 섬과 라이트 섬은 반드시 경계에 붙은 구간의 기록입니다. 그리고 현재 합과 저장한 최댓값은 서로 다를 수 있습니다. 이 구분을 하면 재귀 호출과 두 포인터의 이동을 코드 한 줄씩 따라갈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912004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트리는 무엇을 하려고 쓰는지부터 보겠습니다. 그림을 컴퓨터에 넣으려면 각 칸이 무슨 색인지 기록해야 합니다. 아주 큰 바다 그림이라면 파란 칸이 같은 색으로 계속 반복될 수 있겠죠. 그 칸들을 전부 작은 조각으로 적는 대신, 이 넓은 영역은 전부 같은 색이라고 한 번만 기록할 수 있습니다.</a:t>
            </a:r>
          </a:p>
          <a:p/>
          <a:p>
            <a:r>
              <a:t>오른쪽 그림을 보세요. 왼쪽은 바다도 섬도 모두 작은 격자로 나누었습니다. 오른쪽은 같은 성질을 가진 넓은 바다를 큰 영역으로 두고, 섬처럼 내용이 섞인 곳만 더 작게 나눕니다. 쿼드 트리는 이렇게 위치가 있는 영역을 큰 조각과 작은 조각으로 표현하는 자료 구조입니다.</a:t>
            </a:r>
          </a:p>
          <a:p/>
          <a:p>
            <a:r>
              <a:t>이 수업에서는 흑백 그림을 저장하는 예제로 원리를 익히겠습니다. 흰색은 영, 검은색은 일이라고 정합니다. 한 영역이 전부 흰색이면 영 하나, 전부 검은색이면 일 하나만 적습니다. 두 색이 섞였으면 그 영역을 네 조각으로 나눈 뒤, 각 조각에서 같은 일을 합니다.</a:t>
            </a:r>
          </a:p>
          <a:p/>
          <a:p>
            <a:r>
              <a:t>작게 저장한다고 원래 색을 지우거나 그림의 해상도를 낮추는 것은 아닙니다. 영역의 크기와 위치를 따라가며 기록을 읽으면 원래 그림의 모든 칸을 다시 채울 수 있습니다. 먼저 가로 네 칸, 세로 네 칸인 작은 그림으로, 무엇을 저장하고 무엇을 복원하는지 끝까지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8912432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그림은 가로 네 칸, 세로 네 칸입니다. 전체가 열여섯 칸이죠. 왼쪽 위의 가로 두 칸, 세로 두 칸인 영역은 흰색, 오른쪽 위는 검은색, 왼쪽 아래는 검은색, 오른쪽 아래는 흰색입니다. 먼저 이 그림이 입력이라는 점부터 잡고 갑시다. 결과로 원소를 정렬하거나 어느 칸을 찾는 문제가 아닙니다. 이 그림을 다시 그릴 수 있는 기록을 만드는 문제입니다.</a:t>
            </a:r>
          </a:p>
          <a:p/>
          <a:p>
            <a:r>
              <a:t>모든 칸의 색을 그대로 적으면 오른쪽처럼 네 줄의 영과 일이 됩니다. 첫 행은 영, 영, 일, 일이고 둘째 행도 같습니다. 셋째와 넷째 행은 일, 일, 영, 영입니다. 이 방식은 열여섯 칸에 대해 색 열여섯 개를 기록합니다.</a:t>
            </a:r>
          </a:p>
          <a:p/>
          <a:p>
            <a:r>
              <a:t>그런데 왼쪽 그림을 큰 네 영역으로 보면 각 영역 안에서 색이 반복되고 있습니다. 왼쪽 위는 네 칸 모두 영이므로 그 영역의 색을 영 하나로 표현할 수 있겠죠. 나머지 세 영역도 각각 한 색입니다. 쿼드 트리는 이 반복을 이용합니다.</a:t>
            </a:r>
          </a:p>
          <a:p/>
          <a:p>
            <a:r>
              <a:t>앞으로 저장한 표현을 해석할 때는 전체 그림의 크기가 사 곱하기 네라는 정보를 함께 알고 있다고 가정합니다. 이 수업에서는 한 변이 일, 이, 사, 팔처럼 이의 거듭제곱인 정사각형을 다룹니다. 그래야 혼합 영역을 같은 크기의 정사각형 네 개로 계속 나눌 수 있습니다. 색 하나가 몇 칸을 채울지는 현재 맡은 영역의 크기로 결정합니다. 다음 페이지에서는 한 영역의 색 네 개가 색 하나로 바뀌어도 정보가 남는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127932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위 영역만 떼어 보겠습니다. 이 영역은 가로 두 칸, 세로 두 칸이고, 안에 있는 네 칸이 모두 흰색입니다. 영을 네 개 적을 수도 있지만, 이 영역은 전부 흰색이라고 알려 주면 영 하나로 충분합니다.</a:t>
            </a:r>
          </a:p>
          <a:p/>
          <a:p>
            <a:r>
              <a:t>여기서 영 한 글자가 뜻하는 범위를 꼭 구분하세요. 영은 언제나 현재 맡은 영역 전체가 흰색이라는 뜻입니다. 지금은 이 곱하기 이 영역을 맡고 있으므로 네 칸을 모두 흰색으로 채우라는 기록입니다. 한 칸짜리 영역에서 영을 읽으면 그 한 칸만 채우고, 팔 곱하기 팔 영역에서 영을 읽으면 예순네 칸 모두 채웁니다.</a:t>
            </a:r>
          </a:p>
          <a:p/>
          <a:p>
            <a:r>
              <a:t>왜 크기를 잃어버리지 않을까요? 이 기록을 읽는 쪽도 처음 그림의 크기를 알고, 부모가 네 조각으로 나눈 순서대로 각 자식에게 영역의 위치와 크기를 넘겨줍니다. 따라서 색 기록만 보아도 어느 영역에 적용되는지 알 수 있습니다.</a:t>
            </a:r>
          </a:p>
          <a:p/>
          <a:p>
            <a:r>
              <a:t>검은색 영역도 똑같습니다. 지금 맡은 네 칸이 전부 검은색이면 일 하나로 기록합니다. 이렇게 한 색으로 끝난 영역은 더 나눌 필요가 없고, 트리에서 자식이 없는 마지막 노드가 됩니다. 아직 전체 사 곱하기 사 그림은 두 색이 섞여 있으므로, 다음에는 부모 영역을 어떻게 나누는지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49459412"/>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다시 전체 사 곱하기 사 그림입니다. 이 전체 영역에는 흰색과 검은색이 모두 있습니다. 그래서 영 하나나 일 하나로 끝낼 수 없습니다. 이럴 때 가로를 절반, 세로도 절반으로 나누어서 같은 크기의 네 영역을 만듭니다.</a:t>
            </a:r>
          </a:p>
          <a:p/>
          <a:p>
            <a:r>
              <a:t>화면의 파란 선을 기준으로 왼쪽 위, 오른쪽 위, 왼쪽 아래, 오른쪽 아래가 생겼습니다. 각 영역은 이 곱하기 두입니다. 전체 면적 열여섯 칸을 네 영역이 네 칸씩 나누어 맡습니다. 영역들이 겹치거나 빠뜨리는 칸은 없습니다.</a:t>
            </a:r>
          </a:p>
          <a:p/>
          <a:p>
            <a:r>
              <a:t>첫 번째 왼쪽 위는 전부 영입니다. 두 번째 오른쪽 위는 전부 일입니다. 세 번째 왼쪽 아래도 전부 일이고, 네 번째 오른쪽 아래는 전부 영입니다. 이 예제에서는 네 조각이 모두 한 색이어서 각 조각을 한 글자로 끝낼 수 있습니다.</a:t>
            </a:r>
          </a:p>
          <a:p/>
          <a:p>
            <a:r>
              <a:t>쿼드 트리라는 이름에서 쿼드는 네 개를 뜻합니다. 색이 섞인 부모 영역 하나를 네 자식 영역으로 나누는 구조가 반복됩니다. 모든 자식이 또 나뉘는 것은 아닙니다. 지금처럼 한 색이면 그 자리에서 끝내고, 섞인 자식만 다시 네 조각으로 나눕니다. 다음에는 이 네 결과를 어떤 순서로 기록하는지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255321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자식의 색이 정해졌으니 이제 전체 결과를 적겠습니다. 이 수업에서는 왼쪽 위, 오른쪽 위, 왼쪽 아래, 오른쪽 아래 순서로 읽습니다. 영, 일, 일, 영이 됩니다. 이 순서는 저장할 때와 복원할 때 똑같이 써야 합니다.</a:t>
            </a:r>
          </a:p>
          <a:p/>
          <a:p>
            <a:r>
              <a:t>이 네 색 앞뒤에 괄호를 붙이면 여는 괄호, 영, 일, 일, 영, 닫는 괄호가 됩니다. 여는 괄호는 현재 영역이 한 색으로 끝나지 않아서 네 자식으로 나뉘었다는 표시입니다. 괄호 안에는 방금 정한 순서대로 네 자식의 기록을 적습니다.</a:t>
            </a:r>
          </a:p>
          <a:p/>
          <a:p>
            <a:r>
              <a:t>왜 그냥 영일일영만 쓰지 않을까요? 지금은 쉽게 눈으로 볼 수 있어도, 어떤 자식 안에 두 색이 섞이면 그 자식도 다시 나뉩니다. 괄호가 있어야 어느 결과가 어느 부모에 속하는지 구별할 수 있습니다. 색 영이나 일은 그 영역을 한 색으로 끝내고, 괄호는 더 작은 네 영역으로 들어가라는 표시인 셈입니다.</a:t>
            </a:r>
          </a:p>
          <a:p/>
          <a:p>
            <a:r>
              <a:t>오른쪽 그림의 트리에서 맨 위 상자는 전체 그림입니다. 아래 네 상자는 그 그림의 네 영역입니다. 선으로 이어진 관계를 괄호 표현으로 적은 것이 이번 저장 결과입니다. 이 예제에서는 색 열여섯 개 대신 괄호를 포함한 여섯 기호로 표현했습니다. 파일의 실제 바이트 수를 비교한 숫자가 아니라, 지금 정한 표현에서 기호가 몇 개인지를 비교한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470792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기록을 보고 원래 그림을 다시 그려 보겠습니다. 처음에는 크기가 사 곱하기 네라는 것만 알고 있습니다. 첫 기호가 여는 괄호이므로 전체 영역을 이 곱하기 두인 네 부분으로 나눕니다. 아직 색은 채우지 않습니다.</a:t>
            </a:r>
          </a:p>
          <a:p/>
          <a:p>
            <a:r>
              <a:t>첫 자식의 기록은 영입니다. 첫 자식은 왼쪽 위 영역을 맡으므로 그 영역 네 칸을 전부 흰색으로 채웁니다. 둘째 기록은 일입니다. 오른쪽 위 네 칸을 검은색으로 채웁니다. 셋째도 일이므로 왼쪽 아래 네 칸을 검은색으로, 넷째 영은 오른쪽 아래 네 칸을 흰색으로 채웁니다.</a:t>
            </a:r>
          </a:p>
          <a:p/>
          <a:p>
            <a:r>
              <a:t>이렇게 네 자식을 모두 채운 뒤 닫는 괄호를 만납니다. 이 부모의 복원이 끝났다는 표시입니다. 화면 오른쪽의 복원 그림은 처음 입력과 칸마다 같은 색입니다. 색의 개수뿐 아니라 위치까지 복원해야 저장한 표현이 제대로 된 것입니다.</a:t>
            </a:r>
          </a:p>
          <a:p/>
          <a:p>
            <a:r>
              <a:t>예를 들어 색 네 개의 순서를 바꿔 쓰면 검은 영역의 위치가 바뀌겠죠. 그래서 부모의 위치와 크기, 자식을 읽는 순서, 색과 분할을 나타내는 기호가 함께 필요합니다. 쿼드 트리의 저장과 복원은 이 규칙을 서로 반대 방향으로 사용하는 과정입니다. 압축 결과만 남겨도 원래 그림을 되살릴 수 있다는 것이 이 예제의 목적입니다.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4644713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단계 더 들어가는 작은 예제를 보겠습니다. 왼쪽 그림의 오른쪽 위는 전부 검은색이고 아래 두 영역은 전부 흰색입니다. 그런데 왼쪽 위 이 곱하기 이 안에는 흰색 세 칸과 검은색 한 칸이 섞였습니다.</a:t>
            </a:r>
          </a:p>
          <a:p/>
          <a:p>
            <a:r>
              <a:t>부모를 네 조각으로 나눈 것과 같은 규칙을 왼쪽 위 자식에도 적용합니다. 그 이 곱하기 두를 다시 네 조각으로 나누면 한 칸짜리 영역 네 개가 됩니다. 순서대로 영, 영, 영, 일이므로 이 자식의 기록은 괄호 영영영일 괄호입니다.</a:t>
            </a:r>
          </a:p>
          <a:p/>
          <a:p>
            <a:r>
              <a:t>전체 부모는 첫 자식의 이 긴 기록을 하나의 자식 답으로 받습니다. 그 뒤에 두 번째 자식의 일, 세 번째 자식의 영, 네 번째 자식의 영을 붙이고 자기 괄호로 묶습니다. 화면 아래 표현에서 맨 바깥 괄호는 전체 사 곱하기 사 영역이고, 안쪽 괄호는 왼쪽 위 이 곱하기 이 영역입니다.</a:t>
            </a:r>
          </a:p>
          <a:p/>
          <a:p>
            <a:r>
              <a:t>여기서 안쪽 괄호를 만나도 전체 그림을 다시 나누는 것이 아닙니다. 지금 맡고 있는 왼쪽 위 자식만 나눕니다. 닫는 괄호를 읽으면 그 자식의 처리를 마치고 부모의 다음 자식으로 돌아갑니다. 이 원리를 알고 나면 뒤의 팔 곱하기 팔 예제에서도 같은 작업이 영역의 크기만 바뀌어 반복된다는 것을 볼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2727137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만든 결과를 한 번 정리하겠습니다. 쿼드 트리에서 한 색으로 끝난 영역에는 영 또는 일을 저장합니다. 색이 섞여 네 부분으로 나눈 영역에는 네 자식으로 이어지는 구조를 저장합니다. 괄호 표현은 이 구조를 문자열로 적는 한 가지 방식입니다.</a:t>
            </a:r>
          </a:p>
          <a:p/>
          <a:p>
            <a:r>
              <a:t>오른쪽의 예쁜 그림도 같은 내용을 보여 줍니다. 작은 칸마다 색을 적는 대신, 같은 색으로 이루어진 큰 영역을 하나로 표현했습니다. 눈에 보이는 격자의 수가 줄어도 각 영역이 어디를 차지하는지 알고 있어서 원래 칸의 색을 복원할 수 있습니다.</a:t>
            </a:r>
          </a:p>
          <a:p/>
          <a:p>
            <a:r>
              <a:t>이 방식이 항상 더 짧아지는 것은 아닙니다. 넓은 곳이 같은 색이면 한 글자로 끝낼 수 있지만, 흰색과 검은색이 칸마다 번갈아 나오면 끝까지 작게 나눠야 합니다. 색 기록에 더해 분할 괄호도 필요해서 표현이 오히려 길어질 수 있습니다. 뒤에서 단색 그림과 체크 무늬를 비교해 보겠습니다.</a:t>
            </a:r>
          </a:p>
          <a:p/>
          <a:p>
            <a:r>
              <a:t>이제 이어지는 팔 곱하기 팔 그림은 방금보다 큰 입력입니다. 원리는 같습니다. 현재 영역이 같은 색인지 확인하고, 같으면 색 하나를 반환합니다. 섞였으면 네 영역의 답을 받아 묶습니다. 복원할 때는 기록을 같은 순서로 읽고, 색이면 현재 영역을 채웁니다. 좌표를 보기 전에 무엇을 기록하려는지 이 목적을 먼저 떠올리세요.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5273292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두 장면은 서로 다른 입력입니다. 왼쪽처럼 전체가 흰색이면, 칸마다 영을 반복해 저장할 필요가 없습니다. 이 영역은 전부 흰색이라는 뜻으로 영 한 글자를 기록합니다. 영역의 크기와 위치는 재귀 호출이 이미 알고 있으니까 그 한 글자로 해당 영역을 채울 수 있습니다.</a:t>
            </a:r>
          </a:p>
          <a:p/>
          <a:p>
            <a:r>
              <a:t>오른쪽처럼 흰색과 검은색이 섞이면 한 글자로 나타낼 수 없습니다. 정사각형을 같은 크기의 네 부분으로 나눠서 각 부분을 살펴봅니다. 어떤 부분은 전부 흰색이고 어떤 부분은 전부 검은색일 수 있습니다. 그런 부분은 영 또는 일을 한 글자 기록하고 끝내요. 여전히 색이 섞인 부분만 다시 네 개로 나눕니다.</a:t>
            </a:r>
          </a:p>
          <a:p/>
          <a:p>
            <a:r>
              <a:t>이 과정을 트리로 그리면 나누어진 영역이 자식 네 개를 가진 내부 노드가 되고, 더 나누지 않은 균일 영역이 리프 노드가 됩니다. 그래서 쿼드, 즉 네 갈래의 트리라고 부릅니다.</a:t>
            </a:r>
          </a:p>
          <a:p/>
          <a:p>
            <a:r>
              <a:t>이제 말로만 설명하지 않고, 실제 코드에 들어 있는 팔 곱하기 팔 영상 하나를 끝까지 따라가겠습니다. 어느 호출이 어떤 영역을 받고, 그 호출이 어떤 문자열을 반환하는지 화면에 계속 함께 표시하겠습니다. 마지막에는 그 문자열을 읽어서 원래 영상도 다시 만들어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8355186"/>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예제는 한 변이 여덟 칸인 흑백 영상입니다. 행과 열은 모두 영부터 칠까지 세겠습니다. 흰 칸은 영이고 검은 칸은 일입니다. 윗부분 오른쪽 사 곱하기 사 영역은 전부 검은색입니다. 그리고 아래쪽에는 행 오, 열 일에 검은 칸이 하나 더 있어요. 다른 칸은 모두 흰색입니다.</a:t>
            </a:r>
          </a:p>
          <a:p/>
          <a:p>
            <a:r>
              <a:t>처음 호출은 행 영, 열 영에서 시작하는 크기 여덟의 정사각형입니다. 코드에서는 x가 행, y가 열입니다. 그래프의 가로축과 세로축을 떠올리면 헷갈릴 수 있으니, 여기서는 행 r과 열 c라고 읽겠습니다. 호출의 세 숫자는 시작 행, 시작 열, 한 변의 길이입니다.</a:t>
            </a:r>
          </a:p>
          <a:p/>
          <a:p>
            <a:r>
              <a:t>전체에 영과 일이 함께 있으므로 첫 호출에서 한 글자만 반환할 수는 없습니다. 네 영역으로 나누어 자식 호출을 하게 됩니다. 나누는 순서는 좌상, 우상, 좌하, 우하입니다. 이 순서와 시작 좌표를 다음 장에서 먼저 고정한 뒤, 각 호출을 하나씩 실행하겠습니다.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1289927"/>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정사각형의 한 변은 여덟이고, 절반인 하프는 사입니다. 좌상은 시작 위치를 바꾸지 않고 행 영, 열 영에서 크기 사를 처리합니다. 우상은 열에 사를 더하니까 행 영, 열 사입니다. 좌하는 행에 사를 더해서 행 사, 열 영입니다. 우하는 둘 다 사를 더해 행 사, 열 사입니다.</a:t>
            </a:r>
          </a:p>
          <a:p/>
          <a:p>
            <a:r>
              <a:t>행에 하프를 더하면 아래쪽으로 이동하고, 열에 하프를 더하면 오른쪽으로 이동합니다. 영역을 별도 배열로 잘라 복사하는 것이 아니라, 같은 영상에서 시작 좌표와 크기를 바꾸는 호출이에요.</a:t>
            </a:r>
          </a:p>
          <a:p/>
          <a:p>
            <a:r>
              <a:t>부모는 우선 여는 괄호를 기록합니다. 자식 네 개의 문자열을 좌상, 우상, 좌하, 우하 순서대로 붙인 뒤 닫는 괄호를 기록하겠습니다. 아직 자식의 답을 모르므로 네 자리는 물음표입니다. 이제 첫 자식인 좌상 호출부터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1084973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자식은 좌상입니다. 주황색 테두리 안의 행 영부터 삼, 열 영부터 삼을 보세요. 열여섯 칸이 모두 영입니다. 기준값인 첫 칸도 영이고, 나머지를 검사해도 다른 색이 나오지 않습니다.</a:t>
            </a:r>
          </a:p>
          <a:p/>
          <a:p>
            <a:r>
              <a:t>따라서 이 호출은 더 작은 네 영역을 만들지 않습니다. 문자열 영 한 글자를 부모에게 반환하고 끝납니다. 크기 사인데 왜 영 한 개뿐인지 이해해야 해요. 한 글자가 한 픽셀을 뜻하는 것이 아니라, 지금 호출이 맡은 사 곱하기 사 영역 전체가 흰색이라는 뜻입니다.</a:t>
            </a:r>
          </a:p>
          <a:p/>
          <a:p>
            <a:r>
              <a:t>부모는 여는 괄호 뒤에 이 영을 붙입니다. 첫 자식 호출이 끝났으니 다음 자식인 우상을 실행하겠습니다. 재귀 호출은 네 개가 화면에서 동시에 달리는 것이 아니라 이 코드에서는 정해진 순서로 하나씩 끝납니다.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9632018"/>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자식은 행 영, 열 사에서 시작하는 크기 사 영역입니다. 오른쪽 위의 주황색 테두리를 보세요. 이 영역은 열여섯 칸이 모두 일입니다. 첫 칸을 기준으로 검사하면 다른 색이 없어요.</a:t>
            </a:r>
          </a:p>
          <a:p/>
          <a:p>
            <a:r>
              <a:t>이 호출은 문자열 일 한 글자를 반환합니다. 부모에게 돌아가면 좌상의 영 다음에 우상의 일을 붙입니다. 현재 부모가 모은 두 결과는 영, 일입니다. 이것이 위쪽 두 영역의 색을 정해진 순서로 기록한 것이죠.</a:t>
            </a:r>
          </a:p>
          <a:p/>
          <a:p>
            <a:r>
              <a:t>여기서 색 값을 작은 순서대로 정렬하는 것이 아닙니다. 일 다음에 영이 나오는 입력도 그대로 그 순서로 저장합니다. 저장 순서는 위치가 결정합니다. 따라서 다음에 처리할 부분은 왼쪽 아래입니다. 그 안에 검은 칸 하나가 있어서 앞의 두 영역과 다르게 더 나눠야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513865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자식은 행 사, 열 영에서 시작하는 크기 사 영역입니다. 이 영역 대부분은 흰색이지만 행 오, 열 일의 검은 칸이 포함되어 있습니다. 영과 일이 섞였으므로 영 한 글자로 반환하면 그 검은 칸을 잃게 됩니다.</a:t>
            </a:r>
          </a:p>
          <a:p/>
          <a:p>
            <a:r>
              <a:t>이 영역의 한 변도 절반으로 줄입니다. 하프는 이입니다. 좌하 호출 안에서 생기는 네 자식은 행 사 열 영, 행 사 열 이, 행 육 열 영, 행 육 열 이에서 시작하며, 크기는 모두 이입니다. 같은 규칙을 현재 영역에 다시 적용한 것입니다.</a:t>
            </a:r>
          </a:p>
          <a:p/>
          <a:p>
            <a:r>
              <a:t>원래 영상의 루트는 좌하 결과가 나올 때까지 기다립니다. 좌하 호출은 자기 결과의 여는 괄호를 만들고, 자신의 좌상부터 처리합니다. 재귀에서 부모가 기다린다는 것은 부모의 실행 위치와 임시 결과를 기억해 두었다가 자식이 반환하면 이어서 실행한다는 뜻입니다.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94303366"/>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그림은 전체 영상이 아니라, 방금 처리하던 왼쪽 아래의 사 곱하기 사 부분을 확대한 것입니다. 축의 행 번호가 사부터 칠이고 열 번호가 영부터 삼인 것을 확인해 주세요. 좌표는 확대해도 원래 영상의 좌표를 유지합니다.</a:t>
            </a:r>
          </a:p>
          <a:p/>
          <a:p>
            <a:r>
              <a:t>현재 영역을 십자선으로 나누면 크기 이인 네 부분이 됩니다. 첫 자식인 좌상의 이 곱하기 두만 영과 일이 섞여 있습니다. 그 시작 위치는 행 사, 열 영입니다. 나머지 세 부분은 전부 영인 것을 눈으로 확인할 수 있죠.</a:t>
            </a:r>
          </a:p>
          <a:p/>
          <a:p>
            <a:r>
              <a:t>하지만 코드는 먼저 첫 자식 호출을 끝내고 나서 나머지 세 호출을 합니다. 따라서 지금은 행 사, 열 영, 크기 이의 호출로 내려갑니다. 이 부분도 같은 색이 아니니까 다시 한 변을 절반으로 줄입니다. 이번에는 하프가 일이어서 각 자식이 픽셀 하나가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2517769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행 사부터 오, 열 영부터 일인 이 곱하기 이 영역을 확대했습니다. 윗줄은 영 영, 아랫줄은 영 일입니다. 한 변이 이인데 색이 섞여 있으니 크기 일인 네 자식으로 나눕니다.</a:t>
            </a:r>
          </a:p>
          <a:p/>
          <a:p>
            <a:r>
              <a:t>좌상은 행 사 열 영이라서 영이고, 우상은 행 사 열 일이라서 영입니다. 좌하는 행 오 열 영이라서 영이고, 우하는 행 오 열 일이라서 일입니다. 순서대로 읽으면 영, 영, 영, 일입니다.</a:t>
            </a:r>
          </a:p>
          <a:p/>
          <a:p>
            <a:r>
              <a:t>이 네 값은 네 칸의 원래 위치를 보존하는 순서입니다. 윗줄을 먼저 왼쪽부터 읽고, 그다음 아랫줄을 왼쪽부터 읽는다고 생각하면 이 작은 예제에서는 쉽습니다. 영역이 커져도 위치 순서는 똑같습니다. 이제 한 칸짜리 자식들이 어떻게 끝나고, 이 곱하기 이 부모에게 돌아오는지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8570105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칸짜리 영역은 그 한 칸의 값만 있습니다. 따라서 반드시 균일합니다. 영이면 영을 반환하고 일이면 일을 반환합니다. 크기를 다시 영으로 줄이는 재귀 호출은 만들지 않습니다.</a:t>
            </a:r>
          </a:p>
          <a:p/>
          <a:p>
            <a:r>
              <a:t>화면의 네 카드를 왼쪽부터 보겠습니다. 행 사 열 영의 호출은 영을 반환합니다. 다음 행 사 열 일도 영, 행 오 열 영도 영, 마지막 행 오 열 일은 일을 반환합니다. 각 호출이 끝난 뒤 부모인 이 곱하기 이 호출이 결과를 받습니다.</a:t>
            </a:r>
          </a:p>
          <a:p/>
          <a:p>
            <a:r>
              <a:t>여기서는 한 픽셀씩 내려온 네 부분의 색이 모두 결정되었습니다. 부모는 영 영 영 일 네 문자열을 순서대로 붙여야 합니다. 혼합 영역이어서 나누었다는 표시인 괄호도 함께 기록합니다. 다음 장에서 여는 괄호, 네 자식 결과, 닫는 괄호를 실제 문자열로 조립해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5678345"/>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곱하기 이 부모는 네 자식의 결과를 모두 받았습니다. 혼합된 영역이었으므로 여는 괄호를 기록하고, 영 영 영 일 네 문자열을 붙이고, 닫는 괄호로 마칩니다. 완성된 결과는 괄호 영 영 영 일 괄호입니다.</a:t>
            </a:r>
          </a:p>
          <a:p/>
          <a:p>
            <a:r>
              <a:t>괄호가 없다면 이 네 숫자가 한 영역의 네 자식인지, 서로 다른 여러 영역의 결과인지 알기 어렵습니다. 괄호는 이 부분이 다시 네 부분으로 나뉘었다는 구조를 기록합니다. 이 곱하기 두를 표현하는 여섯 글자가 생긴 것이죠.</a:t>
            </a:r>
          </a:p>
          <a:p/>
          <a:p>
            <a:r>
              <a:t>이 호출은 완성된 문자열을 한 단계 위인 좌하 사 곱하기 사 부모에게 반환합니다. 전체 영상의 루트에게 바로 보내는 것이 아닙니다. 반환 대상은 자신을 호출한 부모입니다. 이제 그 사 곱하기 사 부모는 첫 자식의 답을 얻었고, 나머지 세 자식을 처리하면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229460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사 곱하기 사 호출로 돌아왔습니다. 첫 자식의 결과인 괄호 영 영 영 일 괄호는 이미 구했습니다. 이번에는 나머지 세 자식을 순서대로 확인합니다.</a:t>
            </a:r>
          </a:p>
          <a:p/>
          <a:p>
            <a:r>
              <a:t>우상은 행 사, 열 이에서 시작하는 크기 이 영역입니다. 네 칸이 모두 영이므로 영을 반환합니다. 좌하는 행 육, 열 영의 크기 이 영역이고, 역시 네 칸이 모두 영입니다. 마지막 우하는 행 육, 열 이에서 시작하며 전부 영이라서 영을 반환합니다.</a:t>
            </a:r>
          </a:p>
          <a:p/>
          <a:p>
            <a:r>
              <a:t>이 영역들은 크기가 이라고 해서 한 칸까지 무조건 나누지 않습니다. 균일하다는 검사 결과가 나오는 순간 더 나누지 않고 끝냅니다. 이것이 쿼드 트리가 큰 단색 영역을 짧게 표현할 수 있는 이유입니다.</a:t>
            </a:r>
          </a:p>
          <a:p/>
          <a:p>
            <a:r>
              <a:t>이제 좌하 사 곱하기 사 부모가 받은 네 결과는 첫째가 괄호 영 영 영 일 괄호이고, 나머지가 영, 영, 영입니다. 다음 장에서 이 네 결과를 부모 자신의 괄호로 감싸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627473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사 곱하기 사 영역도 원래 색이 섞였으므로 자기 괄호가 필요합니다. 먼저 여는 괄호를 씁니다. 첫 자식의 완성된 문자열인 괄호 영 영 영 일 괄호를 통째로 붙입니다. 그 뒤에 우상, 좌하, 우하에서 받은 영을 세 번 붙이고 닫는 괄호를 기록합니다.</a:t>
            </a:r>
          </a:p>
          <a:p/>
          <a:p>
            <a:r>
              <a:t>그래서 완성된 문자열은 화면에 보이는 겹친 괄호가 됩니다. 가장 바깥의 한 쌍은 좌하 사 곱하기 사 영역이 나뉘었다는 뜻이고, 안쪽의 한 쌍은 그 안의 첫 이 곱하기 이 영역이 다시 나뉘었다는 뜻입니다. 겹친 괄호는 재귀 호출의 중첩을 그대로 나타냅니다.</a:t>
            </a:r>
          </a:p>
          <a:p/>
          <a:p>
            <a:r>
              <a:t>이 문자열을 전체 영상의 루트에게 반환합니다. 이제 루트는 좌상의 영, 우상의 일, 그리고 좌하의 긴 문자열까지 받은 상태입니다. 루트의 마지막 자식인 우하만 남았습니다. 계산을 마친 영역을 다시 검사하지 않고, 아직 처리하지 않은 마지막 영역으로 넘어갑니다.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7588624"/>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루트로 돌아왔습니다. 마지막 자식은 행 사, 열 사에서 시작하는 크기 사 영역입니다. 오른쪽 아래의 열여섯 칸을 확인해 주세요. 전부 영입니다.</a:t>
            </a:r>
          </a:p>
          <a:p/>
          <a:p>
            <a:r>
              <a:t>균일하므로 이 호출은 영 한 글자를 반환하고 끝납니다. 이제 루트의 네 자식 호출이 모두 끝났습니다. 왼쪽 위는 영, 오른쪽 위는 일, 왼쪽 아래는 겹친 괄호 문자열, 오른쪽 아래는 영입니다.</a:t>
            </a:r>
          </a:p>
          <a:p/>
          <a:p>
            <a:r>
              <a:t>앞의 왼쪽 아래를 자세히 처리하느라 오래 걸렸지만, 오른쪽 아래는 단색이라서 검사 후 바로 끝납니다. 같은 크기의 영역이어도 색의 모양에 따라 만들어지는 자식 수와 반환 문자열 길이가 달라집니다. 전체 결과를 조립한 다음 이 차이를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36202586"/>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루트가 받은 네 결과를 순서대로 붙이겠습니다. 왼쪽 위의 영, 오른쪽 위의 일, 왼쪽 아래의 겹친 괄호 문자열, 오른쪽 아래의 영입니다. 맨 앞에 루트의 여는 괄호를 쓰고, 맨 뒤에 닫는 괄호를 쓰면 화면의 결과가 완성됩니다.</a:t>
            </a:r>
          </a:p>
          <a:p/>
          <a:p>
            <a:r>
              <a:t>원래 그림은 팔 곱하기 팔 크기이므로 픽셀 값이 예순네 개입니다. 쿼드 트리 표현은 열여섯 글자입니다. 색을 나타내는 영과 일이 열 글자이고, 여는 괄호와 닫는 괄호가 각각 세 글자씩입니다. 색 기호가 원래 픽셀 예순네 개보다 적어도 픽셀을 버린 것은 아닙니다. 영이나 일 한 글자가 네 칸 또는 열여섯 칸짜리 단색 영역 전체를 나타냅니다.</a:t>
            </a:r>
          </a:p>
          <a:p/>
          <a:p>
            <a:r>
              <a:t>여기서는 문자 수를 비교한 것입니다. 실제 파일 크기는 픽셀을 비트로 저장하는 방법, 문자 인코딩, 영상 크기 정보에 따라서 달라집니다. 이 숫자만으로 파일이 정확히 네 배 압축되었다고 말하지는 않습니다. 다음 화면에서 이 기록을 재귀 트리로 보고, 다시 원래 그림을 복원하겠습니다.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64670549"/>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호출을 트리로 모았습니다. 맨 위의 루트는 전체 팔 곱하기 팔 영상입니다. 그 아래에 사 곱하기 사 자식 네 개가 있습니다. 좌상, 우상, 우하는 균일해서 각각 영, 일, 영으로 끝납니다. 좌하만 혼합이어서 이 곱하기 이 자식 네 개를 가집니다.</a:t>
            </a:r>
          </a:p>
          <a:p/>
          <a:p>
            <a:r>
              <a:t>그 좌하의 첫 자식만 다시 혼합이므로 한 칸짜리 자식 네 개를 가집니다. 그 네 값은 영 영 영 일입니다. 나머지 세 이 곱하기 이 영역은 영으로 끝납니다.</a:t>
            </a:r>
          </a:p>
          <a:p/>
          <a:p>
            <a:r>
              <a:t>나눈 노드는 세 개입니다. 루트, 좌하 사 곱하기 사, 그리고 그 안의 좌상 이 곱하기 두입니다. 끝난 리프는 열 개입니다. 전체 호출은 열세 개이죠. 모든 칸을 한 픽셀까지 나눴다면 훨씬 많은 노드가 생기지만, 이 예제는 큰 단색 영역에서 일찍 끝났습니다.</a:t>
            </a:r>
          </a:p>
          <a:p/>
          <a:p>
            <a:r>
              <a:t>괄호 한 쌍은 이 트리의 내부 노드 하나를 나타내고, 숫자 한 글자는 리프 하나를 나타냅니다. 따라서 내부 노드 세 개는 괄호 여섯 글자로, 리프 열 개는 숫자 열 글자로 표현되어 총 열여섯 글자가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80654176"/>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압축 결과만 가지고 원래 영상을 복원해 보겠습니다. 복원 함수는 현재 영역의 시작 행, 시작 열, 크기를 알고 있고, 문자열에서 다음에 읽을 위치도 기억합니다. 처음에는 전체 팔 곱하기 팔 영역과 문자열의 첫 글자입니다.</a:t>
            </a:r>
          </a:p>
          <a:p/>
          <a:p>
            <a:r>
              <a:t>첫 글자가 여는 괄호이므로 전체가 네 부분으로 나뉘었다는 뜻입니다. 영이나 일 한 글자를 전체에 칠하는 상황이 아닙니다. 반으로 줄인 크기 사와 네 위치를 계산하고, 좌상부터 자식 표현을 읽습니다.</a:t>
            </a:r>
          </a:p>
          <a:p/>
          <a:p>
            <a:r>
              <a:t>첫 자식의 다음 글자는 영입니다. 그러면 좌상 사 곱하기 사 영역 전체를 흰색으로 채웁니다. 두 번째 자식의 다음 글자는 일이니까 우상 전체를 검은색으로 채웁니다. 다음 세 번째 자식 앞에는 다시 여는 괄호가 보입니다. 이 괄호는 왼쪽 아래를 더 나누라는 뜻이므로, 같은 방법으로 한 단계 내려갑니다.</a:t>
            </a:r>
          </a:p>
          <a:p/>
          <a:p>
            <a:r>
              <a:t>여기서 한 글자를 읽는다는 것과 한 픽셀을 채운다는 것은 다릅니다. 영 하나를 읽어도 현재 영역이 크기 사면 열여섯 칸을 채웁니다. 원본의 크기와 정해진 자식 순서가 있기 때문에 가능한 복원입니다.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1547400"/>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사 곱하기 네의 표현을 읽는 중입니다. 이 표현의 첫 괄호는 크기 이인 네 자식을 만들어야 한다는 뜻입니다. 그런데 첫 자식의 표현도 괄호로 시작하죠. 그래서 좌하의 좌상 이 곱하기 두를 다시 크기 일인 네 칸으로 나눕니다.</a:t>
            </a:r>
          </a:p>
          <a:p/>
          <a:p>
            <a:r>
              <a:t>그 안의 네 숫자 영 영 영 일을 읽으면 행 사 열 영, 행 사 열 일, 행 오 열 영은 흰색이고 행 오 열 일은 검은색이 됩니다. 그 뒤 닫는 괄호를 읽으면 이 이 곱하기 이 영역의 자식 네 개를 다 읽었다는 뜻입니다.</a:t>
            </a:r>
          </a:p>
          <a:p/>
          <a:p>
            <a:r>
              <a:t>한 단계 위로 돌아와 다음 세 숫자 영 영 영을 읽습니다. 각각 좌하 사 곱하기 네의 우상, 좌하, 우하인 이 곱하기 이 영역 전체를 흰색으로 채웁니다. 마지막 닫는 괄호를 읽으면 좌하 사 곱하기 네의 복원이 끝납니다.</a:t>
            </a:r>
          </a:p>
          <a:p/>
          <a:p>
            <a:r>
              <a:t>문자열에 있는 괄호의 중첩과 재귀 함수가 내려갔다가 돌아오는 순서가 일치합니다. 괄호를 그냥 건너뛰거나 숫자만 한 줄로 읽으면 어느 크기의 영역에 색을 칠해야 하는지 잃게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3527429"/>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복원이 끝나면 전체 영상의 마지막 자식인 우하를 처리합니다. 다음 표현은 영 한 글자입니다. 현재 영역은 행 사, 열 사에서 시작하는 크기 사므로 오른쪽 아래 열여섯 칸을 흰색으로 채웁니다.</a:t>
            </a:r>
          </a:p>
          <a:p/>
          <a:p>
            <a:r>
              <a:t>이제 루트의 닫는 괄호를 읽습니다. 자식 네 개를 모두 복원했으니 전체 영상도 완성되었습니다. 오른쪽 위의 검은 사 곱하기 사 영역과 행 오 열 일의 검은 픽셀 하나가 처음 입력과 똑같이 돌아왔습니다.</a:t>
            </a:r>
          </a:p>
          <a:p/>
          <a:p>
            <a:r>
              <a:t>큰 단색 영역을 색 한 글자로 저장했지만 그 영역의 범위는 재귀 구조가 알려 주었습니다. 그래서 균일한 영역의 세부 픽셀을 각각 기록하지 않아도 원본을 정확히 복원할 수 있습니다. 이것이 이번 압축 예제가 정보를 잃지 않는 이유입니다.</a:t>
            </a:r>
          </a:p>
          <a:p/>
          <a:p>
            <a:r>
              <a:t>저장하는 쪽과 복원하는 쪽이 자식 순서를 다르게 사용하면 같은 문자열에서도 엉뚱한 위치가 칠해집니다. 왼쪽 위, 오른쪽 위, 왼쪽 아래, 오른쪽 아래라는 약속은 끝까지 같아야 합니다. 이제 입력 무늬에 따라 표현 길이가 어떻게 달라지는지도 비교해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0618216"/>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 표현은 큰 단색 영역이 많을 때 짧아집니다. 왼쪽의 사 곱하기 사 영상은 모두 흰색이므로 영 한 글자로 끝납니다. 오른쪽처럼 매 칸의 색이 번갈아 나오는 체커보드는 어떤 이 곱하기 두도 혼합입니다. 따라서 모든 픽셀까지 내려갑니다.</a:t>
            </a:r>
          </a:p>
          <a:p/>
          <a:p>
            <a:r>
              <a:t>사 곱하기 사 체커보드는 픽셀 리프 열여섯 개입니다. 내부 노드는 전체 루트 하나와 이 곱하기 이 노드 네 개, 합계 다섯 개입니다. 숫자 열여섯 글자에 내부 노드의 괄호 열 글자가 더해져 스물여섯 글자가 됩니다. 원래 픽셀 값 열여섯 개보다 오히려 긴 표현입니다.</a:t>
            </a:r>
          </a:p>
          <a:p/>
          <a:p>
            <a:r>
              <a:t>이번 예제처럼 넓은 단색 부분이 있다면 효과적이지만, 복잡한 무늬가 끝까지 섞이면 괄호 구조의 비용 때문에 이 방식이 불리할 수도 있습니다. 압축 알고리즘이라고 해서 모든 입력에서 반드시 크기가 줄어드는 것은 아닙니다.</a:t>
            </a:r>
          </a:p>
          <a:p/>
          <a:p>
            <a:r>
              <a:t>우리는 실제 파일 크기 대신 이 수업의 영, 일, 괄호 표현에서 문자 개수를 비교하고 있습니다. 다음 시간 분석에서도 트리의 깊이, 호출 수, 픽셀을 검사하는 횟수를 서로 구분하겠습니다.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2140103"/>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손으로 저장한 기록을 함수로 만들겠습니다. 함수 이름은 쿼드트리 컴프레스이고, 입력은 엑스, 와이, 엔, 이미지입니다. 여기서 엑스는 행 번호, 와이는 열 번호로 사용합니다. 수학 좌표의 가로 엑스라고 생각하면 헷갈리니 코드에서는 이미지의 행과 열이라는 뜻을 먼저 정합니다.</a:t>
            </a:r>
          </a:p>
          <a:p/>
          <a:p>
            <a:r>
              <a:t>예를 들어 화면에서 강조한 영역은 엑스가 영, 와이가 영, 엔이 이입니다. 영행 영열에서 시작하는 이 곱하기 이 영역을 맡습니다. 전체 이미지 객체는 모든 호출이 함께 읽습니다. 각 호출은 자기 시작 위치와 한 변의 길이를 받아 그 안의 칸들만 확인합니다.</a:t>
            </a:r>
          </a:p>
          <a:p/>
          <a:p>
            <a:r>
              <a:t>행 반복문의 끝이 엑스 더하기 엔인 이유를 보세요. 레인지는 끝값 바로 전까지 가므로 영에서 시작해 크기 이라면 영, 일행을 확인합니다. 열도 영, 일열입니다. 이미지 아이 제이의 색을 첫 칸의 색과 비교합니다. 강조한 네 칸 중에는 다른 색도 있으므로 이 영역은 섞여 있습니다.</a:t>
            </a:r>
          </a:p>
          <a:p/>
          <a:p>
            <a:r>
              <a:t>반대로 모든 칸이 첫 색과 같으면 색을 문자열로 바꾸어 반환하면 됩니다. 영은 흰색 영역의 기록이고 일은 검은색 영역의 기록입니다. 함수가 색 한 글자를 반환할 때도 자신이 맡은 영역 전체에 대한 답을 돌려주는 것입니다. 다음 페이지에서는 섞인 영역일 때 네 자식의 입력이 어떻게 바뀌는지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9818303"/>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영역이 섞여 있으면 한 변을 절반으로 줄입니다. 엔이 사라면 하프는 이입니다. 그러면 이 곱하기 이 자식 네 개가 생깁니다. 각 자식이 자기 영역의 기록을 반환하게 할 것입니다.</a:t>
            </a:r>
          </a:p>
          <a:p/>
          <a:p>
            <a:r>
              <a:t>첫 자식은 왼쪽 위입니다. 시작 행 엑스와 시작 열 와이는 그대로이고, 크기만 하프로 바뀝니다. 두 번째 오른쪽 위는 같은 행에서 열이 하프만큼 오른쪽으로 이동합니다. 그래서 엑스, 와이 더하기 하프가 됩니다.</a:t>
            </a:r>
          </a:p>
          <a:p/>
          <a:p>
            <a:r>
              <a:t>세 번째 왼쪽 아래는 행이 하프만큼 내려가고 열은 그대로입니다. 엑스 더하기 하프, 와이입니다. 네 번째 오른쪽 아래는 둘 다 이동해서 엑스 더하기 하프, 와이 더하기 하프가 됩니다. 화면의 같은 색 번호끼리 입력식과 영역이 연결됩니다.</a:t>
            </a:r>
          </a:p>
          <a:p/>
          <a:p>
            <a:r>
              <a:t>부모가 그 자식 영역을 한 칸씩 직접 저장하는 대신, 같은 함수를 그 영역의 입력으로 다시 부릅니다. 이것이 여기서 재귀 호출을 쓰는 이유입니다. 한 색인 자식은 색 하나를 바로 반환하고, 섞인 자식은 다시 네 조각으로 나눕니다. 부모는 자식이 보낸 기록 네 개를 왼쪽 위부터 순서대로 붙이고, 자신의 여는 괄호와 닫는 괄호로 묶습니다. 각 호출이 무엇을 맡는지만 분명히 하면 재귀 안에서도 같은 규칙이 계속 적용됩니다.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038172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함수의 흐름을 세 단계로 읽겠습니다. 처음 하는 일은 현재 영역의 색이 모두 같은지 검사하는 것입니다. 이 검사는 재귀 호출 전에 합니다. 지금 영역이 같은 색인지 알아야 더 나눌지 결정할 수 있기 때문입니다.</a:t>
            </a:r>
          </a:p>
          <a:p/>
          <a:p>
            <a:r>
              <a:t>색이 같다는 결과가 나오면 색 한 글자를 반환하고 이 호출을 끝냅니다. 이 경우는 자식 호출이 하나도 없습니다. 한 칸짜리 영역은 언제나 한 색이므로, 계속 나누더라도 한 칸에서 반드시 멈춥니다.</a:t>
            </a:r>
          </a:p>
          <a:p/>
          <a:p>
            <a:r>
              <a:t>색이 섞였다는 결과가 나오면 크기를 절반으로 하고 네 자식에게 각각 같은 함수를 호출합니다. 부모는 여는 괄호로 결과를 시작합니다. 왼쪽 위의 기록, 오른쪽 위의 기록, 왼쪽 아래의 기록, 오른쪽 아래의 기록을 받는 순서대로 붙입니다. 마지막에 닫는 괄호를 붙여 반환하면 지금 부모 영역의 기록이 완성됩니다.</a:t>
            </a:r>
          </a:p>
          <a:p/>
          <a:p>
            <a:r>
              <a:t>다음 페이지의 파이썬 전체 코드가 바로 이 흐름을 적은 것입니다. 처음의 이중 반복문은 색 검사, is_uniform이 참일 때의 리턴은 단색 반환, 뒤의 네 호출은 혼합 영역 분할입니다. 코드에서 함수가 또 자기 이름을 부른다고 새로운 규칙을 쓰는 것이 아닙니다. 자식도 지금 보고 있는 같은 세 단계를 자기 위치와 크기에 적용합니다. 이 흐름을 보면서 전체 코드의 해당 부분을 짚어 봅시다.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0535521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저장 결과의 길이와 코드를 실행하는 시간을 구분하겠습니다. 어떤 영역을 영 하나로 저장한다고 해서 검사도 한 칸만 하고 끝낼 수 있을까요? 첫 칸이 흰색이어도 다른 곳에 검은 칸이 있을 수 있으므로, 전부 흰색이라고 결론을 내리려면 그 영역의 모든 칸을 확인해야 합니다.</a:t>
            </a:r>
          </a:p>
          <a:p/>
          <a:p>
            <a:r>
              <a:t>왼쪽의 사 곱하기 사 단색 영역을 보세요. 결과는 영 한 글자지만 현재 코드의 검사 반복문은 열여섯 칸을 모두 읽습니다. 그래야 다른 색이 없다는 것을 알 수 있습니다. 검사 뒤에는 네 자식으로 내려가지 않고 바로 끝납니다.</a:t>
            </a:r>
          </a:p>
          <a:p/>
          <a:p>
            <a:r>
              <a:t>오른쪽 그림에는 둘째 칸에 검은색이 있습니다. 첫 칸의 흰색과 비교했을 때 색이 다르므로, 전체가 한 색이 아니라는 사실을 벌써 알았습니다. 뒤의 모든 칸을 확인하지 않고 반복문을 끝내도 됩니다. 현재 파이썬 코드는 이렇게 다른 색을 만나면 두 반복문을 빠져나옵니다. 다만 혼합이라고 확인했으니 네 자식의 기록을 만들기 위한 호출은 이어집니다.</a:t>
            </a:r>
          </a:p>
          <a:p/>
          <a:p>
            <a:r>
              <a:t>따라서 단색은 출력 기록이 짧고 분할도 없지만 처음 색 검사는 필요합니다. 혼합 영역은 검사에서 일찍 나갈 수 있어도 자식들의 처리가 남습니다. 시간 분석에서는 결과 몇 글자인지만 보지 말고, 어떤 영역에서 몇 칸을 검사하고 어떤 자식 호출을 하는지를 함께 봐야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47877885"/>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검사 시간의 상한을 세어 보겠습니다. 각 호출에서 현재 영역을 끝까지 검사한다고 가정합니다. 실제 코드는 다른 색을 찾으면 검사를 먼저 끝낼 수 있으므로, 이 계산은 검사량을 넉넉하게 세는 방법입니다.</a:t>
            </a:r>
          </a:p>
          <a:p/>
          <a:p>
            <a:r>
              <a:t>한 변이 여덟 칸이면 전체 크기는 팔 곱하기 팔이고, 픽셀은 예순네 개입니다. 맨 위 영역을 끝까지 검사하면 예순네 칸을 읽습니다. 한 번 나누면 사 곱하기 사인 영역 네 개가 됩니다. 영역 하나에 열여섯 칸씩 있으므로 네 영역을 합쳐도 예순네 칸입니다.</a:t>
            </a:r>
          </a:p>
          <a:p/>
          <a:p>
            <a:r>
              <a:t>그 아래는 이 곱하기 이인 영역이 최대 열여섯 개입니다. 각각 네 칸을 전부 읽으면 역시 예순네 칸입니다. 마지막은 한 칸짜리 영역이 최대 예순네 개이고, 각각 한 칸을 읽으므로 이 층도 최대 예순네 칸입니다.</a:t>
            </a:r>
          </a:p>
          <a:p/>
          <a:p>
            <a:r>
              <a:t>같은 층의 영역은 서로 겹치지 않습니다. 따라서 한 층의 검사량은 원래 전체 픽셀 수보다 많지 않습니다. 단색이어서 이미 끝난 영역은 다음 층에 나타나지 않으므로 실제 양은 더 줄 수 있습니다. 이제 이런 검사 층이 최대 몇 개 있는지 세겠습니다.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45085362"/>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상한은 이백십이 번 슬라이드의 검사 후 분할하는 코드를 분석한 값입니다. 각 영역의 검사를 끝까지 하는 경우로 넉넉하게 세되, 실제 코드는 다른 색을 찾으면 일찍 검사에서 나올 수 있다는 점을 먼저 확인하겠습니다.</a:t>
            </a:r>
          </a:p>
          <a:p/>
          <a:p>
            <a:r>
              <a:t>한 변의 길이는 팔, 사, 이, 일로 줄어듭니다. 이로 나누는 횟수가 세 번이므로 재귀 깊이는 삼입니다. 맨 위를 영 층으로 세면 검사하는 층은 영 층부터 삼 층까지, 최대 네 개입니다. 깊이와 층의 개수를 구분해 주세요.</a:t>
            </a:r>
          </a:p>
          <a:p/>
          <a:p>
            <a:r>
              <a:t>각 층에서 최대 예순네 칸을 읽으므로 이 예제의 검사 횟수 상한은 육십사 곱하기 사입니다. 결과는 이백오십육이므로 최대 이백오십육 번의 검사입니다. 깊이가 삼이라는 이유로 색 검사도 세 번만 하는 것은 아닙니다.</a:t>
            </a:r>
          </a:p>
          <a:p/>
          <a:p>
            <a:r>
              <a:t>한 변을 에스, 전체 픽셀 수를 대문자 엔이라고 쓰겠습니다. 전체 픽셀 수는 에스 제곱입니다. 한 층에서 최대 에스 제곱 칸을 검사하고, 검사하는 층은 밑이 이인 에스의 로그에 일을 더한 개수입니다. 따라서 한 변이 이 이상일 때 검사 시간의 상한은 빅오 에스 제곱 로그 에스입니다. 한 변이 일이면 한 칸만 읽고 끝납니다.</a:t>
            </a:r>
          </a:p>
          <a:p/>
          <a:p>
            <a:r>
              <a:t>이것은 모든 입력에서 정확히 그만큼 걸린다는 뜻은 아닙니다. 현재 코드의 조기 종료로 검사가 줄 수 있습니다. 문자열을 붙이는 비용도 이 상한 안에 포함할 수 있습니다. 바로 다음 화면에서 픽셀에서 위로 올라가며 자식 결과만 합치는 방식과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2177786"/>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지형의 엘오디입니다. 엘오디는 표현의 세밀함을 뜻합니다. 그림의 왼쪽 아래에 카메라가 있습니다. 카메라 근처는 작은 격자로 잘게 나누고, 멀리 떨어진 지형은 큰 격자로 나타냈습니다. 이 그림은 객체나 점이 많이 모인 곳을 나누는 그림과 기준이 다릅니다.</a:t>
            </a:r>
          </a:p>
          <a:p/>
          <a:p>
            <a:r>
              <a:t>가까운 지형은 화면에서 크게 보이므로 세밀한 형상이 중요합니다. 먼 지형은 화면에서 작게 보이므로 더 거친 표현을 쓸 수 있습니다. 이런 거리 기준을 화면에서 보이는 오차와 함께 사용해 필요한 세밀함을 정합니다. 쿼드 트리는 크기가 다른 지형 구역을 계층적으로 관리하는 데 활용할 수 있습니다.</a:t>
            </a:r>
          </a:p>
          <a:p/>
          <a:p>
            <a:r>
              <a:t>세 응용을 비교해 보세요. 이미지 압축은 색이 섞인 영역을 더 나눕니다. 충돌 감지는 한 영역에 객체가 많이 모이면 나눌 수 있습니다. 지형 엘오디는 카메라 거리나 화면에서 보이는 오차를 기준으로 더 세밀한 영역이 필요한지 판단합니다. 네 부분으로 나누는 구조는 비슷하지만, 언제 더 나누는지를 정하는 조건이 다릅니다.</a:t>
            </a:r>
          </a:p>
          <a:p/>
          <a:p>
            <a:r>
              <a:t>모든 엘오디가 쿼드 트리를 쓰는 것은 아닙니다. 또 카메라 거리에 따라 격자를 나누었다고 텍스처 해상도가 자동으로 바뀌는 것도 아닙니다. 필요한 세밀함을 판단하고 지형 표현을 선택하는 로직이 함께 필요합니다.</a:t>
            </a:r>
          </a:p>
          <a:p/>
          <a:p>
            <a:r>
              <a:t>[참고자료]</a:t>
            </a:r>
          </a:p>
          <a:p>
            <a:r>
              <a:t>NVIDIA GPU Gems 이, Chapter 이, Terrain Rendering Using GPU-Based Geometry Clipmaps: https://developer.nvidia.com/gpugems/gpugems2/part-아이-geometric-complexity/chapter-이-terrain-rendering-using-gpu-based-geometry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회사를 생각해 보겠습니다. 사장이 큰 일을 받으면 부장 네 명에게 작은 일을 나누어 줍니다. 부장들도 각자 직원 네 명에게 다시 나누어 줍니다. 그러면 사장 한 명, 부장 네 명, 직원 열여섯 명이 생깁니다. 한 사람을 재귀 함수의 호출 하나라고 생각하면 됩니다.</a:t>
            </a:r>
          </a:p>
          <a:p/>
          <a:p>
            <a:r>
              <a:t>우리가 알고 싶은 것은 회사 전체가 직접 처리한 작업량입니다. 사장 한 명의 일만 세거나, 직원 한 명이 지나온 경로만 세지 않습니다. 사장이 직접 한 일, 부장 네 명이 각각 직접 한 일, 직원 열여섯 명이 각각 직접 한 일을 모두 더합니다.</a:t>
            </a:r>
          </a:p>
          <a:p/>
          <a:p>
            <a:r>
              <a:t>여기서 직접 한 일은 부하에게 맡긴 일을 제외한 추가 작업입니다. 사장이 부하에게 일을 맡겼다고 해서 부하가 처리한 양을 사장의 직접 작업량에도 다시 넣으면 같은 일을 두 번 셉니다. 부하들의 전체 시간은 별도로 더하고, 사장의 추가 작업만 따로 더하는 것입니다.</a:t>
            </a:r>
          </a:p>
          <a:p/>
          <a:p>
            <a:r>
              <a:t>방법은 직급별로 묶어 더하는 것입니다. 한 직급의 인원 수에 한 사람이 직접 하는 일을 곱하면 그 직급 전체의 일이 나옵니다. 모든 직급의 합계를 더하면 전체 작업량입니다. 컴퓨터가 여러 호출을 동시에 실행한다는 뜻은 아닙니다. 지금은 실행 순서와 별개로 전체 일의 양을 세는 비유예요. 세 가지 경우를 숫자로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2208024"/>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모든 직급의 전체 일이 같은 경우입니다. 전체 입력 크기를 엔이라고 쓰고, 오늘 회사 예제에서는 열여섯 개의 일을 네 부분으로 계속 나눈다고 하겠습니다. 사장은 크기 십육을 받고, 부장 한 명은 크기 사를 받고, 맨 아래 직원 한 명은 크기 일을 받습니다.</a:t>
            </a:r>
          </a:p>
          <a:p/>
          <a:p>
            <a:r>
              <a:t>각 사람이 자기에게 온 입력 크기만큼 직접 일한다고 해 보겠습니다. 사장 한 명은 작업 열여섯 단위를 합니다. 부장은 네 명이고 각각 네 단위씩 하므로 사 곱하기 사, 합계 십육 단위입니다. 맨 아래 직원은 열여섯 명이고 각각 한 단위씩 하므로 십육 곱하기 일, 역시 십육 단위입니다.</a:t>
            </a:r>
          </a:p>
          <a:p/>
          <a:p>
            <a:r>
              <a:t>직급마다 열여섯 단위가 반복됩니다. 모두 더하면 십육 더하기 십육 더하기 십육, 합계 사십팔 단위입니다. 따라서 전체 일은 마흔여덟 단위이고, 이것은 한 직급의 열여섯 단위에 직급 세 개를 곱한 값입니다.</a:t>
            </a:r>
          </a:p>
          <a:p/>
          <a:p>
            <a:r>
              <a:t>입력이 커져도 한 직급 전체의 일은 엔에 비례합니다. 그런데 직급 수는 입력을 사로 계속 나누는 횟수에 따라 늘어납니다. 그 수가 로그 엔에 비례하므로 전체는 엔 로그 엔입니다. 병합 정렬은 부하를 두 명씩 두는 구조지만, 한 층의 일이 같다는 이유는 같습니다. 그림의 서류 더미는 일을 나타내는 비유이고, 정확한 계산은 왼쪽 표의 숫자로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1548454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직급 수에 왜 로그가 나오는지 별도로 계산하겠습니다. 회사 예제에서는 맡은 입력 크기를 사로 나눕니다. 십육 나누기 사는 사고, 사 나누기 사는 일입니다. 나눗셈은 두 번 했고, 사장, 부장, 직원으로 직급은 세 개입니다.</a:t>
            </a:r>
          </a:p>
          <a:p/>
          <a:p>
            <a:r>
              <a:t>밑이 사인 십육의 로그가 이라는 말은, 사를 몇 번 곱하면 십육이 되는지를 말합니다. 사의 이 제곱이 십육이므로 답은 이입니다. 같은 값을 십육에서 사로 몇 번 나누면 일이 되는지로 읽어도 됩니다.</a:t>
            </a:r>
          </a:p>
          <a:p/>
          <a:p>
            <a:r>
              <a:t>입력이 예순네 개면 육십사, 십육, 사, 일로 내려갑니다. 사로 나누는 횟수는 세 번이고, 직급은 네 개입니다. 입력이 열여섯 개에서 예순네 개로 네 배 커져도 직급은 하나만 늘었습니다.</a:t>
            </a:r>
          </a:p>
          <a:p/>
          <a:p>
            <a:r>
              <a:t>입력 크기가 엔이고 각 자식의 크기가 엔 나누기 사면, 나누는 횟수는 밑이 사인 엔의 로그입니다. 맨 위 직급도 포함하므로 직급 수는 거기에 일을 더합니다. 시간의 차수를 적을 때는 이 한 층의 차이를 따로 쓰지 않아도 로그 엔 차수입니다. 다음 두 경우에서도 직급 수는 같은데, 각 직급의 작업량이 달라집니다.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473364"/>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번째는 아래로 갈수록 전체 일이 많아지는 경우입니다. 회사 구조는 그대로입니다. 사장 한 명, 부장 네 명, 맨 아래 직원 열여섯 명이 있습니다. 이번에는 받은 입력이 크든 작든 각 사람이 직접 하는 추가 작업은 한 단위라고 하겠습니다.</a:t>
            </a:r>
          </a:p>
          <a:p/>
          <a:p>
            <a:r>
              <a:t>사장 직급의 합계는 한 단위입니다. 부장 직급은 네 명이 각각 한 단위씩 해서 네 단위입니다. 직원 직급은 열여섯 명이 각각 한 단위씩 해서 열여섯 단위입니다. 아래로 갈수록 인원이 네 배씩 늘기 때문에 직급 전체의 일도 네 배씩 늘어납니다.</a:t>
            </a:r>
          </a:p>
          <a:p/>
          <a:p>
            <a:r>
              <a:t>전체는 일 더하기 사 더하기 십육, 합계 이십일입니다. 작업은 스물한 단위입니다. 맨 아래 직원의 열여섯 단위만 보아도 전체의 규모를 거의 알 수 있습니다. 위의 직급까지 모두 더했지만, 열여섯 단위의 두 배에도 못 미칩니다.</a:t>
            </a:r>
          </a:p>
          <a:p/>
          <a:p>
            <a:r>
              <a:t>여기서 엔은 맨 아래에 남는 한 개짜리 일의 개수입니다. 맨 아래 직원 수가 엔 명이고, 각자 일정한 일을 하므로 전체는 엔 차수입니다. 직급 수가 로그 엔이라고 해서 엔에 로그를 곱하지 않습니다. 각 직급이 엔만큼 일하는 상황이 아니기 때문입니다. 그림에서 아래 직급을 강조한 이유가 이것입니다.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85996778"/>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아래에 일이 몰릴 때 왜 로그를 곱하지 않는지 한 번 더 보겠습니다. 입력 열여섯 개의 직급별 합계는 일, 사, 십육이었고, 전체는 이십일 단위였습니다. 입력 예순네 개라면 직급별 합계는 일, 사, 십육, 육십사입니다. 모두 더하면 팔십오 단위입니다.</a:t>
            </a:r>
          </a:p>
          <a:p/>
          <a:p>
            <a:r>
              <a:t>예순네 단위에 직급 네 개를 곱해 이백오십육이라고 하면 안 됩니다. 실제로 예순네 단위만큼 일한 직급은 맨 아래 하나뿐입니다. 그 위의 직급들은 열여섯 단위, 네 단위, 한 단위로 훨씬 적게 일했습니다.</a:t>
            </a:r>
          </a:p>
          <a:p/>
          <a:p>
            <a:r>
              <a:t>전체를 맨 아래부터 거꾸로 보면 더 쉽습니다. 맨 아래가 엔 단위이면, 바로 위는 엔의 사분의 일, 그 위는 십육분의 일입니다. 이처럼 계속 사분의 일로 줄어드는 양을 전부 더해도 엔의 두 배보다 작습니다. 반대로 맨 아래에서 이미 엔 단위를 했으므로 전체는 엔보다 작을 수 없습니다.</a:t>
            </a:r>
          </a:p>
          <a:p/>
          <a:p>
            <a:r>
              <a:t>즉 전체는 엔 이상, 이 엔 미만인 범위에 있습니다. 정확한 계수 대신 증가하는 차수를 적으면 세타 엔입니다. 입력이 네 배가 될 때 전체도 대략 네 배가 되는 것입니다. 맨 아래의 양과 전체의 양이 같은 차수라는 뜻이지, 사장과 부장의 일이 영이라는 뜻은 아닙니다.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41964792"/>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번째는 사장에게 일이 몰리는 경우입니다. 같은 회사에서 한 사람이 맡은 입력 크기의 제곱만큼 직접 일한다고 하겠습니다. 이중 반복문으로 자기 구간의 모든 쌍을 확인하는 계산이 한 예입니다. 이 일은 부하에게 맡긴 작업과 별도로 현재 사람이 직접 하는 일입니다.</a:t>
            </a:r>
          </a:p>
          <a:p/>
          <a:p>
            <a:r>
              <a:t>사장은 크기 십육을 받으므로 십육 곱하기 십육, 이백오십육 단위를 일합니다. 부장 한 명은 크기 사를 받으므로 사 곱하기 사, 십육 단위를 합니다. 부장 네 명을 합치면 육십사 단위입니다. 직원 열여섯 명은 크기 일이므로 한 단위씩, 모두 십육 단위입니다.</a:t>
            </a:r>
          </a:p>
          <a:p/>
          <a:p>
            <a:r>
              <a:t>직급별 합계는 이백오십육 단위, 예순네 단위, 열여섯 단위로 줄어듭니다. 모든 직급의 일을 더하면 삼백삼십육 단위입니다. 사장 혼자 한 이백오십육 단위의 두 배보다도 작습니다.</a:t>
            </a:r>
          </a:p>
          <a:p/>
          <a:p>
            <a:r>
              <a:t>입력 크기가 엔이면 사장의 일이 엔 제곱입니다. 그 아래 직급의 합계는 계속 사분의 일로 줄어듭니다. 아래의 일을 전부 더해도 사장의 일의 상수 배 안에 있으므로 전체는 엔 제곱 차수입니다. 직급이 여러 개라고 엔 제곱에 로그를 곱하지 않습니다. 같은 양이 매 직급에서 반복되지 않기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32040"/>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경우를 같은 표에서 비교하겠습니다. 회사의 인원 구조와 나누는 방식은 같습니다. 각 사람이 자기에게 온 크기의 문제를 부하 네 명에게 사분의 일씩 나누어 줍니다. 바뀐 것은 그 사람이 직접 하는 추가 작업입니다.</a:t>
            </a:r>
          </a:p>
          <a:p/>
          <a:p>
            <a:r>
              <a:t>첫 번째는 자기 입력 크기만큼 직접 일했습니다. 사람이 많아지는 효과와 한 사람의 일이 줄어드는 효과가 맞아서 직급별 합계가 같았습니다. 따라서 한 직급의 일에 직급 수를 곱했고, 엔 로그 엔이 나왔습니다.</a:t>
            </a:r>
          </a:p>
          <a:p/>
          <a:p>
            <a:r>
              <a:t>두 번째는 각 사람이 일정한 일만 했습니다. 아래로 내려갈수록 사람 수가 많아져서 맨 아래 직급의 일이 가장 컸습니다. 위의 직급까지 더해도 같은 차수여서 전체는 엔이었습니다.</a:t>
            </a:r>
          </a:p>
          <a:p/>
          <a:p>
            <a:r>
              <a:t>세 번째는 자기 입력 크기의 제곱만큼 일했습니다. 아래로 내려가며 한 사람의 일이 급격히 줄어들어 인원이 늘어나는 효과보다 더 컸습니다. 사장의 일이 가장 컸고, 전체도 엔 제곱이었습니다.</a:t>
            </a:r>
          </a:p>
          <a:p/>
          <a:p>
            <a:r>
              <a:t>같은 재귀 구조라고 같은 시간 복잡도가 나오지 않습니다. 먼저 각 호출이 자식 호출을 제외하고 직접 무엇을 하는지 확인해야 합니다. 마스터 정리는 이런 층별 합계를 일정한 모양의 시간식에서 빠르게 판정하는 정리입니다.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8535044"/>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회사 비유를 쿼드 트리에 연결하겠습니다. 이번에는 입력 크기를 한 변의 길이 에스로 쓰겠습니다. 픽셀 수는 에스 제곱입니다. 한 영역은 자식 네 개를 만들고, 각 자식의 한 변은 에스 나누기 이입니다. 따라서 자식 수는 사이지만, 한 변을 나누는 수는 이입니다. 앞의 회사 예제와 이 부분을 구분해 주세요.</a:t>
            </a:r>
          </a:p>
          <a:p/>
          <a:p>
            <a:r>
              <a:t>현재 피피티 코드처럼 각 영역을 다시 검사하는 방법부터 보겠습니다. 한 변이 엠인 호출은 최대 엠 제곱 칸을 읽습니다. 같은 층의 영역들이 차지하는 면적을 합하면 원래 에스 제곱이므로, 한 층에서 최대 에스 제곱 칸을 읽습니다. 이런 검사 층이 로그 에스 차수만큼 있으므로 상한은 에스 제곱 로그 에스입니다. 현재 코드는 다른 색을 찾으면 일찍 멈추기 때문에 이 상한이 모든 입력의 정확한 시간은 아닙니다.</a:t>
            </a:r>
          </a:p>
          <a:p/>
          <a:p>
            <a:r>
              <a:t>다른 방법은 픽셀에서 시작해 위로 올라오는 것입니다. 한 칸을 한 번 읽고, 부모는 자식 네 개의 결과만 확인합니다. 네 결과가 같은 단색이면 한 색으로 합치고, 다르면 네 자식을 연결한 노드를 만듭니다. 이처럼 노드를 만들거나 이미 얻은 네 결과를 비교하는 추가 작업이 일정한 시간인 구현을 말합니다.</a:t>
            </a:r>
          </a:p>
          <a:p/>
          <a:p>
            <a:r>
              <a:t>픽셀까지 모두 내려가는 완전한 사분 트리에는 리프가 에스 제곱 개입니다. 위의 모든 내부 노드를 합쳐도 전체 노드 수는 사 에스 제곱 마이너스 일을 삼으로 나눈 값입니다. 각 노드에서 일정한 일을 하면 전체는 세타 에스 제곱입니다. 바로 회사 비유에서 맨 아래 직원들이 일을 가장 많이 한 경우입니다.</a:t>
            </a:r>
          </a:p>
          <a:p/>
          <a:p>
            <a:r>
              <a:t>아래에서 위로 간다고 언제나 자동으로 이 시간이 되는 것은 아닙니다. 매 부모에서 영역 전체를 다시 훑거나 긴 문자열을 계속 복사하면 추가 비용이 생깁니다. 여기서는 픽셀을 한 번 읽고, 부모가 자식 네 개의 정보만 일정한 시간에 합치는 구현입니다. 같은 쿼드 트리라도 직접 하는 일이 다르면 시간식도 달라집니다.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83770923"/>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회사 설명을 기호로 적겠습니다. 티 엔은 크기 엔인 문제 하나를 끝까지 처리하는 전체 시간입니다. 사장이 직접 하는 일만 나타내는 값이 아닙니다. 부하들이 재귀적으로 수행한 시간과 사장의 추가 작업을 모두 포함합니다.</a:t>
            </a:r>
          </a:p>
          <a:p/>
          <a:p>
            <a:r>
              <a:t>에이는 현재 사람이 끝까지 처리시키는 작은 문제의 개수입니다. 부하 네 명에게 각각 맡기면 에이는 사입니다. 비는 각 작은 문제의 크기를 구할 때 나누는 수입니다. 크기 엔을 네 부분으로 나누면 비는 사입니다.</a:t>
            </a:r>
          </a:p>
          <a:p/>
          <a:p>
            <a:r>
              <a:t>에프 엔은 현재 사람의 직접 작업입니다. 부하가 자기 밑의 직원들과 한 일을 여기에 다시 넣지 않습니다. 부하 한 명의 전체 시간은 티 괄호 엔 나누기 비이고, 그런 부하가 에이 명 있으므로 그 시간을 에이 번 더합니다. 거기에 현재 사람의 에프 엔을 더한 것이 화면의 재귀식입니다.</a:t>
            </a:r>
          </a:p>
          <a:p/>
          <a:p>
            <a:r>
              <a:t>회사 예제는 에이가 사고 비도 사였습니다. 병합 정렬은 두 절반을 모두 정렬하므로 에이가 이, 비도 이입니다. 쿼드 트리를 한 변의 길이로 쓰면 자식은 네 개, 각 자식의 한 변은 절반이므로 에이가 사, 비는 이입니다. 자식 개수와 입력 크기를 나누는 수를 별개의 질문으로 읽어야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79889224"/>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맨 아래 직원 수가 왜 기준인지 계산하겠습니다. 입력 크기를 비로 계속 나누어 일이 되려면, 밑이 비인 엔의 로그만큼 내려갑니다. 한 번 내려갈 때마다 직원 수는 에이 배가 됩니다. 그러므로 마지막 직원 수는 에이를 그 깊이만큼 거듭제곱한 값입니다.</a:t>
            </a:r>
          </a:p>
          <a:p/>
          <a:p>
            <a:r>
              <a:t>이 수를 엔의 피 제곱이라고 쓰겠습니다. 피는 비의 피 제곱이 에이가 되게 하는 수입니다. 이것이 밑이 비인 에이의 로그라는 뜻입니다. 지금은 로그의 계산법보다 표의 쉬운 숫자를 먼저 보세요.</a:t>
            </a:r>
          </a:p>
          <a:p/>
          <a:p>
            <a:r>
              <a:t>회사에서는 네 명씩 늘고, 입력을 사로 나누었습니다. 사의 일 제곱이 사므로 피는 일입니다. 마지막 직원 수는 엔의 일 제곱, 즉 엔 명입니다.</a:t>
            </a:r>
          </a:p>
          <a:p/>
          <a:p>
            <a:r>
              <a:t>쿼드 트리에서는 한 변을 이로 나누고 자식이 네 개 생깁니다. 이의 이 제곱이 사므로 피는 이입니다. 한 변이 에스인 그림의 마지막 픽셀 수가 에스 제곱이라는 사실과 같습니다. 병합 정렬에서는 이의 일 제곱이 이므로 피가 일이고 리프가 엔 개입니다.</a:t>
            </a:r>
          </a:p>
          <a:p/>
          <a:p>
            <a:r>
              <a:t>맨 아래 호출 하나는 일정한 일을 하고 끝난다고 가정합니다. 그러면 맨 아래 전체 작업량도 직원 수에 비례해서 엔의 피 제곱입니다. 따라서 현재 사장의 추가 작업인 에프 엔을 이 기준과 비교하는 것입니다. 마지막 직원 수만 세는 것은 전체 호출 수를 이미 센 것과는 다르지만, 다음 표의 아래쪽이 지배하는 경우에는 둘이 같은 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9505317"/>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그림을 마스터 정리의 기본 표로 정리하겠습니다. 여기서는 현재 호출의 추가 작업이 엔의 디 제곱에 비례하는 경우를 다룹니다. 디는 추가 작업의 지수이고, 피는 맨 아래 직원 수를 나타내는 기준 지수입니다. 자식 개수와 줄어드는 비율은 입력이 커져도 고정되어 있고, 한 개짜리 입력은 일정한 시간에 끝난다고 가정합니다.</a:t>
            </a:r>
          </a:p>
          <a:p/>
          <a:p>
            <a:r>
              <a:t>디가 피보다 작으면 사장의 추가 작업보다 아래쪽의 일이 더 크게 늘어납니다. 회사의 상수 작업 예제는 디가 영이고 피가 일이었죠. 맨 아래 일이 전체 차수를 결정하므로 답은 엔의 피 제곱입니다.</a:t>
            </a:r>
          </a:p>
          <a:p/>
          <a:p>
            <a:r>
              <a:t>디와 피가 같으면 직급마다 비슷한 양을 일합니다. 회사의 선형 작업 예제는 둘 다 일이었습니다. 같은 양이 여러 층에 반복되므로 기준 비용에 로그 엔을 곱합니다.</a:t>
            </a:r>
          </a:p>
          <a:p/>
          <a:p>
            <a:r>
              <a:t>디가 피보다 크면 사장의 추가 작업이 더 크게 늘어납니다. 회사의 제곱 작업 예제는 디가 이, 피가 일이었죠. 아래의 양을 더해도 사장의 일의 상수 배이므로 답은 엔의 디 제곱입니다.</a:t>
            </a:r>
          </a:p>
          <a:p/>
          <a:p>
            <a:r>
              <a:t>세타는 전체가 같은 차수의 상한과 하한으로 묶인다는 뜻입니다. 이 표는 추가 작업이 일정한 거듭제곱에 비례하는 기본 경우의 표입니다. 다른 함수가 붙는 더 일반적인 식에서는 별도의 조건을 확인해야 합니다. 단순히 크기가 작다, 같다, 크다는 인상만으로 모든 재귀식에 적용하지는 않습니다.</a:t>
            </a:r>
          </a:p>
          <a:p/>
          <a:p>
            <a:r>
              <a:t>[참고자료]</a:t>
            </a:r>
          </a:p>
          <a:p>
            <a:r>
              <a:t>MIT 육.육, Recitation 삼, Master Theorem: https://ocw.mit.edu/courses/육-육-introduction-to-algorithms-spring-이천이십/1869dbf640ded6b31f1bd369d2001ef5_MIT6_006S20_r03.pdf</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40448564"/>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병합 정렬을 직접 대입해 보겠습니다. 왼쪽 절반과 오른쪽 절반을 모두 정렬하므로 에이는 이입니다. 각 입력 크기는 절반이므로 비도 이입니다. 현재 호출은 엔 개의 값을 병합하므로 추가 작업은 엔에 비례하고 디는 일입니다.</a:t>
            </a:r>
          </a:p>
          <a:p/>
          <a:p>
            <a:r>
              <a:t>기준 지수 피를 구합니다. 이의 일 제곱이 이므로 피도 일입니다. 디와 피가 같으니 각 층의 일이 비슷한 경우입니다. 따라서 엔의 일 제곱에 로그 엔을 곱해 세타 엔 로그 엔이 됩니다. 앞에서 직접 더했던 한 층의 엔 개 작업에 병합 층 수를 곱한 결과와 같습니다.</a:t>
            </a:r>
          </a:p>
          <a:p/>
          <a:p>
            <a:r>
              <a:t>이진 탐색도 비교해 보겠습니다. 가운데를 비교한 뒤 한쪽 절반만 계속 보므로 에이는 일이고 비는 이입니다. 현재 비교는 일정한 시간이므로 디는 영입니다. 이의 영 제곱이 일이므로 피도 영입니다. 디와 피가 같으니 엔의 영 제곱에 로그 엔을 곱하고, 엔의 영 제곱은 일이어서 전체는 세타 로그 엔입니다. 여기서는 배열을 복사하지 않고 경계 인덱스만 바꾸는 이진 탐색입니다.</a:t>
            </a:r>
          </a:p>
          <a:p/>
          <a:p>
            <a:r>
              <a:t>퀵 정렬에는 아무 입력에서나 같은 두 절반 식을 쓰면 안 됩니다. 피벗에 따라 왼쪽과 오른쪽의 크기가 달라집니다. 하나씩 줄어드는 재귀도 고정 비율로 나누는 식이 아니므로 이 표를 바로 쓰지 않습니다. 실제 코드에서 자식 수, 각 자식의 크기, 현재 함수의 직접 작업을 먼저 읽어야 합니다. 기호가 헷갈리면 회사의 직급별 작업량을 다시 떠올려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85571974"/>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 예제에서도 현재 영역이 단색인지 검사합니다. 단색이면 색종이 한 장으로 세고 끝납니다. 혼합이면 네 부분으로 나눠 각 자식의 조각 수를 셉니다. 쿼드 트리와 같은 분할 구조지만, 여기서는 저장 문자열 대신 흰 종이와 파란 종이의 수를 구합니다.</a:t>
            </a:r>
          </a:p>
          <a:p/>
          <a:p>
            <a:r>
              <a:t>사 곱하기 사인 종이가 전부 같은 색이라면 픽셀은 열여섯 개여도 종이는 한 장입니다. 다른 최종 영역에 속한 같은 색 픽셀은 서로 다른 종이 조각으로 셉니다. 픽셀 개수와 색종이 개수를 구분해 주세요.</a:t>
            </a:r>
          </a:p>
          <a:p/>
          <a:p>
            <a:r>
              <a:t>현재 코드의 시간에는 색을 확인하는 검사 비용이 포함됩니다. 전체가 같은 색이면 모든 칸을 읽고 바로 끝나므로 전체 픽셀 수에 비례합니다. 계속 나누면 부모에서 읽었던 칸을 자식에서도 다시 읽을 수 있습니다. 한 변을 에스라고 하면 전체 검사 모델의 상한은 빅오 에스 제곱 로그 에스입니다. 실제 코드는 다른 색을 만나면 일찍 멈추므로 이 상한보다 적게 검사할 수 있습니다.</a:t>
            </a:r>
          </a:p>
          <a:p/>
          <a:p>
            <a:r>
              <a:t>문제에서 한 변을 엔이라고 적었다면 같은 상한을 빅오 엔 제곱 로그 엔이라고 쓰게 됩니다. 시간식을 읽기 전에 입력 크기가 한 변인지 전체 픽셀 수인지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3746013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삼의 십일제곱을 칠로 나눈 나머지를 구하겠습니다. 삼을 열한 번 곱하는 대신 지수 십일을 절반으로 줄이는 호출을 하나 만듭니다. 십일은 오, 오는 이, 이는 일, 일은 영으로 줄어듭니다. 지수가 영이면 일의 나머지를 반환합니다.</a:t>
            </a:r>
          </a:p>
          <a:p/>
          <a:p>
            <a:r>
              <a:t>이제 반환하면서 계산합니다. 지수 일이던 호출은 하위 결과 일의 제곱에 삼을 한 번 더 곱해 삼이 됩니다. 지수 이에서는 하위 결과 삼을 제곱해 구가 되고 칠로 나눈 나머지는 이입니다. 지수 오는 하위 결과 이를 제곱한 뒤, 지수가 홀수이므로 삼을 한 번 더 곱합니다. 십이를 칠로 나눈 나머지는 오입니다.</a:t>
            </a:r>
          </a:p>
          <a:p/>
          <a:p>
            <a:r>
              <a:t>지수 십일에서는 하위 결과 오를 제곱합니다. 이십오를 칠로 나눈 나머지는 사고, 홀수이므로 다시 삼을 곱해 십이를 칠로 나눈 나머지 오가 됩니다. 그래서 최종 결과는 오입니다.</a:t>
            </a:r>
          </a:p>
          <a:p/>
          <a:p>
            <a:r>
              <a:t>매 호출은 절반 지수의 결과를 한 번만 구해 하프에 저장합니다. 같은 재귀 호출을 두 번 써서 절반 제곱을 각각 구하지 않습니다. 저장한 숫자를 자기 자신과 곱하는 것이 이 방법의 핵심입니다. 다음 장에서 이 호출 수가 왜 로그 지수에 비례하는지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808463"/>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빠른 거듭제곱에서 입력 크기는 배열 길이가 아니라 지수 비입니다. 비가 십일이면 십일, 오, 이, 일, 영으로 줄어들어서 호출이 다섯 번 생깁니다. 지수를 두 배로 키워도 대략 한 단계만 더 내려갑니다.</a:t>
            </a:r>
          </a:p>
          <a:p/>
          <a:p>
            <a:r>
              <a:t>각 호출은 절반 지수의 결과를 한 번 구해 하프에 저장합니다. 저장한 값을 자기 자신과 곱하고, 지수가 홀수일 때만 에이를 한 번 더 곱합니다. 따라서 각 반환 단계의 곱셈은 한 번 또는 두 번입니다. 한 호출의 추가 작업은 일정하고 호출은 한 갈래로만 이어집니다. 단계 수가 로그 비에 비례하므로 전체 곱셈 횟수도 로그 비 차수입니다.</a:t>
            </a:r>
          </a:p>
          <a:p/>
          <a:p>
            <a:r>
              <a:t>절반 지수의 재귀 호출을 곱셈 양쪽에 각각 써 버리면 같은 문제를 두 번 풉니다. 그러면 호출 수가 아래로 퍼지고, 지금의 로그 시간 분석을 그대로 사용할 수 없습니다. 한 번 구한 하프를 재사용한다는 조건이 중요합니다.</a:t>
            </a:r>
          </a:p>
          <a:p/>
          <a:p>
            <a:r>
              <a:t>여기서는 주어진 범위의 정수 곱셈과 나머지 계산을 일정한 시간의 기본 연산으로 셉니다. 무한히 큰 정수의 자릿수까지 따지는 분석은 별개입니다. 씨 언어에서는 중간 곱셈이 자료형 범위를 넘지 않는지도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07304339"/>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 문제를 작은 부분으로 나누고, 각 부분을 재귀로 푼 뒤 답을 구성했습니다. 병합 정렬은 이미 정렬된 두 줄의 앞에서 작은 값을 골라 합쳤고, 퀵 정렬은 피벗의 자리를 확정한 뒤 그 왼쪽과 오른쪽을 다시 정렬했습니다. 최대 구간 합에서는 왼쪽과 오른쪽의 답만 비교하면 중앙을 걸친 구간을 놓칠 수 있어서 세 경우를 모두 확인했어요. 쿼드 트리는 같은 색인 큰 영역은 한 글자로 끝내고, 색이 섞인 영역만 네 부분으로 나눴습니다. 결과의 괄호 구조와 자식 순서를 이용해 원본도 다시 복원했습니다. 시간 복잡도는 한 호출의 비용과 호출이 쌓이는 구조를 함께 보았습니다. 정렬의 두 반복문이 중첩되어 보인다고 무조건 제곱은 아니고, 트리의 깊이가 로그라고 모든 픽셀 검사 비용이 로그인 것도 아닙니다. 색종이 예제에서는 픽셀 수와 조각 수를 구분했고, 빠른 거듭제곱에서는 절반 지수의 결과를 한 번만 구해 재사용했습니다. 종료 조건과 입력 단위까지 확인해서 각 알고리즘을 코드와 연결해 설명해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검사 후 나누는 코드와 자식 결과를 합치는 코드를 비교하겠습니다. 왼쪽은 이백십이 번 코드입니다. 현재 영역을 읽어 같은 색인지 확인하고, 섞였을 때 자식 네 개로 내려갑니다. 부모가 읽은 픽셀을 자식도 다시 읽을 수 있습니다. 한 층의 검사량 상한이 에스 제곱이고, 층이 로그 에스만큼 있으므로 최악 시간의 상한은 에스 제곱 로그 에스입니다.</a:t>
            </a:r>
          </a:p>
          <a:p/>
          <a:p>
            <a:r>
              <a:t>오른쪽은 픽셀에서 결과를 위로 합치는 방식입니다. 먼저 한 칸까지 내려가서 각 픽셀을 한 번 읽습니다. 부모는 자식 네 개가 같은 단색인지 확인합니다. 같으면 색 하나를 반환하고, 다르면 네 자식의 노드를 연결한 부모를 반환합니다. 현재 영역을 다시 처음부터 끝까지 훑지 않습니다.</a:t>
            </a:r>
          </a:p>
          <a:p/>
          <a:p>
            <a:r>
              <a:t>한 변이 에스이면 리프가 에스 제곱 개입니다. 완전한 사분 트리의 모든 노드를 세어도 사 에스 제곱 마이너스 일을 삼으로 나눈 값이므로 에스 제곱 차수입니다. 노드 하나의 추가 작업이 일정한 시간이면 전체도 세타 에스 제곱입니다. 마지막 결과를 한 번 순회해 문자열로 만드는 비용도 노드 수에 비례합니다.</a:t>
            </a:r>
          </a:p>
          <a:p/>
          <a:p>
            <a:r>
              <a:t>단색 영역이 많은 그림에서는 기존 방법이 단색을 확인한 뒤 더 작은 재귀 호출을 만들지 않습니다. 다만 단색인지 확인하려면 그 영역의 칸은 모두 읽어야 합니다. 상향식은 모든 픽셀을 한 번씩 읽고 부모를 합칩니다. 전체가 단색일 때는 두 방식 모두 픽셀 수에 비례하는 시간입니다. 어느 방식이 항상 더 빠르다고 단정하기보다 반복 검사와 호출 수를 함께 보세요.</a:t>
            </a:r>
          </a:p>
          <a:p/>
          <a:p>
            <a:r>
              <a:t>상향식 구현은 색 정보와 자식 노드를 반환하고, 부모가 네 결과를 합치는 규칙을 추가해야 합니다. 매 부모에서 긴 문자열을 새로 복사하는 구현은 지금의 일정한 시간 결합 가정과 다릅니다. 뒤의 회사 비유에서 두 방식의 층별 작업량을 나란히 세겠습니다.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2177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Ch04Layout" Type="http://schemas.openxmlformats.org/officeDocument/2006/relationships/slideLayout" Target="../slideLayouts/slideLayout1.xml"/><Relationship Id="rIdCh04Notes"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Type="http://schemas.openxmlformats.org/officeDocument/2006/relationships/image" Target="../media/ch04-image.png" Id="R2beb2a7b059d4e99"/><Relationship Id="rIdCh04Layout" Type="http://schemas.openxmlformats.org/officeDocument/2006/relationships/slideLayout" Target="../slideLayouts/slideLayout1.xml"/><Relationship Id="rIdCh04Notes"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Type="http://schemas.openxmlformats.org/officeDocument/2006/relationships/image" Target="../media/ch04-image2.png" Id="Rd2f896db14a74a85"/><Relationship Id="rIdCh04Layout" Type="http://schemas.openxmlformats.org/officeDocument/2006/relationships/slideLayout" Target="../slideLayouts/slideLayout2.xml"/><Relationship Id="rIdCh04Notes"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Type="http://schemas.openxmlformats.org/officeDocument/2006/relationships/image" Target="../media/ch04-image3.png" Id="R5dd80e8f8cdb4bc0"/><Relationship Id="rIdCh04Layout" Type="http://schemas.openxmlformats.org/officeDocument/2006/relationships/slideLayout" Target="../slideLayouts/slideLayout2.xml"/><Relationship Id="rIdCh04Notes"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Type="http://schemas.openxmlformats.org/officeDocument/2006/relationships/image" Target="../media/ch04-image4.png" Id="Rcdab30992a084fc8"/><Relationship Id="rIdCh04Layout" Type="http://schemas.openxmlformats.org/officeDocument/2006/relationships/slideLayout" Target="../slideLayouts/slideLayout2.xml"/><Relationship Id="rIdCh04Notes"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1.xml"/><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Ch04Layout" Type="http://schemas.openxmlformats.org/officeDocument/2006/relationships/slideLayout" Target="../slideLayouts/slideLayout1.xml"/><Relationship Id="rIdCh04Notes"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9.xml"/><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Ch04Layout" Type="http://schemas.openxmlformats.org/officeDocument/2006/relationships/slideLayout" Target="../slideLayouts/slideLayout2.xml"/><Relationship Id="rIdCh04Notes" Type="http://schemas.openxmlformats.org/officeDocument/2006/relationships/notesSlide" Target="../notesSlides/notesSlide24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FDE2B204-A8C4-415D-A9B2-2E7DA160472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B5720B97-D417-43E3-B432-825EAB86E95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7033CB-C2CE-435E-A1D1-10B6598DB4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line-0">
            <a:extLst>
              <a:ext uri="{FF2B5EF4-FFF2-40B4-BE49-F238E27FC236}">
                <a16:creationId xmlns:a16="http://schemas.microsoft.com/office/drawing/2014/main" id="{F3DC994D-7F8E-4953-8758-7C4BBE5BC4A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0A2ABC8-8874-4346-B355-A20FC162AE2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B0B10CD-8612-49B8-8D8C-F0647B4B2FB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7" name="topic-0">
            <a:extLst>
              <a:ext uri="{FF2B5EF4-FFF2-40B4-BE49-F238E27FC236}">
                <a16:creationId xmlns:a16="http://schemas.microsoft.com/office/drawing/2014/main" id="{E69CFAC5-AD94-4079-988B-759E474B866D}"/>
              </a:ext>
            </a:extLst>
          </p:cNvPr>
          <p:cNvSpPr>
            <a:spLocks noGrp="1"/>
          </p:cNvSpPr>
          <p:nvPr/>
        </p:nvSpPr>
        <p:spPr>
          <a:xfrm>
            <a:off x="7048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8" name="topic-1">
            <a:extLst>
              <a:ext uri="{FF2B5EF4-FFF2-40B4-BE49-F238E27FC236}">
                <a16:creationId xmlns:a16="http://schemas.microsoft.com/office/drawing/2014/main" id="{6FA0596A-4788-45CF-ADEB-DB1ED5B15695}"/>
              </a:ext>
            </a:extLst>
          </p:cNvPr>
          <p:cNvSpPr>
            <a:spLocks noGrp="1"/>
          </p:cNvSpPr>
          <p:nvPr/>
        </p:nvSpPr>
        <p:spPr>
          <a:xfrm>
            <a:off x="7048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9" name="topic-2">
            <a:extLst>
              <a:ext uri="{FF2B5EF4-FFF2-40B4-BE49-F238E27FC236}">
                <a16:creationId xmlns:a16="http://schemas.microsoft.com/office/drawing/2014/main" id="{5887EC83-A158-45F7-B420-2D6773115FDD}"/>
              </a:ext>
            </a:extLst>
          </p:cNvPr>
          <p:cNvSpPr>
            <a:spLocks noGrp="1"/>
          </p:cNvSpPr>
          <p:nvPr/>
        </p:nvSpPr>
        <p:spPr>
          <a:xfrm>
            <a:off x="7048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0" name="topic-3">
            <a:extLst>
              <a:ext uri="{FF2B5EF4-FFF2-40B4-BE49-F238E27FC236}">
                <a16:creationId xmlns:a16="http://schemas.microsoft.com/office/drawing/2014/main" id="{CD0172D5-D276-4655-83F8-464F34564578}"/>
              </a:ext>
            </a:extLst>
          </p:cNvPr>
          <p:cNvSpPr>
            <a:spLocks noGrp="1"/>
          </p:cNvSpPr>
          <p:nvPr/>
        </p:nvSpPr>
        <p:spPr>
          <a:xfrm>
            <a:off x="704850" y="49339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1" name="topic-4">
            <a:extLst>
              <a:ext uri="{FF2B5EF4-FFF2-40B4-BE49-F238E27FC236}">
                <a16:creationId xmlns:a16="http://schemas.microsoft.com/office/drawing/2014/main" id="{886CBB1C-2D23-4201-9ADD-881FDBF952F0}"/>
              </a:ext>
            </a:extLst>
          </p:cNvPr>
          <p:cNvSpPr>
            <a:spLocks noGrp="1"/>
          </p:cNvSpPr>
          <p:nvPr/>
        </p:nvSpPr>
        <p:spPr>
          <a:xfrm>
            <a:off x="63436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쿼드 트리</a:t>
            </a:r>
          </a:p>
        </p:txBody>
      </p:sp>
      <p:sp>
        <p:nvSpPr>
          <p:cNvPr id="12" name="topic-5">
            <a:extLst>
              <a:ext uri="{FF2B5EF4-FFF2-40B4-BE49-F238E27FC236}">
                <a16:creationId xmlns:a16="http://schemas.microsoft.com/office/drawing/2014/main" id="{627F95CC-37DC-47A3-9CB4-0316697FDCF5}"/>
              </a:ext>
            </a:extLst>
          </p:cNvPr>
          <p:cNvSpPr>
            <a:spLocks noGrp="1"/>
          </p:cNvSpPr>
          <p:nvPr/>
        </p:nvSpPr>
        <p:spPr>
          <a:xfrm>
            <a:off x="63436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마스터 정리</a:t>
            </a:r>
          </a:p>
        </p:txBody>
      </p:sp>
      <p:sp>
        <p:nvSpPr>
          <p:cNvPr id="13" name="topic-6">
            <a:extLst>
              <a:ext uri="{FF2B5EF4-FFF2-40B4-BE49-F238E27FC236}">
                <a16:creationId xmlns:a16="http://schemas.microsoft.com/office/drawing/2014/main" id="{CA50BF67-B06A-4562-B7C0-A42C30490F00}"/>
              </a:ext>
            </a:extLst>
          </p:cNvPr>
          <p:cNvSpPr>
            <a:spLocks noGrp="1"/>
          </p:cNvSpPr>
          <p:nvPr/>
        </p:nvSpPr>
        <p:spPr>
          <a:xfrm>
            <a:off x="63436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코딩 테스트 예제</a:t>
            </a:r>
          </a:p>
        </p:txBody>
      </p:sp>
    </p:spTree>
    <p:extLst>
      <p:ext uri="{BB962C8B-B14F-4D97-AF65-F5344CB8AC3E}">
        <p14:creationId xmlns:p14="http://schemas.microsoft.com/office/powerpoint/2010/main" val="3714556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1108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F2ACB09-E994-4D70-8010-8D0DD2CECFF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BE2F985-8C78-42B6-A0D3-9E0E97D7F7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845ED82-8BE6-4D82-8B37-77022FCDB27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한 장까지 나누고 합치기</a:t>
            </a:r>
          </a:p>
        </p:txBody>
      </p:sp>
      <p:sp>
        <p:nvSpPr>
          <p:cNvPr id="4" name="rule-0">
            <a:extLst>
              <a:ext uri="{FF2B5EF4-FFF2-40B4-BE49-F238E27FC236}">
                <a16:creationId xmlns:a16="http://schemas.microsoft.com/office/drawing/2014/main" id="{FE13EFCE-1341-4AA4-9B30-15FF09CFC44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4BF50CD-C0E7-4CEA-8833-A0DAD3EA3DB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E7373DC-B55E-4413-9E04-690B805939F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3E289E6-70D7-4652-B020-9E71B95E335A}"/>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 [8, 3, 6, 2, 7, 1, 5, 4] → 출력: [1, 2, 3, 4, 5, 6, 7, 8]</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작은 문제의 정렬 결과를 받아, 두 줄의 맨 앞에서 작은 값을 골라 붙입니다.</a:t>
            </a:r>
          </a:p>
        </p:txBody>
      </p:sp>
      <p:pic>
        <p:nvPicPr>
          <p:cNvPr id="8" name="그림 7">
            <a:extLst>
              <a:ext uri="{FF2B5EF4-FFF2-40B4-BE49-F238E27FC236}">
                <a16:creationId xmlns:a16="http://schemas.microsoft.com/office/drawing/2014/main" id="{7C774EBE-7962-4923-9000-66DD34A178AE}"/>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B8750BB0-3E8A-4C02-A733-B81EFF435B4F}"/>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한 장은 이미 정렬된 상태입니다. 정렬된 두 결과를 병합해 더 큰 결과를 만듭니다.</a:t>
            </a:r>
          </a:p>
        </p:txBody>
      </p:sp>
    </p:spTree>
    <p:extLst>
      <p:ext uri="{BB962C8B-B14F-4D97-AF65-F5344CB8AC3E}">
        <p14:creationId xmlns:p14="http://schemas.microsoft.com/office/powerpoint/2010/main" val="361699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9A170E74-DE3E-4B5F-A2D8-58E430A68A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365515C-BF4F-414D-A539-55F3353763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AAD9688-5B64-4227-82F6-6424F9D1F75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병합의 비교: 고른 쪽의 포인터만 이동</a:t>
            </a:r>
          </a:p>
        </p:txBody>
      </p:sp>
      <p:sp>
        <p:nvSpPr>
          <p:cNvPr id="4" name="rule-1">
            <a:extLst>
              <a:ext uri="{FF2B5EF4-FFF2-40B4-BE49-F238E27FC236}">
                <a16:creationId xmlns:a16="http://schemas.microsoft.com/office/drawing/2014/main" id="{EA3D9DBC-BF28-4499-8A07-215066FCD0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614292A-4D69-4721-BD23-E95E9D9FBD8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8E1EF2-1868-45C3-8232-29307E81F20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CE76077-226F-4E79-BDE0-760A0D802A22}"/>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왼쪽 [3, 8]과 오른쪽 [2, 6]은 이미 정렬되어 있습니다. 맨 앞의 3과 2를 비교합니다.</a:t>
            </a:r>
          </a:p>
        </p:txBody>
      </p:sp>
      <p:pic>
        <p:nvPicPr>
          <p:cNvPr id="8" name="그림 7">
            <a:extLst>
              <a:ext uri="{FF2B5EF4-FFF2-40B4-BE49-F238E27FC236}">
                <a16:creationId xmlns:a16="http://schemas.microsoft.com/office/drawing/2014/main" id="{70BE4733-FE7C-4C34-AB0A-CCAD360F7646}"/>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26244368-C9BC-4965-8A23-117069EDFBE6}"/>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2를 꺼내면 j만 앞으로 이동합니다. i는 아직 사용하지 않은 3을 계속 가리킵니다.</a:t>
            </a:r>
          </a:p>
        </p:txBody>
      </p:sp>
    </p:spTree>
    <p:extLst>
      <p:ext uri="{BB962C8B-B14F-4D97-AF65-F5344CB8AC3E}">
        <p14:creationId xmlns:p14="http://schemas.microsoft.com/office/powerpoint/2010/main" val="1559474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7AFE49E-55FA-4B49-83A6-95E5C25C806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EA79B38-419D-4E72-9330-7E866BF3B3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788C38A-24AF-45D5-9866-7DA42A5BCA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한쪽을 다 쓰면 남은 값을 붙입니다</a:t>
            </a:r>
          </a:p>
        </p:txBody>
      </p:sp>
      <p:sp>
        <p:nvSpPr>
          <p:cNvPr id="4" name="rule-2">
            <a:extLst>
              <a:ext uri="{FF2B5EF4-FFF2-40B4-BE49-F238E27FC236}">
                <a16:creationId xmlns:a16="http://schemas.microsoft.com/office/drawing/2014/main" id="{2F84AE41-141F-4E28-8484-AED04FDD9C4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2A3111D-9055-44F2-A96A-CDC66A925B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91F5143-D273-46BB-8A3A-A9C4A1649C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F06FA162-A73D-422C-97B0-1A9E5E1E42AB}"/>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현재 결과는 [2, 3, 6]입니다. 오른쪽은 비었고, 왼쪽에는 8만 남았습니다.</a:t>
            </a:r>
          </a:p>
        </p:txBody>
      </p:sp>
      <p:pic>
        <p:nvPicPr>
          <p:cNvPr id="8" name="그림 7">
            <a:extLst>
              <a:ext uri="{FF2B5EF4-FFF2-40B4-BE49-F238E27FC236}">
                <a16:creationId xmlns:a16="http://schemas.microsoft.com/office/drawing/2014/main" id="{0D36416D-65ED-4F0F-91FA-5AAD44F3254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1AD9088B-34F4-48AB-A75E-5486D6298E01}"/>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비어 있는 쪽에서는 값을 읽지 않습니다. 남은 쪽의 값을 순서대로 결과에 붙입니다.</a:t>
            </a:r>
          </a:p>
        </p:txBody>
      </p:sp>
    </p:spTree>
    <p:extLst>
      <p:ext uri="{BB962C8B-B14F-4D97-AF65-F5344CB8AC3E}">
        <p14:creationId xmlns:p14="http://schemas.microsoft.com/office/powerpoint/2010/main" val="37032113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699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box-0">
            <a:extLst>
              <a:ext uri="{FF2B5EF4-FFF2-40B4-BE49-F238E27FC236}">
                <a16:creationId xmlns:a16="http://schemas.microsoft.com/office/drawing/2014/main" id="{38884161-424A-406E-9A19-500E7443990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
            <a:extLst>
              <a:ext uri="{FF2B5EF4-FFF2-40B4-BE49-F238E27FC236}">
                <a16:creationId xmlns:a16="http://schemas.microsoft.com/office/drawing/2014/main" id="{D081E8A2-B282-4AA9-BB84-F8282233B3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
            <a:extLst>
              <a:ext uri="{FF2B5EF4-FFF2-40B4-BE49-F238E27FC236}">
                <a16:creationId xmlns:a16="http://schemas.microsoft.com/office/drawing/2014/main" id="{5EEC55D2-D99B-4CD2-B619-B8E8AEFD41C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값 8개를 결과에 8번 넣습니다</a:t>
            </a:r>
          </a:p>
        </p:txBody>
      </p:sp>
      <p:sp>
        <p:nvSpPr>
          <p:cNvPr id="4" name="box-3">
            <a:extLst>
              <a:ext uri="{FF2B5EF4-FFF2-40B4-BE49-F238E27FC236}">
                <a16:creationId xmlns:a16="http://schemas.microsoft.com/office/drawing/2014/main" id="{D78E70BB-4D1F-4BE9-A684-392F9034C4FD}"/>
              </a:ext>
            </a:extLst>
          </p:cNvPr>
          <p:cNvSpPr>
            <a:spLocks noGrp="1"/>
          </p:cNvSpPr>
          <p:nvPr/>
        </p:nvSpPr>
        <p:spPr>
          <a:xfrm>
            <a:off x="609600" y="1381125"/>
            <a:ext cx="10972800" cy="9525"/>
          </a:xfrm>
          <a:prstGeom prst="rect">
            <a:avLst/>
          </a:prstGeom>
          <a:solidFill>
            <a:srgbClr val="151515"/>
          </a:solidFill>
          <a:ln w="0">
            <a:noFill/>
          </a:ln>
        </p:spPr>
      </p:sp>
      <p:sp>
        <p:nvSpPr>
          <p:cNvPr id="5" name="box-4">
            <a:extLst>
              <a:ext uri="{FF2B5EF4-FFF2-40B4-BE49-F238E27FC236}">
                <a16:creationId xmlns:a16="http://schemas.microsoft.com/office/drawing/2014/main" id="{9B188760-D0BE-49CC-ADDE-D1A225FD8AB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155C2C9-4E16-441C-AA8F-64544A32C3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50</a:t>
            </a:r>
            <a:endParaRPr sz="1050" b="0">
              <a:solidFill>
                <a:srgbClr val="151515"/>
              </a:solidFill>
              <a:latin typeface="Consolas"/>
              <a:ea typeface="Consolas"/>
              <a:cs typeface="Consolas"/>
            </a:endParaRPr>
          </a:p>
        </p:txBody>
      </p:sp>
      <p:sp>
        <p:nvSpPr>
          <p:cNvPr id="7" name="box-6">
            <a:extLst>
              <a:ext uri="{FF2B5EF4-FFF2-40B4-BE49-F238E27FC236}">
                <a16:creationId xmlns:a16="http://schemas.microsoft.com/office/drawing/2014/main" id="{54E7F5A1-B56B-4C83-93B0-0D3AD31CB560}"/>
              </a:ext>
            </a:extLst>
          </p:cNvPr>
          <p:cNvSpPr>
            <a:spLocks noGrp="1"/>
          </p:cNvSpPr>
          <p:nvPr/>
        </p:nvSpPr>
        <p:spPr>
          <a:xfrm>
            <a:off x="609600" y="1752600"/>
            <a:ext cx="10972800" cy="40005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이미 정렬된 두 입력</a:t>
            </a:r>
          </a:p>
        </p:txBody>
      </p:sp>
      <p:sp>
        <p:nvSpPr>
          <p:cNvPr id="8" name="box-7">
            <a:extLst>
              <a:ext uri="{FF2B5EF4-FFF2-40B4-BE49-F238E27FC236}">
                <a16:creationId xmlns:a16="http://schemas.microsoft.com/office/drawing/2014/main" id="{8BE91775-D8CC-424B-8E36-DA486AA61FBC}"/>
              </a:ext>
            </a:extLst>
          </p:cNvPr>
          <p:cNvSpPr>
            <a:spLocks noGrp="1"/>
          </p:cNvSpPr>
          <p:nvPr/>
        </p:nvSpPr>
        <p:spPr>
          <a:xfrm>
            <a:off x="2514600" y="2324100"/>
            <a:ext cx="723900" cy="723900"/>
          </a:xfrm>
          <a:prstGeom prst="rect">
            <a:avLst/>
          </a:prstGeom>
          <a:solidFill>
            <a:srgbClr val="EEF5F8"/>
          </a:solidFill>
          <a:ln w="9525">
            <a:solidFill>
              <a:srgbClr val="146995"/>
            </a:solidFill>
          </a:ln>
        </p:spPr>
      </p:sp>
      <p:sp>
        <p:nvSpPr>
          <p:cNvPr id="9" name="box-8">
            <a:extLst>
              <a:ext uri="{FF2B5EF4-FFF2-40B4-BE49-F238E27FC236}">
                <a16:creationId xmlns:a16="http://schemas.microsoft.com/office/drawing/2014/main" id="{686EB5C4-0073-4E26-A332-5179D2F0B5BA}"/>
              </a:ext>
            </a:extLst>
          </p:cNvPr>
          <p:cNvSpPr>
            <a:spLocks noGrp="1"/>
          </p:cNvSpPr>
          <p:nvPr/>
        </p:nvSpPr>
        <p:spPr>
          <a:xfrm>
            <a:off x="25146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0" name="box-9">
            <a:extLst>
              <a:ext uri="{FF2B5EF4-FFF2-40B4-BE49-F238E27FC236}">
                <a16:creationId xmlns:a16="http://schemas.microsoft.com/office/drawing/2014/main" id="{1CE1BCAE-1053-4A17-895B-C68AA4482418}"/>
              </a:ext>
            </a:extLst>
          </p:cNvPr>
          <p:cNvSpPr>
            <a:spLocks noGrp="1"/>
          </p:cNvSpPr>
          <p:nvPr/>
        </p:nvSpPr>
        <p:spPr>
          <a:xfrm>
            <a:off x="3238500" y="2324100"/>
            <a:ext cx="723900" cy="723900"/>
          </a:xfrm>
          <a:prstGeom prst="rect">
            <a:avLst/>
          </a:prstGeom>
          <a:solidFill>
            <a:srgbClr val="EEF5F8"/>
          </a:solidFill>
          <a:ln w="9525">
            <a:solidFill>
              <a:srgbClr val="146995"/>
            </a:solidFill>
          </a:ln>
        </p:spPr>
      </p:sp>
      <p:sp>
        <p:nvSpPr>
          <p:cNvPr id="11" name="box-10">
            <a:extLst>
              <a:ext uri="{FF2B5EF4-FFF2-40B4-BE49-F238E27FC236}">
                <a16:creationId xmlns:a16="http://schemas.microsoft.com/office/drawing/2014/main" id="{7344B736-2762-4C7E-9766-1735A3CEE44C}"/>
              </a:ext>
            </a:extLst>
          </p:cNvPr>
          <p:cNvSpPr>
            <a:spLocks noGrp="1"/>
          </p:cNvSpPr>
          <p:nvPr/>
        </p:nvSpPr>
        <p:spPr>
          <a:xfrm>
            <a:off x="32385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2" name="box-11">
            <a:extLst>
              <a:ext uri="{FF2B5EF4-FFF2-40B4-BE49-F238E27FC236}">
                <a16:creationId xmlns:a16="http://schemas.microsoft.com/office/drawing/2014/main" id="{02780A2B-CD90-4C8E-AEE4-1A89518633F2}"/>
              </a:ext>
            </a:extLst>
          </p:cNvPr>
          <p:cNvSpPr>
            <a:spLocks noGrp="1"/>
          </p:cNvSpPr>
          <p:nvPr/>
        </p:nvSpPr>
        <p:spPr>
          <a:xfrm>
            <a:off x="3962400" y="2324100"/>
            <a:ext cx="723900" cy="723900"/>
          </a:xfrm>
          <a:prstGeom prst="rect">
            <a:avLst/>
          </a:prstGeom>
          <a:solidFill>
            <a:srgbClr val="EEF5F8"/>
          </a:solidFill>
          <a:ln w="9525">
            <a:solidFill>
              <a:srgbClr val="146995"/>
            </a:solidFill>
          </a:ln>
        </p:spPr>
      </p:sp>
      <p:sp>
        <p:nvSpPr>
          <p:cNvPr id="13" name="box-12">
            <a:extLst>
              <a:ext uri="{FF2B5EF4-FFF2-40B4-BE49-F238E27FC236}">
                <a16:creationId xmlns:a16="http://schemas.microsoft.com/office/drawing/2014/main" id="{09D392ED-A3AA-4E0C-91A0-A0DB21DB27D3}"/>
              </a:ext>
            </a:extLst>
          </p:cNvPr>
          <p:cNvSpPr>
            <a:spLocks noGrp="1"/>
          </p:cNvSpPr>
          <p:nvPr/>
        </p:nvSpPr>
        <p:spPr>
          <a:xfrm>
            <a:off x="39624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4" name="box-13">
            <a:extLst>
              <a:ext uri="{FF2B5EF4-FFF2-40B4-BE49-F238E27FC236}">
                <a16:creationId xmlns:a16="http://schemas.microsoft.com/office/drawing/2014/main" id="{A9B44708-6FCA-429C-94E5-8BC65AA30844}"/>
              </a:ext>
            </a:extLst>
          </p:cNvPr>
          <p:cNvSpPr>
            <a:spLocks noGrp="1"/>
          </p:cNvSpPr>
          <p:nvPr/>
        </p:nvSpPr>
        <p:spPr>
          <a:xfrm>
            <a:off x="4686300" y="2324100"/>
            <a:ext cx="723900" cy="723900"/>
          </a:xfrm>
          <a:prstGeom prst="rect">
            <a:avLst/>
          </a:prstGeom>
          <a:solidFill>
            <a:srgbClr val="EEF5F8"/>
          </a:solidFill>
          <a:ln w="9525">
            <a:solidFill>
              <a:srgbClr val="146995"/>
            </a:solidFill>
          </a:ln>
        </p:spPr>
      </p:sp>
      <p:sp>
        <p:nvSpPr>
          <p:cNvPr id="15" name="box-14">
            <a:extLst>
              <a:ext uri="{FF2B5EF4-FFF2-40B4-BE49-F238E27FC236}">
                <a16:creationId xmlns:a16="http://schemas.microsoft.com/office/drawing/2014/main" id="{8C3098DB-12D1-4123-BDB2-A86EC954CB1E}"/>
              </a:ext>
            </a:extLst>
          </p:cNvPr>
          <p:cNvSpPr>
            <a:spLocks noGrp="1"/>
          </p:cNvSpPr>
          <p:nvPr/>
        </p:nvSpPr>
        <p:spPr>
          <a:xfrm>
            <a:off x="46863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6" name="box-15">
            <a:extLst>
              <a:ext uri="{FF2B5EF4-FFF2-40B4-BE49-F238E27FC236}">
                <a16:creationId xmlns:a16="http://schemas.microsoft.com/office/drawing/2014/main" id="{17FAFADB-B1EE-4750-A871-391EC70195BD}"/>
              </a:ext>
            </a:extLst>
          </p:cNvPr>
          <p:cNvSpPr>
            <a:spLocks noGrp="1"/>
          </p:cNvSpPr>
          <p:nvPr/>
        </p:nvSpPr>
        <p:spPr>
          <a:xfrm>
            <a:off x="5695950" y="2324100"/>
            <a:ext cx="723900" cy="723900"/>
          </a:xfrm>
          <a:prstGeom prst="rect">
            <a:avLst/>
          </a:prstGeom>
          <a:solidFill>
            <a:srgbClr val="EEF5F8"/>
          </a:solidFill>
          <a:ln w="9525">
            <a:solidFill>
              <a:srgbClr val="146995"/>
            </a:solidFill>
          </a:ln>
        </p:spPr>
      </p:sp>
      <p:sp>
        <p:nvSpPr>
          <p:cNvPr id="17" name="box-16">
            <a:extLst>
              <a:ext uri="{FF2B5EF4-FFF2-40B4-BE49-F238E27FC236}">
                <a16:creationId xmlns:a16="http://schemas.microsoft.com/office/drawing/2014/main" id="{294A3186-9C2A-46DC-9531-95BB62DCD3BE}"/>
              </a:ext>
            </a:extLst>
          </p:cNvPr>
          <p:cNvSpPr>
            <a:spLocks noGrp="1"/>
          </p:cNvSpPr>
          <p:nvPr/>
        </p:nvSpPr>
        <p:spPr>
          <a:xfrm>
            <a:off x="56959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17">
            <a:extLst>
              <a:ext uri="{FF2B5EF4-FFF2-40B4-BE49-F238E27FC236}">
                <a16:creationId xmlns:a16="http://schemas.microsoft.com/office/drawing/2014/main" id="{1B31212B-1F0A-4011-A842-27F9AAC2B9A3}"/>
              </a:ext>
            </a:extLst>
          </p:cNvPr>
          <p:cNvSpPr>
            <a:spLocks noGrp="1"/>
          </p:cNvSpPr>
          <p:nvPr/>
        </p:nvSpPr>
        <p:spPr>
          <a:xfrm>
            <a:off x="6419850" y="2324100"/>
            <a:ext cx="723900" cy="723900"/>
          </a:xfrm>
          <a:prstGeom prst="rect">
            <a:avLst/>
          </a:prstGeom>
          <a:solidFill>
            <a:srgbClr val="EEF5F8"/>
          </a:solidFill>
          <a:ln w="9525">
            <a:solidFill>
              <a:srgbClr val="146995"/>
            </a:solidFill>
          </a:ln>
        </p:spPr>
      </p:sp>
      <p:sp>
        <p:nvSpPr>
          <p:cNvPr id="19" name="box-18">
            <a:extLst>
              <a:ext uri="{FF2B5EF4-FFF2-40B4-BE49-F238E27FC236}">
                <a16:creationId xmlns:a16="http://schemas.microsoft.com/office/drawing/2014/main" id="{276072AF-EF83-4C7C-BB40-C7597ACB9393}"/>
              </a:ext>
            </a:extLst>
          </p:cNvPr>
          <p:cNvSpPr>
            <a:spLocks noGrp="1"/>
          </p:cNvSpPr>
          <p:nvPr/>
        </p:nvSpPr>
        <p:spPr>
          <a:xfrm>
            <a:off x="64198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0" name="box-19">
            <a:extLst>
              <a:ext uri="{FF2B5EF4-FFF2-40B4-BE49-F238E27FC236}">
                <a16:creationId xmlns:a16="http://schemas.microsoft.com/office/drawing/2014/main" id="{AB89C00A-AA9C-4593-B566-ED078969B15E}"/>
              </a:ext>
            </a:extLst>
          </p:cNvPr>
          <p:cNvSpPr>
            <a:spLocks noGrp="1"/>
          </p:cNvSpPr>
          <p:nvPr/>
        </p:nvSpPr>
        <p:spPr>
          <a:xfrm>
            <a:off x="7143750" y="2324100"/>
            <a:ext cx="723900" cy="723900"/>
          </a:xfrm>
          <a:prstGeom prst="rect">
            <a:avLst/>
          </a:prstGeom>
          <a:solidFill>
            <a:srgbClr val="EEF5F8"/>
          </a:solidFill>
          <a:ln w="9525">
            <a:solidFill>
              <a:srgbClr val="146995"/>
            </a:solidFill>
          </a:ln>
        </p:spPr>
      </p:sp>
      <p:sp>
        <p:nvSpPr>
          <p:cNvPr id="21" name="box-20">
            <a:extLst>
              <a:ext uri="{FF2B5EF4-FFF2-40B4-BE49-F238E27FC236}">
                <a16:creationId xmlns:a16="http://schemas.microsoft.com/office/drawing/2014/main" id="{BCED3ED9-E57B-4415-B8EB-1ED538DE8558}"/>
              </a:ext>
            </a:extLst>
          </p:cNvPr>
          <p:cNvSpPr>
            <a:spLocks noGrp="1"/>
          </p:cNvSpPr>
          <p:nvPr/>
        </p:nvSpPr>
        <p:spPr>
          <a:xfrm>
            <a:off x="71437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2" name="box-21">
            <a:extLst>
              <a:ext uri="{FF2B5EF4-FFF2-40B4-BE49-F238E27FC236}">
                <a16:creationId xmlns:a16="http://schemas.microsoft.com/office/drawing/2014/main" id="{5A757E16-8DDE-48F6-B715-DCF2827E57E4}"/>
              </a:ext>
            </a:extLst>
          </p:cNvPr>
          <p:cNvSpPr>
            <a:spLocks noGrp="1"/>
          </p:cNvSpPr>
          <p:nvPr/>
        </p:nvSpPr>
        <p:spPr>
          <a:xfrm>
            <a:off x="7867650" y="2324100"/>
            <a:ext cx="723900" cy="723900"/>
          </a:xfrm>
          <a:prstGeom prst="rect">
            <a:avLst/>
          </a:prstGeom>
          <a:solidFill>
            <a:srgbClr val="EEF5F8"/>
          </a:solidFill>
          <a:ln w="9525">
            <a:solidFill>
              <a:srgbClr val="146995"/>
            </a:solidFill>
          </a:ln>
        </p:spPr>
      </p:sp>
      <p:sp>
        <p:nvSpPr>
          <p:cNvPr id="23" name="box-22">
            <a:extLst>
              <a:ext uri="{FF2B5EF4-FFF2-40B4-BE49-F238E27FC236}">
                <a16:creationId xmlns:a16="http://schemas.microsoft.com/office/drawing/2014/main" id="{2B309B33-43AC-40AE-8511-6CBB1EBA93FB}"/>
              </a:ext>
            </a:extLst>
          </p:cNvPr>
          <p:cNvSpPr>
            <a:spLocks noGrp="1"/>
          </p:cNvSpPr>
          <p:nvPr/>
        </p:nvSpPr>
        <p:spPr>
          <a:xfrm>
            <a:off x="78676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4" name="box-23">
            <a:extLst>
              <a:ext uri="{FF2B5EF4-FFF2-40B4-BE49-F238E27FC236}">
                <a16:creationId xmlns:a16="http://schemas.microsoft.com/office/drawing/2014/main" id="{D8B7A59E-98A3-4CCE-895B-A7BB80F0040B}"/>
              </a:ext>
            </a:extLst>
          </p:cNvPr>
          <p:cNvSpPr>
            <a:spLocks noGrp="1"/>
          </p:cNvSpPr>
          <p:nvPr/>
        </p:nvSpPr>
        <p:spPr>
          <a:xfrm>
            <a:off x="609600" y="3238500"/>
            <a:ext cx="10972800" cy="409575"/>
          </a:xfrm>
          <a:prstGeom prst="rect">
            <a:avLst/>
          </a:prstGeom>
          <a:noFill/>
          <a:ln w="0">
            <a:noFill/>
          </a:ln>
        </p:spPr>
        <p:txBody>
          <a:bodyPr wrap="none" lIns="0" tIns="0" rIns="0" bIns="0" anchor="t">
            <a:noAutofit/>
          </a:bodyPr>
          <a:lstStyle>
            <a:defPPr algn="ctr">
              <a:defRPr sz="2100" b="0">
                <a:solidFill>
                  <a:srgbClr val="151515"/>
                </a:solidFill>
                <a:latin typeface="Malgun Gothic"/>
                <a:ea typeface="Malgun Gothic"/>
                <a:cs typeface="Malgun Gothic"/>
              </a:defRPr>
            </a:defPPr>
          </a:lstStyle>
          <a:p>
            <a:pPr algn="ctr">
              <a:lnSpc>
                <a:spcPct val="112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두 줄에서 작은 값부터 하나씩 선택</a:t>
            </a:r>
          </a:p>
        </p:txBody>
      </p:sp>
      <p:sp>
        <p:nvSpPr>
          <p:cNvPr id="25" name="box-24">
            <a:extLst>
              <a:ext uri="{FF2B5EF4-FFF2-40B4-BE49-F238E27FC236}">
                <a16:creationId xmlns:a16="http://schemas.microsoft.com/office/drawing/2014/main" id="{A4162A1E-6C31-4F1B-B0C0-70F44CFF2AAB}"/>
              </a:ext>
            </a:extLst>
          </p:cNvPr>
          <p:cNvSpPr>
            <a:spLocks noGrp="1"/>
          </p:cNvSpPr>
          <p:nvPr/>
        </p:nvSpPr>
        <p:spPr>
          <a:xfrm>
            <a:off x="609600" y="4229100"/>
            <a:ext cx="152400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결과</a:t>
            </a:r>
          </a:p>
        </p:txBody>
      </p:sp>
      <p:sp>
        <p:nvSpPr>
          <p:cNvPr id="26" name="box-25">
            <a:extLst>
              <a:ext uri="{FF2B5EF4-FFF2-40B4-BE49-F238E27FC236}">
                <a16:creationId xmlns:a16="http://schemas.microsoft.com/office/drawing/2014/main" id="{7774EDE5-B042-445A-AB1E-56C47E6452A3}"/>
              </a:ext>
            </a:extLst>
          </p:cNvPr>
          <p:cNvSpPr>
            <a:spLocks noGrp="1"/>
          </p:cNvSpPr>
          <p:nvPr/>
        </p:nvSpPr>
        <p:spPr>
          <a:xfrm>
            <a:off x="2514600" y="4086225"/>
            <a:ext cx="723900" cy="723900"/>
          </a:xfrm>
          <a:prstGeom prst="rect">
            <a:avLst/>
          </a:prstGeom>
          <a:solidFill>
            <a:srgbClr val="EEF5F8"/>
          </a:solidFill>
          <a:ln w="9525">
            <a:solidFill>
              <a:srgbClr val="146995"/>
            </a:solidFill>
          </a:ln>
        </p:spPr>
      </p:sp>
      <p:sp>
        <p:nvSpPr>
          <p:cNvPr id="27" name="box-26">
            <a:extLst>
              <a:ext uri="{FF2B5EF4-FFF2-40B4-BE49-F238E27FC236}">
                <a16:creationId xmlns:a16="http://schemas.microsoft.com/office/drawing/2014/main" id="{31A07089-2725-4A6C-BAB7-CE9A8534D68F}"/>
              </a:ext>
            </a:extLst>
          </p:cNvPr>
          <p:cNvSpPr>
            <a:spLocks noGrp="1"/>
          </p:cNvSpPr>
          <p:nvPr/>
        </p:nvSpPr>
        <p:spPr>
          <a:xfrm>
            <a:off x="25146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8" name="box-27">
            <a:extLst>
              <a:ext uri="{FF2B5EF4-FFF2-40B4-BE49-F238E27FC236}">
                <a16:creationId xmlns:a16="http://schemas.microsoft.com/office/drawing/2014/main" id="{82E2FD12-7919-4779-B916-7E2A6721D4CD}"/>
              </a:ext>
            </a:extLst>
          </p:cNvPr>
          <p:cNvSpPr>
            <a:spLocks noGrp="1"/>
          </p:cNvSpPr>
          <p:nvPr/>
        </p:nvSpPr>
        <p:spPr>
          <a:xfrm>
            <a:off x="3238500" y="4086225"/>
            <a:ext cx="723900" cy="723900"/>
          </a:xfrm>
          <a:prstGeom prst="rect">
            <a:avLst/>
          </a:prstGeom>
          <a:solidFill>
            <a:srgbClr val="EEF5F8"/>
          </a:solidFill>
          <a:ln w="9525">
            <a:solidFill>
              <a:srgbClr val="146995"/>
            </a:solidFill>
          </a:ln>
        </p:spPr>
      </p:sp>
      <p:sp>
        <p:nvSpPr>
          <p:cNvPr id="29" name="box-28">
            <a:extLst>
              <a:ext uri="{FF2B5EF4-FFF2-40B4-BE49-F238E27FC236}">
                <a16:creationId xmlns:a16="http://schemas.microsoft.com/office/drawing/2014/main" id="{EDE5E2FA-7ABC-41D5-A2DC-6A4C4086CDE9}"/>
              </a:ext>
            </a:extLst>
          </p:cNvPr>
          <p:cNvSpPr>
            <a:spLocks noGrp="1"/>
          </p:cNvSpPr>
          <p:nvPr/>
        </p:nvSpPr>
        <p:spPr>
          <a:xfrm>
            <a:off x="32385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30" name="box-29">
            <a:extLst>
              <a:ext uri="{FF2B5EF4-FFF2-40B4-BE49-F238E27FC236}">
                <a16:creationId xmlns:a16="http://schemas.microsoft.com/office/drawing/2014/main" id="{69AECF3D-B87A-44B1-B2CA-55171DDD3174}"/>
              </a:ext>
            </a:extLst>
          </p:cNvPr>
          <p:cNvSpPr>
            <a:spLocks noGrp="1"/>
          </p:cNvSpPr>
          <p:nvPr/>
        </p:nvSpPr>
        <p:spPr>
          <a:xfrm>
            <a:off x="3962400" y="4086225"/>
            <a:ext cx="723900" cy="723900"/>
          </a:xfrm>
          <a:prstGeom prst="rect">
            <a:avLst/>
          </a:prstGeom>
          <a:solidFill>
            <a:srgbClr val="EEF5F8"/>
          </a:solidFill>
          <a:ln w="9525">
            <a:solidFill>
              <a:srgbClr val="146995"/>
            </a:solidFill>
          </a:ln>
        </p:spPr>
      </p:sp>
      <p:sp>
        <p:nvSpPr>
          <p:cNvPr id="31" name="box-30">
            <a:extLst>
              <a:ext uri="{FF2B5EF4-FFF2-40B4-BE49-F238E27FC236}">
                <a16:creationId xmlns:a16="http://schemas.microsoft.com/office/drawing/2014/main" id="{811B7CAB-8806-479D-A1A4-2DB568666700}"/>
              </a:ext>
            </a:extLst>
          </p:cNvPr>
          <p:cNvSpPr>
            <a:spLocks noGrp="1"/>
          </p:cNvSpPr>
          <p:nvPr/>
        </p:nvSpPr>
        <p:spPr>
          <a:xfrm>
            <a:off x="39624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2" name="box-31">
            <a:extLst>
              <a:ext uri="{FF2B5EF4-FFF2-40B4-BE49-F238E27FC236}">
                <a16:creationId xmlns:a16="http://schemas.microsoft.com/office/drawing/2014/main" id="{F9D1E87A-15D3-4CB4-8AB5-ECBA3BC222AA}"/>
              </a:ext>
            </a:extLst>
          </p:cNvPr>
          <p:cNvSpPr>
            <a:spLocks noGrp="1"/>
          </p:cNvSpPr>
          <p:nvPr/>
        </p:nvSpPr>
        <p:spPr>
          <a:xfrm>
            <a:off x="4686300" y="4086225"/>
            <a:ext cx="723900" cy="723900"/>
          </a:xfrm>
          <a:prstGeom prst="rect">
            <a:avLst/>
          </a:prstGeom>
          <a:solidFill>
            <a:srgbClr val="EEF5F8"/>
          </a:solidFill>
          <a:ln w="9525">
            <a:solidFill>
              <a:srgbClr val="146995"/>
            </a:solidFill>
          </a:ln>
        </p:spPr>
      </p:sp>
      <p:sp>
        <p:nvSpPr>
          <p:cNvPr id="33" name="box-32">
            <a:extLst>
              <a:ext uri="{FF2B5EF4-FFF2-40B4-BE49-F238E27FC236}">
                <a16:creationId xmlns:a16="http://schemas.microsoft.com/office/drawing/2014/main" id="{84D97FAB-8E3A-4282-94B1-E4400FC81BA2}"/>
              </a:ext>
            </a:extLst>
          </p:cNvPr>
          <p:cNvSpPr>
            <a:spLocks noGrp="1"/>
          </p:cNvSpPr>
          <p:nvPr/>
        </p:nvSpPr>
        <p:spPr>
          <a:xfrm>
            <a:off x="46863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4" name="box-33">
            <a:extLst>
              <a:ext uri="{FF2B5EF4-FFF2-40B4-BE49-F238E27FC236}">
                <a16:creationId xmlns:a16="http://schemas.microsoft.com/office/drawing/2014/main" id="{8D4F2EEA-548B-46DE-87E6-E610DDC605C4}"/>
              </a:ext>
            </a:extLst>
          </p:cNvPr>
          <p:cNvSpPr>
            <a:spLocks noGrp="1"/>
          </p:cNvSpPr>
          <p:nvPr/>
        </p:nvSpPr>
        <p:spPr>
          <a:xfrm>
            <a:off x="5410200" y="4086225"/>
            <a:ext cx="723900" cy="723900"/>
          </a:xfrm>
          <a:prstGeom prst="rect">
            <a:avLst/>
          </a:prstGeom>
          <a:solidFill>
            <a:srgbClr val="EEF5F8"/>
          </a:solidFill>
          <a:ln w="9525">
            <a:solidFill>
              <a:srgbClr val="146995"/>
            </a:solidFill>
          </a:ln>
        </p:spPr>
      </p:sp>
      <p:sp>
        <p:nvSpPr>
          <p:cNvPr id="35" name="box-34">
            <a:extLst>
              <a:ext uri="{FF2B5EF4-FFF2-40B4-BE49-F238E27FC236}">
                <a16:creationId xmlns:a16="http://schemas.microsoft.com/office/drawing/2014/main" id="{CCA5B845-9177-41B0-B90E-64557ED35B5C}"/>
              </a:ext>
            </a:extLst>
          </p:cNvPr>
          <p:cNvSpPr>
            <a:spLocks noGrp="1"/>
          </p:cNvSpPr>
          <p:nvPr/>
        </p:nvSpPr>
        <p:spPr>
          <a:xfrm>
            <a:off x="54102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36" name="box-35">
            <a:extLst>
              <a:ext uri="{FF2B5EF4-FFF2-40B4-BE49-F238E27FC236}">
                <a16:creationId xmlns:a16="http://schemas.microsoft.com/office/drawing/2014/main" id="{E18910DD-0D6C-4132-A3DB-311803157ABB}"/>
              </a:ext>
            </a:extLst>
          </p:cNvPr>
          <p:cNvSpPr>
            <a:spLocks noGrp="1"/>
          </p:cNvSpPr>
          <p:nvPr/>
        </p:nvSpPr>
        <p:spPr>
          <a:xfrm>
            <a:off x="6134100" y="4086225"/>
            <a:ext cx="723900" cy="723900"/>
          </a:xfrm>
          <a:prstGeom prst="rect">
            <a:avLst/>
          </a:prstGeom>
          <a:solidFill>
            <a:srgbClr val="EEF5F8"/>
          </a:solidFill>
          <a:ln w="9525">
            <a:solidFill>
              <a:srgbClr val="146995"/>
            </a:solidFill>
          </a:ln>
        </p:spPr>
      </p:sp>
      <p:sp>
        <p:nvSpPr>
          <p:cNvPr id="37" name="box-36">
            <a:extLst>
              <a:ext uri="{FF2B5EF4-FFF2-40B4-BE49-F238E27FC236}">
                <a16:creationId xmlns:a16="http://schemas.microsoft.com/office/drawing/2014/main" id="{39CD79CF-89A8-4377-8295-5E6A3A3FC92F}"/>
              </a:ext>
            </a:extLst>
          </p:cNvPr>
          <p:cNvSpPr>
            <a:spLocks noGrp="1"/>
          </p:cNvSpPr>
          <p:nvPr/>
        </p:nvSpPr>
        <p:spPr>
          <a:xfrm>
            <a:off x="61341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8" name="box-37">
            <a:extLst>
              <a:ext uri="{FF2B5EF4-FFF2-40B4-BE49-F238E27FC236}">
                <a16:creationId xmlns:a16="http://schemas.microsoft.com/office/drawing/2014/main" id="{D21A95AD-15D6-4A95-AFCE-A32888B35791}"/>
              </a:ext>
            </a:extLst>
          </p:cNvPr>
          <p:cNvSpPr>
            <a:spLocks noGrp="1"/>
          </p:cNvSpPr>
          <p:nvPr/>
        </p:nvSpPr>
        <p:spPr>
          <a:xfrm>
            <a:off x="6858000" y="4086225"/>
            <a:ext cx="723900" cy="723900"/>
          </a:xfrm>
          <a:prstGeom prst="rect">
            <a:avLst/>
          </a:prstGeom>
          <a:solidFill>
            <a:srgbClr val="EEF5F8"/>
          </a:solidFill>
          <a:ln w="9525">
            <a:solidFill>
              <a:srgbClr val="146995"/>
            </a:solidFill>
          </a:ln>
        </p:spPr>
      </p:sp>
      <p:sp>
        <p:nvSpPr>
          <p:cNvPr id="39" name="box-38">
            <a:extLst>
              <a:ext uri="{FF2B5EF4-FFF2-40B4-BE49-F238E27FC236}">
                <a16:creationId xmlns:a16="http://schemas.microsoft.com/office/drawing/2014/main" id="{5880C0BA-99A5-43E0-AAA6-D0CF12517D6A}"/>
              </a:ext>
            </a:extLst>
          </p:cNvPr>
          <p:cNvSpPr>
            <a:spLocks noGrp="1"/>
          </p:cNvSpPr>
          <p:nvPr/>
        </p:nvSpPr>
        <p:spPr>
          <a:xfrm>
            <a:off x="68580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0" name="box-39">
            <a:extLst>
              <a:ext uri="{FF2B5EF4-FFF2-40B4-BE49-F238E27FC236}">
                <a16:creationId xmlns:a16="http://schemas.microsoft.com/office/drawing/2014/main" id="{8F6451A3-9779-40E2-937C-BB46534FF567}"/>
              </a:ext>
            </a:extLst>
          </p:cNvPr>
          <p:cNvSpPr>
            <a:spLocks noGrp="1"/>
          </p:cNvSpPr>
          <p:nvPr/>
        </p:nvSpPr>
        <p:spPr>
          <a:xfrm>
            <a:off x="7581900" y="4086225"/>
            <a:ext cx="723900" cy="723900"/>
          </a:xfrm>
          <a:prstGeom prst="rect">
            <a:avLst/>
          </a:prstGeom>
          <a:solidFill>
            <a:srgbClr val="EEF5F8"/>
          </a:solidFill>
          <a:ln w="9525">
            <a:solidFill>
              <a:srgbClr val="146995"/>
            </a:solidFill>
          </a:ln>
        </p:spPr>
      </p:sp>
      <p:sp>
        <p:nvSpPr>
          <p:cNvPr id="41" name="box-40">
            <a:extLst>
              <a:ext uri="{FF2B5EF4-FFF2-40B4-BE49-F238E27FC236}">
                <a16:creationId xmlns:a16="http://schemas.microsoft.com/office/drawing/2014/main" id="{7C153FD2-1B6C-42D4-9846-6A5C8141D73F}"/>
              </a:ext>
            </a:extLst>
          </p:cNvPr>
          <p:cNvSpPr>
            <a:spLocks noGrp="1"/>
          </p:cNvSpPr>
          <p:nvPr/>
        </p:nvSpPr>
        <p:spPr>
          <a:xfrm>
            <a:off x="75819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42" name="box-41">
            <a:extLst>
              <a:ext uri="{FF2B5EF4-FFF2-40B4-BE49-F238E27FC236}">
                <a16:creationId xmlns:a16="http://schemas.microsoft.com/office/drawing/2014/main" id="{64541E3D-6D4A-496C-9032-34E53033038E}"/>
              </a:ext>
            </a:extLst>
          </p:cNvPr>
          <p:cNvSpPr>
            <a:spLocks noGrp="1"/>
          </p:cNvSpPr>
          <p:nvPr/>
        </p:nvSpPr>
        <p:spPr>
          <a:xfrm>
            <a:off x="2514600" y="5181600"/>
            <a:ext cx="8572500" cy="47625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4개 + 4개 = 8개를 한 번씩 처리</a:t>
            </a:r>
          </a:p>
        </p:txBody>
      </p:sp>
      <p:sp>
        <p:nvSpPr>
          <p:cNvPr id="43" name="box-42">
            <a:extLst>
              <a:ext uri="{FF2B5EF4-FFF2-40B4-BE49-F238E27FC236}">
                <a16:creationId xmlns:a16="http://schemas.microsoft.com/office/drawing/2014/main" id="{DC6A36EA-6A55-4317-905B-DF3427E1A9C4}"/>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병합 한 번의 작업량은 전체 길이에 비례합니다. 길이가 n이면 O(n)입니다.</a:t>
            </a:r>
          </a:p>
        </p:txBody>
      </p:sp>
    </p:spTree>
    <p:extLst>
      <p:ext uri="{BB962C8B-B14F-4D97-AF65-F5344CB8AC3E}">
        <p14:creationId xmlns:p14="http://schemas.microsoft.com/office/powerpoint/2010/main" val="3989973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C02EC869-D6E1-463F-B086-23D2F0DEBA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9B0230E-912B-4CB9-AFE3-F7C643C1256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07A3A72-5FC4-4AF8-8CF7-78B23113CB1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세 while문의 합은 선형 시간</a:t>
            </a:r>
          </a:p>
        </p:txBody>
      </p:sp>
      <p:sp>
        <p:nvSpPr>
          <p:cNvPr id="4" name="line-1">
            <a:extLst>
              <a:ext uri="{FF2B5EF4-FFF2-40B4-BE49-F238E27FC236}">
                <a16:creationId xmlns:a16="http://schemas.microsoft.com/office/drawing/2014/main" id="{9E92CA8F-BF34-4F37-B61E-0F47816811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5A93BDD-C63A-49B5-9945-D5343614A6E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4BC2DF9-E6C4-461B-8810-87B277FB8CC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5A9F6C66-94BE-4D07-A3C9-658B6876C964}"/>
              </a:ext>
            </a:extLst>
          </p:cNvPr>
          <p:cNvGraphicFramePr/>
          <p:nvPr/>
        </p:nvGraphicFramePr>
        <p:xfrm>
          <a:off x="609600" y="2028825"/>
          <a:ext cx="10972800" cy="2828925"/>
        </p:xfrm>
        <a:graphic>
          <a:graphicData uri="http://schemas.openxmlformats.org/drawingml/2006/table">
            <a:tbl>
              <a:tblPr/>
              <a:tblGrid>
                <a:gridCol w="30480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707231">
                <a:tc>
                  <a:txBody>
                    <a:bodyPr/>
                    <a:lstStyle/>
                    <a:p>
                      <a:pPr algn="ctr"/>
                      <a:r>
                        <a:rPr sz="1875" b="1">
                          <a:solidFill>
                            <a:srgbClr val="FFFFFF"/>
                          </a:solidFill>
                          <a:latin typeface="Malgun Gothic"/>
                          <a:ea typeface="Malgun Gothic"/>
                          <a:cs typeface="Malgun Gothic"/>
                        </a:rPr>
                        <a:t>반복문</a:t>
                      </a:r>
                    </a:p>
                  </a:txBody>
                  <a:tcPr anchor="ctr">
                    <a:solidFill>
                      <a:srgbClr val="151515"/>
                    </a:solidFill>
                  </a:tcPr>
                </a:tc>
                <a:tc>
                  <a:txBody>
                    <a:bodyPr/>
                    <a:lstStyle/>
                    <a:p>
                      <a:pPr algn="ctr"/>
                      <a:r>
                        <a:rPr sz="1875" b="1">
                          <a:solidFill>
                            <a:srgbClr val="FFFFFF"/>
                          </a:solidFill>
                          <a:latin typeface="Malgun Gothic"/>
                          <a:ea typeface="Malgun Gothic"/>
                          <a:cs typeface="Malgun Gothic"/>
                        </a:rPr>
                        <a:t>하는 일</a:t>
                      </a:r>
                    </a:p>
                  </a:txBody>
                  <a:tcPr anchor="ctr">
                    <a:solidFill>
                      <a:srgbClr val="151515"/>
                    </a:solidFill>
                  </a:tcPr>
                </a:tc>
                <a:tc>
                  <a:txBody>
                    <a:bodyPr/>
                    <a:lstStyle/>
                    <a:p>
                      <a:pPr algn="ctr"/>
                      <a:r>
                        <a:rPr sz="1875" b="1">
                          <a:solidFill>
                            <a:srgbClr val="FFFFFF"/>
                          </a:solidFill>
                          <a:latin typeface="Malgun Gothic"/>
                          <a:ea typeface="Malgun Gothic"/>
                          <a:cs typeface="Malgun Gothic"/>
                        </a:rPr>
                        <a:t>진행하는 인덱스</a:t>
                      </a:r>
                    </a:p>
                  </a:txBody>
                  <a:tcPr anchor="ctr">
                    <a:solidFill>
                      <a:srgbClr val="151515"/>
                    </a:solidFill>
                  </a:tcPr>
                </a:tc>
                <a:extLst>
                  <a:ext uri="{0D108BD9-81ED-4DB2-BD59-A6C34878D82A}">
                    <a16:rowId xmlns:a16="http://schemas.microsoft.com/office/drawing/2014/main" val="10000"/>
                  </a:ext>
                </a:extLst>
              </a:tr>
              <a:tr h="707231">
                <a:tc>
                  <a:txBody>
                    <a:bodyPr/>
                    <a:lstStyle/>
                    <a:p>
                      <a:pPr algn="ctr"/>
                      <a:r>
                        <a:rPr sz="1875" b="0">
                          <a:solidFill>
                            <a:srgbClr val="151515"/>
                          </a:solidFill>
                          <a:latin typeface="Malgun Gothic"/>
                          <a:ea typeface="Malgun Gothic"/>
                          <a:cs typeface="Malgun Gothic"/>
                        </a:rPr>
                        <a:t>양쪽을 비교하는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작은 값 하나를 결과에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i 또는 j가 1 증가</a:t>
                      </a:r>
                    </a:p>
                  </a:txBody>
                  <a:tcPr anchor="ctr">
                    <a:solidFill>
                      <a:srgbClr val="FFFFFF"/>
                    </a:solidFill>
                  </a:tcPr>
                </a:tc>
                <a:extLst>
                  <a:ext uri="{0D108BD9-81ED-4DB2-BD59-A6C34878D82A}">
                    <a16:rowId xmlns:a16="http://schemas.microsoft.com/office/drawing/2014/main" val="10001"/>
                  </a:ext>
                </a:extLst>
              </a:tr>
              <a:tr h="707231">
                <a:tc>
                  <a:txBody>
                    <a:bodyPr/>
                    <a:lstStyle/>
                    <a:p>
                      <a:pPr algn="ctr"/>
                      <a:r>
                        <a:rPr sz="1875" b="0">
                          <a:solidFill>
                            <a:srgbClr val="151515"/>
                          </a:solidFill>
                          <a:latin typeface="Malgun Gothic"/>
                          <a:ea typeface="Malgun Gothic"/>
                          <a:cs typeface="Malgun Gothic"/>
                        </a:rPr>
                        <a:t>왼쪽이 남은 while</a:t>
                      </a:r>
                    </a:p>
                  </a:txBody>
                  <a:tcPr anchor="ctr">
                    <a:solidFill>
                      <a:srgbClr val="F1F4F6"/>
                    </a:solidFill>
                  </a:tcPr>
                </a:tc>
                <a:tc>
                  <a:txBody>
                    <a:bodyPr/>
                    <a:lstStyle/>
                    <a:p>
                      <a:pPr algn="ctr"/>
                      <a:r>
                        <a:rPr sz="1875" b="0">
                          <a:solidFill>
                            <a:srgbClr val="151515"/>
                          </a:solidFill>
                          <a:latin typeface="Malgun Gothic"/>
                          <a:ea typeface="Malgun Gothic"/>
                          <a:cs typeface="Malgun Gothic"/>
                        </a:rPr>
                        <a:t>남은 왼쪽 값을 순서대로 넣음</a:t>
                      </a:r>
                    </a:p>
                  </a:txBody>
                  <a:tcPr anchor="ctr">
                    <a:solidFill>
                      <a:srgbClr val="F1F4F6"/>
                    </a:solidFill>
                  </a:tcPr>
                </a:tc>
                <a:tc>
                  <a:txBody>
                    <a:bodyPr/>
                    <a:lstStyle/>
                    <a:p>
                      <a:pPr algn="ctr"/>
                      <a:r>
                        <a:rPr sz="1875" b="0">
                          <a:solidFill>
                            <a:srgbClr val="151515"/>
                          </a:solidFill>
                          <a:latin typeface="Malgun Gothic"/>
                          <a:ea typeface="Malgun Gothic"/>
                          <a:cs typeface="Malgun Gothic"/>
                        </a:rPr>
                        <a:t>i가 1 증가</a:t>
                      </a:r>
                    </a:p>
                  </a:txBody>
                  <a:tcPr anchor="ctr">
                    <a:solidFill>
                      <a:srgbClr val="F1F4F6"/>
                    </a:solidFill>
                  </a:tcPr>
                </a:tc>
                <a:extLst>
                  <a:ext uri="{0D108BD9-81ED-4DB2-BD59-A6C34878D82A}">
                    <a16:rowId xmlns:a16="http://schemas.microsoft.com/office/drawing/2014/main" val="10002"/>
                  </a:ext>
                </a:extLst>
              </a:tr>
              <a:tr h="707231">
                <a:tc>
                  <a:txBody>
                    <a:bodyPr/>
                    <a:lstStyle/>
                    <a:p>
                      <a:pPr algn="ctr"/>
                      <a:r>
                        <a:rPr sz="1875" b="0">
                          <a:solidFill>
                            <a:srgbClr val="151515"/>
                          </a:solidFill>
                          <a:latin typeface="Malgun Gothic"/>
                          <a:ea typeface="Malgun Gothic"/>
                          <a:cs typeface="Malgun Gothic"/>
                        </a:rPr>
                        <a:t>오른쪽이 남은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남은 오른쪽 값을 순서대로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j가 1 증가</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count">
            <a:extLst>
              <a:ext uri="{FF2B5EF4-FFF2-40B4-BE49-F238E27FC236}">
                <a16:creationId xmlns:a16="http://schemas.microsoft.com/office/drawing/2014/main" id="{5678D655-268C-4C71-931F-CF4FF853D51B}"/>
              </a:ext>
            </a:extLst>
          </p:cNvPr>
          <p:cNvSpPr>
            <a:spLocks noGrp="1"/>
          </p:cNvSpPr>
          <p:nvPr/>
        </p:nvSpPr>
        <p:spPr>
          <a:xfrm>
            <a:off x="609600" y="5257800"/>
            <a:ext cx="10972800" cy="47625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세 반복문의 출력 횟수 합 = p + q = n</a:t>
            </a:r>
          </a:p>
        </p:txBody>
      </p:sp>
      <p:sp>
        <p:nvSpPr>
          <p:cNvPr id="9" name="caption">
            <a:extLst>
              <a:ext uri="{FF2B5EF4-FFF2-40B4-BE49-F238E27FC236}">
                <a16:creationId xmlns:a16="http://schemas.microsoft.com/office/drawing/2014/main" id="{BEA5C02B-0DF4-4489-BA4A-63150C98DD9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값 하나는 결과에 한 번만 들어갑니다. 병합 한 번의 시간은 O(n)입니다.</a:t>
            </a:r>
          </a:p>
        </p:txBody>
      </p:sp>
    </p:spTree>
    <p:extLst>
      <p:ext uri="{BB962C8B-B14F-4D97-AF65-F5344CB8AC3E}">
        <p14:creationId xmlns:p14="http://schemas.microsoft.com/office/powerpoint/2010/main" val="39291908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box-43">
            <a:extLst>
              <a:ext uri="{FF2B5EF4-FFF2-40B4-BE49-F238E27FC236}">
                <a16:creationId xmlns:a16="http://schemas.microsoft.com/office/drawing/2014/main" id="{839B20DB-301C-4106-A0DD-BD39BD591E3D}"/>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44">
            <a:extLst>
              <a:ext uri="{FF2B5EF4-FFF2-40B4-BE49-F238E27FC236}">
                <a16:creationId xmlns:a16="http://schemas.microsoft.com/office/drawing/2014/main" id="{4203D503-9C6E-4753-854C-8DA836D3A1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45">
            <a:extLst>
              <a:ext uri="{FF2B5EF4-FFF2-40B4-BE49-F238E27FC236}">
                <a16:creationId xmlns:a16="http://schemas.microsoft.com/office/drawing/2014/main" id="{893D6AD7-D891-450B-8CB2-C59D8C626D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병합: 한 층에서 다루는 값은 8개</a:t>
            </a:r>
          </a:p>
        </p:txBody>
      </p:sp>
      <p:sp>
        <p:nvSpPr>
          <p:cNvPr id="4" name="box-46">
            <a:extLst>
              <a:ext uri="{FF2B5EF4-FFF2-40B4-BE49-F238E27FC236}">
                <a16:creationId xmlns:a16="http://schemas.microsoft.com/office/drawing/2014/main" id="{59CD7320-BB25-45B5-A333-1AF627E0FB07}"/>
              </a:ext>
            </a:extLst>
          </p:cNvPr>
          <p:cNvSpPr>
            <a:spLocks noGrp="1"/>
          </p:cNvSpPr>
          <p:nvPr/>
        </p:nvSpPr>
        <p:spPr>
          <a:xfrm>
            <a:off x="609600" y="1381125"/>
            <a:ext cx="10972800" cy="9525"/>
          </a:xfrm>
          <a:prstGeom prst="rect">
            <a:avLst/>
          </a:prstGeom>
          <a:solidFill>
            <a:srgbClr val="151515"/>
          </a:solidFill>
          <a:ln w="0">
            <a:noFill/>
          </a:ln>
        </p:spPr>
      </p:sp>
      <p:sp>
        <p:nvSpPr>
          <p:cNvPr id="5" name="box-47">
            <a:extLst>
              <a:ext uri="{FF2B5EF4-FFF2-40B4-BE49-F238E27FC236}">
                <a16:creationId xmlns:a16="http://schemas.microsoft.com/office/drawing/2014/main" id="{05FBDAA1-5298-40F7-B03A-8B0ED79CF97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022246E-CD07-45A0-8344-90B8D8800FF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7" name="box-49">
            <a:extLst>
              <a:ext uri="{FF2B5EF4-FFF2-40B4-BE49-F238E27FC236}">
                <a16:creationId xmlns:a16="http://schemas.microsoft.com/office/drawing/2014/main" id="{E2DF0183-DC1E-43A8-A4B4-28E823F50B01}"/>
              </a:ext>
            </a:extLst>
          </p:cNvPr>
          <p:cNvSpPr>
            <a:spLocks noGrp="1"/>
          </p:cNvSpPr>
          <p:nvPr/>
        </p:nvSpPr>
        <p:spPr>
          <a:xfrm>
            <a:off x="609600" y="222885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첫 병합 층</a:t>
            </a:r>
          </a:p>
        </p:txBody>
      </p:sp>
      <p:sp>
        <p:nvSpPr>
          <p:cNvPr id="8" name="box-50">
            <a:extLst>
              <a:ext uri="{FF2B5EF4-FFF2-40B4-BE49-F238E27FC236}">
                <a16:creationId xmlns:a16="http://schemas.microsoft.com/office/drawing/2014/main" id="{0A2173D8-D3DF-4E03-ABA2-0415BC27C1BF}"/>
              </a:ext>
            </a:extLst>
          </p:cNvPr>
          <p:cNvSpPr>
            <a:spLocks noGrp="1"/>
          </p:cNvSpPr>
          <p:nvPr/>
        </p:nvSpPr>
        <p:spPr>
          <a:xfrm>
            <a:off x="2333625" y="2095500"/>
            <a:ext cx="619125" cy="619125"/>
          </a:xfrm>
          <a:prstGeom prst="rect">
            <a:avLst/>
          </a:prstGeom>
          <a:solidFill>
            <a:srgbClr val="EEF5F8"/>
          </a:solidFill>
          <a:ln w="9525">
            <a:solidFill>
              <a:srgbClr val="146995"/>
            </a:solidFill>
          </a:ln>
        </p:spPr>
      </p:sp>
      <p:sp>
        <p:nvSpPr>
          <p:cNvPr id="9" name="box-51">
            <a:extLst>
              <a:ext uri="{FF2B5EF4-FFF2-40B4-BE49-F238E27FC236}">
                <a16:creationId xmlns:a16="http://schemas.microsoft.com/office/drawing/2014/main" id="{FC563748-209A-4A00-AF3F-80E5703F59A1}"/>
              </a:ext>
            </a:extLst>
          </p:cNvPr>
          <p:cNvSpPr>
            <a:spLocks noGrp="1"/>
          </p:cNvSpPr>
          <p:nvPr/>
        </p:nvSpPr>
        <p:spPr>
          <a:xfrm>
            <a:off x="23336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52">
            <a:extLst>
              <a:ext uri="{FF2B5EF4-FFF2-40B4-BE49-F238E27FC236}">
                <a16:creationId xmlns:a16="http://schemas.microsoft.com/office/drawing/2014/main" id="{7402E5F4-CBEB-4A09-8B9C-F84FDF9534AB}"/>
              </a:ext>
            </a:extLst>
          </p:cNvPr>
          <p:cNvSpPr>
            <a:spLocks noGrp="1"/>
          </p:cNvSpPr>
          <p:nvPr/>
        </p:nvSpPr>
        <p:spPr>
          <a:xfrm>
            <a:off x="2952750" y="2095500"/>
            <a:ext cx="619125" cy="619125"/>
          </a:xfrm>
          <a:prstGeom prst="rect">
            <a:avLst/>
          </a:prstGeom>
          <a:solidFill>
            <a:srgbClr val="EEF5F8"/>
          </a:solidFill>
          <a:ln w="9525">
            <a:solidFill>
              <a:srgbClr val="146995"/>
            </a:solidFill>
          </a:ln>
        </p:spPr>
      </p:sp>
      <p:sp>
        <p:nvSpPr>
          <p:cNvPr id="11" name="box-53">
            <a:extLst>
              <a:ext uri="{FF2B5EF4-FFF2-40B4-BE49-F238E27FC236}">
                <a16:creationId xmlns:a16="http://schemas.microsoft.com/office/drawing/2014/main" id="{3A77C85F-EE1C-431E-AF45-A3D9EEC03BF5}"/>
              </a:ext>
            </a:extLst>
          </p:cNvPr>
          <p:cNvSpPr>
            <a:spLocks noGrp="1"/>
          </p:cNvSpPr>
          <p:nvPr/>
        </p:nvSpPr>
        <p:spPr>
          <a:xfrm>
            <a:off x="29527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2" name="box-54">
            <a:extLst>
              <a:ext uri="{FF2B5EF4-FFF2-40B4-BE49-F238E27FC236}">
                <a16:creationId xmlns:a16="http://schemas.microsoft.com/office/drawing/2014/main" id="{CBC094E6-D25C-4D22-BA4C-13181698E8F7}"/>
              </a:ext>
            </a:extLst>
          </p:cNvPr>
          <p:cNvSpPr>
            <a:spLocks noGrp="1"/>
          </p:cNvSpPr>
          <p:nvPr/>
        </p:nvSpPr>
        <p:spPr>
          <a:xfrm>
            <a:off x="3762375" y="2095500"/>
            <a:ext cx="619125" cy="619125"/>
          </a:xfrm>
          <a:prstGeom prst="rect">
            <a:avLst/>
          </a:prstGeom>
          <a:solidFill>
            <a:srgbClr val="EEF5F8"/>
          </a:solidFill>
          <a:ln w="9525">
            <a:solidFill>
              <a:srgbClr val="146995"/>
            </a:solidFill>
          </a:ln>
        </p:spPr>
      </p:sp>
      <p:sp>
        <p:nvSpPr>
          <p:cNvPr id="13" name="box-55">
            <a:extLst>
              <a:ext uri="{FF2B5EF4-FFF2-40B4-BE49-F238E27FC236}">
                <a16:creationId xmlns:a16="http://schemas.microsoft.com/office/drawing/2014/main" id="{B119F46A-31EB-4DCC-972D-6DF5B667DB27}"/>
              </a:ext>
            </a:extLst>
          </p:cNvPr>
          <p:cNvSpPr>
            <a:spLocks noGrp="1"/>
          </p:cNvSpPr>
          <p:nvPr/>
        </p:nvSpPr>
        <p:spPr>
          <a:xfrm>
            <a:off x="37623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4" name="box-56">
            <a:extLst>
              <a:ext uri="{FF2B5EF4-FFF2-40B4-BE49-F238E27FC236}">
                <a16:creationId xmlns:a16="http://schemas.microsoft.com/office/drawing/2014/main" id="{2D24D1D3-3620-4D00-B533-5145DF001FF2}"/>
              </a:ext>
            </a:extLst>
          </p:cNvPr>
          <p:cNvSpPr>
            <a:spLocks noGrp="1"/>
          </p:cNvSpPr>
          <p:nvPr/>
        </p:nvSpPr>
        <p:spPr>
          <a:xfrm>
            <a:off x="4381500" y="2095500"/>
            <a:ext cx="619125" cy="619125"/>
          </a:xfrm>
          <a:prstGeom prst="rect">
            <a:avLst/>
          </a:prstGeom>
          <a:solidFill>
            <a:srgbClr val="EEF5F8"/>
          </a:solidFill>
          <a:ln w="9525">
            <a:solidFill>
              <a:srgbClr val="146995"/>
            </a:solidFill>
          </a:ln>
        </p:spPr>
      </p:sp>
      <p:sp>
        <p:nvSpPr>
          <p:cNvPr id="15" name="box-57">
            <a:extLst>
              <a:ext uri="{FF2B5EF4-FFF2-40B4-BE49-F238E27FC236}">
                <a16:creationId xmlns:a16="http://schemas.microsoft.com/office/drawing/2014/main" id="{7C16DFD7-4CDF-4C43-8B4E-7B06FE6F2A4D}"/>
              </a:ext>
            </a:extLst>
          </p:cNvPr>
          <p:cNvSpPr>
            <a:spLocks noGrp="1"/>
          </p:cNvSpPr>
          <p:nvPr/>
        </p:nvSpPr>
        <p:spPr>
          <a:xfrm>
            <a:off x="43815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6" name="box-58">
            <a:extLst>
              <a:ext uri="{FF2B5EF4-FFF2-40B4-BE49-F238E27FC236}">
                <a16:creationId xmlns:a16="http://schemas.microsoft.com/office/drawing/2014/main" id="{786EEDCB-2A0C-4DF6-ADE8-646AA2961714}"/>
              </a:ext>
            </a:extLst>
          </p:cNvPr>
          <p:cNvSpPr>
            <a:spLocks noGrp="1"/>
          </p:cNvSpPr>
          <p:nvPr/>
        </p:nvSpPr>
        <p:spPr>
          <a:xfrm>
            <a:off x="5191125" y="2095500"/>
            <a:ext cx="619125" cy="619125"/>
          </a:xfrm>
          <a:prstGeom prst="rect">
            <a:avLst/>
          </a:prstGeom>
          <a:solidFill>
            <a:srgbClr val="EEF5F8"/>
          </a:solidFill>
          <a:ln w="9525">
            <a:solidFill>
              <a:srgbClr val="146995"/>
            </a:solidFill>
          </a:ln>
        </p:spPr>
      </p:sp>
      <p:sp>
        <p:nvSpPr>
          <p:cNvPr id="17" name="box-59">
            <a:extLst>
              <a:ext uri="{FF2B5EF4-FFF2-40B4-BE49-F238E27FC236}">
                <a16:creationId xmlns:a16="http://schemas.microsoft.com/office/drawing/2014/main" id="{D300B742-DCB0-408F-A1E8-5D9EB69BAE42}"/>
              </a:ext>
            </a:extLst>
          </p:cNvPr>
          <p:cNvSpPr>
            <a:spLocks noGrp="1"/>
          </p:cNvSpPr>
          <p:nvPr/>
        </p:nvSpPr>
        <p:spPr>
          <a:xfrm>
            <a:off x="51911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60">
            <a:extLst>
              <a:ext uri="{FF2B5EF4-FFF2-40B4-BE49-F238E27FC236}">
                <a16:creationId xmlns:a16="http://schemas.microsoft.com/office/drawing/2014/main" id="{03385899-B228-4CEF-89A1-70196C788D65}"/>
              </a:ext>
            </a:extLst>
          </p:cNvPr>
          <p:cNvSpPr>
            <a:spLocks noGrp="1"/>
          </p:cNvSpPr>
          <p:nvPr/>
        </p:nvSpPr>
        <p:spPr>
          <a:xfrm>
            <a:off x="5810250" y="2095500"/>
            <a:ext cx="619125" cy="619125"/>
          </a:xfrm>
          <a:prstGeom prst="rect">
            <a:avLst/>
          </a:prstGeom>
          <a:solidFill>
            <a:srgbClr val="EEF5F8"/>
          </a:solidFill>
          <a:ln w="9525">
            <a:solidFill>
              <a:srgbClr val="146995"/>
            </a:solidFill>
          </a:ln>
        </p:spPr>
      </p:sp>
      <p:sp>
        <p:nvSpPr>
          <p:cNvPr id="19" name="box-61">
            <a:extLst>
              <a:ext uri="{FF2B5EF4-FFF2-40B4-BE49-F238E27FC236}">
                <a16:creationId xmlns:a16="http://schemas.microsoft.com/office/drawing/2014/main" id="{A41B3A20-53F0-4F65-906A-376FC25BE89B}"/>
              </a:ext>
            </a:extLst>
          </p:cNvPr>
          <p:cNvSpPr>
            <a:spLocks noGrp="1"/>
          </p:cNvSpPr>
          <p:nvPr/>
        </p:nvSpPr>
        <p:spPr>
          <a:xfrm>
            <a:off x="58102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62">
            <a:extLst>
              <a:ext uri="{FF2B5EF4-FFF2-40B4-BE49-F238E27FC236}">
                <a16:creationId xmlns:a16="http://schemas.microsoft.com/office/drawing/2014/main" id="{B940D15C-3A94-4060-A34F-DB78DA10C666}"/>
              </a:ext>
            </a:extLst>
          </p:cNvPr>
          <p:cNvSpPr>
            <a:spLocks noGrp="1"/>
          </p:cNvSpPr>
          <p:nvPr/>
        </p:nvSpPr>
        <p:spPr>
          <a:xfrm>
            <a:off x="6619875" y="2095500"/>
            <a:ext cx="619125" cy="619125"/>
          </a:xfrm>
          <a:prstGeom prst="rect">
            <a:avLst/>
          </a:prstGeom>
          <a:solidFill>
            <a:srgbClr val="EEF5F8"/>
          </a:solidFill>
          <a:ln w="9525">
            <a:solidFill>
              <a:srgbClr val="146995"/>
            </a:solidFill>
          </a:ln>
        </p:spPr>
      </p:sp>
      <p:sp>
        <p:nvSpPr>
          <p:cNvPr id="21" name="box-63">
            <a:extLst>
              <a:ext uri="{FF2B5EF4-FFF2-40B4-BE49-F238E27FC236}">
                <a16:creationId xmlns:a16="http://schemas.microsoft.com/office/drawing/2014/main" id="{B9F8F4E7-4005-42B8-8666-CE1B7EAF97BE}"/>
              </a:ext>
            </a:extLst>
          </p:cNvPr>
          <p:cNvSpPr>
            <a:spLocks noGrp="1"/>
          </p:cNvSpPr>
          <p:nvPr/>
        </p:nvSpPr>
        <p:spPr>
          <a:xfrm>
            <a:off x="66198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2" name="box-64">
            <a:extLst>
              <a:ext uri="{FF2B5EF4-FFF2-40B4-BE49-F238E27FC236}">
                <a16:creationId xmlns:a16="http://schemas.microsoft.com/office/drawing/2014/main" id="{5AFCC06C-91A0-445C-ADE0-8447EFF43C84}"/>
              </a:ext>
            </a:extLst>
          </p:cNvPr>
          <p:cNvSpPr>
            <a:spLocks noGrp="1"/>
          </p:cNvSpPr>
          <p:nvPr/>
        </p:nvSpPr>
        <p:spPr>
          <a:xfrm>
            <a:off x="7239000" y="2095500"/>
            <a:ext cx="619125" cy="619125"/>
          </a:xfrm>
          <a:prstGeom prst="rect">
            <a:avLst/>
          </a:prstGeom>
          <a:solidFill>
            <a:srgbClr val="EEF5F8"/>
          </a:solidFill>
          <a:ln w="9525">
            <a:solidFill>
              <a:srgbClr val="146995"/>
            </a:solidFill>
          </a:ln>
        </p:spPr>
      </p:sp>
      <p:sp>
        <p:nvSpPr>
          <p:cNvPr id="23" name="box-65">
            <a:extLst>
              <a:ext uri="{FF2B5EF4-FFF2-40B4-BE49-F238E27FC236}">
                <a16:creationId xmlns:a16="http://schemas.microsoft.com/office/drawing/2014/main" id="{B891549A-A7FF-416C-B6FD-6F162FE168F5}"/>
              </a:ext>
            </a:extLst>
          </p:cNvPr>
          <p:cNvSpPr>
            <a:spLocks noGrp="1"/>
          </p:cNvSpPr>
          <p:nvPr/>
        </p:nvSpPr>
        <p:spPr>
          <a:xfrm>
            <a:off x="72390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66">
            <a:extLst>
              <a:ext uri="{FF2B5EF4-FFF2-40B4-BE49-F238E27FC236}">
                <a16:creationId xmlns:a16="http://schemas.microsoft.com/office/drawing/2014/main" id="{B4B9D6F2-7535-401B-90D1-EAA46A752801}"/>
              </a:ext>
            </a:extLst>
          </p:cNvPr>
          <p:cNvSpPr>
            <a:spLocks noGrp="1"/>
          </p:cNvSpPr>
          <p:nvPr/>
        </p:nvSpPr>
        <p:spPr>
          <a:xfrm>
            <a:off x="9105900" y="222885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 × 4 = 8</a:t>
            </a:r>
          </a:p>
        </p:txBody>
      </p:sp>
      <p:sp>
        <p:nvSpPr>
          <p:cNvPr id="25" name="box-67">
            <a:extLst>
              <a:ext uri="{FF2B5EF4-FFF2-40B4-BE49-F238E27FC236}">
                <a16:creationId xmlns:a16="http://schemas.microsoft.com/office/drawing/2014/main" id="{97105441-E29F-4356-936A-7D050CA4697F}"/>
              </a:ext>
            </a:extLst>
          </p:cNvPr>
          <p:cNvSpPr>
            <a:spLocks noGrp="1"/>
          </p:cNvSpPr>
          <p:nvPr/>
        </p:nvSpPr>
        <p:spPr>
          <a:xfrm>
            <a:off x="609600" y="3362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두 번째 층</a:t>
            </a:r>
          </a:p>
        </p:txBody>
      </p:sp>
      <p:sp>
        <p:nvSpPr>
          <p:cNvPr id="26" name="box-68">
            <a:extLst>
              <a:ext uri="{FF2B5EF4-FFF2-40B4-BE49-F238E27FC236}">
                <a16:creationId xmlns:a16="http://schemas.microsoft.com/office/drawing/2014/main" id="{96421E04-47A5-4BE2-AE1B-7089F2B3225A}"/>
              </a:ext>
            </a:extLst>
          </p:cNvPr>
          <p:cNvSpPr>
            <a:spLocks noGrp="1"/>
          </p:cNvSpPr>
          <p:nvPr/>
        </p:nvSpPr>
        <p:spPr>
          <a:xfrm>
            <a:off x="2333625" y="3228975"/>
            <a:ext cx="619125" cy="619125"/>
          </a:xfrm>
          <a:prstGeom prst="rect">
            <a:avLst/>
          </a:prstGeom>
          <a:solidFill>
            <a:srgbClr val="EEF5F8"/>
          </a:solidFill>
          <a:ln w="9525">
            <a:solidFill>
              <a:srgbClr val="146995"/>
            </a:solidFill>
          </a:ln>
        </p:spPr>
      </p:sp>
      <p:sp>
        <p:nvSpPr>
          <p:cNvPr id="27" name="box-69">
            <a:extLst>
              <a:ext uri="{FF2B5EF4-FFF2-40B4-BE49-F238E27FC236}">
                <a16:creationId xmlns:a16="http://schemas.microsoft.com/office/drawing/2014/main" id="{BFF50D59-41A2-44F6-B040-1B45870410EA}"/>
              </a:ext>
            </a:extLst>
          </p:cNvPr>
          <p:cNvSpPr>
            <a:spLocks noGrp="1"/>
          </p:cNvSpPr>
          <p:nvPr/>
        </p:nvSpPr>
        <p:spPr>
          <a:xfrm>
            <a:off x="2333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28" name="box-70">
            <a:extLst>
              <a:ext uri="{FF2B5EF4-FFF2-40B4-BE49-F238E27FC236}">
                <a16:creationId xmlns:a16="http://schemas.microsoft.com/office/drawing/2014/main" id="{8F713331-D5BA-47B7-93D7-A89160619CA4}"/>
              </a:ext>
            </a:extLst>
          </p:cNvPr>
          <p:cNvSpPr>
            <a:spLocks noGrp="1"/>
          </p:cNvSpPr>
          <p:nvPr/>
        </p:nvSpPr>
        <p:spPr>
          <a:xfrm>
            <a:off x="2952750" y="3228975"/>
            <a:ext cx="619125" cy="619125"/>
          </a:xfrm>
          <a:prstGeom prst="rect">
            <a:avLst/>
          </a:prstGeom>
          <a:solidFill>
            <a:srgbClr val="EEF5F8"/>
          </a:solidFill>
          <a:ln w="9525">
            <a:solidFill>
              <a:srgbClr val="146995"/>
            </a:solidFill>
          </a:ln>
        </p:spPr>
      </p:sp>
      <p:sp>
        <p:nvSpPr>
          <p:cNvPr id="29" name="box-71">
            <a:extLst>
              <a:ext uri="{FF2B5EF4-FFF2-40B4-BE49-F238E27FC236}">
                <a16:creationId xmlns:a16="http://schemas.microsoft.com/office/drawing/2014/main" id="{5A262F9F-5BEF-45F8-A017-EC82D5B54DB5}"/>
              </a:ext>
            </a:extLst>
          </p:cNvPr>
          <p:cNvSpPr>
            <a:spLocks noGrp="1"/>
          </p:cNvSpPr>
          <p:nvPr/>
        </p:nvSpPr>
        <p:spPr>
          <a:xfrm>
            <a:off x="2952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0" name="box-72">
            <a:extLst>
              <a:ext uri="{FF2B5EF4-FFF2-40B4-BE49-F238E27FC236}">
                <a16:creationId xmlns:a16="http://schemas.microsoft.com/office/drawing/2014/main" id="{3ABFE142-4A37-4841-8781-853154683654}"/>
              </a:ext>
            </a:extLst>
          </p:cNvPr>
          <p:cNvSpPr>
            <a:spLocks noGrp="1"/>
          </p:cNvSpPr>
          <p:nvPr/>
        </p:nvSpPr>
        <p:spPr>
          <a:xfrm>
            <a:off x="3571875" y="3228975"/>
            <a:ext cx="619125" cy="619125"/>
          </a:xfrm>
          <a:prstGeom prst="rect">
            <a:avLst/>
          </a:prstGeom>
          <a:solidFill>
            <a:srgbClr val="EEF5F8"/>
          </a:solidFill>
          <a:ln w="9525">
            <a:solidFill>
              <a:srgbClr val="146995"/>
            </a:solidFill>
          </a:ln>
        </p:spPr>
      </p:sp>
      <p:sp>
        <p:nvSpPr>
          <p:cNvPr id="31" name="box-73">
            <a:extLst>
              <a:ext uri="{FF2B5EF4-FFF2-40B4-BE49-F238E27FC236}">
                <a16:creationId xmlns:a16="http://schemas.microsoft.com/office/drawing/2014/main" id="{7A96D4B8-6D34-419B-A6B3-542B1391E010}"/>
              </a:ext>
            </a:extLst>
          </p:cNvPr>
          <p:cNvSpPr>
            <a:spLocks noGrp="1"/>
          </p:cNvSpPr>
          <p:nvPr/>
        </p:nvSpPr>
        <p:spPr>
          <a:xfrm>
            <a:off x="3571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2" name="box-74">
            <a:extLst>
              <a:ext uri="{FF2B5EF4-FFF2-40B4-BE49-F238E27FC236}">
                <a16:creationId xmlns:a16="http://schemas.microsoft.com/office/drawing/2014/main" id="{0C41E5F4-7941-4D3D-86A5-331EFB166351}"/>
              </a:ext>
            </a:extLst>
          </p:cNvPr>
          <p:cNvSpPr>
            <a:spLocks noGrp="1"/>
          </p:cNvSpPr>
          <p:nvPr/>
        </p:nvSpPr>
        <p:spPr>
          <a:xfrm>
            <a:off x="4191000" y="3228975"/>
            <a:ext cx="619125" cy="619125"/>
          </a:xfrm>
          <a:prstGeom prst="rect">
            <a:avLst/>
          </a:prstGeom>
          <a:solidFill>
            <a:srgbClr val="EEF5F8"/>
          </a:solidFill>
          <a:ln w="9525">
            <a:solidFill>
              <a:srgbClr val="146995"/>
            </a:solidFill>
          </a:ln>
        </p:spPr>
      </p:sp>
      <p:sp>
        <p:nvSpPr>
          <p:cNvPr id="33" name="box-75">
            <a:extLst>
              <a:ext uri="{FF2B5EF4-FFF2-40B4-BE49-F238E27FC236}">
                <a16:creationId xmlns:a16="http://schemas.microsoft.com/office/drawing/2014/main" id="{7ED5E732-66A6-4557-A183-BAB3D181CC16}"/>
              </a:ext>
            </a:extLst>
          </p:cNvPr>
          <p:cNvSpPr>
            <a:spLocks noGrp="1"/>
          </p:cNvSpPr>
          <p:nvPr/>
        </p:nvSpPr>
        <p:spPr>
          <a:xfrm>
            <a:off x="4191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34" name="box-76">
            <a:extLst>
              <a:ext uri="{FF2B5EF4-FFF2-40B4-BE49-F238E27FC236}">
                <a16:creationId xmlns:a16="http://schemas.microsoft.com/office/drawing/2014/main" id="{64B086E7-69E2-4737-8FA0-E2088293D20E}"/>
              </a:ext>
            </a:extLst>
          </p:cNvPr>
          <p:cNvSpPr>
            <a:spLocks noGrp="1"/>
          </p:cNvSpPr>
          <p:nvPr/>
        </p:nvSpPr>
        <p:spPr>
          <a:xfrm>
            <a:off x="5000625" y="3228975"/>
            <a:ext cx="619125" cy="619125"/>
          </a:xfrm>
          <a:prstGeom prst="rect">
            <a:avLst/>
          </a:prstGeom>
          <a:solidFill>
            <a:srgbClr val="EEF5F8"/>
          </a:solidFill>
          <a:ln w="9525">
            <a:solidFill>
              <a:srgbClr val="146995"/>
            </a:solidFill>
          </a:ln>
        </p:spPr>
      </p:sp>
      <p:sp>
        <p:nvSpPr>
          <p:cNvPr id="35" name="box-77">
            <a:extLst>
              <a:ext uri="{FF2B5EF4-FFF2-40B4-BE49-F238E27FC236}">
                <a16:creationId xmlns:a16="http://schemas.microsoft.com/office/drawing/2014/main" id="{7B20FDB7-E161-4066-A046-D37D6BDB09C8}"/>
              </a:ext>
            </a:extLst>
          </p:cNvPr>
          <p:cNvSpPr>
            <a:spLocks noGrp="1"/>
          </p:cNvSpPr>
          <p:nvPr/>
        </p:nvSpPr>
        <p:spPr>
          <a:xfrm>
            <a:off x="5000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36" name="box-78">
            <a:extLst>
              <a:ext uri="{FF2B5EF4-FFF2-40B4-BE49-F238E27FC236}">
                <a16:creationId xmlns:a16="http://schemas.microsoft.com/office/drawing/2014/main" id="{11611267-C325-4E65-A868-115DF1AD10A4}"/>
              </a:ext>
            </a:extLst>
          </p:cNvPr>
          <p:cNvSpPr>
            <a:spLocks noGrp="1"/>
          </p:cNvSpPr>
          <p:nvPr/>
        </p:nvSpPr>
        <p:spPr>
          <a:xfrm>
            <a:off x="5619750" y="3228975"/>
            <a:ext cx="619125" cy="619125"/>
          </a:xfrm>
          <a:prstGeom prst="rect">
            <a:avLst/>
          </a:prstGeom>
          <a:solidFill>
            <a:srgbClr val="EEF5F8"/>
          </a:solidFill>
          <a:ln w="9525">
            <a:solidFill>
              <a:srgbClr val="146995"/>
            </a:solidFill>
          </a:ln>
        </p:spPr>
      </p:sp>
      <p:sp>
        <p:nvSpPr>
          <p:cNvPr id="37" name="box-79">
            <a:extLst>
              <a:ext uri="{FF2B5EF4-FFF2-40B4-BE49-F238E27FC236}">
                <a16:creationId xmlns:a16="http://schemas.microsoft.com/office/drawing/2014/main" id="{96D93E32-CDA9-4711-8D3B-D916B12E79C3}"/>
              </a:ext>
            </a:extLst>
          </p:cNvPr>
          <p:cNvSpPr>
            <a:spLocks noGrp="1"/>
          </p:cNvSpPr>
          <p:nvPr/>
        </p:nvSpPr>
        <p:spPr>
          <a:xfrm>
            <a:off x="5619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8" name="box-80">
            <a:extLst>
              <a:ext uri="{FF2B5EF4-FFF2-40B4-BE49-F238E27FC236}">
                <a16:creationId xmlns:a16="http://schemas.microsoft.com/office/drawing/2014/main" id="{AED43351-0B7D-4DEA-AD43-0A1608CF663C}"/>
              </a:ext>
            </a:extLst>
          </p:cNvPr>
          <p:cNvSpPr>
            <a:spLocks noGrp="1"/>
          </p:cNvSpPr>
          <p:nvPr/>
        </p:nvSpPr>
        <p:spPr>
          <a:xfrm>
            <a:off x="6238875" y="3228975"/>
            <a:ext cx="619125" cy="619125"/>
          </a:xfrm>
          <a:prstGeom prst="rect">
            <a:avLst/>
          </a:prstGeom>
          <a:solidFill>
            <a:srgbClr val="EEF5F8"/>
          </a:solidFill>
          <a:ln w="9525">
            <a:solidFill>
              <a:srgbClr val="146995"/>
            </a:solidFill>
          </a:ln>
        </p:spPr>
      </p:sp>
      <p:sp>
        <p:nvSpPr>
          <p:cNvPr id="39" name="box-81">
            <a:extLst>
              <a:ext uri="{FF2B5EF4-FFF2-40B4-BE49-F238E27FC236}">
                <a16:creationId xmlns:a16="http://schemas.microsoft.com/office/drawing/2014/main" id="{0E00F091-02EF-43AD-AC49-5CA0105A0D5E}"/>
              </a:ext>
            </a:extLst>
          </p:cNvPr>
          <p:cNvSpPr>
            <a:spLocks noGrp="1"/>
          </p:cNvSpPr>
          <p:nvPr/>
        </p:nvSpPr>
        <p:spPr>
          <a:xfrm>
            <a:off x="6238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82">
            <a:extLst>
              <a:ext uri="{FF2B5EF4-FFF2-40B4-BE49-F238E27FC236}">
                <a16:creationId xmlns:a16="http://schemas.microsoft.com/office/drawing/2014/main" id="{756ED884-556D-4335-BA73-1EA6140CCC7E}"/>
              </a:ext>
            </a:extLst>
          </p:cNvPr>
          <p:cNvSpPr>
            <a:spLocks noGrp="1"/>
          </p:cNvSpPr>
          <p:nvPr/>
        </p:nvSpPr>
        <p:spPr>
          <a:xfrm>
            <a:off x="6858000" y="3228975"/>
            <a:ext cx="619125" cy="619125"/>
          </a:xfrm>
          <a:prstGeom prst="rect">
            <a:avLst/>
          </a:prstGeom>
          <a:solidFill>
            <a:srgbClr val="EEF5F8"/>
          </a:solidFill>
          <a:ln w="9525">
            <a:solidFill>
              <a:srgbClr val="146995"/>
            </a:solidFill>
          </a:ln>
        </p:spPr>
      </p:sp>
      <p:sp>
        <p:nvSpPr>
          <p:cNvPr id="41" name="box-83">
            <a:extLst>
              <a:ext uri="{FF2B5EF4-FFF2-40B4-BE49-F238E27FC236}">
                <a16:creationId xmlns:a16="http://schemas.microsoft.com/office/drawing/2014/main" id="{A029EBFE-CE8E-49D7-A4DB-0416443F309A}"/>
              </a:ext>
            </a:extLst>
          </p:cNvPr>
          <p:cNvSpPr>
            <a:spLocks noGrp="1"/>
          </p:cNvSpPr>
          <p:nvPr/>
        </p:nvSpPr>
        <p:spPr>
          <a:xfrm>
            <a:off x="6858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2" name="box-84">
            <a:extLst>
              <a:ext uri="{FF2B5EF4-FFF2-40B4-BE49-F238E27FC236}">
                <a16:creationId xmlns:a16="http://schemas.microsoft.com/office/drawing/2014/main" id="{89537B3C-460F-4F17-8C76-9E9D250EA755}"/>
              </a:ext>
            </a:extLst>
          </p:cNvPr>
          <p:cNvSpPr>
            <a:spLocks noGrp="1"/>
          </p:cNvSpPr>
          <p:nvPr/>
        </p:nvSpPr>
        <p:spPr>
          <a:xfrm>
            <a:off x="9105900" y="3362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 × 2 = 8</a:t>
            </a:r>
          </a:p>
        </p:txBody>
      </p:sp>
      <p:sp>
        <p:nvSpPr>
          <p:cNvPr id="43" name="box-85">
            <a:extLst>
              <a:ext uri="{FF2B5EF4-FFF2-40B4-BE49-F238E27FC236}">
                <a16:creationId xmlns:a16="http://schemas.microsoft.com/office/drawing/2014/main" id="{B7BF8ABB-99F2-4637-942E-BC31EA10C453}"/>
              </a:ext>
            </a:extLst>
          </p:cNvPr>
          <p:cNvSpPr>
            <a:spLocks noGrp="1"/>
          </p:cNvSpPr>
          <p:nvPr/>
        </p:nvSpPr>
        <p:spPr>
          <a:xfrm>
            <a:off x="609600" y="44958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마지막 층</a:t>
            </a:r>
          </a:p>
        </p:txBody>
      </p:sp>
      <p:sp>
        <p:nvSpPr>
          <p:cNvPr id="44" name="box-86">
            <a:extLst>
              <a:ext uri="{FF2B5EF4-FFF2-40B4-BE49-F238E27FC236}">
                <a16:creationId xmlns:a16="http://schemas.microsoft.com/office/drawing/2014/main" id="{79A64302-A0D8-4E4F-9B73-DC05E19AFBD4}"/>
              </a:ext>
            </a:extLst>
          </p:cNvPr>
          <p:cNvSpPr>
            <a:spLocks noGrp="1"/>
          </p:cNvSpPr>
          <p:nvPr/>
        </p:nvSpPr>
        <p:spPr>
          <a:xfrm>
            <a:off x="2333625" y="4362450"/>
            <a:ext cx="619125" cy="619125"/>
          </a:xfrm>
          <a:prstGeom prst="rect">
            <a:avLst/>
          </a:prstGeom>
          <a:solidFill>
            <a:srgbClr val="EEF5F8"/>
          </a:solidFill>
          <a:ln w="9525">
            <a:solidFill>
              <a:srgbClr val="146995"/>
            </a:solidFill>
          </a:ln>
        </p:spPr>
      </p:sp>
      <p:sp>
        <p:nvSpPr>
          <p:cNvPr id="45" name="box-87">
            <a:extLst>
              <a:ext uri="{FF2B5EF4-FFF2-40B4-BE49-F238E27FC236}">
                <a16:creationId xmlns:a16="http://schemas.microsoft.com/office/drawing/2014/main" id="{FAC1E49C-D58E-40D7-964B-37697D73CA58}"/>
              </a:ext>
            </a:extLst>
          </p:cNvPr>
          <p:cNvSpPr>
            <a:spLocks noGrp="1"/>
          </p:cNvSpPr>
          <p:nvPr/>
        </p:nvSpPr>
        <p:spPr>
          <a:xfrm>
            <a:off x="23336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6" name="box-88">
            <a:extLst>
              <a:ext uri="{FF2B5EF4-FFF2-40B4-BE49-F238E27FC236}">
                <a16:creationId xmlns:a16="http://schemas.microsoft.com/office/drawing/2014/main" id="{E0237EFC-9482-4444-AA63-3C332026ED13}"/>
              </a:ext>
            </a:extLst>
          </p:cNvPr>
          <p:cNvSpPr>
            <a:spLocks noGrp="1"/>
          </p:cNvSpPr>
          <p:nvPr/>
        </p:nvSpPr>
        <p:spPr>
          <a:xfrm>
            <a:off x="2952750" y="4362450"/>
            <a:ext cx="619125" cy="619125"/>
          </a:xfrm>
          <a:prstGeom prst="rect">
            <a:avLst/>
          </a:prstGeom>
          <a:solidFill>
            <a:srgbClr val="EEF5F8"/>
          </a:solidFill>
          <a:ln w="9525">
            <a:solidFill>
              <a:srgbClr val="146995"/>
            </a:solidFill>
          </a:ln>
        </p:spPr>
      </p:sp>
      <p:sp>
        <p:nvSpPr>
          <p:cNvPr id="47" name="box-89">
            <a:extLst>
              <a:ext uri="{FF2B5EF4-FFF2-40B4-BE49-F238E27FC236}">
                <a16:creationId xmlns:a16="http://schemas.microsoft.com/office/drawing/2014/main" id="{B34E246C-BA67-4A60-9FD4-B71368301506}"/>
              </a:ext>
            </a:extLst>
          </p:cNvPr>
          <p:cNvSpPr>
            <a:spLocks noGrp="1"/>
          </p:cNvSpPr>
          <p:nvPr/>
        </p:nvSpPr>
        <p:spPr>
          <a:xfrm>
            <a:off x="29527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48" name="box-90">
            <a:extLst>
              <a:ext uri="{FF2B5EF4-FFF2-40B4-BE49-F238E27FC236}">
                <a16:creationId xmlns:a16="http://schemas.microsoft.com/office/drawing/2014/main" id="{B8A61D11-F62D-46D7-967E-31E028BC8B1C}"/>
              </a:ext>
            </a:extLst>
          </p:cNvPr>
          <p:cNvSpPr>
            <a:spLocks noGrp="1"/>
          </p:cNvSpPr>
          <p:nvPr/>
        </p:nvSpPr>
        <p:spPr>
          <a:xfrm>
            <a:off x="3571875" y="4362450"/>
            <a:ext cx="619125" cy="619125"/>
          </a:xfrm>
          <a:prstGeom prst="rect">
            <a:avLst/>
          </a:prstGeom>
          <a:solidFill>
            <a:srgbClr val="EEF5F8"/>
          </a:solidFill>
          <a:ln w="9525">
            <a:solidFill>
              <a:srgbClr val="146995"/>
            </a:solidFill>
          </a:ln>
        </p:spPr>
      </p:sp>
      <p:sp>
        <p:nvSpPr>
          <p:cNvPr id="49" name="box-91">
            <a:extLst>
              <a:ext uri="{FF2B5EF4-FFF2-40B4-BE49-F238E27FC236}">
                <a16:creationId xmlns:a16="http://schemas.microsoft.com/office/drawing/2014/main" id="{7AA58DE9-E21A-4DFB-98AE-1E3EAA893D4D}"/>
              </a:ext>
            </a:extLst>
          </p:cNvPr>
          <p:cNvSpPr>
            <a:spLocks noGrp="1"/>
          </p:cNvSpPr>
          <p:nvPr/>
        </p:nvSpPr>
        <p:spPr>
          <a:xfrm>
            <a:off x="35718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50" name="box-92">
            <a:extLst>
              <a:ext uri="{FF2B5EF4-FFF2-40B4-BE49-F238E27FC236}">
                <a16:creationId xmlns:a16="http://schemas.microsoft.com/office/drawing/2014/main" id="{8C6B4DCC-BA39-44FD-BF7B-39C80BC02DBB}"/>
              </a:ext>
            </a:extLst>
          </p:cNvPr>
          <p:cNvSpPr>
            <a:spLocks noGrp="1"/>
          </p:cNvSpPr>
          <p:nvPr/>
        </p:nvSpPr>
        <p:spPr>
          <a:xfrm>
            <a:off x="4191000" y="4362450"/>
            <a:ext cx="619125" cy="619125"/>
          </a:xfrm>
          <a:prstGeom prst="rect">
            <a:avLst/>
          </a:prstGeom>
          <a:solidFill>
            <a:srgbClr val="EEF5F8"/>
          </a:solidFill>
          <a:ln w="9525">
            <a:solidFill>
              <a:srgbClr val="146995"/>
            </a:solidFill>
          </a:ln>
        </p:spPr>
      </p:sp>
      <p:sp>
        <p:nvSpPr>
          <p:cNvPr id="51" name="box-93">
            <a:extLst>
              <a:ext uri="{FF2B5EF4-FFF2-40B4-BE49-F238E27FC236}">
                <a16:creationId xmlns:a16="http://schemas.microsoft.com/office/drawing/2014/main" id="{93A1AECD-DAC4-46AE-9BCD-FDEB10CB4D9B}"/>
              </a:ext>
            </a:extLst>
          </p:cNvPr>
          <p:cNvSpPr>
            <a:spLocks noGrp="1"/>
          </p:cNvSpPr>
          <p:nvPr/>
        </p:nvSpPr>
        <p:spPr>
          <a:xfrm>
            <a:off x="41910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52" name="box-94">
            <a:extLst>
              <a:ext uri="{FF2B5EF4-FFF2-40B4-BE49-F238E27FC236}">
                <a16:creationId xmlns:a16="http://schemas.microsoft.com/office/drawing/2014/main" id="{1A60CDCD-F7EC-4B6E-A274-08A535FB6777}"/>
              </a:ext>
            </a:extLst>
          </p:cNvPr>
          <p:cNvSpPr>
            <a:spLocks noGrp="1"/>
          </p:cNvSpPr>
          <p:nvPr/>
        </p:nvSpPr>
        <p:spPr>
          <a:xfrm>
            <a:off x="4810125" y="4362450"/>
            <a:ext cx="619125" cy="619125"/>
          </a:xfrm>
          <a:prstGeom prst="rect">
            <a:avLst/>
          </a:prstGeom>
          <a:solidFill>
            <a:srgbClr val="EEF5F8"/>
          </a:solidFill>
          <a:ln w="9525">
            <a:solidFill>
              <a:srgbClr val="146995"/>
            </a:solidFill>
          </a:ln>
        </p:spPr>
      </p:sp>
      <p:sp>
        <p:nvSpPr>
          <p:cNvPr id="53" name="box-95">
            <a:extLst>
              <a:ext uri="{FF2B5EF4-FFF2-40B4-BE49-F238E27FC236}">
                <a16:creationId xmlns:a16="http://schemas.microsoft.com/office/drawing/2014/main" id="{621D0552-4B60-498E-9414-D6D2B78FA02C}"/>
              </a:ext>
            </a:extLst>
          </p:cNvPr>
          <p:cNvSpPr>
            <a:spLocks noGrp="1"/>
          </p:cNvSpPr>
          <p:nvPr/>
        </p:nvSpPr>
        <p:spPr>
          <a:xfrm>
            <a:off x="48101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4" name="box-96">
            <a:extLst>
              <a:ext uri="{FF2B5EF4-FFF2-40B4-BE49-F238E27FC236}">
                <a16:creationId xmlns:a16="http://schemas.microsoft.com/office/drawing/2014/main" id="{D8A2330E-4B45-4132-9933-EA2A739CD44A}"/>
              </a:ext>
            </a:extLst>
          </p:cNvPr>
          <p:cNvSpPr>
            <a:spLocks noGrp="1"/>
          </p:cNvSpPr>
          <p:nvPr/>
        </p:nvSpPr>
        <p:spPr>
          <a:xfrm>
            <a:off x="5429250" y="4362450"/>
            <a:ext cx="619125" cy="619125"/>
          </a:xfrm>
          <a:prstGeom prst="rect">
            <a:avLst/>
          </a:prstGeom>
          <a:solidFill>
            <a:srgbClr val="EEF5F8"/>
          </a:solidFill>
          <a:ln w="9525">
            <a:solidFill>
              <a:srgbClr val="146995"/>
            </a:solidFill>
          </a:ln>
        </p:spPr>
      </p:sp>
      <p:sp>
        <p:nvSpPr>
          <p:cNvPr id="55" name="box-97">
            <a:extLst>
              <a:ext uri="{FF2B5EF4-FFF2-40B4-BE49-F238E27FC236}">
                <a16:creationId xmlns:a16="http://schemas.microsoft.com/office/drawing/2014/main" id="{5361C92D-6F5D-4F9C-B821-76D4E291CAC8}"/>
              </a:ext>
            </a:extLst>
          </p:cNvPr>
          <p:cNvSpPr>
            <a:spLocks noGrp="1"/>
          </p:cNvSpPr>
          <p:nvPr/>
        </p:nvSpPr>
        <p:spPr>
          <a:xfrm>
            <a:off x="54292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56" name="box-98">
            <a:extLst>
              <a:ext uri="{FF2B5EF4-FFF2-40B4-BE49-F238E27FC236}">
                <a16:creationId xmlns:a16="http://schemas.microsoft.com/office/drawing/2014/main" id="{4B4812B6-EFBA-4A7A-B30D-46526FCC289D}"/>
              </a:ext>
            </a:extLst>
          </p:cNvPr>
          <p:cNvSpPr>
            <a:spLocks noGrp="1"/>
          </p:cNvSpPr>
          <p:nvPr/>
        </p:nvSpPr>
        <p:spPr>
          <a:xfrm>
            <a:off x="6048375" y="4362450"/>
            <a:ext cx="619125" cy="619125"/>
          </a:xfrm>
          <a:prstGeom prst="rect">
            <a:avLst/>
          </a:prstGeom>
          <a:solidFill>
            <a:srgbClr val="EEF5F8"/>
          </a:solidFill>
          <a:ln w="9525">
            <a:solidFill>
              <a:srgbClr val="146995"/>
            </a:solidFill>
          </a:ln>
        </p:spPr>
      </p:sp>
      <p:sp>
        <p:nvSpPr>
          <p:cNvPr id="57" name="box-99">
            <a:extLst>
              <a:ext uri="{FF2B5EF4-FFF2-40B4-BE49-F238E27FC236}">
                <a16:creationId xmlns:a16="http://schemas.microsoft.com/office/drawing/2014/main" id="{2703414C-63DE-4177-B24B-4D5981840A5F}"/>
              </a:ext>
            </a:extLst>
          </p:cNvPr>
          <p:cNvSpPr>
            <a:spLocks noGrp="1"/>
          </p:cNvSpPr>
          <p:nvPr/>
        </p:nvSpPr>
        <p:spPr>
          <a:xfrm>
            <a:off x="60483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8" name="box-100">
            <a:extLst>
              <a:ext uri="{FF2B5EF4-FFF2-40B4-BE49-F238E27FC236}">
                <a16:creationId xmlns:a16="http://schemas.microsoft.com/office/drawing/2014/main" id="{3FFA9896-B48D-47AC-8120-DD4B1C737446}"/>
              </a:ext>
            </a:extLst>
          </p:cNvPr>
          <p:cNvSpPr>
            <a:spLocks noGrp="1"/>
          </p:cNvSpPr>
          <p:nvPr/>
        </p:nvSpPr>
        <p:spPr>
          <a:xfrm>
            <a:off x="6667500" y="4362450"/>
            <a:ext cx="619125" cy="619125"/>
          </a:xfrm>
          <a:prstGeom prst="rect">
            <a:avLst/>
          </a:prstGeom>
          <a:solidFill>
            <a:srgbClr val="EEF5F8"/>
          </a:solidFill>
          <a:ln w="9525">
            <a:solidFill>
              <a:srgbClr val="146995"/>
            </a:solidFill>
          </a:ln>
        </p:spPr>
      </p:sp>
      <p:sp>
        <p:nvSpPr>
          <p:cNvPr id="59" name="box-101">
            <a:extLst>
              <a:ext uri="{FF2B5EF4-FFF2-40B4-BE49-F238E27FC236}">
                <a16:creationId xmlns:a16="http://schemas.microsoft.com/office/drawing/2014/main" id="{C78BA347-D919-4C3D-9B39-1F92EF7D5D2A}"/>
              </a:ext>
            </a:extLst>
          </p:cNvPr>
          <p:cNvSpPr>
            <a:spLocks noGrp="1"/>
          </p:cNvSpPr>
          <p:nvPr/>
        </p:nvSpPr>
        <p:spPr>
          <a:xfrm>
            <a:off x="66675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60" name="box-102">
            <a:extLst>
              <a:ext uri="{FF2B5EF4-FFF2-40B4-BE49-F238E27FC236}">
                <a16:creationId xmlns:a16="http://schemas.microsoft.com/office/drawing/2014/main" id="{C3DF6E71-78D8-44E8-8AB4-D65043D4D2E1}"/>
              </a:ext>
            </a:extLst>
          </p:cNvPr>
          <p:cNvSpPr>
            <a:spLocks noGrp="1"/>
          </p:cNvSpPr>
          <p:nvPr/>
        </p:nvSpPr>
        <p:spPr>
          <a:xfrm>
            <a:off x="9105900" y="44958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 × 1 = 8</a:t>
            </a:r>
          </a:p>
        </p:txBody>
      </p:sp>
      <p:sp>
        <p:nvSpPr>
          <p:cNvPr id="61" name="box-103">
            <a:extLst>
              <a:ext uri="{FF2B5EF4-FFF2-40B4-BE49-F238E27FC236}">
                <a16:creationId xmlns:a16="http://schemas.microsoft.com/office/drawing/2014/main" id="{C6567830-B3B7-4F9F-B312-9DBBD6273824}"/>
              </a:ext>
            </a:extLst>
          </p:cNvPr>
          <p:cNvSpPr>
            <a:spLocks noGrp="1"/>
          </p:cNvSpPr>
          <p:nvPr/>
        </p:nvSpPr>
        <p:spPr>
          <a:xfrm>
            <a:off x="2333625" y="5353050"/>
            <a:ext cx="9048750" cy="4572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8 + 8 + 8 = 24번</a:t>
            </a:r>
          </a:p>
        </p:txBody>
      </p:sp>
      <p:sp>
        <p:nvSpPr>
          <p:cNvPr id="62" name="box-104">
            <a:extLst>
              <a:ext uri="{FF2B5EF4-FFF2-40B4-BE49-F238E27FC236}">
                <a16:creationId xmlns:a16="http://schemas.microsoft.com/office/drawing/2014/main" id="{5AA6EC53-FA67-485D-9BFC-AC58457F5E37}"/>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각 값이 결과에 들어가는 횟수를 셉니다. 한 원소에서 바로 반환하는 비용은 별도로 있습니다.</a:t>
            </a:r>
          </a:p>
        </p:txBody>
      </p:sp>
    </p:spTree>
    <p:extLst>
      <p:ext uri="{BB962C8B-B14F-4D97-AF65-F5344CB8AC3E}">
        <p14:creationId xmlns:p14="http://schemas.microsoft.com/office/powerpoint/2010/main" val="11058578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ox-105">
            <a:extLst>
              <a:ext uri="{FF2B5EF4-FFF2-40B4-BE49-F238E27FC236}">
                <a16:creationId xmlns:a16="http://schemas.microsoft.com/office/drawing/2014/main" id="{6461F685-A47B-4454-B831-FD1DF24CA36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06">
            <a:extLst>
              <a:ext uri="{FF2B5EF4-FFF2-40B4-BE49-F238E27FC236}">
                <a16:creationId xmlns:a16="http://schemas.microsoft.com/office/drawing/2014/main" id="{1DD58FEC-6DA3-4369-8D3E-623F997904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07">
            <a:extLst>
              <a:ext uri="{FF2B5EF4-FFF2-40B4-BE49-F238E27FC236}">
                <a16:creationId xmlns:a16="http://schemas.microsoft.com/office/drawing/2014/main" id="{7B1A647D-B4A9-47B2-9D53-01C097666A9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log₂8 = 3: 반으로 나누는 횟수가 3번</a:t>
            </a:r>
          </a:p>
        </p:txBody>
      </p:sp>
      <p:sp>
        <p:nvSpPr>
          <p:cNvPr id="4" name="box-108">
            <a:extLst>
              <a:ext uri="{FF2B5EF4-FFF2-40B4-BE49-F238E27FC236}">
                <a16:creationId xmlns:a16="http://schemas.microsoft.com/office/drawing/2014/main" id="{D19A1DC0-DB88-497E-951B-8B907E59D0D5}"/>
              </a:ext>
            </a:extLst>
          </p:cNvPr>
          <p:cNvSpPr>
            <a:spLocks noGrp="1"/>
          </p:cNvSpPr>
          <p:nvPr/>
        </p:nvSpPr>
        <p:spPr>
          <a:xfrm>
            <a:off x="609600" y="1381125"/>
            <a:ext cx="10972800" cy="9525"/>
          </a:xfrm>
          <a:prstGeom prst="rect">
            <a:avLst/>
          </a:prstGeom>
          <a:solidFill>
            <a:srgbClr val="151515"/>
          </a:solidFill>
          <a:ln w="0">
            <a:noFill/>
          </a:ln>
        </p:spPr>
      </p:sp>
      <p:sp>
        <p:nvSpPr>
          <p:cNvPr id="5" name="box-109">
            <a:extLst>
              <a:ext uri="{FF2B5EF4-FFF2-40B4-BE49-F238E27FC236}">
                <a16:creationId xmlns:a16="http://schemas.microsoft.com/office/drawing/2014/main" id="{98A666AD-2802-40A6-9D3A-D9B4953FE6C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E7908D-3FC4-4DF3-A4FE-AB3406B1AF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53</a:t>
            </a:r>
            <a:endParaRPr sz="1050" b="0">
              <a:solidFill>
                <a:srgbClr val="151515"/>
              </a:solidFill>
              <a:latin typeface="Consolas"/>
              <a:ea typeface="Consolas"/>
              <a:cs typeface="Consolas"/>
            </a:endParaRPr>
          </a:p>
        </p:txBody>
      </p:sp>
      <p:sp>
        <p:nvSpPr>
          <p:cNvPr id="7" name="box-111">
            <a:extLst>
              <a:ext uri="{FF2B5EF4-FFF2-40B4-BE49-F238E27FC236}">
                <a16:creationId xmlns:a16="http://schemas.microsoft.com/office/drawing/2014/main" id="{181F9234-35FD-4950-B15A-C98DA0EB97BE}"/>
              </a:ext>
            </a:extLst>
          </p:cNvPr>
          <p:cNvSpPr>
            <a:spLocks noGrp="1"/>
          </p:cNvSpPr>
          <p:nvPr/>
        </p:nvSpPr>
        <p:spPr>
          <a:xfrm>
            <a:off x="990600" y="2209800"/>
            <a:ext cx="1695450" cy="895350"/>
          </a:xfrm>
          <a:prstGeom prst="rect">
            <a:avLst/>
          </a:prstGeom>
          <a:solidFill>
            <a:srgbClr val="EEF5F8"/>
          </a:solidFill>
          <a:ln w="9525">
            <a:solidFill>
              <a:srgbClr val="146995"/>
            </a:solidFill>
          </a:ln>
        </p:spPr>
      </p:sp>
      <p:sp>
        <p:nvSpPr>
          <p:cNvPr id="8" name="box-112">
            <a:extLst>
              <a:ext uri="{FF2B5EF4-FFF2-40B4-BE49-F238E27FC236}">
                <a16:creationId xmlns:a16="http://schemas.microsoft.com/office/drawing/2014/main" id="{9A8EC108-CB83-4DF0-BF05-5981762B4A54}"/>
              </a:ext>
            </a:extLst>
          </p:cNvPr>
          <p:cNvSpPr>
            <a:spLocks noGrp="1"/>
          </p:cNvSpPr>
          <p:nvPr/>
        </p:nvSpPr>
        <p:spPr>
          <a:xfrm>
            <a:off x="99060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8</a:t>
            </a:r>
          </a:p>
        </p:txBody>
      </p:sp>
      <p:sp>
        <p:nvSpPr>
          <p:cNvPr id="9" name="box-113">
            <a:extLst>
              <a:ext uri="{FF2B5EF4-FFF2-40B4-BE49-F238E27FC236}">
                <a16:creationId xmlns:a16="http://schemas.microsoft.com/office/drawing/2014/main" id="{CC2576B0-DE1F-4638-9073-BB4F69291BFB}"/>
              </a:ext>
            </a:extLst>
          </p:cNvPr>
          <p:cNvSpPr>
            <a:spLocks noGrp="1"/>
          </p:cNvSpPr>
          <p:nvPr/>
        </p:nvSpPr>
        <p:spPr>
          <a:xfrm>
            <a:off x="277177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0" name="box-114">
            <a:extLst>
              <a:ext uri="{FF2B5EF4-FFF2-40B4-BE49-F238E27FC236}">
                <a16:creationId xmlns:a16="http://schemas.microsoft.com/office/drawing/2014/main" id="{98A92415-45DD-4655-9328-D25C710A20F5}"/>
              </a:ext>
            </a:extLst>
          </p:cNvPr>
          <p:cNvSpPr>
            <a:spLocks noGrp="1"/>
          </p:cNvSpPr>
          <p:nvPr/>
        </p:nvSpPr>
        <p:spPr>
          <a:xfrm>
            <a:off x="276225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1번째</a:t>
            </a:r>
          </a:p>
        </p:txBody>
      </p:sp>
      <p:sp>
        <p:nvSpPr>
          <p:cNvPr id="11" name="box-115">
            <a:extLst>
              <a:ext uri="{FF2B5EF4-FFF2-40B4-BE49-F238E27FC236}">
                <a16:creationId xmlns:a16="http://schemas.microsoft.com/office/drawing/2014/main" id="{6A03BE26-D73B-4A48-8DAD-44ABCAA4DC64}"/>
              </a:ext>
            </a:extLst>
          </p:cNvPr>
          <p:cNvSpPr>
            <a:spLocks noGrp="1"/>
          </p:cNvSpPr>
          <p:nvPr/>
        </p:nvSpPr>
        <p:spPr>
          <a:xfrm>
            <a:off x="3829050" y="2209800"/>
            <a:ext cx="1695450" cy="895350"/>
          </a:xfrm>
          <a:prstGeom prst="rect">
            <a:avLst/>
          </a:prstGeom>
          <a:solidFill>
            <a:srgbClr val="EEF5F8"/>
          </a:solidFill>
          <a:ln w="9525">
            <a:solidFill>
              <a:srgbClr val="146995"/>
            </a:solidFill>
          </a:ln>
        </p:spPr>
      </p:sp>
      <p:sp>
        <p:nvSpPr>
          <p:cNvPr id="12" name="box-116">
            <a:extLst>
              <a:ext uri="{FF2B5EF4-FFF2-40B4-BE49-F238E27FC236}">
                <a16:creationId xmlns:a16="http://schemas.microsoft.com/office/drawing/2014/main" id="{5F08099C-9823-448F-94D8-3A22451C5E93}"/>
              </a:ext>
            </a:extLst>
          </p:cNvPr>
          <p:cNvSpPr>
            <a:spLocks noGrp="1"/>
          </p:cNvSpPr>
          <p:nvPr/>
        </p:nvSpPr>
        <p:spPr>
          <a:xfrm>
            <a:off x="382905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4</a:t>
            </a:r>
          </a:p>
        </p:txBody>
      </p:sp>
      <p:sp>
        <p:nvSpPr>
          <p:cNvPr id="13" name="box-117">
            <a:extLst>
              <a:ext uri="{FF2B5EF4-FFF2-40B4-BE49-F238E27FC236}">
                <a16:creationId xmlns:a16="http://schemas.microsoft.com/office/drawing/2014/main" id="{2BDE9583-EF9A-4544-8056-F0FD0EF95D79}"/>
              </a:ext>
            </a:extLst>
          </p:cNvPr>
          <p:cNvSpPr>
            <a:spLocks noGrp="1"/>
          </p:cNvSpPr>
          <p:nvPr/>
        </p:nvSpPr>
        <p:spPr>
          <a:xfrm>
            <a:off x="561022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4" name="box-118">
            <a:extLst>
              <a:ext uri="{FF2B5EF4-FFF2-40B4-BE49-F238E27FC236}">
                <a16:creationId xmlns:a16="http://schemas.microsoft.com/office/drawing/2014/main" id="{1B7E39D1-F521-4D2F-9749-EACFCC04C76E}"/>
              </a:ext>
            </a:extLst>
          </p:cNvPr>
          <p:cNvSpPr>
            <a:spLocks noGrp="1"/>
          </p:cNvSpPr>
          <p:nvPr/>
        </p:nvSpPr>
        <p:spPr>
          <a:xfrm>
            <a:off x="560070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2번째</a:t>
            </a:r>
          </a:p>
        </p:txBody>
      </p:sp>
      <p:sp>
        <p:nvSpPr>
          <p:cNvPr id="15" name="box-119">
            <a:extLst>
              <a:ext uri="{FF2B5EF4-FFF2-40B4-BE49-F238E27FC236}">
                <a16:creationId xmlns:a16="http://schemas.microsoft.com/office/drawing/2014/main" id="{BD9B5C00-75DF-4E34-BE06-5EE0B7E605A0}"/>
              </a:ext>
            </a:extLst>
          </p:cNvPr>
          <p:cNvSpPr>
            <a:spLocks noGrp="1"/>
          </p:cNvSpPr>
          <p:nvPr/>
        </p:nvSpPr>
        <p:spPr>
          <a:xfrm>
            <a:off x="6667500" y="2209800"/>
            <a:ext cx="1695450" cy="895350"/>
          </a:xfrm>
          <a:prstGeom prst="rect">
            <a:avLst/>
          </a:prstGeom>
          <a:solidFill>
            <a:srgbClr val="EEF5F8"/>
          </a:solidFill>
          <a:ln w="9525">
            <a:solidFill>
              <a:srgbClr val="146995"/>
            </a:solidFill>
          </a:ln>
        </p:spPr>
      </p:sp>
      <p:sp>
        <p:nvSpPr>
          <p:cNvPr id="16" name="box-120">
            <a:extLst>
              <a:ext uri="{FF2B5EF4-FFF2-40B4-BE49-F238E27FC236}">
                <a16:creationId xmlns:a16="http://schemas.microsoft.com/office/drawing/2014/main" id="{C4EDBD57-3A6A-47B5-A011-153EFE596733}"/>
              </a:ext>
            </a:extLst>
          </p:cNvPr>
          <p:cNvSpPr>
            <a:spLocks noGrp="1"/>
          </p:cNvSpPr>
          <p:nvPr/>
        </p:nvSpPr>
        <p:spPr>
          <a:xfrm>
            <a:off x="666750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2</a:t>
            </a:r>
          </a:p>
        </p:txBody>
      </p:sp>
      <p:sp>
        <p:nvSpPr>
          <p:cNvPr id="17" name="box-121">
            <a:extLst>
              <a:ext uri="{FF2B5EF4-FFF2-40B4-BE49-F238E27FC236}">
                <a16:creationId xmlns:a16="http://schemas.microsoft.com/office/drawing/2014/main" id="{ABDAA18E-D387-4CA9-B189-2C11908E3241}"/>
              </a:ext>
            </a:extLst>
          </p:cNvPr>
          <p:cNvSpPr>
            <a:spLocks noGrp="1"/>
          </p:cNvSpPr>
          <p:nvPr/>
        </p:nvSpPr>
        <p:spPr>
          <a:xfrm>
            <a:off x="844867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8" name="box-122">
            <a:extLst>
              <a:ext uri="{FF2B5EF4-FFF2-40B4-BE49-F238E27FC236}">
                <a16:creationId xmlns:a16="http://schemas.microsoft.com/office/drawing/2014/main" id="{0299931F-E828-4333-B2DA-EB99E626275B}"/>
              </a:ext>
            </a:extLst>
          </p:cNvPr>
          <p:cNvSpPr>
            <a:spLocks noGrp="1"/>
          </p:cNvSpPr>
          <p:nvPr/>
        </p:nvSpPr>
        <p:spPr>
          <a:xfrm>
            <a:off x="843915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3번째</a:t>
            </a:r>
          </a:p>
        </p:txBody>
      </p:sp>
      <p:sp>
        <p:nvSpPr>
          <p:cNvPr id="19" name="box-123">
            <a:extLst>
              <a:ext uri="{FF2B5EF4-FFF2-40B4-BE49-F238E27FC236}">
                <a16:creationId xmlns:a16="http://schemas.microsoft.com/office/drawing/2014/main" id="{E8EA0DA1-37E8-4DDD-86D5-3166FD68D0D2}"/>
              </a:ext>
            </a:extLst>
          </p:cNvPr>
          <p:cNvSpPr>
            <a:spLocks noGrp="1"/>
          </p:cNvSpPr>
          <p:nvPr/>
        </p:nvSpPr>
        <p:spPr>
          <a:xfrm>
            <a:off x="9505950" y="2209800"/>
            <a:ext cx="1695450" cy="895350"/>
          </a:xfrm>
          <a:prstGeom prst="rect">
            <a:avLst/>
          </a:prstGeom>
          <a:solidFill>
            <a:srgbClr val="EEF5F8"/>
          </a:solidFill>
          <a:ln w="9525">
            <a:solidFill>
              <a:srgbClr val="146995"/>
            </a:solidFill>
          </a:ln>
        </p:spPr>
      </p:sp>
      <p:sp>
        <p:nvSpPr>
          <p:cNvPr id="20" name="box-124">
            <a:extLst>
              <a:ext uri="{FF2B5EF4-FFF2-40B4-BE49-F238E27FC236}">
                <a16:creationId xmlns:a16="http://schemas.microsoft.com/office/drawing/2014/main" id="{9F36CCC5-D5EA-415C-B06A-42A29215603B}"/>
              </a:ext>
            </a:extLst>
          </p:cNvPr>
          <p:cNvSpPr>
            <a:spLocks noGrp="1"/>
          </p:cNvSpPr>
          <p:nvPr/>
        </p:nvSpPr>
        <p:spPr>
          <a:xfrm>
            <a:off x="950595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1</a:t>
            </a:r>
          </a:p>
        </p:txBody>
      </p:sp>
      <p:sp>
        <p:nvSpPr>
          <p:cNvPr id="21" name="box-125">
            <a:extLst>
              <a:ext uri="{FF2B5EF4-FFF2-40B4-BE49-F238E27FC236}">
                <a16:creationId xmlns:a16="http://schemas.microsoft.com/office/drawing/2014/main" id="{8B2EBDD5-861B-4343-AD9D-33A7AD7E7998}"/>
              </a:ext>
            </a:extLst>
          </p:cNvPr>
          <p:cNvSpPr>
            <a:spLocks noGrp="1"/>
          </p:cNvSpPr>
          <p:nvPr/>
        </p:nvSpPr>
        <p:spPr>
          <a:xfrm>
            <a:off x="990600" y="3876675"/>
            <a:ext cx="10382250" cy="457200"/>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8에서 1까지 줄이는 횟수: 3번</a:t>
            </a:r>
          </a:p>
        </p:txBody>
      </p:sp>
      <p:sp>
        <p:nvSpPr>
          <p:cNvPr id="22" name="box-126">
            <a:extLst>
              <a:ext uri="{FF2B5EF4-FFF2-40B4-BE49-F238E27FC236}">
                <a16:creationId xmlns:a16="http://schemas.microsoft.com/office/drawing/2014/main" id="{3584BD6B-448C-4D01-81AD-C2E3234571CE}"/>
              </a:ext>
            </a:extLst>
          </p:cNvPr>
          <p:cNvSpPr>
            <a:spLocks noGrp="1"/>
          </p:cNvSpPr>
          <p:nvPr/>
        </p:nvSpPr>
        <p:spPr>
          <a:xfrm>
            <a:off x="990600" y="4705350"/>
            <a:ext cx="10382250" cy="542925"/>
          </a:xfrm>
          <a:prstGeom prst="rect">
            <a:avLst/>
          </a:prstGeom>
          <a:noFill/>
          <a:ln w="0">
            <a:noFill/>
          </a:ln>
        </p:spPr>
        <p:txBody>
          <a:bodyPr wrap="none" lIns="0" tIns="0" rIns="0" bIns="0" anchor="t">
            <a:noAutofit/>
          </a:bodyPr>
          <a:lstStyle>
            <a:defPPr algn="l">
              <a:defRPr sz="3150" b="1">
                <a:solidFill>
                  <a:srgbClr val="146995"/>
                </a:solidFill>
                <a:latin typeface="Consolas"/>
                <a:ea typeface="Consolas"/>
                <a:cs typeface="Consolas"/>
              </a:defRPr>
            </a:defPPr>
          </a:lstStyle>
          <a:p>
            <a:pPr algn="l">
              <a:lnSpc>
                <a:spcPct val="112000"/>
              </a:lnSpc>
              <a:buNone/>
              <a:defRPr sz="3150" b="1">
                <a:solidFill>
                  <a:srgbClr val="146995"/>
                </a:solidFill>
                <a:latin typeface="Consolas"/>
                <a:ea typeface="Consolas"/>
                <a:cs typeface="Consolas"/>
              </a:defRPr>
            </a:pPr>
            <a:r>
              <a:rPr sz="3150" b="1">
                <a:solidFill>
                  <a:srgbClr val="146995"/>
                </a:solidFill>
                <a:latin typeface="Consolas"/>
                <a:ea typeface="Consolas"/>
                <a:cs typeface="Consolas"/>
              </a:rPr>
              <a:t>log₂8 = 3</a:t>
            </a:r>
          </a:p>
        </p:txBody>
      </p:sp>
      <p:sp>
        <p:nvSpPr>
          <p:cNvPr id="23" name="box-127">
            <a:extLst>
              <a:ext uri="{FF2B5EF4-FFF2-40B4-BE49-F238E27FC236}">
                <a16:creationId xmlns:a16="http://schemas.microsoft.com/office/drawing/2014/main" id="{0024D98B-3004-4E1F-A78A-783F06716589}"/>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log₂16 = 4, log₂32 = 5. 원소 수를 두 배로 늘리면 병합 층이 하나 늘어납니다.</a:t>
            </a:r>
          </a:p>
        </p:txBody>
      </p:sp>
    </p:spTree>
    <p:extLst>
      <p:ext uri="{BB962C8B-B14F-4D97-AF65-F5344CB8AC3E}">
        <p14:creationId xmlns:p14="http://schemas.microsoft.com/office/powerpoint/2010/main" val="14471212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128">
            <a:extLst>
              <a:ext uri="{FF2B5EF4-FFF2-40B4-BE49-F238E27FC236}">
                <a16:creationId xmlns:a16="http://schemas.microsoft.com/office/drawing/2014/main" id="{DFE993B7-74F2-479F-B86D-AACA48BDA14D}"/>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29">
            <a:extLst>
              <a:ext uri="{FF2B5EF4-FFF2-40B4-BE49-F238E27FC236}">
                <a16:creationId xmlns:a16="http://schemas.microsoft.com/office/drawing/2014/main" id="{FC205785-0657-4EAA-A14C-B6FFD7F849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30">
            <a:extLst>
              <a:ext uri="{FF2B5EF4-FFF2-40B4-BE49-F238E27FC236}">
                <a16:creationId xmlns:a16="http://schemas.microsoft.com/office/drawing/2014/main" id="{710DD329-2EEF-41B7-9AD0-68EB31A44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n log n: 한 층의 작업량에 층 수를 곱합니다</a:t>
            </a:r>
          </a:p>
        </p:txBody>
      </p:sp>
      <p:sp>
        <p:nvSpPr>
          <p:cNvPr id="4" name="box-131">
            <a:extLst>
              <a:ext uri="{FF2B5EF4-FFF2-40B4-BE49-F238E27FC236}">
                <a16:creationId xmlns:a16="http://schemas.microsoft.com/office/drawing/2014/main" id="{18AA861D-525B-4E17-9AAF-F3672383C4D0}"/>
              </a:ext>
            </a:extLst>
          </p:cNvPr>
          <p:cNvSpPr>
            <a:spLocks noGrp="1"/>
          </p:cNvSpPr>
          <p:nvPr/>
        </p:nvSpPr>
        <p:spPr>
          <a:xfrm>
            <a:off x="609600" y="1381125"/>
            <a:ext cx="10972800" cy="9525"/>
          </a:xfrm>
          <a:prstGeom prst="rect">
            <a:avLst/>
          </a:prstGeom>
          <a:solidFill>
            <a:srgbClr val="151515"/>
          </a:solidFill>
          <a:ln w="0">
            <a:noFill/>
          </a:ln>
        </p:spPr>
      </p:sp>
      <p:sp>
        <p:nvSpPr>
          <p:cNvPr id="5" name="box-132">
            <a:extLst>
              <a:ext uri="{FF2B5EF4-FFF2-40B4-BE49-F238E27FC236}">
                <a16:creationId xmlns:a16="http://schemas.microsoft.com/office/drawing/2014/main" id="{0A420F9C-660F-4F73-A200-FA9262E4C0A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267B88C-23D2-47CD-82B8-D617A8A0543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73630401-E372-4DD0-AD0B-6BA17B2961E9}"/>
              </a:ext>
            </a:extLst>
          </p:cNvPr>
          <p:cNvGraphicFramePr/>
          <p:nvPr/>
        </p:nvGraphicFramePr>
        <p:xfrm>
          <a:off x="609600" y="2019300"/>
          <a:ext cx="10972800" cy="2686050"/>
        </p:xfrm>
        <a:graphic>
          <a:graphicData uri="http://schemas.openxmlformats.org/drawingml/2006/table">
            <a:tbl>
              <a:tblPr/>
              <a:tblGrid>
                <a:gridCol w="32385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4591050">
                  <a:extLst>
                    <a:ext uri="{9D8B030D-6E8A-4147-A177-3AD203B41FA5}">
                      <a16:colId xmlns:a16="http://schemas.microsoft.com/office/drawing/2014/main" val="20002"/>
                    </a:ext>
                  </a:extLst>
                </a:gridCol>
              </a:tblGrid>
              <a:tr h="671513">
                <a:tc>
                  <a:txBody>
                    <a:bodyPr/>
                    <a:lstStyle/>
                    <a:p>
                      <a:pPr algn="ctr"/>
                      <a:r>
                        <a:rPr sz="2175" b="1">
                          <a:solidFill>
                            <a:srgbClr val="FFFFFF"/>
                          </a:solidFill>
                          <a:latin typeface="Malgun Gothic"/>
                          <a:ea typeface="Malgun Gothic"/>
                          <a:cs typeface="Malgun Gothic"/>
                        </a:rPr>
                        <a:t>원소 수</a:t>
                      </a:r>
                    </a:p>
                  </a:txBody>
                  <a:tcPr anchor="ctr">
                    <a:solidFill>
                      <a:srgbClr val="151515"/>
                    </a:solidFill>
                  </a:tcPr>
                </a:tc>
                <a:tc>
                  <a:txBody>
                    <a:bodyPr/>
                    <a:lstStyle/>
                    <a:p>
                      <a:pPr algn="ctr"/>
                      <a:r>
                        <a:rPr sz="2175" b="1">
                          <a:solidFill>
                            <a:srgbClr val="FFFFFF"/>
                          </a:solidFill>
                          <a:latin typeface="Malgun Gothic"/>
                          <a:ea typeface="Malgun Gothic"/>
                          <a:cs typeface="Malgun Gothic"/>
                        </a:rPr>
                        <a:t>병합 층 수</a:t>
                      </a:r>
                    </a:p>
                  </a:txBody>
                  <a:tcPr anchor="ctr">
                    <a:solidFill>
                      <a:srgbClr val="151515"/>
                    </a:solidFill>
                  </a:tcPr>
                </a:tc>
                <a:tc>
                  <a:txBody>
                    <a:bodyPr/>
                    <a:lstStyle/>
                    <a:p>
                      <a:pPr algn="ctr"/>
                      <a:r>
                        <a:rPr sz="2175" b="1">
                          <a:solidFill>
                            <a:srgbClr val="FFFFFF"/>
                          </a:solidFill>
                          <a:latin typeface="Malgun Gothic"/>
                          <a:ea typeface="Malgun Gothic"/>
                          <a:cs typeface="Malgun Gothic"/>
                        </a:rPr>
                        <a:t>결과에 넣는 횟수</a:t>
                      </a:r>
                    </a:p>
                  </a:txBody>
                  <a:tcPr anchor="ctr">
                    <a:solidFill>
                      <a:srgbClr val="151515"/>
                    </a:solidFill>
                  </a:tcPr>
                </a:tc>
                <a:extLst>
                  <a:ext uri="{0D108BD9-81ED-4DB2-BD59-A6C34878D82A}">
                    <a16:rowId xmlns:a16="http://schemas.microsoft.com/office/drawing/2014/main" val="10000"/>
                  </a:ext>
                </a:extLst>
              </a:tr>
              <a:tr h="671513">
                <a:tc>
                  <a:txBody>
                    <a:bodyPr/>
                    <a:lstStyle/>
                    <a:p>
                      <a:pPr algn="ctr"/>
                      <a:r>
                        <a:rPr sz="2175" b="0">
                          <a:solidFill>
                            <a:srgbClr val="151515"/>
                          </a:solidFill>
                          <a:latin typeface="Malgun Gothic"/>
                          <a:ea typeface="Malgun Gothic"/>
                          <a:cs typeface="Malgun Gothic"/>
                        </a:rPr>
                        <a:t>8개</a:t>
                      </a:r>
                    </a:p>
                  </a:txBody>
                  <a:tcPr anchor="ctr">
                    <a:solidFill>
                      <a:srgbClr val="FFFFFF"/>
                    </a:solidFill>
                  </a:tcPr>
                </a:tc>
                <a:tc>
                  <a:txBody>
                    <a:bodyPr/>
                    <a:lstStyle/>
                    <a:p>
                      <a:pPr algn="ctr"/>
                      <a:r>
                        <a:rPr sz="2175" b="0">
                          <a:solidFill>
                            <a:srgbClr val="151515"/>
                          </a:solidFill>
                          <a:latin typeface="Malgun Gothic"/>
                          <a:ea typeface="Malgun Gothic"/>
                          <a:cs typeface="Malgun Gothic"/>
                        </a:rPr>
                        <a:t>3층</a:t>
                      </a:r>
                    </a:p>
                  </a:txBody>
                  <a:tcPr anchor="ctr">
                    <a:solidFill>
                      <a:srgbClr val="FFFFFF"/>
                    </a:solidFill>
                  </a:tcPr>
                </a:tc>
                <a:tc>
                  <a:txBody>
                    <a:bodyPr/>
                    <a:lstStyle/>
                    <a:p>
                      <a:pPr algn="ctr"/>
                      <a:r>
                        <a:rPr sz="2175" b="0">
                          <a:solidFill>
                            <a:srgbClr val="151515"/>
                          </a:solidFill>
                          <a:latin typeface="Malgun Gothic"/>
                          <a:ea typeface="Malgun Gothic"/>
                          <a:cs typeface="Malgun Gothic"/>
                        </a:rPr>
                        <a:t>8 × 3 = 24</a:t>
                      </a:r>
                    </a:p>
                  </a:txBody>
                  <a:tcPr anchor="ctr">
                    <a:solidFill>
                      <a:srgbClr val="FFFFFF"/>
                    </a:solidFill>
                  </a:tcPr>
                </a:tc>
                <a:extLst>
                  <a:ext uri="{0D108BD9-81ED-4DB2-BD59-A6C34878D82A}">
                    <a16:rowId xmlns:a16="http://schemas.microsoft.com/office/drawing/2014/main" val="10001"/>
                  </a:ext>
                </a:extLst>
              </a:tr>
              <a:tr h="671513">
                <a:tc>
                  <a:txBody>
                    <a:bodyPr/>
                    <a:lstStyle/>
                    <a:p>
                      <a:pPr algn="ctr"/>
                      <a:r>
                        <a:rPr sz="2175" b="0">
                          <a:solidFill>
                            <a:srgbClr val="151515"/>
                          </a:solidFill>
                          <a:latin typeface="Malgun Gothic"/>
                          <a:ea typeface="Malgun Gothic"/>
                          <a:cs typeface="Malgun Gothic"/>
                        </a:rPr>
                        <a:t>16개</a:t>
                      </a:r>
                    </a:p>
                  </a:txBody>
                  <a:tcPr anchor="ctr">
                    <a:solidFill>
                      <a:srgbClr val="F1F4F6"/>
                    </a:solidFill>
                  </a:tcPr>
                </a:tc>
                <a:tc>
                  <a:txBody>
                    <a:bodyPr/>
                    <a:lstStyle/>
                    <a:p>
                      <a:pPr algn="ctr"/>
                      <a:r>
                        <a:rPr sz="2175" b="0">
                          <a:solidFill>
                            <a:srgbClr val="151515"/>
                          </a:solidFill>
                          <a:latin typeface="Malgun Gothic"/>
                          <a:ea typeface="Malgun Gothic"/>
                          <a:cs typeface="Malgun Gothic"/>
                        </a:rPr>
                        <a:t>4층</a:t>
                      </a:r>
                    </a:p>
                  </a:txBody>
                  <a:tcPr anchor="ctr">
                    <a:solidFill>
                      <a:srgbClr val="F1F4F6"/>
                    </a:solidFill>
                  </a:tcPr>
                </a:tc>
                <a:tc>
                  <a:txBody>
                    <a:bodyPr/>
                    <a:lstStyle/>
                    <a:p>
                      <a:pPr algn="ctr"/>
                      <a:r>
                        <a:rPr sz="2175" b="0">
                          <a:solidFill>
                            <a:srgbClr val="151515"/>
                          </a:solidFill>
                          <a:latin typeface="Malgun Gothic"/>
                          <a:ea typeface="Malgun Gothic"/>
                          <a:cs typeface="Malgun Gothic"/>
                        </a:rPr>
                        <a:t>16 × 4 = 64</a:t>
                      </a:r>
                    </a:p>
                  </a:txBody>
                  <a:tcPr anchor="ctr">
                    <a:solidFill>
                      <a:srgbClr val="F1F4F6"/>
                    </a:solidFill>
                  </a:tcPr>
                </a:tc>
                <a:extLst>
                  <a:ext uri="{0D108BD9-81ED-4DB2-BD59-A6C34878D82A}">
                    <a16:rowId xmlns:a16="http://schemas.microsoft.com/office/drawing/2014/main" val="10002"/>
                  </a:ext>
                </a:extLst>
              </a:tr>
              <a:tr h="671513">
                <a:tc>
                  <a:txBody>
                    <a:bodyPr/>
                    <a:lstStyle/>
                    <a:p>
                      <a:pPr algn="ctr"/>
                      <a:r>
                        <a:rPr sz="2175" b="0">
                          <a:solidFill>
                            <a:srgbClr val="151515"/>
                          </a:solidFill>
                          <a:latin typeface="Malgun Gothic"/>
                          <a:ea typeface="Malgun Gothic"/>
                          <a:cs typeface="Malgun Gothic"/>
                        </a:rPr>
                        <a:t>32개</a:t>
                      </a:r>
                    </a:p>
                  </a:txBody>
                  <a:tcPr anchor="ctr">
                    <a:solidFill>
                      <a:srgbClr val="FFFFFF"/>
                    </a:solidFill>
                  </a:tcPr>
                </a:tc>
                <a:tc>
                  <a:txBody>
                    <a:bodyPr/>
                    <a:lstStyle/>
                    <a:p>
                      <a:pPr algn="ctr"/>
                      <a:r>
                        <a:rPr sz="2175" b="0">
                          <a:solidFill>
                            <a:srgbClr val="151515"/>
                          </a:solidFill>
                          <a:latin typeface="Malgun Gothic"/>
                          <a:ea typeface="Malgun Gothic"/>
                          <a:cs typeface="Malgun Gothic"/>
                        </a:rPr>
                        <a:t>5층</a:t>
                      </a:r>
                    </a:p>
                  </a:txBody>
                  <a:tcPr anchor="ctr">
                    <a:solidFill>
                      <a:srgbClr val="FFFFFF"/>
                    </a:solidFill>
                  </a:tcPr>
                </a:tc>
                <a:tc>
                  <a:txBody>
                    <a:bodyPr/>
                    <a:lstStyle/>
                    <a:p>
                      <a:pPr algn="ctr"/>
                      <a:r>
                        <a:rPr sz="2175" b="0">
                          <a:solidFill>
                            <a:srgbClr val="151515"/>
                          </a:solidFill>
                          <a:latin typeface="Malgun Gothic"/>
                          <a:ea typeface="Malgun Gothic"/>
                          <a:cs typeface="Malgun Gothic"/>
                        </a:rPr>
                        <a:t>32 × 5 = 160</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box-135">
            <a:extLst>
              <a:ext uri="{FF2B5EF4-FFF2-40B4-BE49-F238E27FC236}">
                <a16:creationId xmlns:a16="http://schemas.microsoft.com/office/drawing/2014/main" id="{BC24A05A-3F08-4CD5-8790-D13CA5ECDF48}"/>
              </a:ext>
            </a:extLst>
          </p:cNvPr>
          <p:cNvSpPr>
            <a:spLocks noGrp="1"/>
          </p:cNvSpPr>
          <p:nvPr/>
        </p:nvSpPr>
        <p:spPr>
          <a:xfrm>
            <a:off x="609600" y="5067300"/>
            <a:ext cx="10972800" cy="476250"/>
          </a:xfrm>
          <a:prstGeom prst="rect">
            <a:avLst/>
          </a:prstGeom>
          <a:noFill/>
          <a:ln w="0">
            <a:noFill/>
          </a:ln>
        </p:spPr>
        <p:txBody>
          <a:bodyPr wrap="none" lIns="0" tIns="0" rIns="0" bIns="0" anchor="t">
            <a:noAutofit/>
          </a:bodyPr>
          <a:lstStyle>
            <a:defPPr algn="l">
              <a:defRPr sz="2700" b="1">
                <a:solidFill>
                  <a:srgbClr val="146995"/>
                </a:solidFill>
                <a:latin typeface="Malgun Gothic"/>
                <a:ea typeface="Malgun Gothic"/>
                <a:cs typeface="Malgun Gothic"/>
              </a:defRPr>
            </a:defPPr>
          </a:lstStyle>
          <a:p>
            <a:pPr algn="l">
              <a:lnSpc>
                <a:spcPct val="112000"/>
              </a:lnSpc>
              <a:buNone/>
              <a:defRPr sz="2700" b="1">
                <a:solidFill>
                  <a:srgbClr val="146995"/>
                </a:solidFill>
                <a:latin typeface="Malgun Gothic"/>
                <a:ea typeface="Malgun Gothic"/>
                <a:cs typeface="Malgun Gothic"/>
              </a:defRPr>
            </a:pPr>
            <a:r>
              <a:rPr sz="2700" b="1">
                <a:solidFill>
                  <a:srgbClr val="146995"/>
                </a:solidFill>
                <a:latin typeface="Malgun Gothic"/>
                <a:ea typeface="Malgun Gothic"/>
                <a:cs typeface="Malgun Gothic"/>
              </a:rPr>
              <a:t>원소 수 n × 층 수 log₂n</a:t>
            </a:r>
          </a:p>
        </p:txBody>
      </p:sp>
      <p:sp>
        <p:nvSpPr>
          <p:cNvPr id="9" name="box-136">
            <a:extLst>
              <a:ext uri="{FF2B5EF4-FFF2-40B4-BE49-F238E27FC236}">
                <a16:creationId xmlns:a16="http://schemas.microsoft.com/office/drawing/2014/main" id="{EC31BD26-6CCD-456C-977D-55B46F320E85}"/>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병합 정렬의 전체 시간은 O(n log n). O는 입력이 커질 때 작업량이 늘어나는 정도를 나타냅니다.</a:t>
            </a:r>
          </a:p>
        </p:txBody>
      </p:sp>
    </p:spTree>
    <p:extLst>
      <p:ext uri="{BB962C8B-B14F-4D97-AF65-F5344CB8AC3E}">
        <p14:creationId xmlns:p14="http://schemas.microsoft.com/office/powerpoint/2010/main" val="36889385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box-137">
            <a:extLst>
              <a:ext uri="{FF2B5EF4-FFF2-40B4-BE49-F238E27FC236}">
                <a16:creationId xmlns:a16="http://schemas.microsoft.com/office/drawing/2014/main" id="{2C4D44D9-F7EF-4B4F-ACA5-0AD8C1893F8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38">
            <a:extLst>
              <a:ext uri="{FF2B5EF4-FFF2-40B4-BE49-F238E27FC236}">
                <a16:creationId xmlns:a16="http://schemas.microsoft.com/office/drawing/2014/main" id="{10B82099-CEAB-4383-88A0-9C15B963DEF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39">
            <a:extLst>
              <a:ext uri="{FF2B5EF4-FFF2-40B4-BE49-F238E27FC236}">
                <a16:creationId xmlns:a16="http://schemas.microsoft.com/office/drawing/2014/main" id="{DD1565A4-4F27-426E-8F75-09CB90FB97C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T(n): 원소 n개를 정렬하는 데 드는 시간</a:t>
            </a:r>
          </a:p>
        </p:txBody>
      </p:sp>
      <p:sp>
        <p:nvSpPr>
          <p:cNvPr id="4" name="box-140">
            <a:extLst>
              <a:ext uri="{FF2B5EF4-FFF2-40B4-BE49-F238E27FC236}">
                <a16:creationId xmlns:a16="http://schemas.microsoft.com/office/drawing/2014/main" id="{6B3855AB-EA9A-4FED-B7E4-79108E915CB7}"/>
              </a:ext>
            </a:extLst>
          </p:cNvPr>
          <p:cNvSpPr>
            <a:spLocks noGrp="1"/>
          </p:cNvSpPr>
          <p:nvPr/>
        </p:nvSpPr>
        <p:spPr>
          <a:xfrm>
            <a:off x="609600" y="1381125"/>
            <a:ext cx="10972800" cy="9525"/>
          </a:xfrm>
          <a:prstGeom prst="rect">
            <a:avLst/>
          </a:prstGeom>
          <a:solidFill>
            <a:srgbClr val="151515"/>
          </a:solidFill>
          <a:ln w="0">
            <a:noFill/>
          </a:ln>
        </p:spPr>
      </p:sp>
      <p:sp>
        <p:nvSpPr>
          <p:cNvPr id="5" name="box-141">
            <a:extLst>
              <a:ext uri="{FF2B5EF4-FFF2-40B4-BE49-F238E27FC236}">
                <a16:creationId xmlns:a16="http://schemas.microsoft.com/office/drawing/2014/main" id="{B28CFB9E-CA42-4E32-86BA-91FD73699F6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2E674D8-7CCF-47FD-A932-47B3A9DD7EC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55</a:t>
            </a:r>
            <a:endParaRPr sz="1050" b="0">
              <a:solidFill>
                <a:srgbClr val="151515"/>
              </a:solidFill>
              <a:latin typeface="Consolas"/>
              <a:ea typeface="Consolas"/>
              <a:cs typeface="Consolas"/>
            </a:endParaRPr>
          </a:p>
        </p:txBody>
      </p:sp>
      <p:sp>
        <p:nvSpPr>
          <p:cNvPr id="7" name="box-143">
            <a:extLst>
              <a:ext uri="{FF2B5EF4-FFF2-40B4-BE49-F238E27FC236}">
                <a16:creationId xmlns:a16="http://schemas.microsoft.com/office/drawing/2014/main" id="{1F5FBA4D-CFA8-444F-9D2C-9FD44371A451}"/>
              </a:ext>
            </a:extLst>
          </p:cNvPr>
          <p:cNvSpPr>
            <a:spLocks noGrp="1"/>
          </p:cNvSpPr>
          <p:nvPr/>
        </p:nvSpPr>
        <p:spPr>
          <a:xfrm>
            <a:off x="609600" y="1724025"/>
            <a:ext cx="1097280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8개 정렬의 시간 = 왼쪽 4개 + 오른쪽 4개 + 병합</a:t>
            </a:r>
          </a:p>
        </p:txBody>
      </p:sp>
      <p:sp>
        <p:nvSpPr>
          <p:cNvPr id="8" name="box-144">
            <a:extLst>
              <a:ext uri="{FF2B5EF4-FFF2-40B4-BE49-F238E27FC236}">
                <a16:creationId xmlns:a16="http://schemas.microsoft.com/office/drawing/2014/main" id="{2094E524-F26C-4A47-89C5-CBF432E87788}"/>
              </a:ext>
            </a:extLst>
          </p:cNvPr>
          <p:cNvSpPr>
            <a:spLocks noGrp="1"/>
          </p:cNvSpPr>
          <p:nvPr/>
        </p:nvSpPr>
        <p:spPr>
          <a:xfrm>
            <a:off x="857250" y="2505075"/>
            <a:ext cx="1714500" cy="514350"/>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T(8)</a:t>
            </a:r>
          </a:p>
        </p:txBody>
      </p:sp>
      <p:sp>
        <p:nvSpPr>
          <p:cNvPr id="9" name="box-145">
            <a:extLst>
              <a:ext uri="{FF2B5EF4-FFF2-40B4-BE49-F238E27FC236}">
                <a16:creationId xmlns:a16="http://schemas.microsoft.com/office/drawing/2014/main" id="{B4ED1BB3-5A70-4F9F-A2A5-CC6934DD1724}"/>
              </a:ext>
            </a:extLst>
          </p:cNvPr>
          <p:cNvSpPr>
            <a:spLocks noGrp="1"/>
          </p:cNvSpPr>
          <p:nvPr/>
        </p:nvSpPr>
        <p:spPr>
          <a:xfrm>
            <a:off x="2581275"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0" name="box-146">
            <a:extLst>
              <a:ext uri="{FF2B5EF4-FFF2-40B4-BE49-F238E27FC236}">
                <a16:creationId xmlns:a16="http://schemas.microsoft.com/office/drawing/2014/main" id="{27D7AAAA-0440-49D8-8B4C-B6B49C3F15F0}"/>
              </a:ext>
            </a:extLst>
          </p:cNvPr>
          <p:cNvSpPr>
            <a:spLocks noGrp="1"/>
          </p:cNvSpPr>
          <p:nvPr/>
        </p:nvSpPr>
        <p:spPr>
          <a:xfrm>
            <a:off x="3314700" y="2505075"/>
            <a:ext cx="2447925" cy="514350"/>
          </a:xfrm>
          <a:prstGeom prst="rect">
            <a:avLst/>
          </a:prstGeom>
          <a:noFill/>
          <a:ln w="0">
            <a:noFill/>
          </a:ln>
        </p:spPr>
        <p:txBody>
          <a:bodyPr wrap="none" lIns="0" tIns="0" rIns="0" bIns="0" anchor="t">
            <a:noAutofit/>
          </a:bodyPr>
          <a:lstStyle>
            <a:defPPr algn="l">
              <a:defRPr sz="3000" b="1">
                <a:solidFill>
                  <a:srgbClr val="146995"/>
                </a:solidFill>
                <a:latin typeface="Consolas"/>
                <a:ea typeface="Consolas"/>
                <a:cs typeface="Consolas"/>
              </a:defRPr>
            </a:defPPr>
          </a:lstStyle>
          <a:p>
            <a:pPr algn="l">
              <a:lnSpc>
                <a:spcPct val="112000"/>
              </a:lnSpc>
              <a:buNone/>
              <a:defRPr sz="3000" b="1">
                <a:solidFill>
                  <a:srgbClr val="146995"/>
                </a:solidFill>
                <a:latin typeface="Consolas"/>
                <a:ea typeface="Consolas"/>
                <a:cs typeface="Consolas"/>
              </a:defRPr>
            </a:pPr>
            <a:r>
              <a:rPr sz="3000" b="1">
                <a:solidFill>
                  <a:srgbClr val="146995"/>
                </a:solidFill>
                <a:latin typeface="Consolas"/>
                <a:ea typeface="Consolas"/>
                <a:cs typeface="Consolas"/>
              </a:rPr>
              <a:t>T(4)</a:t>
            </a:r>
          </a:p>
        </p:txBody>
      </p:sp>
      <p:sp>
        <p:nvSpPr>
          <p:cNvPr id="11" name="box-147">
            <a:extLst>
              <a:ext uri="{FF2B5EF4-FFF2-40B4-BE49-F238E27FC236}">
                <a16:creationId xmlns:a16="http://schemas.microsoft.com/office/drawing/2014/main" id="{E0F0A23F-58D2-4659-95FE-F9EE5C83650D}"/>
              </a:ext>
            </a:extLst>
          </p:cNvPr>
          <p:cNvSpPr>
            <a:spLocks noGrp="1"/>
          </p:cNvSpPr>
          <p:nvPr/>
        </p:nvSpPr>
        <p:spPr>
          <a:xfrm>
            <a:off x="5734050"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2" name="box-148">
            <a:extLst>
              <a:ext uri="{FF2B5EF4-FFF2-40B4-BE49-F238E27FC236}">
                <a16:creationId xmlns:a16="http://schemas.microsoft.com/office/drawing/2014/main" id="{83FA5DC9-6945-4669-B8BF-D196D2254197}"/>
              </a:ext>
            </a:extLst>
          </p:cNvPr>
          <p:cNvSpPr>
            <a:spLocks noGrp="1"/>
          </p:cNvSpPr>
          <p:nvPr/>
        </p:nvSpPr>
        <p:spPr>
          <a:xfrm>
            <a:off x="6438900" y="2505075"/>
            <a:ext cx="2447925" cy="514350"/>
          </a:xfrm>
          <a:prstGeom prst="rect">
            <a:avLst/>
          </a:prstGeom>
          <a:noFill/>
          <a:ln w="0">
            <a:noFill/>
          </a:ln>
        </p:spPr>
        <p:txBody>
          <a:bodyPr wrap="none" lIns="0" tIns="0" rIns="0" bIns="0" anchor="t">
            <a:noAutofit/>
          </a:bodyPr>
          <a:lstStyle>
            <a:defPPr algn="l">
              <a:defRPr sz="3000" b="1">
                <a:solidFill>
                  <a:srgbClr val="21744F"/>
                </a:solidFill>
                <a:latin typeface="Consolas"/>
                <a:ea typeface="Consolas"/>
                <a:cs typeface="Consolas"/>
              </a:defRPr>
            </a:defPPr>
          </a:lstStyle>
          <a:p>
            <a:pPr algn="l">
              <a:lnSpc>
                <a:spcPct val="112000"/>
              </a:lnSpc>
              <a:buNone/>
              <a:defRPr sz="3000" b="1">
                <a:solidFill>
                  <a:srgbClr val="21744F"/>
                </a:solidFill>
                <a:latin typeface="Consolas"/>
                <a:ea typeface="Consolas"/>
                <a:cs typeface="Consolas"/>
              </a:defRPr>
            </a:pPr>
            <a:r>
              <a:rPr sz="3000" b="1">
                <a:solidFill>
                  <a:srgbClr val="21744F"/>
                </a:solidFill>
                <a:latin typeface="Consolas"/>
                <a:ea typeface="Consolas"/>
                <a:cs typeface="Consolas"/>
              </a:rPr>
              <a:t>T(4)</a:t>
            </a:r>
          </a:p>
        </p:txBody>
      </p:sp>
      <p:sp>
        <p:nvSpPr>
          <p:cNvPr id="13" name="box-149">
            <a:extLst>
              <a:ext uri="{FF2B5EF4-FFF2-40B4-BE49-F238E27FC236}">
                <a16:creationId xmlns:a16="http://schemas.microsoft.com/office/drawing/2014/main" id="{76142EA2-464E-49E1-8831-DDF783E9A341}"/>
              </a:ext>
            </a:extLst>
          </p:cNvPr>
          <p:cNvSpPr>
            <a:spLocks noGrp="1"/>
          </p:cNvSpPr>
          <p:nvPr/>
        </p:nvSpPr>
        <p:spPr>
          <a:xfrm>
            <a:off x="8839200"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4" name="box-150">
            <a:extLst>
              <a:ext uri="{FF2B5EF4-FFF2-40B4-BE49-F238E27FC236}">
                <a16:creationId xmlns:a16="http://schemas.microsoft.com/office/drawing/2014/main" id="{5DA897C6-0951-4179-88F0-4E0E1C8C8355}"/>
              </a:ext>
            </a:extLst>
          </p:cNvPr>
          <p:cNvSpPr>
            <a:spLocks noGrp="1"/>
          </p:cNvSpPr>
          <p:nvPr/>
        </p:nvSpPr>
        <p:spPr>
          <a:xfrm>
            <a:off x="9525000" y="2505075"/>
            <a:ext cx="1981200" cy="514350"/>
          </a:xfrm>
          <a:prstGeom prst="rect">
            <a:avLst/>
          </a:prstGeom>
          <a:noFill/>
          <a:ln w="0">
            <a:noFill/>
          </a:ln>
        </p:spPr>
        <p:txBody>
          <a:bodyPr wrap="none" lIns="0" tIns="0" rIns="0" bIns="0" anchor="t">
            <a:noAutofit/>
          </a:bodyPr>
          <a:lstStyle>
            <a:defPPr algn="l">
              <a:defRPr sz="3000" b="1">
                <a:solidFill>
                  <a:srgbClr val="AD630C"/>
                </a:solidFill>
                <a:latin typeface="Consolas"/>
                <a:ea typeface="Consolas"/>
                <a:cs typeface="Consolas"/>
              </a:defRPr>
            </a:defPPr>
          </a:lstStyle>
          <a:p>
            <a:pPr algn="l">
              <a:lnSpc>
                <a:spcPct val="112000"/>
              </a:lnSpc>
              <a:buNone/>
              <a:defRPr sz="3000" b="1">
                <a:solidFill>
                  <a:srgbClr val="AD630C"/>
                </a:solidFill>
                <a:latin typeface="Consolas"/>
                <a:ea typeface="Consolas"/>
                <a:cs typeface="Consolas"/>
              </a:defRPr>
            </a:pPr>
            <a:r>
              <a:rPr sz="3000" b="1">
                <a:solidFill>
                  <a:srgbClr val="AD630C"/>
                </a:solidFill>
                <a:latin typeface="Consolas"/>
                <a:ea typeface="Consolas"/>
                <a:cs typeface="Consolas"/>
              </a:rPr>
              <a:t>병합 비용</a:t>
            </a:r>
          </a:p>
        </p:txBody>
      </p:sp>
      <p:sp>
        <p:nvSpPr>
          <p:cNvPr id="15" name="box-151">
            <a:extLst>
              <a:ext uri="{FF2B5EF4-FFF2-40B4-BE49-F238E27FC236}">
                <a16:creationId xmlns:a16="http://schemas.microsoft.com/office/drawing/2014/main" id="{1389258B-E242-463C-8C6B-E0B2090E354A}"/>
              </a:ext>
            </a:extLst>
          </p:cNvPr>
          <p:cNvSpPr>
            <a:spLocks noGrp="1"/>
          </p:cNvSpPr>
          <p:nvPr/>
        </p:nvSpPr>
        <p:spPr>
          <a:xfrm>
            <a:off x="666750" y="3228975"/>
            <a:ext cx="1905000" cy="361950"/>
          </a:xfrm>
          <a:prstGeom prst="rect">
            <a:avLst/>
          </a:prstGeom>
          <a:noFill/>
          <a:ln w="0">
            <a:noFill/>
          </a:ln>
        </p:spPr>
        <p:txBody>
          <a:bodyPr wrap="none" lIns="0" tIns="0" rIns="0" bIns="0" anchor="t">
            <a:noAutofit/>
          </a:bodyPr>
          <a:lstStyle>
            <a:defPPr algn="ctr">
              <a:defRPr sz="1800" b="0">
                <a:solidFill>
                  <a:srgbClr val="151515"/>
                </a:solidFill>
                <a:latin typeface="Malgun Gothic"/>
                <a:ea typeface="Malgun Gothic"/>
                <a:cs typeface="Malgun Gothic"/>
              </a:defRPr>
            </a:defPPr>
          </a:lstStyle>
          <a:p>
            <a:pPr algn="ctr">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전체 시간</a:t>
            </a:r>
          </a:p>
        </p:txBody>
      </p:sp>
      <p:sp>
        <p:nvSpPr>
          <p:cNvPr id="16" name="box-152">
            <a:extLst>
              <a:ext uri="{FF2B5EF4-FFF2-40B4-BE49-F238E27FC236}">
                <a16:creationId xmlns:a16="http://schemas.microsoft.com/office/drawing/2014/main" id="{EBA1725A-888F-4873-9AB2-F3C6ED49D8F8}"/>
              </a:ext>
            </a:extLst>
          </p:cNvPr>
          <p:cNvSpPr>
            <a:spLocks noGrp="1"/>
          </p:cNvSpPr>
          <p:nvPr/>
        </p:nvSpPr>
        <p:spPr>
          <a:xfrm>
            <a:off x="3114675" y="3228975"/>
            <a:ext cx="2762250" cy="361950"/>
          </a:xfrm>
          <a:prstGeom prst="rect">
            <a:avLst/>
          </a:prstGeom>
          <a:noFill/>
          <a:ln w="0">
            <a:noFill/>
          </a:ln>
        </p:spPr>
        <p:txBody>
          <a:bodyPr wrap="none" lIns="0" tIns="0" rIns="0" bIns="0" anchor="t">
            <a:noAutofit/>
          </a:bodyPr>
          <a:lstStyle>
            <a:defPPr algn="ctr">
              <a:defRPr sz="1800" b="0">
                <a:solidFill>
                  <a:srgbClr val="146995"/>
                </a:solidFill>
                <a:latin typeface="Malgun Gothic"/>
                <a:ea typeface="Malgun Gothic"/>
                <a:cs typeface="Malgun Gothic"/>
              </a:defRPr>
            </a:defPPr>
          </a:lstStyle>
          <a:p>
            <a:pPr algn="ctr">
              <a:lnSpc>
                <a:spcPct val="112000"/>
              </a:lnSpc>
              <a:buNone/>
              <a:defRPr sz="1800" b="0">
                <a:solidFill>
                  <a:srgbClr val="146995"/>
                </a:solidFill>
                <a:latin typeface="Malgun Gothic"/>
                <a:ea typeface="Malgun Gothic"/>
                <a:cs typeface="Malgun Gothic"/>
              </a:defRPr>
            </a:pPr>
            <a:r>
              <a:rPr sz="1800" b="0">
                <a:solidFill>
                  <a:srgbClr val="146995"/>
                </a:solidFill>
                <a:latin typeface="Malgun Gothic"/>
                <a:ea typeface="Malgun Gothic"/>
                <a:cs typeface="Malgun Gothic"/>
              </a:rPr>
              <a:t>왼쪽 절반의 시간</a:t>
            </a:r>
          </a:p>
        </p:txBody>
      </p:sp>
      <p:sp>
        <p:nvSpPr>
          <p:cNvPr id="17" name="box-153">
            <a:extLst>
              <a:ext uri="{FF2B5EF4-FFF2-40B4-BE49-F238E27FC236}">
                <a16:creationId xmlns:a16="http://schemas.microsoft.com/office/drawing/2014/main" id="{EC310327-7A79-4D07-84E3-6790EBBFE449}"/>
              </a:ext>
            </a:extLst>
          </p:cNvPr>
          <p:cNvSpPr>
            <a:spLocks noGrp="1"/>
          </p:cNvSpPr>
          <p:nvPr/>
        </p:nvSpPr>
        <p:spPr>
          <a:xfrm>
            <a:off x="6191250" y="3228975"/>
            <a:ext cx="2857500" cy="361950"/>
          </a:xfrm>
          <a:prstGeom prst="rect">
            <a:avLst/>
          </a:prstGeom>
          <a:noFill/>
          <a:ln w="0">
            <a:noFill/>
          </a:ln>
        </p:spPr>
        <p:txBody>
          <a:bodyPr wrap="none" lIns="0" tIns="0" rIns="0" bIns="0" anchor="t">
            <a:noAutofit/>
          </a:bodyPr>
          <a:lstStyle>
            <a:defPPr algn="ctr">
              <a:defRPr sz="1800" b="0">
                <a:solidFill>
                  <a:srgbClr val="21744F"/>
                </a:solidFill>
                <a:latin typeface="Malgun Gothic"/>
                <a:ea typeface="Malgun Gothic"/>
                <a:cs typeface="Malgun Gothic"/>
              </a:defRPr>
            </a:defPPr>
          </a:lstStyle>
          <a:p>
            <a:pPr algn="ctr">
              <a:lnSpc>
                <a:spcPct val="112000"/>
              </a:lnSpc>
              <a:buNone/>
              <a:defRPr sz="1800" b="0">
                <a:solidFill>
                  <a:srgbClr val="21744F"/>
                </a:solidFill>
                <a:latin typeface="Malgun Gothic"/>
                <a:ea typeface="Malgun Gothic"/>
                <a:cs typeface="Malgun Gothic"/>
              </a:defRPr>
            </a:pPr>
            <a:r>
              <a:rPr sz="1800" b="0">
                <a:solidFill>
                  <a:srgbClr val="21744F"/>
                </a:solidFill>
                <a:latin typeface="Malgun Gothic"/>
                <a:ea typeface="Malgun Gothic"/>
                <a:cs typeface="Malgun Gothic"/>
              </a:rPr>
              <a:t>오른쪽 절반의 시간</a:t>
            </a:r>
          </a:p>
        </p:txBody>
      </p:sp>
      <p:sp>
        <p:nvSpPr>
          <p:cNvPr id="18" name="box-154">
            <a:extLst>
              <a:ext uri="{FF2B5EF4-FFF2-40B4-BE49-F238E27FC236}">
                <a16:creationId xmlns:a16="http://schemas.microsoft.com/office/drawing/2014/main" id="{0D22FA2C-6FB0-458A-BFF1-A139F7656CD7}"/>
              </a:ext>
            </a:extLst>
          </p:cNvPr>
          <p:cNvSpPr>
            <a:spLocks noGrp="1"/>
          </p:cNvSpPr>
          <p:nvPr/>
        </p:nvSpPr>
        <p:spPr>
          <a:xfrm>
            <a:off x="9324975" y="3228975"/>
            <a:ext cx="2257425" cy="361950"/>
          </a:xfrm>
          <a:prstGeom prst="rect">
            <a:avLst/>
          </a:prstGeom>
          <a:noFill/>
          <a:ln w="0">
            <a:noFill/>
          </a:ln>
        </p:spPr>
        <p:txBody>
          <a:bodyPr wrap="none" lIns="0" tIns="0" rIns="0" bIns="0" anchor="t">
            <a:noAutofit/>
          </a:bodyPr>
          <a:lstStyle>
            <a:defPPr algn="ctr">
              <a:defRPr sz="1725" b="0">
                <a:solidFill>
                  <a:srgbClr val="AD630C"/>
                </a:solidFill>
                <a:latin typeface="Malgun Gothic"/>
                <a:ea typeface="Malgun Gothic"/>
                <a:cs typeface="Malgun Gothic"/>
              </a:defRPr>
            </a:defPPr>
          </a:lstStyle>
          <a:p>
            <a:pPr algn="ctr">
              <a:lnSpc>
                <a:spcPct val="112000"/>
              </a:lnSpc>
              <a:buNone/>
              <a:defRPr sz="1725" b="0">
                <a:solidFill>
                  <a:srgbClr val="AD630C"/>
                </a:solidFill>
                <a:latin typeface="Malgun Gothic"/>
                <a:ea typeface="Malgun Gothic"/>
                <a:cs typeface="Malgun Gothic"/>
              </a:defRPr>
            </a:pPr>
            <a:r>
              <a:rPr sz="1725" b="0">
                <a:solidFill>
                  <a:srgbClr val="AD630C"/>
                </a:solidFill>
                <a:latin typeface="Malgun Gothic"/>
                <a:ea typeface="Malgun Gothic"/>
                <a:cs typeface="Malgun Gothic"/>
              </a:rPr>
              <a:t>현재 구간의 작업</a:t>
            </a:r>
          </a:p>
        </p:txBody>
      </p:sp>
      <p:sp>
        <p:nvSpPr>
          <p:cNvPr id="19" name="box-155">
            <a:extLst>
              <a:ext uri="{FF2B5EF4-FFF2-40B4-BE49-F238E27FC236}">
                <a16:creationId xmlns:a16="http://schemas.microsoft.com/office/drawing/2014/main" id="{922603EC-A140-4BD3-B012-AB4BF8904BCD}"/>
              </a:ext>
            </a:extLst>
          </p:cNvPr>
          <p:cNvSpPr>
            <a:spLocks noGrp="1"/>
          </p:cNvSpPr>
          <p:nvPr/>
        </p:nvSpPr>
        <p:spPr>
          <a:xfrm>
            <a:off x="609600" y="4000500"/>
            <a:ext cx="10972800" cy="9525"/>
          </a:xfrm>
          <a:prstGeom prst="rect">
            <a:avLst/>
          </a:prstGeom>
          <a:solidFill>
            <a:srgbClr val="CCCCCC"/>
          </a:solidFill>
          <a:ln w="0">
            <a:noFill/>
          </a:ln>
        </p:spPr>
      </p:sp>
      <p:sp>
        <p:nvSpPr>
          <p:cNvPr id="20" name="box-156">
            <a:extLst>
              <a:ext uri="{FF2B5EF4-FFF2-40B4-BE49-F238E27FC236}">
                <a16:creationId xmlns:a16="http://schemas.microsoft.com/office/drawing/2014/main" id="{3C7F354B-0491-4436-BA9C-57EE19CAE700}"/>
              </a:ext>
            </a:extLst>
          </p:cNvPr>
          <p:cNvSpPr>
            <a:spLocks noGrp="1"/>
          </p:cNvSpPr>
          <p:nvPr/>
        </p:nvSpPr>
        <p:spPr>
          <a:xfrm>
            <a:off x="609600" y="4276725"/>
            <a:ext cx="109728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수를 n으로 바꾸면</a:t>
            </a:r>
          </a:p>
        </p:txBody>
      </p:sp>
      <p:sp>
        <p:nvSpPr>
          <p:cNvPr id="21" name="box-157">
            <a:extLst>
              <a:ext uri="{FF2B5EF4-FFF2-40B4-BE49-F238E27FC236}">
                <a16:creationId xmlns:a16="http://schemas.microsoft.com/office/drawing/2014/main" id="{63BB5ADB-930D-4F11-B169-339F03721FB9}"/>
              </a:ext>
            </a:extLst>
          </p:cNvPr>
          <p:cNvSpPr>
            <a:spLocks noGrp="1"/>
          </p:cNvSpPr>
          <p:nvPr/>
        </p:nvSpPr>
        <p:spPr>
          <a:xfrm>
            <a:off x="609600" y="4914900"/>
            <a:ext cx="10972800" cy="57150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2T(n/2) + O(n)</a:t>
            </a:r>
          </a:p>
        </p:txBody>
      </p:sp>
      <p:sp>
        <p:nvSpPr>
          <p:cNvPr id="22" name="box-158">
            <a:extLst>
              <a:ext uri="{FF2B5EF4-FFF2-40B4-BE49-F238E27FC236}">
                <a16:creationId xmlns:a16="http://schemas.microsoft.com/office/drawing/2014/main" id="{2B8D0BE6-A404-4FA0-803B-2329F7F41FA1}"/>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2T(n/2)는 절반 크기의 문제 두 개를 풀 시간입니다. O(n)은 그 두 결과를 합칠 시간입니다.</a:t>
            </a:r>
          </a:p>
        </p:txBody>
      </p:sp>
    </p:spTree>
    <p:extLst>
      <p:ext uri="{BB962C8B-B14F-4D97-AF65-F5344CB8AC3E}">
        <p14:creationId xmlns:p14="http://schemas.microsoft.com/office/powerpoint/2010/main" val="42767194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0332BCE2-3CE3-45ED-891B-2057AECFD3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F28731EC-30A4-48AD-A3B1-525842816F1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6EE0A0-1613-424B-9E99-2A5882264E6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피벗을 기준으로 구간 나누기</a:t>
            </a:r>
          </a:p>
        </p:txBody>
      </p:sp>
      <p:sp>
        <p:nvSpPr>
          <p:cNvPr id="4" name="rule-3">
            <a:extLst>
              <a:ext uri="{FF2B5EF4-FFF2-40B4-BE49-F238E27FC236}">
                <a16:creationId xmlns:a16="http://schemas.microsoft.com/office/drawing/2014/main" id="{5C76A7F1-C5AF-4ED4-AFCC-46B83BBBD48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E47875C-49B0-46EE-B3EC-667D985E8A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21AB867-664A-4C06-AD3A-5A1FA004EB0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2C59ABA2-939A-49C3-BE06-6AA0F6B07689}"/>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입력은 [8, 4, 6, 3, 7, 1]이고, 이번 비교 기준값인 피벗은 6입니다.</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이 구현은 6 이하를 왼쪽에, 6보다 큰 값을 오른쪽에 모읍니다.</a:t>
            </a:r>
          </a:p>
        </p:txBody>
      </p:sp>
      <p:pic>
        <p:nvPicPr>
          <p:cNvPr id="8" name="그림 7">
            <a:extLst>
              <a:ext uri="{FF2B5EF4-FFF2-40B4-BE49-F238E27FC236}">
                <a16:creationId xmlns:a16="http://schemas.microsoft.com/office/drawing/2014/main" id="{7B58E292-71BB-456F-ABC1-0C8EE722CA4C}"/>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9EC3F524-B875-4D1C-934A-4E587A99C2A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분할 직후에는 양쪽 구간이 아직 정렬되지 않을 수 있습니다. 각 구간을 다시 정렬합니다.</a:t>
            </a:r>
          </a:p>
        </p:txBody>
      </p:sp>
    </p:spTree>
    <p:extLst>
      <p:ext uri="{BB962C8B-B14F-4D97-AF65-F5344CB8AC3E}">
        <p14:creationId xmlns:p14="http://schemas.microsoft.com/office/powerpoint/2010/main" val="21761237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58</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59</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60</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61</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3C37D52-D0D2-40A4-B79E-008FEF4DA1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8747972-5920-40A6-BDFF-DBD9685FA85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B684E0-1259-4941-ACDF-A1E1D00BBBC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두 포인터가 찾은 8과 3의 교환</a:t>
            </a:r>
          </a:p>
        </p:txBody>
      </p:sp>
      <p:sp>
        <p:nvSpPr>
          <p:cNvPr id="4" name="rule-4">
            <a:extLst>
              <a:ext uri="{FF2B5EF4-FFF2-40B4-BE49-F238E27FC236}">
                <a16:creationId xmlns:a16="http://schemas.microsoft.com/office/drawing/2014/main" id="{AE0991D4-B7DB-4FC2-B666-5031D3058E0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A713EAF-76BA-46E4-B1A0-728743A7EE0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33EEB17-B431-4DE8-972B-6CEA6F7D2C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63</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75EC92F-DF01-426F-AD78-EE162FA99C64}"/>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0의 8은 오른쪽으로, R = 3의 3은 왼쪽으로 보내야 합니다. 피벗은 끝의 6입니다.</a:t>
            </a:r>
          </a:p>
        </p:txBody>
      </p:sp>
      <p:pic>
        <p:nvPicPr>
          <p:cNvPr id="8" name="그림 7">
            <a:extLst>
              <a:ext uri="{FF2B5EF4-FFF2-40B4-BE49-F238E27FC236}">
                <a16:creationId xmlns:a16="http://schemas.microsoft.com/office/drawing/2014/main" id="{610EDCB3-2739-462D-924D-BC2FE49C2E94}"/>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CB480CE1-5003-4A70-B5ED-9A8D34929029}"/>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이번에는 두 값만 맞바꿉니다. L = 0, R = 3은 다음 탐색에서 이동합니다.</a:t>
            </a:r>
          </a:p>
        </p:txBody>
      </p:sp>
    </p:spTree>
    <p:extLst>
      <p:ext uri="{BB962C8B-B14F-4D97-AF65-F5344CB8AC3E}">
        <p14:creationId xmlns:p14="http://schemas.microsoft.com/office/powerpoint/2010/main" val="31662951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9506B32-45EE-4696-9290-BD5FE284E6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FC4C96E-A455-42CB-97E7-242EA405676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ED98A6-2569-4539-9F5D-0E323F05D1F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마지막 교환: 피벗 6의 자리 확정</a:t>
            </a:r>
          </a:p>
        </p:txBody>
      </p:sp>
      <p:sp>
        <p:nvSpPr>
          <p:cNvPr id="4" name="rule-5">
            <a:extLst>
              <a:ext uri="{FF2B5EF4-FFF2-40B4-BE49-F238E27FC236}">
                <a16:creationId xmlns:a16="http://schemas.microsoft.com/office/drawing/2014/main" id="{40A445E2-1896-4468-8E48-1A57B40E0A6A}"/>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E1AF51B-E3EF-4193-B3DE-CB9426D7864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7E88509-ADB2-4C15-875A-B961F500794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CF09E0F-1041-469C-9B4E-A9EA97114F78}"/>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3, R = 2로 교차했습니다. L이 가리키는 8과 맨 끝의 피벗 6을 바꿉니다.</a:t>
            </a:r>
          </a:p>
        </p:txBody>
      </p:sp>
      <p:pic>
        <p:nvPicPr>
          <p:cNvPr id="8" name="그림 7">
            <a:extLst>
              <a:ext uri="{FF2B5EF4-FFF2-40B4-BE49-F238E27FC236}">
                <a16:creationId xmlns:a16="http://schemas.microsoft.com/office/drawing/2014/main" id="{19FD0839-608C-466C-9DFC-1EF437EAB102}"/>
              </a:ext>
            </a:extLst>
          </p:cNvPr>
          <p:cNvPicPr>
            <a:picLocks noChangeAspect="1"/>
          </p:cNvPicPr>
          <p:nvPr/>
        </p:nvPicPr>
        <p:blipFill>
          <a:blip r:embed="rId3"/>
          <a:stretch/>
        </p:blipFill>
        <p:spPr>
          <a:xfrm>
            <a:off x="1258372" y="2181225"/>
            <a:ext cx="9675255" cy="3800475"/>
          </a:xfrm>
          <a:prstGeom prst="rect">
            <a:avLst/>
          </a:prstGeom>
        </p:spPr>
      </p:pic>
      <p:sp>
        <p:nvSpPr>
          <p:cNvPr id="9" name="caption">
            <a:extLst>
              <a:ext uri="{FF2B5EF4-FFF2-40B4-BE49-F238E27FC236}">
                <a16:creationId xmlns:a16="http://schemas.microsoft.com/office/drawing/2014/main" id="{4E4644CD-5E7E-4CED-AC17-C8CB2203038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6의 자리는 확정되었습니다. 6을 제외한 왼쪽 세 칸과 오른쪽 두 칸을 다시 정렬합니다.</a:t>
            </a:r>
          </a:p>
        </p:txBody>
      </p:sp>
    </p:spTree>
    <p:extLst>
      <p:ext uri="{BB962C8B-B14F-4D97-AF65-F5344CB8AC3E}">
        <p14:creationId xmlns:p14="http://schemas.microsoft.com/office/powerpoint/2010/main" val="6487066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92</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93</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6AF8EAA3-36B6-4A70-BF73-B8F84B7F2D8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E196FB3-9D02-4A40-9363-C13A3B8494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A9FF16-7A8D-4DEE-A480-1D11AFAC3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분할 한 번: 포인터는 뒤로 돌아가지 않습니다</a:t>
            </a:r>
          </a:p>
        </p:txBody>
      </p:sp>
      <p:sp>
        <p:nvSpPr>
          <p:cNvPr id="4" name="line-13">
            <a:extLst>
              <a:ext uri="{FF2B5EF4-FFF2-40B4-BE49-F238E27FC236}">
                <a16:creationId xmlns:a16="http://schemas.microsoft.com/office/drawing/2014/main" id="{8FE418C0-537D-4A70-91C6-207A1EBF20C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2643F8B4-4B5C-4B0B-AA1A-8430B0CC520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B49156C-EE90-494B-AE71-B34DEB39DE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ABA83F59-0B96-4AB1-B380-7A47B04D6FE8}"/>
              </a:ext>
            </a:extLst>
          </p:cNvPr>
          <p:cNvGraphicFramePr/>
          <p:nvPr/>
        </p:nvGraphicFramePr>
        <p:xfrm>
          <a:off x="609600" y="2038350"/>
          <a:ext cx="10972800" cy="2143125"/>
        </p:xfrm>
        <a:graphic>
          <a:graphicData uri="http://schemas.openxmlformats.org/drawingml/2006/table">
            <a:tbl>
              <a:tblPr/>
              <a:tblGrid>
                <a:gridCol w="1905000">
                  <a:extLst>
                    <a:ext uri="{9D8B030D-6E8A-4147-A177-3AD203B41FA5}">
                      <a16:colId xmlns:a16="http://schemas.microsoft.com/office/drawing/2014/main" val="20000"/>
                    </a:ext>
                  </a:extLst>
                </a:gridCol>
                <a:gridCol w="4095750">
                  <a:extLst>
                    <a:ext uri="{9D8B030D-6E8A-4147-A177-3AD203B41FA5}">
                      <a16:colId xmlns:a16="http://schemas.microsoft.com/office/drawing/2014/main" val="20001"/>
                    </a:ext>
                  </a:extLst>
                </a:gridCol>
                <a:gridCol w="4972050">
                  <a:extLst>
                    <a:ext uri="{9D8B030D-6E8A-4147-A177-3AD203B41FA5}">
                      <a16:colId xmlns:a16="http://schemas.microsoft.com/office/drawing/2014/main" val="20002"/>
                    </a:ext>
                  </a:extLst>
                </a:gridCol>
              </a:tblGrid>
              <a:tr h="714375">
                <a:tc>
                  <a:txBody>
                    <a:bodyPr/>
                    <a:lstStyle/>
                    <a:p>
                      <a:pPr algn="ctr"/>
                      <a:r>
                        <a:rPr sz="2100" b="1">
                          <a:solidFill>
                            <a:srgbClr val="FFFFFF"/>
                          </a:solidFill>
                          <a:latin typeface="Malgun Gothic"/>
                          <a:ea typeface="Malgun Gothic"/>
                          <a:cs typeface="Malgun Gothic"/>
                        </a:rPr>
                        <a:t>포인터</a:t>
                      </a:r>
                    </a:p>
                  </a:txBody>
                  <a:tcPr anchor="ctr">
                    <a:solidFill>
                      <a:srgbClr val="151515"/>
                    </a:solidFill>
                  </a:tcPr>
                </a:tc>
                <a:tc>
                  <a:txBody>
                    <a:bodyPr/>
                    <a:lstStyle/>
                    <a:p>
                      <a:pPr algn="ctr"/>
                      <a:r>
                        <a:rPr sz="2100" b="1">
                          <a:solidFill>
                            <a:srgbClr val="FFFFFF"/>
                          </a:solidFill>
                          <a:latin typeface="Malgun Gothic"/>
                          <a:ea typeface="Malgun Gothic"/>
                          <a:cs typeface="Malgun Gothic"/>
                        </a:rPr>
                        <a:t>진행 방향</a:t>
                      </a:r>
                    </a:p>
                  </a:txBody>
                  <a:tcPr anchor="ctr">
                    <a:solidFill>
                      <a:srgbClr val="151515"/>
                    </a:solidFill>
                  </a:tcPr>
                </a:tc>
                <a:tc>
                  <a:txBody>
                    <a:bodyPr/>
                    <a:lstStyle/>
                    <a:p>
                      <a:pPr algn="ctr"/>
                      <a:r>
                        <a:rPr sz="2100" b="1">
                          <a:solidFill>
                            <a:srgbClr val="FFFFFF"/>
                          </a:solidFill>
                          <a:latin typeface="Malgun Gothic"/>
                          <a:ea typeface="Malgun Gothic"/>
                          <a:cs typeface="Malgun Gothic"/>
                        </a:rPr>
                        <a:t>이 예제의 이동</a:t>
                      </a:r>
                    </a:p>
                  </a:txBody>
                  <a:tcPr anchor="ctr">
                    <a:solidFill>
                      <a:srgbClr val="151515"/>
                    </a:solidFill>
                  </a:tcPr>
                </a:tc>
                <a:extLst>
                  <a:ext uri="{0D108BD9-81ED-4DB2-BD59-A6C34878D82A}">
                    <a16:rowId xmlns:a16="http://schemas.microsoft.com/office/drawing/2014/main" val="10000"/>
                  </a:ext>
                </a:extLst>
              </a:tr>
              <a:tr h="714375">
                <a:tc>
                  <a:txBody>
                    <a:bodyPr/>
                    <a:lstStyle/>
                    <a:p>
                      <a:pPr algn="ctr"/>
                      <a:r>
                        <a:rPr sz="2100" b="0">
                          <a:solidFill>
                            <a:srgbClr val="151515"/>
                          </a:solidFill>
                          <a:latin typeface="Malgun Gothic"/>
                          <a:ea typeface="Malgun Gothic"/>
                          <a:cs typeface="Malgun Gothic"/>
                        </a:rPr>
                        <a:t>L</a:t>
                      </a:r>
                    </a:p>
                  </a:txBody>
                  <a:tcPr anchor="ctr">
                    <a:solidFill>
                      <a:srgbClr val="FFFFFF"/>
                    </a:solidFill>
                  </a:tcPr>
                </a:tc>
                <a:tc>
                  <a:txBody>
                    <a:bodyPr/>
                    <a:lstStyle/>
                    <a:p>
                      <a:pPr algn="ctr"/>
                      <a:r>
                        <a:rPr sz="2100" b="0">
                          <a:solidFill>
                            <a:srgbClr val="151515"/>
                          </a:solidFill>
                          <a:latin typeface="Malgun Gothic"/>
                          <a:ea typeface="Malgun Gothic"/>
                          <a:cs typeface="Malgun Gothic"/>
                        </a:rPr>
                        <a:t>왼쪽 → 오른쪽</a:t>
                      </a:r>
                    </a:p>
                  </a:txBody>
                  <a:tcPr anchor="ctr">
                    <a:solidFill>
                      <a:srgbClr val="FFFFFF"/>
                    </a:solidFill>
                  </a:tcPr>
                </a:tc>
                <a:tc>
                  <a:txBody>
                    <a:bodyPr/>
                    <a:lstStyle/>
                    <a:p>
                      <a:pPr algn="ctr"/>
                      <a:r>
                        <a:rPr sz="2100" b="0">
                          <a:solidFill>
                            <a:srgbClr val="151515"/>
                          </a:solidFill>
                          <a:latin typeface="Malgun Gothic"/>
                          <a:ea typeface="Malgun Gothic"/>
                          <a:cs typeface="Malgun Gothic"/>
                        </a:rPr>
                        <a:t>0 → 1 → 2 → 3</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r>
                        <a:rPr sz="2100" b="0">
                          <a:solidFill>
                            <a:srgbClr val="151515"/>
                          </a:solidFill>
                          <a:latin typeface="Malgun Gothic"/>
                          <a:ea typeface="Malgun Gothic"/>
                          <a:cs typeface="Malgun Gothic"/>
                        </a:rPr>
                        <a:t>R</a:t>
                      </a:r>
                    </a:p>
                  </a:txBody>
                  <a:tcPr anchor="ctr">
                    <a:solidFill>
                      <a:srgbClr val="F1F4F6"/>
                    </a:solidFill>
                  </a:tcPr>
                </a:tc>
                <a:tc>
                  <a:txBody>
                    <a:bodyPr/>
                    <a:lstStyle/>
                    <a:p>
                      <a:pPr algn="ctr"/>
                      <a:r>
                        <a:rPr sz="2100" b="0">
                          <a:solidFill>
                            <a:srgbClr val="151515"/>
                          </a:solidFill>
                          <a:latin typeface="Malgun Gothic"/>
                          <a:ea typeface="Malgun Gothic"/>
                          <a:cs typeface="Malgun Gothic"/>
                        </a:rPr>
                        <a:t>오른쪽 → 왼쪽</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3 → 2</a:t>
                      </a:r>
                    </a:p>
                  </a:txBody>
                  <a:tcPr anchor="ctr">
                    <a:solidFill>
                      <a:srgbClr val="F1F4F6"/>
                    </a:solidFill>
                  </a:tcPr>
                </a:tc>
                <a:extLst>
                  <a:ext uri="{0D108BD9-81ED-4DB2-BD59-A6C34878D82A}">
                    <a16:rowId xmlns:a16="http://schemas.microsoft.com/office/drawing/2014/main" val="10002"/>
                  </a:ext>
                </a:extLst>
              </a:tr>
            </a:tbl>
          </a:graphicData>
        </a:graphic>
      </p:graphicFrame>
      <p:sp>
        <p:nvSpPr>
          <p:cNvPr id="8" name="code-idea">
            <a:extLst>
              <a:ext uri="{FF2B5EF4-FFF2-40B4-BE49-F238E27FC236}">
                <a16:creationId xmlns:a16="http://schemas.microsoft.com/office/drawing/2014/main" id="{DD956066-EDA7-4CAD-8FD4-831D2BCB7C47}"/>
              </a:ext>
            </a:extLst>
          </p:cNvPr>
          <p:cNvSpPr>
            <a:spLocks noGrp="1"/>
          </p:cNvSpPr>
          <p:nvPr/>
        </p:nvSpPr>
        <p:spPr>
          <a:xfrm>
            <a:off x="609600" y="4667250"/>
            <a:ext cx="10972800" cy="4476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교환 후에도 처음부터 다시 훑지 않습니다.</a:t>
            </a:r>
          </a:p>
        </p:txBody>
      </p:sp>
      <p:sp>
        <p:nvSpPr>
          <p:cNvPr id="9" name="cost">
            <a:extLst>
              <a:ext uri="{FF2B5EF4-FFF2-40B4-BE49-F238E27FC236}">
                <a16:creationId xmlns:a16="http://schemas.microsoft.com/office/drawing/2014/main" id="{DDABE7EC-0224-4967-A08E-2022904E0EF5}"/>
              </a:ext>
            </a:extLst>
          </p:cNvPr>
          <p:cNvSpPr>
            <a:spLocks noGrp="1"/>
          </p:cNvSpPr>
          <p:nvPr/>
        </p:nvSpPr>
        <p:spPr>
          <a:xfrm>
            <a:off x="609600" y="5381625"/>
            <a:ext cx="10972800" cy="46672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길이 k인 구간의 partition: O(k)</a:t>
            </a:r>
          </a:p>
        </p:txBody>
      </p:sp>
      <p:sp>
        <p:nvSpPr>
          <p:cNvPr id="10" name="caption">
            <a:extLst>
              <a:ext uri="{FF2B5EF4-FFF2-40B4-BE49-F238E27FC236}">
                <a16:creationId xmlns:a16="http://schemas.microsoft.com/office/drawing/2014/main" id="{CB3D936C-9A65-4C19-9405-BC7A2529100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중첩된 while문의 모양보다, 포인터의 총 이동 횟수를 봅니다.</a:t>
            </a:r>
          </a:p>
        </p:txBody>
      </p:sp>
    </p:spTree>
    <p:extLst>
      <p:ext uri="{BB962C8B-B14F-4D97-AF65-F5344CB8AC3E}">
        <p14:creationId xmlns:p14="http://schemas.microsoft.com/office/powerpoint/2010/main" val="31838933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D5D1C6E4-03F7-4DC6-A48F-F44117D74F7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DB7CCC3-C87D-4A6B-A366-EF51EAF55E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0B20DE-2D98-4F5B-89D0-4EADA302B2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비슷하게 나뉘면: 층 수가 짧아집니다</a:t>
            </a:r>
          </a:p>
        </p:txBody>
      </p:sp>
      <p:sp>
        <p:nvSpPr>
          <p:cNvPr id="4" name="line-15">
            <a:extLst>
              <a:ext uri="{FF2B5EF4-FFF2-40B4-BE49-F238E27FC236}">
                <a16:creationId xmlns:a16="http://schemas.microsoft.com/office/drawing/2014/main" id="{6C55BC87-4B27-4DA2-B29A-1788F9FDA2C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56A7B18-2AE2-4746-8A9A-70BE2BF59AB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7B22440-E8D0-4986-A02A-011FF79ABC5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95</a:t>
            </a:r>
            <a:endParaRPr sz="1050" b="0">
              <a:solidFill>
                <a:srgbClr val="151515"/>
              </a:solidFill>
              <a:latin typeface="Consolas"/>
              <a:ea typeface="Consolas"/>
              <a:cs typeface="Consolas"/>
            </a:endParaRPr>
          </a:p>
        </p:txBody>
      </p:sp>
      <p:sp>
        <p:nvSpPr>
          <p:cNvPr id="7" name="stage-16">
            <a:extLst>
              <a:ext uri="{FF2B5EF4-FFF2-40B4-BE49-F238E27FC236}">
                <a16:creationId xmlns:a16="http://schemas.microsoft.com/office/drawing/2014/main" id="{82342620-0B11-455C-8EE8-FFFA0A8B40B0}"/>
              </a:ext>
            </a:extLst>
          </p:cNvPr>
          <p:cNvSpPr>
            <a:spLocks noGrp="1"/>
          </p:cNvSpPr>
          <p:nvPr/>
        </p:nvSpPr>
        <p:spPr>
          <a:xfrm>
            <a:off x="3371850" y="2028825"/>
            <a:ext cx="5429250" cy="609600"/>
          </a:xfrm>
          <a:prstGeom prst="rect">
            <a:avLst/>
          </a:prstGeom>
          <a:solidFill>
            <a:srgbClr val="EEF5F8"/>
          </a:solidFill>
          <a:ln w="9525">
            <a:solidFill>
              <a:srgbClr val="146995"/>
            </a:solidFill>
          </a:ln>
        </p:spPr>
      </p:sp>
      <p:sp>
        <p:nvSpPr>
          <p:cNvPr id="8" name="stage-text-17">
            <a:extLst>
              <a:ext uri="{FF2B5EF4-FFF2-40B4-BE49-F238E27FC236}">
                <a16:creationId xmlns:a16="http://schemas.microsoft.com/office/drawing/2014/main" id="{6844300A-1A40-411C-90FF-0975640E36EB}"/>
              </a:ext>
            </a:extLst>
          </p:cNvPr>
          <p:cNvSpPr>
            <a:spLocks noGrp="1"/>
          </p:cNvSpPr>
          <p:nvPr/>
        </p:nvSpPr>
        <p:spPr>
          <a:xfrm>
            <a:off x="3371850" y="2171700"/>
            <a:ext cx="542925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8개 구간</a:t>
            </a:r>
          </a:p>
        </p:txBody>
      </p:sp>
      <p:sp>
        <p:nvSpPr>
          <p:cNvPr id="9" name="stage-18">
            <a:extLst>
              <a:ext uri="{FF2B5EF4-FFF2-40B4-BE49-F238E27FC236}">
                <a16:creationId xmlns:a16="http://schemas.microsoft.com/office/drawing/2014/main" id="{CFFDAB12-3136-4AD3-ADB4-4FDE1E4668C2}"/>
              </a:ext>
            </a:extLst>
          </p:cNvPr>
          <p:cNvSpPr>
            <a:spLocks noGrp="1"/>
          </p:cNvSpPr>
          <p:nvPr/>
        </p:nvSpPr>
        <p:spPr>
          <a:xfrm>
            <a:off x="609600" y="3086100"/>
            <a:ext cx="3530600" cy="609600"/>
          </a:xfrm>
          <a:prstGeom prst="rect">
            <a:avLst/>
          </a:prstGeom>
          <a:solidFill>
            <a:srgbClr val="EEF5F8"/>
          </a:solidFill>
          <a:ln w="9525">
            <a:solidFill>
              <a:srgbClr val="146995"/>
            </a:solidFill>
          </a:ln>
        </p:spPr>
      </p:sp>
      <p:sp>
        <p:nvSpPr>
          <p:cNvPr id="10" name="stage-text-19">
            <a:extLst>
              <a:ext uri="{FF2B5EF4-FFF2-40B4-BE49-F238E27FC236}">
                <a16:creationId xmlns:a16="http://schemas.microsoft.com/office/drawing/2014/main" id="{EE4E5EE0-3B9D-4960-98EA-1B24D9FC5258}"/>
              </a:ext>
            </a:extLst>
          </p:cNvPr>
          <p:cNvSpPr>
            <a:spLocks noGrp="1"/>
          </p:cNvSpPr>
          <p:nvPr/>
        </p:nvSpPr>
        <p:spPr>
          <a:xfrm>
            <a:off x="6096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3개</a:t>
            </a:r>
          </a:p>
        </p:txBody>
      </p:sp>
      <p:sp>
        <p:nvSpPr>
          <p:cNvPr id="11" name="stage-20">
            <a:extLst>
              <a:ext uri="{FF2B5EF4-FFF2-40B4-BE49-F238E27FC236}">
                <a16:creationId xmlns:a16="http://schemas.microsoft.com/office/drawing/2014/main" id="{DDA4EE90-A79C-412C-8084-AB69B118F990}"/>
              </a:ext>
            </a:extLst>
          </p:cNvPr>
          <p:cNvSpPr>
            <a:spLocks noGrp="1"/>
          </p:cNvSpPr>
          <p:nvPr/>
        </p:nvSpPr>
        <p:spPr>
          <a:xfrm>
            <a:off x="4330700" y="3086100"/>
            <a:ext cx="3530600" cy="609600"/>
          </a:xfrm>
          <a:prstGeom prst="rect">
            <a:avLst/>
          </a:prstGeom>
          <a:solidFill>
            <a:srgbClr val="EEF5F8"/>
          </a:solidFill>
          <a:ln w="9525">
            <a:solidFill>
              <a:srgbClr val="146995"/>
            </a:solidFill>
          </a:ln>
        </p:spPr>
      </p:sp>
      <p:sp>
        <p:nvSpPr>
          <p:cNvPr id="12" name="stage-text-21">
            <a:extLst>
              <a:ext uri="{FF2B5EF4-FFF2-40B4-BE49-F238E27FC236}">
                <a16:creationId xmlns:a16="http://schemas.microsoft.com/office/drawing/2014/main" id="{7B3C45BE-ECF8-4CFF-BD37-94720F1A81F8}"/>
              </a:ext>
            </a:extLst>
          </p:cNvPr>
          <p:cNvSpPr>
            <a:spLocks noGrp="1"/>
          </p:cNvSpPr>
          <p:nvPr/>
        </p:nvSpPr>
        <p:spPr>
          <a:xfrm>
            <a:off x="43307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3" name="stage-22">
            <a:extLst>
              <a:ext uri="{FF2B5EF4-FFF2-40B4-BE49-F238E27FC236}">
                <a16:creationId xmlns:a16="http://schemas.microsoft.com/office/drawing/2014/main" id="{C3B17A5B-8568-4C3C-8BB8-0431AFED2C4B}"/>
              </a:ext>
            </a:extLst>
          </p:cNvPr>
          <p:cNvSpPr>
            <a:spLocks noGrp="1"/>
          </p:cNvSpPr>
          <p:nvPr/>
        </p:nvSpPr>
        <p:spPr>
          <a:xfrm>
            <a:off x="8051800" y="3086100"/>
            <a:ext cx="3530600" cy="609600"/>
          </a:xfrm>
          <a:prstGeom prst="rect">
            <a:avLst/>
          </a:prstGeom>
          <a:solidFill>
            <a:srgbClr val="EEF5F8"/>
          </a:solidFill>
          <a:ln w="9525">
            <a:solidFill>
              <a:srgbClr val="146995"/>
            </a:solidFill>
          </a:ln>
        </p:spPr>
      </p:sp>
      <p:sp>
        <p:nvSpPr>
          <p:cNvPr id="14" name="stage-text-23">
            <a:extLst>
              <a:ext uri="{FF2B5EF4-FFF2-40B4-BE49-F238E27FC236}">
                <a16:creationId xmlns:a16="http://schemas.microsoft.com/office/drawing/2014/main" id="{1343FF8A-74E5-46A2-83AC-6FBB7B993B45}"/>
              </a:ext>
            </a:extLst>
          </p:cNvPr>
          <p:cNvSpPr>
            <a:spLocks noGrp="1"/>
          </p:cNvSpPr>
          <p:nvPr/>
        </p:nvSpPr>
        <p:spPr>
          <a:xfrm>
            <a:off x="80518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4개</a:t>
            </a:r>
          </a:p>
        </p:txBody>
      </p:sp>
      <p:sp>
        <p:nvSpPr>
          <p:cNvPr id="15" name="stage-24">
            <a:extLst>
              <a:ext uri="{FF2B5EF4-FFF2-40B4-BE49-F238E27FC236}">
                <a16:creationId xmlns:a16="http://schemas.microsoft.com/office/drawing/2014/main" id="{42056D76-AB9B-4648-82B2-34E7B7FF53D0}"/>
              </a:ext>
            </a:extLst>
          </p:cNvPr>
          <p:cNvSpPr>
            <a:spLocks noGrp="1"/>
          </p:cNvSpPr>
          <p:nvPr/>
        </p:nvSpPr>
        <p:spPr>
          <a:xfrm>
            <a:off x="609600" y="4143375"/>
            <a:ext cx="3530600" cy="609600"/>
          </a:xfrm>
          <a:prstGeom prst="rect">
            <a:avLst/>
          </a:prstGeom>
          <a:solidFill>
            <a:srgbClr val="EEF5F8"/>
          </a:solidFill>
          <a:ln w="9525">
            <a:solidFill>
              <a:srgbClr val="146995"/>
            </a:solidFill>
          </a:ln>
        </p:spPr>
      </p:sp>
      <p:sp>
        <p:nvSpPr>
          <p:cNvPr id="16" name="stage-text-25">
            <a:extLst>
              <a:ext uri="{FF2B5EF4-FFF2-40B4-BE49-F238E27FC236}">
                <a16:creationId xmlns:a16="http://schemas.microsoft.com/office/drawing/2014/main" id="{6167B215-65AD-48F9-BB71-4121591B7E32}"/>
              </a:ext>
            </a:extLst>
          </p:cNvPr>
          <p:cNvSpPr>
            <a:spLocks noGrp="1"/>
          </p:cNvSpPr>
          <p:nvPr/>
        </p:nvSpPr>
        <p:spPr>
          <a:xfrm>
            <a:off x="6096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17" name="stage-26">
            <a:extLst>
              <a:ext uri="{FF2B5EF4-FFF2-40B4-BE49-F238E27FC236}">
                <a16:creationId xmlns:a16="http://schemas.microsoft.com/office/drawing/2014/main" id="{DA7E96FA-C67C-4149-92E9-EC22ED79C3B8}"/>
              </a:ext>
            </a:extLst>
          </p:cNvPr>
          <p:cNvSpPr>
            <a:spLocks noGrp="1"/>
          </p:cNvSpPr>
          <p:nvPr/>
        </p:nvSpPr>
        <p:spPr>
          <a:xfrm>
            <a:off x="4330700" y="4143375"/>
            <a:ext cx="3530600" cy="609600"/>
          </a:xfrm>
          <a:prstGeom prst="rect">
            <a:avLst/>
          </a:prstGeom>
          <a:solidFill>
            <a:srgbClr val="EEF5F8"/>
          </a:solidFill>
          <a:ln w="9525">
            <a:solidFill>
              <a:srgbClr val="146995"/>
            </a:solidFill>
          </a:ln>
        </p:spPr>
      </p:sp>
      <p:sp>
        <p:nvSpPr>
          <p:cNvPr id="18" name="stage-text-27">
            <a:extLst>
              <a:ext uri="{FF2B5EF4-FFF2-40B4-BE49-F238E27FC236}">
                <a16:creationId xmlns:a16="http://schemas.microsoft.com/office/drawing/2014/main" id="{A405557E-419F-4222-B8E2-1D90A8E3F0E1}"/>
              </a:ext>
            </a:extLst>
          </p:cNvPr>
          <p:cNvSpPr>
            <a:spLocks noGrp="1"/>
          </p:cNvSpPr>
          <p:nvPr/>
        </p:nvSpPr>
        <p:spPr>
          <a:xfrm>
            <a:off x="43307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9" name="stage-28">
            <a:extLst>
              <a:ext uri="{FF2B5EF4-FFF2-40B4-BE49-F238E27FC236}">
                <a16:creationId xmlns:a16="http://schemas.microsoft.com/office/drawing/2014/main" id="{2FA38E0F-D4B7-46BF-8E60-175F3822A9DA}"/>
              </a:ext>
            </a:extLst>
          </p:cNvPr>
          <p:cNvSpPr>
            <a:spLocks noGrp="1"/>
          </p:cNvSpPr>
          <p:nvPr/>
        </p:nvSpPr>
        <p:spPr>
          <a:xfrm>
            <a:off x="8051800" y="4143375"/>
            <a:ext cx="3530600" cy="609600"/>
          </a:xfrm>
          <a:prstGeom prst="rect">
            <a:avLst/>
          </a:prstGeom>
          <a:solidFill>
            <a:srgbClr val="EEF5F8"/>
          </a:solidFill>
          <a:ln w="9525">
            <a:solidFill>
              <a:srgbClr val="146995"/>
            </a:solidFill>
          </a:ln>
        </p:spPr>
      </p:sp>
      <p:sp>
        <p:nvSpPr>
          <p:cNvPr id="20" name="stage-text-29">
            <a:extLst>
              <a:ext uri="{FF2B5EF4-FFF2-40B4-BE49-F238E27FC236}">
                <a16:creationId xmlns:a16="http://schemas.microsoft.com/office/drawing/2014/main" id="{3E587B35-9AEF-4F59-89E2-1FBAFEBC8A78}"/>
              </a:ext>
            </a:extLst>
          </p:cNvPr>
          <p:cNvSpPr>
            <a:spLocks noGrp="1"/>
          </p:cNvSpPr>
          <p:nvPr/>
        </p:nvSpPr>
        <p:spPr>
          <a:xfrm>
            <a:off x="80518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21" name="balanced">
            <a:extLst>
              <a:ext uri="{FF2B5EF4-FFF2-40B4-BE49-F238E27FC236}">
                <a16:creationId xmlns:a16="http://schemas.microsoft.com/office/drawing/2014/main" id="{29C5999D-B9A4-4C9B-85E1-3EF91B69DFB9}"/>
              </a:ext>
            </a:extLst>
          </p:cNvPr>
          <p:cNvSpPr>
            <a:spLocks noGrp="1"/>
          </p:cNvSpPr>
          <p:nvPr/>
        </p:nvSpPr>
        <p:spPr>
          <a:xfrm>
            <a:off x="609600" y="5276850"/>
            <a:ext cx="10972800" cy="4095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한 층의 합계 O(n) × 약 O(log n)층</a:t>
            </a:r>
          </a:p>
        </p:txBody>
      </p:sp>
      <p:sp>
        <p:nvSpPr>
          <p:cNvPr id="22" name="caption">
            <a:extLst>
              <a:ext uri="{FF2B5EF4-FFF2-40B4-BE49-F238E27FC236}">
                <a16:creationId xmlns:a16="http://schemas.microsoft.com/office/drawing/2014/main" id="{36899BB3-F1C6-43B1-AD0F-8D8ED96D4E1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비슷한 크기로 나뉠 때 O(n log n). 가운데 칸의 값이 중앙값이라는 보장은 없습니다.</a:t>
            </a:r>
          </a:p>
        </p:txBody>
      </p:sp>
    </p:spTree>
    <p:extLst>
      <p:ext uri="{BB962C8B-B14F-4D97-AF65-F5344CB8AC3E}">
        <p14:creationId xmlns:p14="http://schemas.microsoft.com/office/powerpoint/2010/main" val="308244969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6CDF847-1FFD-4C99-8C62-A0D694AC0D5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44B05A67-6753-4766-839C-48A70E53BC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957DC9-AA3B-468E-A899-48D1F1BB524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값이 계속 나오면: 긴 재귀 사슬</a:t>
            </a:r>
          </a:p>
        </p:txBody>
      </p:sp>
      <p:sp>
        <p:nvSpPr>
          <p:cNvPr id="4" name="line-30">
            <a:extLst>
              <a:ext uri="{FF2B5EF4-FFF2-40B4-BE49-F238E27FC236}">
                <a16:creationId xmlns:a16="http://schemas.microsoft.com/office/drawing/2014/main" id="{66CE31F3-B154-4F4D-ADCA-7932FF3AAE4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06D2E4-7B4B-4E9C-8864-33D79699E11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8A1FE9A-1BE2-4086-AF5F-03F0D5EDF93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96</a:t>
            </a:r>
            <a:endParaRPr sz="1050" b="0">
              <a:solidFill>
                <a:srgbClr val="151515"/>
              </a:solidFill>
              <a:latin typeface="Consolas"/>
              <a:ea typeface="Consolas"/>
              <a:cs typeface="Consolas"/>
            </a:endParaRPr>
          </a:p>
        </p:txBody>
      </p:sp>
      <p:sp>
        <p:nvSpPr>
          <p:cNvPr id="7" name="stage-31">
            <a:extLst>
              <a:ext uri="{FF2B5EF4-FFF2-40B4-BE49-F238E27FC236}">
                <a16:creationId xmlns:a16="http://schemas.microsoft.com/office/drawing/2014/main" id="{05C27938-4A25-482B-A5D7-7A22468D5CB5}"/>
              </a:ext>
            </a:extLst>
          </p:cNvPr>
          <p:cNvSpPr>
            <a:spLocks noGrp="1"/>
          </p:cNvSpPr>
          <p:nvPr/>
        </p:nvSpPr>
        <p:spPr>
          <a:xfrm>
            <a:off x="609600" y="2143125"/>
            <a:ext cx="1204913" cy="609600"/>
          </a:xfrm>
          <a:prstGeom prst="rect">
            <a:avLst/>
          </a:prstGeom>
          <a:solidFill>
            <a:srgbClr val="EEF5F8"/>
          </a:solidFill>
          <a:ln w="9525">
            <a:solidFill>
              <a:srgbClr val="146995"/>
            </a:solidFill>
          </a:ln>
        </p:spPr>
      </p:sp>
      <p:sp>
        <p:nvSpPr>
          <p:cNvPr id="8" name="stage-text-32">
            <a:extLst>
              <a:ext uri="{FF2B5EF4-FFF2-40B4-BE49-F238E27FC236}">
                <a16:creationId xmlns:a16="http://schemas.microsoft.com/office/drawing/2014/main" id="{01341E28-7009-46ED-A2EB-7E790C420A4D}"/>
              </a:ext>
            </a:extLst>
          </p:cNvPr>
          <p:cNvSpPr>
            <a:spLocks noGrp="1"/>
          </p:cNvSpPr>
          <p:nvPr/>
        </p:nvSpPr>
        <p:spPr>
          <a:xfrm>
            <a:off x="60960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a:t>
            </a:r>
          </a:p>
        </p:txBody>
      </p:sp>
      <p:sp>
        <p:nvSpPr>
          <p:cNvPr id="9" name="stage-33">
            <a:extLst>
              <a:ext uri="{FF2B5EF4-FFF2-40B4-BE49-F238E27FC236}">
                <a16:creationId xmlns:a16="http://schemas.microsoft.com/office/drawing/2014/main" id="{F5E4F7E6-C973-49A9-9A1B-2F2D296E1E7E}"/>
              </a:ext>
            </a:extLst>
          </p:cNvPr>
          <p:cNvSpPr>
            <a:spLocks noGrp="1"/>
          </p:cNvSpPr>
          <p:nvPr/>
        </p:nvSpPr>
        <p:spPr>
          <a:xfrm>
            <a:off x="2005013" y="2143125"/>
            <a:ext cx="1204913" cy="609600"/>
          </a:xfrm>
          <a:prstGeom prst="rect">
            <a:avLst/>
          </a:prstGeom>
          <a:solidFill>
            <a:srgbClr val="EEF5F8"/>
          </a:solidFill>
          <a:ln w="9525">
            <a:solidFill>
              <a:srgbClr val="146995"/>
            </a:solidFill>
          </a:ln>
        </p:spPr>
      </p:sp>
      <p:sp>
        <p:nvSpPr>
          <p:cNvPr id="10" name="stage-text-34">
            <a:extLst>
              <a:ext uri="{FF2B5EF4-FFF2-40B4-BE49-F238E27FC236}">
                <a16:creationId xmlns:a16="http://schemas.microsoft.com/office/drawing/2014/main" id="{C0E63104-AC71-4821-9677-DA3344ECC8C5}"/>
              </a:ext>
            </a:extLst>
          </p:cNvPr>
          <p:cNvSpPr>
            <a:spLocks noGrp="1"/>
          </p:cNvSpPr>
          <p:nvPr/>
        </p:nvSpPr>
        <p:spPr>
          <a:xfrm>
            <a:off x="200501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7</a:t>
            </a:r>
          </a:p>
        </p:txBody>
      </p:sp>
      <p:sp>
        <p:nvSpPr>
          <p:cNvPr id="11" name="stage-35">
            <a:extLst>
              <a:ext uri="{FF2B5EF4-FFF2-40B4-BE49-F238E27FC236}">
                <a16:creationId xmlns:a16="http://schemas.microsoft.com/office/drawing/2014/main" id="{DF2EEEEB-F397-40FA-AE7C-5170C5A67B4A}"/>
              </a:ext>
            </a:extLst>
          </p:cNvPr>
          <p:cNvSpPr>
            <a:spLocks noGrp="1"/>
          </p:cNvSpPr>
          <p:nvPr/>
        </p:nvSpPr>
        <p:spPr>
          <a:xfrm>
            <a:off x="3400425" y="2143125"/>
            <a:ext cx="1204913" cy="609600"/>
          </a:xfrm>
          <a:prstGeom prst="rect">
            <a:avLst/>
          </a:prstGeom>
          <a:solidFill>
            <a:srgbClr val="EEF5F8"/>
          </a:solidFill>
          <a:ln w="9525">
            <a:solidFill>
              <a:srgbClr val="146995"/>
            </a:solidFill>
          </a:ln>
        </p:spPr>
      </p:sp>
      <p:sp>
        <p:nvSpPr>
          <p:cNvPr id="12" name="stage-text-36">
            <a:extLst>
              <a:ext uri="{FF2B5EF4-FFF2-40B4-BE49-F238E27FC236}">
                <a16:creationId xmlns:a16="http://schemas.microsoft.com/office/drawing/2014/main" id="{8775883B-75A9-4239-AE37-A4DD070772E5}"/>
              </a:ext>
            </a:extLst>
          </p:cNvPr>
          <p:cNvSpPr>
            <a:spLocks noGrp="1"/>
          </p:cNvSpPr>
          <p:nvPr/>
        </p:nvSpPr>
        <p:spPr>
          <a:xfrm>
            <a:off x="340042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6</a:t>
            </a:r>
          </a:p>
        </p:txBody>
      </p:sp>
      <p:sp>
        <p:nvSpPr>
          <p:cNvPr id="13" name="stage-37">
            <a:extLst>
              <a:ext uri="{FF2B5EF4-FFF2-40B4-BE49-F238E27FC236}">
                <a16:creationId xmlns:a16="http://schemas.microsoft.com/office/drawing/2014/main" id="{C5ED053C-94A9-4C15-A1A8-C64536F47A12}"/>
              </a:ext>
            </a:extLst>
          </p:cNvPr>
          <p:cNvSpPr>
            <a:spLocks noGrp="1"/>
          </p:cNvSpPr>
          <p:nvPr/>
        </p:nvSpPr>
        <p:spPr>
          <a:xfrm>
            <a:off x="4795838" y="2143125"/>
            <a:ext cx="1204913" cy="609600"/>
          </a:xfrm>
          <a:prstGeom prst="rect">
            <a:avLst/>
          </a:prstGeom>
          <a:solidFill>
            <a:srgbClr val="EEF5F8"/>
          </a:solidFill>
          <a:ln w="9525">
            <a:solidFill>
              <a:srgbClr val="146995"/>
            </a:solidFill>
          </a:ln>
        </p:spPr>
      </p:sp>
      <p:sp>
        <p:nvSpPr>
          <p:cNvPr id="14" name="stage-text-38">
            <a:extLst>
              <a:ext uri="{FF2B5EF4-FFF2-40B4-BE49-F238E27FC236}">
                <a16:creationId xmlns:a16="http://schemas.microsoft.com/office/drawing/2014/main" id="{F827E977-C95E-4AC6-AA1F-7B834BDCBB74}"/>
              </a:ext>
            </a:extLst>
          </p:cNvPr>
          <p:cNvSpPr>
            <a:spLocks noGrp="1"/>
          </p:cNvSpPr>
          <p:nvPr/>
        </p:nvSpPr>
        <p:spPr>
          <a:xfrm>
            <a:off x="479583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5" name="stage-39">
            <a:extLst>
              <a:ext uri="{FF2B5EF4-FFF2-40B4-BE49-F238E27FC236}">
                <a16:creationId xmlns:a16="http://schemas.microsoft.com/office/drawing/2014/main" id="{76211DCC-A558-4834-A8DA-0ED8FC147042}"/>
              </a:ext>
            </a:extLst>
          </p:cNvPr>
          <p:cNvSpPr>
            <a:spLocks noGrp="1"/>
          </p:cNvSpPr>
          <p:nvPr/>
        </p:nvSpPr>
        <p:spPr>
          <a:xfrm>
            <a:off x="6191250" y="2143125"/>
            <a:ext cx="1204913" cy="609600"/>
          </a:xfrm>
          <a:prstGeom prst="rect">
            <a:avLst/>
          </a:prstGeom>
          <a:solidFill>
            <a:srgbClr val="EEF5F8"/>
          </a:solidFill>
          <a:ln w="9525">
            <a:solidFill>
              <a:srgbClr val="146995"/>
            </a:solidFill>
          </a:ln>
        </p:spPr>
      </p:sp>
      <p:sp>
        <p:nvSpPr>
          <p:cNvPr id="16" name="stage-text-40">
            <a:extLst>
              <a:ext uri="{FF2B5EF4-FFF2-40B4-BE49-F238E27FC236}">
                <a16:creationId xmlns:a16="http://schemas.microsoft.com/office/drawing/2014/main" id="{70DE3B6B-CDC0-4877-A66B-36CB4364F2F4}"/>
              </a:ext>
            </a:extLst>
          </p:cNvPr>
          <p:cNvSpPr>
            <a:spLocks noGrp="1"/>
          </p:cNvSpPr>
          <p:nvPr/>
        </p:nvSpPr>
        <p:spPr>
          <a:xfrm>
            <a:off x="619125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a:t>
            </a:r>
          </a:p>
        </p:txBody>
      </p:sp>
      <p:sp>
        <p:nvSpPr>
          <p:cNvPr id="17" name="stage-41">
            <a:extLst>
              <a:ext uri="{FF2B5EF4-FFF2-40B4-BE49-F238E27FC236}">
                <a16:creationId xmlns:a16="http://schemas.microsoft.com/office/drawing/2014/main" id="{DFCF5686-7B74-4D18-88B4-AC6E5B2FF4E9}"/>
              </a:ext>
            </a:extLst>
          </p:cNvPr>
          <p:cNvSpPr>
            <a:spLocks noGrp="1"/>
          </p:cNvSpPr>
          <p:nvPr/>
        </p:nvSpPr>
        <p:spPr>
          <a:xfrm>
            <a:off x="7586663" y="2143125"/>
            <a:ext cx="1204913" cy="609600"/>
          </a:xfrm>
          <a:prstGeom prst="rect">
            <a:avLst/>
          </a:prstGeom>
          <a:solidFill>
            <a:srgbClr val="EEF5F8"/>
          </a:solidFill>
          <a:ln w="9525">
            <a:solidFill>
              <a:srgbClr val="146995"/>
            </a:solidFill>
          </a:ln>
        </p:spPr>
      </p:sp>
      <p:sp>
        <p:nvSpPr>
          <p:cNvPr id="18" name="stage-text-42">
            <a:extLst>
              <a:ext uri="{FF2B5EF4-FFF2-40B4-BE49-F238E27FC236}">
                <a16:creationId xmlns:a16="http://schemas.microsoft.com/office/drawing/2014/main" id="{78BC439B-D35A-4931-B165-F61C850096F7}"/>
              </a:ext>
            </a:extLst>
          </p:cNvPr>
          <p:cNvSpPr>
            <a:spLocks noGrp="1"/>
          </p:cNvSpPr>
          <p:nvPr/>
        </p:nvSpPr>
        <p:spPr>
          <a:xfrm>
            <a:off x="758666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a:t>
            </a:r>
          </a:p>
        </p:txBody>
      </p:sp>
      <p:sp>
        <p:nvSpPr>
          <p:cNvPr id="19" name="stage-43">
            <a:extLst>
              <a:ext uri="{FF2B5EF4-FFF2-40B4-BE49-F238E27FC236}">
                <a16:creationId xmlns:a16="http://schemas.microsoft.com/office/drawing/2014/main" id="{88D1F1FE-A3CA-4EA0-A29C-0375B8CD55CC}"/>
              </a:ext>
            </a:extLst>
          </p:cNvPr>
          <p:cNvSpPr>
            <a:spLocks noGrp="1"/>
          </p:cNvSpPr>
          <p:nvPr/>
        </p:nvSpPr>
        <p:spPr>
          <a:xfrm>
            <a:off x="8982075" y="2143125"/>
            <a:ext cx="1204913" cy="609600"/>
          </a:xfrm>
          <a:prstGeom prst="rect">
            <a:avLst/>
          </a:prstGeom>
          <a:solidFill>
            <a:srgbClr val="EEF5F8"/>
          </a:solidFill>
          <a:ln w="9525">
            <a:solidFill>
              <a:srgbClr val="146995"/>
            </a:solidFill>
          </a:ln>
        </p:spPr>
      </p:sp>
      <p:sp>
        <p:nvSpPr>
          <p:cNvPr id="20" name="stage-text-44">
            <a:extLst>
              <a:ext uri="{FF2B5EF4-FFF2-40B4-BE49-F238E27FC236}">
                <a16:creationId xmlns:a16="http://schemas.microsoft.com/office/drawing/2014/main" id="{490DAA53-9777-462A-97E2-E46CC7CED5F8}"/>
              </a:ext>
            </a:extLst>
          </p:cNvPr>
          <p:cNvSpPr>
            <a:spLocks noGrp="1"/>
          </p:cNvSpPr>
          <p:nvPr/>
        </p:nvSpPr>
        <p:spPr>
          <a:xfrm>
            <a:off x="898207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21" name="stage-45">
            <a:extLst>
              <a:ext uri="{FF2B5EF4-FFF2-40B4-BE49-F238E27FC236}">
                <a16:creationId xmlns:a16="http://schemas.microsoft.com/office/drawing/2014/main" id="{991DCA18-F939-44DA-80A8-295B129F08BE}"/>
              </a:ext>
            </a:extLst>
          </p:cNvPr>
          <p:cNvSpPr>
            <a:spLocks noGrp="1"/>
          </p:cNvSpPr>
          <p:nvPr/>
        </p:nvSpPr>
        <p:spPr>
          <a:xfrm>
            <a:off x="10377488" y="2143125"/>
            <a:ext cx="1204913" cy="609600"/>
          </a:xfrm>
          <a:prstGeom prst="rect">
            <a:avLst/>
          </a:prstGeom>
          <a:solidFill>
            <a:srgbClr val="EEF5F8"/>
          </a:solidFill>
          <a:ln w="9525">
            <a:solidFill>
              <a:srgbClr val="146995"/>
            </a:solidFill>
          </a:ln>
        </p:spPr>
      </p:sp>
      <p:sp>
        <p:nvSpPr>
          <p:cNvPr id="22" name="stage-text-46">
            <a:extLst>
              <a:ext uri="{FF2B5EF4-FFF2-40B4-BE49-F238E27FC236}">
                <a16:creationId xmlns:a16="http://schemas.microsoft.com/office/drawing/2014/main" id="{E9DB14C6-AE72-4B4A-A0BF-6A61DB022C47}"/>
              </a:ext>
            </a:extLst>
          </p:cNvPr>
          <p:cNvSpPr>
            <a:spLocks noGrp="1"/>
          </p:cNvSpPr>
          <p:nvPr/>
        </p:nvSpPr>
        <p:spPr>
          <a:xfrm>
            <a:off x="1037748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23" name="same">
            <a:extLst>
              <a:ext uri="{FF2B5EF4-FFF2-40B4-BE49-F238E27FC236}">
                <a16:creationId xmlns:a16="http://schemas.microsoft.com/office/drawing/2014/main" id="{024444BE-7A7A-49B7-866D-D3A638B134F5}"/>
              </a:ext>
            </a:extLst>
          </p:cNvPr>
          <p:cNvSpPr>
            <a:spLocks noGrp="1"/>
          </p:cNvSpPr>
          <p:nvPr/>
        </p:nvSpPr>
        <p:spPr>
          <a:xfrm>
            <a:off x="609600" y="3276600"/>
            <a:ext cx="10972800" cy="476250"/>
          </a:xfrm>
          <a:prstGeom prst="rect">
            <a:avLst/>
          </a:prstGeom>
          <a:noFill/>
          <a:ln w="0">
            <a:noFill/>
          </a:ln>
        </p:spPr>
        <p:txBody>
          <a:bodyPr wrap="none" lIns="0" tIns="0" rIns="0" bIns="0" anchor="t">
            <a:noAutofit/>
          </a:bodyPr>
          <a:lstStyle>
            <a:defPPr algn="l">
              <a:defRPr sz="2400" b="0">
                <a:solidFill>
                  <a:srgbClr val="151515"/>
                </a:solidFill>
                <a:latin typeface="Consolas"/>
                <a:ea typeface="Consolas"/>
                <a:cs typeface="Consolas"/>
              </a:defRPr>
            </a:defPPr>
          </a:lstStyle>
          <a:p>
            <a:pPr algn="l">
              <a:lnSpc>
                <a:spcPct val="112000"/>
              </a:lnSpc>
              <a:buNone/>
              <a:defRPr sz="2400" b="0">
                <a:solidFill>
                  <a:srgbClr val="151515"/>
                </a:solidFill>
                <a:latin typeface="Consolas"/>
                <a:ea typeface="Consolas"/>
                <a:cs typeface="Consolas"/>
              </a:defRPr>
            </a:pPr>
            <a:r>
              <a:rPr sz="2400" b="0">
                <a:solidFill>
                  <a:srgbClr val="151515"/>
                </a:solidFill>
                <a:latin typeface="Consolas"/>
                <a:ea typeface="Consolas"/>
                <a:cs typeface="Consolas"/>
              </a:rPr>
              <a:t>입력: [5, 5, 5, 5, 5, 5, 5, 5]</a:t>
            </a:r>
          </a:p>
        </p:txBody>
      </p:sp>
      <p:sp>
        <p:nvSpPr>
          <p:cNvPr id="24" name="sum">
            <a:extLst>
              <a:ext uri="{FF2B5EF4-FFF2-40B4-BE49-F238E27FC236}">
                <a16:creationId xmlns:a16="http://schemas.microsoft.com/office/drawing/2014/main" id="{B1856858-E2D0-4087-869F-95FDD346CB99}"/>
              </a:ext>
            </a:extLst>
          </p:cNvPr>
          <p:cNvSpPr>
            <a:spLocks noGrp="1"/>
          </p:cNvSpPr>
          <p:nvPr/>
        </p:nvSpPr>
        <p:spPr>
          <a:xfrm>
            <a:off x="609600" y="4133850"/>
            <a:ext cx="10972800" cy="485775"/>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피벗 밖의 검사: 7 + 6 + … + 1 = 28</a:t>
            </a:r>
          </a:p>
        </p:txBody>
      </p:sp>
      <p:sp>
        <p:nvSpPr>
          <p:cNvPr id="25" name="worst">
            <a:extLst>
              <a:ext uri="{FF2B5EF4-FFF2-40B4-BE49-F238E27FC236}">
                <a16:creationId xmlns:a16="http://schemas.microsoft.com/office/drawing/2014/main" id="{2E8C190A-CAA3-4D1F-A252-B716E0B8D294}"/>
              </a:ext>
            </a:extLst>
          </p:cNvPr>
          <p:cNvSpPr>
            <a:spLocks noGrp="1"/>
          </p:cNvSpPr>
          <p:nvPr/>
        </p:nvSpPr>
        <p:spPr>
          <a:xfrm>
            <a:off x="609600" y="5200650"/>
            <a:ext cx="10972800" cy="495300"/>
          </a:xfrm>
          <a:prstGeom prst="rect">
            <a:avLst/>
          </a:prstGeom>
          <a:noFill/>
          <a:ln w="0">
            <a:noFill/>
          </a:ln>
        </p:spPr>
        <p:txBody>
          <a:bodyPr wrap="none" lIns="0" tIns="0" rIns="0" bIns="0" anchor="t">
            <a:noAutofit/>
          </a:bodyPr>
          <a:lstStyle>
            <a:defPPr algn="l">
              <a:defRPr sz="2550" b="1">
                <a:solidFill>
                  <a:srgbClr val="AD630C"/>
                </a:solidFill>
                <a:latin typeface="Malgun Gothic"/>
                <a:ea typeface="Malgun Gothic"/>
                <a:cs typeface="Malgun Gothic"/>
              </a:defRPr>
            </a:defPPr>
          </a:lstStyle>
          <a:p>
            <a:pPr algn="l">
              <a:lnSpc>
                <a:spcPct val="112000"/>
              </a:lnSpc>
              <a:buNone/>
              <a:defRPr sz="2550" b="1">
                <a:solidFill>
                  <a:srgbClr val="AD630C"/>
                </a:solidFill>
                <a:latin typeface="Malgun Gothic"/>
                <a:ea typeface="Malgun Gothic"/>
                <a:cs typeface="Malgun Gothic"/>
              </a:defRPr>
            </a:pPr>
            <a:r>
              <a:rPr sz="2550" b="1">
                <a:solidFill>
                  <a:srgbClr val="AD630C"/>
                </a:solidFill>
                <a:latin typeface="Malgun Gothic"/>
                <a:ea typeface="Malgun Gothic"/>
                <a:cs typeface="Malgun Gothic"/>
              </a:rPr>
              <a:t>한쪽에 n−1개가 남는 경우: O(n²)</a:t>
            </a:r>
          </a:p>
        </p:txBody>
      </p:sp>
      <p:sp>
        <p:nvSpPr>
          <p:cNvPr id="26" name="caption">
            <a:extLst>
              <a:ext uri="{FF2B5EF4-FFF2-40B4-BE49-F238E27FC236}">
                <a16:creationId xmlns:a16="http://schemas.microsoft.com/office/drawing/2014/main" id="{F6798E98-13DB-42C4-A1ED-339F66E87C9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이 코드의 “피벗 이하를 왼쪽” 규칙에서는 같은 값만 있어도 최악의 분할이 가능합니다.</a:t>
            </a:r>
          </a:p>
        </p:txBody>
      </p:sp>
    </p:spTree>
    <p:extLst>
      <p:ext uri="{BB962C8B-B14F-4D97-AF65-F5344CB8AC3E}">
        <p14:creationId xmlns:p14="http://schemas.microsoft.com/office/powerpoint/2010/main" val="25089855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1108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A2BB8C-9A37-4F2F-B843-2904858026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D2FFE13-BD1E-4DB7-80BA-7E25556915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2B0A9-305E-44AE-A488-802458AAE3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가장 큰 이익을 내는 연속 구간</a:t>
            </a:r>
          </a:p>
        </p:txBody>
      </p:sp>
      <p:sp>
        <p:nvSpPr>
          <p:cNvPr id="4" name="rule-6">
            <a:extLst>
              <a:ext uri="{FF2B5EF4-FFF2-40B4-BE49-F238E27FC236}">
                <a16:creationId xmlns:a16="http://schemas.microsoft.com/office/drawing/2014/main" id="{48FC54A2-E85B-4DC3-A0EE-924BC863C3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5DCEE56-887A-4727-B446-A60E16EFD7C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7BAAE0-E89A-41ED-A710-8208585A79F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99</a:t>
            </a:r>
            <a:endParaRPr sz="1050" b="0">
              <a:solidFill>
                <a:srgbClr val="151515"/>
              </a:solidFill>
              <a:latin typeface="Consolas"/>
              <a:ea typeface="Consolas"/>
              <a:cs typeface="Consolas"/>
            </a:endParaRPr>
          </a:p>
        </p:txBody>
      </p:sp>
      <p:sp>
        <p:nvSpPr>
          <p:cNvPr id="7" name="problem">
            <a:extLst>
              <a:ext uri="{FF2B5EF4-FFF2-40B4-BE49-F238E27FC236}">
                <a16:creationId xmlns:a16="http://schemas.microsoft.com/office/drawing/2014/main" id="{B3E0B6C1-7B0E-4704-9F43-1365C07EE194}"/>
              </a:ext>
            </a:extLst>
          </p:cNvPr>
          <p:cNvSpPr>
            <a:spLocks noGrp="1"/>
          </p:cNvSpPr>
          <p:nvPr/>
        </p:nvSpPr>
        <p:spPr>
          <a:xfrm>
            <a:off x="609600" y="1752600"/>
            <a:ext cx="5334000" cy="13525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일별 손익 변동이 배열로 주어집니다.</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연속한 날짜의 합을 최대로 만드세요.</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하루 이상 고르며,</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중간 날짜는 건너뛸 수 없습니다.</a:t>
            </a:r>
          </a:p>
        </p:txBody>
      </p:sp>
      <p:graphicFrame>
        <p:nvGraphicFramePr>
          <p:cNvPr id="8" name="표 7">
            <a:extLst>
              <a:ext uri="{FF2B5EF4-FFF2-40B4-BE49-F238E27FC236}">
                <a16:creationId xmlns:a16="http://schemas.microsoft.com/office/drawing/2014/main" id="{B4F5F645-D8B5-46CF-9F81-F7C4209AED98}"/>
              </a:ext>
            </a:extLst>
          </p:cNvPr>
          <p:cNvGraphicFramePr/>
          <p:nvPr/>
        </p:nvGraphicFramePr>
        <p:xfrm>
          <a:off x="609600" y="3295650"/>
          <a:ext cx="5334000" cy="495300"/>
        </p:xfrm>
        <a:graphic>
          <a:graphicData uri="http://schemas.openxmlformats.org/drawingml/2006/table">
            <a:tbl>
              <a:tblPr/>
              <a:tblGrid>
                <a:gridCol w="666750">
                  <a:extLst>
                    <a:ext uri="{9D8B030D-6E8A-4147-A177-3AD203B41FA5}">
                      <a16:colId xmlns:a16="http://schemas.microsoft.com/office/drawing/2014/main" val="20000"/>
                    </a:ext>
                  </a:extLst>
                </a:gridCol>
                <a:gridCol w="666750">
                  <a:extLst>
                    <a:ext uri="{9D8B030D-6E8A-4147-A177-3AD203B41FA5}">
                      <a16:colId xmlns:a16="http://schemas.microsoft.com/office/drawing/2014/main" val="20001"/>
                    </a:ext>
                  </a:extLst>
                </a:gridCol>
                <a:gridCol w="666750">
                  <a:extLst>
                    <a:ext uri="{9D8B030D-6E8A-4147-A177-3AD203B41FA5}">
                      <a16:colId xmlns:a16="http://schemas.microsoft.com/office/drawing/2014/main" val="20002"/>
                    </a:ext>
                  </a:extLst>
                </a:gridCol>
                <a:gridCol w="666750">
                  <a:extLst>
                    <a:ext uri="{9D8B030D-6E8A-4147-A177-3AD203B41FA5}">
                      <a16:colId xmlns:a16="http://schemas.microsoft.com/office/drawing/2014/main" val="20003"/>
                    </a:ext>
                  </a:extLst>
                </a:gridCol>
                <a:gridCol w="666750">
                  <a:extLst>
                    <a:ext uri="{9D8B030D-6E8A-4147-A177-3AD203B41FA5}">
                      <a16:colId xmlns:a16="http://schemas.microsoft.com/office/drawing/2014/main" val="20004"/>
                    </a:ext>
                  </a:extLst>
                </a:gridCol>
                <a:gridCol w="666750">
                  <a:extLst>
                    <a:ext uri="{9D8B030D-6E8A-4147-A177-3AD203B41FA5}">
                      <a16:colId xmlns:a16="http://schemas.microsoft.com/office/drawing/2014/main" val="20005"/>
                    </a:ext>
                  </a:extLst>
                </a:gridCol>
                <a:gridCol w="666750">
                  <a:extLst>
                    <a:ext uri="{9D8B030D-6E8A-4147-A177-3AD203B41FA5}">
                      <a16:colId xmlns:a16="http://schemas.microsoft.com/office/drawing/2014/main" val="20006"/>
                    </a:ext>
                  </a:extLst>
                </a:gridCol>
                <a:gridCol w="666750">
                  <a:extLst>
                    <a:ext uri="{9D8B030D-6E8A-4147-A177-3AD203B41FA5}">
                      <a16:colId xmlns:a16="http://schemas.microsoft.com/office/drawing/2014/main" val="20007"/>
                    </a:ext>
                  </a:extLst>
                </a:gridCol>
              </a:tblGrid>
              <a:tr h="495300">
                <a:tc>
                  <a:txBody>
                    <a:bodyPr/>
                    <a:lstStyle/>
                    <a:p>
                      <a:pPr algn="ctr"/>
                      <a:r>
                        <a:rPr sz="2025" b="1">
                          <a:solidFill>
                            <a:srgbClr val="151515"/>
                          </a:solidFill>
                          <a:latin typeface="Consolas"/>
                          <a:ea typeface="Consolas"/>
                          <a:cs typeface="Consolas"/>
                        </a:rPr>
                        <a:t>3</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12</a:t>
                      </a:r>
                    </a:p>
                  </a:txBody>
                  <a:tcPr anchor="ctr">
                    <a:solidFill>
                      <a:srgbClr val="FDE5BB"/>
                    </a:solidFill>
                  </a:tcPr>
                </a:tc>
                <a:tc>
                  <a:txBody>
                    <a:bodyPr/>
                    <a:lstStyle/>
                    <a:p>
                      <a:pPr algn="ctr"/>
                      <a:r>
                        <a:rPr sz="2025" b="1">
                          <a:solidFill>
                            <a:srgbClr val="151515"/>
                          </a:solidFill>
                          <a:latin typeface="Consolas"/>
                          <a:ea typeface="Consolas"/>
                          <a:cs typeface="Consolas"/>
                        </a:rPr>
                        <a:t>-2</a:t>
                      </a:r>
                    </a:p>
                  </a:txBody>
                  <a:tcPr anchor="ctr">
                    <a:solidFill>
                      <a:srgbClr val="FDE5BB"/>
                    </a:solidFill>
                  </a:tcPr>
                </a:tc>
                <a:tc>
                  <a:txBody>
                    <a:bodyPr/>
                    <a:lstStyle/>
                    <a:p>
                      <a:pPr algn="ctr"/>
                      <a:r>
                        <a:rPr sz="2025" b="1">
                          <a:solidFill>
                            <a:srgbClr val="151515"/>
                          </a:solidFill>
                          <a:latin typeface="Consolas"/>
                          <a:ea typeface="Consolas"/>
                          <a:cs typeface="Consolas"/>
                        </a:rPr>
                        <a:t>7</a:t>
                      </a:r>
                    </a:p>
                  </a:txBody>
                  <a:tcPr anchor="ctr">
                    <a:solidFill>
                      <a:srgbClr val="FDE5BB"/>
                    </a:solidFill>
                  </a:tcPr>
                </a:tc>
                <a:tc>
                  <a:txBody>
                    <a:bodyPr/>
                    <a:lstStyle/>
                    <a:p>
                      <a:pPr algn="ctr"/>
                      <a:r>
                        <a:rPr sz="2025" b="1">
                          <a:solidFill>
                            <a:srgbClr val="151515"/>
                          </a:solidFill>
                          <a:latin typeface="Consolas"/>
                          <a:ea typeface="Consolas"/>
                          <a:cs typeface="Consolas"/>
                        </a:rPr>
                        <a:t>-9</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a:t>
                      </a:r>
                    </a:p>
                  </a:txBody>
                  <a:tcPr anchor="ctr">
                    <a:solidFill>
                      <a:srgbClr val="F3F3F3"/>
                    </a:solidFill>
                  </a:tcPr>
                </a:tc>
                <a:extLst>
                  <a:ext uri="{0D108BD9-81ED-4DB2-BD59-A6C34878D82A}">
                    <a16:rowId xmlns:a16="http://schemas.microsoft.com/office/drawing/2014/main" val="10000"/>
                  </a:ext>
                </a:extLst>
              </a:tr>
            </a:tbl>
          </a:graphicData>
        </a:graphic>
      </p:graphicFrame>
      <p:sp>
        <p:nvSpPr>
          <p:cNvPr id="9" name="day-0">
            <a:extLst>
              <a:ext uri="{FF2B5EF4-FFF2-40B4-BE49-F238E27FC236}">
                <a16:creationId xmlns:a16="http://schemas.microsoft.com/office/drawing/2014/main" id="{6683A0FA-3A38-4E1C-B198-B37F358AAC4F}"/>
              </a:ext>
            </a:extLst>
          </p:cNvPr>
          <p:cNvSpPr>
            <a:spLocks noGrp="1"/>
          </p:cNvSpPr>
          <p:nvPr/>
        </p:nvSpPr>
        <p:spPr>
          <a:xfrm>
            <a:off x="609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1일</a:t>
            </a:r>
          </a:p>
        </p:txBody>
      </p:sp>
      <p:sp>
        <p:nvSpPr>
          <p:cNvPr id="10" name="day-1">
            <a:extLst>
              <a:ext uri="{FF2B5EF4-FFF2-40B4-BE49-F238E27FC236}">
                <a16:creationId xmlns:a16="http://schemas.microsoft.com/office/drawing/2014/main" id="{1D044419-D92C-4E8C-BA04-1E20CAAD25D9}"/>
              </a:ext>
            </a:extLst>
          </p:cNvPr>
          <p:cNvSpPr>
            <a:spLocks noGrp="1"/>
          </p:cNvSpPr>
          <p:nvPr/>
        </p:nvSpPr>
        <p:spPr>
          <a:xfrm>
            <a:off x="1276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2일</a:t>
            </a:r>
          </a:p>
        </p:txBody>
      </p:sp>
      <p:sp>
        <p:nvSpPr>
          <p:cNvPr id="11" name="day-2">
            <a:extLst>
              <a:ext uri="{FF2B5EF4-FFF2-40B4-BE49-F238E27FC236}">
                <a16:creationId xmlns:a16="http://schemas.microsoft.com/office/drawing/2014/main" id="{5DCB4074-3038-46A6-9E31-5FC75BA18730}"/>
              </a:ext>
            </a:extLst>
          </p:cNvPr>
          <p:cNvSpPr>
            <a:spLocks noGrp="1"/>
          </p:cNvSpPr>
          <p:nvPr/>
        </p:nvSpPr>
        <p:spPr>
          <a:xfrm>
            <a:off x="1943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3일</a:t>
            </a:r>
          </a:p>
        </p:txBody>
      </p:sp>
      <p:sp>
        <p:nvSpPr>
          <p:cNvPr id="12" name="day-3">
            <a:extLst>
              <a:ext uri="{FF2B5EF4-FFF2-40B4-BE49-F238E27FC236}">
                <a16:creationId xmlns:a16="http://schemas.microsoft.com/office/drawing/2014/main" id="{85CC81F4-B534-4B96-9D45-74E0B0028F03}"/>
              </a:ext>
            </a:extLst>
          </p:cNvPr>
          <p:cNvSpPr>
            <a:spLocks noGrp="1"/>
          </p:cNvSpPr>
          <p:nvPr/>
        </p:nvSpPr>
        <p:spPr>
          <a:xfrm>
            <a:off x="2609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4일</a:t>
            </a:r>
          </a:p>
        </p:txBody>
      </p:sp>
      <p:sp>
        <p:nvSpPr>
          <p:cNvPr id="13" name="day-4">
            <a:extLst>
              <a:ext uri="{FF2B5EF4-FFF2-40B4-BE49-F238E27FC236}">
                <a16:creationId xmlns:a16="http://schemas.microsoft.com/office/drawing/2014/main" id="{9862CA86-4052-4DBB-A65D-06572EB35D0D}"/>
              </a:ext>
            </a:extLst>
          </p:cNvPr>
          <p:cNvSpPr>
            <a:spLocks noGrp="1"/>
          </p:cNvSpPr>
          <p:nvPr/>
        </p:nvSpPr>
        <p:spPr>
          <a:xfrm>
            <a:off x="3276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5일</a:t>
            </a:r>
          </a:p>
        </p:txBody>
      </p:sp>
      <p:sp>
        <p:nvSpPr>
          <p:cNvPr id="14" name="day-5">
            <a:extLst>
              <a:ext uri="{FF2B5EF4-FFF2-40B4-BE49-F238E27FC236}">
                <a16:creationId xmlns:a16="http://schemas.microsoft.com/office/drawing/2014/main" id="{78C41C05-D05E-4C36-BE06-8D046C31D526}"/>
              </a:ext>
            </a:extLst>
          </p:cNvPr>
          <p:cNvSpPr>
            <a:spLocks noGrp="1"/>
          </p:cNvSpPr>
          <p:nvPr/>
        </p:nvSpPr>
        <p:spPr>
          <a:xfrm>
            <a:off x="3943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6일</a:t>
            </a:r>
          </a:p>
        </p:txBody>
      </p:sp>
      <p:sp>
        <p:nvSpPr>
          <p:cNvPr id="15" name="day-6">
            <a:extLst>
              <a:ext uri="{FF2B5EF4-FFF2-40B4-BE49-F238E27FC236}">
                <a16:creationId xmlns:a16="http://schemas.microsoft.com/office/drawing/2014/main" id="{6DC06B6A-065E-4DBB-AB00-E06CF07E95C5}"/>
              </a:ext>
            </a:extLst>
          </p:cNvPr>
          <p:cNvSpPr>
            <a:spLocks noGrp="1"/>
          </p:cNvSpPr>
          <p:nvPr/>
        </p:nvSpPr>
        <p:spPr>
          <a:xfrm>
            <a:off x="4610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7일</a:t>
            </a:r>
          </a:p>
        </p:txBody>
      </p:sp>
      <p:sp>
        <p:nvSpPr>
          <p:cNvPr id="16" name="day-7">
            <a:extLst>
              <a:ext uri="{FF2B5EF4-FFF2-40B4-BE49-F238E27FC236}">
                <a16:creationId xmlns:a16="http://schemas.microsoft.com/office/drawing/2014/main" id="{DFFA27E1-E7BD-4E0A-896A-83C270F24FEB}"/>
              </a:ext>
            </a:extLst>
          </p:cNvPr>
          <p:cNvSpPr>
            <a:spLocks noGrp="1"/>
          </p:cNvSpPr>
          <p:nvPr/>
        </p:nvSpPr>
        <p:spPr>
          <a:xfrm>
            <a:off x="5276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8일</a:t>
            </a:r>
          </a:p>
        </p:txBody>
      </p:sp>
      <p:pic>
        <p:nvPicPr>
          <p:cNvPr id="17" name="그림 16">
            <a:extLst>
              <a:ext uri="{FF2B5EF4-FFF2-40B4-BE49-F238E27FC236}">
                <a16:creationId xmlns:a16="http://schemas.microsoft.com/office/drawing/2014/main" id="{B37403C6-C841-4D19-84AB-571A03CD5184}"/>
              </a:ext>
            </a:extLst>
          </p:cNvPr>
          <p:cNvPicPr>
            <a:picLocks noChangeAspect="1"/>
          </p:cNvPicPr>
          <p:nvPr/>
        </p:nvPicPr>
        <p:blipFill>
          <a:blip r:embed="rId3"/>
          <a:stretch/>
        </p:blipFill>
        <p:spPr>
          <a:xfrm>
            <a:off x="609600" y="4438650"/>
            <a:ext cx="1295400" cy="1295400"/>
          </a:xfrm>
          <a:prstGeom prst="rect">
            <a:avLst/>
          </a:prstGeom>
        </p:spPr>
      </p:pic>
      <p:sp>
        <p:nvSpPr>
          <p:cNvPr id="18" name="whole-sum">
            <a:extLst>
              <a:ext uri="{FF2B5EF4-FFF2-40B4-BE49-F238E27FC236}">
                <a16:creationId xmlns:a16="http://schemas.microsoft.com/office/drawing/2014/main" id="{82403220-9660-420F-8B91-A0E744EB5BF5}"/>
              </a:ext>
            </a:extLst>
          </p:cNvPr>
          <p:cNvSpPr>
            <a:spLocks noGrp="1"/>
          </p:cNvSpPr>
          <p:nvPr/>
        </p:nvSpPr>
        <p:spPr>
          <a:xfrm>
            <a:off x="2190750" y="4533900"/>
            <a:ext cx="37147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8일 합: 12</a:t>
            </a:r>
          </a:p>
        </p:txBody>
      </p:sp>
      <p:sp>
        <p:nvSpPr>
          <p:cNvPr id="19" name="max-sum">
            <a:extLst>
              <a:ext uri="{FF2B5EF4-FFF2-40B4-BE49-F238E27FC236}">
                <a16:creationId xmlns:a16="http://schemas.microsoft.com/office/drawing/2014/main" id="{996A08D3-F907-429D-A0FD-948B62DE6D57}"/>
              </a:ext>
            </a:extLst>
          </p:cNvPr>
          <p:cNvSpPr>
            <a:spLocks noGrp="1"/>
          </p:cNvSpPr>
          <p:nvPr/>
        </p:nvSpPr>
        <p:spPr>
          <a:xfrm>
            <a:off x="2190750" y="5153025"/>
            <a:ext cx="3714750" cy="438150"/>
          </a:xfrm>
          <a:prstGeom prst="rect">
            <a:avLst/>
          </a:prstGeom>
          <a:noFill/>
          <a:ln w="0">
            <a:noFill/>
          </a:ln>
        </p:spPr>
        <p:txBody>
          <a:bodyPr wrap="none" lIns="0" tIns="0" rIns="0" bIns="0" anchor="t">
            <a:noAutofit/>
          </a:bodyPr>
          <a:lstStyle>
            <a:defPPr algn="l">
              <a:defRPr sz="2325" b="1">
                <a:solidFill>
                  <a:srgbClr val="9A5900"/>
                </a:solidFill>
                <a:latin typeface="Malgun Gothic"/>
                <a:ea typeface="Malgun Gothic"/>
                <a:cs typeface="Malgun Gothic"/>
              </a:defRPr>
            </a:defPPr>
          </a:lstStyle>
          <a:p>
            <a:pPr algn="l">
              <a:lnSpc>
                <a:spcPct val="108000"/>
              </a:lnSpc>
              <a:buNone/>
              <a:defRPr sz="2325" b="1">
                <a:solidFill>
                  <a:srgbClr val="9A5900"/>
                </a:solidFill>
                <a:latin typeface="Malgun Gothic"/>
                <a:ea typeface="Malgun Gothic"/>
                <a:cs typeface="Malgun Gothic"/>
              </a:defRPr>
            </a:pPr>
            <a:r>
              <a:rPr sz="2325" b="1">
                <a:solidFill>
                  <a:srgbClr val="9A5900"/>
                </a:solidFill>
                <a:latin typeface="Malgun Gothic"/>
                <a:ea typeface="Malgun Gothic"/>
                <a:cs typeface="Malgun Gothic"/>
              </a:rPr>
              <a:t>3~5일 합: 17</a:t>
            </a:r>
          </a:p>
        </p:txBody>
      </p:sp>
      <p:graphicFrame>
        <p:nvGraphicFramePr>
          <p:cNvPr id="20" name="Chart">
            <a:extLst>
              <a:ext uri="{FF2B5EF4-FFF2-40B4-BE49-F238E27FC236}">
                <a16:creationId xmlns:a16="http://schemas.microsoft.com/office/drawing/2014/main" id="{7790D86A-B206-4DBB-A0A5-6365A2A06FF4}"/>
              </a:ext>
            </a:extLst>
          </p:cNvPr>
          <p:cNvGraphicFramePr/>
          <p:nvPr/>
        </p:nvGraphicFramePr>
        <p:xfrm>
          <a:off x="6191250" y="2105025"/>
          <a:ext cx="5391150" cy="3590925"/>
        </p:xfrm>
        <a:graphic>
          <a:graphicData uri="http://schemas.openxmlformats.org/drawingml/2006/chart">
            <c:chart xmlns:c="http://schemas.openxmlformats.org/drawingml/2006/chart" xmlns:r="http://schemas.openxmlformats.org/officeDocument/2006/relationships" r:id="rId4"/>
          </a:graphicData>
        </a:graphic>
      </p:graphicFrame>
      <p:sp>
        <p:nvSpPr>
          <p:cNvPr id="21" name="chart-caption">
            <a:extLst>
              <a:ext uri="{FF2B5EF4-FFF2-40B4-BE49-F238E27FC236}">
                <a16:creationId xmlns:a16="http://schemas.microsoft.com/office/drawing/2014/main" id="{25E39BB6-CFC6-4CDC-953F-D9603E9325AC}"/>
              </a:ext>
            </a:extLst>
          </p:cNvPr>
          <p:cNvSpPr>
            <a:spLocks noGrp="1"/>
          </p:cNvSpPr>
          <p:nvPr/>
        </p:nvSpPr>
        <p:spPr>
          <a:xfrm>
            <a:off x="6362700" y="5829300"/>
            <a:ext cx="52197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3~5일: 12 − 2 + 7 = 17</a:t>
            </a:r>
          </a:p>
        </p:txBody>
      </p:sp>
    </p:spTree>
    <p:extLst>
      <p:ext uri="{BB962C8B-B14F-4D97-AF65-F5344CB8AC3E}">
        <p14:creationId xmlns:p14="http://schemas.microsoft.com/office/powerpoint/2010/main" val="32848303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40516D9-E009-480E-A580-D1CF23BF75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1E9E6AD-B67E-49DA-BEE9-3C750C198B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0864A8-8215-46CC-9D1F-3814A2A487E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구간을 하나씩 확인하는 방법</a:t>
            </a:r>
          </a:p>
        </p:txBody>
      </p:sp>
      <p:sp>
        <p:nvSpPr>
          <p:cNvPr id="4" name="rule-8">
            <a:extLst>
              <a:ext uri="{FF2B5EF4-FFF2-40B4-BE49-F238E27FC236}">
                <a16:creationId xmlns:a16="http://schemas.microsoft.com/office/drawing/2014/main" id="{16EC3D52-CC1C-4591-B70E-16FE113BCC2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C3ADBF6-CD77-45CF-B6EF-B01F8AB8B4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BD3BFC2-E0E9-4C97-B0A0-31EB473D6A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100</a:t>
            </a:r>
            <a:endParaRPr sz="1050" b="0">
              <a:solidFill>
                <a:srgbClr val="151515"/>
              </a:solidFill>
              <a:latin typeface="Consolas"/>
              <a:ea typeface="Consolas"/>
              <a:cs typeface="Consolas"/>
            </a:endParaRPr>
          </a:p>
        </p:txBody>
      </p:sp>
      <p:sp>
        <p:nvSpPr>
          <p:cNvPr id="7" name="approach">
            <a:extLst>
              <a:ext uri="{FF2B5EF4-FFF2-40B4-BE49-F238E27FC236}">
                <a16:creationId xmlns:a16="http://schemas.microsoft.com/office/drawing/2014/main" id="{DFD3F16C-FC70-48D3-87F7-706AFF96F60C}"/>
              </a:ext>
            </a:extLst>
          </p:cNvPr>
          <p:cNvSpPr>
            <a:spLocks noGrp="1"/>
          </p:cNvSpPr>
          <p:nvPr/>
        </p:nvSpPr>
        <p:spPr>
          <a:xfrm>
            <a:off x="609600" y="1733550"/>
            <a:ext cx="6238875" cy="74295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시작 날짜를 하나 고정하고,</a:t>
            </a:r>
          </a:p>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끝 날짜를 한 칸씩 늘립니다.</a:t>
            </a:r>
          </a:p>
        </p:txBody>
      </p:sp>
      <p:sp>
        <p:nvSpPr>
          <p:cNvPr id="8" name="examples">
            <a:extLst>
              <a:ext uri="{FF2B5EF4-FFF2-40B4-BE49-F238E27FC236}">
                <a16:creationId xmlns:a16="http://schemas.microsoft.com/office/drawing/2014/main" id="{98F537F9-787D-4AD3-B198-CEE4FDADF4D4}"/>
              </a:ext>
            </a:extLst>
          </p:cNvPr>
          <p:cNvSpPr>
            <a:spLocks noGrp="1"/>
          </p:cNvSpPr>
          <p:nvPr/>
        </p:nvSpPr>
        <p:spPr>
          <a:xfrm>
            <a:off x="609600" y="2800350"/>
            <a:ext cx="6238875" cy="1857375"/>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첫날부터 시작한 구간</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   3</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  −2</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12]         →  10</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a:t>
            </a:r>
          </a:p>
        </p:txBody>
      </p:sp>
      <p:sp>
        <p:nvSpPr>
          <p:cNvPr id="9" name="count">
            <a:extLst>
              <a:ext uri="{FF2B5EF4-FFF2-40B4-BE49-F238E27FC236}">
                <a16:creationId xmlns:a16="http://schemas.microsoft.com/office/drawing/2014/main" id="{A4937F8C-81F2-4179-ABED-8DA261BE5620}"/>
              </a:ext>
            </a:extLst>
          </p:cNvPr>
          <p:cNvSpPr>
            <a:spLocks noGrp="1"/>
          </p:cNvSpPr>
          <p:nvPr/>
        </p:nvSpPr>
        <p:spPr>
          <a:xfrm>
            <a:off x="609600" y="5124450"/>
            <a:ext cx="64198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8일의 후보: 8 + 7 + … + 1 = 36개</a:t>
            </a:r>
          </a:p>
        </p:txBody>
      </p:sp>
      <p:sp>
        <p:nvSpPr>
          <p:cNvPr id="10" name="cost">
            <a:extLst>
              <a:ext uri="{FF2B5EF4-FFF2-40B4-BE49-F238E27FC236}">
                <a16:creationId xmlns:a16="http://schemas.microsoft.com/office/drawing/2014/main" id="{6491C8C5-B83B-4CE4-9A29-FF88B6C3D652}"/>
              </a:ext>
            </a:extLst>
          </p:cNvPr>
          <p:cNvSpPr>
            <a:spLocks noGrp="1"/>
          </p:cNvSpPr>
          <p:nvPr/>
        </p:nvSpPr>
        <p:spPr>
          <a:xfrm>
            <a:off x="609600" y="5619750"/>
            <a:ext cx="65817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입력이 커지면 후보 수가 O(n²)로 늘어납니다.</a:t>
            </a:r>
          </a:p>
        </p:txBody>
      </p:sp>
      <p:pic>
        <p:nvPicPr>
          <p:cNvPr id="11" name="그림 10">
            <a:extLst>
              <a:ext uri="{FF2B5EF4-FFF2-40B4-BE49-F238E27FC236}">
                <a16:creationId xmlns:a16="http://schemas.microsoft.com/office/drawing/2014/main" id="{6379D003-0CB9-4CBD-AD92-1ACDC4F7276A}"/>
              </a:ext>
            </a:extLst>
          </p:cNvPr>
          <p:cNvPicPr>
            <a:picLocks noChangeAspect="1"/>
          </p:cNvPicPr>
          <p:nvPr/>
        </p:nvPicPr>
        <p:blipFill>
          <a:blip r:embed="rId3"/>
          <a:stretch/>
        </p:blipFill>
        <p:spPr>
          <a:xfrm>
            <a:off x="7143750" y="2361911"/>
            <a:ext cx="4438650" cy="3401003"/>
          </a:xfrm>
          <a:prstGeom prst="rect">
            <a:avLst/>
          </a:prstGeom>
        </p:spPr>
      </p:pic>
      <p:sp>
        <p:nvSpPr>
          <p:cNvPr id="12" name="caption">
            <a:extLst>
              <a:ext uri="{FF2B5EF4-FFF2-40B4-BE49-F238E27FC236}">
                <a16:creationId xmlns:a16="http://schemas.microsoft.com/office/drawing/2014/main" id="{7F6FBA63-1B95-45A4-B1E3-C0F96CDAD0B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끝점을 한 칸 늘릴 때 누적합도 갱신합니다. 더 빠른 방법으로 분할 정복을 사용해 봅시다.</a:t>
            </a:r>
          </a:p>
        </p:txBody>
      </p:sp>
    </p:spTree>
    <p:extLst>
      <p:ext uri="{BB962C8B-B14F-4D97-AF65-F5344CB8AC3E}">
        <p14:creationId xmlns:p14="http://schemas.microsoft.com/office/powerpoint/2010/main" val="40580360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6FD6C51D-5359-4C74-9E26-B0D69A4E640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25C0F9C-47CC-49BF-B44D-6A22EA65B5E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CD8E25-2AA5-4C48-A061-C6A8B0D070F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왼쪽·오른쪽·중앙을 걸친 구간</a:t>
            </a:r>
          </a:p>
        </p:txBody>
      </p:sp>
      <p:sp>
        <p:nvSpPr>
          <p:cNvPr id="4" name="rule-9">
            <a:extLst>
              <a:ext uri="{FF2B5EF4-FFF2-40B4-BE49-F238E27FC236}">
                <a16:creationId xmlns:a16="http://schemas.microsoft.com/office/drawing/2014/main" id="{DC7A6C6C-CD74-4E5C-BA2C-91D4DE466CD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9921D859-0E70-421D-8F7E-4CB329E71A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F898A3F-ECE0-47E8-9F57-00BDFD8C10F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101</a:t>
            </a:r>
            <a:endParaRPr sz="1050" b="0">
              <a:solidFill>
                <a:srgbClr val="151515"/>
              </a:solidFill>
              <a:latin typeface="Consolas"/>
              <a:ea typeface="Consolas"/>
              <a:cs typeface="Consolas"/>
            </a:endParaRPr>
          </a:p>
        </p:txBody>
      </p:sp>
      <p:sp>
        <p:nvSpPr>
          <p:cNvPr id="7" name="left-head">
            <a:extLst>
              <a:ext uri="{FF2B5EF4-FFF2-40B4-BE49-F238E27FC236}">
                <a16:creationId xmlns:a16="http://schemas.microsoft.com/office/drawing/2014/main" id="{4359091F-6708-42D5-9072-788153027B87}"/>
              </a:ext>
            </a:extLst>
          </p:cNvPr>
          <p:cNvSpPr>
            <a:spLocks noGrp="1"/>
          </p:cNvSpPr>
          <p:nvPr/>
        </p:nvSpPr>
        <p:spPr>
          <a:xfrm>
            <a:off x="609600" y="1828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절반 안</a:t>
            </a:r>
          </a:p>
        </p:txBody>
      </p:sp>
      <p:sp>
        <p:nvSpPr>
          <p:cNvPr id="8" name="left-detail">
            <a:extLst>
              <a:ext uri="{FF2B5EF4-FFF2-40B4-BE49-F238E27FC236}">
                <a16:creationId xmlns:a16="http://schemas.microsoft.com/office/drawing/2014/main" id="{C52FD89E-9FD5-4C74-A896-E2553D7D8A97}"/>
              </a:ext>
            </a:extLst>
          </p:cNvPr>
          <p:cNvSpPr>
            <a:spLocks noGrp="1"/>
          </p:cNvSpPr>
          <p:nvPr/>
        </p:nvSpPr>
        <p:spPr>
          <a:xfrm>
            <a:off x="609600" y="2257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left_max</a:t>
            </a:r>
          </a:p>
        </p:txBody>
      </p:sp>
      <p:sp>
        <p:nvSpPr>
          <p:cNvPr id="9" name="right-head">
            <a:extLst>
              <a:ext uri="{FF2B5EF4-FFF2-40B4-BE49-F238E27FC236}">
                <a16:creationId xmlns:a16="http://schemas.microsoft.com/office/drawing/2014/main" id="{8AF70F70-BDD8-47A8-B2F1-15DC78A5E67F}"/>
              </a:ext>
            </a:extLst>
          </p:cNvPr>
          <p:cNvSpPr>
            <a:spLocks noGrp="1"/>
          </p:cNvSpPr>
          <p:nvPr/>
        </p:nvSpPr>
        <p:spPr>
          <a:xfrm>
            <a:off x="609600" y="2971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오른쪽 절반 안</a:t>
            </a:r>
          </a:p>
        </p:txBody>
      </p:sp>
      <p:sp>
        <p:nvSpPr>
          <p:cNvPr id="10" name="right-detail">
            <a:extLst>
              <a:ext uri="{FF2B5EF4-FFF2-40B4-BE49-F238E27FC236}">
                <a16:creationId xmlns:a16="http://schemas.microsoft.com/office/drawing/2014/main" id="{F414A61E-302C-41E9-9F95-4D9BFBAE015E}"/>
              </a:ext>
            </a:extLst>
          </p:cNvPr>
          <p:cNvSpPr>
            <a:spLocks noGrp="1"/>
          </p:cNvSpPr>
          <p:nvPr/>
        </p:nvSpPr>
        <p:spPr>
          <a:xfrm>
            <a:off x="609600" y="3400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right_max</a:t>
            </a:r>
          </a:p>
        </p:txBody>
      </p:sp>
      <p:sp>
        <p:nvSpPr>
          <p:cNvPr id="11" name="cross-head">
            <a:extLst>
              <a:ext uri="{FF2B5EF4-FFF2-40B4-BE49-F238E27FC236}">
                <a16:creationId xmlns:a16="http://schemas.microsoft.com/office/drawing/2014/main" id="{A036ECC1-F3F0-4A65-A04F-7BD31707F875}"/>
              </a:ext>
            </a:extLst>
          </p:cNvPr>
          <p:cNvSpPr>
            <a:spLocks noGrp="1"/>
          </p:cNvSpPr>
          <p:nvPr/>
        </p:nvSpPr>
        <p:spPr>
          <a:xfrm>
            <a:off x="609600" y="4114800"/>
            <a:ext cx="60960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중앙 경계를 걸친 구간</a:t>
            </a:r>
          </a:p>
        </p:txBody>
      </p:sp>
      <p:sp>
        <p:nvSpPr>
          <p:cNvPr id="12" name="cross-detail">
            <a:extLst>
              <a:ext uri="{FF2B5EF4-FFF2-40B4-BE49-F238E27FC236}">
                <a16:creationId xmlns:a16="http://schemas.microsoft.com/office/drawing/2014/main" id="{3B136474-D5EC-4A53-A6B6-69032F236D89}"/>
              </a:ext>
            </a:extLst>
          </p:cNvPr>
          <p:cNvSpPr>
            <a:spLocks noGrp="1"/>
          </p:cNvSpPr>
          <p:nvPr/>
        </p:nvSpPr>
        <p:spPr>
          <a:xfrm>
            <a:off x="609600" y="4543425"/>
            <a:ext cx="60483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경계 양쪽을 이어 붙인 최대 합: cross_max</a:t>
            </a:r>
          </a:p>
        </p:txBody>
      </p:sp>
      <p:sp>
        <p:nvSpPr>
          <p:cNvPr id="13" name="answer-formula">
            <a:extLst>
              <a:ext uri="{FF2B5EF4-FFF2-40B4-BE49-F238E27FC236}">
                <a16:creationId xmlns:a16="http://schemas.microsoft.com/office/drawing/2014/main" id="{848D564A-2B7E-47BF-AF94-7FF6DCB81F51}"/>
              </a:ext>
            </a:extLst>
          </p:cNvPr>
          <p:cNvSpPr>
            <a:spLocks noGrp="1"/>
          </p:cNvSpPr>
          <p:nvPr/>
        </p:nvSpPr>
        <p:spPr>
          <a:xfrm>
            <a:off x="609600" y="5534025"/>
            <a:ext cx="6638925" cy="400050"/>
          </a:xfrm>
          <a:prstGeom prst="rect">
            <a:avLst/>
          </a:prstGeom>
          <a:noFill/>
          <a:ln w="0">
            <a:noFill/>
          </a:ln>
        </p:spPr>
        <p:txBody>
          <a:bodyPr wrap="none" lIns="0" tIns="0" rIns="0" bIns="0" anchor="t">
            <a:noAutofit/>
          </a:bodyPr>
          <a:lstStyle>
            <a:defPPr algn="l">
              <a:defRPr sz="1875" b="1">
                <a:solidFill>
                  <a:srgbClr val="151515"/>
                </a:solidFill>
                <a:latin typeface="Consolas"/>
                <a:ea typeface="Consolas"/>
                <a:cs typeface="Consolas"/>
              </a:defRPr>
            </a:defPPr>
          </a:lstStyle>
          <a:p>
            <a:pPr algn="l">
              <a:lnSpc>
                <a:spcPct val="108000"/>
              </a:lnSpc>
              <a:buNone/>
              <a:defRPr sz="1875" b="1">
                <a:solidFill>
                  <a:srgbClr val="151515"/>
                </a:solidFill>
                <a:latin typeface="Consolas"/>
                <a:ea typeface="Consolas"/>
                <a:cs typeface="Consolas"/>
              </a:defRPr>
            </a:pPr>
            <a:r>
              <a:rPr sz="1875" b="1">
                <a:solidFill>
                  <a:srgbClr val="151515"/>
                </a:solidFill>
                <a:latin typeface="Consolas"/>
                <a:ea typeface="Consolas"/>
                <a:cs typeface="Consolas"/>
              </a:rPr>
              <a:t>정답 = max(left_max, right_max, cross_max)</a:t>
            </a:r>
          </a:p>
        </p:txBody>
      </p:sp>
      <p:pic>
        <p:nvPicPr>
          <p:cNvPr id="14" name="그림 13">
            <a:extLst>
              <a:ext uri="{FF2B5EF4-FFF2-40B4-BE49-F238E27FC236}">
                <a16:creationId xmlns:a16="http://schemas.microsoft.com/office/drawing/2014/main" id="{99C94D20-72CC-4E4B-B68C-4B965330BFE4}"/>
              </a:ext>
            </a:extLst>
          </p:cNvPr>
          <p:cNvPicPr>
            <a:picLocks noChangeAspect="1"/>
          </p:cNvPicPr>
          <p:nvPr/>
        </p:nvPicPr>
        <p:blipFill>
          <a:blip r:embed="rId3"/>
          <a:stretch/>
        </p:blipFill>
        <p:spPr>
          <a:xfrm>
            <a:off x="7096125" y="2322635"/>
            <a:ext cx="4486275" cy="3450981"/>
          </a:xfrm>
          <a:prstGeom prst="rect">
            <a:avLst/>
          </a:prstGeom>
        </p:spPr>
      </p:pic>
      <p:sp>
        <p:nvSpPr>
          <p:cNvPr id="15" name="caption">
            <a:extLst>
              <a:ext uri="{FF2B5EF4-FFF2-40B4-BE49-F238E27FC236}">
                <a16:creationId xmlns:a16="http://schemas.microsoft.com/office/drawing/2014/main" id="{F379CA6E-90A8-4683-BC96-6386FCDEFADD}"/>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중앙을 걸친 구간은 mid와 mid+1을 모두 포함해야 합니다. 중간 칸을 뺄 수 없습니다.</a:t>
            </a:r>
          </a:p>
        </p:txBody>
      </p:sp>
    </p:spTree>
    <p:extLst>
      <p:ext uri="{BB962C8B-B14F-4D97-AF65-F5344CB8AC3E}">
        <p14:creationId xmlns:p14="http://schemas.microsoft.com/office/powerpoint/2010/main" val="40943194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A4CD2B0A-9A9B-4D06-A73C-9181F4752D2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548A5AC-E642-43E6-BA8C-4A6293304F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EAB831C-20FF-46FE-943A-F417B7579E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최대 구간 합: 연속한 칸을 고릅니다</a:t>
            </a:r>
          </a:p>
        </p:txBody>
      </p:sp>
      <p:sp>
        <p:nvSpPr>
          <p:cNvPr id="4" name="diagram-line-0">
            <a:extLst>
              <a:ext uri="{FF2B5EF4-FFF2-40B4-BE49-F238E27FC236}">
                <a16:creationId xmlns:a16="http://schemas.microsoft.com/office/drawing/2014/main" id="{891583A9-E486-49E7-9BCE-CFD27209D30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498C88-F2CD-47B3-A6F7-9BFAB3E5C04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 = [3, −5, 12, −2, 7, −9, 5, 1]에서 빈 구간은 고르지 않습니다.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가장 큰 합은 인덱스 2~4의 12 − 2 + 7 = 17입니다.</a:t>
            </a:r>
          </a:p>
        </p:txBody>
      </p:sp>
      <p:sp>
        <p:nvSpPr>
          <p:cNvPr id="6" name="footer">
            <a:extLst>
              <a:ext uri="{FF2B5EF4-FFF2-40B4-BE49-F238E27FC236}">
                <a16:creationId xmlns:a16="http://schemas.microsoft.com/office/drawing/2014/main" id="{016A567E-4575-457F-8113-3491336C5A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717FE1E-3898-4E2B-B6AE-773E43A805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102</a:t>
            </a:r>
            <a:endParaRPr sz="1050" b="0">
              <a:solidFill>
                <a:srgbClr val="151515"/>
              </a:solidFill>
              <a:latin typeface="Consolas"/>
              <a:ea typeface="Consolas"/>
              <a:cs typeface="Consolas"/>
            </a:endParaRPr>
          </a:p>
        </p:txBody>
      </p:sp>
      <p:sp>
        <p:nvSpPr>
          <p:cNvPr id="8" name="row-1-label">
            <a:extLst>
              <a:ext uri="{FF2B5EF4-FFF2-40B4-BE49-F238E27FC236}">
                <a16:creationId xmlns:a16="http://schemas.microsoft.com/office/drawing/2014/main" id="{4A003CA9-E33A-4FF0-A6F4-BCCB6B520509}"/>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최대 구간</a:t>
            </a:r>
          </a:p>
        </p:txBody>
      </p:sp>
      <p:graphicFrame>
        <p:nvGraphicFramePr>
          <p:cNvPr id="9" name="표 8">
            <a:extLst>
              <a:ext uri="{FF2B5EF4-FFF2-40B4-BE49-F238E27FC236}">
                <a16:creationId xmlns:a16="http://schemas.microsoft.com/office/drawing/2014/main" id="{0D75EA29-7CD1-4AE4-92CE-AC1B8E602CDF}"/>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
            <a:extLst>
              <a:ext uri="{FF2B5EF4-FFF2-40B4-BE49-F238E27FC236}">
                <a16:creationId xmlns:a16="http://schemas.microsoft.com/office/drawing/2014/main" id="{D4CB59B6-5FA4-45E3-BC8C-213AA7A12478}"/>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
            <a:extLst>
              <a:ext uri="{FF2B5EF4-FFF2-40B4-BE49-F238E27FC236}">
                <a16:creationId xmlns:a16="http://schemas.microsoft.com/office/drawing/2014/main" id="{E79A5818-1C34-4B5B-8520-5236ED34FB55}"/>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
            <a:extLst>
              <a:ext uri="{FF2B5EF4-FFF2-40B4-BE49-F238E27FC236}">
                <a16:creationId xmlns:a16="http://schemas.microsoft.com/office/drawing/2014/main" id="{D7055421-E1DD-4455-956F-EC630C8736AA}"/>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
            <a:extLst>
              <a:ext uri="{FF2B5EF4-FFF2-40B4-BE49-F238E27FC236}">
                <a16:creationId xmlns:a16="http://schemas.microsoft.com/office/drawing/2014/main" id="{5EA4AE99-C610-4AEC-96E9-67E75B8E884C}"/>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
            <a:extLst>
              <a:ext uri="{FF2B5EF4-FFF2-40B4-BE49-F238E27FC236}">
                <a16:creationId xmlns:a16="http://schemas.microsoft.com/office/drawing/2014/main" id="{6CFE9132-0BC1-461D-A1F1-06881AC58DC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
            <a:extLst>
              <a:ext uri="{FF2B5EF4-FFF2-40B4-BE49-F238E27FC236}">
                <a16:creationId xmlns:a16="http://schemas.microsoft.com/office/drawing/2014/main" id="{45813662-D7F1-4BE7-B186-778C7A001D69}"/>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
            <a:extLst>
              <a:ext uri="{FF2B5EF4-FFF2-40B4-BE49-F238E27FC236}">
                <a16:creationId xmlns:a16="http://schemas.microsoft.com/office/drawing/2014/main" id="{067D5B12-C4F3-4CF0-908F-32DDE8ACC9FA}"/>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
            <a:extLst>
              <a:ext uri="{FF2B5EF4-FFF2-40B4-BE49-F238E27FC236}">
                <a16:creationId xmlns:a16="http://schemas.microsoft.com/office/drawing/2014/main" id="{C8723331-A0F9-4F3E-951D-D290353D2386}"/>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example-sum">
            <a:extLst>
              <a:ext uri="{FF2B5EF4-FFF2-40B4-BE49-F238E27FC236}">
                <a16:creationId xmlns:a16="http://schemas.microsoft.com/office/drawing/2014/main" id="{E40355BF-1DF4-4323-A85B-EC02A41B5787}"/>
              </a:ext>
            </a:extLst>
          </p:cNvPr>
          <p:cNvSpPr>
            <a:spLocks noGrp="1"/>
          </p:cNvSpPr>
          <p:nvPr/>
        </p:nvSpPr>
        <p:spPr>
          <a:xfrm>
            <a:off x="2362200" y="4371975"/>
            <a:ext cx="8839200" cy="476250"/>
          </a:xfrm>
          <a:prstGeom prst="rect">
            <a:avLst/>
          </a:prstGeom>
          <a:noFill/>
          <a:ln w="0">
            <a:noFill/>
          </a:ln>
        </p:spPr>
        <p:txBody>
          <a:bodyPr wrap="none" lIns="0" tIns="0" rIns="0" bIns="0" anchor="t">
            <a:noAutofit/>
          </a:bodyPr>
          <a:lstStyle>
            <a:defPPr algn="l">
              <a:defRPr sz="2550" b="1">
                <a:solidFill>
                  <a:srgbClr val="9A5900"/>
                </a:solidFill>
                <a:latin typeface="Consolas"/>
                <a:ea typeface="Consolas"/>
                <a:cs typeface="Consolas"/>
              </a:defRPr>
            </a:defPPr>
          </a:lstStyle>
          <a:p>
            <a:pPr algn="l">
              <a:lnSpc>
                <a:spcPct val="108000"/>
              </a:lnSpc>
              <a:buNone/>
              <a:defRPr sz="2550" b="1">
                <a:solidFill>
                  <a:srgbClr val="9A5900"/>
                </a:solidFill>
                <a:latin typeface="Consolas"/>
                <a:ea typeface="Consolas"/>
                <a:cs typeface="Consolas"/>
              </a:defRPr>
            </a:pPr>
            <a:r>
              <a:rPr sz="2550" b="1">
                <a:solidFill>
                  <a:srgbClr val="9A5900"/>
                </a:solidFill>
                <a:latin typeface="Consolas"/>
                <a:ea typeface="Consolas"/>
                <a:cs typeface="Consolas"/>
              </a:rPr>
              <a:t>12 − 2 + 7 = 17</a:t>
            </a:r>
          </a:p>
        </p:txBody>
      </p:sp>
      <p:sp>
        <p:nvSpPr>
          <p:cNvPr id="19" name="whole-sum">
            <a:extLst>
              <a:ext uri="{FF2B5EF4-FFF2-40B4-BE49-F238E27FC236}">
                <a16:creationId xmlns:a16="http://schemas.microsoft.com/office/drawing/2014/main" id="{D217DD2B-2B0B-4B9D-BCDB-3D7078B06974}"/>
              </a:ext>
            </a:extLst>
          </p:cNvPr>
          <p:cNvSpPr>
            <a:spLocks noGrp="1"/>
          </p:cNvSpPr>
          <p:nvPr/>
        </p:nvSpPr>
        <p:spPr>
          <a:xfrm>
            <a:off x="2362200" y="5086350"/>
            <a:ext cx="8839200" cy="3810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배열 전체 합 = 12</a:t>
            </a:r>
          </a:p>
        </p:txBody>
      </p:sp>
      <p:sp>
        <p:nvSpPr>
          <p:cNvPr id="20" name="caption">
            <a:extLst>
              <a:ext uri="{FF2B5EF4-FFF2-40B4-BE49-F238E27FC236}">
                <a16:creationId xmlns:a16="http://schemas.microsoft.com/office/drawing/2014/main" id="{443A3463-BF41-4CF0-8008-BCCBA0B8C5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중간 칸을 건너뛸 수 없습니다. 음수 한 칸도 답이 될 수 있습니다.</a:t>
            </a:r>
          </a:p>
        </p:txBody>
      </p:sp>
    </p:spTree>
    <p:extLst>
      <p:ext uri="{BB962C8B-B14F-4D97-AF65-F5344CB8AC3E}">
        <p14:creationId xmlns:p14="http://schemas.microsoft.com/office/powerpoint/2010/main" val="149657373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B50D2665-BDEF-4C32-931F-EB1F82F519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623CA5-2C4B-430A-A31C-B18A6C2B4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A2F56C1-EE62-401A-8806-CDFFA1FFADF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가운데에서 나누면 후보는 세 종류</a:t>
            </a:r>
          </a:p>
        </p:txBody>
      </p:sp>
      <p:sp>
        <p:nvSpPr>
          <p:cNvPr id="4" name="diagram-line-2">
            <a:extLst>
              <a:ext uri="{FF2B5EF4-FFF2-40B4-BE49-F238E27FC236}">
                <a16:creationId xmlns:a16="http://schemas.microsoft.com/office/drawing/2014/main" id="{E1377842-11E2-458C-833B-D9984439163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F79B034-E606-419C-9B65-D323FFC670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0, high = 7, mid = 3입니다. 경계는 인덱스 3과 4 사이입니다.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안, 오른쪽 안, 경계를 걸치는 구간 중 가장 큰 합을 고릅니다.</a:t>
            </a:r>
          </a:p>
        </p:txBody>
      </p:sp>
      <p:sp>
        <p:nvSpPr>
          <p:cNvPr id="6" name="footer">
            <a:extLst>
              <a:ext uri="{FF2B5EF4-FFF2-40B4-BE49-F238E27FC236}">
                <a16:creationId xmlns:a16="http://schemas.microsoft.com/office/drawing/2014/main" id="{1EF6E758-35FD-4324-9603-E7C79E0C200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6EDD0BB-CF3F-4BF5-A8BF-554B46FDE06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103</a:t>
            </a:r>
            <a:endParaRPr sz="1050" b="0">
              <a:solidFill>
                <a:srgbClr val="151515"/>
              </a:solidFill>
              <a:latin typeface="Consolas"/>
              <a:ea typeface="Consolas"/>
              <a:cs typeface="Consolas"/>
            </a:endParaRPr>
          </a:p>
        </p:txBody>
      </p:sp>
      <p:sp>
        <p:nvSpPr>
          <p:cNvPr id="8" name="row-3-label">
            <a:extLst>
              <a:ext uri="{FF2B5EF4-FFF2-40B4-BE49-F238E27FC236}">
                <a16:creationId xmlns:a16="http://schemas.microsoft.com/office/drawing/2014/main" id="{6E0E701B-3CD2-4933-B0C8-226213BE60A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A9811B8C-6596-478D-9CCD-D68F0450EDEB}"/>
              </a:ext>
            </a:extLst>
          </p:cNvPr>
          <p:cNvGraphicFramePr/>
          <p:nvPr/>
        </p:nvGraphicFramePr>
        <p:xfrm>
          <a:off x="2362200" y="26860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3-0">
            <a:extLst>
              <a:ext uri="{FF2B5EF4-FFF2-40B4-BE49-F238E27FC236}">
                <a16:creationId xmlns:a16="http://schemas.microsoft.com/office/drawing/2014/main" id="{27DE34E5-504F-48FC-B9D6-24CAF7179327}"/>
              </a:ext>
            </a:extLst>
          </p:cNvPr>
          <p:cNvSpPr>
            <a:spLocks noGrp="1"/>
          </p:cNvSpPr>
          <p:nvPr/>
        </p:nvSpPr>
        <p:spPr>
          <a:xfrm>
            <a:off x="23622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3-1">
            <a:extLst>
              <a:ext uri="{FF2B5EF4-FFF2-40B4-BE49-F238E27FC236}">
                <a16:creationId xmlns:a16="http://schemas.microsoft.com/office/drawing/2014/main" id="{4CD0FBA7-EBA6-4F2A-B5CB-28854661657D}"/>
              </a:ext>
            </a:extLst>
          </p:cNvPr>
          <p:cNvSpPr>
            <a:spLocks noGrp="1"/>
          </p:cNvSpPr>
          <p:nvPr/>
        </p:nvSpPr>
        <p:spPr>
          <a:xfrm>
            <a:off x="34671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3-2">
            <a:extLst>
              <a:ext uri="{FF2B5EF4-FFF2-40B4-BE49-F238E27FC236}">
                <a16:creationId xmlns:a16="http://schemas.microsoft.com/office/drawing/2014/main" id="{BCBED81A-8B1B-4856-95DC-C744586A0EE7}"/>
              </a:ext>
            </a:extLst>
          </p:cNvPr>
          <p:cNvSpPr>
            <a:spLocks noGrp="1"/>
          </p:cNvSpPr>
          <p:nvPr/>
        </p:nvSpPr>
        <p:spPr>
          <a:xfrm>
            <a:off x="45720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3-3">
            <a:extLst>
              <a:ext uri="{FF2B5EF4-FFF2-40B4-BE49-F238E27FC236}">
                <a16:creationId xmlns:a16="http://schemas.microsoft.com/office/drawing/2014/main" id="{4F097352-ADD2-436A-B549-D6DA77C7B2B3}"/>
              </a:ext>
            </a:extLst>
          </p:cNvPr>
          <p:cNvSpPr>
            <a:spLocks noGrp="1"/>
          </p:cNvSpPr>
          <p:nvPr/>
        </p:nvSpPr>
        <p:spPr>
          <a:xfrm>
            <a:off x="56769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3-4">
            <a:extLst>
              <a:ext uri="{FF2B5EF4-FFF2-40B4-BE49-F238E27FC236}">
                <a16:creationId xmlns:a16="http://schemas.microsoft.com/office/drawing/2014/main" id="{9500CE8C-1F5E-4BBB-BE78-2D8520AEF3FF}"/>
              </a:ext>
            </a:extLst>
          </p:cNvPr>
          <p:cNvSpPr>
            <a:spLocks noGrp="1"/>
          </p:cNvSpPr>
          <p:nvPr/>
        </p:nvSpPr>
        <p:spPr>
          <a:xfrm>
            <a:off x="67818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3-5">
            <a:extLst>
              <a:ext uri="{FF2B5EF4-FFF2-40B4-BE49-F238E27FC236}">
                <a16:creationId xmlns:a16="http://schemas.microsoft.com/office/drawing/2014/main" id="{33DEB096-6B12-4A77-82CF-D31F438896A4}"/>
              </a:ext>
            </a:extLst>
          </p:cNvPr>
          <p:cNvSpPr>
            <a:spLocks noGrp="1"/>
          </p:cNvSpPr>
          <p:nvPr/>
        </p:nvSpPr>
        <p:spPr>
          <a:xfrm>
            <a:off x="78867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3-6">
            <a:extLst>
              <a:ext uri="{FF2B5EF4-FFF2-40B4-BE49-F238E27FC236}">
                <a16:creationId xmlns:a16="http://schemas.microsoft.com/office/drawing/2014/main" id="{9535B611-9995-48A2-96AA-F964A5E75F7C}"/>
              </a:ext>
            </a:extLst>
          </p:cNvPr>
          <p:cNvSpPr>
            <a:spLocks noGrp="1"/>
          </p:cNvSpPr>
          <p:nvPr/>
        </p:nvSpPr>
        <p:spPr>
          <a:xfrm>
            <a:off x="89916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3-7">
            <a:extLst>
              <a:ext uri="{FF2B5EF4-FFF2-40B4-BE49-F238E27FC236}">
                <a16:creationId xmlns:a16="http://schemas.microsoft.com/office/drawing/2014/main" id="{4B6D07A7-6479-4FDC-889F-D5F7DC35FF32}"/>
              </a:ext>
            </a:extLst>
          </p:cNvPr>
          <p:cNvSpPr>
            <a:spLocks noGrp="1"/>
          </p:cNvSpPr>
          <p:nvPr/>
        </p:nvSpPr>
        <p:spPr>
          <a:xfrm>
            <a:off x="100965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
            <a:extLst>
              <a:ext uri="{FF2B5EF4-FFF2-40B4-BE49-F238E27FC236}">
                <a16:creationId xmlns:a16="http://schemas.microsoft.com/office/drawing/2014/main" id="{6BA2EEC4-08A2-4091-B916-938A575168B5}"/>
              </a:ext>
            </a:extLst>
          </p:cNvPr>
          <p:cNvSpPr>
            <a:spLocks noGrp="1"/>
          </p:cNvSpPr>
          <p:nvPr/>
        </p:nvSpPr>
        <p:spPr>
          <a:xfrm>
            <a:off x="6772275" y="2628900"/>
            <a:ext cx="19050" cy="666750"/>
          </a:xfrm>
          <a:prstGeom prst="rect">
            <a:avLst/>
          </a:prstGeom>
          <a:solidFill>
            <a:srgbClr val="9A5900"/>
          </a:solidFill>
          <a:ln w="0">
            <a:noFill/>
          </a:ln>
        </p:spPr>
      </p:sp>
      <p:sp>
        <p:nvSpPr>
          <p:cNvPr id="19" name="row-5-label">
            <a:extLst>
              <a:ext uri="{FF2B5EF4-FFF2-40B4-BE49-F238E27FC236}">
                <a16:creationId xmlns:a16="http://schemas.microsoft.com/office/drawing/2014/main" id="{8C9769A8-5D48-4B29-A5A3-0EDA4FAEFA2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40BFF241-88F5-4881-9225-21A90E400F26}"/>
              </a:ext>
            </a:extLst>
          </p:cNvPr>
          <p:cNvGraphicFramePr/>
          <p:nvPr/>
        </p:nvGraphicFramePr>
        <p:xfrm>
          <a:off x="2362200" y="39624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5-0">
            <a:extLst>
              <a:ext uri="{FF2B5EF4-FFF2-40B4-BE49-F238E27FC236}">
                <a16:creationId xmlns:a16="http://schemas.microsoft.com/office/drawing/2014/main" id="{437701AF-3513-4CD8-A6BD-099BC26F59CE}"/>
              </a:ext>
            </a:extLst>
          </p:cNvPr>
          <p:cNvSpPr>
            <a:spLocks noGrp="1"/>
          </p:cNvSpPr>
          <p:nvPr/>
        </p:nvSpPr>
        <p:spPr>
          <a:xfrm>
            <a:off x="23622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5-1">
            <a:extLst>
              <a:ext uri="{FF2B5EF4-FFF2-40B4-BE49-F238E27FC236}">
                <a16:creationId xmlns:a16="http://schemas.microsoft.com/office/drawing/2014/main" id="{CE4D1073-B27B-442E-9940-F115744A9A4A}"/>
              </a:ext>
            </a:extLst>
          </p:cNvPr>
          <p:cNvSpPr>
            <a:spLocks noGrp="1"/>
          </p:cNvSpPr>
          <p:nvPr/>
        </p:nvSpPr>
        <p:spPr>
          <a:xfrm>
            <a:off x="34671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5-2">
            <a:extLst>
              <a:ext uri="{FF2B5EF4-FFF2-40B4-BE49-F238E27FC236}">
                <a16:creationId xmlns:a16="http://schemas.microsoft.com/office/drawing/2014/main" id="{6D0D140A-CF92-4887-837E-919DEC8ACB27}"/>
              </a:ext>
            </a:extLst>
          </p:cNvPr>
          <p:cNvSpPr>
            <a:spLocks noGrp="1"/>
          </p:cNvSpPr>
          <p:nvPr/>
        </p:nvSpPr>
        <p:spPr>
          <a:xfrm>
            <a:off x="45720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5-3">
            <a:extLst>
              <a:ext uri="{FF2B5EF4-FFF2-40B4-BE49-F238E27FC236}">
                <a16:creationId xmlns:a16="http://schemas.microsoft.com/office/drawing/2014/main" id="{A54BB76C-C5CE-4AF8-923F-8D663B85AA1D}"/>
              </a:ext>
            </a:extLst>
          </p:cNvPr>
          <p:cNvSpPr>
            <a:spLocks noGrp="1"/>
          </p:cNvSpPr>
          <p:nvPr/>
        </p:nvSpPr>
        <p:spPr>
          <a:xfrm>
            <a:off x="56769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5-4">
            <a:extLst>
              <a:ext uri="{FF2B5EF4-FFF2-40B4-BE49-F238E27FC236}">
                <a16:creationId xmlns:a16="http://schemas.microsoft.com/office/drawing/2014/main" id="{2A6FE0A7-3FB1-4D68-8639-85269BEFD3C5}"/>
              </a:ext>
            </a:extLst>
          </p:cNvPr>
          <p:cNvSpPr>
            <a:spLocks noGrp="1"/>
          </p:cNvSpPr>
          <p:nvPr/>
        </p:nvSpPr>
        <p:spPr>
          <a:xfrm>
            <a:off x="67818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5-5">
            <a:extLst>
              <a:ext uri="{FF2B5EF4-FFF2-40B4-BE49-F238E27FC236}">
                <a16:creationId xmlns:a16="http://schemas.microsoft.com/office/drawing/2014/main" id="{F6FCED8D-13A4-4FE9-97FC-0591B806F942}"/>
              </a:ext>
            </a:extLst>
          </p:cNvPr>
          <p:cNvSpPr>
            <a:spLocks noGrp="1"/>
          </p:cNvSpPr>
          <p:nvPr/>
        </p:nvSpPr>
        <p:spPr>
          <a:xfrm>
            <a:off x="78867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5-6">
            <a:extLst>
              <a:ext uri="{FF2B5EF4-FFF2-40B4-BE49-F238E27FC236}">
                <a16:creationId xmlns:a16="http://schemas.microsoft.com/office/drawing/2014/main" id="{FF2573D7-243B-4270-A8A3-6110977B0035}"/>
              </a:ext>
            </a:extLst>
          </p:cNvPr>
          <p:cNvSpPr>
            <a:spLocks noGrp="1"/>
          </p:cNvSpPr>
          <p:nvPr/>
        </p:nvSpPr>
        <p:spPr>
          <a:xfrm>
            <a:off x="89916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5-7">
            <a:extLst>
              <a:ext uri="{FF2B5EF4-FFF2-40B4-BE49-F238E27FC236}">
                <a16:creationId xmlns:a16="http://schemas.microsoft.com/office/drawing/2014/main" id="{4ADB2D34-B6C2-42EF-B317-ED36EC0FB50F}"/>
              </a:ext>
            </a:extLst>
          </p:cNvPr>
          <p:cNvSpPr>
            <a:spLocks noGrp="1"/>
          </p:cNvSpPr>
          <p:nvPr/>
        </p:nvSpPr>
        <p:spPr>
          <a:xfrm>
            <a:off x="100965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diagram-line-6">
            <a:extLst>
              <a:ext uri="{FF2B5EF4-FFF2-40B4-BE49-F238E27FC236}">
                <a16:creationId xmlns:a16="http://schemas.microsoft.com/office/drawing/2014/main" id="{07338B1D-6FE6-4D2A-8F1E-2F31DB35C320}"/>
              </a:ext>
            </a:extLst>
          </p:cNvPr>
          <p:cNvSpPr>
            <a:spLocks noGrp="1"/>
          </p:cNvSpPr>
          <p:nvPr/>
        </p:nvSpPr>
        <p:spPr>
          <a:xfrm>
            <a:off x="6772275" y="3905250"/>
            <a:ext cx="19050" cy="666750"/>
          </a:xfrm>
          <a:prstGeom prst="rect">
            <a:avLst/>
          </a:prstGeom>
          <a:solidFill>
            <a:srgbClr val="9A5900"/>
          </a:solidFill>
          <a:ln w="0">
            <a:noFill/>
          </a:ln>
        </p:spPr>
      </p:sp>
      <p:sp>
        <p:nvSpPr>
          <p:cNvPr id="30" name="row-7-label">
            <a:extLst>
              <a:ext uri="{FF2B5EF4-FFF2-40B4-BE49-F238E27FC236}">
                <a16:creationId xmlns:a16="http://schemas.microsoft.com/office/drawing/2014/main" id="{3909D099-2F32-4BEC-B6EB-42C14A0B6BD0}"/>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경계를 걸침</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3B00FE7C-A2AA-454D-9755-551598F48F31}"/>
              </a:ext>
            </a:extLst>
          </p:cNvPr>
          <p:cNvGraphicFramePr/>
          <p:nvPr/>
        </p:nvGraphicFramePr>
        <p:xfrm>
          <a:off x="2362200" y="52387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7-0">
            <a:extLst>
              <a:ext uri="{FF2B5EF4-FFF2-40B4-BE49-F238E27FC236}">
                <a16:creationId xmlns:a16="http://schemas.microsoft.com/office/drawing/2014/main" id="{020BE4F4-E879-441E-A423-CA0CF709B8CD}"/>
              </a:ext>
            </a:extLst>
          </p:cNvPr>
          <p:cNvSpPr>
            <a:spLocks noGrp="1"/>
          </p:cNvSpPr>
          <p:nvPr/>
        </p:nvSpPr>
        <p:spPr>
          <a:xfrm>
            <a:off x="23622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1">
            <a:extLst>
              <a:ext uri="{FF2B5EF4-FFF2-40B4-BE49-F238E27FC236}">
                <a16:creationId xmlns:a16="http://schemas.microsoft.com/office/drawing/2014/main" id="{2476ED26-6558-4982-8059-A73A4ADA84BE}"/>
              </a:ext>
            </a:extLst>
          </p:cNvPr>
          <p:cNvSpPr>
            <a:spLocks noGrp="1"/>
          </p:cNvSpPr>
          <p:nvPr/>
        </p:nvSpPr>
        <p:spPr>
          <a:xfrm>
            <a:off x="34671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
            <a:extLst>
              <a:ext uri="{FF2B5EF4-FFF2-40B4-BE49-F238E27FC236}">
                <a16:creationId xmlns:a16="http://schemas.microsoft.com/office/drawing/2014/main" id="{771BDC92-F659-4F44-899B-DEA8D0576F9E}"/>
              </a:ext>
            </a:extLst>
          </p:cNvPr>
          <p:cNvSpPr>
            <a:spLocks noGrp="1"/>
          </p:cNvSpPr>
          <p:nvPr/>
        </p:nvSpPr>
        <p:spPr>
          <a:xfrm>
            <a:off x="45720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3">
            <a:extLst>
              <a:ext uri="{FF2B5EF4-FFF2-40B4-BE49-F238E27FC236}">
                <a16:creationId xmlns:a16="http://schemas.microsoft.com/office/drawing/2014/main" id="{E5FF3805-8023-4063-AF8C-F447D4ECEFEE}"/>
              </a:ext>
            </a:extLst>
          </p:cNvPr>
          <p:cNvSpPr>
            <a:spLocks noGrp="1"/>
          </p:cNvSpPr>
          <p:nvPr/>
        </p:nvSpPr>
        <p:spPr>
          <a:xfrm>
            <a:off x="56769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4">
            <a:extLst>
              <a:ext uri="{FF2B5EF4-FFF2-40B4-BE49-F238E27FC236}">
                <a16:creationId xmlns:a16="http://schemas.microsoft.com/office/drawing/2014/main" id="{8E6194B8-9037-49DD-A387-189BF091D21B}"/>
              </a:ext>
            </a:extLst>
          </p:cNvPr>
          <p:cNvSpPr>
            <a:spLocks noGrp="1"/>
          </p:cNvSpPr>
          <p:nvPr/>
        </p:nvSpPr>
        <p:spPr>
          <a:xfrm>
            <a:off x="67818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5">
            <a:extLst>
              <a:ext uri="{FF2B5EF4-FFF2-40B4-BE49-F238E27FC236}">
                <a16:creationId xmlns:a16="http://schemas.microsoft.com/office/drawing/2014/main" id="{E1C6BA1F-7539-46E9-B3D6-2ACDBF360D77}"/>
              </a:ext>
            </a:extLst>
          </p:cNvPr>
          <p:cNvSpPr>
            <a:spLocks noGrp="1"/>
          </p:cNvSpPr>
          <p:nvPr/>
        </p:nvSpPr>
        <p:spPr>
          <a:xfrm>
            <a:off x="78867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6">
            <a:extLst>
              <a:ext uri="{FF2B5EF4-FFF2-40B4-BE49-F238E27FC236}">
                <a16:creationId xmlns:a16="http://schemas.microsoft.com/office/drawing/2014/main" id="{14BB1151-34C3-4ABA-B92C-71F2FE2819F5}"/>
              </a:ext>
            </a:extLst>
          </p:cNvPr>
          <p:cNvSpPr>
            <a:spLocks noGrp="1"/>
          </p:cNvSpPr>
          <p:nvPr/>
        </p:nvSpPr>
        <p:spPr>
          <a:xfrm>
            <a:off x="89916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7">
            <a:extLst>
              <a:ext uri="{FF2B5EF4-FFF2-40B4-BE49-F238E27FC236}">
                <a16:creationId xmlns:a16="http://schemas.microsoft.com/office/drawing/2014/main" id="{3F10EE24-024A-4E0F-A22A-05358E471E09}"/>
              </a:ext>
            </a:extLst>
          </p:cNvPr>
          <p:cNvSpPr>
            <a:spLocks noGrp="1"/>
          </p:cNvSpPr>
          <p:nvPr/>
        </p:nvSpPr>
        <p:spPr>
          <a:xfrm>
            <a:off x="100965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diagram-line-8">
            <a:extLst>
              <a:ext uri="{FF2B5EF4-FFF2-40B4-BE49-F238E27FC236}">
                <a16:creationId xmlns:a16="http://schemas.microsoft.com/office/drawing/2014/main" id="{A735D52D-10F4-4829-8DAE-8390FF3AB8F3}"/>
              </a:ext>
            </a:extLst>
          </p:cNvPr>
          <p:cNvSpPr>
            <a:spLocks noGrp="1"/>
          </p:cNvSpPr>
          <p:nvPr/>
        </p:nvSpPr>
        <p:spPr>
          <a:xfrm>
            <a:off x="6772275" y="5181600"/>
            <a:ext cx="19050" cy="666750"/>
          </a:xfrm>
          <a:prstGeom prst="rect">
            <a:avLst/>
          </a:prstGeom>
          <a:solidFill>
            <a:srgbClr val="9A5900"/>
          </a:solidFill>
          <a:ln w="0">
            <a:noFill/>
          </a:ln>
        </p:spPr>
      </p:sp>
      <p:sp>
        <p:nvSpPr>
          <p:cNvPr id="41" name="caption">
            <a:extLst>
              <a:ext uri="{FF2B5EF4-FFF2-40B4-BE49-F238E27FC236}">
                <a16:creationId xmlns:a16="http://schemas.microsoft.com/office/drawing/2014/main" id="{FB398351-293E-47A7-B3AD-82D1F39F6ED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세 줄은 후보의 종류를 보여 주는 예입니다. 실제 최댓값은 다음 과정에서 구합니다.</a:t>
            </a:r>
          </a:p>
        </p:txBody>
      </p:sp>
    </p:spTree>
    <p:extLst>
      <p:ext uri="{BB962C8B-B14F-4D97-AF65-F5344CB8AC3E}">
        <p14:creationId xmlns:p14="http://schemas.microsoft.com/office/powerpoint/2010/main" val="3256285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4003F8B4-6231-4101-BF07-4289290C25A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61E24E-2722-4BD7-9AD0-966A2614F2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3E2985-7F5B-4E22-BAC8-522C4E28ED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걸친 구간은 경계의 두 칸을 포함</a:t>
            </a:r>
          </a:p>
        </p:txBody>
      </p:sp>
      <p:sp>
        <p:nvSpPr>
          <p:cNvPr id="4" name="diagram-line-9">
            <a:extLst>
              <a:ext uri="{FF2B5EF4-FFF2-40B4-BE49-F238E27FC236}">
                <a16:creationId xmlns:a16="http://schemas.microsoft.com/office/drawing/2014/main" id="{9859A67B-BD37-4883-B354-A32F12E912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7EB2BC5-0A40-49D0-AEA2-4900C85FE4D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마지막 칸 a[mid]와 오른쪽 첫 칸 a[mid + 1]은 빠질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mid에서 왼쪽으로, 오른쪽은 mid + 1에서 오른쪽으로 늘립니다.</a:t>
            </a:r>
          </a:p>
        </p:txBody>
      </p:sp>
      <p:sp>
        <p:nvSpPr>
          <p:cNvPr id="6" name="footer">
            <a:extLst>
              <a:ext uri="{FF2B5EF4-FFF2-40B4-BE49-F238E27FC236}">
                <a16:creationId xmlns:a16="http://schemas.microsoft.com/office/drawing/2014/main" id="{443DE0B0-A6D4-4815-825B-06D0FD7B97F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5C0B139-45CD-4CD5-99EC-302F31A7DD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104</a:t>
            </a:r>
            <a:endParaRPr sz="1050" b="0">
              <a:solidFill>
                <a:srgbClr val="151515"/>
              </a:solidFill>
              <a:latin typeface="Consolas"/>
              <a:ea typeface="Consolas"/>
              <a:cs typeface="Consolas"/>
            </a:endParaRPr>
          </a:p>
        </p:txBody>
      </p:sp>
      <p:sp>
        <p:nvSpPr>
          <p:cNvPr id="8" name="row-10-label">
            <a:extLst>
              <a:ext uri="{FF2B5EF4-FFF2-40B4-BE49-F238E27FC236}">
                <a16:creationId xmlns:a16="http://schemas.microsoft.com/office/drawing/2014/main" id="{62A52E97-EF34-4AA2-AF99-D07777484944}"/>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꼭 포함할 칸</a:t>
            </a:r>
          </a:p>
        </p:txBody>
      </p:sp>
      <p:graphicFrame>
        <p:nvGraphicFramePr>
          <p:cNvPr id="9" name="표 8">
            <a:extLst>
              <a:ext uri="{FF2B5EF4-FFF2-40B4-BE49-F238E27FC236}">
                <a16:creationId xmlns:a16="http://schemas.microsoft.com/office/drawing/2014/main" id="{7BCED8B1-3BDF-4CCD-9655-E4F6EE98D40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0">
            <a:extLst>
              <a:ext uri="{FF2B5EF4-FFF2-40B4-BE49-F238E27FC236}">
                <a16:creationId xmlns:a16="http://schemas.microsoft.com/office/drawing/2014/main" id="{33716298-7CCE-40FB-8DEB-7F7BC46591E3}"/>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
            <a:extLst>
              <a:ext uri="{FF2B5EF4-FFF2-40B4-BE49-F238E27FC236}">
                <a16:creationId xmlns:a16="http://schemas.microsoft.com/office/drawing/2014/main" id="{98890A67-0349-4578-BD5F-4B4266F2872B}"/>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2">
            <a:extLst>
              <a:ext uri="{FF2B5EF4-FFF2-40B4-BE49-F238E27FC236}">
                <a16:creationId xmlns:a16="http://schemas.microsoft.com/office/drawing/2014/main" id="{0DF5AB67-8E7A-48A8-9A5A-4C478502910B}"/>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3">
            <a:extLst>
              <a:ext uri="{FF2B5EF4-FFF2-40B4-BE49-F238E27FC236}">
                <a16:creationId xmlns:a16="http://schemas.microsoft.com/office/drawing/2014/main" id="{948BDD75-F9B0-4147-B1D5-5850494CC65E}"/>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
            <a:extLst>
              <a:ext uri="{FF2B5EF4-FFF2-40B4-BE49-F238E27FC236}">
                <a16:creationId xmlns:a16="http://schemas.microsoft.com/office/drawing/2014/main" id="{C3191CBD-9547-4B4A-AEBC-DD55E041946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5">
            <a:extLst>
              <a:ext uri="{FF2B5EF4-FFF2-40B4-BE49-F238E27FC236}">
                <a16:creationId xmlns:a16="http://schemas.microsoft.com/office/drawing/2014/main" id="{ED598636-4F83-4BF2-BBA9-359AA4F80BDF}"/>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6">
            <a:extLst>
              <a:ext uri="{FF2B5EF4-FFF2-40B4-BE49-F238E27FC236}">
                <a16:creationId xmlns:a16="http://schemas.microsoft.com/office/drawing/2014/main" id="{0F819DD5-42F9-4A60-A796-CAB228AFA4BD}"/>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7">
            <a:extLst>
              <a:ext uri="{FF2B5EF4-FFF2-40B4-BE49-F238E27FC236}">
                <a16:creationId xmlns:a16="http://schemas.microsoft.com/office/drawing/2014/main" id="{38623BCF-D3E1-4307-947F-579B9ADDC470}"/>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
            <a:extLst>
              <a:ext uri="{FF2B5EF4-FFF2-40B4-BE49-F238E27FC236}">
                <a16:creationId xmlns:a16="http://schemas.microsoft.com/office/drawing/2014/main" id="{0A0C0E05-0D11-4344-87EF-7FE68D5364FF}"/>
              </a:ext>
            </a:extLst>
          </p:cNvPr>
          <p:cNvSpPr>
            <a:spLocks noGrp="1"/>
          </p:cNvSpPr>
          <p:nvPr/>
        </p:nvSpPr>
        <p:spPr>
          <a:xfrm>
            <a:off x="6772275" y="2781300"/>
            <a:ext cx="19050" cy="666750"/>
          </a:xfrm>
          <a:prstGeom prst="rect">
            <a:avLst/>
          </a:prstGeom>
          <a:solidFill>
            <a:srgbClr val="9A5900"/>
          </a:solidFill>
          <a:ln w="0">
            <a:noFill/>
          </a:ln>
        </p:spPr>
      </p:sp>
      <p:sp>
        <p:nvSpPr>
          <p:cNvPr id="19" name="left-direction">
            <a:extLst>
              <a:ext uri="{FF2B5EF4-FFF2-40B4-BE49-F238E27FC236}">
                <a16:creationId xmlns:a16="http://schemas.microsoft.com/office/drawing/2014/main" id="{72D7663E-16C4-4037-955C-5B420A9E07C1}"/>
              </a:ext>
            </a:extLst>
          </p:cNvPr>
          <p:cNvSpPr>
            <a:spLocks noGrp="1"/>
          </p:cNvSpPr>
          <p:nvPr/>
        </p:nvSpPr>
        <p:spPr>
          <a:xfrm>
            <a:off x="2362200" y="4362450"/>
            <a:ext cx="4419600" cy="400050"/>
          </a:xfrm>
          <a:prstGeom prst="rect">
            <a:avLst/>
          </a:prstGeom>
          <a:noFill/>
          <a:ln w="0">
            <a:noFill/>
          </a:ln>
        </p:spPr>
        <p:txBody>
          <a:bodyPr wrap="none" lIns="0" tIns="0" rIns="0" bIns="0" anchor="t">
            <a:noAutofit/>
          </a:bodyPr>
          <a:lstStyle>
            <a:defPPr algn="l">
              <a:defRPr sz="2100" b="1">
                <a:solidFill>
                  <a:srgbClr val="1D5A8A"/>
                </a:solidFill>
                <a:latin typeface="Malgun Gothic"/>
                <a:ea typeface="Malgun Gothic"/>
                <a:cs typeface="Malgun Gothic"/>
              </a:defRPr>
            </a:defPPr>
          </a:lstStyle>
          <a:p>
            <a:pPr algn="l">
              <a:lnSpc>
                <a:spcPct val="108000"/>
              </a:lnSpc>
              <a:buNone/>
              <a:defRPr sz="2100" b="1">
                <a:solidFill>
                  <a:srgbClr val="1D5A8A"/>
                </a:solidFill>
                <a:latin typeface="Malgun Gothic"/>
                <a:ea typeface="Malgun Gothic"/>
                <a:cs typeface="Malgun Gothic"/>
              </a:defRPr>
            </a:pPr>
            <a:r>
              <a:rPr sz="2100" b="1">
                <a:solidFill>
                  <a:srgbClr val="1D5A8A"/>
                </a:solidFill>
                <a:latin typeface="Malgun Gothic"/>
                <a:ea typeface="Malgun Gothic"/>
                <a:cs typeface="Malgun Gothic"/>
              </a:rPr>
              <a:t>← 왼쪽 시작을 늘림</a:t>
            </a:r>
          </a:p>
        </p:txBody>
      </p:sp>
      <p:sp>
        <p:nvSpPr>
          <p:cNvPr id="20" name="right-direction">
            <a:extLst>
              <a:ext uri="{FF2B5EF4-FFF2-40B4-BE49-F238E27FC236}">
                <a16:creationId xmlns:a16="http://schemas.microsoft.com/office/drawing/2014/main" id="{D572EF5F-9045-4A43-99A4-354C10964C54}"/>
              </a:ext>
            </a:extLst>
          </p:cNvPr>
          <p:cNvSpPr>
            <a:spLocks noGrp="1"/>
          </p:cNvSpPr>
          <p:nvPr/>
        </p:nvSpPr>
        <p:spPr>
          <a:xfrm>
            <a:off x="6781800" y="4362450"/>
            <a:ext cx="4419600" cy="400050"/>
          </a:xfrm>
          <a:prstGeom prst="rect">
            <a:avLst/>
          </a:prstGeom>
          <a:noFill/>
          <a:ln w="0">
            <a:noFill/>
          </a:ln>
        </p:spPr>
        <p:txBody>
          <a:bodyPr wrap="none" lIns="0" tIns="0" rIns="0" bIns="0" anchor="t">
            <a:noAutofit/>
          </a:bodyPr>
          <a:lstStyle>
            <a:defPPr algn="r">
              <a:defRPr sz="2100" b="1">
                <a:solidFill>
                  <a:srgbClr val="256B50"/>
                </a:solidFill>
                <a:latin typeface="Malgun Gothic"/>
                <a:ea typeface="Malgun Gothic"/>
                <a:cs typeface="Malgun Gothic"/>
              </a:defRPr>
            </a:defPPr>
          </a:lstStyle>
          <a:p>
            <a:pPr algn="r">
              <a:lnSpc>
                <a:spcPct val="108000"/>
              </a:lnSpc>
              <a:buNone/>
              <a:defRPr sz="2100" b="1">
                <a:solidFill>
                  <a:srgbClr val="256B50"/>
                </a:solidFill>
                <a:latin typeface="Malgun Gothic"/>
                <a:ea typeface="Malgun Gothic"/>
                <a:cs typeface="Malgun Gothic"/>
              </a:defRPr>
            </a:pPr>
            <a:r>
              <a:rPr sz="2100" b="1">
                <a:solidFill>
                  <a:srgbClr val="256B50"/>
                </a:solidFill>
                <a:latin typeface="Malgun Gothic"/>
                <a:ea typeface="Malgun Gothic"/>
                <a:cs typeface="Malgun Gothic"/>
              </a:rPr>
              <a:t>오른쪽 끝을 늘림 →</a:t>
            </a:r>
          </a:p>
        </p:txBody>
      </p:sp>
      <p:sp>
        <p:nvSpPr>
          <p:cNvPr id="21" name="boundary-meaning">
            <a:extLst>
              <a:ext uri="{FF2B5EF4-FFF2-40B4-BE49-F238E27FC236}">
                <a16:creationId xmlns:a16="http://schemas.microsoft.com/office/drawing/2014/main" id="{B8A8FA85-BF74-4B9A-BB9A-2150D426B76F}"/>
              </a:ext>
            </a:extLst>
          </p:cNvPr>
          <p:cNvSpPr>
            <a:spLocks noGrp="1"/>
          </p:cNvSpPr>
          <p:nvPr/>
        </p:nvSpPr>
        <p:spPr>
          <a:xfrm>
            <a:off x="2362200" y="5086350"/>
            <a:ext cx="8839200" cy="4191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왼쪽 끝 = mid                오른쪽 시작 = mid + 1</a:t>
            </a:r>
          </a:p>
        </p:txBody>
      </p:sp>
      <p:sp>
        <p:nvSpPr>
          <p:cNvPr id="22" name="caption">
            <a:extLst>
              <a:ext uri="{FF2B5EF4-FFF2-40B4-BE49-F238E27FC236}">
                <a16:creationId xmlns:a16="http://schemas.microsoft.com/office/drawing/2014/main" id="{F67E101A-7BE4-40AE-843E-B71C2C02DB6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left_sum과 right_sum은 경계에 붙은 구간의 합입니다.</a:t>
            </a:r>
          </a:p>
        </p:txBody>
      </p:sp>
    </p:spTree>
    <p:extLst>
      <p:ext uri="{BB962C8B-B14F-4D97-AF65-F5344CB8AC3E}">
        <p14:creationId xmlns:p14="http://schemas.microsoft.com/office/powerpoint/2010/main" val="229292958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0E17F73E-7737-4222-B531-153B18D795D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73625F3-48B9-4BA1-8464-C9D89289D4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5E557E-EACE-4155-8BBE-7B538EF8A6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left_max + right_max는 답이 아닙니다</a:t>
            </a:r>
          </a:p>
        </p:txBody>
      </p:sp>
      <p:sp>
        <p:nvSpPr>
          <p:cNvPr id="4" name="diagram-line-12">
            <a:extLst>
              <a:ext uri="{FF2B5EF4-FFF2-40B4-BE49-F238E27FC236}">
                <a16:creationId xmlns:a16="http://schemas.microsoft.com/office/drawing/2014/main" id="{4F2CD007-8DD7-4084-9455-A555AC7481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2012509-F49D-4B83-8855-C5B155672D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왼쪽에서 12, 오른쪽에서 7을 따로 찾더라도 12 + 7 = 19는 안 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경계를 걸치려면 두 값 사이의 −2를 함께 더해야 합니다.</a:t>
            </a:r>
          </a:p>
        </p:txBody>
      </p:sp>
      <p:sp>
        <p:nvSpPr>
          <p:cNvPr id="6" name="footer">
            <a:extLst>
              <a:ext uri="{FF2B5EF4-FFF2-40B4-BE49-F238E27FC236}">
                <a16:creationId xmlns:a16="http://schemas.microsoft.com/office/drawing/2014/main" id="{7BAFEE5B-C8ED-470D-9101-C112AEC9306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4239F5-C443-48E7-8C41-7D54F9DA46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105</a:t>
            </a:r>
            <a:endParaRPr sz="1050" b="0">
              <a:solidFill>
                <a:srgbClr val="151515"/>
              </a:solidFill>
              <a:latin typeface="Consolas"/>
              <a:ea typeface="Consolas"/>
              <a:cs typeface="Consolas"/>
            </a:endParaRPr>
          </a:p>
        </p:txBody>
      </p:sp>
      <p:sp>
        <p:nvSpPr>
          <p:cNvPr id="8" name="row-13-label">
            <a:extLst>
              <a:ext uri="{FF2B5EF4-FFF2-40B4-BE49-F238E27FC236}">
                <a16:creationId xmlns:a16="http://schemas.microsoft.com/office/drawing/2014/main" id="{D9E15159-3E67-4F4E-92B8-A76559757ABA}"/>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잘못 고른 칸</a:t>
            </a:r>
          </a:p>
        </p:txBody>
      </p:sp>
      <p:graphicFrame>
        <p:nvGraphicFramePr>
          <p:cNvPr id="9" name="표 8">
            <a:extLst>
              <a:ext uri="{FF2B5EF4-FFF2-40B4-BE49-F238E27FC236}">
                <a16:creationId xmlns:a16="http://schemas.microsoft.com/office/drawing/2014/main" id="{01797915-0140-4BD5-AC58-86E817A3DF14}"/>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FE7E3"/>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FE7E3"/>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3-0">
            <a:extLst>
              <a:ext uri="{FF2B5EF4-FFF2-40B4-BE49-F238E27FC236}">
                <a16:creationId xmlns:a16="http://schemas.microsoft.com/office/drawing/2014/main" id="{F676D915-C861-4B44-A8C1-5300DC965784}"/>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
            <a:extLst>
              <a:ext uri="{FF2B5EF4-FFF2-40B4-BE49-F238E27FC236}">
                <a16:creationId xmlns:a16="http://schemas.microsoft.com/office/drawing/2014/main" id="{2922B05C-8738-4699-B364-1CA106D05CBC}"/>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2">
            <a:extLst>
              <a:ext uri="{FF2B5EF4-FFF2-40B4-BE49-F238E27FC236}">
                <a16:creationId xmlns:a16="http://schemas.microsoft.com/office/drawing/2014/main" id="{4520EA77-F789-481B-90DB-5AFF93BF1E80}"/>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3">
            <a:extLst>
              <a:ext uri="{FF2B5EF4-FFF2-40B4-BE49-F238E27FC236}">
                <a16:creationId xmlns:a16="http://schemas.microsoft.com/office/drawing/2014/main" id="{47C41F26-04F7-4C8C-9B2F-BCCF740C2240}"/>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4">
            <a:extLst>
              <a:ext uri="{FF2B5EF4-FFF2-40B4-BE49-F238E27FC236}">
                <a16:creationId xmlns:a16="http://schemas.microsoft.com/office/drawing/2014/main" id="{B2E0AB49-02A3-4A07-AED2-93B4F167D58B}"/>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
            <a:extLst>
              <a:ext uri="{FF2B5EF4-FFF2-40B4-BE49-F238E27FC236}">
                <a16:creationId xmlns:a16="http://schemas.microsoft.com/office/drawing/2014/main" id="{58F6C7AE-4BBC-4FD7-B356-171991E5C13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6">
            <a:extLst>
              <a:ext uri="{FF2B5EF4-FFF2-40B4-BE49-F238E27FC236}">
                <a16:creationId xmlns:a16="http://schemas.microsoft.com/office/drawing/2014/main" id="{9C25AC04-8ECB-4E12-932E-EEEBF5C0484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7">
            <a:extLst>
              <a:ext uri="{FF2B5EF4-FFF2-40B4-BE49-F238E27FC236}">
                <a16:creationId xmlns:a16="http://schemas.microsoft.com/office/drawing/2014/main" id="{EA270183-3621-49BE-9E91-61CAA939C403}"/>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invalid-sum">
            <a:extLst>
              <a:ext uri="{FF2B5EF4-FFF2-40B4-BE49-F238E27FC236}">
                <a16:creationId xmlns:a16="http://schemas.microsoft.com/office/drawing/2014/main" id="{A9034245-28FE-4554-8ADE-AD1022C245B2}"/>
              </a:ext>
            </a:extLst>
          </p:cNvPr>
          <p:cNvSpPr>
            <a:spLocks noGrp="1"/>
          </p:cNvSpPr>
          <p:nvPr/>
        </p:nvSpPr>
        <p:spPr>
          <a:xfrm>
            <a:off x="2362200" y="3971925"/>
            <a:ext cx="8839200" cy="400050"/>
          </a:xfrm>
          <a:prstGeom prst="rect">
            <a:avLst/>
          </a:prstGeom>
          <a:noFill/>
          <a:ln w="0">
            <a:noFill/>
          </a:ln>
        </p:spPr>
        <p:txBody>
          <a:bodyPr wrap="none" lIns="0" tIns="0" rIns="0" bIns="0" anchor="t">
            <a:noAutofit/>
          </a:bodyPr>
          <a:lstStyle>
            <a:defPPr algn="l">
              <a:defRPr sz="2100" b="1">
                <a:solidFill>
                  <a:srgbClr val="A33E35"/>
                </a:solidFill>
                <a:latin typeface="Malgun Gothic"/>
                <a:ea typeface="Malgun Gothic"/>
                <a:cs typeface="Malgun Gothic"/>
              </a:defRPr>
            </a:defPPr>
          </a:lstStyle>
          <a:p>
            <a:pPr algn="l">
              <a:lnSpc>
                <a:spcPct val="108000"/>
              </a:lnSpc>
              <a:buNone/>
              <a:defRPr sz="2100" b="1">
                <a:solidFill>
                  <a:srgbClr val="A33E35"/>
                </a:solidFill>
                <a:latin typeface="Malgun Gothic"/>
                <a:ea typeface="Malgun Gothic"/>
                <a:cs typeface="Malgun Gothic"/>
              </a:defRPr>
            </a:pPr>
            <a:r>
              <a:rPr sz="2100" b="1">
                <a:solidFill>
                  <a:srgbClr val="A33E35"/>
                </a:solidFill>
                <a:latin typeface="Malgun Gothic"/>
                <a:ea typeface="Malgun Gothic"/>
                <a:cs typeface="Malgun Gothic"/>
              </a:rPr>
              <a:t>12 + 7 = 19   →   중간 −2를 빠뜨림</a:t>
            </a:r>
          </a:p>
        </p:txBody>
      </p:sp>
      <p:sp>
        <p:nvSpPr>
          <p:cNvPr id="19" name="row-14-label">
            <a:extLst>
              <a:ext uri="{FF2B5EF4-FFF2-40B4-BE49-F238E27FC236}">
                <a16:creationId xmlns:a16="http://schemas.microsoft.com/office/drawing/2014/main" id="{D1A05CE5-A0D5-435C-A390-9E431D958EC7}"/>
              </a:ext>
            </a:extLst>
          </p:cNvPr>
          <p:cNvSpPr>
            <a:spLocks noGrp="1"/>
          </p:cNvSpPr>
          <p:nvPr/>
        </p:nvSpPr>
        <p:spPr>
          <a:xfrm>
            <a:off x="609600" y="4876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연속한 구간</a:t>
            </a:r>
          </a:p>
        </p:txBody>
      </p:sp>
      <p:graphicFrame>
        <p:nvGraphicFramePr>
          <p:cNvPr id="20" name="표 19">
            <a:extLst>
              <a:ext uri="{FF2B5EF4-FFF2-40B4-BE49-F238E27FC236}">
                <a16:creationId xmlns:a16="http://schemas.microsoft.com/office/drawing/2014/main" id="{786C0A64-3EB3-44E6-B351-46CD78114A44}"/>
              </a:ext>
            </a:extLst>
          </p:cNvPr>
          <p:cNvGraphicFramePr/>
          <p:nvPr/>
        </p:nvGraphicFramePr>
        <p:xfrm>
          <a:off x="2362200" y="4752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14-0">
            <a:extLst>
              <a:ext uri="{FF2B5EF4-FFF2-40B4-BE49-F238E27FC236}">
                <a16:creationId xmlns:a16="http://schemas.microsoft.com/office/drawing/2014/main" id="{0DD3498E-A1AF-4763-8E47-45782B32B98B}"/>
              </a:ext>
            </a:extLst>
          </p:cNvPr>
          <p:cNvSpPr>
            <a:spLocks noGrp="1"/>
          </p:cNvSpPr>
          <p:nvPr/>
        </p:nvSpPr>
        <p:spPr>
          <a:xfrm>
            <a:off x="23622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4-1">
            <a:extLst>
              <a:ext uri="{FF2B5EF4-FFF2-40B4-BE49-F238E27FC236}">
                <a16:creationId xmlns:a16="http://schemas.microsoft.com/office/drawing/2014/main" id="{E99FEE84-AF34-4E3A-827A-35D7F105A6B8}"/>
              </a:ext>
            </a:extLst>
          </p:cNvPr>
          <p:cNvSpPr>
            <a:spLocks noGrp="1"/>
          </p:cNvSpPr>
          <p:nvPr/>
        </p:nvSpPr>
        <p:spPr>
          <a:xfrm>
            <a:off x="34671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4-2">
            <a:extLst>
              <a:ext uri="{FF2B5EF4-FFF2-40B4-BE49-F238E27FC236}">
                <a16:creationId xmlns:a16="http://schemas.microsoft.com/office/drawing/2014/main" id="{333D70C2-CC34-4A3E-92CE-481EFFC0C572}"/>
              </a:ext>
            </a:extLst>
          </p:cNvPr>
          <p:cNvSpPr>
            <a:spLocks noGrp="1"/>
          </p:cNvSpPr>
          <p:nvPr/>
        </p:nvSpPr>
        <p:spPr>
          <a:xfrm>
            <a:off x="45720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4-3">
            <a:extLst>
              <a:ext uri="{FF2B5EF4-FFF2-40B4-BE49-F238E27FC236}">
                <a16:creationId xmlns:a16="http://schemas.microsoft.com/office/drawing/2014/main" id="{53E48087-911D-40A7-A93D-DD68DD01E151}"/>
              </a:ext>
            </a:extLst>
          </p:cNvPr>
          <p:cNvSpPr>
            <a:spLocks noGrp="1"/>
          </p:cNvSpPr>
          <p:nvPr/>
        </p:nvSpPr>
        <p:spPr>
          <a:xfrm>
            <a:off x="56769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4-4">
            <a:extLst>
              <a:ext uri="{FF2B5EF4-FFF2-40B4-BE49-F238E27FC236}">
                <a16:creationId xmlns:a16="http://schemas.microsoft.com/office/drawing/2014/main" id="{14DCEA0E-5423-4216-992E-EE2B67DFB936}"/>
              </a:ext>
            </a:extLst>
          </p:cNvPr>
          <p:cNvSpPr>
            <a:spLocks noGrp="1"/>
          </p:cNvSpPr>
          <p:nvPr/>
        </p:nvSpPr>
        <p:spPr>
          <a:xfrm>
            <a:off x="67818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4-5">
            <a:extLst>
              <a:ext uri="{FF2B5EF4-FFF2-40B4-BE49-F238E27FC236}">
                <a16:creationId xmlns:a16="http://schemas.microsoft.com/office/drawing/2014/main" id="{ADDD1D34-E9D8-4260-B290-AAC9D32F62D1}"/>
              </a:ext>
            </a:extLst>
          </p:cNvPr>
          <p:cNvSpPr>
            <a:spLocks noGrp="1"/>
          </p:cNvSpPr>
          <p:nvPr/>
        </p:nvSpPr>
        <p:spPr>
          <a:xfrm>
            <a:off x="78867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4-6">
            <a:extLst>
              <a:ext uri="{FF2B5EF4-FFF2-40B4-BE49-F238E27FC236}">
                <a16:creationId xmlns:a16="http://schemas.microsoft.com/office/drawing/2014/main" id="{E0037BA5-F33E-4328-8F7E-B078DF22404D}"/>
              </a:ext>
            </a:extLst>
          </p:cNvPr>
          <p:cNvSpPr>
            <a:spLocks noGrp="1"/>
          </p:cNvSpPr>
          <p:nvPr/>
        </p:nvSpPr>
        <p:spPr>
          <a:xfrm>
            <a:off x="89916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4-7">
            <a:extLst>
              <a:ext uri="{FF2B5EF4-FFF2-40B4-BE49-F238E27FC236}">
                <a16:creationId xmlns:a16="http://schemas.microsoft.com/office/drawing/2014/main" id="{94CFBBAA-6162-4EAD-BBC2-433534643DF1}"/>
              </a:ext>
            </a:extLst>
          </p:cNvPr>
          <p:cNvSpPr>
            <a:spLocks noGrp="1"/>
          </p:cNvSpPr>
          <p:nvPr/>
        </p:nvSpPr>
        <p:spPr>
          <a:xfrm>
            <a:off x="100965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68D3ABA8-25A0-484A-8CA6-E1F020C02D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가능한 합: 12 − 2 + 7 = 17. 아래에서는 경계 칸을 빼놓지 않았습니다.</a:t>
            </a:r>
          </a:p>
        </p:txBody>
      </p:sp>
    </p:spTree>
    <p:extLst>
      <p:ext uri="{BB962C8B-B14F-4D97-AF65-F5344CB8AC3E}">
        <p14:creationId xmlns:p14="http://schemas.microsoft.com/office/powerpoint/2010/main" val="19207188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96CE312-C8EF-4F5D-A63B-B5F16B7C7AA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6E6E9CE-3C96-47A2-BA23-922424BAFA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BC8FD2-425A-46E6-AFA3-A34DED9BB7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현재 합과 저장한 최댓값을 구별</a:t>
            </a:r>
          </a:p>
        </p:txBody>
      </p:sp>
      <p:sp>
        <p:nvSpPr>
          <p:cNvPr id="4" name="diagram-line-15">
            <a:extLst>
              <a:ext uri="{FF2B5EF4-FFF2-40B4-BE49-F238E27FC236}">
                <a16:creationId xmlns:a16="http://schemas.microsoft.com/office/drawing/2014/main" id="{DEC651FC-32F6-45D7-9976-AAD6336D93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C8A2BDF-D599-4D59-BF31-332DA69D5D8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current_sum은 지금 늘리는 구간의 합입니다. 다음 원소를 여기에 더합니다.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또는 right_sum은 지금까지 본 후보 중 가장 큰 합을 저장합니다.</a:t>
            </a:r>
          </a:p>
        </p:txBody>
      </p:sp>
      <p:sp>
        <p:nvSpPr>
          <p:cNvPr id="6" name="footer">
            <a:extLst>
              <a:ext uri="{FF2B5EF4-FFF2-40B4-BE49-F238E27FC236}">
                <a16:creationId xmlns:a16="http://schemas.microsoft.com/office/drawing/2014/main" id="{63F26A50-ABEA-4A3C-AFDB-ADF202565CE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C853540-0574-420A-BDC2-5DF767B75B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106</a:t>
            </a:r>
            <a:endParaRPr sz="1050" b="0">
              <a:solidFill>
                <a:srgbClr val="151515"/>
              </a:solidFill>
              <a:latin typeface="Consolas"/>
              <a:ea typeface="Consolas"/>
              <a:cs typeface="Consolas"/>
            </a:endParaRPr>
          </a:p>
        </p:txBody>
      </p:sp>
      <p:sp>
        <p:nvSpPr>
          <p:cNvPr id="8" name="initial-current">
            <a:extLst>
              <a:ext uri="{FF2B5EF4-FFF2-40B4-BE49-F238E27FC236}">
                <a16:creationId xmlns:a16="http://schemas.microsoft.com/office/drawing/2014/main" id="{5F49A5AC-20AA-40EE-9E61-461F83BB876A}"/>
              </a:ext>
            </a:extLst>
          </p:cNvPr>
          <p:cNvSpPr>
            <a:spLocks noGrp="1"/>
          </p:cNvSpPr>
          <p:nvPr/>
        </p:nvSpPr>
        <p:spPr>
          <a:xfrm>
            <a:off x="2362200" y="2800350"/>
            <a:ext cx="8839200" cy="42862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9" name="initial-best">
            <a:extLst>
              <a:ext uri="{FF2B5EF4-FFF2-40B4-BE49-F238E27FC236}">
                <a16:creationId xmlns:a16="http://schemas.microsoft.com/office/drawing/2014/main" id="{14C47941-4FA2-4D98-AB6D-CEC384A33BEB}"/>
              </a:ext>
            </a:extLst>
          </p:cNvPr>
          <p:cNvSpPr>
            <a:spLocks noGrp="1"/>
          </p:cNvSpPr>
          <p:nvPr/>
        </p:nvSpPr>
        <p:spPr>
          <a:xfrm>
            <a:off x="2362200" y="3429000"/>
            <a:ext cx="8839200" cy="428625"/>
          </a:xfrm>
          <a:prstGeom prst="rect">
            <a:avLst/>
          </a:prstGeom>
          <a:noFill/>
          <a:ln w="0">
            <a:noFill/>
          </a:ln>
        </p:spPr>
        <p:txBody>
          <a:bodyPr wrap="none" lIns="0" tIns="0" rIns="0" bIns="0" anchor="t">
            <a:noAutofit/>
          </a:bodyPr>
          <a:lstStyle>
            <a:defPPr algn="l">
              <a:defRPr sz="2250" b="1">
                <a:solidFill>
                  <a:srgbClr val="1D5A8A"/>
                </a:solidFill>
                <a:latin typeface="Consolas"/>
                <a:ea typeface="Consolas"/>
                <a:cs typeface="Consolas"/>
              </a:defRPr>
            </a:defPPr>
          </a:lstStyle>
          <a:p>
            <a:pPr algn="l">
              <a:lnSpc>
                <a:spcPct val="108000"/>
              </a:lnSpc>
              <a:buNone/>
              <a:defRPr sz="2250" b="1">
                <a:solidFill>
                  <a:srgbClr val="1D5A8A"/>
                </a:solidFill>
                <a:latin typeface="Consolas"/>
                <a:ea typeface="Consolas"/>
                <a:cs typeface="Consolas"/>
              </a:defRPr>
            </a:pPr>
            <a:r>
              <a:rPr sz="2250" b="1">
                <a:solidFill>
                  <a:srgbClr val="1D5A8A"/>
                </a:solidFill>
                <a:latin typeface="Consolas"/>
                <a:ea typeface="Consolas"/>
                <a:cs typeface="Consolas"/>
              </a:rPr>
              <a:t>left_sum = −∞</a:t>
            </a:r>
          </a:p>
        </p:txBody>
      </p:sp>
      <p:sp>
        <p:nvSpPr>
          <p:cNvPr id="10" name="row-16-label">
            <a:extLst>
              <a:ext uri="{FF2B5EF4-FFF2-40B4-BE49-F238E27FC236}">
                <a16:creationId xmlns:a16="http://schemas.microsoft.com/office/drawing/2014/main" id="{9C014E66-EA6C-403C-B2AA-09D4535276E4}"/>
              </a:ext>
            </a:extLst>
          </p:cNvPr>
          <p:cNvSpPr>
            <a:spLocks noGrp="1"/>
          </p:cNvSpPr>
          <p:nvPr/>
        </p:nvSpPr>
        <p:spPr>
          <a:xfrm>
            <a:off x="609600" y="43529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첫 칸을 읽음</a:t>
            </a:r>
          </a:p>
        </p:txBody>
      </p:sp>
      <p:graphicFrame>
        <p:nvGraphicFramePr>
          <p:cNvPr id="11" name="표 10">
            <a:extLst>
              <a:ext uri="{FF2B5EF4-FFF2-40B4-BE49-F238E27FC236}">
                <a16:creationId xmlns:a16="http://schemas.microsoft.com/office/drawing/2014/main" id="{9299E820-BF34-4D1D-AF43-D8698261FFF7}"/>
              </a:ext>
            </a:extLst>
          </p:cNvPr>
          <p:cNvGraphicFramePr/>
          <p:nvPr/>
        </p:nvGraphicFramePr>
        <p:xfrm>
          <a:off x="2362200" y="42291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2" name="index-16-0">
            <a:extLst>
              <a:ext uri="{FF2B5EF4-FFF2-40B4-BE49-F238E27FC236}">
                <a16:creationId xmlns:a16="http://schemas.microsoft.com/office/drawing/2014/main" id="{0B497BBD-65CB-4D0C-A361-3074408D9DB1}"/>
              </a:ext>
            </a:extLst>
          </p:cNvPr>
          <p:cNvSpPr>
            <a:spLocks noGrp="1"/>
          </p:cNvSpPr>
          <p:nvPr/>
        </p:nvSpPr>
        <p:spPr>
          <a:xfrm>
            <a:off x="23622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3" name="index-16-1">
            <a:extLst>
              <a:ext uri="{FF2B5EF4-FFF2-40B4-BE49-F238E27FC236}">
                <a16:creationId xmlns:a16="http://schemas.microsoft.com/office/drawing/2014/main" id="{9E176369-CF61-4C6F-AE1C-439EABED7F72}"/>
              </a:ext>
            </a:extLst>
          </p:cNvPr>
          <p:cNvSpPr>
            <a:spLocks noGrp="1"/>
          </p:cNvSpPr>
          <p:nvPr/>
        </p:nvSpPr>
        <p:spPr>
          <a:xfrm>
            <a:off x="34671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4" name="index-16-2">
            <a:extLst>
              <a:ext uri="{FF2B5EF4-FFF2-40B4-BE49-F238E27FC236}">
                <a16:creationId xmlns:a16="http://schemas.microsoft.com/office/drawing/2014/main" id="{0B019BB7-541C-44D4-AD03-814161FF1382}"/>
              </a:ext>
            </a:extLst>
          </p:cNvPr>
          <p:cNvSpPr>
            <a:spLocks noGrp="1"/>
          </p:cNvSpPr>
          <p:nvPr/>
        </p:nvSpPr>
        <p:spPr>
          <a:xfrm>
            <a:off x="45720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5" name="index-16-3">
            <a:extLst>
              <a:ext uri="{FF2B5EF4-FFF2-40B4-BE49-F238E27FC236}">
                <a16:creationId xmlns:a16="http://schemas.microsoft.com/office/drawing/2014/main" id="{931597A9-653E-462A-9AC0-8487F5191C4A}"/>
              </a:ext>
            </a:extLst>
          </p:cNvPr>
          <p:cNvSpPr>
            <a:spLocks noGrp="1"/>
          </p:cNvSpPr>
          <p:nvPr/>
        </p:nvSpPr>
        <p:spPr>
          <a:xfrm>
            <a:off x="56769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index-16-4">
            <a:extLst>
              <a:ext uri="{FF2B5EF4-FFF2-40B4-BE49-F238E27FC236}">
                <a16:creationId xmlns:a16="http://schemas.microsoft.com/office/drawing/2014/main" id="{EE049A12-939D-41DA-BE96-AB5EEE68D4BD}"/>
              </a:ext>
            </a:extLst>
          </p:cNvPr>
          <p:cNvSpPr>
            <a:spLocks noGrp="1"/>
          </p:cNvSpPr>
          <p:nvPr/>
        </p:nvSpPr>
        <p:spPr>
          <a:xfrm>
            <a:off x="67818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index-16-5">
            <a:extLst>
              <a:ext uri="{FF2B5EF4-FFF2-40B4-BE49-F238E27FC236}">
                <a16:creationId xmlns:a16="http://schemas.microsoft.com/office/drawing/2014/main" id="{0B5A12E5-ECF5-43B9-8577-EB85171D9812}"/>
              </a:ext>
            </a:extLst>
          </p:cNvPr>
          <p:cNvSpPr>
            <a:spLocks noGrp="1"/>
          </p:cNvSpPr>
          <p:nvPr/>
        </p:nvSpPr>
        <p:spPr>
          <a:xfrm>
            <a:off x="78867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index-16-6">
            <a:extLst>
              <a:ext uri="{FF2B5EF4-FFF2-40B4-BE49-F238E27FC236}">
                <a16:creationId xmlns:a16="http://schemas.microsoft.com/office/drawing/2014/main" id="{1DF564DC-85AF-4627-ABC8-40A128ACCD8E}"/>
              </a:ext>
            </a:extLst>
          </p:cNvPr>
          <p:cNvSpPr>
            <a:spLocks noGrp="1"/>
          </p:cNvSpPr>
          <p:nvPr/>
        </p:nvSpPr>
        <p:spPr>
          <a:xfrm>
            <a:off x="89916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9" name="index-16-7">
            <a:extLst>
              <a:ext uri="{FF2B5EF4-FFF2-40B4-BE49-F238E27FC236}">
                <a16:creationId xmlns:a16="http://schemas.microsoft.com/office/drawing/2014/main" id="{C58D194B-E581-4DB2-AAC3-072C7D42674C}"/>
              </a:ext>
            </a:extLst>
          </p:cNvPr>
          <p:cNvSpPr>
            <a:spLocks noGrp="1"/>
          </p:cNvSpPr>
          <p:nvPr/>
        </p:nvSpPr>
        <p:spPr>
          <a:xfrm>
            <a:off x="100965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0" name="pointer-16">
            <a:extLst>
              <a:ext uri="{FF2B5EF4-FFF2-40B4-BE49-F238E27FC236}">
                <a16:creationId xmlns:a16="http://schemas.microsoft.com/office/drawing/2014/main" id="{BC80D4F0-11EA-4368-891A-89993FF5FDCF}"/>
              </a:ext>
            </a:extLst>
          </p:cNvPr>
          <p:cNvSpPr>
            <a:spLocks noGrp="1"/>
          </p:cNvSpPr>
          <p:nvPr/>
        </p:nvSpPr>
        <p:spPr>
          <a:xfrm>
            <a:off x="5600700" y="510540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1" name="caption">
            <a:extLst>
              <a:ext uri="{FF2B5EF4-FFF2-40B4-BE49-F238E27FC236}">
                <a16:creationId xmlns:a16="http://schemas.microsoft.com/office/drawing/2014/main" id="{B2FE2FFC-52EF-413C-9652-4E4F927841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첫 검사 뒤: current_sum = −2, left_sum = −2. 초기 0은 후보가 아닙니다.</a:t>
            </a:r>
          </a:p>
        </p:txBody>
      </p:sp>
    </p:spTree>
    <p:extLst>
      <p:ext uri="{BB962C8B-B14F-4D97-AF65-F5344CB8AC3E}">
        <p14:creationId xmlns:p14="http://schemas.microsoft.com/office/powerpoint/2010/main" val="41419832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67582E70-2557-4556-8173-6B19EAC9C8C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F433E9B-E047-4EF8-B5B3-D595989940E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277D03-59FA-484B-BF9C-618C70F4171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실행 순서: 왼쪽을 끝내고 오른쪽으로</a:t>
            </a:r>
          </a:p>
        </p:txBody>
      </p:sp>
      <p:sp>
        <p:nvSpPr>
          <p:cNvPr id="4" name="diagram-line-17">
            <a:extLst>
              <a:ext uri="{FF2B5EF4-FFF2-40B4-BE49-F238E27FC236}">
                <a16:creationId xmlns:a16="http://schemas.microsoft.com/office/drawing/2014/main" id="{413BCC73-4918-4B74-B4C9-692A452054B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914633-8F9E-454D-8446-4AFEDB48F0F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자신의 구간을 다시 반으로 나눕니다. 원소 하나면 그 값을 반환합니다.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호출이 끝나기 전에는 오른쪽 호출을 시작하지 않습니다.</a:t>
            </a:r>
          </a:p>
        </p:txBody>
      </p:sp>
      <p:sp>
        <p:nvSpPr>
          <p:cNvPr id="6" name="footer">
            <a:extLst>
              <a:ext uri="{FF2B5EF4-FFF2-40B4-BE49-F238E27FC236}">
                <a16:creationId xmlns:a16="http://schemas.microsoft.com/office/drawing/2014/main" id="{F9496B37-FB51-419B-BDD1-9BBF709450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72CB600-7070-4597-8835-96072D880B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107</a:t>
            </a:r>
            <a:endParaRPr sz="1050" b="0">
              <a:solidFill>
                <a:srgbClr val="151515"/>
              </a:solidFill>
              <a:latin typeface="Consolas"/>
              <a:ea typeface="Consolas"/>
              <a:cs typeface="Consolas"/>
            </a:endParaRPr>
          </a:p>
        </p:txBody>
      </p:sp>
      <p:sp>
        <p:nvSpPr>
          <p:cNvPr id="8" name="diagram-line-18">
            <a:extLst>
              <a:ext uri="{FF2B5EF4-FFF2-40B4-BE49-F238E27FC236}">
                <a16:creationId xmlns:a16="http://schemas.microsoft.com/office/drawing/2014/main" id="{209947AC-114B-4C14-A1CE-54A6ADB785C6}"/>
              </a:ext>
            </a:extLst>
          </p:cNvPr>
          <p:cNvSpPr>
            <a:spLocks noGrp="1"/>
          </p:cNvSpPr>
          <p:nvPr/>
        </p:nvSpPr>
        <p:spPr>
          <a:xfrm>
            <a:off x="6086475" y="3000375"/>
            <a:ext cx="19050" cy="142875"/>
          </a:xfrm>
          <a:prstGeom prst="rect">
            <a:avLst/>
          </a:prstGeom>
          <a:solidFill>
            <a:srgbClr val="BDBDBD"/>
          </a:solidFill>
          <a:ln w="0">
            <a:noFill/>
          </a:ln>
        </p:spPr>
      </p:sp>
      <p:sp>
        <p:nvSpPr>
          <p:cNvPr id="9" name="diagram-line-19">
            <a:extLst>
              <a:ext uri="{FF2B5EF4-FFF2-40B4-BE49-F238E27FC236}">
                <a16:creationId xmlns:a16="http://schemas.microsoft.com/office/drawing/2014/main" id="{BEDC5425-D98A-480E-B4F0-9D18B4F5FC3B}"/>
              </a:ext>
            </a:extLst>
          </p:cNvPr>
          <p:cNvSpPr>
            <a:spLocks noGrp="1"/>
          </p:cNvSpPr>
          <p:nvPr/>
        </p:nvSpPr>
        <p:spPr>
          <a:xfrm>
            <a:off x="3162300" y="3133725"/>
            <a:ext cx="5867400" cy="19050"/>
          </a:xfrm>
          <a:prstGeom prst="rect">
            <a:avLst/>
          </a:prstGeom>
          <a:solidFill>
            <a:srgbClr val="BDBDBD"/>
          </a:solidFill>
          <a:ln w="0">
            <a:noFill/>
          </a:ln>
        </p:spPr>
      </p:sp>
      <p:sp>
        <p:nvSpPr>
          <p:cNvPr id="10" name="diagram-line-20">
            <a:extLst>
              <a:ext uri="{FF2B5EF4-FFF2-40B4-BE49-F238E27FC236}">
                <a16:creationId xmlns:a16="http://schemas.microsoft.com/office/drawing/2014/main" id="{947C19D8-275B-4F89-9735-49788FA4501C}"/>
              </a:ext>
            </a:extLst>
          </p:cNvPr>
          <p:cNvSpPr>
            <a:spLocks noGrp="1"/>
          </p:cNvSpPr>
          <p:nvPr/>
        </p:nvSpPr>
        <p:spPr>
          <a:xfrm>
            <a:off x="3152775" y="3133725"/>
            <a:ext cx="19050" cy="114300"/>
          </a:xfrm>
          <a:prstGeom prst="rect">
            <a:avLst/>
          </a:prstGeom>
          <a:solidFill>
            <a:srgbClr val="BDBDBD"/>
          </a:solidFill>
          <a:ln w="0">
            <a:noFill/>
          </a:ln>
        </p:spPr>
      </p:sp>
      <p:sp>
        <p:nvSpPr>
          <p:cNvPr id="11" name="diagram-line-21">
            <a:extLst>
              <a:ext uri="{FF2B5EF4-FFF2-40B4-BE49-F238E27FC236}">
                <a16:creationId xmlns:a16="http://schemas.microsoft.com/office/drawing/2014/main" id="{82BB4E80-6050-4C76-8826-6C887D884719}"/>
              </a:ext>
            </a:extLst>
          </p:cNvPr>
          <p:cNvSpPr>
            <a:spLocks noGrp="1"/>
          </p:cNvSpPr>
          <p:nvPr/>
        </p:nvSpPr>
        <p:spPr>
          <a:xfrm>
            <a:off x="9020175" y="3133725"/>
            <a:ext cx="19050" cy="114300"/>
          </a:xfrm>
          <a:prstGeom prst="rect">
            <a:avLst/>
          </a:prstGeom>
          <a:solidFill>
            <a:srgbClr val="BDBDBD"/>
          </a:solidFill>
          <a:ln w="0">
            <a:noFill/>
          </a:ln>
        </p:spPr>
      </p:sp>
      <p:sp>
        <p:nvSpPr>
          <p:cNvPr id="12" name="diagram-line-22">
            <a:extLst>
              <a:ext uri="{FF2B5EF4-FFF2-40B4-BE49-F238E27FC236}">
                <a16:creationId xmlns:a16="http://schemas.microsoft.com/office/drawing/2014/main" id="{19C50CA3-9CA7-4550-9D74-50E069851678}"/>
              </a:ext>
            </a:extLst>
          </p:cNvPr>
          <p:cNvSpPr>
            <a:spLocks noGrp="1"/>
          </p:cNvSpPr>
          <p:nvPr/>
        </p:nvSpPr>
        <p:spPr>
          <a:xfrm>
            <a:off x="3152775" y="3971925"/>
            <a:ext cx="19050" cy="142875"/>
          </a:xfrm>
          <a:prstGeom prst="rect">
            <a:avLst/>
          </a:prstGeom>
          <a:solidFill>
            <a:srgbClr val="BDBDBD"/>
          </a:solidFill>
          <a:ln w="0">
            <a:noFill/>
          </a:ln>
        </p:spPr>
      </p:sp>
      <p:sp>
        <p:nvSpPr>
          <p:cNvPr id="13" name="diagram-line-23">
            <a:extLst>
              <a:ext uri="{FF2B5EF4-FFF2-40B4-BE49-F238E27FC236}">
                <a16:creationId xmlns:a16="http://schemas.microsoft.com/office/drawing/2014/main" id="{08C744AC-B446-4A7C-A2E9-EEE550A5439A}"/>
              </a:ext>
            </a:extLst>
          </p:cNvPr>
          <p:cNvSpPr>
            <a:spLocks noGrp="1"/>
          </p:cNvSpPr>
          <p:nvPr/>
        </p:nvSpPr>
        <p:spPr>
          <a:xfrm>
            <a:off x="1695450" y="4105275"/>
            <a:ext cx="2933700" cy="19050"/>
          </a:xfrm>
          <a:prstGeom prst="rect">
            <a:avLst/>
          </a:prstGeom>
          <a:solidFill>
            <a:srgbClr val="BDBDBD"/>
          </a:solidFill>
          <a:ln w="0">
            <a:noFill/>
          </a:ln>
        </p:spPr>
      </p:sp>
      <p:sp>
        <p:nvSpPr>
          <p:cNvPr id="14" name="diagram-line-24">
            <a:extLst>
              <a:ext uri="{FF2B5EF4-FFF2-40B4-BE49-F238E27FC236}">
                <a16:creationId xmlns:a16="http://schemas.microsoft.com/office/drawing/2014/main" id="{4A2F59EF-D8A2-481E-A9C6-7DE8DBDF1533}"/>
              </a:ext>
            </a:extLst>
          </p:cNvPr>
          <p:cNvSpPr>
            <a:spLocks noGrp="1"/>
          </p:cNvSpPr>
          <p:nvPr/>
        </p:nvSpPr>
        <p:spPr>
          <a:xfrm>
            <a:off x="1685925" y="4105275"/>
            <a:ext cx="19050" cy="114300"/>
          </a:xfrm>
          <a:prstGeom prst="rect">
            <a:avLst/>
          </a:prstGeom>
          <a:solidFill>
            <a:srgbClr val="BDBDBD"/>
          </a:solidFill>
          <a:ln w="0">
            <a:noFill/>
          </a:ln>
        </p:spPr>
      </p:sp>
      <p:sp>
        <p:nvSpPr>
          <p:cNvPr id="15" name="diagram-line-25">
            <a:extLst>
              <a:ext uri="{FF2B5EF4-FFF2-40B4-BE49-F238E27FC236}">
                <a16:creationId xmlns:a16="http://schemas.microsoft.com/office/drawing/2014/main" id="{B3A53E11-B8DF-4A9E-9DB0-BB036B3FBCD1}"/>
              </a:ext>
            </a:extLst>
          </p:cNvPr>
          <p:cNvSpPr>
            <a:spLocks noGrp="1"/>
          </p:cNvSpPr>
          <p:nvPr/>
        </p:nvSpPr>
        <p:spPr>
          <a:xfrm>
            <a:off x="4619625" y="4105275"/>
            <a:ext cx="19050" cy="114300"/>
          </a:xfrm>
          <a:prstGeom prst="rect">
            <a:avLst/>
          </a:prstGeom>
          <a:solidFill>
            <a:srgbClr val="BDBDBD"/>
          </a:solidFill>
          <a:ln w="0">
            <a:noFill/>
          </a:ln>
        </p:spPr>
      </p:sp>
      <p:sp>
        <p:nvSpPr>
          <p:cNvPr id="16" name="diagram-line-26">
            <a:extLst>
              <a:ext uri="{FF2B5EF4-FFF2-40B4-BE49-F238E27FC236}">
                <a16:creationId xmlns:a16="http://schemas.microsoft.com/office/drawing/2014/main" id="{995B9F2E-F18A-48EA-9CDC-06565E3BB8CC}"/>
              </a:ext>
            </a:extLst>
          </p:cNvPr>
          <p:cNvSpPr>
            <a:spLocks noGrp="1"/>
          </p:cNvSpPr>
          <p:nvPr/>
        </p:nvSpPr>
        <p:spPr>
          <a:xfrm>
            <a:off x="9020175" y="3971925"/>
            <a:ext cx="19050" cy="142875"/>
          </a:xfrm>
          <a:prstGeom prst="rect">
            <a:avLst/>
          </a:prstGeom>
          <a:solidFill>
            <a:srgbClr val="BDBDBD"/>
          </a:solidFill>
          <a:ln w="0">
            <a:noFill/>
          </a:ln>
        </p:spPr>
      </p:sp>
      <p:sp>
        <p:nvSpPr>
          <p:cNvPr id="17" name="diagram-line-27">
            <a:extLst>
              <a:ext uri="{FF2B5EF4-FFF2-40B4-BE49-F238E27FC236}">
                <a16:creationId xmlns:a16="http://schemas.microsoft.com/office/drawing/2014/main" id="{69CB7820-E595-47E9-BAE7-64EC64D8EE48}"/>
              </a:ext>
            </a:extLst>
          </p:cNvPr>
          <p:cNvSpPr>
            <a:spLocks noGrp="1"/>
          </p:cNvSpPr>
          <p:nvPr/>
        </p:nvSpPr>
        <p:spPr>
          <a:xfrm>
            <a:off x="7562850" y="4105275"/>
            <a:ext cx="2933700" cy="19050"/>
          </a:xfrm>
          <a:prstGeom prst="rect">
            <a:avLst/>
          </a:prstGeom>
          <a:solidFill>
            <a:srgbClr val="BDBDBD"/>
          </a:solidFill>
          <a:ln w="0">
            <a:noFill/>
          </a:ln>
        </p:spPr>
      </p:sp>
      <p:sp>
        <p:nvSpPr>
          <p:cNvPr id="18" name="diagram-line-28">
            <a:extLst>
              <a:ext uri="{FF2B5EF4-FFF2-40B4-BE49-F238E27FC236}">
                <a16:creationId xmlns:a16="http://schemas.microsoft.com/office/drawing/2014/main" id="{F56C20B5-9B80-4A0D-899D-19D8C990B234}"/>
              </a:ext>
            </a:extLst>
          </p:cNvPr>
          <p:cNvSpPr>
            <a:spLocks noGrp="1"/>
          </p:cNvSpPr>
          <p:nvPr/>
        </p:nvSpPr>
        <p:spPr>
          <a:xfrm>
            <a:off x="7553325" y="4105275"/>
            <a:ext cx="19050" cy="114300"/>
          </a:xfrm>
          <a:prstGeom prst="rect">
            <a:avLst/>
          </a:prstGeom>
          <a:solidFill>
            <a:srgbClr val="BDBDBD"/>
          </a:solidFill>
          <a:ln w="0">
            <a:noFill/>
          </a:ln>
        </p:spPr>
      </p:sp>
      <p:sp>
        <p:nvSpPr>
          <p:cNvPr id="19" name="diagram-line-29">
            <a:extLst>
              <a:ext uri="{FF2B5EF4-FFF2-40B4-BE49-F238E27FC236}">
                <a16:creationId xmlns:a16="http://schemas.microsoft.com/office/drawing/2014/main" id="{4F04E51A-C913-4749-9D63-0E0B73D7B6D8}"/>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
            <a:extLst>
              <a:ext uri="{FF2B5EF4-FFF2-40B4-BE49-F238E27FC236}">
                <a16:creationId xmlns:a16="http://schemas.microsoft.com/office/drawing/2014/main" id="{F2B670DA-F408-4F43-9D08-3F2F5073EE97}"/>
              </a:ext>
            </a:extLst>
          </p:cNvPr>
          <p:cNvSpPr>
            <a:spLocks noGrp="1"/>
          </p:cNvSpPr>
          <p:nvPr/>
        </p:nvSpPr>
        <p:spPr>
          <a:xfrm>
            <a:off x="1685925" y="4943475"/>
            <a:ext cx="19050" cy="142875"/>
          </a:xfrm>
          <a:prstGeom prst="rect">
            <a:avLst/>
          </a:prstGeom>
          <a:solidFill>
            <a:srgbClr val="BDBDBD"/>
          </a:solidFill>
          <a:ln w="0">
            <a:noFill/>
          </a:ln>
        </p:spPr>
      </p:sp>
      <p:sp>
        <p:nvSpPr>
          <p:cNvPr id="21" name="diagram-line-31">
            <a:extLst>
              <a:ext uri="{FF2B5EF4-FFF2-40B4-BE49-F238E27FC236}">
                <a16:creationId xmlns:a16="http://schemas.microsoft.com/office/drawing/2014/main" id="{538C9F5E-AA03-409C-B55E-F80A1DC7EE06}"/>
              </a:ext>
            </a:extLst>
          </p:cNvPr>
          <p:cNvSpPr>
            <a:spLocks noGrp="1"/>
          </p:cNvSpPr>
          <p:nvPr/>
        </p:nvSpPr>
        <p:spPr>
          <a:xfrm>
            <a:off x="952500" y="5076825"/>
            <a:ext cx="1466850" cy="19050"/>
          </a:xfrm>
          <a:prstGeom prst="rect">
            <a:avLst/>
          </a:prstGeom>
          <a:solidFill>
            <a:srgbClr val="BDBDBD"/>
          </a:solidFill>
          <a:ln w="0">
            <a:noFill/>
          </a:ln>
        </p:spPr>
      </p:sp>
      <p:sp>
        <p:nvSpPr>
          <p:cNvPr id="22" name="diagram-line-32">
            <a:extLst>
              <a:ext uri="{FF2B5EF4-FFF2-40B4-BE49-F238E27FC236}">
                <a16:creationId xmlns:a16="http://schemas.microsoft.com/office/drawing/2014/main" id="{DAA77148-233E-4D94-B41D-F39CE48B62E2}"/>
              </a:ext>
            </a:extLst>
          </p:cNvPr>
          <p:cNvSpPr>
            <a:spLocks noGrp="1"/>
          </p:cNvSpPr>
          <p:nvPr/>
        </p:nvSpPr>
        <p:spPr>
          <a:xfrm>
            <a:off x="942975" y="5076825"/>
            <a:ext cx="19050" cy="114300"/>
          </a:xfrm>
          <a:prstGeom prst="rect">
            <a:avLst/>
          </a:prstGeom>
          <a:solidFill>
            <a:srgbClr val="BDBDBD"/>
          </a:solidFill>
          <a:ln w="0">
            <a:noFill/>
          </a:ln>
        </p:spPr>
      </p:sp>
      <p:sp>
        <p:nvSpPr>
          <p:cNvPr id="23" name="diagram-line-33">
            <a:extLst>
              <a:ext uri="{FF2B5EF4-FFF2-40B4-BE49-F238E27FC236}">
                <a16:creationId xmlns:a16="http://schemas.microsoft.com/office/drawing/2014/main" id="{FD8BAD62-32D0-4527-86BB-8B5C42AD8C19}"/>
              </a:ext>
            </a:extLst>
          </p:cNvPr>
          <p:cNvSpPr>
            <a:spLocks noGrp="1"/>
          </p:cNvSpPr>
          <p:nvPr/>
        </p:nvSpPr>
        <p:spPr>
          <a:xfrm>
            <a:off x="2409825" y="5076825"/>
            <a:ext cx="19050" cy="114300"/>
          </a:xfrm>
          <a:prstGeom prst="rect">
            <a:avLst/>
          </a:prstGeom>
          <a:solidFill>
            <a:srgbClr val="BDBDBD"/>
          </a:solidFill>
          <a:ln w="0">
            <a:noFill/>
          </a:ln>
        </p:spPr>
      </p:sp>
      <p:sp>
        <p:nvSpPr>
          <p:cNvPr id="24" name="diagram-line-34">
            <a:extLst>
              <a:ext uri="{FF2B5EF4-FFF2-40B4-BE49-F238E27FC236}">
                <a16:creationId xmlns:a16="http://schemas.microsoft.com/office/drawing/2014/main" id="{31897588-B5C6-40D0-9CE9-887AD3F52666}"/>
              </a:ext>
            </a:extLst>
          </p:cNvPr>
          <p:cNvSpPr>
            <a:spLocks noGrp="1"/>
          </p:cNvSpPr>
          <p:nvPr/>
        </p:nvSpPr>
        <p:spPr>
          <a:xfrm>
            <a:off x="4619625" y="4943475"/>
            <a:ext cx="19050" cy="142875"/>
          </a:xfrm>
          <a:prstGeom prst="rect">
            <a:avLst/>
          </a:prstGeom>
          <a:solidFill>
            <a:srgbClr val="BDBDBD"/>
          </a:solidFill>
          <a:ln w="0">
            <a:noFill/>
          </a:ln>
        </p:spPr>
      </p:sp>
      <p:sp>
        <p:nvSpPr>
          <p:cNvPr id="25" name="diagram-line-35">
            <a:extLst>
              <a:ext uri="{FF2B5EF4-FFF2-40B4-BE49-F238E27FC236}">
                <a16:creationId xmlns:a16="http://schemas.microsoft.com/office/drawing/2014/main" id="{90547D45-2683-4D8D-8EE4-0BB98579E0B5}"/>
              </a:ext>
            </a:extLst>
          </p:cNvPr>
          <p:cNvSpPr>
            <a:spLocks noGrp="1"/>
          </p:cNvSpPr>
          <p:nvPr/>
        </p:nvSpPr>
        <p:spPr>
          <a:xfrm>
            <a:off x="3886200" y="5076825"/>
            <a:ext cx="1466850" cy="19050"/>
          </a:xfrm>
          <a:prstGeom prst="rect">
            <a:avLst/>
          </a:prstGeom>
          <a:solidFill>
            <a:srgbClr val="BDBDBD"/>
          </a:solidFill>
          <a:ln w="0">
            <a:noFill/>
          </a:ln>
        </p:spPr>
      </p:sp>
      <p:sp>
        <p:nvSpPr>
          <p:cNvPr id="26" name="diagram-line-36">
            <a:extLst>
              <a:ext uri="{FF2B5EF4-FFF2-40B4-BE49-F238E27FC236}">
                <a16:creationId xmlns:a16="http://schemas.microsoft.com/office/drawing/2014/main" id="{3BBA2916-50E2-4802-91D4-1CFEE950D883}"/>
              </a:ext>
            </a:extLst>
          </p:cNvPr>
          <p:cNvSpPr>
            <a:spLocks noGrp="1"/>
          </p:cNvSpPr>
          <p:nvPr/>
        </p:nvSpPr>
        <p:spPr>
          <a:xfrm>
            <a:off x="3876675" y="5076825"/>
            <a:ext cx="19050" cy="114300"/>
          </a:xfrm>
          <a:prstGeom prst="rect">
            <a:avLst/>
          </a:prstGeom>
          <a:solidFill>
            <a:srgbClr val="BDBDBD"/>
          </a:solidFill>
          <a:ln w="0">
            <a:noFill/>
          </a:ln>
        </p:spPr>
      </p:sp>
      <p:sp>
        <p:nvSpPr>
          <p:cNvPr id="27" name="diagram-line-37">
            <a:extLst>
              <a:ext uri="{FF2B5EF4-FFF2-40B4-BE49-F238E27FC236}">
                <a16:creationId xmlns:a16="http://schemas.microsoft.com/office/drawing/2014/main" id="{019FF495-C222-4B27-87D4-2DD97B15C11D}"/>
              </a:ext>
            </a:extLst>
          </p:cNvPr>
          <p:cNvSpPr>
            <a:spLocks noGrp="1"/>
          </p:cNvSpPr>
          <p:nvPr/>
        </p:nvSpPr>
        <p:spPr>
          <a:xfrm>
            <a:off x="5343525" y="5076825"/>
            <a:ext cx="19050" cy="114300"/>
          </a:xfrm>
          <a:prstGeom prst="rect">
            <a:avLst/>
          </a:prstGeom>
          <a:solidFill>
            <a:srgbClr val="BDBDBD"/>
          </a:solidFill>
          <a:ln w="0">
            <a:noFill/>
          </a:ln>
        </p:spPr>
      </p:sp>
      <p:sp>
        <p:nvSpPr>
          <p:cNvPr id="28" name="diagram-line-38">
            <a:extLst>
              <a:ext uri="{FF2B5EF4-FFF2-40B4-BE49-F238E27FC236}">
                <a16:creationId xmlns:a16="http://schemas.microsoft.com/office/drawing/2014/main" id="{7E07E7EE-A557-4498-A4FA-F69EB75369BB}"/>
              </a:ext>
            </a:extLst>
          </p:cNvPr>
          <p:cNvSpPr>
            <a:spLocks noGrp="1"/>
          </p:cNvSpPr>
          <p:nvPr/>
        </p:nvSpPr>
        <p:spPr>
          <a:xfrm>
            <a:off x="7553325" y="4943475"/>
            <a:ext cx="19050" cy="142875"/>
          </a:xfrm>
          <a:prstGeom prst="rect">
            <a:avLst/>
          </a:prstGeom>
          <a:solidFill>
            <a:srgbClr val="BDBDBD"/>
          </a:solidFill>
          <a:ln w="0">
            <a:noFill/>
          </a:ln>
        </p:spPr>
      </p:sp>
      <p:sp>
        <p:nvSpPr>
          <p:cNvPr id="29" name="diagram-line-39">
            <a:extLst>
              <a:ext uri="{FF2B5EF4-FFF2-40B4-BE49-F238E27FC236}">
                <a16:creationId xmlns:a16="http://schemas.microsoft.com/office/drawing/2014/main" id="{1BE54479-D900-4CB0-BD6F-3C1FD9EA7BE2}"/>
              </a:ext>
            </a:extLst>
          </p:cNvPr>
          <p:cNvSpPr>
            <a:spLocks noGrp="1"/>
          </p:cNvSpPr>
          <p:nvPr/>
        </p:nvSpPr>
        <p:spPr>
          <a:xfrm>
            <a:off x="6819900" y="5076825"/>
            <a:ext cx="1466850" cy="19050"/>
          </a:xfrm>
          <a:prstGeom prst="rect">
            <a:avLst/>
          </a:prstGeom>
          <a:solidFill>
            <a:srgbClr val="BDBDBD"/>
          </a:solidFill>
          <a:ln w="0">
            <a:noFill/>
          </a:ln>
        </p:spPr>
      </p:sp>
      <p:sp>
        <p:nvSpPr>
          <p:cNvPr id="30" name="diagram-line-40">
            <a:extLst>
              <a:ext uri="{FF2B5EF4-FFF2-40B4-BE49-F238E27FC236}">
                <a16:creationId xmlns:a16="http://schemas.microsoft.com/office/drawing/2014/main" id="{D54C93D0-115D-4FFC-A034-19E1B7789AF6}"/>
              </a:ext>
            </a:extLst>
          </p:cNvPr>
          <p:cNvSpPr>
            <a:spLocks noGrp="1"/>
          </p:cNvSpPr>
          <p:nvPr/>
        </p:nvSpPr>
        <p:spPr>
          <a:xfrm>
            <a:off x="6810375" y="5076825"/>
            <a:ext cx="19050" cy="114300"/>
          </a:xfrm>
          <a:prstGeom prst="rect">
            <a:avLst/>
          </a:prstGeom>
          <a:solidFill>
            <a:srgbClr val="BDBDBD"/>
          </a:solidFill>
          <a:ln w="0">
            <a:noFill/>
          </a:ln>
        </p:spPr>
      </p:sp>
      <p:sp>
        <p:nvSpPr>
          <p:cNvPr id="31" name="diagram-line-41">
            <a:extLst>
              <a:ext uri="{FF2B5EF4-FFF2-40B4-BE49-F238E27FC236}">
                <a16:creationId xmlns:a16="http://schemas.microsoft.com/office/drawing/2014/main" id="{9C0310C9-3DF1-4BBE-8A4E-BE04F2EB04EA}"/>
              </a:ext>
            </a:extLst>
          </p:cNvPr>
          <p:cNvSpPr>
            <a:spLocks noGrp="1"/>
          </p:cNvSpPr>
          <p:nvPr/>
        </p:nvSpPr>
        <p:spPr>
          <a:xfrm>
            <a:off x="8277225" y="5076825"/>
            <a:ext cx="19050" cy="114300"/>
          </a:xfrm>
          <a:prstGeom prst="rect">
            <a:avLst/>
          </a:prstGeom>
          <a:solidFill>
            <a:srgbClr val="BDBDBD"/>
          </a:solidFill>
          <a:ln w="0">
            <a:noFill/>
          </a:ln>
        </p:spPr>
      </p:sp>
      <p:sp>
        <p:nvSpPr>
          <p:cNvPr id="32" name="diagram-line-42">
            <a:extLst>
              <a:ext uri="{FF2B5EF4-FFF2-40B4-BE49-F238E27FC236}">
                <a16:creationId xmlns:a16="http://schemas.microsoft.com/office/drawing/2014/main" id="{1BF82093-FA2C-4E33-A26D-94C0258BE593}"/>
              </a:ext>
            </a:extLst>
          </p:cNvPr>
          <p:cNvSpPr>
            <a:spLocks noGrp="1"/>
          </p:cNvSpPr>
          <p:nvPr/>
        </p:nvSpPr>
        <p:spPr>
          <a:xfrm>
            <a:off x="10487025" y="4943475"/>
            <a:ext cx="19050" cy="142875"/>
          </a:xfrm>
          <a:prstGeom prst="rect">
            <a:avLst/>
          </a:prstGeom>
          <a:solidFill>
            <a:srgbClr val="BDBDBD"/>
          </a:solidFill>
          <a:ln w="0">
            <a:noFill/>
          </a:ln>
        </p:spPr>
      </p:sp>
      <p:sp>
        <p:nvSpPr>
          <p:cNvPr id="33" name="diagram-line-43">
            <a:extLst>
              <a:ext uri="{FF2B5EF4-FFF2-40B4-BE49-F238E27FC236}">
                <a16:creationId xmlns:a16="http://schemas.microsoft.com/office/drawing/2014/main" id="{9BB6E87A-425A-4693-9389-A78395C4518D}"/>
              </a:ext>
            </a:extLst>
          </p:cNvPr>
          <p:cNvSpPr>
            <a:spLocks noGrp="1"/>
          </p:cNvSpPr>
          <p:nvPr/>
        </p:nvSpPr>
        <p:spPr>
          <a:xfrm>
            <a:off x="9753600" y="5076825"/>
            <a:ext cx="1466850" cy="19050"/>
          </a:xfrm>
          <a:prstGeom prst="rect">
            <a:avLst/>
          </a:prstGeom>
          <a:solidFill>
            <a:srgbClr val="BDBDBD"/>
          </a:solidFill>
          <a:ln w="0">
            <a:noFill/>
          </a:ln>
        </p:spPr>
      </p:sp>
      <p:sp>
        <p:nvSpPr>
          <p:cNvPr id="34" name="diagram-line-44">
            <a:extLst>
              <a:ext uri="{FF2B5EF4-FFF2-40B4-BE49-F238E27FC236}">
                <a16:creationId xmlns:a16="http://schemas.microsoft.com/office/drawing/2014/main" id="{EE9F6FBC-9A35-402A-9A05-DD38A89AB478}"/>
              </a:ext>
            </a:extLst>
          </p:cNvPr>
          <p:cNvSpPr>
            <a:spLocks noGrp="1"/>
          </p:cNvSpPr>
          <p:nvPr/>
        </p:nvSpPr>
        <p:spPr>
          <a:xfrm>
            <a:off x="9744075" y="5076825"/>
            <a:ext cx="19050" cy="114300"/>
          </a:xfrm>
          <a:prstGeom prst="rect">
            <a:avLst/>
          </a:prstGeom>
          <a:solidFill>
            <a:srgbClr val="BDBDBD"/>
          </a:solidFill>
          <a:ln w="0">
            <a:noFill/>
          </a:ln>
        </p:spPr>
      </p:sp>
      <p:sp>
        <p:nvSpPr>
          <p:cNvPr id="35" name="diagram-line-45">
            <a:extLst>
              <a:ext uri="{FF2B5EF4-FFF2-40B4-BE49-F238E27FC236}">
                <a16:creationId xmlns:a16="http://schemas.microsoft.com/office/drawing/2014/main" id="{071DAE38-E514-4E5B-B43D-166F3F948908}"/>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BE463D09-69A3-472E-B0FE-42F52DA52E7E}"/>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[0~7]</a:t>
            </a:r>
          </a:p>
        </p:txBody>
      </p:sp>
      <p:graphicFrame>
        <p:nvGraphicFramePr>
          <p:cNvPr id="37" name="표 36">
            <a:extLst>
              <a:ext uri="{FF2B5EF4-FFF2-40B4-BE49-F238E27FC236}">
                <a16:creationId xmlns:a16="http://schemas.microsoft.com/office/drawing/2014/main" id="{0D118E6D-E3A6-4788-B526-655648962A23}"/>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BAFDEFC7-4388-4373-BA0C-A20459DB8A37}"/>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[0~3]</a:t>
            </a:r>
          </a:p>
        </p:txBody>
      </p:sp>
      <p:graphicFrame>
        <p:nvGraphicFramePr>
          <p:cNvPr id="39" name="표 38">
            <a:extLst>
              <a:ext uri="{FF2B5EF4-FFF2-40B4-BE49-F238E27FC236}">
                <a16:creationId xmlns:a16="http://schemas.microsoft.com/office/drawing/2014/main" id="{1D4CB6EA-0358-48C1-87D5-CF8D0C6EB41B}"/>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351998A9-217A-40E8-93DC-3833FFAB90B0}"/>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[4~7]</a:t>
            </a:r>
          </a:p>
        </p:txBody>
      </p:sp>
      <p:graphicFrame>
        <p:nvGraphicFramePr>
          <p:cNvPr id="41" name="표 40">
            <a:extLst>
              <a:ext uri="{FF2B5EF4-FFF2-40B4-BE49-F238E27FC236}">
                <a16:creationId xmlns:a16="http://schemas.microsoft.com/office/drawing/2014/main" id="{7170D4D6-5E4C-4C3B-83EB-7F6738AF142E}"/>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A16D8C79-50AD-4519-8614-7AE5E921DFFC}"/>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[0~1]</a:t>
            </a:r>
          </a:p>
        </p:txBody>
      </p:sp>
      <p:graphicFrame>
        <p:nvGraphicFramePr>
          <p:cNvPr id="43" name="표 42">
            <a:extLst>
              <a:ext uri="{FF2B5EF4-FFF2-40B4-BE49-F238E27FC236}">
                <a16:creationId xmlns:a16="http://schemas.microsoft.com/office/drawing/2014/main" id="{E1125235-05E0-4EAA-9FF6-B7CEBB40D36B}"/>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B9485178-D7E4-4646-962B-9A2F38452256}"/>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[2~3]</a:t>
            </a:r>
          </a:p>
        </p:txBody>
      </p:sp>
      <p:graphicFrame>
        <p:nvGraphicFramePr>
          <p:cNvPr id="45" name="표 44">
            <a:extLst>
              <a:ext uri="{FF2B5EF4-FFF2-40B4-BE49-F238E27FC236}">
                <a16:creationId xmlns:a16="http://schemas.microsoft.com/office/drawing/2014/main" id="{93C0EA2F-16FD-499F-ABB9-C9BA375BF038}"/>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39553ABD-91FF-4E20-91D1-3336FA29643D}"/>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[4~5]</a:t>
            </a:r>
          </a:p>
        </p:txBody>
      </p:sp>
      <p:graphicFrame>
        <p:nvGraphicFramePr>
          <p:cNvPr id="47" name="표 46">
            <a:extLst>
              <a:ext uri="{FF2B5EF4-FFF2-40B4-BE49-F238E27FC236}">
                <a16:creationId xmlns:a16="http://schemas.microsoft.com/office/drawing/2014/main" id="{1225280E-6F27-4EE8-BCF5-AADEDDE13AFE}"/>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CD4A3673-8692-4FA0-ACF2-C659BCC143E2}"/>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[6~7]</a:t>
            </a:r>
          </a:p>
        </p:txBody>
      </p:sp>
      <p:graphicFrame>
        <p:nvGraphicFramePr>
          <p:cNvPr id="49" name="표 48">
            <a:extLst>
              <a:ext uri="{FF2B5EF4-FFF2-40B4-BE49-F238E27FC236}">
                <a16:creationId xmlns:a16="http://schemas.microsoft.com/office/drawing/2014/main" id="{9C230637-6769-4114-9561-1D9EF5C6727D}"/>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1EC0E63A-C0A7-4557-96FB-89DCE8F614A9}"/>
              </a:ext>
            </a:extLst>
          </p:cNvPr>
          <p:cNvSpPr>
            <a:spLocks noGrp="1"/>
          </p:cNvSpPr>
          <p:nvPr/>
        </p:nvSpPr>
        <p:spPr>
          <a:xfrm>
            <a:off x="5334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[0~0]</a:t>
            </a:r>
          </a:p>
        </p:txBody>
      </p:sp>
      <p:graphicFrame>
        <p:nvGraphicFramePr>
          <p:cNvPr id="51" name="표 50">
            <a:extLst>
              <a:ext uri="{FF2B5EF4-FFF2-40B4-BE49-F238E27FC236}">
                <a16:creationId xmlns:a16="http://schemas.microsoft.com/office/drawing/2014/main" id="{9E1CB65D-D447-4183-9F2F-10F5226149D6}"/>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2AE0DF0-FBE4-40E8-B242-C96EA0FE90ED}"/>
              </a:ext>
            </a:extLst>
          </p:cNvPr>
          <p:cNvSpPr>
            <a:spLocks noGrp="1"/>
          </p:cNvSpPr>
          <p:nvPr/>
        </p:nvSpPr>
        <p:spPr>
          <a:xfrm>
            <a:off x="20002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[1~1]</a:t>
            </a:r>
          </a:p>
        </p:txBody>
      </p:sp>
      <p:graphicFrame>
        <p:nvGraphicFramePr>
          <p:cNvPr id="53" name="표 52">
            <a:extLst>
              <a:ext uri="{FF2B5EF4-FFF2-40B4-BE49-F238E27FC236}">
                <a16:creationId xmlns:a16="http://schemas.microsoft.com/office/drawing/2014/main" id="{8B127772-F85F-4D28-8208-93AEF2215F76}"/>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9956ABCC-7C2F-4038-899F-2CC122215F5D}"/>
              </a:ext>
            </a:extLst>
          </p:cNvPr>
          <p:cNvSpPr>
            <a:spLocks noGrp="1"/>
          </p:cNvSpPr>
          <p:nvPr/>
        </p:nvSpPr>
        <p:spPr>
          <a:xfrm>
            <a:off x="34671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[2~2]</a:t>
            </a:r>
          </a:p>
        </p:txBody>
      </p:sp>
      <p:graphicFrame>
        <p:nvGraphicFramePr>
          <p:cNvPr id="55" name="표 54">
            <a:extLst>
              <a:ext uri="{FF2B5EF4-FFF2-40B4-BE49-F238E27FC236}">
                <a16:creationId xmlns:a16="http://schemas.microsoft.com/office/drawing/2014/main" id="{2C16904A-A4F6-4F5B-98E2-AE861C43B3E7}"/>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06004BFF-D0F0-4BFA-ACCB-EEDA9211D653}"/>
              </a:ext>
            </a:extLst>
          </p:cNvPr>
          <p:cNvSpPr>
            <a:spLocks noGrp="1"/>
          </p:cNvSpPr>
          <p:nvPr/>
        </p:nvSpPr>
        <p:spPr>
          <a:xfrm>
            <a:off x="49339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[3~3]</a:t>
            </a:r>
          </a:p>
        </p:txBody>
      </p:sp>
      <p:graphicFrame>
        <p:nvGraphicFramePr>
          <p:cNvPr id="57" name="표 56">
            <a:extLst>
              <a:ext uri="{FF2B5EF4-FFF2-40B4-BE49-F238E27FC236}">
                <a16:creationId xmlns:a16="http://schemas.microsoft.com/office/drawing/2014/main" id="{02927FBC-2199-4998-84B0-FBD54BC8AD0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B185761D-8E5B-44C9-B727-7995D1588AF1}"/>
              </a:ext>
            </a:extLst>
          </p:cNvPr>
          <p:cNvSpPr>
            <a:spLocks noGrp="1"/>
          </p:cNvSpPr>
          <p:nvPr/>
        </p:nvSpPr>
        <p:spPr>
          <a:xfrm>
            <a:off x="64008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[4~4]</a:t>
            </a:r>
          </a:p>
        </p:txBody>
      </p:sp>
      <p:graphicFrame>
        <p:nvGraphicFramePr>
          <p:cNvPr id="59" name="표 58">
            <a:extLst>
              <a:ext uri="{FF2B5EF4-FFF2-40B4-BE49-F238E27FC236}">
                <a16:creationId xmlns:a16="http://schemas.microsoft.com/office/drawing/2014/main" id="{878F9FDD-AA08-4373-A7AC-02B52BC718D0}"/>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CEA3E5DA-EAFD-4B60-ABF3-8797F39EFEA0}"/>
              </a:ext>
            </a:extLst>
          </p:cNvPr>
          <p:cNvSpPr>
            <a:spLocks noGrp="1"/>
          </p:cNvSpPr>
          <p:nvPr/>
        </p:nvSpPr>
        <p:spPr>
          <a:xfrm>
            <a:off x="78676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[5~5]</a:t>
            </a:r>
          </a:p>
        </p:txBody>
      </p:sp>
      <p:graphicFrame>
        <p:nvGraphicFramePr>
          <p:cNvPr id="61" name="표 60">
            <a:extLst>
              <a:ext uri="{FF2B5EF4-FFF2-40B4-BE49-F238E27FC236}">
                <a16:creationId xmlns:a16="http://schemas.microsoft.com/office/drawing/2014/main" id="{583606CE-4775-41E9-89E7-BEBF0623DDBE}"/>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B76374CE-3240-4506-B5E2-1A8DD3309C7A}"/>
              </a:ext>
            </a:extLst>
          </p:cNvPr>
          <p:cNvSpPr>
            <a:spLocks noGrp="1"/>
          </p:cNvSpPr>
          <p:nvPr/>
        </p:nvSpPr>
        <p:spPr>
          <a:xfrm>
            <a:off x="93345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[6~6]</a:t>
            </a:r>
          </a:p>
        </p:txBody>
      </p:sp>
      <p:graphicFrame>
        <p:nvGraphicFramePr>
          <p:cNvPr id="63" name="표 62">
            <a:extLst>
              <a:ext uri="{FF2B5EF4-FFF2-40B4-BE49-F238E27FC236}">
                <a16:creationId xmlns:a16="http://schemas.microsoft.com/office/drawing/2014/main" id="{25BF808F-B124-4D60-8B9C-4F28CD3CC368}"/>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5C47C96C-3A92-44E0-B3A0-1ED894389D5B}"/>
              </a:ext>
            </a:extLst>
          </p:cNvPr>
          <p:cNvSpPr>
            <a:spLocks noGrp="1"/>
          </p:cNvSpPr>
          <p:nvPr/>
        </p:nvSpPr>
        <p:spPr>
          <a:xfrm>
            <a:off x="108013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[7~7]</a:t>
            </a:r>
          </a:p>
        </p:txBody>
      </p:sp>
      <p:graphicFrame>
        <p:nvGraphicFramePr>
          <p:cNvPr id="65" name="표 64">
            <a:extLst>
              <a:ext uri="{FF2B5EF4-FFF2-40B4-BE49-F238E27FC236}">
                <a16:creationId xmlns:a16="http://schemas.microsoft.com/office/drawing/2014/main" id="{D3288EAD-75DB-47D7-9734-5F9049A3EFA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83F21F47-638B-458D-A0E7-892E02104A1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이제 맨 위 호출을 시작해서 실제 코드 순서대로 끝까지 따라갑니다.</a:t>
            </a:r>
          </a:p>
        </p:txBody>
      </p:sp>
    </p:spTree>
    <p:extLst>
      <p:ext uri="{BB962C8B-B14F-4D97-AF65-F5344CB8AC3E}">
        <p14:creationId xmlns:p14="http://schemas.microsoft.com/office/powerpoint/2010/main" val="116771346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A75720A-4728-4E5C-83A2-B8336214F13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933536-0210-46BD-B494-8CC792408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7C0E42-B6DE-4A8C-8542-B708BEDB28B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호출: mid = 3에서 나눔</a:t>
            </a:r>
          </a:p>
        </p:txBody>
      </p:sp>
      <p:sp>
        <p:nvSpPr>
          <p:cNvPr id="4" name="diagram-line-46">
            <a:extLst>
              <a:ext uri="{FF2B5EF4-FFF2-40B4-BE49-F238E27FC236}">
                <a16:creationId xmlns:a16="http://schemas.microsoft.com/office/drawing/2014/main" id="{9406ACE9-ACBE-410F-9A3A-E96E60B1CBD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6EC351B-B423-4A27-8ECA-971F035862B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7, mid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[0~3]를 호출합니다. 오른쪽 [4~7]는 기다립니다.</a:t>
            </a:r>
          </a:p>
        </p:txBody>
      </p:sp>
      <p:sp>
        <p:nvSpPr>
          <p:cNvPr id="6" name="footer">
            <a:extLst>
              <a:ext uri="{FF2B5EF4-FFF2-40B4-BE49-F238E27FC236}">
                <a16:creationId xmlns:a16="http://schemas.microsoft.com/office/drawing/2014/main" id="{7B7EEEAF-B3FC-4450-90B1-F65E013B8B0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E6DEB3-7A8F-472E-AC91-92FAC6F540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108</a:t>
            </a:r>
            <a:endParaRPr sz="1050" b="0">
              <a:solidFill>
                <a:srgbClr val="151515"/>
              </a:solidFill>
              <a:latin typeface="Consolas"/>
              <a:ea typeface="Consolas"/>
              <a:cs typeface="Consolas"/>
            </a:endParaRPr>
          </a:p>
        </p:txBody>
      </p:sp>
      <p:sp>
        <p:nvSpPr>
          <p:cNvPr id="8" name="row-47-label">
            <a:extLst>
              <a:ext uri="{FF2B5EF4-FFF2-40B4-BE49-F238E27FC236}">
                <a16:creationId xmlns:a16="http://schemas.microsoft.com/office/drawing/2014/main" id="{96B07284-9F47-48F0-BEAA-CD061B054ABD}"/>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74883180-8C98-41B2-B461-38D8AC768EA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47-0">
            <a:extLst>
              <a:ext uri="{FF2B5EF4-FFF2-40B4-BE49-F238E27FC236}">
                <a16:creationId xmlns:a16="http://schemas.microsoft.com/office/drawing/2014/main" id="{D37D468E-BD48-4E07-9706-8861E30DF4E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47-1">
            <a:extLst>
              <a:ext uri="{FF2B5EF4-FFF2-40B4-BE49-F238E27FC236}">
                <a16:creationId xmlns:a16="http://schemas.microsoft.com/office/drawing/2014/main" id="{1611FA60-B42B-4898-ACA5-CE7FBADB85C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47-2">
            <a:extLst>
              <a:ext uri="{FF2B5EF4-FFF2-40B4-BE49-F238E27FC236}">
                <a16:creationId xmlns:a16="http://schemas.microsoft.com/office/drawing/2014/main" id="{D2D7ED98-ACD7-4473-9482-5EAAF509A3C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47-3">
            <a:extLst>
              <a:ext uri="{FF2B5EF4-FFF2-40B4-BE49-F238E27FC236}">
                <a16:creationId xmlns:a16="http://schemas.microsoft.com/office/drawing/2014/main" id="{873B8B15-7882-407D-88C8-1CA3DD1E19BC}"/>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47-4">
            <a:extLst>
              <a:ext uri="{FF2B5EF4-FFF2-40B4-BE49-F238E27FC236}">
                <a16:creationId xmlns:a16="http://schemas.microsoft.com/office/drawing/2014/main" id="{4CDB8831-AFFA-4440-AEA4-6C64FE9D16DF}"/>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47-5">
            <a:extLst>
              <a:ext uri="{FF2B5EF4-FFF2-40B4-BE49-F238E27FC236}">
                <a16:creationId xmlns:a16="http://schemas.microsoft.com/office/drawing/2014/main" id="{24F1B086-9034-42BC-A0B3-D3001734476D}"/>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47-6">
            <a:extLst>
              <a:ext uri="{FF2B5EF4-FFF2-40B4-BE49-F238E27FC236}">
                <a16:creationId xmlns:a16="http://schemas.microsoft.com/office/drawing/2014/main" id="{B2EEB76E-FC5E-4BBD-9B2F-F9F8553A09E6}"/>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47-7">
            <a:extLst>
              <a:ext uri="{FF2B5EF4-FFF2-40B4-BE49-F238E27FC236}">
                <a16:creationId xmlns:a16="http://schemas.microsoft.com/office/drawing/2014/main" id="{A4925D2D-286F-457D-A540-E56CCB45AB2C}"/>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8">
            <a:extLst>
              <a:ext uri="{FF2B5EF4-FFF2-40B4-BE49-F238E27FC236}">
                <a16:creationId xmlns:a16="http://schemas.microsoft.com/office/drawing/2014/main" id="{CD6DE5DD-8D16-4919-B6DD-9D47FDBEE42B}"/>
              </a:ext>
            </a:extLst>
          </p:cNvPr>
          <p:cNvSpPr>
            <a:spLocks noGrp="1"/>
          </p:cNvSpPr>
          <p:nvPr/>
        </p:nvSpPr>
        <p:spPr>
          <a:xfrm>
            <a:off x="6772275" y="2819400"/>
            <a:ext cx="19050" cy="666750"/>
          </a:xfrm>
          <a:prstGeom prst="rect">
            <a:avLst/>
          </a:prstGeom>
          <a:solidFill>
            <a:srgbClr val="9A5900"/>
          </a:solidFill>
          <a:ln w="0">
            <a:noFill/>
          </a:ln>
        </p:spPr>
      </p:sp>
      <p:sp>
        <p:nvSpPr>
          <p:cNvPr id="19" name="pointer-47">
            <a:extLst>
              <a:ext uri="{FF2B5EF4-FFF2-40B4-BE49-F238E27FC236}">
                <a16:creationId xmlns:a16="http://schemas.microsoft.com/office/drawing/2014/main" id="{1B8CC400-DF60-4E3C-9CDF-D880C0ECD68C}"/>
              </a:ext>
            </a:extLst>
          </p:cNvPr>
          <p:cNvSpPr>
            <a:spLocks noGrp="1"/>
          </p:cNvSpPr>
          <p:nvPr/>
        </p:nvSpPr>
        <p:spPr>
          <a:xfrm>
            <a:off x="56007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3</a:t>
            </a:r>
          </a:p>
        </p:txBody>
      </p:sp>
      <p:sp>
        <p:nvSpPr>
          <p:cNvPr id="20" name="children-code">
            <a:extLst>
              <a:ext uri="{FF2B5EF4-FFF2-40B4-BE49-F238E27FC236}">
                <a16:creationId xmlns:a16="http://schemas.microsoft.com/office/drawing/2014/main" id="{A0E671C5-DAEC-4D7A-BBA8-CE94C1545453}"/>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3)</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4, 7)</a:t>
            </a:r>
          </a:p>
        </p:txBody>
      </p:sp>
      <p:sp>
        <p:nvSpPr>
          <p:cNvPr id="21" name="caption">
            <a:extLst>
              <a:ext uri="{FF2B5EF4-FFF2-40B4-BE49-F238E27FC236}">
                <a16:creationId xmlns:a16="http://schemas.microsoft.com/office/drawing/2014/main" id="{BC91A229-A5BB-4A91-8BC6-04D0004CBBA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지금은 전체 여덟 칸의 답을 구하는 호출입니다.</a:t>
            </a:r>
          </a:p>
        </p:txBody>
      </p:sp>
    </p:spTree>
    <p:extLst>
      <p:ext uri="{BB962C8B-B14F-4D97-AF65-F5344CB8AC3E}">
        <p14:creationId xmlns:p14="http://schemas.microsoft.com/office/powerpoint/2010/main" val="225073712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39B8C27-3F48-427B-8E3C-E02B6C34F5E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4A0C55C-7DB0-4FCD-AE48-A70E5AB1286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5C7239-C5E1-42B0-8E90-D50F010D491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호출: mid = 1에서 나눔</a:t>
            </a:r>
          </a:p>
        </p:txBody>
      </p:sp>
      <p:sp>
        <p:nvSpPr>
          <p:cNvPr id="4" name="diagram-line-49">
            <a:extLst>
              <a:ext uri="{FF2B5EF4-FFF2-40B4-BE49-F238E27FC236}">
                <a16:creationId xmlns:a16="http://schemas.microsoft.com/office/drawing/2014/main" id="{5C567A61-C7EB-443D-8A72-CD64DA9C53B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38C276-0D06-4E5A-A066-E0013D0110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3, mid = 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[0~1]를 호출합니다. 오른쪽 [2~3]는 기다립니다.</a:t>
            </a:r>
          </a:p>
        </p:txBody>
      </p:sp>
      <p:sp>
        <p:nvSpPr>
          <p:cNvPr id="6" name="footer">
            <a:extLst>
              <a:ext uri="{FF2B5EF4-FFF2-40B4-BE49-F238E27FC236}">
                <a16:creationId xmlns:a16="http://schemas.microsoft.com/office/drawing/2014/main" id="{527FA99E-B65D-4CD2-86C8-A2ACAD8224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A6E5C4B-6991-43D4-B4E5-69717BB430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109</a:t>
            </a:r>
            <a:endParaRPr sz="1050" b="0">
              <a:solidFill>
                <a:srgbClr val="151515"/>
              </a:solidFill>
              <a:latin typeface="Consolas"/>
              <a:ea typeface="Consolas"/>
              <a:cs typeface="Consolas"/>
            </a:endParaRPr>
          </a:p>
        </p:txBody>
      </p:sp>
      <p:sp>
        <p:nvSpPr>
          <p:cNvPr id="8" name="row-50-label">
            <a:extLst>
              <a:ext uri="{FF2B5EF4-FFF2-40B4-BE49-F238E27FC236}">
                <a16:creationId xmlns:a16="http://schemas.microsoft.com/office/drawing/2014/main" id="{BEFA89C6-A69C-4EDD-8393-A3B21B171164}"/>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8C15DA7-FC41-4794-A1AC-16290C6851B3}"/>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0-0">
            <a:extLst>
              <a:ext uri="{FF2B5EF4-FFF2-40B4-BE49-F238E27FC236}">
                <a16:creationId xmlns:a16="http://schemas.microsoft.com/office/drawing/2014/main" id="{1D0D88ED-D998-4AE3-B97C-E7D43E4AFB48}"/>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0-1">
            <a:extLst>
              <a:ext uri="{FF2B5EF4-FFF2-40B4-BE49-F238E27FC236}">
                <a16:creationId xmlns:a16="http://schemas.microsoft.com/office/drawing/2014/main" id="{76DB2863-9710-4ED7-9C05-51ABCB1B68C8}"/>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0-2">
            <a:extLst>
              <a:ext uri="{FF2B5EF4-FFF2-40B4-BE49-F238E27FC236}">
                <a16:creationId xmlns:a16="http://schemas.microsoft.com/office/drawing/2014/main" id="{95329075-72F0-4393-A979-AA0D75BB9C3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0-3">
            <a:extLst>
              <a:ext uri="{FF2B5EF4-FFF2-40B4-BE49-F238E27FC236}">
                <a16:creationId xmlns:a16="http://schemas.microsoft.com/office/drawing/2014/main" id="{95841E6D-131E-46F5-9014-7DD172B12397}"/>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0-4">
            <a:extLst>
              <a:ext uri="{FF2B5EF4-FFF2-40B4-BE49-F238E27FC236}">
                <a16:creationId xmlns:a16="http://schemas.microsoft.com/office/drawing/2014/main" id="{37E900E7-C8CA-41E2-8F4B-8801464CB16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0-5">
            <a:extLst>
              <a:ext uri="{FF2B5EF4-FFF2-40B4-BE49-F238E27FC236}">
                <a16:creationId xmlns:a16="http://schemas.microsoft.com/office/drawing/2014/main" id="{A76E066E-7F9D-46A4-B130-51945550BFA6}"/>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0-6">
            <a:extLst>
              <a:ext uri="{FF2B5EF4-FFF2-40B4-BE49-F238E27FC236}">
                <a16:creationId xmlns:a16="http://schemas.microsoft.com/office/drawing/2014/main" id="{67F9C2FF-3A04-4959-82A2-A91E0F6833BC}"/>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0-7">
            <a:extLst>
              <a:ext uri="{FF2B5EF4-FFF2-40B4-BE49-F238E27FC236}">
                <a16:creationId xmlns:a16="http://schemas.microsoft.com/office/drawing/2014/main" id="{729825FA-14BD-4634-979C-A4AE60544885}"/>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1">
            <a:extLst>
              <a:ext uri="{FF2B5EF4-FFF2-40B4-BE49-F238E27FC236}">
                <a16:creationId xmlns:a16="http://schemas.microsoft.com/office/drawing/2014/main" id="{4A498968-B31C-4C31-8DAE-578E42116ECB}"/>
              </a:ext>
            </a:extLst>
          </p:cNvPr>
          <p:cNvSpPr>
            <a:spLocks noGrp="1"/>
          </p:cNvSpPr>
          <p:nvPr/>
        </p:nvSpPr>
        <p:spPr>
          <a:xfrm>
            <a:off x="4562475" y="2819400"/>
            <a:ext cx="19050" cy="666750"/>
          </a:xfrm>
          <a:prstGeom prst="rect">
            <a:avLst/>
          </a:prstGeom>
          <a:solidFill>
            <a:srgbClr val="9A5900"/>
          </a:solidFill>
          <a:ln w="0">
            <a:noFill/>
          </a:ln>
        </p:spPr>
      </p:sp>
      <p:sp>
        <p:nvSpPr>
          <p:cNvPr id="19" name="pointer-50">
            <a:extLst>
              <a:ext uri="{FF2B5EF4-FFF2-40B4-BE49-F238E27FC236}">
                <a16:creationId xmlns:a16="http://schemas.microsoft.com/office/drawing/2014/main" id="{9C0A2E78-E90D-4046-B145-A84C57DFF960}"/>
              </a:ext>
            </a:extLst>
          </p:cNvPr>
          <p:cNvSpPr>
            <a:spLocks noGrp="1"/>
          </p:cNvSpPr>
          <p:nvPr/>
        </p:nvSpPr>
        <p:spPr>
          <a:xfrm>
            <a:off x="33909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1</a:t>
            </a:r>
          </a:p>
        </p:txBody>
      </p:sp>
      <p:sp>
        <p:nvSpPr>
          <p:cNvPr id="20" name="children-code">
            <a:extLst>
              <a:ext uri="{FF2B5EF4-FFF2-40B4-BE49-F238E27FC236}">
                <a16:creationId xmlns:a16="http://schemas.microsoft.com/office/drawing/2014/main" id="{A39A0C56-0201-481D-8332-561A785AD344}"/>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1)</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2, 3)</a:t>
            </a:r>
          </a:p>
        </p:txBody>
      </p:sp>
      <p:sp>
        <p:nvSpPr>
          <p:cNvPr id="21" name="caption">
            <a:extLst>
              <a:ext uri="{FF2B5EF4-FFF2-40B4-BE49-F238E27FC236}">
                <a16:creationId xmlns:a16="http://schemas.microsoft.com/office/drawing/2014/main" id="{6FE75443-66B9-4C82-B111-E798796A4A5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left_max의 반환을 기다립니다.</a:t>
            </a:r>
          </a:p>
        </p:txBody>
      </p:sp>
    </p:spTree>
    <p:extLst>
      <p:ext uri="{BB962C8B-B14F-4D97-AF65-F5344CB8AC3E}">
        <p14:creationId xmlns:p14="http://schemas.microsoft.com/office/powerpoint/2010/main" val="125140340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844E563C-5BE4-4FF5-88F1-283E499E9F0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BE57C61-E8DE-4BBB-B9B6-900A739A01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CBC68D6-8489-4D00-A1DE-B51497E287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호출: mid = 0에서 나눔</a:t>
            </a:r>
          </a:p>
        </p:txBody>
      </p:sp>
      <p:sp>
        <p:nvSpPr>
          <p:cNvPr id="4" name="diagram-line-52">
            <a:extLst>
              <a:ext uri="{FF2B5EF4-FFF2-40B4-BE49-F238E27FC236}">
                <a16:creationId xmlns:a16="http://schemas.microsoft.com/office/drawing/2014/main" id="{C5AFFC25-180E-408D-80FD-50DF211E39A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9217429-02BF-4A3E-AF0B-8F31B0D9DF9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1, mid = 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[0~0]를 호출합니다. 오른쪽 [1~1]는 기다립니다.</a:t>
            </a:r>
          </a:p>
        </p:txBody>
      </p:sp>
      <p:sp>
        <p:nvSpPr>
          <p:cNvPr id="6" name="footer">
            <a:extLst>
              <a:ext uri="{FF2B5EF4-FFF2-40B4-BE49-F238E27FC236}">
                <a16:creationId xmlns:a16="http://schemas.microsoft.com/office/drawing/2014/main" id="{BE21F6BA-DFF4-4BC9-B9E1-DD3282E6FF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52BB7-7503-4B91-8ACF-F6B026862D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110</a:t>
            </a:r>
            <a:endParaRPr sz="1050" b="0">
              <a:solidFill>
                <a:srgbClr val="151515"/>
              </a:solidFill>
              <a:latin typeface="Consolas"/>
              <a:ea typeface="Consolas"/>
              <a:cs typeface="Consolas"/>
            </a:endParaRPr>
          </a:p>
        </p:txBody>
      </p:sp>
      <p:sp>
        <p:nvSpPr>
          <p:cNvPr id="8" name="row-53-label">
            <a:extLst>
              <a:ext uri="{FF2B5EF4-FFF2-40B4-BE49-F238E27FC236}">
                <a16:creationId xmlns:a16="http://schemas.microsoft.com/office/drawing/2014/main" id="{8FCC2D4D-61C9-4EB0-84B3-EAAA12C5A555}"/>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7EADF17-AE0C-444F-8EEB-85ADC7D528B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3-0">
            <a:extLst>
              <a:ext uri="{FF2B5EF4-FFF2-40B4-BE49-F238E27FC236}">
                <a16:creationId xmlns:a16="http://schemas.microsoft.com/office/drawing/2014/main" id="{E806C771-199D-425A-BC48-84E6A972C0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3-1">
            <a:extLst>
              <a:ext uri="{FF2B5EF4-FFF2-40B4-BE49-F238E27FC236}">
                <a16:creationId xmlns:a16="http://schemas.microsoft.com/office/drawing/2014/main" id="{0E863E47-056C-4950-97E6-00271AB90E7F}"/>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3-2">
            <a:extLst>
              <a:ext uri="{FF2B5EF4-FFF2-40B4-BE49-F238E27FC236}">
                <a16:creationId xmlns:a16="http://schemas.microsoft.com/office/drawing/2014/main" id="{AD52CB3A-DB11-43F7-8D73-851633ED0C3B}"/>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3-3">
            <a:extLst>
              <a:ext uri="{FF2B5EF4-FFF2-40B4-BE49-F238E27FC236}">
                <a16:creationId xmlns:a16="http://schemas.microsoft.com/office/drawing/2014/main" id="{B7BBBF5A-1B34-4C22-BF22-6AAB2334BD0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3-4">
            <a:extLst>
              <a:ext uri="{FF2B5EF4-FFF2-40B4-BE49-F238E27FC236}">
                <a16:creationId xmlns:a16="http://schemas.microsoft.com/office/drawing/2014/main" id="{F33A1A10-0F2F-4692-AFF7-6D37931970DD}"/>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3-5">
            <a:extLst>
              <a:ext uri="{FF2B5EF4-FFF2-40B4-BE49-F238E27FC236}">
                <a16:creationId xmlns:a16="http://schemas.microsoft.com/office/drawing/2014/main" id="{F4C8EB6F-0E24-4B9D-B345-51A514810F29}"/>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3-6">
            <a:extLst>
              <a:ext uri="{FF2B5EF4-FFF2-40B4-BE49-F238E27FC236}">
                <a16:creationId xmlns:a16="http://schemas.microsoft.com/office/drawing/2014/main" id="{14CCE9AA-39B8-4F4E-A8E3-F443B45CD7DA}"/>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3-7">
            <a:extLst>
              <a:ext uri="{FF2B5EF4-FFF2-40B4-BE49-F238E27FC236}">
                <a16:creationId xmlns:a16="http://schemas.microsoft.com/office/drawing/2014/main" id="{3D607F5B-E204-4C3C-B1E9-8F4B6380CC00}"/>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4">
            <a:extLst>
              <a:ext uri="{FF2B5EF4-FFF2-40B4-BE49-F238E27FC236}">
                <a16:creationId xmlns:a16="http://schemas.microsoft.com/office/drawing/2014/main" id="{06B2FE31-32B1-4ABF-A798-2A56466E19AC}"/>
              </a:ext>
            </a:extLst>
          </p:cNvPr>
          <p:cNvSpPr>
            <a:spLocks noGrp="1"/>
          </p:cNvSpPr>
          <p:nvPr/>
        </p:nvSpPr>
        <p:spPr>
          <a:xfrm>
            <a:off x="3457575" y="2819400"/>
            <a:ext cx="19050" cy="666750"/>
          </a:xfrm>
          <a:prstGeom prst="rect">
            <a:avLst/>
          </a:prstGeom>
          <a:solidFill>
            <a:srgbClr val="9A5900"/>
          </a:solidFill>
          <a:ln w="0">
            <a:noFill/>
          </a:ln>
        </p:spPr>
      </p:sp>
      <p:sp>
        <p:nvSpPr>
          <p:cNvPr id="19" name="pointer-53">
            <a:extLst>
              <a:ext uri="{FF2B5EF4-FFF2-40B4-BE49-F238E27FC236}">
                <a16:creationId xmlns:a16="http://schemas.microsoft.com/office/drawing/2014/main" id="{6F9BB9B6-848F-4D4B-ACDA-0B63158F456C}"/>
              </a:ext>
            </a:extLst>
          </p:cNvPr>
          <p:cNvSpPr>
            <a:spLocks noGrp="1"/>
          </p:cNvSpPr>
          <p:nvPr/>
        </p:nvSpPr>
        <p:spPr>
          <a:xfrm>
            <a:off x="22860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0</a:t>
            </a:r>
          </a:p>
        </p:txBody>
      </p:sp>
      <p:sp>
        <p:nvSpPr>
          <p:cNvPr id="20" name="children-code">
            <a:extLst>
              <a:ext uri="{FF2B5EF4-FFF2-40B4-BE49-F238E27FC236}">
                <a16:creationId xmlns:a16="http://schemas.microsoft.com/office/drawing/2014/main" id="{5C1CF37C-E92E-4CAE-9AFA-BB2924AC2D4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0)</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1, 1)</a:t>
            </a:r>
          </a:p>
        </p:txBody>
      </p:sp>
      <p:sp>
        <p:nvSpPr>
          <p:cNvPr id="21" name="caption">
            <a:extLst>
              <a:ext uri="{FF2B5EF4-FFF2-40B4-BE49-F238E27FC236}">
                <a16:creationId xmlns:a16="http://schemas.microsoft.com/office/drawing/2014/main" id="{143C896C-14E6-42FC-BFE6-D52437698A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left_max의 반환을 기다립니다.</a:t>
            </a:r>
          </a:p>
        </p:txBody>
      </p:sp>
    </p:spTree>
    <p:extLst>
      <p:ext uri="{BB962C8B-B14F-4D97-AF65-F5344CB8AC3E}">
        <p14:creationId xmlns:p14="http://schemas.microsoft.com/office/powerpoint/2010/main" val="16460180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C7C01701-3119-47CC-9640-AB05C1AC10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597883-0314-4BBC-8A11-99B6A243012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F3EFBB-458D-404B-B108-BFDB587236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[0~0] 원소 하나: 3 반환</a:t>
            </a:r>
          </a:p>
        </p:txBody>
      </p:sp>
      <p:sp>
        <p:nvSpPr>
          <p:cNvPr id="4" name="diagram-line-55">
            <a:extLst>
              <a:ext uri="{FF2B5EF4-FFF2-40B4-BE49-F238E27FC236}">
                <a16:creationId xmlns:a16="http://schemas.microsoft.com/office/drawing/2014/main" id="{445B624C-6C1F-46D3-A075-BDC2709949B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95A723E-90E8-4D62-B400-9D67E5249FF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0입니다. 남은 원소는 a[0] = 3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3을 [0~1] 호출의 left_max에 돌려줍니다.</a:t>
            </a:r>
          </a:p>
        </p:txBody>
      </p:sp>
      <p:sp>
        <p:nvSpPr>
          <p:cNvPr id="6" name="footer">
            <a:extLst>
              <a:ext uri="{FF2B5EF4-FFF2-40B4-BE49-F238E27FC236}">
                <a16:creationId xmlns:a16="http://schemas.microsoft.com/office/drawing/2014/main" id="{D1B3C18B-8204-421A-AB1A-D25E4A0C74C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1C4404-C12C-4BBA-8C37-997AA92656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111</a:t>
            </a:r>
            <a:endParaRPr sz="1050" b="0">
              <a:solidFill>
                <a:srgbClr val="151515"/>
              </a:solidFill>
              <a:latin typeface="Consolas"/>
              <a:ea typeface="Consolas"/>
              <a:cs typeface="Consolas"/>
            </a:endParaRPr>
          </a:p>
        </p:txBody>
      </p:sp>
      <p:sp>
        <p:nvSpPr>
          <p:cNvPr id="8" name="row-56-label">
            <a:extLst>
              <a:ext uri="{FF2B5EF4-FFF2-40B4-BE49-F238E27FC236}">
                <a16:creationId xmlns:a16="http://schemas.microsoft.com/office/drawing/2014/main" id="{1D812319-126B-40F0-987F-55FD36AFD61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AF597A8-DB01-45E9-BFB4-55E8ACA3E4B7}"/>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6-0">
            <a:extLst>
              <a:ext uri="{FF2B5EF4-FFF2-40B4-BE49-F238E27FC236}">
                <a16:creationId xmlns:a16="http://schemas.microsoft.com/office/drawing/2014/main" id="{6D406BC8-1BC0-49B4-B923-7B4F762C38F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6-1">
            <a:extLst>
              <a:ext uri="{FF2B5EF4-FFF2-40B4-BE49-F238E27FC236}">
                <a16:creationId xmlns:a16="http://schemas.microsoft.com/office/drawing/2014/main" id="{7D69B777-454C-45C7-AB56-455459F8F18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6-2">
            <a:extLst>
              <a:ext uri="{FF2B5EF4-FFF2-40B4-BE49-F238E27FC236}">
                <a16:creationId xmlns:a16="http://schemas.microsoft.com/office/drawing/2014/main" id="{BAA1834D-7840-4CF0-A939-3C37928CD272}"/>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6-3">
            <a:extLst>
              <a:ext uri="{FF2B5EF4-FFF2-40B4-BE49-F238E27FC236}">
                <a16:creationId xmlns:a16="http://schemas.microsoft.com/office/drawing/2014/main" id="{C1080134-5DC4-4844-9912-3B94BBC15E8D}"/>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6-4">
            <a:extLst>
              <a:ext uri="{FF2B5EF4-FFF2-40B4-BE49-F238E27FC236}">
                <a16:creationId xmlns:a16="http://schemas.microsoft.com/office/drawing/2014/main" id="{24495A86-6E17-4A5A-B48E-9F7FB8AFDDF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6-5">
            <a:extLst>
              <a:ext uri="{FF2B5EF4-FFF2-40B4-BE49-F238E27FC236}">
                <a16:creationId xmlns:a16="http://schemas.microsoft.com/office/drawing/2014/main" id="{A386D1F2-E672-46A3-8907-9FCE4CF93F7E}"/>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6-6">
            <a:extLst>
              <a:ext uri="{FF2B5EF4-FFF2-40B4-BE49-F238E27FC236}">
                <a16:creationId xmlns:a16="http://schemas.microsoft.com/office/drawing/2014/main" id="{6B778891-54FF-4433-B27C-6138750B9AF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6-7">
            <a:extLst>
              <a:ext uri="{FF2B5EF4-FFF2-40B4-BE49-F238E27FC236}">
                <a16:creationId xmlns:a16="http://schemas.microsoft.com/office/drawing/2014/main" id="{A1D70ABD-9D2D-43FC-901C-40AFF0A3C0D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FECD5BA-D7F3-4D34-9763-1D647BF9DC98}"/>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3</a:t>
            </a:r>
          </a:p>
        </p:txBody>
      </p:sp>
      <p:sp>
        <p:nvSpPr>
          <p:cNvPr id="19" name="caption">
            <a:extLst>
              <a:ext uri="{FF2B5EF4-FFF2-40B4-BE49-F238E27FC236}">
                <a16:creationId xmlns:a16="http://schemas.microsoft.com/office/drawing/2014/main" id="{A6F6DEF6-8A11-4D98-A4DA-7746C5D4EC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left_max = 3. 원소 한 개의 호출이 끝났습니다.</a:t>
            </a:r>
          </a:p>
        </p:txBody>
      </p:sp>
    </p:spTree>
    <p:extLst>
      <p:ext uri="{BB962C8B-B14F-4D97-AF65-F5344CB8AC3E}">
        <p14:creationId xmlns:p14="http://schemas.microsoft.com/office/powerpoint/2010/main" val="138222311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58C4732D-4260-4C14-8DF0-55B176409D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A9FCF3-DD5F-4460-9EB3-951E032DDC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E1394A-D24F-4B72-896C-BCEA51A45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[1~1] 원소 하나: −5 반환</a:t>
            </a:r>
          </a:p>
        </p:txBody>
      </p:sp>
      <p:sp>
        <p:nvSpPr>
          <p:cNvPr id="4" name="diagram-line-57">
            <a:extLst>
              <a:ext uri="{FF2B5EF4-FFF2-40B4-BE49-F238E27FC236}">
                <a16:creationId xmlns:a16="http://schemas.microsoft.com/office/drawing/2014/main" id="{07D150BA-1BC3-417C-95A3-EDA5C769B76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AFCBB02-216F-4C3B-A031-33718500D26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1입니다. 남은 원소는 a[1]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[0~1] 호출의 right_max에 돌려줍니다.</a:t>
            </a:r>
          </a:p>
        </p:txBody>
      </p:sp>
      <p:sp>
        <p:nvSpPr>
          <p:cNvPr id="6" name="footer">
            <a:extLst>
              <a:ext uri="{FF2B5EF4-FFF2-40B4-BE49-F238E27FC236}">
                <a16:creationId xmlns:a16="http://schemas.microsoft.com/office/drawing/2014/main" id="{02E97A4A-C66A-4EBF-8C06-AC2E62C9F64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51FA6-A71C-4332-97E7-FC394775B8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112</a:t>
            </a:r>
            <a:endParaRPr sz="1050" b="0">
              <a:solidFill>
                <a:srgbClr val="151515"/>
              </a:solidFill>
              <a:latin typeface="Consolas"/>
              <a:ea typeface="Consolas"/>
              <a:cs typeface="Consolas"/>
            </a:endParaRPr>
          </a:p>
        </p:txBody>
      </p:sp>
      <p:sp>
        <p:nvSpPr>
          <p:cNvPr id="8" name="row-58-label">
            <a:extLst>
              <a:ext uri="{FF2B5EF4-FFF2-40B4-BE49-F238E27FC236}">
                <a16:creationId xmlns:a16="http://schemas.microsoft.com/office/drawing/2014/main" id="{D14CF260-A179-419C-9AFB-30978ED5B8CA}"/>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0312949-B261-4661-9217-CCDB9CF27351}"/>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8-0">
            <a:extLst>
              <a:ext uri="{FF2B5EF4-FFF2-40B4-BE49-F238E27FC236}">
                <a16:creationId xmlns:a16="http://schemas.microsoft.com/office/drawing/2014/main" id="{BDAA74A2-665A-42C9-AFFD-4A767DD0793D}"/>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8-1">
            <a:extLst>
              <a:ext uri="{FF2B5EF4-FFF2-40B4-BE49-F238E27FC236}">
                <a16:creationId xmlns:a16="http://schemas.microsoft.com/office/drawing/2014/main" id="{52FE5A1B-B935-4AF6-8E4E-097600ABF296}"/>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8-2">
            <a:extLst>
              <a:ext uri="{FF2B5EF4-FFF2-40B4-BE49-F238E27FC236}">
                <a16:creationId xmlns:a16="http://schemas.microsoft.com/office/drawing/2014/main" id="{88C5F4F9-B15B-45A5-A5B3-FAC971F7F9EE}"/>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8-3">
            <a:extLst>
              <a:ext uri="{FF2B5EF4-FFF2-40B4-BE49-F238E27FC236}">
                <a16:creationId xmlns:a16="http://schemas.microsoft.com/office/drawing/2014/main" id="{1F6611A7-2B46-4935-8D95-F92F5C237243}"/>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8-4">
            <a:extLst>
              <a:ext uri="{FF2B5EF4-FFF2-40B4-BE49-F238E27FC236}">
                <a16:creationId xmlns:a16="http://schemas.microsoft.com/office/drawing/2014/main" id="{3A5DD03B-FEFD-4299-B16F-402B0683C813}"/>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8-5">
            <a:extLst>
              <a:ext uri="{FF2B5EF4-FFF2-40B4-BE49-F238E27FC236}">
                <a16:creationId xmlns:a16="http://schemas.microsoft.com/office/drawing/2014/main" id="{2F0A720D-94F7-45E4-80A2-F32F72D354C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8-6">
            <a:extLst>
              <a:ext uri="{FF2B5EF4-FFF2-40B4-BE49-F238E27FC236}">
                <a16:creationId xmlns:a16="http://schemas.microsoft.com/office/drawing/2014/main" id="{2427E9E4-2AD0-4465-98FD-FD14AC89671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8-7">
            <a:extLst>
              <a:ext uri="{FF2B5EF4-FFF2-40B4-BE49-F238E27FC236}">
                <a16:creationId xmlns:a16="http://schemas.microsoft.com/office/drawing/2014/main" id="{8299EA13-AA18-4C1F-BAEC-F158F432102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9F282E7-53FB-45E3-A201-F577A2E034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8963CABD-F9B0-418C-ABE0-FAA0C41BF53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right_max = −5. 원소 한 개의 호출이 끝났습니다.</a:t>
            </a:r>
          </a:p>
        </p:txBody>
      </p:sp>
    </p:spTree>
    <p:extLst>
      <p:ext uri="{BB962C8B-B14F-4D97-AF65-F5344CB8AC3E}">
        <p14:creationId xmlns:p14="http://schemas.microsoft.com/office/powerpoint/2010/main" val="37159023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C6B87C7-7F03-4C86-85A3-2321AF48570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601582-4F05-4C1E-A0E5-56DEB295573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74EEA1-B4D2-4C57-8638-6B3BA92579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왼쪽 스캔 1/1</a:t>
            </a:r>
          </a:p>
        </p:txBody>
      </p:sp>
      <p:sp>
        <p:nvSpPr>
          <p:cNvPr id="4" name="diagram-line-59">
            <a:extLst>
              <a:ext uri="{FF2B5EF4-FFF2-40B4-BE49-F238E27FC236}">
                <a16:creationId xmlns:a16="http://schemas.microsoft.com/office/drawing/2014/main" id="{1E80232C-B444-490C-BC9C-9D3837CDA85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37633AE-E3AD-409C-8CA1-A087EA5F92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&gt; 이전 기록 −∞ → left_sum 갱신.</a:t>
            </a:r>
          </a:p>
        </p:txBody>
      </p:sp>
      <p:sp>
        <p:nvSpPr>
          <p:cNvPr id="6" name="footer">
            <a:extLst>
              <a:ext uri="{FF2B5EF4-FFF2-40B4-BE49-F238E27FC236}">
                <a16:creationId xmlns:a16="http://schemas.microsoft.com/office/drawing/2014/main" id="{C6CA300E-476D-49E3-A904-828AEA5D116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271554A-3876-4E3E-9F36-3716F81AAB3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113</a:t>
            </a:r>
            <a:endParaRPr sz="1050" b="0">
              <a:solidFill>
                <a:srgbClr val="151515"/>
              </a:solidFill>
              <a:latin typeface="Consolas"/>
              <a:ea typeface="Consolas"/>
              <a:cs typeface="Consolas"/>
            </a:endParaRPr>
          </a:p>
        </p:txBody>
      </p:sp>
      <p:sp>
        <p:nvSpPr>
          <p:cNvPr id="8" name="row-60-label">
            <a:extLst>
              <a:ext uri="{FF2B5EF4-FFF2-40B4-BE49-F238E27FC236}">
                <a16:creationId xmlns:a16="http://schemas.microsoft.com/office/drawing/2014/main" id="{A7213DCB-D734-467A-8863-D026E64A810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08B6835-410F-4114-BA01-FB28E2449F6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0-0">
            <a:extLst>
              <a:ext uri="{FF2B5EF4-FFF2-40B4-BE49-F238E27FC236}">
                <a16:creationId xmlns:a16="http://schemas.microsoft.com/office/drawing/2014/main" id="{B3CD8AAD-2A03-4097-A122-E1B2C039479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0-1">
            <a:extLst>
              <a:ext uri="{FF2B5EF4-FFF2-40B4-BE49-F238E27FC236}">
                <a16:creationId xmlns:a16="http://schemas.microsoft.com/office/drawing/2014/main" id="{AB7DA214-9EEB-47E0-B4B3-E08BDB65F50A}"/>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0-2">
            <a:extLst>
              <a:ext uri="{FF2B5EF4-FFF2-40B4-BE49-F238E27FC236}">
                <a16:creationId xmlns:a16="http://schemas.microsoft.com/office/drawing/2014/main" id="{98FE1352-EA79-4CEA-B989-9A2DB926B24F}"/>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0-3">
            <a:extLst>
              <a:ext uri="{FF2B5EF4-FFF2-40B4-BE49-F238E27FC236}">
                <a16:creationId xmlns:a16="http://schemas.microsoft.com/office/drawing/2014/main" id="{8E256B6C-BF46-49A3-9E26-FB32D849964B}"/>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0-4">
            <a:extLst>
              <a:ext uri="{FF2B5EF4-FFF2-40B4-BE49-F238E27FC236}">
                <a16:creationId xmlns:a16="http://schemas.microsoft.com/office/drawing/2014/main" id="{08C20E3E-9F1D-4088-96F7-C557EC57029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0-5">
            <a:extLst>
              <a:ext uri="{FF2B5EF4-FFF2-40B4-BE49-F238E27FC236}">
                <a16:creationId xmlns:a16="http://schemas.microsoft.com/office/drawing/2014/main" id="{79A7AE31-776D-4E85-A57F-4C2D1B0EF0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0-6">
            <a:extLst>
              <a:ext uri="{FF2B5EF4-FFF2-40B4-BE49-F238E27FC236}">
                <a16:creationId xmlns:a16="http://schemas.microsoft.com/office/drawing/2014/main" id="{A45CF986-BE24-4AE4-B4EB-FD04BEB6DD7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0-7">
            <a:extLst>
              <a:ext uri="{FF2B5EF4-FFF2-40B4-BE49-F238E27FC236}">
                <a16:creationId xmlns:a16="http://schemas.microsoft.com/office/drawing/2014/main" id="{F9BD74C4-CBDA-4574-B0C2-299681330E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1">
            <a:extLst>
              <a:ext uri="{FF2B5EF4-FFF2-40B4-BE49-F238E27FC236}">
                <a16:creationId xmlns:a16="http://schemas.microsoft.com/office/drawing/2014/main" id="{C9203C99-2E95-4878-A806-10B3CE5F4B4F}"/>
              </a:ext>
            </a:extLst>
          </p:cNvPr>
          <p:cNvSpPr>
            <a:spLocks noGrp="1"/>
          </p:cNvSpPr>
          <p:nvPr/>
        </p:nvSpPr>
        <p:spPr>
          <a:xfrm>
            <a:off x="3457575" y="2743200"/>
            <a:ext cx="19050" cy="666750"/>
          </a:xfrm>
          <a:prstGeom prst="rect">
            <a:avLst/>
          </a:prstGeom>
          <a:solidFill>
            <a:srgbClr val="9A5900"/>
          </a:solidFill>
          <a:ln w="0">
            <a:noFill/>
          </a:ln>
        </p:spPr>
      </p:sp>
      <p:sp>
        <p:nvSpPr>
          <p:cNvPr id="19" name="pointer-60">
            <a:extLst>
              <a:ext uri="{FF2B5EF4-FFF2-40B4-BE49-F238E27FC236}">
                <a16:creationId xmlns:a16="http://schemas.microsoft.com/office/drawing/2014/main" id="{11211DA7-657B-4284-9DA1-42124EF3861A}"/>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DCBA9511-5FD3-454B-800C-89F41C46672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(3) = 3</a:t>
            </a:r>
          </a:p>
        </p:txBody>
      </p:sp>
      <p:sp>
        <p:nvSpPr>
          <p:cNvPr id="21" name="best-equation">
            <a:extLst>
              <a:ext uri="{FF2B5EF4-FFF2-40B4-BE49-F238E27FC236}">
                <a16:creationId xmlns:a16="http://schemas.microsoft.com/office/drawing/2014/main" id="{8B18A904-0461-4DD9-BFFF-EDD91EB4F7D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3</a:t>
            </a:r>
          </a:p>
        </p:txBody>
      </p:sp>
      <p:sp>
        <p:nvSpPr>
          <p:cNvPr id="22" name="row-62-label">
            <a:extLst>
              <a:ext uri="{FF2B5EF4-FFF2-40B4-BE49-F238E27FC236}">
                <a16:creationId xmlns:a16="http://schemas.microsoft.com/office/drawing/2014/main" id="{841F2AF0-DCD6-4422-8D0D-D2EBE32CB98F}"/>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4C93515-F1CD-41D2-B616-C62A5C16757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2-0">
            <a:extLst>
              <a:ext uri="{FF2B5EF4-FFF2-40B4-BE49-F238E27FC236}">
                <a16:creationId xmlns:a16="http://schemas.microsoft.com/office/drawing/2014/main" id="{3C1979E8-812E-4189-93AD-5DAA075EFA7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2-1">
            <a:extLst>
              <a:ext uri="{FF2B5EF4-FFF2-40B4-BE49-F238E27FC236}">
                <a16:creationId xmlns:a16="http://schemas.microsoft.com/office/drawing/2014/main" id="{5E8D2104-892D-4290-940E-26751429A2B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2-2">
            <a:extLst>
              <a:ext uri="{FF2B5EF4-FFF2-40B4-BE49-F238E27FC236}">
                <a16:creationId xmlns:a16="http://schemas.microsoft.com/office/drawing/2014/main" id="{92A0A6A5-CF86-4E51-999C-B34EE850C20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2-3">
            <a:extLst>
              <a:ext uri="{FF2B5EF4-FFF2-40B4-BE49-F238E27FC236}">
                <a16:creationId xmlns:a16="http://schemas.microsoft.com/office/drawing/2014/main" id="{D5D6A3D9-1938-4627-A1E0-4940AD176ABA}"/>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2-4">
            <a:extLst>
              <a:ext uri="{FF2B5EF4-FFF2-40B4-BE49-F238E27FC236}">
                <a16:creationId xmlns:a16="http://schemas.microsoft.com/office/drawing/2014/main" id="{8C4E0BF9-47CD-4B8E-A074-3A34AEECD61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2-5">
            <a:extLst>
              <a:ext uri="{FF2B5EF4-FFF2-40B4-BE49-F238E27FC236}">
                <a16:creationId xmlns:a16="http://schemas.microsoft.com/office/drawing/2014/main" id="{4C0A4FD8-2D3B-4DB2-BC0C-181BA84F2F3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2-6">
            <a:extLst>
              <a:ext uri="{FF2B5EF4-FFF2-40B4-BE49-F238E27FC236}">
                <a16:creationId xmlns:a16="http://schemas.microsoft.com/office/drawing/2014/main" id="{F2694B0A-C35A-4B8B-B2AB-C34B7D0936D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2-7">
            <a:extLst>
              <a:ext uri="{FF2B5EF4-FFF2-40B4-BE49-F238E27FC236}">
                <a16:creationId xmlns:a16="http://schemas.microsoft.com/office/drawing/2014/main" id="{220F256D-AD96-42C2-89C0-1BD919E1C79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3">
            <a:extLst>
              <a:ext uri="{FF2B5EF4-FFF2-40B4-BE49-F238E27FC236}">
                <a16:creationId xmlns:a16="http://schemas.microsoft.com/office/drawing/2014/main" id="{6D52E966-F2AA-4425-A3B9-DCA96A88637A}"/>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A8CBF09-981C-441E-B966-80DC5BB94BF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75371880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999A1F-9877-4C1C-BE09-DAAD6E38319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C3FCDFF-2250-4F25-ADAD-40C540F5BB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C0D3027-EE28-4839-9DFF-6740A4A9283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오른쪽 스캔 1/1</a:t>
            </a:r>
          </a:p>
        </p:txBody>
      </p:sp>
      <p:sp>
        <p:nvSpPr>
          <p:cNvPr id="4" name="diagram-line-64">
            <a:extLst>
              <a:ext uri="{FF2B5EF4-FFF2-40B4-BE49-F238E27FC236}">
                <a16:creationId xmlns:a16="http://schemas.microsoft.com/office/drawing/2014/main" id="{436F61B2-D81B-4E22-BB44-78FFB8A6D18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C4EFA4F-46EF-4449-BA9B-480C72F9947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15A06B7-64A3-4017-897F-119647D60F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653836B-8518-4359-AF68-0D590824ECB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8" name="row-65-label">
            <a:extLst>
              <a:ext uri="{FF2B5EF4-FFF2-40B4-BE49-F238E27FC236}">
                <a16:creationId xmlns:a16="http://schemas.microsoft.com/office/drawing/2014/main" id="{F3E39906-073B-4940-B0F5-14D64527C48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1DAC1F0-A79D-4816-A769-44241F5EE72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5-0">
            <a:extLst>
              <a:ext uri="{FF2B5EF4-FFF2-40B4-BE49-F238E27FC236}">
                <a16:creationId xmlns:a16="http://schemas.microsoft.com/office/drawing/2014/main" id="{1521E23C-BB21-469E-8E51-636C4895C42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5-1">
            <a:extLst>
              <a:ext uri="{FF2B5EF4-FFF2-40B4-BE49-F238E27FC236}">
                <a16:creationId xmlns:a16="http://schemas.microsoft.com/office/drawing/2014/main" id="{B249D9C0-E06A-4B41-AFD9-350A96A1E829}"/>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5-2">
            <a:extLst>
              <a:ext uri="{FF2B5EF4-FFF2-40B4-BE49-F238E27FC236}">
                <a16:creationId xmlns:a16="http://schemas.microsoft.com/office/drawing/2014/main" id="{88F7BC50-A245-4E1C-954B-0B1A99CBDF1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5-3">
            <a:extLst>
              <a:ext uri="{FF2B5EF4-FFF2-40B4-BE49-F238E27FC236}">
                <a16:creationId xmlns:a16="http://schemas.microsoft.com/office/drawing/2014/main" id="{0CA24F74-37B3-40B1-BC36-50160049569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5-4">
            <a:extLst>
              <a:ext uri="{FF2B5EF4-FFF2-40B4-BE49-F238E27FC236}">
                <a16:creationId xmlns:a16="http://schemas.microsoft.com/office/drawing/2014/main" id="{334B9A76-85C3-411C-B02D-A8E63300565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5-5">
            <a:extLst>
              <a:ext uri="{FF2B5EF4-FFF2-40B4-BE49-F238E27FC236}">
                <a16:creationId xmlns:a16="http://schemas.microsoft.com/office/drawing/2014/main" id="{6CA2AF4A-EC71-41CA-8320-31743A6DC1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5-6">
            <a:extLst>
              <a:ext uri="{FF2B5EF4-FFF2-40B4-BE49-F238E27FC236}">
                <a16:creationId xmlns:a16="http://schemas.microsoft.com/office/drawing/2014/main" id="{54FE13C8-8FA2-4303-88AE-483D168B70D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5-7">
            <a:extLst>
              <a:ext uri="{FF2B5EF4-FFF2-40B4-BE49-F238E27FC236}">
                <a16:creationId xmlns:a16="http://schemas.microsoft.com/office/drawing/2014/main" id="{FF1E2B57-F9E1-4189-8341-4802270C4C0C}"/>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6">
            <a:extLst>
              <a:ext uri="{FF2B5EF4-FFF2-40B4-BE49-F238E27FC236}">
                <a16:creationId xmlns:a16="http://schemas.microsoft.com/office/drawing/2014/main" id="{8B9CAA83-0C9E-4ADC-AD38-5E4056BFC545}"/>
              </a:ext>
            </a:extLst>
          </p:cNvPr>
          <p:cNvSpPr>
            <a:spLocks noGrp="1"/>
          </p:cNvSpPr>
          <p:nvPr/>
        </p:nvSpPr>
        <p:spPr>
          <a:xfrm>
            <a:off x="3457575" y="2743200"/>
            <a:ext cx="19050" cy="666750"/>
          </a:xfrm>
          <a:prstGeom prst="rect">
            <a:avLst/>
          </a:prstGeom>
          <a:solidFill>
            <a:srgbClr val="9A5900"/>
          </a:solidFill>
          <a:ln w="0">
            <a:noFill/>
          </a:ln>
        </p:spPr>
      </p:sp>
      <p:sp>
        <p:nvSpPr>
          <p:cNvPr id="19" name="pointer-65">
            <a:extLst>
              <a:ext uri="{FF2B5EF4-FFF2-40B4-BE49-F238E27FC236}">
                <a16:creationId xmlns:a16="http://schemas.microsoft.com/office/drawing/2014/main" id="{049506ED-DC49-4D56-B12A-55A893785D6D}"/>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1</a:t>
            </a:r>
          </a:p>
        </p:txBody>
      </p:sp>
      <p:sp>
        <p:nvSpPr>
          <p:cNvPr id="20" name="current-equation">
            <a:extLst>
              <a:ext uri="{FF2B5EF4-FFF2-40B4-BE49-F238E27FC236}">
                <a16:creationId xmlns:a16="http://schemas.microsoft.com/office/drawing/2014/main" id="{96F4F424-2BF1-4647-A17B-6237BB61AFC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9E2F7382-B7D2-4713-A611-396AEDC79A4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67-label">
            <a:extLst>
              <a:ext uri="{FF2B5EF4-FFF2-40B4-BE49-F238E27FC236}">
                <a16:creationId xmlns:a16="http://schemas.microsoft.com/office/drawing/2014/main" id="{61231A6C-6265-4338-B1DE-6C3A6C881821}"/>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AE7A719-DE24-45CC-901B-EF18502211F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7-0">
            <a:extLst>
              <a:ext uri="{FF2B5EF4-FFF2-40B4-BE49-F238E27FC236}">
                <a16:creationId xmlns:a16="http://schemas.microsoft.com/office/drawing/2014/main" id="{C22B31FD-FA30-419F-9E69-8CB5E23B4503}"/>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7-1">
            <a:extLst>
              <a:ext uri="{FF2B5EF4-FFF2-40B4-BE49-F238E27FC236}">
                <a16:creationId xmlns:a16="http://schemas.microsoft.com/office/drawing/2014/main" id="{A4EC8239-7286-4B10-B405-F155A03F34B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7-2">
            <a:extLst>
              <a:ext uri="{FF2B5EF4-FFF2-40B4-BE49-F238E27FC236}">
                <a16:creationId xmlns:a16="http://schemas.microsoft.com/office/drawing/2014/main" id="{1C94996E-71D3-41A3-B292-553DF7F849A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7-3">
            <a:extLst>
              <a:ext uri="{FF2B5EF4-FFF2-40B4-BE49-F238E27FC236}">
                <a16:creationId xmlns:a16="http://schemas.microsoft.com/office/drawing/2014/main" id="{4A910FC5-5699-41F8-8E32-BA6BD51055E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7-4">
            <a:extLst>
              <a:ext uri="{FF2B5EF4-FFF2-40B4-BE49-F238E27FC236}">
                <a16:creationId xmlns:a16="http://schemas.microsoft.com/office/drawing/2014/main" id="{D38D0BB8-E5F6-4A4C-944C-5F6F76EF975B}"/>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7-5">
            <a:extLst>
              <a:ext uri="{FF2B5EF4-FFF2-40B4-BE49-F238E27FC236}">
                <a16:creationId xmlns:a16="http://schemas.microsoft.com/office/drawing/2014/main" id="{481B4409-0F95-4C60-80CB-A7B1EC2ABCFF}"/>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7-6">
            <a:extLst>
              <a:ext uri="{FF2B5EF4-FFF2-40B4-BE49-F238E27FC236}">
                <a16:creationId xmlns:a16="http://schemas.microsoft.com/office/drawing/2014/main" id="{2EC064CA-5086-402F-BA13-CCB35681BAC5}"/>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7-7">
            <a:extLst>
              <a:ext uri="{FF2B5EF4-FFF2-40B4-BE49-F238E27FC236}">
                <a16:creationId xmlns:a16="http://schemas.microsoft.com/office/drawing/2014/main" id="{C7C57AFA-FA02-47A4-9506-0B8B9DDF518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8">
            <a:extLst>
              <a:ext uri="{FF2B5EF4-FFF2-40B4-BE49-F238E27FC236}">
                <a16:creationId xmlns:a16="http://schemas.microsoft.com/office/drawing/2014/main" id="{10641036-0AEB-461F-A94D-BAEAFF44E7B2}"/>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783F6798-12BD-4043-8EBD-1832318E854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08403151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DBFC32FA-AC79-4796-A40D-B8AEE2B18E3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95EBB9-B98B-4316-916A-02245EDCD2E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79F609-2EE3-4D9A-A233-1CEB0DEA58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세 후보 비교 → 3 반환</a:t>
            </a:r>
          </a:p>
        </p:txBody>
      </p:sp>
      <p:sp>
        <p:nvSpPr>
          <p:cNvPr id="4" name="diagram-line-69">
            <a:extLst>
              <a:ext uri="{FF2B5EF4-FFF2-40B4-BE49-F238E27FC236}">
                <a16:creationId xmlns:a16="http://schemas.microsoft.com/office/drawing/2014/main" id="{FE59042E-A4CA-4619-8920-A926850734F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CCB1446-047E-4D45-BACE-5E4F3FE1F05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−5,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−5, −2) = 3입니다.</a:t>
            </a:r>
          </a:p>
        </p:txBody>
      </p:sp>
      <p:sp>
        <p:nvSpPr>
          <p:cNvPr id="6" name="footer">
            <a:extLst>
              <a:ext uri="{FF2B5EF4-FFF2-40B4-BE49-F238E27FC236}">
                <a16:creationId xmlns:a16="http://schemas.microsoft.com/office/drawing/2014/main" id="{543E5C40-1D1F-4F31-8FAD-67BCDEAA507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3F3C1E4-5F81-4CE1-9A66-76D7DE75D9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115</a:t>
            </a:r>
            <a:endParaRPr sz="1050" b="0">
              <a:solidFill>
                <a:srgbClr val="151515"/>
              </a:solidFill>
              <a:latin typeface="Consolas"/>
              <a:ea typeface="Consolas"/>
              <a:cs typeface="Consolas"/>
            </a:endParaRPr>
          </a:p>
        </p:txBody>
      </p:sp>
      <p:sp>
        <p:nvSpPr>
          <p:cNvPr id="8" name="row-70-label">
            <a:extLst>
              <a:ext uri="{FF2B5EF4-FFF2-40B4-BE49-F238E27FC236}">
                <a16:creationId xmlns:a16="http://schemas.microsoft.com/office/drawing/2014/main" id="{9347E5DA-7085-4605-9833-95B28D91C8D0}"/>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3BD70D6E-FECB-4D95-A00E-C3468E946CC1}"/>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0-0">
            <a:extLst>
              <a:ext uri="{FF2B5EF4-FFF2-40B4-BE49-F238E27FC236}">
                <a16:creationId xmlns:a16="http://schemas.microsoft.com/office/drawing/2014/main" id="{B8B470A1-4586-4E85-8B46-FE8E92FD0DB0}"/>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0-1">
            <a:extLst>
              <a:ext uri="{FF2B5EF4-FFF2-40B4-BE49-F238E27FC236}">
                <a16:creationId xmlns:a16="http://schemas.microsoft.com/office/drawing/2014/main" id="{8D825532-42DE-44FC-8AB3-88C79DAE7C7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0-2">
            <a:extLst>
              <a:ext uri="{FF2B5EF4-FFF2-40B4-BE49-F238E27FC236}">
                <a16:creationId xmlns:a16="http://schemas.microsoft.com/office/drawing/2014/main" id="{D00568A5-549F-449C-8065-4C6FD0E7FA8D}"/>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0-3">
            <a:extLst>
              <a:ext uri="{FF2B5EF4-FFF2-40B4-BE49-F238E27FC236}">
                <a16:creationId xmlns:a16="http://schemas.microsoft.com/office/drawing/2014/main" id="{A974306A-C5A3-4C00-A023-AADA6A3C352F}"/>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0-4">
            <a:extLst>
              <a:ext uri="{FF2B5EF4-FFF2-40B4-BE49-F238E27FC236}">
                <a16:creationId xmlns:a16="http://schemas.microsoft.com/office/drawing/2014/main" id="{2DBA17BE-2B9E-4BF6-BED8-B664A33E0AA3}"/>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0-5">
            <a:extLst>
              <a:ext uri="{FF2B5EF4-FFF2-40B4-BE49-F238E27FC236}">
                <a16:creationId xmlns:a16="http://schemas.microsoft.com/office/drawing/2014/main" id="{C6E5B0AE-9980-4B06-9782-C7658E64B77C}"/>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0-6">
            <a:extLst>
              <a:ext uri="{FF2B5EF4-FFF2-40B4-BE49-F238E27FC236}">
                <a16:creationId xmlns:a16="http://schemas.microsoft.com/office/drawing/2014/main" id="{DE2BD464-7BC1-451E-A299-3D61F818F30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0-7">
            <a:extLst>
              <a:ext uri="{FF2B5EF4-FFF2-40B4-BE49-F238E27FC236}">
                <a16:creationId xmlns:a16="http://schemas.microsoft.com/office/drawing/2014/main" id="{780620A1-5D21-4345-BA7E-E0D33458FB4B}"/>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70">
            <a:extLst>
              <a:ext uri="{FF2B5EF4-FFF2-40B4-BE49-F238E27FC236}">
                <a16:creationId xmlns:a16="http://schemas.microsoft.com/office/drawing/2014/main" id="{05DD765A-E81A-43BD-9C10-45D574D9FD5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71-label">
            <a:extLst>
              <a:ext uri="{FF2B5EF4-FFF2-40B4-BE49-F238E27FC236}">
                <a16:creationId xmlns:a16="http://schemas.microsoft.com/office/drawing/2014/main" id="{80349DC3-6F17-4B53-8144-EDA4A22204BD}"/>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6D10A45D-2351-484F-AB98-AACC88D4577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1-0">
            <a:extLst>
              <a:ext uri="{FF2B5EF4-FFF2-40B4-BE49-F238E27FC236}">
                <a16:creationId xmlns:a16="http://schemas.microsoft.com/office/drawing/2014/main" id="{A2F5EE9A-AAF1-447F-B61C-57928F0A70AC}"/>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1-1">
            <a:extLst>
              <a:ext uri="{FF2B5EF4-FFF2-40B4-BE49-F238E27FC236}">
                <a16:creationId xmlns:a16="http://schemas.microsoft.com/office/drawing/2014/main" id="{E949D94C-F8D3-4AAE-8E58-D19DEE556F90}"/>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1-2">
            <a:extLst>
              <a:ext uri="{FF2B5EF4-FFF2-40B4-BE49-F238E27FC236}">
                <a16:creationId xmlns:a16="http://schemas.microsoft.com/office/drawing/2014/main" id="{6677D0EE-7C13-4DF2-87E8-592199DD5CB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1-3">
            <a:extLst>
              <a:ext uri="{FF2B5EF4-FFF2-40B4-BE49-F238E27FC236}">
                <a16:creationId xmlns:a16="http://schemas.microsoft.com/office/drawing/2014/main" id="{0C9C69D6-A00F-458F-B531-01838DC89FB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1-4">
            <a:extLst>
              <a:ext uri="{FF2B5EF4-FFF2-40B4-BE49-F238E27FC236}">
                <a16:creationId xmlns:a16="http://schemas.microsoft.com/office/drawing/2014/main" id="{D4AAF658-EF8D-4EC1-98F3-7A16EBF9B75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1-5">
            <a:extLst>
              <a:ext uri="{FF2B5EF4-FFF2-40B4-BE49-F238E27FC236}">
                <a16:creationId xmlns:a16="http://schemas.microsoft.com/office/drawing/2014/main" id="{7EDA46CB-C24E-4F7D-BD25-2BBC6C0F7AE1}"/>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1-6">
            <a:extLst>
              <a:ext uri="{FF2B5EF4-FFF2-40B4-BE49-F238E27FC236}">
                <a16:creationId xmlns:a16="http://schemas.microsoft.com/office/drawing/2014/main" id="{020E659E-9584-4E2A-B806-D0A7C099D5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1-7">
            <a:extLst>
              <a:ext uri="{FF2B5EF4-FFF2-40B4-BE49-F238E27FC236}">
                <a16:creationId xmlns:a16="http://schemas.microsoft.com/office/drawing/2014/main" id="{17796DB5-ED05-4672-B221-2BEBFD856F2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71">
            <a:extLst>
              <a:ext uri="{FF2B5EF4-FFF2-40B4-BE49-F238E27FC236}">
                <a16:creationId xmlns:a16="http://schemas.microsoft.com/office/drawing/2014/main" id="{FE8E2A99-BA9F-4C7F-80F0-B14CBDEC4EE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−5</a:t>
            </a:r>
          </a:p>
        </p:txBody>
      </p:sp>
      <p:sp>
        <p:nvSpPr>
          <p:cNvPr id="30" name="row-72-label">
            <a:extLst>
              <a:ext uri="{FF2B5EF4-FFF2-40B4-BE49-F238E27FC236}">
                <a16:creationId xmlns:a16="http://schemas.microsoft.com/office/drawing/2014/main" id="{2FBFCF2F-6726-4BA4-8FA2-9EA3B7EA92F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44694C5-5A7B-4EE7-BC31-13D58E5720C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72-0">
            <a:extLst>
              <a:ext uri="{FF2B5EF4-FFF2-40B4-BE49-F238E27FC236}">
                <a16:creationId xmlns:a16="http://schemas.microsoft.com/office/drawing/2014/main" id="{64746C58-4294-4F8F-8D55-E40528345BD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2-1">
            <a:extLst>
              <a:ext uri="{FF2B5EF4-FFF2-40B4-BE49-F238E27FC236}">
                <a16:creationId xmlns:a16="http://schemas.microsoft.com/office/drawing/2014/main" id="{DA40AEC7-0931-435A-A8F0-12653AEC916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2">
            <a:extLst>
              <a:ext uri="{FF2B5EF4-FFF2-40B4-BE49-F238E27FC236}">
                <a16:creationId xmlns:a16="http://schemas.microsoft.com/office/drawing/2014/main" id="{986B5460-CA65-478E-AE14-BC21FB000C65}"/>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2-3">
            <a:extLst>
              <a:ext uri="{FF2B5EF4-FFF2-40B4-BE49-F238E27FC236}">
                <a16:creationId xmlns:a16="http://schemas.microsoft.com/office/drawing/2014/main" id="{25DA0E2C-B739-45DC-887E-A0CF07AC048F}"/>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2-4">
            <a:extLst>
              <a:ext uri="{FF2B5EF4-FFF2-40B4-BE49-F238E27FC236}">
                <a16:creationId xmlns:a16="http://schemas.microsoft.com/office/drawing/2014/main" id="{3B671224-7D53-499C-ADB3-57FC4EA54D8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2-5">
            <a:extLst>
              <a:ext uri="{FF2B5EF4-FFF2-40B4-BE49-F238E27FC236}">
                <a16:creationId xmlns:a16="http://schemas.microsoft.com/office/drawing/2014/main" id="{E7E30584-EF90-4C40-82EB-1EE4031BDE11}"/>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2-6">
            <a:extLst>
              <a:ext uri="{FF2B5EF4-FFF2-40B4-BE49-F238E27FC236}">
                <a16:creationId xmlns:a16="http://schemas.microsoft.com/office/drawing/2014/main" id="{C798F2A3-DBFB-467B-9CF7-83C58C95368B}"/>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2-7">
            <a:extLst>
              <a:ext uri="{FF2B5EF4-FFF2-40B4-BE49-F238E27FC236}">
                <a16:creationId xmlns:a16="http://schemas.microsoft.com/office/drawing/2014/main" id="{6EF498DF-F873-4410-8197-78DF94055BA3}"/>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72">
            <a:extLst>
              <a:ext uri="{FF2B5EF4-FFF2-40B4-BE49-F238E27FC236}">
                <a16:creationId xmlns:a16="http://schemas.microsoft.com/office/drawing/2014/main" id="{297871D7-B74D-4CBD-813C-B8C5033A022D}"/>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235A12E-493D-48EA-98B2-AFEF4AD35B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left_max에 3을 반환합니다.</a:t>
            </a:r>
          </a:p>
        </p:txBody>
      </p:sp>
    </p:spTree>
    <p:extLst>
      <p:ext uri="{BB962C8B-B14F-4D97-AF65-F5344CB8AC3E}">
        <p14:creationId xmlns:p14="http://schemas.microsoft.com/office/powerpoint/2010/main" val="4749685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BE46E563-D60C-423E-8537-7A9A7A625B9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DE95DCF-AA01-4348-A5DB-E5ACCFC9A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64897B8-34C5-405A-AA02-20DD5D691C6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답 3을 받음</a:t>
            </a:r>
          </a:p>
        </p:txBody>
      </p:sp>
      <p:sp>
        <p:nvSpPr>
          <p:cNvPr id="4" name="diagram-line-73">
            <a:extLst>
              <a:ext uri="{FF2B5EF4-FFF2-40B4-BE49-F238E27FC236}">
                <a16:creationId xmlns:a16="http://schemas.microsoft.com/office/drawing/2014/main" id="{970DDD6A-F9F6-44C7-908C-3D70F1B4D6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B7F66CA-0360-419F-B883-7F3A9613E87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[0~1] 호출이 3을 반환했습니다. left_max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[2~3] 호출을 시작합니다.</a:t>
            </a:r>
          </a:p>
        </p:txBody>
      </p:sp>
      <p:sp>
        <p:nvSpPr>
          <p:cNvPr id="6" name="footer">
            <a:extLst>
              <a:ext uri="{FF2B5EF4-FFF2-40B4-BE49-F238E27FC236}">
                <a16:creationId xmlns:a16="http://schemas.microsoft.com/office/drawing/2014/main" id="{6A70A8D8-DA23-4F2D-9F86-ED7029B455A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DFA26C-6BB4-4BEC-8536-145216B5A4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116</a:t>
            </a:r>
            <a:endParaRPr sz="1050" b="0">
              <a:solidFill>
                <a:srgbClr val="151515"/>
              </a:solidFill>
              <a:latin typeface="Consolas"/>
              <a:ea typeface="Consolas"/>
              <a:cs typeface="Consolas"/>
            </a:endParaRPr>
          </a:p>
        </p:txBody>
      </p:sp>
      <p:sp>
        <p:nvSpPr>
          <p:cNvPr id="8" name="row-74-label">
            <a:extLst>
              <a:ext uri="{FF2B5EF4-FFF2-40B4-BE49-F238E27FC236}">
                <a16:creationId xmlns:a16="http://schemas.microsoft.com/office/drawing/2014/main" id="{92DFD213-1A1C-47F2-A18D-6D7DADA8BAF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68D71414-B481-4F19-9EE1-0840C0AB79B9}"/>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4-0">
            <a:extLst>
              <a:ext uri="{FF2B5EF4-FFF2-40B4-BE49-F238E27FC236}">
                <a16:creationId xmlns:a16="http://schemas.microsoft.com/office/drawing/2014/main" id="{7C953B46-AC50-4620-BAD7-C727293F3EB8}"/>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4-1">
            <a:extLst>
              <a:ext uri="{FF2B5EF4-FFF2-40B4-BE49-F238E27FC236}">
                <a16:creationId xmlns:a16="http://schemas.microsoft.com/office/drawing/2014/main" id="{69C99ED7-7B06-4EF1-985D-A8442071474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4-2">
            <a:extLst>
              <a:ext uri="{FF2B5EF4-FFF2-40B4-BE49-F238E27FC236}">
                <a16:creationId xmlns:a16="http://schemas.microsoft.com/office/drawing/2014/main" id="{6344986F-2370-4E19-929B-C5A275D4CAAB}"/>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4-3">
            <a:extLst>
              <a:ext uri="{FF2B5EF4-FFF2-40B4-BE49-F238E27FC236}">
                <a16:creationId xmlns:a16="http://schemas.microsoft.com/office/drawing/2014/main" id="{D7BF232C-3863-4E22-AB11-AE1C2B5AC450}"/>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4-4">
            <a:extLst>
              <a:ext uri="{FF2B5EF4-FFF2-40B4-BE49-F238E27FC236}">
                <a16:creationId xmlns:a16="http://schemas.microsoft.com/office/drawing/2014/main" id="{3D042D7D-C4E6-467C-9602-783CF78CAC84}"/>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4-5">
            <a:extLst>
              <a:ext uri="{FF2B5EF4-FFF2-40B4-BE49-F238E27FC236}">
                <a16:creationId xmlns:a16="http://schemas.microsoft.com/office/drawing/2014/main" id="{17A7599E-51B2-4D3B-AEC9-886EA1FE5E74}"/>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4-6">
            <a:extLst>
              <a:ext uri="{FF2B5EF4-FFF2-40B4-BE49-F238E27FC236}">
                <a16:creationId xmlns:a16="http://schemas.microsoft.com/office/drawing/2014/main" id="{3D584829-8A52-4C82-B420-11353084D345}"/>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4-7">
            <a:extLst>
              <a:ext uri="{FF2B5EF4-FFF2-40B4-BE49-F238E27FC236}">
                <a16:creationId xmlns:a16="http://schemas.microsoft.com/office/drawing/2014/main" id="{B0EC58E9-5099-40AD-9F25-3CA40F53715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27BE5A7A-304C-4FE2-8650-E112035ED98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2, 3)</a:t>
            </a:r>
          </a:p>
        </p:txBody>
      </p:sp>
      <p:sp>
        <p:nvSpPr>
          <p:cNvPr id="19" name="row-75-label">
            <a:extLst>
              <a:ext uri="{FF2B5EF4-FFF2-40B4-BE49-F238E27FC236}">
                <a16:creationId xmlns:a16="http://schemas.microsoft.com/office/drawing/2014/main" id="{A29A4555-4562-41A9-89F1-46A627259CF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02BF7AD5-749E-4C63-94C5-617755E27F9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5-0">
            <a:extLst>
              <a:ext uri="{FF2B5EF4-FFF2-40B4-BE49-F238E27FC236}">
                <a16:creationId xmlns:a16="http://schemas.microsoft.com/office/drawing/2014/main" id="{0A34413E-AEC0-4CDD-B105-12470C6699AD}"/>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5-1">
            <a:extLst>
              <a:ext uri="{FF2B5EF4-FFF2-40B4-BE49-F238E27FC236}">
                <a16:creationId xmlns:a16="http://schemas.microsoft.com/office/drawing/2014/main" id="{5FECB6F8-BF92-43F4-A674-CB8218B25059}"/>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5-2">
            <a:extLst>
              <a:ext uri="{FF2B5EF4-FFF2-40B4-BE49-F238E27FC236}">
                <a16:creationId xmlns:a16="http://schemas.microsoft.com/office/drawing/2014/main" id="{79A27BF8-C75D-4F0A-B48E-C0D518A75632}"/>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5-3">
            <a:extLst>
              <a:ext uri="{FF2B5EF4-FFF2-40B4-BE49-F238E27FC236}">
                <a16:creationId xmlns:a16="http://schemas.microsoft.com/office/drawing/2014/main" id="{7128C142-9626-4897-9A54-D279C501F599}"/>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5-4">
            <a:extLst>
              <a:ext uri="{FF2B5EF4-FFF2-40B4-BE49-F238E27FC236}">
                <a16:creationId xmlns:a16="http://schemas.microsoft.com/office/drawing/2014/main" id="{0B191E35-C383-42C4-AF13-DA6EF47E5608}"/>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5-5">
            <a:extLst>
              <a:ext uri="{FF2B5EF4-FFF2-40B4-BE49-F238E27FC236}">
                <a16:creationId xmlns:a16="http://schemas.microsoft.com/office/drawing/2014/main" id="{D0B3B578-A6A0-43AF-A617-7741D9425214}"/>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5-6">
            <a:extLst>
              <a:ext uri="{FF2B5EF4-FFF2-40B4-BE49-F238E27FC236}">
                <a16:creationId xmlns:a16="http://schemas.microsoft.com/office/drawing/2014/main" id="{FD3A88D1-E57B-4278-AE45-B6382993BBB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5-7">
            <a:extLst>
              <a:ext uri="{FF2B5EF4-FFF2-40B4-BE49-F238E27FC236}">
                <a16:creationId xmlns:a16="http://schemas.microsoft.com/office/drawing/2014/main" id="{F49BEAA6-13CC-4EE6-BE11-F3783ECBFA1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188D9229-49E3-4C7C-8897-7706A3FBC3F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9262247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1AC44DD-B3B2-449E-9F85-6BC9515ACDB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165C01D-770F-4F9D-9F1A-AA22B4D28D8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D797DC-C811-48DF-B33B-1F5AC95F38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호출: mid = 2에서 나눔</a:t>
            </a:r>
          </a:p>
        </p:txBody>
      </p:sp>
      <p:sp>
        <p:nvSpPr>
          <p:cNvPr id="4" name="diagram-line-76">
            <a:extLst>
              <a:ext uri="{FF2B5EF4-FFF2-40B4-BE49-F238E27FC236}">
                <a16:creationId xmlns:a16="http://schemas.microsoft.com/office/drawing/2014/main" id="{7F65E366-4A6A-4779-B3F9-D3D229BD5B3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3838D3A-CDE7-40A3-9DB3-7F8F0451D47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2, high = 3, mid = 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[2~2]를 호출합니다. 오른쪽 [3~3]는 기다립니다.</a:t>
            </a:r>
          </a:p>
        </p:txBody>
      </p:sp>
      <p:sp>
        <p:nvSpPr>
          <p:cNvPr id="6" name="footer">
            <a:extLst>
              <a:ext uri="{FF2B5EF4-FFF2-40B4-BE49-F238E27FC236}">
                <a16:creationId xmlns:a16="http://schemas.microsoft.com/office/drawing/2014/main" id="{E7456E76-E938-4593-B06A-B5A51442A3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4889B24-5662-4DA9-B32E-F31E69D157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117</a:t>
            </a:r>
            <a:endParaRPr sz="1050" b="0">
              <a:solidFill>
                <a:srgbClr val="151515"/>
              </a:solidFill>
              <a:latin typeface="Consolas"/>
              <a:ea typeface="Consolas"/>
              <a:cs typeface="Consolas"/>
            </a:endParaRPr>
          </a:p>
        </p:txBody>
      </p:sp>
      <p:sp>
        <p:nvSpPr>
          <p:cNvPr id="8" name="row-77-label">
            <a:extLst>
              <a:ext uri="{FF2B5EF4-FFF2-40B4-BE49-F238E27FC236}">
                <a16:creationId xmlns:a16="http://schemas.microsoft.com/office/drawing/2014/main" id="{B3D194A5-112B-463C-B9A1-BA53633261B8}"/>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F174FB-91B7-4803-8AFF-2FEABAE0BD8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7-0">
            <a:extLst>
              <a:ext uri="{FF2B5EF4-FFF2-40B4-BE49-F238E27FC236}">
                <a16:creationId xmlns:a16="http://schemas.microsoft.com/office/drawing/2014/main" id="{2E7EF75E-F7D6-4AF4-BC69-3D78785323C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7-1">
            <a:extLst>
              <a:ext uri="{FF2B5EF4-FFF2-40B4-BE49-F238E27FC236}">
                <a16:creationId xmlns:a16="http://schemas.microsoft.com/office/drawing/2014/main" id="{63FCE514-D3A1-4CE7-90F5-3BAB04B4863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7-2">
            <a:extLst>
              <a:ext uri="{FF2B5EF4-FFF2-40B4-BE49-F238E27FC236}">
                <a16:creationId xmlns:a16="http://schemas.microsoft.com/office/drawing/2014/main" id="{BE75D957-AC45-44CF-AE3E-FA8F2DFACA48}"/>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7-3">
            <a:extLst>
              <a:ext uri="{FF2B5EF4-FFF2-40B4-BE49-F238E27FC236}">
                <a16:creationId xmlns:a16="http://schemas.microsoft.com/office/drawing/2014/main" id="{CA45BF7B-DF30-4AC6-8A26-B9244F935D8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7-4">
            <a:extLst>
              <a:ext uri="{FF2B5EF4-FFF2-40B4-BE49-F238E27FC236}">
                <a16:creationId xmlns:a16="http://schemas.microsoft.com/office/drawing/2014/main" id="{559E7CB3-78E6-47AE-BF89-FC5397ACBDE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7-5">
            <a:extLst>
              <a:ext uri="{FF2B5EF4-FFF2-40B4-BE49-F238E27FC236}">
                <a16:creationId xmlns:a16="http://schemas.microsoft.com/office/drawing/2014/main" id="{957B5B59-2A3C-4E37-8A6F-D5865B2EF127}"/>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7-6">
            <a:extLst>
              <a:ext uri="{FF2B5EF4-FFF2-40B4-BE49-F238E27FC236}">
                <a16:creationId xmlns:a16="http://schemas.microsoft.com/office/drawing/2014/main" id="{79A2FB46-01EA-419A-A0C4-05E50CC0DCA5}"/>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7-7">
            <a:extLst>
              <a:ext uri="{FF2B5EF4-FFF2-40B4-BE49-F238E27FC236}">
                <a16:creationId xmlns:a16="http://schemas.microsoft.com/office/drawing/2014/main" id="{3A10B4A5-B0F4-4938-ACEB-5B4BA905B0B4}"/>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78">
            <a:extLst>
              <a:ext uri="{FF2B5EF4-FFF2-40B4-BE49-F238E27FC236}">
                <a16:creationId xmlns:a16="http://schemas.microsoft.com/office/drawing/2014/main" id="{0C251578-A23E-4695-B963-C8F6086A44B1}"/>
              </a:ext>
            </a:extLst>
          </p:cNvPr>
          <p:cNvSpPr>
            <a:spLocks noGrp="1"/>
          </p:cNvSpPr>
          <p:nvPr/>
        </p:nvSpPr>
        <p:spPr>
          <a:xfrm>
            <a:off x="5667375" y="2819400"/>
            <a:ext cx="19050" cy="666750"/>
          </a:xfrm>
          <a:prstGeom prst="rect">
            <a:avLst/>
          </a:prstGeom>
          <a:solidFill>
            <a:srgbClr val="9A5900"/>
          </a:solidFill>
          <a:ln w="0">
            <a:noFill/>
          </a:ln>
        </p:spPr>
      </p:sp>
      <p:sp>
        <p:nvSpPr>
          <p:cNvPr id="19" name="pointer-77">
            <a:extLst>
              <a:ext uri="{FF2B5EF4-FFF2-40B4-BE49-F238E27FC236}">
                <a16:creationId xmlns:a16="http://schemas.microsoft.com/office/drawing/2014/main" id="{E3940FAE-4D7C-44FD-B4EE-40418F634D0A}"/>
              </a:ext>
            </a:extLst>
          </p:cNvPr>
          <p:cNvSpPr>
            <a:spLocks noGrp="1"/>
          </p:cNvSpPr>
          <p:nvPr/>
        </p:nvSpPr>
        <p:spPr>
          <a:xfrm>
            <a:off x="44958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2</a:t>
            </a:r>
          </a:p>
        </p:txBody>
      </p:sp>
      <p:sp>
        <p:nvSpPr>
          <p:cNvPr id="20" name="children-code">
            <a:extLst>
              <a:ext uri="{FF2B5EF4-FFF2-40B4-BE49-F238E27FC236}">
                <a16:creationId xmlns:a16="http://schemas.microsoft.com/office/drawing/2014/main" id="{95CB549B-2CE7-4479-B7B8-A2BEAD702731}"/>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2, 2)</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3, 3)</a:t>
            </a:r>
          </a:p>
        </p:txBody>
      </p:sp>
      <p:sp>
        <p:nvSpPr>
          <p:cNvPr id="21" name="caption">
            <a:extLst>
              <a:ext uri="{FF2B5EF4-FFF2-40B4-BE49-F238E27FC236}">
                <a16:creationId xmlns:a16="http://schemas.microsoft.com/office/drawing/2014/main" id="{090E58CE-4948-4395-8864-635F3193862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right_max의 반환을 기다립니다.</a:t>
            </a:r>
          </a:p>
        </p:txBody>
      </p:sp>
    </p:spTree>
    <p:extLst>
      <p:ext uri="{BB962C8B-B14F-4D97-AF65-F5344CB8AC3E}">
        <p14:creationId xmlns:p14="http://schemas.microsoft.com/office/powerpoint/2010/main" val="15891195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FFAAB97-830B-4055-998F-171886B2343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A592AFD-1D65-4491-A02D-065647FC0F4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446360-33AE-467D-9165-6D05A3BBCB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 원소 하나: 12 반환</a:t>
            </a:r>
          </a:p>
        </p:txBody>
      </p:sp>
      <p:sp>
        <p:nvSpPr>
          <p:cNvPr id="4" name="diagram-line-79">
            <a:extLst>
              <a:ext uri="{FF2B5EF4-FFF2-40B4-BE49-F238E27FC236}">
                <a16:creationId xmlns:a16="http://schemas.microsoft.com/office/drawing/2014/main" id="{6ED41909-7743-4744-B883-A5F4E11A73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AE9DDF0-457D-4481-B8AA-16AAA0B6620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2입니다. 남은 원소는 a[2] = 12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12을 [2~3] 호출의 left_max에 돌려줍니다.</a:t>
            </a:r>
          </a:p>
        </p:txBody>
      </p:sp>
      <p:sp>
        <p:nvSpPr>
          <p:cNvPr id="6" name="footer">
            <a:extLst>
              <a:ext uri="{FF2B5EF4-FFF2-40B4-BE49-F238E27FC236}">
                <a16:creationId xmlns:a16="http://schemas.microsoft.com/office/drawing/2014/main" id="{9F38186F-BC3E-41C5-A8E5-646EADA1BDC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8DF3AA9-15EE-4827-900D-470D2E9FE5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118</a:t>
            </a:r>
            <a:endParaRPr sz="1050" b="0">
              <a:solidFill>
                <a:srgbClr val="151515"/>
              </a:solidFill>
              <a:latin typeface="Consolas"/>
              <a:ea typeface="Consolas"/>
              <a:cs typeface="Consolas"/>
            </a:endParaRPr>
          </a:p>
        </p:txBody>
      </p:sp>
      <p:sp>
        <p:nvSpPr>
          <p:cNvPr id="8" name="row-80-label">
            <a:extLst>
              <a:ext uri="{FF2B5EF4-FFF2-40B4-BE49-F238E27FC236}">
                <a16:creationId xmlns:a16="http://schemas.microsoft.com/office/drawing/2014/main" id="{45D9FC44-6043-486A-BD43-51874656946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9303533-3B56-4397-B30B-FFA4CBEFB836}"/>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0-0">
            <a:extLst>
              <a:ext uri="{FF2B5EF4-FFF2-40B4-BE49-F238E27FC236}">
                <a16:creationId xmlns:a16="http://schemas.microsoft.com/office/drawing/2014/main" id="{4AF4D305-1D43-4D3A-B839-456A22FE8F36}"/>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0-1">
            <a:extLst>
              <a:ext uri="{FF2B5EF4-FFF2-40B4-BE49-F238E27FC236}">
                <a16:creationId xmlns:a16="http://schemas.microsoft.com/office/drawing/2014/main" id="{35E04AD1-8115-4CCF-9D7A-D18D9FBF3451}"/>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0-2">
            <a:extLst>
              <a:ext uri="{FF2B5EF4-FFF2-40B4-BE49-F238E27FC236}">
                <a16:creationId xmlns:a16="http://schemas.microsoft.com/office/drawing/2014/main" id="{60AEF8F9-6D5E-4002-BB98-1DA4E2D14F3D}"/>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0-3">
            <a:extLst>
              <a:ext uri="{FF2B5EF4-FFF2-40B4-BE49-F238E27FC236}">
                <a16:creationId xmlns:a16="http://schemas.microsoft.com/office/drawing/2014/main" id="{9406715C-30E8-452C-BE09-C854428ED8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0-4">
            <a:extLst>
              <a:ext uri="{FF2B5EF4-FFF2-40B4-BE49-F238E27FC236}">
                <a16:creationId xmlns:a16="http://schemas.microsoft.com/office/drawing/2014/main" id="{39D7AEC4-8713-4397-9CD5-89152B6F248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0-5">
            <a:extLst>
              <a:ext uri="{FF2B5EF4-FFF2-40B4-BE49-F238E27FC236}">
                <a16:creationId xmlns:a16="http://schemas.microsoft.com/office/drawing/2014/main" id="{2F491DCD-382A-4BAF-ACF4-70D14B2FFE3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0-6">
            <a:extLst>
              <a:ext uri="{FF2B5EF4-FFF2-40B4-BE49-F238E27FC236}">
                <a16:creationId xmlns:a16="http://schemas.microsoft.com/office/drawing/2014/main" id="{F99F2349-948A-4225-970D-F89CCDCD8B99}"/>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0-7">
            <a:extLst>
              <a:ext uri="{FF2B5EF4-FFF2-40B4-BE49-F238E27FC236}">
                <a16:creationId xmlns:a16="http://schemas.microsoft.com/office/drawing/2014/main" id="{48629F83-357C-4639-AE3E-4AC32E746DA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1516BCC0-462E-4227-ABA1-1613BF515643}"/>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12</a:t>
            </a:r>
          </a:p>
        </p:txBody>
      </p:sp>
      <p:sp>
        <p:nvSpPr>
          <p:cNvPr id="19" name="caption">
            <a:extLst>
              <a:ext uri="{FF2B5EF4-FFF2-40B4-BE49-F238E27FC236}">
                <a16:creationId xmlns:a16="http://schemas.microsoft.com/office/drawing/2014/main" id="{0486AC60-52CF-4793-937F-82F69D8D030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left_max = 12. 원소 한 개의 호출이 끝났습니다.</a:t>
            </a:r>
          </a:p>
        </p:txBody>
      </p:sp>
    </p:spTree>
    <p:extLst>
      <p:ext uri="{BB962C8B-B14F-4D97-AF65-F5344CB8AC3E}">
        <p14:creationId xmlns:p14="http://schemas.microsoft.com/office/powerpoint/2010/main" val="264138715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26BD0B9-6421-49C5-AA18-994E3362A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6A0CA6-FA01-4B17-896C-F26444A06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B39894-E8EF-47A8-88DE-4A6C9958D5D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[3~3] 원소 하나: −2 반환</a:t>
            </a:r>
          </a:p>
        </p:txBody>
      </p:sp>
      <p:sp>
        <p:nvSpPr>
          <p:cNvPr id="4" name="diagram-line-81">
            <a:extLst>
              <a:ext uri="{FF2B5EF4-FFF2-40B4-BE49-F238E27FC236}">
                <a16:creationId xmlns:a16="http://schemas.microsoft.com/office/drawing/2014/main" id="{0055CEED-6A4F-463B-B1C3-28347C2614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3A9B841-9298-48A8-A0F5-F97A65947D0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3입니다. 남은 원소는 a[3] = −2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−2을 [2~3] 호출의 right_max에 돌려줍니다.</a:t>
            </a:r>
          </a:p>
        </p:txBody>
      </p:sp>
      <p:sp>
        <p:nvSpPr>
          <p:cNvPr id="6" name="footer">
            <a:extLst>
              <a:ext uri="{FF2B5EF4-FFF2-40B4-BE49-F238E27FC236}">
                <a16:creationId xmlns:a16="http://schemas.microsoft.com/office/drawing/2014/main" id="{54D78211-FD2E-4179-B2A0-9EC031BD22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1A925BE-DAE9-4058-B984-BDEBB41CEE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119</a:t>
            </a:r>
            <a:endParaRPr sz="1050" b="0">
              <a:solidFill>
                <a:srgbClr val="151515"/>
              </a:solidFill>
              <a:latin typeface="Consolas"/>
              <a:ea typeface="Consolas"/>
              <a:cs typeface="Consolas"/>
            </a:endParaRPr>
          </a:p>
        </p:txBody>
      </p:sp>
      <p:sp>
        <p:nvSpPr>
          <p:cNvPr id="8" name="row-82-label">
            <a:extLst>
              <a:ext uri="{FF2B5EF4-FFF2-40B4-BE49-F238E27FC236}">
                <a16:creationId xmlns:a16="http://schemas.microsoft.com/office/drawing/2014/main" id="{97B99876-FAED-41E9-82E1-C1BC0892C5E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55C6CB-414F-450B-86AD-796D453EE922}"/>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2-0">
            <a:extLst>
              <a:ext uri="{FF2B5EF4-FFF2-40B4-BE49-F238E27FC236}">
                <a16:creationId xmlns:a16="http://schemas.microsoft.com/office/drawing/2014/main" id="{CCC2FEAA-E227-4097-A6B5-2C2D1DE170C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2-1">
            <a:extLst>
              <a:ext uri="{FF2B5EF4-FFF2-40B4-BE49-F238E27FC236}">
                <a16:creationId xmlns:a16="http://schemas.microsoft.com/office/drawing/2014/main" id="{A57B399A-426B-47DD-9F48-1453D6FFE478}"/>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2-2">
            <a:extLst>
              <a:ext uri="{FF2B5EF4-FFF2-40B4-BE49-F238E27FC236}">
                <a16:creationId xmlns:a16="http://schemas.microsoft.com/office/drawing/2014/main" id="{521243B1-AB35-435E-8ED5-1350277E9CB4}"/>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2-3">
            <a:extLst>
              <a:ext uri="{FF2B5EF4-FFF2-40B4-BE49-F238E27FC236}">
                <a16:creationId xmlns:a16="http://schemas.microsoft.com/office/drawing/2014/main" id="{8F9DCAAB-6306-4AE6-8405-2E410F8EA4D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2-4">
            <a:extLst>
              <a:ext uri="{FF2B5EF4-FFF2-40B4-BE49-F238E27FC236}">
                <a16:creationId xmlns:a16="http://schemas.microsoft.com/office/drawing/2014/main" id="{9332F7B5-F14D-4B2F-838A-1C8E190EE43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2-5">
            <a:extLst>
              <a:ext uri="{FF2B5EF4-FFF2-40B4-BE49-F238E27FC236}">
                <a16:creationId xmlns:a16="http://schemas.microsoft.com/office/drawing/2014/main" id="{B812D262-02DA-467D-A6AC-3708B28B9CA2}"/>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2-6">
            <a:extLst>
              <a:ext uri="{FF2B5EF4-FFF2-40B4-BE49-F238E27FC236}">
                <a16:creationId xmlns:a16="http://schemas.microsoft.com/office/drawing/2014/main" id="{8DC02D91-872A-4BE1-A654-71F2CC0A2F0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2-7">
            <a:extLst>
              <a:ext uri="{FF2B5EF4-FFF2-40B4-BE49-F238E27FC236}">
                <a16:creationId xmlns:a16="http://schemas.microsoft.com/office/drawing/2014/main" id="{0A79B3D2-A4FB-4EC8-BD6F-EBC6EDBE872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9885743-D0B2-499B-B100-43F6B97C633C}"/>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−2</a:t>
            </a:r>
          </a:p>
        </p:txBody>
      </p:sp>
      <p:sp>
        <p:nvSpPr>
          <p:cNvPr id="19" name="caption">
            <a:extLst>
              <a:ext uri="{FF2B5EF4-FFF2-40B4-BE49-F238E27FC236}">
                <a16:creationId xmlns:a16="http://schemas.microsoft.com/office/drawing/2014/main" id="{1E8A2F20-E983-4A0B-A840-F430077037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right_max = −2. 원소 한 개의 호출이 끝났습니다.</a:t>
            </a:r>
          </a:p>
        </p:txBody>
      </p:sp>
    </p:spTree>
    <p:extLst>
      <p:ext uri="{BB962C8B-B14F-4D97-AF65-F5344CB8AC3E}">
        <p14:creationId xmlns:p14="http://schemas.microsoft.com/office/powerpoint/2010/main" val="95502773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2946D80-256D-4CD3-866D-2EB8591FD63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C565892-95C3-472F-B2BC-DE59C28F12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60CB37-FBEB-4E6E-8CCE-DF4373B589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왼쪽 스캔 1/1</a:t>
            </a:r>
          </a:p>
        </p:txBody>
      </p:sp>
      <p:sp>
        <p:nvSpPr>
          <p:cNvPr id="4" name="diagram-line-83">
            <a:extLst>
              <a:ext uri="{FF2B5EF4-FFF2-40B4-BE49-F238E27FC236}">
                <a16:creationId xmlns:a16="http://schemas.microsoft.com/office/drawing/2014/main" id="{95B24C28-8F17-4C83-AAD9-9BF4E3506D9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730870D-ADCE-4144-A806-40C0DD105E7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left_sum 갱신.</a:t>
            </a:r>
          </a:p>
        </p:txBody>
      </p:sp>
      <p:sp>
        <p:nvSpPr>
          <p:cNvPr id="6" name="footer">
            <a:extLst>
              <a:ext uri="{FF2B5EF4-FFF2-40B4-BE49-F238E27FC236}">
                <a16:creationId xmlns:a16="http://schemas.microsoft.com/office/drawing/2014/main" id="{06877596-DE1C-421F-9073-01260B318E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BFC8458-3429-400F-B38D-F1C236D2F4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120</a:t>
            </a:r>
            <a:endParaRPr sz="1050" b="0">
              <a:solidFill>
                <a:srgbClr val="151515"/>
              </a:solidFill>
              <a:latin typeface="Consolas"/>
              <a:ea typeface="Consolas"/>
              <a:cs typeface="Consolas"/>
            </a:endParaRPr>
          </a:p>
        </p:txBody>
      </p:sp>
      <p:sp>
        <p:nvSpPr>
          <p:cNvPr id="8" name="row-84-label">
            <a:extLst>
              <a:ext uri="{FF2B5EF4-FFF2-40B4-BE49-F238E27FC236}">
                <a16:creationId xmlns:a16="http://schemas.microsoft.com/office/drawing/2014/main" id="{B43CA1FB-94ED-41DD-ADF8-44F4ADEAF4E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E56B094-B2F9-4562-9C9B-A481648754C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4-0">
            <a:extLst>
              <a:ext uri="{FF2B5EF4-FFF2-40B4-BE49-F238E27FC236}">
                <a16:creationId xmlns:a16="http://schemas.microsoft.com/office/drawing/2014/main" id="{41C4040C-EC79-4FD5-90A6-1BFC7DF522F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4-1">
            <a:extLst>
              <a:ext uri="{FF2B5EF4-FFF2-40B4-BE49-F238E27FC236}">
                <a16:creationId xmlns:a16="http://schemas.microsoft.com/office/drawing/2014/main" id="{C779C943-64F7-48C2-BE78-06E2A4D56F7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4-2">
            <a:extLst>
              <a:ext uri="{FF2B5EF4-FFF2-40B4-BE49-F238E27FC236}">
                <a16:creationId xmlns:a16="http://schemas.microsoft.com/office/drawing/2014/main" id="{54166A74-F0AA-4B7E-A899-37BBA9D85101}"/>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4-3">
            <a:extLst>
              <a:ext uri="{FF2B5EF4-FFF2-40B4-BE49-F238E27FC236}">
                <a16:creationId xmlns:a16="http://schemas.microsoft.com/office/drawing/2014/main" id="{6833DB49-1970-4A20-B967-E2D45BA04D1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4-4">
            <a:extLst>
              <a:ext uri="{FF2B5EF4-FFF2-40B4-BE49-F238E27FC236}">
                <a16:creationId xmlns:a16="http://schemas.microsoft.com/office/drawing/2014/main" id="{BC89B8B6-F8BC-43C9-B249-4134260AF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4-5">
            <a:extLst>
              <a:ext uri="{FF2B5EF4-FFF2-40B4-BE49-F238E27FC236}">
                <a16:creationId xmlns:a16="http://schemas.microsoft.com/office/drawing/2014/main" id="{00DB0CCD-BAD8-4899-BCA2-056A90A2EFD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4-6">
            <a:extLst>
              <a:ext uri="{FF2B5EF4-FFF2-40B4-BE49-F238E27FC236}">
                <a16:creationId xmlns:a16="http://schemas.microsoft.com/office/drawing/2014/main" id="{6AE3118C-8213-4FA8-8DBA-14E59CC1B73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4-7">
            <a:extLst>
              <a:ext uri="{FF2B5EF4-FFF2-40B4-BE49-F238E27FC236}">
                <a16:creationId xmlns:a16="http://schemas.microsoft.com/office/drawing/2014/main" id="{8F1C6FC8-BDE7-40E8-9E6D-B613E27D68E5}"/>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85">
            <a:extLst>
              <a:ext uri="{FF2B5EF4-FFF2-40B4-BE49-F238E27FC236}">
                <a16:creationId xmlns:a16="http://schemas.microsoft.com/office/drawing/2014/main" id="{50C4BEDD-9AA5-4471-870F-2E81EE15F062}"/>
              </a:ext>
            </a:extLst>
          </p:cNvPr>
          <p:cNvSpPr>
            <a:spLocks noGrp="1"/>
          </p:cNvSpPr>
          <p:nvPr/>
        </p:nvSpPr>
        <p:spPr>
          <a:xfrm>
            <a:off x="5667375" y="2743200"/>
            <a:ext cx="19050" cy="666750"/>
          </a:xfrm>
          <a:prstGeom prst="rect">
            <a:avLst/>
          </a:prstGeom>
          <a:solidFill>
            <a:srgbClr val="9A5900"/>
          </a:solidFill>
          <a:ln w="0">
            <a:noFill/>
          </a:ln>
        </p:spPr>
      </p:sp>
      <p:sp>
        <p:nvSpPr>
          <p:cNvPr id="19" name="pointer-84">
            <a:extLst>
              <a:ext uri="{FF2B5EF4-FFF2-40B4-BE49-F238E27FC236}">
                <a16:creationId xmlns:a16="http://schemas.microsoft.com/office/drawing/2014/main" id="{558DC709-AD89-4D31-8953-29802BF04E87}"/>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BF3F0FC1-4428-44F6-8A98-90B11559156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E95EE6AD-7F38-418D-97EB-3BEE89925924}"/>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12</a:t>
            </a:r>
          </a:p>
        </p:txBody>
      </p:sp>
      <p:sp>
        <p:nvSpPr>
          <p:cNvPr id="22" name="row-86-label">
            <a:extLst>
              <a:ext uri="{FF2B5EF4-FFF2-40B4-BE49-F238E27FC236}">
                <a16:creationId xmlns:a16="http://schemas.microsoft.com/office/drawing/2014/main" id="{DA4D6D2C-714B-4CEE-93AF-A26921C0B70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D4DB87B1-E37C-4983-817D-FAC7A4B52AA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86-0">
            <a:extLst>
              <a:ext uri="{FF2B5EF4-FFF2-40B4-BE49-F238E27FC236}">
                <a16:creationId xmlns:a16="http://schemas.microsoft.com/office/drawing/2014/main" id="{6A609630-EC32-4558-AE6B-451B1CED08F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86-1">
            <a:extLst>
              <a:ext uri="{FF2B5EF4-FFF2-40B4-BE49-F238E27FC236}">
                <a16:creationId xmlns:a16="http://schemas.microsoft.com/office/drawing/2014/main" id="{A4666CC2-D589-4C8B-89A6-9433A7440EF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86-2">
            <a:extLst>
              <a:ext uri="{FF2B5EF4-FFF2-40B4-BE49-F238E27FC236}">
                <a16:creationId xmlns:a16="http://schemas.microsoft.com/office/drawing/2014/main" id="{90F2355D-EE3E-4D39-B48E-04805AE18C4E}"/>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86-3">
            <a:extLst>
              <a:ext uri="{FF2B5EF4-FFF2-40B4-BE49-F238E27FC236}">
                <a16:creationId xmlns:a16="http://schemas.microsoft.com/office/drawing/2014/main" id="{C5C3DFCB-8042-4CA9-9A37-03808B6C28E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86-4">
            <a:extLst>
              <a:ext uri="{FF2B5EF4-FFF2-40B4-BE49-F238E27FC236}">
                <a16:creationId xmlns:a16="http://schemas.microsoft.com/office/drawing/2014/main" id="{B1086A69-1A55-47B7-9461-155AF499E0D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86-5">
            <a:extLst>
              <a:ext uri="{FF2B5EF4-FFF2-40B4-BE49-F238E27FC236}">
                <a16:creationId xmlns:a16="http://schemas.microsoft.com/office/drawing/2014/main" id="{2C334F6A-B278-405E-909B-23AF3856661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86-6">
            <a:extLst>
              <a:ext uri="{FF2B5EF4-FFF2-40B4-BE49-F238E27FC236}">
                <a16:creationId xmlns:a16="http://schemas.microsoft.com/office/drawing/2014/main" id="{763CF1EB-7AA1-40FD-B714-7EF6714AA19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86-7">
            <a:extLst>
              <a:ext uri="{FF2B5EF4-FFF2-40B4-BE49-F238E27FC236}">
                <a16:creationId xmlns:a16="http://schemas.microsoft.com/office/drawing/2014/main" id="{80F6053E-3136-420E-9CB1-DDBF789A8C9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87">
            <a:extLst>
              <a:ext uri="{FF2B5EF4-FFF2-40B4-BE49-F238E27FC236}">
                <a16:creationId xmlns:a16="http://schemas.microsoft.com/office/drawing/2014/main" id="{ED007CCF-862C-4781-B37D-FA7785F345C2}"/>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3EEFEEA-FE86-4FD1-9FD3-4F8C0E4128D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146304440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371C907-9CD1-4222-8D23-159FF2D839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E18D169-6802-4713-857F-B3D5B60D0C7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D57E6-5D2D-4A24-B042-BE3FA1FD47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오른쪽 스캔 1/1</a:t>
            </a:r>
          </a:p>
        </p:txBody>
      </p:sp>
      <p:sp>
        <p:nvSpPr>
          <p:cNvPr id="4" name="diagram-line-88">
            <a:extLst>
              <a:ext uri="{FF2B5EF4-FFF2-40B4-BE49-F238E27FC236}">
                <a16:creationId xmlns:a16="http://schemas.microsoft.com/office/drawing/2014/main" id="{F70AA3BD-DAC4-4D6C-9D5D-BAFB65418E5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3CF69AE-01CA-456B-A8D3-30C4C281B49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right_sum 갱신.</a:t>
            </a:r>
          </a:p>
        </p:txBody>
      </p:sp>
      <p:sp>
        <p:nvSpPr>
          <p:cNvPr id="6" name="footer">
            <a:extLst>
              <a:ext uri="{FF2B5EF4-FFF2-40B4-BE49-F238E27FC236}">
                <a16:creationId xmlns:a16="http://schemas.microsoft.com/office/drawing/2014/main" id="{A8C07826-D860-4702-9C0C-D2FB6145163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91B7A5-FF38-43EC-917F-29C8BCCD88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121</a:t>
            </a:r>
            <a:endParaRPr sz="1050" b="0">
              <a:solidFill>
                <a:srgbClr val="151515"/>
              </a:solidFill>
              <a:latin typeface="Consolas"/>
              <a:ea typeface="Consolas"/>
              <a:cs typeface="Consolas"/>
            </a:endParaRPr>
          </a:p>
        </p:txBody>
      </p:sp>
      <p:sp>
        <p:nvSpPr>
          <p:cNvPr id="8" name="row-89-label">
            <a:extLst>
              <a:ext uri="{FF2B5EF4-FFF2-40B4-BE49-F238E27FC236}">
                <a16:creationId xmlns:a16="http://schemas.microsoft.com/office/drawing/2014/main" id="{87E242B8-2DC9-407A-930C-DD4422E8DE9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1722570-C780-48DA-BE53-C8794A0034A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9-0">
            <a:extLst>
              <a:ext uri="{FF2B5EF4-FFF2-40B4-BE49-F238E27FC236}">
                <a16:creationId xmlns:a16="http://schemas.microsoft.com/office/drawing/2014/main" id="{74A3B3C8-A515-4A7C-A6EF-2973DE40AB1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9-1">
            <a:extLst>
              <a:ext uri="{FF2B5EF4-FFF2-40B4-BE49-F238E27FC236}">
                <a16:creationId xmlns:a16="http://schemas.microsoft.com/office/drawing/2014/main" id="{115AEB13-4F00-4462-B3C9-A474A8D173B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9-2">
            <a:extLst>
              <a:ext uri="{FF2B5EF4-FFF2-40B4-BE49-F238E27FC236}">
                <a16:creationId xmlns:a16="http://schemas.microsoft.com/office/drawing/2014/main" id="{E941CB3F-071A-4F14-83BA-70AD3F0E1CB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9-3">
            <a:extLst>
              <a:ext uri="{FF2B5EF4-FFF2-40B4-BE49-F238E27FC236}">
                <a16:creationId xmlns:a16="http://schemas.microsoft.com/office/drawing/2014/main" id="{E9C03BC5-F9A7-4AC5-8715-E698E5C5D4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9-4">
            <a:extLst>
              <a:ext uri="{FF2B5EF4-FFF2-40B4-BE49-F238E27FC236}">
                <a16:creationId xmlns:a16="http://schemas.microsoft.com/office/drawing/2014/main" id="{9EB67C83-5B9F-474D-AE89-1D3DBC8FF4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9-5">
            <a:extLst>
              <a:ext uri="{FF2B5EF4-FFF2-40B4-BE49-F238E27FC236}">
                <a16:creationId xmlns:a16="http://schemas.microsoft.com/office/drawing/2014/main" id="{8415FCB5-4184-4BEA-84D8-2AFCF53C7FB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9-6">
            <a:extLst>
              <a:ext uri="{FF2B5EF4-FFF2-40B4-BE49-F238E27FC236}">
                <a16:creationId xmlns:a16="http://schemas.microsoft.com/office/drawing/2014/main" id="{EF7772CF-DB36-41C4-86CD-C6B047BCF83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9-7">
            <a:extLst>
              <a:ext uri="{FF2B5EF4-FFF2-40B4-BE49-F238E27FC236}">
                <a16:creationId xmlns:a16="http://schemas.microsoft.com/office/drawing/2014/main" id="{88B9649E-4410-4B28-885D-A518901602D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90">
            <a:extLst>
              <a:ext uri="{FF2B5EF4-FFF2-40B4-BE49-F238E27FC236}">
                <a16:creationId xmlns:a16="http://schemas.microsoft.com/office/drawing/2014/main" id="{EEC7D690-2230-4F8A-8FC4-6C0807BA21ED}"/>
              </a:ext>
            </a:extLst>
          </p:cNvPr>
          <p:cNvSpPr>
            <a:spLocks noGrp="1"/>
          </p:cNvSpPr>
          <p:nvPr/>
        </p:nvSpPr>
        <p:spPr>
          <a:xfrm>
            <a:off x="5667375" y="2743200"/>
            <a:ext cx="19050" cy="666750"/>
          </a:xfrm>
          <a:prstGeom prst="rect">
            <a:avLst/>
          </a:prstGeom>
          <a:solidFill>
            <a:srgbClr val="9A5900"/>
          </a:solidFill>
          <a:ln w="0">
            <a:noFill/>
          </a:ln>
        </p:spPr>
      </p:sp>
      <p:sp>
        <p:nvSpPr>
          <p:cNvPr id="19" name="pointer-89">
            <a:extLst>
              <a:ext uri="{FF2B5EF4-FFF2-40B4-BE49-F238E27FC236}">
                <a16:creationId xmlns:a16="http://schemas.microsoft.com/office/drawing/2014/main" id="{867D4CDC-EB21-4288-B6DC-4F879F0811CE}"/>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210A54BF-42D6-4CBE-BF68-3CBF42713AF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C01F55AA-C8AC-4C14-BB45-EF0CBEFF33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−2</a:t>
            </a:r>
          </a:p>
        </p:txBody>
      </p:sp>
      <p:sp>
        <p:nvSpPr>
          <p:cNvPr id="22" name="row-91-label">
            <a:extLst>
              <a:ext uri="{FF2B5EF4-FFF2-40B4-BE49-F238E27FC236}">
                <a16:creationId xmlns:a16="http://schemas.microsoft.com/office/drawing/2014/main" id="{34C846B5-FC3A-424B-B76C-FA7AEB6AF4C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3752D5B-2E2F-4E2F-AD91-3FCEAA7FC59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91-0">
            <a:extLst>
              <a:ext uri="{FF2B5EF4-FFF2-40B4-BE49-F238E27FC236}">
                <a16:creationId xmlns:a16="http://schemas.microsoft.com/office/drawing/2014/main" id="{16C1F114-3C0C-4DC8-9116-6C487758481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91-1">
            <a:extLst>
              <a:ext uri="{FF2B5EF4-FFF2-40B4-BE49-F238E27FC236}">
                <a16:creationId xmlns:a16="http://schemas.microsoft.com/office/drawing/2014/main" id="{08A30F77-0B5E-4255-AB6B-4596ED8AB37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91-2">
            <a:extLst>
              <a:ext uri="{FF2B5EF4-FFF2-40B4-BE49-F238E27FC236}">
                <a16:creationId xmlns:a16="http://schemas.microsoft.com/office/drawing/2014/main" id="{150265D0-0616-4039-88F8-A77A8D09DFB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91-3">
            <a:extLst>
              <a:ext uri="{FF2B5EF4-FFF2-40B4-BE49-F238E27FC236}">
                <a16:creationId xmlns:a16="http://schemas.microsoft.com/office/drawing/2014/main" id="{9EF3944A-5B77-4ED3-90B3-5CBF2A7FE5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91-4">
            <a:extLst>
              <a:ext uri="{FF2B5EF4-FFF2-40B4-BE49-F238E27FC236}">
                <a16:creationId xmlns:a16="http://schemas.microsoft.com/office/drawing/2014/main" id="{89B405A4-6040-4558-803E-30F840E94B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91-5">
            <a:extLst>
              <a:ext uri="{FF2B5EF4-FFF2-40B4-BE49-F238E27FC236}">
                <a16:creationId xmlns:a16="http://schemas.microsoft.com/office/drawing/2014/main" id="{249B2AEF-6543-42CF-8DB3-9864BB6C8D37}"/>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91-6">
            <a:extLst>
              <a:ext uri="{FF2B5EF4-FFF2-40B4-BE49-F238E27FC236}">
                <a16:creationId xmlns:a16="http://schemas.microsoft.com/office/drawing/2014/main" id="{8A65727F-2179-424B-ABAE-9F2266F6A33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91-7">
            <a:extLst>
              <a:ext uri="{FF2B5EF4-FFF2-40B4-BE49-F238E27FC236}">
                <a16:creationId xmlns:a16="http://schemas.microsoft.com/office/drawing/2014/main" id="{C2C21EFF-21CB-4B6D-9651-42C05F626B0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92">
            <a:extLst>
              <a:ext uri="{FF2B5EF4-FFF2-40B4-BE49-F238E27FC236}">
                <a16:creationId xmlns:a16="http://schemas.microsoft.com/office/drawing/2014/main" id="{8256F580-DB49-4368-B3C6-C5372451CBCB}"/>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26F5FFF-7F2F-4AE4-8527-89F78C303A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0437411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A704BA8A-2144-431B-9309-E0985BBD96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E3E5F35-D221-4C2A-AAFC-6B22129065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B39A2F-FD20-44F1-9B6D-29BDFCD4D9A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세 후보 비교 → 12 반환</a:t>
            </a:r>
          </a:p>
        </p:txBody>
      </p:sp>
      <p:sp>
        <p:nvSpPr>
          <p:cNvPr id="4" name="diagram-line-93">
            <a:extLst>
              <a:ext uri="{FF2B5EF4-FFF2-40B4-BE49-F238E27FC236}">
                <a16:creationId xmlns:a16="http://schemas.microsoft.com/office/drawing/2014/main" id="{E993C3D5-BA73-4160-B579-EE27CC2E229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1043398-BA59-4164-B619-0E5C4D4C4B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−2, 10) = 12입니다.</a:t>
            </a:r>
          </a:p>
        </p:txBody>
      </p:sp>
      <p:sp>
        <p:nvSpPr>
          <p:cNvPr id="6" name="footer">
            <a:extLst>
              <a:ext uri="{FF2B5EF4-FFF2-40B4-BE49-F238E27FC236}">
                <a16:creationId xmlns:a16="http://schemas.microsoft.com/office/drawing/2014/main" id="{9FDF1A02-DA73-4A0D-9236-102205099F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B92F522-D44D-45E3-AAC0-53F49B87B0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122</a:t>
            </a:r>
            <a:endParaRPr sz="1050" b="0">
              <a:solidFill>
                <a:srgbClr val="151515"/>
              </a:solidFill>
              <a:latin typeface="Consolas"/>
              <a:ea typeface="Consolas"/>
              <a:cs typeface="Consolas"/>
            </a:endParaRPr>
          </a:p>
        </p:txBody>
      </p:sp>
      <p:sp>
        <p:nvSpPr>
          <p:cNvPr id="8" name="row-94-label">
            <a:extLst>
              <a:ext uri="{FF2B5EF4-FFF2-40B4-BE49-F238E27FC236}">
                <a16:creationId xmlns:a16="http://schemas.microsoft.com/office/drawing/2014/main" id="{9076D70B-794C-42A7-8724-2F43D802997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892AB92E-019F-4987-90AC-AAEAF1188A62}"/>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4-0">
            <a:extLst>
              <a:ext uri="{FF2B5EF4-FFF2-40B4-BE49-F238E27FC236}">
                <a16:creationId xmlns:a16="http://schemas.microsoft.com/office/drawing/2014/main" id="{4BA7CE2A-14C2-421D-9CE3-1F51F9FBFF0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4-1">
            <a:extLst>
              <a:ext uri="{FF2B5EF4-FFF2-40B4-BE49-F238E27FC236}">
                <a16:creationId xmlns:a16="http://schemas.microsoft.com/office/drawing/2014/main" id="{3E6086E0-6836-484F-9492-22B568ECB1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4-2">
            <a:extLst>
              <a:ext uri="{FF2B5EF4-FFF2-40B4-BE49-F238E27FC236}">
                <a16:creationId xmlns:a16="http://schemas.microsoft.com/office/drawing/2014/main" id="{736343D5-FCAB-4990-8508-7B98DB1462D5}"/>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4-3">
            <a:extLst>
              <a:ext uri="{FF2B5EF4-FFF2-40B4-BE49-F238E27FC236}">
                <a16:creationId xmlns:a16="http://schemas.microsoft.com/office/drawing/2014/main" id="{9BA399A3-CF0F-4240-9C34-582E2BDF5E7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4-4">
            <a:extLst>
              <a:ext uri="{FF2B5EF4-FFF2-40B4-BE49-F238E27FC236}">
                <a16:creationId xmlns:a16="http://schemas.microsoft.com/office/drawing/2014/main" id="{EE1DC2A6-55DE-4F0A-9C78-9B922A8C0737}"/>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4-5">
            <a:extLst>
              <a:ext uri="{FF2B5EF4-FFF2-40B4-BE49-F238E27FC236}">
                <a16:creationId xmlns:a16="http://schemas.microsoft.com/office/drawing/2014/main" id="{B846D09B-485B-4FD6-8ADE-3CA769595A4D}"/>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4-6">
            <a:extLst>
              <a:ext uri="{FF2B5EF4-FFF2-40B4-BE49-F238E27FC236}">
                <a16:creationId xmlns:a16="http://schemas.microsoft.com/office/drawing/2014/main" id="{DA36BDC7-D53F-4631-8A13-7EEE7B7D842C}"/>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4-7">
            <a:extLst>
              <a:ext uri="{FF2B5EF4-FFF2-40B4-BE49-F238E27FC236}">
                <a16:creationId xmlns:a16="http://schemas.microsoft.com/office/drawing/2014/main" id="{50095B69-B442-4880-BD0B-CDC06C7F54B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94">
            <a:extLst>
              <a:ext uri="{FF2B5EF4-FFF2-40B4-BE49-F238E27FC236}">
                <a16:creationId xmlns:a16="http://schemas.microsoft.com/office/drawing/2014/main" id="{4D0855C8-8108-47E1-AD8E-C776681040D8}"/>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95-label">
            <a:extLst>
              <a:ext uri="{FF2B5EF4-FFF2-40B4-BE49-F238E27FC236}">
                <a16:creationId xmlns:a16="http://schemas.microsoft.com/office/drawing/2014/main" id="{6960E15A-E072-4413-85CE-6DAE145643B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1217CBA6-AD03-43B0-91BE-A43CE28627B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95-0">
            <a:extLst>
              <a:ext uri="{FF2B5EF4-FFF2-40B4-BE49-F238E27FC236}">
                <a16:creationId xmlns:a16="http://schemas.microsoft.com/office/drawing/2014/main" id="{115BAC1D-27B0-4B7D-BB5B-3892AEB7353F}"/>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95-1">
            <a:extLst>
              <a:ext uri="{FF2B5EF4-FFF2-40B4-BE49-F238E27FC236}">
                <a16:creationId xmlns:a16="http://schemas.microsoft.com/office/drawing/2014/main" id="{855009FB-AB23-44F0-A5A3-4CF6987D1519}"/>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95-2">
            <a:extLst>
              <a:ext uri="{FF2B5EF4-FFF2-40B4-BE49-F238E27FC236}">
                <a16:creationId xmlns:a16="http://schemas.microsoft.com/office/drawing/2014/main" id="{C6EE7720-62C1-4F06-BF0E-331E642F594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95-3">
            <a:extLst>
              <a:ext uri="{FF2B5EF4-FFF2-40B4-BE49-F238E27FC236}">
                <a16:creationId xmlns:a16="http://schemas.microsoft.com/office/drawing/2014/main" id="{FC953083-FE09-410A-B8F7-7F3CD374C9E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95-4">
            <a:extLst>
              <a:ext uri="{FF2B5EF4-FFF2-40B4-BE49-F238E27FC236}">
                <a16:creationId xmlns:a16="http://schemas.microsoft.com/office/drawing/2014/main" id="{DFF0D62C-4D9D-424F-B957-3DC18094BC98}"/>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95-5">
            <a:extLst>
              <a:ext uri="{FF2B5EF4-FFF2-40B4-BE49-F238E27FC236}">
                <a16:creationId xmlns:a16="http://schemas.microsoft.com/office/drawing/2014/main" id="{D3F1001B-48F1-4FE0-9FE8-DDD8F7D93779}"/>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95-6">
            <a:extLst>
              <a:ext uri="{FF2B5EF4-FFF2-40B4-BE49-F238E27FC236}">
                <a16:creationId xmlns:a16="http://schemas.microsoft.com/office/drawing/2014/main" id="{B99E7279-5691-4DE1-8B82-3008CB222645}"/>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95-7">
            <a:extLst>
              <a:ext uri="{FF2B5EF4-FFF2-40B4-BE49-F238E27FC236}">
                <a16:creationId xmlns:a16="http://schemas.microsoft.com/office/drawing/2014/main" id="{736D9CFE-3783-4C6F-ABFE-CCEACB2F6743}"/>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95">
            <a:extLst>
              <a:ext uri="{FF2B5EF4-FFF2-40B4-BE49-F238E27FC236}">
                <a16:creationId xmlns:a16="http://schemas.microsoft.com/office/drawing/2014/main" id="{9823DC90-9223-4731-B87A-80DCE8E1AB8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30" name="row-96-label">
            <a:extLst>
              <a:ext uri="{FF2B5EF4-FFF2-40B4-BE49-F238E27FC236}">
                <a16:creationId xmlns:a16="http://schemas.microsoft.com/office/drawing/2014/main" id="{0D5F7EB2-473D-4770-995E-FA713F7E1E1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DC44903-2977-419F-948F-33EB0A9B3469}"/>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96-0">
            <a:extLst>
              <a:ext uri="{FF2B5EF4-FFF2-40B4-BE49-F238E27FC236}">
                <a16:creationId xmlns:a16="http://schemas.microsoft.com/office/drawing/2014/main" id="{C8BF246D-D289-4097-9B49-ABE2112996C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96-1">
            <a:extLst>
              <a:ext uri="{FF2B5EF4-FFF2-40B4-BE49-F238E27FC236}">
                <a16:creationId xmlns:a16="http://schemas.microsoft.com/office/drawing/2014/main" id="{0C3DECFE-6E20-40D4-BD91-76B155C3A71D}"/>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96-2">
            <a:extLst>
              <a:ext uri="{FF2B5EF4-FFF2-40B4-BE49-F238E27FC236}">
                <a16:creationId xmlns:a16="http://schemas.microsoft.com/office/drawing/2014/main" id="{19D14312-9D8C-40B5-87DD-9B13606F0BA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96-3">
            <a:extLst>
              <a:ext uri="{FF2B5EF4-FFF2-40B4-BE49-F238E27FC236}">
                <a16:creationId xmlns:a16="http://schemas.microsoft.com/office/drawing/2014/main" id="{D76FB911-4888-4FD1-BC57-C8744C85C76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96-4">
            <a:extLst>
              <a:ext uri="{FF2B5EF4-FFF2-40B4-BE49-F238E27FC236}">
                <a16:creationId xmlns:a16="http://schemas.microsoft.com/office/drawing/2014/main" id="{946C0B0B-DD7E-492B-9D52-D64A34325AA0}"/>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96-5">
            <a:extLst>
              <a:ext uri="{FF2B5EF4-FFF2-40B4-BE49-F238E27FC236}">
                <a16:creationId xmlns:a16="http://schemas.microsoft.com/office/drawing/2014/main" id="{4AD47211-E7CA-4D62-B2A2-EFCD79F5DD34}"/>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96-6">
            <a:extLst>
              <a:ext uri="{FF2B5EF4-FFF2-40B4-BE49-F238E27FC236}">
                <a16:creationId xmlns:a16="http://schemas.microsoft.com/office/drawing/2014/main" id="{AB127B9E-A1C0-40E4-B5BD-6E9DE4CACA15}"/>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96-7">
            <a:extLst>
              <a:ext uri="{FF2B5EF4-FFF2-40B4-BE49-F238E27FC236}">
                <a16:creationId xmlns:a16="http://schemas.microsoft.com/office/drawing/2014/main" id="{CCBEC49D-DF57-446A-845D-AF298B6D8A61}"/>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96">
            <a:extLst>
              <a:ext uri="{FF2B5EF4-FFF2-40B4-BE49-F238E27FC236}">
                <a16:creationId xmlns:a16="http://schemas.microsoft.com/office/drawing/2014/main" id="{88A11F82-1185-4922-95E8-A9EC686D6AE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B29642CF-4C8E-4EFE-95BA-66F240AC74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right_max에 12을 반환합니다.</a:t>
            </a:r>
          </a:p>
        </p:txBody>
      </p:sp>
    </p:spTree>
    <p:extLst>
      <p:ext uri="{BB962C8B-B14F-4D97-AF65-F5344CB8AC3E}">
        <p14:creationId xmlns:p14="http://schemas.microsoft.com/office/powerpoint/2010/main" val="341488991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E6459DEA-A32E-4CE2-BB7E-EECD167374B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C47276-AD35-4A76-B1D6-813A34AC97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444FB4-416E-44E2-9DC7-499C4D9FAE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답 12도 받음</a:t>
            </a:r>
          </a:p>
        </p:txBody>
      </p:sp>
      <p:sp>
        <p:nvSpPr>
          <p:cNvPr id="4" name="diagram-line-97">
            <a:extLst>
              <a:ext uri="{FF2B5EF4-FFF2-40B4-BE49-F238E27FC236}">
                <a16:creationId xmlns:a16="http://schemas.microsoft.com/office/drawing/2014/main" id="{00E0CB22-B3B8-4863-83B1-8A7F493EA89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D94743B-6F39-47AA-942E-F38D3BEBBA1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3, right_max = 12입니다.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E3DD134F-CB3E-4900-A2F4-3A1F5B9D80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AD61138-D263-4E4C-A3EB-B1A59DD10B0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123</a:t>
            </a:r>
            <a:endParaRPr sz="1050" b="0">
              <a:solidFill>
                <a:srgbClr val="151515"/>
              </a:solidFill>
              <a:latin typeface="Consolas"/>
              <a:ea typeface="Consolas"/>
              <a:cs typeface="Consolas"/>
            </a:endParaRPr>
          </a:p>
        </p:txBody>
      </p:sp>
      <p:sp>
        <p:nvSpPr>
          <p:cNvPr id="8" name="row-98-label">
            <a:extLst>
              <a:ext uri="{FF2B5EF4-FFF2-40B4-BE49-F238E27FC236}">
                <a16:creationId xmlns:a16="http://schemas.microsoft.com/office/drawing/2014/main" id="{CD6227E4-28CF-4F22-9B70-8D8F01925E0D}"/>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85FAA638-4DD6-43C5-B06C-8D95EF01846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8-0">
            <a:extLst>
              <a:ext uri="{FF2B5EF4-FFF2-40B4-BE49-F238E27FC236}">
                <a16:creationId xmlns:a16="http://schemas.microsoft.com/office/drawing/2014/main" id="{AA18228B-AEF3-4232-B541-577CBBABCEE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8-1">
            <a:extLst>
              <a:ext uri="{FF2B5EF4-FFF2-40B4-BE49-F238E27FC236}">
                <a16:creationId xmlns:a16="http://schemas.microsoft.com/office/drawing/2014/main" id="{49550633-F57C-48ED-B584-F85E76D7162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8-2">
            <a:extLst>
              <a:ext uri="{FF2B5EF4-FFF2-40B4-BE49-F238E27FC236}">
                <a16:creationId xmlns:a16="http://schemas.microsoft.com/office/drawing/2014/main" id="{F09F7FD6-0C05-48FF-9B0E-E2D1E4CBF4B6}"/>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8-3">
            <a:extLst>
              <a:ext uri="{FF2B5EF4-FFF2-40B4-BE49-F238E27FC236}">
                <a16:creationId xmlns:a16="http://schemas.microsoft.com/office/drawing/2014/main" id="{8A75E30D-63F0-4D07-B06C-53989508A1FA}"/>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8-4">
            <a:extLst>
              <a:ext uri="{FF2B5EF4-FFF2-40B4-BE49-F238E27FC236}">
                <a16:creationId xmlns:a16="http://schemas.microsoft.com/office/drawing/2014/main" id="{24A4EB5A-2DC4-4386-A459-7F76F5714CB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8-5">
            <a:extLst>
              <a:ext uri="{FF2B5EF4-FFF2-40B4-BE49-F238E27FC236}">
                <a16:creationId xmlns:a16="http://schemas.microsoft.com/office/drawing/2014/main" id="{0E304A4B-0DD5-4453-B431-15C283B28238}"/>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8-6">
            <a:extLst>
              <a:ext uri="{FF2B5EF4-FFF2-40B4-BE49-F238E27FC236}">
                <a16:creationId xmlns:a16="http://schemas.microsoft.com/office/drawing/2014/main" id="{0D2A0E0D-3C8D-476D-A83C-F38575684852}"/>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8-7">
            <a:extLst>
              <a:ext uri="{FF2B5EF4-FFF2-40B4-BE49-F238E27FC236}">
                <a16:creationId xmlns:a16="http://schemas.microsoft.com/office/drawing/2014/main" id="{B44D5E40-E4A7-4217-A321-F7B64B62F97C}"/>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99-label">
            <a:extLst>
              <a:ext uri="{FF2B5EF4-FFF2-40B4-BE49-F238E27FC236}">
                <a16:creationId xmlns:a16="http://schemas.microsoft.com/office/drawing/2014/main" id="{05D1CE0A-B0EF-426D-8210-13C8DCF1A39C}"/>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19" name="표 18">
            <a:extLst>
              <a:ext uri="{FF2B5EF4-FFF2-40B4-BE49-F238E27FC236}">
                <a16:creationId xmlns:a16="http://schemas.microsoft.com/office/drawing/2014/main" id="{A6439D4C-A18F-4C1F-A65B-E56A8D7E373E}"/>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0" name="index-99-0">
            <a:extLst>
              <a:ext uri="{FF2B5EF4-FFF2-40B4-BE49-F238E27FC236}">
                <a16:creationId xmlns:a16="http://schemas.microsoft.com/office/drawing/2014/main" id="{C9B35750-C8BA-4B23-9E55-76B0995716BF}"/>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99-1">
            <a:extLst>
              <a:ext uri="{FF2B5EF4-FFF2-40B4-BE49-F238E27FC236}">
                <a16:creationId xmlns:a16="http://schemas.microsoft.com/office/drawing/2014/main" id="{FAD672F1-8A7C-40C6-B24C-0D38ABE56CE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99-2">
            <a:extLst>
              <a:ext uri="{FF2B5EF4-FFF2-40B4-BE49-F238E27FC236}">
                <a16:creationId xmlns:a16="http://schemas.microsoft.com/office/drawing/2014/main" id="{41E1912A-AB60-4C7A-879E-70BE5745F4C0}"/>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99-3">
            <a:extLst>
              <a:ext uri="{FF2B5EF4-FFF2-40B4-BE49-F238E27FC236}">
                <a16:creationId xmlns:a16="http://schemas.microsoft.com/office/drawing/2014/main" id="{C70BFCF9-47B9-4EB1-BFF1-EAA038A55803}"/>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99-4">
            <a:extLst>
              <a:ext uri="{FF2B5EF4-FFF2-40B4-BE49-F238E27FC236}">
                <a16:creationId xmlns:a16="http://schemas.microsoft.com/office/drawing/2014/main" id="{575213A3-0DF6-439C-A5A8-01CD4BC1427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99-5">
            <a:extLst>
              <a:ext uri="{FF2B5EF4-FFF2-40B4-BE49-F238E27FC236}">
                <a16:creationId xmlns:a16="http://schemas.microsoft.com/office/drawing/2014/main" id="{CFC5AFFF-4E4D-471D-9888-376465BD1627}"/>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99-6">
            <a:extLst>
              <a:ext uri="{FF2B5EF4-FFF2-40B4-BE49-F238E27FC236}">
                <a16:creationId xmlns:a16="http://schemas.microsoft.com/office/drawing/2014/main" id="{9899C669-17E6-4A22-B661-0C303759D73F}"/>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99-7">
            <a:extLst>
              <a:ext uri="{FF2B5EF4-FFF2-40B4-BE49-F238E27FC236}">
                <a16:creationId xmlns:a16="http://schemas.microsoft.com/office/drawing/2014/main" id="{E85B8DE7-2CD9-4C32-B714-BC6B736DC95E}"/>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1B39CEB2-D123-40CE-B09B-D7FF5BD6860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45737434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51AA6E34-BE23-426A-AC5D-65840D21E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EF02E27-601C-45EB-B3DB-A50EDA4ECE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DCD2D60-F565-4655-A483-936796F0158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이제 경계를 걸치는 합 계산</a:t>
            </a:r>
          </a:p>
        </p:txBody>
      </p:sp>
      <p:sp>
        <p:nvSpPr>
          <p:cNvPr id="4" name="diagram-line-100">
            <a:extLst>
              <a:ext uri="{FF2B5EF4-FFF2-40B4-BE49-F238E27FC236}">
                <a16:creationId xmlns:a16="http://schemas.microsoft.com/office/drawing/2014/main" id="{438251E0-547D-4421-A8FC-109FA252D54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E1FF0D8-CF1D-4E4B-8996-9DFBB0BD68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1입니다. 왼쪽 스캔은 a[1] = −5부터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5BCC06F-5D81-4A89-91A6-544A397CE59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705D6-DC0F-4991-ABF6-4441F4FB54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124</a:t>
            </a:r>
            <a:endParaRPr sz="1050" b="0">
              <a:solidFill>
                <a:srgbClr val="151515"/>
              </a:solidFill>
              <a:latin typeface="Consolas"/>
              <a:ea typeface="Consolas"/>
              <a:cs typeface="Consolas"/>
            </a:endParaRPr>
          </a:p>
        </p:txBody>
      </p:sp>
      <p:sp>
        <p:nvSpPr>
          <p:cNvPr id="8" name="row-101-label">
            <a:extLst>
              <a:ext uri="{FF2B5EF4-FFF2-40B4-BE49-F238E27FC236}">
                <a16:creationId xmlns:a16="http://schemas.microsoft.com/office/drawing/2014/main" id="{72D557B2-043F-44C1-9F6E-9F3C50666EF3}"/>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8E56E036-B0CA-4DED-BF73-A7E8AFE51AB2}"/>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1-0">
            <a:extLst>
              <a:ext uri="{FF2B5EF4-FFF2-40B4-BE49-F238E27FC236}">
                <a16:creationId xmlns:a16="http://schemas.microsoft.com/office/drawing/2014/main" id="{931FA83F-39A5-4DBF-89D1-5A38C82BD11A}"/>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1">
            <a:extLst>
              <a:ext uri="{FF2B5EF4-FFF2-40B4-BE49-F238E27FC236}">
                <a16:creationId xmlns:a16="http://schemas.microsoft.com/office/drawing/2014/main" id="{7566434E-189B-49F4-ACF8-047C4483C314}"/>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1-2">
            <a:extLst>
              <a:ext uri="{FF2B5EF4-FFF2-40B4-BE49-F238E27FC236}">
                <a16:creationId xmlns:a16="http://schemas.microsoft.com/office/drawing/2014/main" id="{19E99103-792D-4308-84D3-0BC6E864E788}"/>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1-3">
            <a:extLst>
              <a:ext uri="{FF2B5EF4-FFF2-40B4-BE49-F238E27FC236}">
                <a16:creationId xmlns:a16="http://schemas.microsoft.com/office/drawing/2014/main" id="{2A2DE7D8-411E-416D-9671-967C479859EA}"/>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1-4">
            <a:extLst>
              <a:ext uri="{FF2B5EF4-FFF2-40B4-BE49-F238E27FC236}">
                <a16:creationId xmlns:a16="http://schemas.microsoft.com/office/drawing/2014/main" id="{AF20E355-948E-42C8-BA14-EEDCB0D5FAEC}"/>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1-5">
            <a:extLst>
              <a:ext uri="{FF2B5EF4-FFF2-40B4-BE49-F238E27FC236}">
                <a16:creationId xmlns:a16="http://schemas.microsoft.com/office/drawing/2014/main" id="{C4E1D8B3-E95C-470A-AC18-C01FA7AA2381}"/>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1-6">
            <a:extLst>
              <a:ext uri="{FF2B5EF4-FFF2-40B4-BE49-F238E27FC236}">
                <a16:creationId xmlns:a16="http://schemas.microsoft.com/office/drawing/2014/main" id="{6DC054B9-D503-49C6-8D40-3C7F854FB267}"/>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1-7">
            <a:extLst>
              <a:ext uri="{FF2B5EF4-FFF2-40B4-BE49-F238E27FC236}">
                <a16:creationId xmlns:a16="http://schemas.microsoft.com/office/drawing/2014/main" id="{6AD5A3FA-85AE-490C-BF4B-35D4636668E6}"/>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2">
            <a:extLst>
              <a:ext uri="{FF2B5EF4-FFF2-40B4-BE49-F238E27FC236}">
                <a16:creationId xmlns:a16="http://schemas.microsoft.com/office/drawing/2014/main" id="{F573B88E-ECC7-418F-A02B-447583FEB5ED}"/>
              </a:ext>
            </a:extLst>
          </p:cNvPr>
          <p:cNvSpPr>
            <a:spLocks noGrp="1"/>
          </p:cNvSpPr>
          <p:nvPr/>
        </p:nvSpPr>
        <p:spPr>
          <a:xfrm>
            <a:off x="4562475" y="2943225"/>
            <a:ext cx="19050" cy="666750"/>
          </a:xfrm>
          <a:prstGeom prst="rect">
            <a:avLst/>
          </a:prstGeom>
          <a:solidFill>
            <a:srgbClr val="9A5900"/>
          </a:solidFill>
          <a:ln w="0">
            <a:noFill/>
          </a:ln>
        </p:spPr>
      </p:sp>
      <p:sp>
        <p:nvSpPr>
          <p:cNvPr id="19" name="pointer-101">
            <a:extLst>
              <a:ext uri="{FF2B5EF4-FFF2-40B4-BE49-F238E27FC236}">
                <a16:creationId xmlns:a16="http://schemas.microsoft.com/office/drawing/2014/main" id="{3E78B25F-84D4-4A84-9582-6E1E09019FA2}"/>
              </a:ext>
            </a:extLst>
          </p:cNvPr>
          <p:cNvSpPr>
            <a:spLocks noGrp="1"/>
          </p:cNvSpPr>
          <p:nvPr/>
        </p:nvSpPr>
        <p:spPr>
          <a:xfrm>
            <a:off x="33909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initial-left-sum">
            <a:extLst>
              <a:ext uri="{FF2B5EF4-FFF2-40B4-BE49-F238E27FC236}">
                <a16:creationId xmlns:a16="http://schemas.microsoft.com/office/drawing/2014/main" id="{5005737E-2F17-4D4A-8B58-D4565B62851D}"/>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EBEC51FC-8365-4BC5-9965-89ADDEE86DC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3, right_max = 12.</a:t>
            </a:r>
          </a:p>
        </p:txBody>
      </p:sp>
    </p:spTree>
    <p:extLst>
      <p:ext uri="{BB962C8B-B14F-4D97-AF65-F5344CB8AC3E}">
        <p14:creationId xmlns:p14="http://schemas.microsoft.com/office/powerpoint/2010/main" val="73310501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F30BF2-1E38-4004-944A-D380D5BC67A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D553391-E41C-4B7A-B31B-09C09E2C81F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4399FD-E5B0-4431-9E3F-9F6D7E42B31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1/2</a:t>
            </a:r>
          </a:p>
        </p:txBody>
      </p:sp>
      <p:sp>
        <p:nvSpPr>
          <p:cNvPr id="4" name="diagram-line-103">
            <a:extLst>
              <a:ext uri="{FF2B5EF4-FFF2-40B4-BE49-F238E27FC236}">
                <a16:creationId xmlns:a16="http://schemas.microsoft.com/office/drawing/2014/main" id="{51DCE38C-5FA6-4F51-8AD6-1A3B0B04F4C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6C0525-F230-482F-8EDE-27317DE8F8C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969FD42C-DA6A-4E8A-9968-01B1462B02D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1DB078-C45C-4C40-9D2C-C192DC025D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125</a:t>
            </a:r>
            <a:endParaRPr sz="1050" b="0">
              <a:solidFill>
                <a:srgbClr val="151515"/>
              </a:solidFill>
              <a:latin typeface="Consolas"/>
              <a:ea typeface="Consolas"/>
              <a:cs typeface="Consolas"/>
            </a:endParaRPr>
          </a:p>
        </p:txBody>
      </p:sp>
      <p:sp>
        <p:nvSpPr>
          <p:cNvPr id="8" name="row-104-label">
            <a:extLst>
              <a:ext uri="{FF2B5EF4-FFF2-40B4-BE49-F238E27FC236}">
                <a16:creationId xmlns:a16="http://schemas.microsoft.com/office/drawing/2014/main" id="{CD7FEEC0-AEBF-44D1-BA33-5837FD63E248}"/>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59A6A8B-513E-4C01-8735-0D5CD5C5F727}"/>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4-0">
            <a:extLst>
              <a:ext uri="{FF2B5EF4-FFF2-40B4-BE49-F238E27FC236}">
                <a16:creationId xmlns:a16="http://schemas.microsoft.com/office/drawing/2014/main" id="{62FEC8F0-91D1-448D-853F-B3AFB078C80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4-1">
            <a:extLst>
              <a:ext uri="{FF2B5EF4-FFF2-40B4-BE49-F238E27FC236}">
                <a16:creationId xmlns:a16="http://schemas.microsoft.com/office/drawing/2014/main" id="{9ACFF57D-3EDF-4F23-B4AE-180E8520227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4-2">
            <a:extLst>
              <a:ext uri="{FF2B5EF4-FFF2-40B4-BE49-F238E27FC236}">
                <a16:creationId xmlns:a16="http://schemas.microsoft.com/office/drawing/2014/main" id="{AD87DF41-F85E-44DE-A038-7159E99B85B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4-3">
            <a:extLst>
              <a:ext uri="{FF2B5EF4-FFF2-40B4-BE49-F238E27FC236}">
                <a16:creationId xmlns:a16="http://schemas.microsoft.com/office/drawing/2014/main" id="{6C837484-EDC5-4B4E-AFB1-CAFA1AF9B2C0}"/>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4">
            <a:extLst>
              <a:ext uri="{FF2B5EF4-FFF2-40B4-BE49-F238E27FC236}">
                <a16:creationId xmlns:a16="http://schemas.microsoft.com/office/drawing/2014/main" id="{87EE7644-0674-4BB1-BFE2-E14D8F1B419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4-5">
            <a:extLst>
              <a:ext uri="{FF2B5EF4-FFF2-40B4-BE49-F238E27FC236}">
                <a16:creationId xmlns:a16="http://schemas.microsoft.com/office/drawing/2014/main" id="{B5FA7449-D66B-4C66-A0A9-0E545C3ACAF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4-6">
            <a:extLst>
              <a:ext uri="{FF2B5EF4-FFF2-40B4-BE49-F238E27FC236}">
                <a16:creationId xmlns:a16="http://schemas.microsoft.com/office/drawing/2014/main" id="{5307C4C8-2EF6-4EF1-AE5C-9CF8A532DC6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4-7">
            <a:extLst>
              <a:ext uri="{FF2B5EF4-FFF2-40B4-BE49-F238E27FC236}">
                <a16:creationId xmlns:a16="http://schemas.microsoft.com/office/drawing/2014/main" id="{FAE5108F-7304-43F5-A542-8FA2DBCA25E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5">
            <a:extLst>
              <a:ext uri="{FF2B5EF4-FFF2-40B4-BE49-F238E27FC236}">
                <a16:creationId xmlns:a16="http://schemas.microsoft.com/office/drawing/2014/main" id="{02BF3A1B-9CCA-4A1E-8118-5E41583AA82F}"/>
              </a:ext>
            </a:extLst>
          </p:cNvPr>
          <p:cNvSpPr>
            <a:spLocks noGrp="1"/>
          </p:cNvSpPr>
          <p:nvPr/>
        </p:nvSpPr>
        <p:spPr>
          <a:xfrm>
            <a:off x="4562475" y="2743200"/>
            <a:ext cx="19050" cy="666750"/>
          </a:xfrm>
          <a:prstGeom prst="rect">
            <a:avLst/>
          </a:prstGeom>
          <a:solidFill>
            <a:srgbClr val="9A5900"/>
          </a:solidFill>
          <a:ln w="0">
            <a:noFill/>
          </a:ln>
        </p:spPr>
      </p:sp>
      <p:sp>
        <p:nvSpPr>
          <p:cNvPr id="19" name="pointer-104">
            <a:extLst>
              <a:ext uri="{FF2B5EF4-FFF2-40B4-BE49-F238E27FC236}">
                <a16:creationId xmlns:a16="http://schemas.microsoft.com/office/drawing/2014/main" id="{287813E8-435F-47E4-B5E2-E90FCFE0D2EB}"/>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A47354BF-DEC1-49BA-A78D-24EE11BCFD1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3F15107D-BDE3-4443-BE3C-1DF1F2231FA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06-label">
            <a:extLst>
              <a:ext uri="{FF2B5EF4-FFF2-40B4-BE49-F238E27FC236}">
                <a16:creationId xmlns:a16="http://schemas.microsoft.com/office/drawing/2014/main" id="{AE95D8C2-FBF3-41AC-B2B9-EA81F051D77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4F3B32B-B80A-4E0A-883B-9D234C15EE3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06-0">
            <a:extLst>
              <a:ext uri="{FF2B5EF4-FFF2-40B4-BE49-F238E27FC236}">
                <a16:creationId xmlns:a16="http://schemas.microsoft.com/office/drawing/2014/main" id="{A165B043-72C4-480B-B211-D2372CFBAB8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06-1">
            <a:extLst>
              <a:ext uri="{FF2B5EF4-FFF2-40B4-BE49-F238E27FC236}">
                <a16:creationId xmlns:a16="http://schemas.microsoft.com/office/drawing/2014/main" id="{F05539DB-1CA3-44CB-9132-0D763C50078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06-2">
            <a:extLst>
              <a:ext uri="{FF2B5EF4-FFF2-40B4-BE49-F238E27FC236}">
                <a16:creationId xmlns:a16="http://schemas.microsoft.com/office/drawing/2014/main" id="{1B779198-C071-4940-9E3B-D63EB3ADC0AF}"/>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06-3">
            <a:extLst>
              <a:ext uri="{FF2B5EF4-FFF2-40B4-BE49-F238E27FC236}">
                <a16:creationId xmlns:a16="http://schemas.microsoft.com/office/drawing/2014/main" id="{3278858F-90BC-4C1F-8452-02C981CAB76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06-4">
            <a:extLst>
              <a:ext uri="{FF2B5EF4-FFF2-40B4-BE49-F238E27FC236}">
                <a16:creationId xmlns:a16="http://schemas.microsoft.com/office/drawing/2014/main" id="{A7F64136-5D61-4505-8397-6509037A160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06-5">
            <a:extLst>
              <a:ext uri="{FF2B5EF4-FFF2-40B4-BE49-F238E27FC236}">
                <a16:creationId xmlns:a16="http://schemas.microsoft.com/office/drawing/2014/main" id="{86A05A7E-C99F-4363-9C06-1CB9F18A1FE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06-6">
            <a:extLst>
              <a:ext uri="{FF2B5EF4-FFF2-40B4-BE49-F238E27FC236}">
                <a16:creationId xmlns:a16="http://schemas.microsoft.com/office/drawing/2014/main" id="{37B10C82-1911-4291-8217-293D6A15D2D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06-7">
            <a:extLst>
              <a:ext uri="{FF2B5EF4-FFF2-40B4-BE49-F238E27FC236}">
                <a16:creationId xmlns:a16="http://schemas.microsoft.com/office/drawing/2014/main" id="{00CA20AB-093C-4846-ADA8-8633800E010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07">
            <a:extLst>
              <a:ext uri="{FF2B5EF4-FFF2-40B4-BE49-F238E27FC236}">
                <a16:creationId xmlns:a16="http://schemas.microsoft.com/office/drawing/2014/main" id="{A11A4868-EDF3-45E1-A635-33F28C5FEB02}"/>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DDEF6FC-6CA2-479F-B36E-769F03877B7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422345691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62627CD4-D23C-499B-826D-009E334C590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7C600FD-37FE-4913-B53D-8815DA3A1F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54136F8-5315-454C-9BFD-A0887ADEDC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2/2</a:t>
            </a:r>
          </a:p>
        </p:txBody>
      </p:sp>
      <p:sp>
        <p:nvSpPr>
          <p:cNvPr id="4" name="diagram-line-108">
            <a:extLst>
              <a:ext uri="{FF2B5EF4-FFF2-40B4-BE49-F238E27FC236}">
                <a16:creationId xmlns:a16="http://schemas.microsoft.com/office/drawing/2014/main" id="{93B14B9F-C0D0-4396-8CA4-9DA9336FA0F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5A16204-04EF-4F82-8881-5228DF95BC3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−5 → left_sum 갱신.</a:t>
            </a:r>
          </a:p>
        </p:txBody>
      </p:sp>
      <p:sp>
        <p:nvSpPr>
          <p:cNvPr id="6" name="footer">
            <a:extLst>
              <a:ext uri="{FF2B5EF4-FFF2-40B4-BE49-F238E27FC236}">
                <a16:creationId xmlns:a16="http://schemas.microsoft.com/office/drawing/2014/main" id="{CE73B040-7E6D-4F8B-9BB1-E356159545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C475082-9B19-4948-98A5-3B924680BF1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126</a:t>
            </a:r>
            <a:endParaRPr sz="1050" b="0">
              <a:solidFill>
                <a:srgbClr val="151515"/>
              </a:solidFill>
              <a:latin typeface="Consolas"/>
              <a:ea typeface="Consolas"/>
              <a:cs typeface="Consolas"/>
            </a:endParaRPr>
          </a:p>
        </p:txBody>
      </p:sp>
      <p:sp>
        <p:nvSpPr>
          <p:cNvPr id="8" name="row-109-label">
            <a:extLst>
              <a:ext uri="{FF2B5EF4-FFF2-40B4-BE49-F238E27FC236}">
                <a16:creationId xmlns:a16="http://schemas.microsoft.com/office/drawing/2014/main" id="{3235480C-64E8-45B3-89C2-F1397B9EC05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675BE5B-FB8F-499E-9AD8-9D10FCE8BCD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9-0">
            <a:extLst>
              <a:ext uri="{FF2B5EF4-FFF2-40B4-BE49-F238E27FC236}">
                <a16:creationId xmlns:a16="http://schemas.microsoft.com/office/drawing/2014/main" id="{3F6A9DDB-8FCD-40F5-8895-8C9A547E455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9-1">
            <a:extLst>
              <a:ext uri="{FF2B5EF4-FFF2-40B4-BE49-F238E27FC236}">
                <a16:creationId xmlns:a16="http://schemas.microsoft.com/office/drawing/2014/main" id="{9D83D6F1-8E3C-4161-8FC8-B15121DCBE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9-2">
            <a:extLst>
              <a:ext uri="{FF2B5EF4-FFF2-40B4-BE49-F238E27FC236}">
                <a16:creationId xmlns:a16="http://schemas.microsoft.com/office/drawing/2014/main" id="{7707A91F-F718-4F95-BCF5-1FAE4356C63E}"/>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9-3">
            <a:extLst>
              <a:ext uri="{FF2B5EF4-FFF2-40B4-BE49-F238E27FC236}">
                <a16:creationId xmlns:a16="http://schemas.microsoft.com/office/drawing/2014/main" id="{054F3BD1-83C1-4C91-A418-ACE132D7D30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9-4">
            <a:extLst>
              <a:ext uri="{FF2B5EF4-FFF2-40B4-BE49-F238E27FC236}">
                <a16:creationId xmlns:a16="http://schemas.microsoft.com/office/drawing/2014/main" id="{F1821C0A-EB41-46EF-B90A-7B966BB0CAD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9-5">
            <a:extLst>
              <a:ext uri="{FF2B5EF4-FFF2-40B4-BE49-F238E27FC236}">
                <a16:creationId xmlns:a16="http://schemas.microsoft.com/office/drawing/2014/main" id="{036B00DB-644F-427D-B57C-3619B39CC2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9-6">
            <a:extLst>
              <a:ext uri="{FF2B5EF4-FFF2-40B4-BE49-F238E27FC236}">
                <a16:creationId xmlns:a16="http://schemas.microsoft.com/office/drawing/2014/main" id="{85A41DE3-2627-4484-A7C8-FF6DA78E03F1}"/>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9-7">
            <a:extLst>
              <a:ext uri="{FF2B5EF4-FFF2-40B4-BE49-F238E27FC236}">
                <a16:creationId xmlns:a16="http://schemas.microsoft.com/office/drawing/2014/main" id="{01F9E611-CD28-4969-9001-AB576FA9593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0">
            <a:extLst>
              <a:ext uri="{FF2B5EF4-FFF2-40B4-BE49-F238E27FC236}">
                <a16:creationId xmlns:a16="http://schemas.microsoft.com/office/drawing/2014/main" id="{786B69A5-F2AE-4A11-ADFD-5088FBC8F9C3}"/>
              </a:ext>
            </a:extLst>
          </p:cNvPr>
          <p:cNvSpPr>
            <a:spLocks noGrp="1"/>
          </p:cNvSpPr>
          <p:nvPr/>
        </p:nvSpPr>
        <p:spPr>
          <a:xfrm>
            <a:off x="4562475" y="2743200"/>
            <a:ext cx="19050" cy="666750"/>
          </a:xfrm>
          <a:prstGeom prst="rect">
            <a:avLst/>
          </a:prstGeom>
          <a:solidFill>
            <a:srgbClr val="9A5900"/>
          </a:solidFill>
          <a:ln w="0">
            <a:noFill/>
          </a:ln>
        </p:spPr>
      </p:sp>
      <p:sp>
        <p:nvSpPr>
          <p:cNvPr id="19" name="pointer-109">
            <a:extLst>
              <a:ext uri="{FF2B5EF4-FFF2-40B4-BE49-F238E27FC236}">
                <a16:creationId xmlns:a16="http://schemas.microsoft.com/office/drawing/2014/main" id="{F3272A5A-8DAD-4358-8356-BBB42E46B9FB}"/>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7C31FDC7-5B34-46FA-8B3B-C8783DFCACA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−2</a:t>
            </a:r>
          </a:p>
        </p:txBody>
      </p:sp>
      <p:sp>
        <p:nvSpPr>
          <p:cNvPr id="21" name="best-equation">
            <a:extLst>
              <a:ext uri="{FF2B5EF4-FFF2-40B4-BE49-F238E27FC236}">
                <a16:creationId xmlns:a16="http://schemas.microsoft.com/office/drawing/2014/main" id="{EF83F9F9-66BD-4AA1-AC7E-5D4E4013C86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−5 → −2</a:t>
            </a:r>
          </a:p>
        </p:txBody>
      </p:sp>
      <p:sp>
        <p:nvSpPr>
          <p:cNvPr id="22" name="row-111-label">
            <a:extLst>
              <a:ext uri="{FF2B5EF4-FFF2-40B4-BE49-F238E27FC236}">
                <a16:creationId xmlns:a16="http://schemas.microsoft.com/office/drawing/2014/main" id="{361B76C2-880A-4397-B5D0-39A94B6C50A3}"/>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075C654C-816A-4A7B-9765-6788533AB8F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1-0">
            <a:extLst>
              <a:ext uri="{FF2B5EF4-FFF2-40B4-BE49-F238E27FC236}">
                <a16:creationId xmlns:a16="http://schemas.microsoft.com/office/drawing/2014/main" id="{0FD3ADD2-0D67-4568-8BF5-4AEE689F4C3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1-1">
            <a:extLst>
              <a:ext uri="{FF2B5EF4-FFF2-40B4-BE49-F238E27FC236}">
                <a16:creationId xmlns:a16="http://schemas.microsoft.com/office/drawing/2014/main" id="{525C66C3-A32E-4CE2-A15E-C471543997C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1-2">
            <a:extLst>
              <a:ext uri="{FF2B5EF4-FFF2-40B4-BE49-F238E27FC236}">
                <a16:creationId xmlns:a16="http://schemas.microsoft.com/office/drawing/2014/main" id="{DCE5855B-027C-4D3C-AA60-958F15FD711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1-3">
            <a:extLst>
              <a:ext uri="{FF2B5EF4-FFF2-40B4-BE49-F238E27FC236}">
                <a16:creationId xmlns:a16="http://schemas.microsoft.com/office/drawing/2014/main" id="{A6083194-A03E-4521-9E30-BCBF48250A0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1-4">
            <a:extLst>
              <a:ext uri="{FF2B5EF4-FFF2-40B4-BE49-F238E27FC236}">
                <a16:creationId xmlns:a16="http://schemas.microsoft.com/office/drawing/2014/main" id="{E584D4B2-539E-4C1A-80B0-0FD8966C07D1}"/>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1-5">
            <a:extLst>
              <a:ext uri="{FF2B5EF4-FFF2-40B4-BE49-F238E27FC236}">
                <a16:creationId xmlns:a16="http://schemas.microsoft.com/office/drawing/2014/main" id="{DA75B9A7-D20B-4942-A2BF-9221C5CDE32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1-6">
            <a:extLst>
              <a:ext uri="{FF2B5EF4-FFF2-40B4-BE49-F238E27FC236}">
                <a16:creationId xmlns:a16="http://schemas.microsoft.com/office/drawing/2014/main" id="{55E0E667-F564-4831-9894-6638D0CBBB4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1-7">
            <a:extLst>
              <a:ext uri="{FF2B5EF4-FFF2-40B4-BE49-F238E27FC236}">
                <a16:creationId xmlns:a16="http://schemas.microsoft.com/office/drawing/2014/main" id="{1EF734C4-2D31-453C-8AC7-F19E0EFF42C7}"/>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12">
            <a:extLst>
              <a:ext uri="{FF2B5EF4-FFF2-40B4-BE49-F238E27FC236}">
                <a16:creationId xmlns:a16="http://schemas.microsoft.com/office/drawing/2014/main" id="{4AC0A6CA-3A73-4522-A302-F4A39C0D4180}"/>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95E407B-45CF-4DB4-8DF5-8D4C7866D0C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96391582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BAE5F75E-B02E-49AC-86E7-F332C3706B8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BCA2F7-7567-41F4-83E2-BF0BC26C40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9BBB3-F8AA-41D3-94EE-B5FA4C3FD6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오른쪽은 합을 0으로 다시 시작</a:t>
            </a:r>
          </a:p>
        </p:txBody>
      </p:sp>
      <p:sp>
        <p:nvSpPr>
          <p:cNvPr id="4" name="diagram-line-113">
            <a:extLst>
              <a:ext uri="{FF2B5EF4-FFF2-40B4-BE49-F238E27FC236}">
                <a16:creationId xmlns:a16="http://schemas.microsoft.com/office/drawing/2014/main" id="{3FDDD9B8-DA57-4453-BC5A-95E74C8351A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558B0D6-9F80-40B3-A88B-A747E8101B3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2부터 오른쪽을 훑습니다.</a:t>
            </a:r>
          </a:p>
        </p:txBody>
      </p:sp>
      <p:sp>
        <p:nvSpPr>
          <p:cNvPr id="6" name="footer">
            <a:extLst>
              <a:ext uri="{FF2B5EF4-FFF2-40B4-BE49-F238E27FC236}">
                <a16:creationId xmlns:a16="http://schemas.microsoft.com/office/drawing/2014/main" id="{F3FB696F-0981-4E0E-AA41-DB745759084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3B249AE-2118-4CBF-8EE2-881F834EA4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127</a:t>
            </a:r>
            <a:endParaRPr sz="1050" b="0">
              <a:solidFill>
                <a:srgbClr val="151515"/>
              </a:solidFill>
              <a:latin typeface="Consolas"/>
              <a:ea typeface="Consolas"/>
              <a:cs typeface="Consolas"/>
            </a:endParaRPr>
          </a:p>
        </p:txBody>
      </p:sp>
      <p:sp>
        <p:nvSpPr>
          <p:cNvPr id="8" name="row-114-label">
            <a:extLst>
              <a:ext uri="{FF2B5EF4-FFF2-40B4-BE49-F238E27FC236}">
                <a16:creationId xmlns:a16="http://schemas.microsoft.com/office/drawing/2014/main" id="{A2323B52-2CF3-4FDD-8A27-D14DC4F6C662}"/>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9B14AECE-B7D5-4861-B14E-321029DC3549}"/>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4-0">
            <a:extLst>
              <a:ext uri="{FF2B5EF4-FFF2-40B4-BE49-F238E27FC236}">
                <a16:creationId xmlns:a16="http://schemas.microsoft.com/office/drawing/2014/main" id="{494CC289-8C50-4809-9853-04866C4B57DB}"/>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4-1">
            <a:extLst>
              <a:ext uri="{FF2B5EF4-FFF2-40B4-BE49-F238E27FC236}">
                <a16:creationId xmlns:a16="http://schemas.microsoft.com/office/drawing/2014/main" id="{08C1FBE9-DB33-4490-9815-7E56C6457B0F}"/>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4-2">
            <a:extLst>
              <a:ext uri="{FF2B5EF4-FFF2-40B4-BE49-F238E27FC236}">
                <a16:creationId xmlns:a16="http://schemas.microsoft.com/office/drawing/2014/main" id="{5233C3FF-FA13-4312-8AF5-FA64F5342591}"/>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4-3">
            <a:extLst>
              <a:ext uri="{FF2B5EF4-FFF2-40B4-BE49-F238E27FC236}">
                <a16:creationId xmlns:a16="http://schemas.microsoft.com/office/drawing/2014/main" id="{C4C9FD09-B9D6-48DF-9ECC-831F1451AA56}"/>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4-4">
            <a:extLst>
              <a:ext uri="{FF2B5EF4-FFF2-40B4-BE49-F238E27FC236}">
                <a16:creationId xmlns:a16="http://schemas.microsoft.com/office/drawing/2014/main" id="{7473ED5D-527E-4284-97C6-22518A8152D2}"/>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4-5">
            <a:extLst>
              <a:ext uri="{FF2B5EF4-FFF2-40B4-BE49-F238E27FC236}">
                <a16:creationId xmlns:a16="http://schemas.microsoft.com/office/drawing/2014/main" id="{763BA46D-E0AB-4C53-9C50-55DD3F295F70}"/>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4-6">
            <a:extLst>
              <a:ext uri="{FF2B5EF4-FFF2-40B4-BE49-F238E27FC236}">
                <a16:creationId xmlns:a16="http://schemas.microsoft.com/office/drawing/2014/main" id="{F8953FD0-C07D-4342-AA34-BEA8ED2B30A4}"/>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4-7">
            <a:extLst>
              <a:ext uri="{FF2B5EF4-FFF2-40B4-BE49-F238E27FC236}">
                <a16:creationId xmlns:a16="http://schemas.microsoft.com/office/drawing/2014/main" id="{569B9E92-E280-4C36-87FD-44C46D1A4021}"/>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5">
            <a:extLst>
              <a:ext uri="{FF2B5EF4-FFF2-40B4-BE49-F238E27FC236}">
                <a16:creationId xmlns:a16="http://schemas.microsoft.com/office/drawing/2014/main" id="{EF07C0C9-BDC2-4CA6-8057-DCA94651790B}"/>
              </a:ext>
            </a:extLst>
          </p:cNvPr>
          <p:cNvSpPr>
            <a:spLocks noGrp="1"/>
          </p:cNvSpPr>
          <p:nvPr/>
        </p:nvSpPr>
        <p:spPr>
          <a:xfrm>
            <a:off x="4562475" y="2781300"/>
            <a:ext cx="19050" cy="666750"/>
          </a:xfrm>
          <a:prstGeom prst="rect">
            <a:avLst/>
          </a:prstGeom>
          <a:solidFill>
            <a:srgbClr val="9A5900"/>
          </a:solidFill>
          <a:ln w="0">
            <a:noFill/>
          </a:ln>
        </p:spPr>
      </p:sp>
      <p:sp>
        <p:nvSpPr>
          <p:cNvPr id="19" name="pointer-114">
            <a:extLst>
              <a:ext uri="{FF2B5EF4-FFF2-40B4-BE49-F238E27FC236}">
                <a16:creationId xmlns:a16="http://schemas.microsoft.com/office/drawing/2014/main" id="{0AA63A1E-D5D2-4465-A0FA-03D4CB65D79C}"/>
              </a:ext>
            </a:extLst>
          </p:cNvPr>
          <p:cNvSpPr>
            <a:spLocks noGrp="1"/>
          </p:cNvSpPr>
          <p:nvPr/>
        </p:nvSpPr>
        <p:spPr>
          <a:xfrm>
            <a:off x="44958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reset-equation">
            <a:extLst>
              <a:ext uri="{FF2B5EF4-FFF2-40B4-BE49-F238E27FC236}">
                <a16:creationId xmlns:a16="http://schemas.microsoft.com/office/drawing/2014/main" id="{0B80E32D-3496-43B1-A1E5-696326E70583}"/>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AF2ED17E-63E6-48A0-AF3F-5F87550A260A}"/>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D7EA9462-DC72-4C82-ABD4-AE923E1C13F8}"/>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6914E41B-9294-4F26-914B-B8FD4573494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a[2] = 12입니다. mid를 다시 읽지 않습니다.</a:t>
            </a:r>
          </a:p>
        </p:txBody>
      </p:sp>
    </p:spTree>
    <p:extLst>
      <p:ext uri="{BB962C8B-B14F-4D97-AF65-F5344CB8AC3E}">
        <p14:creationId xmlns:p14="http://schemas.microsoft.com/office/powerpoint/2010/main" val="421043021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F287460-249D-44BE-9461-102B1A2D35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E52A77D-015A-45B9-8F87-F15C967FB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70EFEE-E562-4E17-99E8-F643AAFF7F3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1/2</a:t>
            </a:r>
          </a:p>
        </p:txBody>
      </p:sp>
      <p:sp>
        <p:nvSpPr>
          <p:cNvPr id="4" name="diagram-line-116">
            <a:extLst>
              <a:ext uri="{FF2B5EF4-FFF2-40B4-BE49-F238E27FC236}">
                <a16:creationId xmlns:a16="http://schemas.microsoft.com/office/drawing/2014/main" id="{4D4C8C5A-E95E-4727-A12E-C3FBDC43D0A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F12057F-F30E-4113-B9F8-C57824F7C8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right_sum 갱신.</a:t>
            </a:r>
          </a:p>
        </p:txBody>
      </p:sp>
      <p:sp>
        <p:nvSpPr>
          <p:cNvPr id="6" name="footer">
            <a:extLst>
              <a:ext uri="{FF2B5EF4-FFF2-40B4-BE49-F238E27FC236}">
                <a16:creationId xmlns:a16="http://schemas.microsoft.com/office/drawing/2014/main" id="{CAD98C38-48C5-41E9-AA6B-73024A5E99C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F90808B-1969-4F7E-BD20-5BA4EE25156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128</a:t>
            </a:r>
            <a:endParaRPr sz="1050" b="0">
              <a:solidFill>
                <a:srgbClr val="151515"/>
              </a:solidFill>
              <a:latin typeface="Consolas"/>
              <a:ea typeface="Consolas"/>
              <a:cs typeface="Consolas"/>
            </a:endParaRPr>
          </a:p>
        </p:txBody>
      </p:sp>
      <p:sp>
        <p:nvSpPr>
          <p:cNvPr id="8" name="row-117-label">
            <a:extLst>
              <a:ext uri="{FF2B5EF4-FFF2-40B4-BE49-F238E27FC236}">
                <a16:creationId xmlns:a16="http://schemas.microsoft.com/office/drawing/2014/main" id="{A66082E0-3D84-4C0B-B0A4-1CC276014EC9}"/>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3A4B4D9-4884-4CF2-BC64-2D898D2B8BE0}"/>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7-0">
            <a:extLst>
              <a:ext uri="{FF2B5EF4-FFF2-40B4-BE49-F238E27FC236}">
                <a16:creationId xmlns:a16="http://schemas.microsoft.com/office/drawing/2014/main" id="{6A23762E-A203-4168-87F2-45EBF3E301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7-1">
            <a:extLst>
              <a:ext uri="{FF2B5EF4-FFF2-40B4-BE49-F238E27FC236}">
                <a16:creationId xmlns:a16="http://schemas.microsoft.com/office/drawing/2014/main" id="{66C885E3-C43C-4CC6-A3AA-402705EF96B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7-2">
            <a:extLst>
              <a:ext uri="{FF2B5EF4-FFF2-40B4-BE49-F238E27FC236}">
                <a16:creationId xmlns:a16="http://schemas.microsoft.com/office/drawing/2014/main" id="{D28F96D0-7ECD-4DF5-A3F8-955FCA0C3FB9}"/>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7-3">
            <a:extLst>
              <a:ext uri="{FF2B5EF4-FFF2-40B4-BE49-F238E27FC236}">
                <a16:creationId xmlns:a16="http://schemas.microsoft.com/office/drawing/2014/main" id="{0C7D595F-A7C8-4CEB-BE07-DF5698D9174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7-4">
            <a:extLst>
              <a:ext uri="{FF2B5EF4-FFF2-40B4-BE49-F238E27FC236}">
                <a16:creationId xmlns:a16="http://schemas.microsoft.com/office/drawing/2014/main" id="{4CD9C222-1F3F-484A-8B06-AA86BF12DB0C}"/>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7-5">
            <a:extLst>
              <a:ext uri="{FF2B5EF4-FFF2-40B4-BE49-F238E27FC236}">
                <a16:creationId xmlns:a16="http://schemas.microsoft.com/office/drawing/2014/main" id="{24C1864F-8740-4888-A007-881F5B863F1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7-6">
            <a:extLst>
              <a:ext uri="{FF2B5EF4-FFF2-40B4-BE49-F238E27FC236}">
                <a16:creationId xmlns:a16="http://schemas.microsoft.com/office/drawing/2014/main" id="{751E14F1-38B5-4D66-99AD-6E19C6AA9A0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7-7">
            <a:extLst>
              <a:ext uri="{FF2B5EF4-FFF2-40B4-BE49-F238E27FC236}">
                <a16:creationId xmlns:a16="http://schemas.microsoft.com/office/drawing/2014/main" id="{27E15000-C6CC-47F4-8109-2815CD89918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8">
            <a:extLst>
              <a:ext uri="{FF2B5EF4-FFF2-40B4-BE49-F238E27FC236}">
                <a16:creationId xmlns:a16="http://schemas.microsoft.com/office/drawing/2014/main" id="{088E6A2A-0F71-4D19-8C04-29A881C213D7}"/>
              </a:ext>
            </a:extLst>
          </p:cNvPr>
          <p:cNvSpPr>
            <a:spLocks noGrp="1"/>
          </p:cNvSpPr>
          <p:nvPr/>
        </p:nvSpPr>
        <p:spPr>
          <a:xfrm>
            <a:off x="4562475" y="2743200"/>
            <a:ext cx="19050" cy="666750"/>
          </a:xfrm>
          <a:prstGeom prst="rect">
            <a:avLst/>
          </a:prstGeom>
          <a:solidFill>
            <a:srgbClr val="9A5900"/>
          </a:solidFill>
          <a:ln w="0">
            <a:noFill/>
          </a:ln>
        </p:spPr>
      </p:sp>
      <p:sp>
        <p:nvSpPr>
          <p:cNvPr id="19" name="pointer-117">
            <a:extLst>
              <a:ext uri="{FF2B5EF4-FFF2-40B4-BE49-F238E27FC236}">
                <a16:creationId xmlns:a16="http://schemas.microsoft.com/office/drawing/2014/main" id="{2756ADB2-A0B6-49C1-94F9-99C3487F09DF}"/>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current-equation">
            <a:extLst>
              <a:ext uri="{FF2B5EF4-FFF2-40B4-BE49-F238E27FC236}">
                <a16:creationId xmlns:a16="http://schemas.microsoft.com/office/drawing/2014/main" id="{F1408DA0-DF27-4265-978E-DA72FBD32B2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B26B1A0E-636D-4ADF-A40B-FFA491917F1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12</a:t>
            </a:r>
          </a:p>
        </p:txBody>
      </p:sp>
      <p:sp>
        <p:nvSpPr>
          <p:cNvPr id="22" name="row-119-label">
            <a:extLst>
              <a:ext uri="{FF2B5EF4-FFF2-40B4-BE49-F238E27FC236}">
                <a16:creationId xmlns:a16="http://schemas.microsoft.com/office/drawing/2014/main" id="{03DC840A-A3F4-4363-A668-8266CB49DD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6653B36-41B6-42E4-B234-C59EDB44124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9-0">
            <a:extLst>
              <a:ext uri="{FF2B5EF4-FFF2-40B4-BE49-F238E27FC236}">
                <a16:creationId xmlns:a16="http://schemas.microsoft.com/office/drawing/2014/main" id="{EF8692AA-F238-4956-835A-CC7ACD2D37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9-1">
            <a:extLst>
              <a:ext uri="{FF2B5EF4-FFF2-40B4-BE49-F238E27FC236}">
                <a16:creationId xmlns:a16="http://schemas.microsoft.com/office/drawing/2014/main" id="{C57B615C-9191-4D2B-9A4E-D443DD2C898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9-2">
            <a:extLst>
              <a:ext uri="{FF2B5EF4-FFF2-40B4-BE49-F238E27FC236}">
                <a16:creationId xmlns:a16="http://schemas.microsoft.com/office/drawing/2014/main" id="{2A1D84C3-504A-4546-BF8C-9D31B864A34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9-3">
            <a:extLst>
              <a:ext uri="{FF2B5EF4-FFF2-40B4-BE49-F238E27FC236}">
                <a16:creationId xmlns:a16="http://schemas.microsoft.com/office/drawing/2014/main" id="{0FE85D63-7F6C-4629-B591-F5D517CBFE0F}"/>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9-4">
            <a:extLst>
              <a:ext uri="{FF2B5EF4-FFF2-40B4-BE49-F238E27FC236}">
                <a16:creationId xmlns:a16="http://schemas.microsoft.com/office/drawing/2014/main" id="{D24FA2DF-EB8D-4B55-B1DD-017CD04FFE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9-5">
            <a:extLst>
              <a:ext uri="{FF2B5EF4-FFF2-40B4-BE49-F238E27FC236}">
                <a16:creationId xmlns:a16="http://schemas.microsoft.com/office/drawing/2014/main" id="{87514568-9C41-4262-8E6F-64699AC2819E}"/>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9-6">
            <a:extLst>
              <a:ext uri="{FF2B5EF4-FFF2-40B4-BE49-F238E27FC236}">
                <a16:creationId xmlns:a16="http://schemas.microsoft.com/office/drawing/2014/main" id="{E78B7A6E-FF15-4DA6-87F5-C087881203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9-7">
            <a:extLst>
              <a:ext uri="{FF2B5EF4-FFF2-40B4-BE49-F238E27FC236}">
                <a16:creationId xmlns:a16="http://schemas.microsoft.com/office/drawing/2014/main" id="{73032103-6C10-4473-96E8-32F043698FA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0">
            <a:extLst>
              <a:ext uri="{FF2B5EF4-FFF2-40B4-BE49-F238E27FC236}">
                <a16:creationId xmlns:a16="http://schemas.microsoft.com/office/drawing/2014/main" id="{28EA47E4-95A6-4128-8030-445F24CEC009}"/>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401630-74F0-4DCE-864B-9DCD4F6C85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3: a[3] = −2을 현재 합 12에 더합니다.</a:t>
            </a:r>
          </a:p>
        </p:txBody>
      </p:sp>
    </p:spTree>
    <p:extLst>
      <p:ext uri="{BB962C8B-B14F-4D97-AF65-F5344CB8AC3E}">
        <p14:creationId xmlns:p14="http://schemas.microsoft.com/office/powerpoint/2010/main" val="215505044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8014BD7-5C22-4C4E-B8B9-C61F731913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0E83F50-41AC-4FCA-AD78-7D2F418A61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5F3688-1EB8-4FC3-8299-F5FDCE4AF45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2/2</a:t>
            </a:r>
          </a:p>
        </p:txBody>
      </p:sp>
      <p:sp>
        <p:nvSpPr>
          <p:cNvPr id="4" name="diagram-line-121">
            <a:extLst>
              <a:ext uri="{FF2B5EF4-FFF2-40B4-BE49-F238E27FC236}">
                <a16:creationId xmlns:a16="http://schemas.microsoft.com/office/drawing/2014/main" id="{AFF35024-71F8-4AF1-9E18-39A95358D6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21C0137-0B42-42BE-A656-3469A818ABE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 이전 기록 12 → right_sum 유지.</a:t>
            </a:r>
          </a:p>
        </p:txBody>
      </p:sp>
      <p:sp>
        <p:nvSpPr>
          <p:cNvPr id="6" name="footer">
            <a:extLst>
              <a:ext uri="{FF2B5EF4-FFF2-40B4-BE49-F238E27FC236}">
                <a16:creationId xmlns:a16="http://schemas.microsoft.com/office/drawing/2014/main" id="{96AD8ED6-DE14-418A-90E4-AF15A708A1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F077C67-A028-46FC-A7FC-43F2C7C5F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8" name="row-122-label">
            <a:extLst>
              <a:ext uri="{FF2B5EF4-FFF2-40B4-BE49-F238E27FC236}">
                <a16:creationId xmlns:a16="http://schemas.microsoft.com/office/drawing/2014/main" id="{F2E31477-2A11-4C8C-88C8-4FE1CCFCCC9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1C48167-D177-40DF-8F4D-4F230EDDA37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2-0">
            <a:extLst>
              <a:ext uri="{FF2B5EF4-FFF2-40B4-BE49-F238E27FC236}">
                <a16:creationId xmlns:a16="http://schemas.microsoft.com/office/drawing/2014/main" id="{DDD35E16-59A8-40C6-B8C7-B9C69A7007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2-1">
            <a:extLst>
              <a:ext uri="{FF2B5EF4-FFF2-40B4-BE49-F238E27FC236}">
                <a16:creationId xmlns:a16="http://schemas.microsoft.com/office/drawing/2014/main" id="{6BB88C55-BA04-41E1-8A37-4EAF43ECAE8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2-2">
            <a:extLst>
              <a:ext uri="{FF2B5EF4-FFF2-40B4-BE49-F238E27FC236}">
                <a16:creationId xmlns:a16="http://schemas.microsoft.com/office/drawing/2014/main" id="{3A1F06ED-768E-4F7D-86B7-1DA81A9CB160}"/>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2-3">
            <a:extLst>
              <a:ext uri="{FF2B5EF4-FFF2-40B4-BE49-F238E27FC236}">
                <a16:creationId xmlns:a16="http://schemas.microsoft.com/office/drawing/2014/main" id="{F50FA6B8-4F17-4F14-879C-A42BB641A26C}"/>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2-4">
            <a:extLst>
              <a:ext uri="{FF2B5EF4-FFF2-40B4-BE49-F238E27FC236}">
                <a16:creationId xmlns:a16="http://schemas.microsoft.com/office/drawing/2014/main" id="{45B31B74-3091-4510-882B-787C96A4BE6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2-5">
            <a:extLst>
              <a:ext uri="{FF2B5EF4-FFF2-40B4-BE49-F238E27FC236}">
                <a16:creationId xmlns:a16="http://schemas.microsoft.com/office/drawing/2014/main" id="{CB1BE863-D491-4CF1-A39D-406F984B43A2}"/>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2-6">
            <a:extLst>
              <a:ext uri="{FF2B5EF4-FFF2-40B4-BE49-F238E27FC236}">
                <a16:creationId xmlns:a16="http://schemas.microsoft.com/office/drawing/2014/main" id="{CFFEFEED-01C8-4EF5-9705-6FF826C5EF0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2-7">
            <a:extLst>
              <a:ext uri="{FF2B5EF4-FFF2-40B4-BE49-F238E27FC236}">
                <a16:creationId xmlns:a16="http://schemas.microsoft.com/office/drawing/2014/main" id="{95490A1D-8D88-4B7E-A532-D7D19EFDEF3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23">
            <a:extLst>
              <a:ext uri="{FF2B5EF4-FFF2-40B4-BE49-F238E27FC236}">
                <a16:creationId xmlns:a16="http://schemas.microsoft.com/office/drawing/2014/main" id="{0CB7250D-D1AE-44CB-BFC7-D8456DAE1546}"/>
              </a:ext>
            </a:extLst>
          </p:cNvPr>
          <p:cNvSpPr>
            <a:spLocks noGrp="1"/>
          </p:cNvSpPr>
          <p:nvPr/>
        </p:nvSpPr>
        <p:spPr>
          <a:xfrm>
            <a:off x="4562475" y="2743200"/>
            <a:ext cx="19050" cy="666750"/>
          </a:xfrm>
          <a:prstGeom prst="rect">
            <a:avLst/>
          </a:prstGeom>
          <a:solidFill>
            <a:srgbClr val="9A5900"/>
          </a:solidFill>
          <a:ln w="0">
            <a:noFill/>
          </a:ln>
        </p:spPr>
      </p:sp>
      <p:sp>
        <p:nvSpPr>
          <p:cNvPr id="19" name="pointer-122">
            <a:extLst>
              <a:ext uri="{FF2B5EF4-FFF2-40B4-BE49-F238E27FC236}">
                <a16:creationId xmlns:a16="http://schemas.microsoft.com/office/drawing/2014/main" id="{DFD7D8E3-0DDD-481A-9ACB-82D598A2BCD4}"/>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06D3055D-DA57-48EB-B694-538C31D4346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12 + (−2) = 10</a:t>
            </a:r>
          </a:p>
        </p:txBody>
      </p:sp>
      <p:sp>
        <p:nvSpPr>
          <p:cNvPr id="21" name="best-equation">
            <a:extLst>
              <a:ext uri="{FF2B5EF4-FFF2-40B4-BE49-F238E27FC236}">
                <a16:creationId xmlns:a16="http://schemas.microsoft.com/office/drawing/2014/main" id="{84702323-CBC5-4096-ACFF-C5146C094B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12 유지</a:t>
            </a:r>
          </a:p>
        </p:txBody>
      </p:sp>
      <p:sp>
        <p:nvSpPr>
          <p:cNvPr id="22" name="row-124-label">
            <a:extLst>
              <a:ext uri="{FF2B5EF4-FFF2-40B4-BE49-F238E27FC236}">
                <a16:creationId xmlns:a16="http://schemas.microsoft.com/office/drawing/2014/main" id="{E1218189-5703-40D1-9F26-757A4000B78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ACC2474-7899-4289-90FF-5A1464B7A33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24-0">
            <a:extLst>
              <a:ext uri="{FF2B5EF4-FFF2-40B4-BE49-F238E27FC236}">
                <a16:creationId xmlns:a16="http://schemas.microsoft.com/office/drawing/2014/main" id="{4BBE6794-D2F8-4905-9D2E-F31446758C6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24-1">
            <a:extLst>
              <a:ext uri="{FF2B5EF4-FFF2-40B4-BE49-F238E27FC236}">
                <a16:creationId xmlns:a16="http://schemas.microsoft.com/office/drawing/2014/main" id="{5D876699-FEB7-43D6-B566-19DCED91C31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24-2">
            <a:extLst>
              <a:ext uri="{FF2B5EF4-FFF2-40B4-BE49-F238E27FC236}">
                <a16:creationId xmlns:a16="http://schemas.microsoft.com/office/drawing/2014/main" id="{3727B065-785A-4C2D-8C09-80A3359E9C81}"/>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24-3">
            <a:extLst>
              <a:ext uri="{FF2B5EF4-FFF2-40B4-BE49-F238E27FC236}">
                <a16:creationId xmlns:a16="http://schemas.microsoft.com/office/drawing/2014/main" id="{BB31F8B7-B81D-4B13-BAA7-F8617C18E8F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24-4">
            <a:extLst>
              <a:ext uri="{FF2B5EF4-FFF2-40B4-BE49-F238E27FC236}">
                <a16:creationId xmlns:a16="http://schemas.microsoft.com/office/drawing/2014/main" id="{975700E3-FC74-42E8-AB03-B8A2A6608F4E}"/>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24-5">
            <a:extLst>
              <a:ext uri="{FF2B5EF4-FFF2-40B4-BE49-F238E27FC236}">
                <a16:creationId xmlns:a16="http://schemas.microsoft.com/office/drawing/2014/main" id="{E7E0EC3A-26F8-46C3-8B16-DABB2AB8C13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24-6">
            <a:extLst>
              <a:ext uri="{FF2B5EF4-FFF2-40B4-BE49-F238E27FC236}">
                <a16:creationId xmlns:a16="http://schemas.microsoft.com/office/drawing/2014/main" id="{7218D64B-8112-43E7-9D28-958F2D4D8F0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24-7">
            <a:extLst>
              <a:ext uri="{FF2B5EF4-FFF2-40B4-BE49-F238E27FC236}">
                <a16:creationId xmlns:a16="http://schemas.microsoft.com/office/drawing/2014/main" id="{B95718E4-48E8-4D45-BC2F-EF1363C73B9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5">
            <a:extLst>
              <a:ext uri="{FF2B5EF4-FFF2-40B4-BE49-F238E27FC236}">
                <a16:creationId xmlns:a16="http://schemas.microsoft.com/office/drawing/2014/main" id="{C0405F00-5929-4B23-8F87-4EC3F18970BC}"/>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D37017E-ADD3-4C1E-B53A-4707C943739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677985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AA2B6C6-D3D4-4ADF-A0C6-BDDA20BD998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77375C-D804-459B-8AC0-DC910B98BF1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802F11-F528-4FC2-BB2B-9C53D62CAA4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경계에서 두 기록을 붙입니다</a:t>
            </a:r>
          </a:p>
        </p:txBody>
      </p:sp>
      <p:sp>
        <p:nvSpPr>
          <p:cNvPr id="4" name="diagram-line-126">
            <a:extLst>
              <a:ext uri="{FF2B5EF4-FFF2-40B4-BE49-F238E27FC236}">
                <a16:creationId xmlns:a16="http://schemas.microsoft.com/office/drawing/2014/main" id="{47D38799-974D-4BA8-9075-3F63BA0417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E7A59C5-D25F-4FCC-8FB8-71E6CADB2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12이므로 cross_max = 10입니다.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1와 2에서 맞닿아 빈틈 없이 이어집니다.</a:t>
            </a:r>
          </a:p>
        </p:txBody>
      </p:sp>
      <p:sp>
        <p:nvSpPr>
          <p:cNvPr id="6" name="footer">
            <a:extLst>
              <a:ext uri="{FF2B5EF4-FFF2-40B4-BE49-F238E27FC236}">
                <a16:creationId xmlns:a16="http://schemas.microsoft.com/office/drawing/2014/main" id="{8E71C840-2128-46D2-81A1-3E1A6CF80F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E0FD416-3439-466D-9F3D-222971D8D06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8" name="row-127-label">
            <a:extLst>
              <a:ext uri="{FF2B5EF4-FFF2-40B4-BE49-F238E27FC236}">
                <a16:creationId xmlns:a16="http://schemas.microsoft.com/office/drawing/2014/main" id="{0D80D40B-5050-4AD2-9062-599F85D693CB}"/>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E3798B6A-C6A3-4672-96B9-C135267D0ECC}"/>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7-0">
            <a:extLst>
              <a:ext uri="{FF2B5EF4-FFF2-40B4-BE49-F238E27FC236}">
                <a16:creationId xmlns:a16="http://schemas.microsoft.com/office/drawing/2014/main" id="{BA9DDBE1-2BEF-43B2-A2FC-AE43EEE3EE2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7-1">
            <a:extLst>
              <a:ext uri="{FF2B5EF4-FFF2-40B4-BE49-F238E27FC236}">
                <a16:creationId xmlns:a16="http://schemas.microsoft.com/office/drawing/2014/main" id="{36529528-0EFD-456E-A921-EFFE4CD81D3D}"/>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7-2">
            <a:extLst>
              <a:ext uri="{FF2B5EF4-FFF2-40B4-BE49-F238E27FC236}">
                <a16:creationId xmlns:a16="http://schemas.microsoft.com/office/drawing/2014/main" id="{7AB6069A-6DA4-4D77-B2B5-FF95C9FA850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7-3">
            <a:extLst>
              <a:ext uri="{FF2B5EF4-FFF2-40B4-BE49-F238E27FC236}">
                <a16:creationId xmlns:a16="http://schemas.microsoft.com/office/drawing/2014/main" id="{B988E151-C573-4755-9661-FC31790E958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7-4">
            <a:extLst>
              <a:ext uri="{FF2B5EF4-FFF2-40B4-BE49-F238E27FC236}">
                <a16:creationId xmlns:a16="http://schemas.microsoft.com/office/drawing/2014/main" id="{4FE003A7-70B4-4166-8E1A-F5EC5F98B770}"/>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7-5">
            <a:extLst>
              <a:ext uri="{FF2B5EF4-FFF2-40B4-BE49-F238E27FC236}">
                <a16:creationId xmlns:a16="http://schemas.microsoft.com/office/drawing/2014/main" id="{212DAAA1-0210-4509-9797-93FE99B25702}"/>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7-6">
            <a:extLst>
              <a:ext uri="{FF2B5EF4-FFF2-40B4-BE49-F238E27FC236}">
                <a16:creationId xmlns:a16="http://schemas.microsoft.com/office/drawing/2014/main" id="{AF5337C1-F21B-48F1-BA45-4F6E5E3E87B5}"/>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7-7">
            <a:extLst>
              <a:ext uri="{FF2B5EF4-FFF2-40B4-BE49-F238E27FC236}">
                <a16:creationId xmlns:a16="http://schemas.microsoft.com/office/drawing/2014/main" id="{8FCE099A-5F7E-41D7-916A-512DF7F0BBC9}"/>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27">
            <a:extLst>
              <a:ext uri="{FF2B5EF4-FFF2-40B4-BE49-F238E27FC236}">
                <a16:creationId xmlns:a16="http://schemas.microsoft.com/office/drawing/2014/main" id="{D2BB5FA2-8BBE-4C55-A502-BAD584E36925}"/>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128-label">
            <a:extLst>
              <a:ext uri="{FF2B5EF4-FFF2-40B4-BE49-F238E27FC236}">
                <a16:creationId xmlns:a16="http://schemas.microsoft.com/office/drawing/2014/main" id="{DE2D3BF8-55C5-4599-90B8-97D4253C5435}"/>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5D2EC96-A3E4-49F4-A686-7C575F90E5E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28-0">
            <a:extLst>
              <a:ext uri="{FF2B5EF4-FFF2-40B4-BE49-F238E27FC236}">
                <a16:creationId xmlns:a16="http://schemas.microsoft.com/office/drawing/2014/main" id="{4CDC178E-381A-4563-9233-CB4457B5B655}"/>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28-1">
            <a:extLst>
              <a:ext uri="{FF2B5EF4-FFF2-40B4-BE49-F238E27FC236}">
                <a16:creationId xmlns:a16="http://schemas.microsoft.com/office/drawing/2014/main" id="{B1DF179C-712F-4EB8-AD79-FB5D1DFD8FE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28-2">
            <a:extLst>
              <a:ext uri="{FF2B5EF4-FFF2-40B4-BE49-F238E27FC236}">
                <a16:creationId xmlns:a16="http://schemas.microsoft.com/office/drawing/2014/main" id="{F1D8551F-F2D8-40C9-9BD5-E2769D4F4023}"/>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28-3">
            <a:extLst>
              <a:ext uri="{FF2B5EF4-FFF2-40B4-BE49-F238E27FC236}">
                <a16:creationId xmlns:a16="http://schemas.microsoft.com/office/drawing/2014/main" id="{00C2B87F-9493-4771-9C1E-16D404FFFA68}"/>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28-4">
            <a:extLst>
              <a:ext uri="{FF2B5EF4-FFF2-40B4-BE49-F238E27FC236}">
                <a16:creationId xmlns:a16="http://schemas.microsoft.com/office/drawing/2014/main" id="{EDB8426A-ED11-48BA-8D91-12DFB97D93A4}"/>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28-5">
            <a:extLst>
              <a:ext uri="{FF2B5EF4-FFF2-40B4-BE49-F238E27FC236}">
                <a16:creationId xmlns:a16="http://schemas.microsoft.com/office/drawing/2014/main" id="{11321406-1C86-44FE-8B1D-075D2348522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28-6">
            <a:extLst>
              <a:ext uri="{FF2B5EF4-FFF2-40B4-BE49-F238E27FC236}">
                <a16:creationId xmlns:a16="http://schemas.microsoft.com/office/drawing/2014/main" id="{84028F37-CDE1-4A86-A622-2C3242F1264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28-7">
            <a:extLst>
              <a:ext uri="{FF2B5EF4-FFF2-40B4-BE49-F238E27FC236}">
                <a16:creationId xmlns:a16="http://schemas.microsoft.com/office/drawing/2014/main" id="{BDE50071-C222-4048-8A33-0BB1574736FF}"/>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28">
            <a:extLst>
              <a:ext uri="{FF2B5EF4-FFF2-40B4-BE49-F238E27FC236}">
                <a16:creationId xmlns:a16="http://schemas.microsoft.com/office/drawing/2014/main" id="{CFA4328C-2004-42B9-BEB0-B1F25A8F8FCE}"/>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29-label">
            <a:extLst>
              <a:ext uri="{FF2B5EF4-FFF2-40B4-BE49-F238E27FC236}">
                <a16:creationId xmlns:a16="http://schemas.microsoft.com/office/drawing/2014/main" id="{8E7E6716-2FEC-4C2C-A467-04B5776DEFD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F0A9BA4D-18CF-43F2-A015-221D0B71280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29-0">
            <a:extLst>
              <a:ext uri="{FF2B5EF4-FFF2-40B4-BE49-F238E27FC236}">
                <a16:creationId xmlns:a16="http://schemas.microsoft.com/office/drawing/2014/main" id="{F12B3291-889B-430B-9165-EEE68FF7D78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29-1">
            <a:extLst>
              <a:ext uri="{FF2B5EF4-FFF2-40B4-BE49-F238E27FC236}">
                <a16:creationId xmlns:a16="http://schemas.microsoft.com/office/drawing/2014/main" id="{4F730DCE-23BF-4375-91C7-0DD3A84B6944}"/>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29-2">
            <a:extLst>
              <a:ext uri="{FF2B5EF4-FFF2-40B4-BE49-F238E27FC236}">
                <a16:creationId xmlns:a16="http://schemas.microsoft.com/office/drawing/2014/main" id="{7C5B6381-DD4F-491A-8094-8D1A0EAF6A56}"/>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29-3">
            <a:extLst>
              <a:ext uri="{FF2B5EF4-FFF2-40B4-BE49-F238E27FC236}">
                <a16:creationId xmlns:a16="http://schemas.microsoft.com/office/drawing/2014/main" id="{FF046C82-2FFE-4F47-AA5C-0B1B53F73C8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29-4">
            <a:extLst>
              <a:ext uri="{FF2B5EF4-FFF2-40B4-BE49-F238E27FC236}">
                <a16:creationId xmlns:a16="http://schemas.microsoft.com/office/drawing/2014/main" id="{33F1C916-D804-47F0-B178-D1252297ADD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29-5">
            <a:extLst>
              <a:ext uri="{FF2B5EF4-FFF2-40B4-BE49-F238E27FC236}">
                <a16:creationId xmlns:a16="http://schemas.microsoft.com/office/drawing/2014/main" id="{72177B2A-9CF4-4404-86B8-73E8874F8880}"/>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29-6">
            <a:extLst>
              <a:ext uri="{FF2B5EF4-FFF2-40B4-BE49-F238E27FC236}">
                <a16:creationId xmlns:a16="http://schemas.microsoft.com/office/drawing/2014/main" id="{A6D8FC7B-E429-4F14-B75C-93F75804CC2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29-7">
            <a:extLst>
              <a:ext uri="{FF2B5EF4-FFF2-40B4-BE49-F238E27FC236}">
                <a16:creationId xmlns:a16="http://schemas.microsoft.com/office/drawing/2014/main" id="{0E1667A6-4061-4319-AC12-EBC8714BE1C6}"/>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29">
            <a:extLst>
              <a:ext uri="{FF2B5EF4-FFF2-40B4-BE49-F238E27FC236}">
                <a16:creationId xmlns:a16="http://schemas.microsoft.com/office/drawing/2014/main" id="{DB759617-DDEA-48A5-A7FA-169655781EAA}"/>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3A15677D-304C-444E-B81C-DDA92C211A6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(12) = 10. 마지막에 읽은 합이 아니라 최선의 기록을 더합니다.</a:t>
            </a:r>
          </a:p>
        </p:txBody>
      </p:sp>
    </p:spTree>
    <p:extLst>
      <p:ext uri="{BB962C8B-B14F-4D97-AF65-F5344CB8AC3E}">
        <p14:creationId xmlns:p14="http://schemas.microsoft.com/office/powerpoint/2010/main" val="377734970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04CF2D10-B657-47D6-8A8C-A542A65411C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68EA98-4B14-4D1A-8855-4B8E52B2B0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DDC1F25-3641-413D-9987-C1BAAFFAE0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세 후보 비교 → 12 반환</a:t>
            </a:r>
          </a:p>
        </p:txBody>
      </p:sp>
      <p:sp>
        <p:nvSpPr>
          <p:cNvPr id="4" name="diagram-line-130">
            <a:extLst>
              <a:ext uri="{FF2B5EF4-FFF2-40B4-BE49-F238E27FC236}">
                <a16:creationId xmlns:a16="http://schemas.microsoft.com/office/drawing/2014/main" id="{B9A0616D-13DB-4B09-A99D-737B79C0E57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C901AE0-5336-4291-80E9-D029D21FA5A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12,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12, 10) = 12입니다.</a:t>
            </a:r>
          </a:p>
        </p:txBody>
      </p:sp>
      <p:sp>
        <p:nvSpPr>
          <p:cNvPr id="6" name="footer">
            <a:extLst>
              <a:ext uri="{FF2B5EF4-FFF2-40B4-BE49-F238E27FC236}">
                <a16:creationId xmlns:a16="http://schemas.microsoft.com/office/drawing/2014/main" id="{D8EC3755-020C-4223-ADB7-B4D700F08DE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8D2BF29-23F7-4FE3-BAEC-3EA9B53BA1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8" name="row-131-label">
            <a:extLst>
              <a:ext uri="{FF2B5EF4-FFF2-40B4-BE49-F238E27FC236}">
                <a16:creationId xmlns:a16="http://schemas.microsoft.com/office/drawing/2014/main" id="{B651E4BE-FD36-4728-9ADC-ABB541C1BEA2}"/>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EAEAED41-77BB-4538-A0D9-CE6702F93F9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1-0">
            <a:extLst>
              <a:ext uri="{FF2B5EF4-FFF2-40B4-BE49-F238E27FC236}">
                <a16:creationId xmlns:a16="http://schemas.microsoft.com/office/drawing/2014/main" id="{4F8C45E1-2AFD-409E-8F43-129EF5BABEF6}"/>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1">
            <a:extLst>
              <a:ext uri="{FF2B5EF4-FFF2-40B4-BE49-F238E27FC236}">
                <a16:creationId xmlns:a16="http://schemas.microsoft.com/office/drawing/2014/main" id="{D42578D4-7F35-419D-BF62-F8544663B1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1-2">
            <a:extLst>
              <a:ext uri="{FF2B5EF4-FFF2-40B4-BE49-F238E27FC236}">
                <a16:creationId xmlns:a16="http://schemas.microsoft.com/office/drawing/2014/main" id="{0D80FDE5-8ADD-49BB-9BA2-A4C31F914E4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1-3">
            <a:extLst>
              <a:ext uri="{FF2B5EF4-FFF2-40B4-BE49-F238E27FC236}">
                <a16:creationId xmlns:a16="http://schemas.microsoft.com/office/drawing/2014/main" id="{C7D3B053-4F06-45B6-82EC-B726A194AB8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1-4">
            <a:extLst>
              <a:ext uri="{FF2B5EF4-FFF2-40B4-BE49-F238E27FC236}">
                <a16:creationId xmlns:a16="http://schemas.microsoft.com/office/drawing/2014/main" id="{E65C3E3E-F418-4F8F-81A8-FAE201168A9F}"/>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1-5">
            <a:extLst>
              <a:ext uri="{FF2B5EF4-FFF2-40B4-BE49-F238E27FC236}">
                <a16:creationId xmlns:a16="http://schemas.microsoft.com/office/drawing/2014/main" id="{02502023-879B-455A-8A63-04F5F2B090E1}"/>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1-6">
            <a:extLst>
              <a:ext uri="{FF2B5EF4-FFF2-40B4-BE49-F238E27FC236}">
                <a16:creationId xmlns:a16="http://schemas.microsoft.com/office/drawing/2014/main" id="{796662A1-7ADB-403B-8D25-6D3DB6CD44F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1-7">
            <a:extLst>
              <a:ext uri="{FF2B5EF4-FFF2-40B4-BE49-F238E27FC236}">
                <a16:creationId xmlns:a16="http://schemas.microsoft.com/office/drawing/2014/main" id="{BBE75546-42EB-488B-A672-1D75CFC03108}"/>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31">
            <a:extLst>
              <a:ext uri="{FF2B5EF4-FFF2-40B4-BE49-F238E27FC236}">
                <a16:creationId xmlns:a16="http://schemas.microsoft.com/office/drawing/2014/main" id="{2D230ADB-71DD-4F22-8A80-D6771F9CAC4F}"/>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132-label">
            <a:extLst>
              <a:ext uri="{FF2B5EF4-FFF2-40B4-BE49-F238E27FC236}">
                <a16:creationId xmlns:a16="http://schemas.microsoft.com/office/drawing/2014/main" id="{AE0D47AF-442B-434B-8C25-2E2B78E41B5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5CC8FA20-D8BA-4F51-B3F9-27BD9FA3418C}"/>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32-0">
            <a:extLst>
              <a:ext uri="{FF2B5EF4-FFF2-40B4-BE49-F238E27FC236}">
                <a16:creationId xmlns:a16="http://schemas.microsoft.com/office/drawing/2014/main" id="{C449B75A-6DDE-46F5-8979-85FC3159E97A}"/>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2-1">
            <a:extLst>
              <a:ext uri="{FF2B5EF4-FFF2-40B4-BE49-F238E27FC236}">
                <a16:creationId xmlns:a16="http://schemas.microsoft.com/office/drawing/2014/main" id="{70F8C9E8-A474-4592-BF15-35D40F844148}"/>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2-2">
            <a:extLst>
              <a:ext uri="{FF2B5EF4-FFF2-40B4-BE49-F238E27FC236}">
                <a16:creationId xmlns:a16="http://schemas.microsoft.com/office/drawing/2014/main" id="{D7524280-2DB0-4126-9CA1-94568459036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2-3">
            <a:extLst>
              <a:ext uri="{FF2B5EF4-FFF2-40B4-BE49-F238E27FC236}">
                <a16:creationId xmlns:a16="http://schemas.microsoft.com/office/drawing/2014/main" id="{47EC9A2A-7559-4EA5-A3BA-6DF01EAD5129}"/>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2-4">
            <a:extLst>
              <a:ext uri="{FF2B5EF4-FFF2-40B4-BE49-F238E27FC236}">
                <a16:creationId xmlns:a16="http://schemas.microsoft.com/office/drawing/2014/main" id="{7B80E617-70A5-44BD-A65E-CCFE5D63F875}"/>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2-5">
            <a:extLst>
              <a:ext uri="{FF2B5EF4-FFF2-40B4-BE49-F238E27FC236}">
                <a16:creationId xmlns:a16="http://schemas.microsoft.com/office/drawing/2014/main" id="{DF561202-C598-4C88-86DE-32A166FD21D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2-6">
            <a:extLst>
              <a:ext uri="{FF2B5EF4-FFF2-40B4-BE49-F238E27FC236}">
                <a16:creationId xmlns:a16="http://schemas.microsoft.com/office/drawing/2014/main" id="{96F68770-D3EE-4BF6-AFBE-9A281780198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2-7">
            <a:extLst>
              <a:ext uri="{FF2B5EF4-FFF2-40B4-BE49-F238E27FC236}">
                <a16:creationId xmlns:a16="http://schemas.microsoft.com/office/drawing/2014/main" id="{DE1CDA87-F1E5-4F0F-A1E2-CF78CD7701A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32">
            <a:extLst>
              <a:ext uri="{FF2B5EF4-FFF2-40B4-BE49-F238E27FC236}">
                <a16:creationId xmlns:a16="http://schemas.microsoft.com/office/drawing/2014/main" id="{1CEEC32C-04A4-440A-B53E-B8CE8E2235B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33-label">
            <a:extLst>
              <a:ext uri="{FF2B5EF4-FFF2-40B4-BE49-F238E27FC236}">
                <a16:creationId xmlns:a16="http://schemas.microsoft.com/office/drawing/2014/main" id="{1503FAB8-EF09-4D36-B092-5094AAFB335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C4471E0-B3B8-44BE-ADDB-91746A0A906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33-0">
            <a:extLst>
              <a:ext uri="{FF2B5EF4-FFF2-40B4-BE49-F238E27FC236}">
                <a16:creationId xmlns:a16="http://schemas.microsoft.com/office/drawing/2014/main" id="{CB15C18F-6FEC-4830-A374-6C463F888AAA}"/>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33-1">
            <a:extLst>
              <a:ext uri="{FF2B5EF4-FFF2-40B4-BE49-F238E27FC236}">
                <a16:creationId xmlns:a16="http://schemas.microsoft.com/office/drawing/2014/main" id="{4FF5986A-0EC3-4572-AE2F-D001CB6F904C}"/>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33-2">
            <a:extLst>
              <a:ext uri="{FF2B5EF4-FFF2-40B4-BE49-F238E27FC236}">
                <a16:creationId xmlns:a16="http://schemas.microsoft.com/office/drawing/2014/main" id="{5992110D-ABDA-4357-BC7E-852C152E10F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33-3">
            <a:extLst>
              <a:ext uri="{FF2B5EF4-FFF2-40B4-BE49-F238E27FC236}">
                <a16:creationId xmlns:a16="http://schemas.microsoft.com/office/drawing/2014/main" id="{F22C445F-8830-46D2-A891-8649EC7468AD}"/>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33-4">
            <a:extLst>
              <a:ext uri="{FF2B5EF4-FFF2-40B4-BE49-F238E27FC236}">
                <a16:creationId xmlns:a16="http://schemas.microsoft.com/office/drawing/2014/main" id="{A7E9179C-3068-4E50-925B-D99114993F2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33-5">
            <a:extLst>
              <a:ext uri="{FF2B5EF4-FFF2-40B4-BE49-F238E27FC236}">
                <a16:creationId xmlns:a16="http://schemas.microsoft.com/office/drawing/2014/main" id="{C9294B09-A23D-42CB-816F-2D23C132315A}"/>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33-6">
            <a:extLst>
              <a:ext uri="{FF2B5EF4-FFF2-40B4-BE49-F238E27FC236}">
                <a16:creationId xmlns:a16="http://schemas.microsoft.com/office/drawing/2014/main" id="{C02062EB-158E-4173-87CD-DAED0F4331F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33-7">
            <a:extLst>
              <a:ext uri="{FF2B5EF4-FFF2-40B4-BE49-F238E27FC236}">
                <a16:creationId xmlns:a16="http://schemas.microsoft.com/office/drawing/2014/main" id="{08651ACC-5787-416D-B6D4-7CA88F058BD0}"/>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33">
            <a:extLst>
              <a:ext uri="{FF2B5EF4-FFF2-40B4-BE49-F238E27FC236}">
                <a16:creationId xmlns:a16="http://schemas.microsoft.com/office/drawing/2014/main" id="{0C954888-EC42-4B30-9897-7E5287ACEF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4E5D1703-F743-414C-95FC-E1F3A69B6E4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left_max에 12을 반환합니다.</a:t>
            </a:r>
          </a:p>
        </p:txBody>
      </p:sp>
    </p:spTree>
    <p:extLst>
      <p:ext uri="{BB962C8B-B14F-4D97-AF65-F5344CB8AC3E}">
        <p14:creationId xmlns:p14="http://schemas.microsoft.com/office/powerpoint/2010/main" val="104718100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C095B65A-993A-4FDA-9595-0D3DDBEBA9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C28F31-021F-44F9-B8B5-0964DB8DD3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7C4EC5-39BF-46A9-B06E-7303C2FDA1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답 12을 받음</a:t>
            </a:r>
          </a:p>
        </p:txBody>
      </p:sp>
      <p:sp>
        <p:nvSpPr>
          <p:cNvPr id="4" name="diagram-line-134">
            <a:extLst>
              <a:ext uri="{FF2B5EF4-FFF2-40B4-BE49-F238E27FC236}">
                <a16:creationId xmlns:a16="http://schemas.microsoft.com/office/drawing/2014/main" id="{C6DE3AD9-02AE-4797-9BF3-414BEC2F77D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47EC78-7A3A-4BAA-83A8-0C06C1AA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[0~3] 호출이 12을 반환했습니다. left_max = 12입니다.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[4~7] 호출을 시작합니다.</a:t>
            </a:r>
          </a:p>
        </p:txBody>
      </p:sp>
      <p:sp>
        <p:nvSpPr>
          <p:cNvPr id="6" name="footer">
            <a:extLst>
              <a:ext uri="{FF2B5EF4-FFF2-40B4-BE49-F238E27FC236}">
                <a16:creationId xmlns:a16="http://schemas.microsoft.com/office/drawing/2014/main" id="{992FFA1B-CC4B-428A-82D9-168A5234C3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A729199-6A67-4E82-86E1-44BAB683B2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8" name="row-135-label">
            <a:extLst>
              <a:ext uri="{FF2B5EF4-FFF2-40B4-BE49-F238E27FC236}">
                <a16:creationId xmlns:a16="http://schemas.microsoft.com/office/drawing/2014/main" id="{341AAA81-7536-4618-9A52-337F830BFD44}"/>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BBE6846-144D-4BC7-8169-C93F813BB33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5-0">
            <a:extLst>
              <a:ext uri="{FF2B5EF4-FFF2-40B4-BE49-F238E27FC236}">
                <a16:creationId xmlns:a16="http://schemas.microsoft.com/office/drawing/2014/main" id="{D6A4A6DF-D032-4115-B5CF-E05394058FC9}"/>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5-1">
            <a:extLst>
              <a:ext uri="{FF2B5EF4-FFF2-40B4-BE49-F238E27FC236}">
                <a16:creationId xmlns:a16="http://schemas.microsoft.com/office/drawing/2014/main" id="{AB67B3B1-A2AE-48FF-AA0A-4A6FC584B2A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5-2">
            <a:extLst>
              <a:ext uri="{FF2B5EF4-FFF2-40B4-BE49-F238E27FC236}">
                <a16:creationId xmlns:a16="http://schemas.microsoft.com/office/drawing/2014/main" id="{012E8FBC-7A92-4275-9F8A-E57C71F5ADE0}"/>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5-3">
            <a:extLst>
              <a:ext uri="{FF2B5EF4-FFF2-40B4-BE49-F238E27FC236}">
                <a16:creationId xmlns:a16="http://schemas.microsoft.com/office/drawing/2014/main" id="{3E784131-3247-4B19-B957-1C431B059EA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5-4">
            <a:extLst>
              <a:ext uri="{FF2B5EF4-FFF2-40B4-BE49-F238E27FC236}">
                <a16:creationId xmlns:a16="http://schemas.microsoft.com/office/drawing/2014/main" id="{97DE0E7A-A1B5-4D16-BB0E-E7BF44F6EFA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5">
            <a:extLst>
              <a:ext uri="{FF2B5EF4-FFF2-40B4-BE49-F238E27FC236}">
                <a16:creationId xmlns:a16="http://schemas.microsoft.com/office/drawing/2014/main" id="{093D9C9D-5F64-4DDA-A56A-9B0866E617C9}"/>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5-6">
            <a:extLst>
              <a:ext uri="{FF2B5EF4-FFF2-40B4-BE49-F238E27FC236}">
                <a16:creationId xmlns:a16="http://schemas.microsoft.com/office/drawing/2014/main" id="{3EDD9F56-7C86-4069-B0D9-2F9F00620C3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5-7">
            <a:extLst>
              <a:ext uri="{FF2B5EF4-FFF2-40B4-BE49-F238E27FC236}">
                <a16:creationId xmlns:a16="http://schemas.microsoft.com/office/drawing/2014/main" id="{8340C537-FB0B-4FDB-9452-400C90672BF5}"/>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5A1B30DC-7174-4FEF-897D-11BDB9725CA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4, 7)</a:t>
            </a:r>
          </a:p>
        </p:txBody>
      </p:sp>
      <p:sp>
        <p:nvSpPr>
          <p:cNvPr id="19" name="row-136-label">
            <a:extLst>
              <a:ext uri="{FF2B5EF4-FFF2-40B4-BE49-F238E27FC236}">
                <a16:creationId xmlns:a16="http://schemas.microsoft.com/office/drawing/2014/main" id="{2CC568CA-284F-40D1-B04D-CCADDD58F197}"/>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94E4C51E-E91A-401D-99C7-A94ACB15A837}"/>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36-0">
            <a:extLst>
              <a:ext uri="{FF2B5EF4-FFF2-40B4-BE49-F238E27FC236}">
                <a16:creationId xmlns:a16="http://schemas.microsoft.com/office/drawing/2014/main" id="{AE281261-6500-4C57-8304-BD758D0FF189}"/>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6-1">
            <a:extLst>
              <a:ext uri="{FF2B5EF4-FFF2-40B4-BE49-F238E27FC236}">
                <a16:creationId xmlns:a16="http://schemas.microsoft.com/office/drawing/2014/main" id="{66D3F888-953B-4C5B-92F2-851FA2D48BF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6-2">
            <a:extLst>
              <a:ext uri="{FF2B5EF4-FFF2-40B4-BE49-F238E27FC236}">
                <a16:creationId xmlns:a16="http://schemas.microsoft.com/office/drawing/2014/main" id="{508F741B-F84C-4797-9572-ED678521425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6-3">
            <a:extLst>
              <a:ext uri="{FF2B5EF4-FFF2-40B4-BE49-F238E27FC236}">
                <a16:creationId xmlns:a16="http://schemas.microsoft.com/office/drawing/2014/main" id="{EBB33C2C-9792-4263-B5ED-3F12DD10E47D}"/>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6-4">
            <a:extLst>
              <a:ext uri="{FF2B5EF4-FFF2-40B4-BE49-F238E27FC236}">
                <a16:creationId xmlns:a16="http://schemas.microsoft.com/office/drawing/2014/main" id="{95EC9A1F-C608-4627-BA4E-E853A2C3AF9B}"/>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6-5">
            <a:extLst>
              <a:ext uri="{FF2B5EF4-FFF2-40B4-BE49-F238E27FC236}">
                <a16:creationId xmlns:a16="http://schemas.microsoft.com/office/drawing/2014/main" id="{C22FB2F5-B8CE-4A9E-B2F9-71B7B6478CE9}"/>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6-6">
            <a:extLst>
              <a:ext uri="{FF2B5EF4-FFF2-40B4-BE49-F238E27FC236}">
                <a16:creationId xmlns:a16="http://schemas.microsoft.com/office/drawing/2014/main" id="{B7C0A959-FCA8-4BE6-A96F-9098A46E9268}"/>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6-7">
            <a:extLst>
              <a:ext uri="{FF2B5EF4-FFF2-40B4-BE49-F238E27FC236}">
                <a16:creationId xmlns:a16="http://schemas.microsoft.com/office/drawing/2014/main" id="{CF08C2C9-BF57-4151-AFC4-D55533146885}"/>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0FFBF611-8B47-47F9-AAF2-39FEFF819AC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16094658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CCD7880-88E4-4F52-BC28-E38F3DD280F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F32130-A528-4667-8827-41E4D905F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ABE32D-A0E3-4DAE-967E-F71D86FD69E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호출: mid = 5에서 나눔</a:t>
            </a:r>
          </a:p>
        </p:txBody>
      </p:sp>
      <p:sp>
        <p:nvSpPr>
          <p:cNvPr id="4" name="diagram-line-137">
            <a:extLst>
              <a:ext uri="{FF2B5EF4-FFF2-40B4-BE49-F238E27FC236}">
                <a16:creationId xmlns:a16="http://schemas.microsoft.com/office/drawing/2014/main" id="{E072F818-A9C7-42B2-952A-F46E9E03621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E568565-9522-47FB-A2D5-DDD51DB66B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7, mid = 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[4~5]를 호출합니다. 오른쪽 [6~7]는 기다립니다.</a:t>
            </a:r>
          </a:p>
        </p:txBody>
      </p:sp>
      <p:sp>
        <p:nvSpPr>
          <p:cNvPr id="6" name="footer">
            <a:extLst>
              <a:ext uri="{FF2B5EF4-FFF2-40B4-BE49-F238E27FC236}">
                <a16:creationId xmlns:a16="http://schemas.microsoft.com/office/drawing/2014/main" id="{33FC909B-10CB-4B64-977E-9E52AA8021C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299AF98-0416-44DB-9B92-184621111C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8" name="row-138-label">
            <a:extLst>
              <a:ext uri="{FF2B5EF4-FFF2-40B4-BE49-F238E27FC236}">
                <a16:creationId xmlns:a16="http://schemas.microsoft.com/office/drawing/2014/main" id="{CA30BD11-39AA-462A-AF53-E50929F18990}"/>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26A1FF23-78B2-4412-B4B7-23143D709DC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38-0">
            <a:extLst>
              <a:ext uri="{FF2B5EF4-FFF2-40B4-BE49-F238E27FC236}">
                <a16:creationId xmlns:a16="http://schemas.microsoft.com/office/drawing/2014/main" id="{AA8A1C39-6196-467A-A75F-0D5F8A10FE8B}"/>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8-1">
            <a:extLst>
              <a:ext uri="{FF2B5EF4-FFF2-40B4-BE49-F238E27FC236}">
                <a16:creationId xmlns:a16="http://schemas.microsoft.com/office/drawing/2014/main" id="{6D91EFFB-3BEC-4F16-945D-2D5E37BAF23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8-2">
            <a:extLst>
              <a:ext uri="{FF2B5EF4-FFF2-40B4-BE49-F238E27FC236}">
                <a16:creationId xmlns:a16="http://schemas.microsoft.com/office/drawing/2014/main" id="{6A1BA335-8380-481F-B108-A518CFF3F423}"/>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8-3">
            <a:extLst>
              <a:ext uri="{FF2B5EF4-FFF2-40B4-BE49-F238E27FC236}">
                <a16:creationId xmlns:a16="http://schemas.microsoft.com/office/drawing/2014/main" id="{FAD9229D-DFD1-4B7A-A336-83059A2AD8E4}"/>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8-4">
            <a:extLst>
              <a:ext uri="{FF2B5EF4-FFF2-40B4-BE49-F238E27FC236}">
                <a16:creationId xmlns:a16="http://schemas.microsoft.com/office/drawing/2014/main" id="{BCCAF8F1-D9E0-48CF-952F-B36264911A3B}"/>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8-5">
            <a:extLst>
              <a:ext uri="{FF2B5EF4-FFF2-40B4-BE49-F238E27FC236}">
                <a16:creationId xmlns:a16="http://schemas.microsoft.com/office/drawing/2014/main" id="{7163D390-E02B-4125-A533-C50D1561B3A5}"/>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8-6">
            <a:extLst>
              <a:ext uri="{FF2B5EF4-FFF2-40B4-BE49-F238E27FC236}">
                <a16:creationId xmlns:a16="http://schemas.microsoft.com/office/drawing/2014/main" id="{155937F6-6FCA-4A4E-B2CE-3F0364E21F99}"/>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8-7">
            <a:extLst>
              <a:ext uri="{FF2B5EF4-FFF2-40B4-BE49-F238E27FC236}">
                <a16:creationId xmlns:a16="http://schemas.microsoft.com/office/drawing/2014/main" id="{2B1924AF-E0E6-40EF-98D2-01F9E733FBD2}"/>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39">
            <a:extLst>
              <a:ext uri="{FF2B5EF4-FFF2-40B4-BE49-F238E27FC236}">
                <a16:creationId xmlns:a16="http://schemas.microsoft.com/office/drawing/2014/main" id="{2F55362B-BA9E-499C-A920-598D8A724457}"/>
              </a:ext>
            </a:extLst>
          </p:cNvPr>
          <p:cNvSpPr>
            <a:spLocks noGrp="1"/>
          </p:cNvSpPr>
          <p:nvPr/>
        </p:nvSpPr>
        <p:spPr>
          <a:xfrm>
            <a:off x="8982075" y="2819400"/>
            <a:ext cx="19050" cy="666750"/>
          </a:xfrm>
          <a:prstGeom prst="rect">
            <a:avLst/>
          </a:prstGeom>
          <a:solidFill>
            <a:srgbClr val="9A5900"/>
          </a:solidFill>
          <a:ln w="0">
            <a:noFill/>
          </a:ln>
        </p:spPr>
      </p:sp>
      <p:sp>
        <p:nvSpPr>
          <p:cNvPr id="19" name="pointer-138">
            <a:extLst>
              <a:ext uri="{FF2B5EF4-FFF2-40B4-BE49-F238E27FC236}">
                <a16:creationId xmlns:a16="http://schemas.microsoft.com/office/drawing/2014/main" id="{F7868A44-FC2A-4DED-9880-C8528415C95D}"/>
              </a:ext>
            </a:extLst>
          </p:cNvPr>
          <p:cNvSpPr>
            <a:spLocks noGrp="1"/>
          </p:cNvSpPr>
          <p:nvPr/>
        </p:nvSpPr>
        <p:spPr>
          <a:xfrm>
            <a:off x="78105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5</a:t>
            </a:r>
          </a:p>
        </p:txBody>
      </p:sp>
      <p:sp>
        <p:nvSpPr>
          <p:cNvPr id="20" name="children-code">
            <a:extLst>
              <a:ext uri="{FF2B5EF4-FFF2-40B4-BE49-F238E27FC236}">
                <a16:creationId xmlns:a16="http://schemas.microsoft.com/office/drawing/2014/main" id="{DB262210-5DD1-4CF6-B600-DEF79DE084C6}"/>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5)</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6, 7)</a:t>
            </a:r>
          </a:p>
        </p:txBody>
      </p:sp>
      <p:sp>
        <p:nvSpPr>
          <p:cNvPr id="21" name="caption">
            <a:extLst>
              <a:ext uri="{FF2B5EF4-FFF2-40B4-BE49-F238E27FC236}">
                <a16:creationId xmlns:a16="http://schemas.microsoft.com/office/drawing/2014/main" id="{55EB16DE-09F6-48EF-BB37-24103CB6D17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right_max의 반환을 기다립니다.</a:t>
            </a:r>
          </a:p>
        </p:txBody>
      </p:sp>
    </p:spTree>
    <p:extLst>
      <p:ext uri="{BB962C8B-B14F-4D97-AF65-F5344CB8AC3E}">
        <p14:creationId xmlns:p14="http://schemas.microsoft.com/office/powerpoint/2010/main" val="74021594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6C9843-6C8F-4AAA-9055-9F7088C978C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E28E9F8-E3DB-499C-B594-F24D3CF3819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B3F3A28-DBF5-4533-89A0-E29FF4408A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호출: mid = 4에서 나눔</a:t>
            </a:r>
          </a:p>
        </p:txBody>
      </p:sp>
      <p:sp>
        <p:nvSpPr>
          <p:cNvPr id="4" name="diagram-line-140">
            <a:extLst>
              <a:ext uri="{FF2B5EF4-FFF2-40B4-BE49-F238E27FC236}">
                <a16:creationId xmlns:a16="http://schemas.microsoft.com/office/drawing/2014/main" id="{D88F218E-1133-4E8F-A05A-938A3DD7329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98DCD80-E354-4BD8-89B2-F1708F91F3F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5, mid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[4~4]를 호출합니다. 오른쪽 [5~5]는 기다립니다.</a:t>
            </a:r>
          </a:p>
        </p:txBody>
      </p:sp>
      <p:sp>
        <p:nvSpPr>
          <p:cNvPr id="6" name="footer">
            <a:extLst>
              <a:ext uri="{FF2B5EF4-FFF2-40B4-BE49-F238E27FC236}">
                <a16:creationId xmlns:a16="http://schemas.microsoft.com/office/drawing/2014/main" id="{B2F71D06-C501-4696-B8A0-382EF37B2DB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BC9232-895F-4CC0-9DEF-66FEC7C4C1B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8" name="row-141-label">
            <a:extLst>
              <a:ext uri="{FF2B5EF4-FFF2-40B4-BE49-F238E27FC236}">
                <a16:creationId xmlns:a16="http://schemas.microsoft.com/office/drawing/2014/main" id="{87BF549C-33B1-4FB4-BBCB-B4803E30B3F3}"/>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5827431D-DC79-4F1F-906A-09BF0D2207CB}"/>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1-0">
            <a:extLst>
              <a:ext uri="{FF2B5EF4-FFF2-40B4-BE49-F238E27FC236}">
                <a16:creationId xmlns:a16="http://schemas.microsoft.com/office/drawing/2014/main" id="{76E6F219-D3B0-49A6-968C-845F000457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1-1">
            <a:extLst>
              <a:ext uri="{FF2B5EF4-FFF2-40B4-BE49-F238E27FC236}">
                <a16:creationId xmlns:a16="http://schemas.microsoft.com/office/drawing/2014/main" id="{BFB25F91-0CFF-48FF-A8F2-45578D38050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1-2">
            <a:extLst>
              <a:ext uri="{FF2B5EF4-FFF2-40B4-BE49-F238E27FC236}">
                <a16:creationId xmlns:a16="http://schemas.microsoft.com/office/drawing/2014/main" id="{AC390ACA-A36A-4DE9-B325-A04280A71594}"/>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1-3">
            <a:extLst>
              <a:ext uri="{FF2B5EF4-FFF2-40B4-BE49-F238E27FC236}">
                <a16:creationId xmlns:a16="http://schemas.microsoft.com/office/drawing/2014/main" id="{90A42F0A-CD71-4488-8E24-097F7A84203D}"/>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1-4">
            <a:extLst>
              <a:ext uri="{FF2B5EF4-FFF2-40B4-BE49-F238E27FC236}">
                <a16:creationId xmlns:a16="http://schemas.microsoft.com/office/drawing/2014/main" id="{9BB354D3-0D26-42B0-9299-239C30FE6BF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1-5">
            <a:extLst>
              <a:ext uri="{FF2B5EF4-FFF2-40B4-BE49-F238E27FC236}">
                <a16:creationId xmlns:a16="http://schemas.microsoft.com/office/drawing/2014/main" id="{FAAF6BCA-BCE3-4772-8CAB-A235C5CF5AA3}"/>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1-6">
            <a:extLst>
              <a:ext uri="{FF2B5EF4-FFF2-40B4-BE49-F238E27FC236}">
                <a16:creationId xmlns:a16="http://schemas.microsoft.com/office/drawing/2014/main" id="{A0A291CC-9CD9-442E-8A86-D31DD1761162}"/>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1-7">
            <a:extLst>
              <a:ext uri="{FF2B5EF4-FFF2-40B4-BE49-F238E27FC236}">
                <a16:creationId xmlns:a16="http://schemas.microsoft.com/office/drawing/2014/main" id="{9205A5AF-7C42-43FB-B187-32D5CD0ADC36}"/>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2">
            <a:extLst>
              <a:ext uri="{FF2B5EF4-FFF2-40B4-BE49-F238E27FC236}">
                <a16:creationId xmlns:a16="http://schemas.microsoft.com/office/drawing/2014/main" id="{E5C0327A-5884-43DD-8457-7ADE7E7ABA09}"/>
              </a:ext>
            </a:extLst>
          </p:cNvPr>
          <p:cNvSpPr>
            <a:spLocks noGrp="1"/>
          </p:cNvSpPr>
          <p:nvPr/>
        </p:nvSpPr>
        <p:spPr>
          <a:xfrm>
            <a:off x="7877175" y="2819400"/>
            <a:ext cx="19050" cy="666750"/>
          </a:xfrm>
          <a:prstGeom prst="rect">
            <a:avLst/>
          </a:prstGeom>
          <a:solidFill>
            <a:srgbClr val="9A5900"/>
          </a:solidFill>
          <a:ln w="0">
            <a:noFill/>
          </a:ln>
        </p:spPr>
      </p:sp>
      <p:sp>
        <p:nvSpPr>
          <p:cNvPr id="19" name="pointer-141">
            <a:extLst>
              <a:ext uri="{FF2B5EF4-FFF2-40B4-BE49-F238E27FC236}">
                <a16:creationId xmlns:a16="http://schemas.microsoft.com/office/drawing/2014/main" id="{7D7A968E-9964-498B-BFDE-A4A28271E40C}"/>
              </a:ext>
            </a:extLst>
          </p:cNvPr>
          <p:cNvSpPr>
            <a:spLocks noGrp="1"/>
          </p:cNvSpPr>
          <p:nvPr/>
        </p:nvSpPr>
        <p:spPr>
          <a:xfrm>
            <a:off x="67056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4</a:t>
            </a:r>
          </a:p>
        </p:txBody>
      </p:sp>
      <p:sp>
        <p:nvSpPr>
          <p:cNvPr id="20" name="children-code">
            <a:extLst>
              <a:ext uri="{FF2B5EF4-FFF2-40B4-BE49-F238E27FC236}">
                <a16:creationId xmlns:a16="http://schemas.microsoft.com/office/drawing/2014/main" id="{B5C63BCC-ABAB-475F-A4C6-949741ACDAE8}"/>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4)</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5, 5)</a:t>
            </a:r>
          </a:p>
        </p:txBody>
      </p:sp>
      <p:sp>
        <p:nvSpPr>
          <p:cNvPr id="21" name="caption">
            <a:extLst>
              <a:ext uri="{FF2B5EF4-FFF2-40B4-BE49-F238E27FC236}">
                <a16:creationId xmlns:a16="http://schemas.microsoft.com/office/drawing/2014/main" id="{C45D9833-B5AC-4FA9-96DF-B292FEBEDA3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left_max의 반환을 기다립니다.</a:t>
            </a:r>
          </a:p>
        </p:txBody>
      </p:sp>
    </p:spTree>
    <p:extLst>
      <p:ext uri="{BB962C8B-B14F-4D97-AF65-F5344CB8AC3E}">
        <p14:creationId xmlns:p14="http://schemas.microsoft.com/office/powerpoint/2010/main" val="240111346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7F67526-C44E-4D4E-BDF2-E2DA36023B9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7137C5E-70EF-4D85-8504-AB1A50C586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D7F646-C6AA-46E7-B179-59034EF291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원소 하나: 7 반환</a:t>
            </a:r>
          </a:p>
        </p:txBody>
      </p:sp>
      <p:sp>
        <p:nvSpPr>
          <p:cNvPr id="4" name="diagram-line-143">
            <a:extLst>
              <a:ext uri="{FF2B5EF4-FFF2-40B4-BE49-F238E27FC236}">
                <a16:creationId xmlns:a16="http://schemas.microsoft.com/office/drawing/2014/main" id="{71F885F9-2689-4AFD-B5DF-4B173F8854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9B95067-6D84-467C-98CF-C12EA6A9145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4입니다. 남은 원소는 a[4] = 7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7을 [4~5] 호출의 left_max에 돌려줍니다.</a:t>
            </a:r>
          </a:p>
        </p:txBody>
      </p:sp>
      <p:sp>
        <p:nvSpPr>
          <p:cNvPr id="6" name="footer">
            <a:extLst>
              <a:ext uri="{FF2B5EF4-FFF2-40B4-BE49-F238E27FC236}">
                <a16:creationId xmlns:a16="http://schemas.microsoft.com/office/drawing/2014/main" id="{C1111588-E30F-44D2-8DCE-4EFD891F004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73C96D4-BF5D-45D4-81FB-73F9DC406A4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8" name="row-144-label">
            <a:extLst>
              <a:ext uri="{FF2B5EF4-FFF2-40B4-BE49-F238E27FC236}">
                <a16:creationId xmlns:a16="http://schemas.microsoft.com/office/drawing/2014/main" id="{49A10447-2225-45B1-9773-8FB62E22B77F}"/>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413C8B7-762C-47A4-BB85-E0010EC0125E}"/>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4-0">
            <a:extLst>
              <a:ext uri="{FF2B5EF4-FFF2-40B4-BE49-F238E27FC236}">
                <a16:creationId xmlns:a16="http://schemas.microsoft.com/office/drawing/2014/main" id="{139FBA1D-D4F9-4BFF-A7A7-714F0B087E9A}"/>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4-1">
            <a:extLst>
              <a:ext uri="{FF2B5EF4-FFF2-40B4-BE49-F238E27FC236}">
                <a16:creationId xmlns:a16="http://schemas.microsoft.com/office/drawing/2014/main" id="{09437A31-EFE0-4A3B-9615-AECF2AE3271F}"/>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4-2">
            <a:extLst>
              <a:ext uri="{FF2B5EF4-FFF2-40B4-BE49-F238E27FC236}">
                <a16:creationId xmlns:a16="http://schemas.microsoft.com/office/drawing/2014/main" id="{61BF69D6-7F9E-45EE-B33A-DD09ACAEF715}"/>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4-3">
            <a:extLst>
              <a:ext uri="{FF2B5EF4-FFF2-40B4-BE49-F238E27FC236}">
                <a16:creationId xmlns:a16="http://schemas.microsoft.com/office/drawing/2014/main" id="{486ACFAB-3D22-4F71-9E86-87CCD8207CBF}"/>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4-4">
            <a:extLst>
              <a:ext uri="{FF2B5EF4-FFF2-40B4-BE49-F238E27FC236}">
                <a16:creationId xmlns:a16="http://schemas.microsoft.com/office/drawing/2014/main" id="{FDD3592A-F766-4E06-A736-39F2C6D727A1}"/>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4-5">
            <a:extLst>
              <a:ext uri="{FF2B5EF4-FFF2-40B4-BE49-F238E27FC236}">
                <a16:creationId xmlns:a16="http://schemas.microsoft.com/office/drawing/2014/main" id="{9C63F1A5-A558-4527-AB83-94EDAC6795A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4-6">
            <a:extLst>
              <a:ext uri="{FF2B5EF4-FFF2-40B4-BE49-F238E27FC236}">
                <a16:creationId xmlns:a16="http://schemas.microsoft.com/office/drawing/2014/main" id="{A5E830AB-DF85-49E0-8700-A534BDA76CF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4-7">
            <a:extLst>
              <a:ext uri="{FF2B5EF4-FFF2-40B4-BE49-F238E27FC236}">
                <a16:creationId xmlns:a16="http://schemas.microsoft.com/office/drawing/2014/main" id="{1708F429-D77C-498E-A1F1-2E9EC9634CC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CCF8C7C9-0532-4924-9535-5E546F4459DB}"/>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7</a:t>
            </a:r>
          </a:p>
        </p:txBody>
      </p:sp>
      <p:sp>
        <p:nvSpPr>
          <p:cNvPr id="19" name="caption">
            <a:extLst>
              <a:ext uri="{FF2B5EF4-FFF2-40B4-BE49-F238E27FC236}">
                <a16:creationId xmlns:a16="http://schemas.microsoft.com/office/drawing/2014/main" id="{764FD064-8C6E-4017-AF49-23BF2C78077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left_max = 7. 원소 한 개의 호출이 끝났습니다.</a:t>
            </a:r>
          </a:p>
        </p:txBody>
      </p:sp>
    </p:spTree>
    <p:extLst>
      <p:ext uri="{BB962C8B-B14F-4D97-AF65-F5344CB8AC3E}">
        <p14:creationId xmlns:p14="http://schemas.microsoft.com/office/powerpoint/2010/main" val="27892570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B318A31E-BA94-46B4-B106-AB6E8230F1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41ABC5-0F7F-4527-A586-FA43BC53914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16E007-7779-49E1-8755-BA8C2604FA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[5~5] 원소 하나: −9 반환</a:t>
            </a:r>
          </a:p>
        </p:txBody>
      </p:sp>
      <p:sp>
        <p:nvSpPr>
          <p:cNvPr id="4" name="diagram-line-145">
            <a:extLst>
              <a:ext uri="{FF2B5EF4-FFF2-40B4-BE49-F238E27FC236}">
                <a16:creationId xmlns:a16="http://schemas.microsoft.com/office/drawing/2014/main" id="{552BE636-06A0-4DE3-B5F4-F790D259245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21B5E23-A7F7-40C2-8781-65E8115F848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5입니다. 남은 원소는 a[5] = −9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−9을 [4~5] 호출의 right_max에 돌려줍니다.</a:t>
            </a:r>
          </a:p>
        </p:txBody>
      </p:sp>
      <p:sp>
        <p:nvSpPr>
          <p:cNvPr id="6" name="footer">
            <a:extLst>
              <a:ext uri="{FF2B5EF4-FFF2-40B4-BE49-F238E27FC236}">
                <a16:creationId xmlns:a16="http://schemas.microsoft.com/office/drawing/2014/main" id="{E4F9D050-EC70-4E0F-878C-EE711C7FB42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2EC52C9-3AA7-44E6-B381-7567A63E9BE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8" name="row-146-label">
            <a:extLst>
              <a:ext uri="{FF2B5EF4-FFF2-40B4-BE49-F238E27FC236}">
                <a16:creationId xmlns:a16="http://schemas.microsoft.com/office/drawing/2014/main" id="{FE6DB434-DFF8-4993-B18E-E9984F9786D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D766AAA-E78C-4C28-9806-8A15AACA86F4}"/>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6-0">
            <a:extLst>
              <a:ext uri="{FF2B5EF4-FFF2-40B4-BE49-F238E27FC236}">
                <a16:creationId xmlns:a16="http://schemas.microsoft.com/office/drawing/2014/main" id="{B50EB931-2839-49F3-AAD6-EB22F78A3C6E}"/>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6-1">
            <a:extLst>
              <a:ext uri="{FF2B5EF4-FFF2-40B4-BE49-F238E27FC236}">
                <a16:creationId xmlns:a16="http://schemas.microsoft.com/office/drawing/2014/main" id="{AF8783CB-C99E-4879-A762-5E0928744A6D}"/>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6-2">
            <a:extLst>
              <a:ext uri="{FF2B5EF4-FFF2-40B4-BE49-F238E27FC236}">
                <a16:creationId xmlns:a16="http://schemas.microsoft.com/office/drawing/2014/main" id="{9092AB87-BE4A-4AC2-AF81-75165500868A}"/>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6-3">
            <a:extLst>
              <a:ext uri="{FF2B5EF4-FFF2-40B4-BE49-F238E27FC236}">
                <a16:creationId xmlns:a16="http://schemas.microsoft.com/office/drawing/2014/main" id="{87E71108-53C7-4DB4-9870-1A50FB508EF5}"/>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6-4">
            <a:extLst>
              <a:ext uri="{FF2B5EF4-FFF2-40B4-BE49-F238E27FC236}">
                <a16:creationId xmlns:a16="http://schemas.microsoft.com/office/drawing/2014/main" id="{0429BF99-5021-4CA5-A979-15908B4F31F2}"/>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6-5">
            <a:extLst>
              <a:ext uri="{FF2B5EF4-FFF2-40B4-BE49-F238E27FC236}">
                <a16:creationId xmlns:a16="http://schemas.microsoft.com/office/drawing/2014/main" id="{9DFCA23C-85E7-447E-A53D-C86E31DA013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6-6">
            <a:extLst>
              <a:ext uri="{FF2B5EF4-FFF2-40B4-BE49-F238E27FC236}">
                <a16:creationId xmlns:a16="http://schemas.microsoft.com/office/drawing/2014/main" id="{5CA2A374-7CD4-4DD8-94BE-325BE68581B0}"/>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6-7">
            <a:extLst>
              <a:ext uri="{FF2B5EF4-FFF2-40B4-BE49-F238E27FC236}">
                <a16:creationId xmlns:a16="http://schemas.microsoft.com/office/drawing/2014/main" id="{4D6A3709-057C-4269-9E5D-07BF2726A85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E754ACBB-5E23-4A9E-9821-E270A3D322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−9</a:t>
            </a:r>
          </a:p>
        </p:txBody>
      </p:sp>
      <p:sp>
        <p:nvSpPr>
          <p:cNvPr id="19" name="caption">
            <a:extLst>
              <a:ext uri="{FF2B5EF4-FFF2-40B4-BE49-F238E27FC236}">
                <a16:creationId xmlns:a16="http://schemas.microsoft.com/office/drawing/2014/main" id="{A3744A9E-B9DC-4C7F-8B41-0C233010CE3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right_max = −9. 원소 한 개의 호출이 끝났습니다.</a:t>
            </a:r>
          </a:p>
        </p:txBody>
      </p:sp>
    </p:spTree>
    <p:extLst>
      <p:ext uri="{BB962C8B-B14F-4D97-AF65-F5344CB8AC3E}">
        <p14:creationId xmlns:p14="http://schemas.microsoft.com/office/powerpoint/2010/main" val="24550351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8780EA-9039-4815-949A-2AF6B07B45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913DE9-3698-4A47-B39D-FCAF958B36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B3BAA-F775-406E-A58D-B9A5037948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왼쪽 스캔 1/1</a:t>
            </a:r>
          </a:p>
        </p:txBody>
      </p:sp>
      <p:sp>
        <p:nvSpPr>
          <p:cNvPr id="4" name="diagram-line-147">
            <a:extLst>
              <a:ext uri="{FF2B5EF4-FFF2-40B4-BE49-F238E27FC236}">
                <a16:creationId xmlns:a16="http://schemas.microsoft.com/office/drawing/2014/main" id="{1B8164B8-8574-4E3B-8B55-4AFA7D108CE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66FEC46-9DCD-4AE9-B38C-F547AFAF4C3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left_sum 갱신.</a:t>
            </a:r>
          </a:p>
        </p:txBody>
      </p:sp>
      <p:sp>
        <p:nvSpPr>
          <p:cNvPr id="6" name="footer">
            <a:extLst>
              <a:ext uri="{FF2B5EF4-FFF2-40B4-BE49-F238E27FC236}">
                <a16:creationId xmlns:a16="http://schemas.microsoft.com/office/drawing/2014/main" id="{AE4ADCBC-2752-4341-8BDA-579679D8EF6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D71323-C5DA-4F28-B786-4AC98A09639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8" name="row-148-label">
            <a:extLst>
              <a:ext uri="{FF2B5EF4-FFF2-40B4-BE49-F238E27FC236}">
                <a16:creationId xmlns:a16="http://schemas.microsoft.com/office/drawing/2014/main" id="{261CFFD2-F73A-47DE-95AE-0E50B3A9D80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15B41E2A-32A2-4231-A9E7-17903097BDD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8-0">
            <a:extLst>
              <a:ext uri="{FF2B5EF4-FFF2-40B4-BE49-F238E27FC236}">
                <a16:creationId xmlns:a16="http://schemas.microsoft.com/office/drawing/2014/main" id="{4BFF888A-4D01-4349-BCDC-57378F57F2F1}"/>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8-1">
            <a:extLst>
              <a:ext uri="{FF2B5EF4-FFF2-40B4-BE49-F238E27FC236}">
                <a16:creationId xmlns:a16="http://schemas.microsoft.com/office/drawing/2014/main" id="{4B5064E7-5871-4F91-BE7A-2FC23A25720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8-2">
            <a:extLst>
              <a:ext uri="{FF2B5EF4-FFF2-40B4-BE49-F238E27FC236}">
                <a16:creationId xmlns:a16="http://schemas.microsoft.com/office/drawing/2014/main" id="{B63D57EA-9FBD-476D-9C4D-9CCE3FDB61EB}"/>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8-3">
            <a:extLst>
              <a:ext uri="{FF2B5EF4-FFF2-40B4-BE49-F238E27FC236}">
                <a16:creationId xmlns:a16="http://schemas.microsoft.com/office/drawing/2014/main" id="{E06FD1CE-CCDA-4F94-B55A-F3E83DC95B7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8-4">
            <a:extLst>
              <a:ext uri="{FF2B5EF4-FFF2-40B4-BE49-F238E27FC236}">
                <a16:creationId xmlns:a16="http://schemas.microsoft.com/office/drawing/2014/main" id="{80D9C931-B756-48CD-82F4-BAD7DAE7D9B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8-5">
            <a:extLst>
              <a:ext uri="{FF2B5EF4-FFF2-40B4-BE49-F238E27FC236}">
                <a16:creationId xmlns:a16="http://schemas.microsoft.com/office/drawing/2014/main" id="{31EAE725-E2E6-4301-9447-9464DF170A4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8-6">
            <a:extLst>
              <a:ext uri="{FF2B5EF4-FFF2-40B4-BE49-F238E27FC236}">
                <a16:creationId xmlns:a16="http://schemas.microsoft.com/office/drawing/2014/main" id="{FA187DB4-0AD4-42FD-80D1-46F26839FE2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8-7">
            <a:extLst>
              <a:ext uri="{FF2B5EF4-FFF2-40B4-BE49-F238E27FC236}">
                <a16:creationId xmlns:a16="http://schemas.microsoft.com/office/drawing/2014/main" id="{C321D024-7C05-486F-BC0A-A35390EB3733}"/>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9">
            <a:extLst>
              <a:ext uri="{FF2B5EF4-FFF2-40B4-BE49-F238E27FC236}">
                <a16:creationId xmlns:a16="http://schemas.microsoft.com/office/drawing/2014/main" id="{487D0AA2-BB69-41D3-9820-4D2B4ED76A5F}"/>
              </a:ext>
            </a:extLst>
          </p:cNvPr>
          <p:cNvSpPr>
            <a:spLocks noGrp="1"/>
          </p:cNvSpPr>
          <p:nvPr/>
        </p:nvSpPr>
        <p:spPr>
          <a:xfrm>
            <a:off x="7877175" y="2743200"/>
            <a:ext cx="19050" cy="666750"/>
          </a:xfrm>
          <a:prstGeom prst="rect">
            <a:avLst/>
          </a:prstGeom>
          <a:solidFill>
            <a:srgbClr val="9A5900"/>
          </a:solidFill>
          <a:ln w="0">
            <a:noFill/>
          </a:ln>
        </p:spPr>
      </p:sp>
      <p:sp>
        <p:nvSpPr>
          <p:cNvPr id="19" name="pointer-148">
            <a:extLst>
              <a:ext uri="{FF2B5EF4-FFF2-40B4-BE49-F238E27FC236}">
                <a16:creationId xmlns:a16="http://schemas.microsoft.com/office/drawing/2014/main" id="{CB9E746D-BE86-4267-9E40-465DBD6EF9BF}"/>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5BA8BB04-5F72-4545-BB91-9060CA2974E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47166A11-7EE0-422D-9388-F945F46F7B2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7</a:t>
            </a:r>
          </a:p>
        </p:txBody>
      </p:sp>
      <p:sp>
        <p:nvSpPr>
          <p:cNvPr id="22" name="row-150-label">
            <a:extLst>
              <a:ext uri="{FF2B5EF4-FFF2-40B4-BE49-F238E27FC236}">
                <a16:creationId xmlns:a16="http://schemas.microsoft.com/office/drawing/2014/main" id="{410C2572-CD28-4306-8209-B5F6D0B75B7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A85B710-17CB-49BF-B461-4E3FCA8EC8C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0-0">
            <a:extLst>
              <a:ext uri="{FF2B5EF4-FFF2-40B4-BE49-F238E27FC236}">
                <a16:creationId xmlns:a16="http://schemas.microsoft.com/office/drawing/2014/main" id="{6A5D019B-3E37-414D-9B03-0896204E56E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0-1">
            <a:extLst>
              <a:ext uri="{FF2B5EF4-FFF2-40B4-BE49-F238E27FC236}">
                <a16:creationId xmlns:a16="http://schemas.microsoft.com/office/drawing/2014/main" id="{E16179F2-0014-494E-876E-D6C6EF51B26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0-2">
            <a:extLst>
              <a:ext uri="{FF2B5EF4-FFF2-40B4-BE49-F238E27FC236}">
                <a16:creationId xmlns:a16="http://schemas.microsoft.com/office/drawing/2014/main" id="{999DA2AE-2E20-4C52-81A2-F3606C1E417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0-3">
            <a:extLst>
              <a:ext uri="{FF2B5EF4-FFF2-40B4-BE49-F238E27FC236}">
                <a16:creationId xmlns:a16="http://schemas.microsoft.com/office/drawing/2014/main" id="{6DB0AD14-DB36-45FA-8B12-D55090A65BB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0-4">
            <a:extLst>
              <a:ext uri="{FF2B5EF4-FFF2-40B4-BE49-F238E27FC236}">
                <a16:creationId xmlns:a16="http://schemas.microsoft.com/office/drawing/2014/main" id="{B1BC6193-3359-49EB-8FB5-816922B60FF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0-5">
            <a:extLst>
              <a:ext uri="{FF2B5EF4-FFF2-40B4-BE49-F238E27FC236}">
                <a16:creationId xmlns:a16="http://schemas.microsoft.com/office/drawing/2014/main" id="{0025E979-8B45-45DC-8320-07970B75B08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0-6">
            <a:extLst>
              <a:ext uri="{FF2B5EF4-FFF2-40B4-BE49-F238E27FC236}">
                <a16:creationId xmlns:a16="http://schemas.microsoft.com/office/drawing/2014/main" id="{E2C34912-0AEF-4F14-9ED7-D1996401FA2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0-7">
            <a:extLst>
              <a:ext uri="{FF2B5EF4-FFF2-40B4-BE49-F238E27FC236}">
                <a16:creationId xmlns:a16="http://schemas.microsoft.com/office/drawing/2014/main" id="{685CCCB3-DE2B-40A8-91EA-C87CBE27B8E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1">
            <a:extLst>
              <a:ext uri="{FF2B5EF4-FFF2-40B4-BE49-F238E27FC236}">
                <a16:creationId xmlns:a16="http://schemas.microsoft.com/office/drawing/2014/main" id="{76E0FD44-6616-4078-A752-ACCEDAF17506}"/>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65F97C1-A87B-4917-938B-AFE9AB3AD34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80402746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5E0C8CE-09CA-4979-AC82-4D5D04C5A3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F60182-4606-44E2-9A0B-DC0F7D4E9AF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C90555-F7E5-4499-8814-0DC50032A3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오른쪽 스캔 1/1</a:t>
            </a:r>
          </a:p>
        </p:txBody>
      </p:sp>
      <p:sp>
        <p:nvSpPr>
          <p:cNvPr id="4" name="diagram-line-152">
            <a:extLst>
              <a:ext uri="{FF2B5EF4-FFF2-40B4-BE49-F238E27FC236}">
                <a16:creationId xmlns:a16="http://schemas.microsoft.com/office/drawing/2014/main" id="{F241F521-BFA5-4069-A828-D460C0E57AC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E3664FE-B625-4DC8-9485-EFEAA47DCEE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right_sum 갱신.</a:t>
            </a:r>
          </a:p>
        </p:txBody>
      </p:sp>
      <p:sp>
        <p:nvSpPr>
          <p:cNvPr id="6" name="footer">
            <a:extLst>
              <a:ext uri="{FF2B5EF4-FFF2-40B4-BE49-F238E27FC236}">
                <a16:creationId xmlns:a16="http://schemas.microsoft.com/office/drawing/2014/main" id="{399F3CA1-1654-427A-B3F7-BBAE4C352F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EF01DE-81E7-4CE0-824F-86258529C09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8" name="row-153-label">
            <a:extLst>
              <a:ext uri="{FF2B5EF4-FFF2-40B4-BE49-F238E27FC236}">
                <a16:creationId xmlns:a16="http://schemas.microsoft.com/office/drawing/2014/main" id="{E9C6E107-B752-42E9-966B-C25394A34AA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B36693D-2D9D-4984-805C-2CB80F6127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3-0">
            <a:extLst>
              <a:ext uri="{FF2B5EF4-FFF2-40B4-BE49-F238E27FC236}">
                <a16:creationId xmlns:a16="http://schemas.microsoft.com/office/drawing/2014/main" id="{45563164-22DF-4248-9E5E-92CA37CFD1E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3-1">
            <a:extLst>
              <a:ext uri="{FF2B5EF4-FFF2-40B4-BE49-F238E27FC236}">
                <a16:creationId xmlns:a16="http://schemas.microsoft.com/office/drawing/2014/main" id="{9E164E10-3E07-42EB-86A1-F34F5C1FECF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3-2">
            <a:extLst>
              <a:ext uri="{FF2B5EF4-FFF2-40B4-BE49-F238E27FC236}">
                <a16:creationId xmlns:a16="http://schemas.microsoft.com/office/drawing/2014/main" id="{26DC0753-ACBE-45BF-B9E8-7E47C7A6471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3-3">
            <a:extLst>
              <a:ext uri="{FF2B5EF4-FFF2-40B4-BE49-F238E27FC236}">
                <a16:creationId xmlns:a16="http://schemas.microsoft.com/office/drawing/2014/main" id="{6F132F70-598C-4E6E-8D15-88699AC52FB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3-4">
            <a:extLst>
              <a:ext uri="{FF2B5EF4-FFF2-40B4-BE49-F238E27FC236}">
                <a16:creationId xmlns:a16="http://schemas.microsoft.com/office/drawing/2014/main" id="{5618B96C-7314-4E19-9194-03ED706077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3-5">
            <a:extLst>
              <a:ext uri="{FF2B5EF4-FFF2-40B4-BE49-F238E27FC236}">
                <a16:creationId xmlns:a16="http://schemas.microsoft.com/office/drawing/2014/main" id="{AD8C29CA-9392-44E0-A3AF-8281E15F6D9F}"/>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3-6">
            <a:extLst>
              <a:ext uri="{FF2B5EF4-FFF2-40B4-BE49-F238E27FC236}">
                <a16:creationId xmlns:a16="http://schemas.microsoft.com/office/drawing/2014/main" id="{D6FAB917-A7A4-4652-902D-637F16B8ED24}"/>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3-7">
            <a:extLst>
              <a:ext uri="{FF2B5EF4-FFF2-40B4-BE49-F238E27FC236}">
                <a16:creationId xmlns:a16="http://schemas.microsoft.com/office/drawing/2014/main" id="{7DE8398D-5B2D-4978-BFC4-8B696426256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54">
            <a:extLst>
              <a:ext uri="{FF2B5EF4-FFF2-40B4-BE49-F238E27FC236}">
                <a16:creationId xmlns:a16="http://schemas.microsoft.com/office/drawing/2014/main" id="{F38514F2-F52E-4DB7-8CEB-6066D2101BF7}"/>
              </a:ext>
            </a:extLst>
          </p:cNvPr>
          <p:cNvSpPr>
            <a:spLocks noGrp="1"/>
          </p:cNvSpPr>
          <p:nvPr/>
        </p:nvSpPr>
        <p:spPr>
          <a:xfrm>
            <a:off x="7877175" y="2743200"/>
            <a:ext cx="19050" cy="666750"/>
          </a:xfrm>
          <a:prstGeom prst="rect">
            <a:avLst/>
          </a:prstGeom>
          <a:solidFill>
            <a:srgbClr val="9A5900"/>
          </a:solidFill>
          <a:ln w="0">
            <a:noFill/>
          </a:ln>
        </p:spPr>
      </p:sp>
      <p:sp>
        <p:nvSpPr>
          <p:cNvPr id="19" name="pointer-153">
            <a:extLst>
              <a:ext uri="{FF2B5EF4-FFF2-40B4-BE49-F238E27FC236}">
                <a16:creationId xmlns:a16="http://schemas.microsoft.com/office/drawing/2014/main" id="{E9EE8977-59D1-4BF2-9A06-B86338FE2438}"/>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DB9109F7-D46B-4364-9485-FD98BF3DD5C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42FB7485-62E3-4194-8A5C-5B36E881A26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−9</a:t>
            </a:r>
          </a:p>
        </p:txBody>
      </p:sp>
      <p:sp>
        <p:nvSpPr>
          <p:cNvPr id="22" name="row-155-label">
            <a:extLst>
              <a:ext uri="{FF2B5EF4-FFF2-40B4-BE49-F238E27FC236}">
                <a16:creationId xmlns:a16="http://schemas.microsoft.com/office/drawing/2014/main" id="{36A80CB7-87F7-4657-B1C3-0C77768617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C6B8D844-3FD6-4DD1-9D00-54ACEB467DB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5-0">
            <a:extLst>
              <a:ext uri="{FF2B5EF4-FFF2-40B4-BE49-F238E27FC236}">
                <a16:creationId xmlns:a16="http://schemas.microsoft.com/office/drawing/2014/main" id="{1A4E2DBC-E456-4E22-AD67-D8CED998D39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5-1">
            <a:extLst>
              <a:ext uri="{FF2B5EF4-FFF2-40B4-BE49-F238E27FC236}">
                <a16:creationId xmlns:a16="http://schemas.microsoft.com/office/drawing/2014/main" id="{434E2250-76F1-40EB-A895-13824527BB1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5-2">
            <a:extLst>
              <a:ext uri="{FF2B5EF4-FFF2-40B4-BE49-F238E27FC236}">
                <a16:creationId xmlns:a16="http://schemas.microsoft.com/office/drawing/2014/main" id="{3194A5E5-C8BD-4C82-AAFA-C5BBAC3CCFE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5-3">
            <a:extLst>
              <a:ext uri="{FF2B5EF4-FFF2-40B4-BE49-F238E27FC236}">
                <a16:creationId xmlns:a16="http://schemas.microsoft.com/office/drawing/2014/main" id="{1E8E548E-3FA1-4665-845A-068CBC6565D1}"/>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5-4">
            <a:extLst>
              <a:ext uri="{FF2B5EF4-FFF2-40B4-BE49-F238E27FC236}">
                <a16:creationId xmlns:a16="http://schemas.microsoft.com/office/drawing/2014/main" id="{4CDD6BAC-24B0-4A1A-97A5-54DB64D96BF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5-5">
            <a:extLst>
              <a:ext uri="{FF2B5EF4-FFF2-40B4-BE49-F238E27FC236}">
                <a16:creationId xmlns:a16="http://schemas.microsoft.com/office/drawing/2014/main" id="{1671A11E-DE51-4DCD-97B5-EAE9A1DD23F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5-6">
            <a:extLst>
              <a:ext uri="{FF2B5EF4-FFF2-40B4-BE49-F238E27FC236}">
                <a16:creationId xmlns:a16="http://schemas.microsoft.com/office/drawing/2014/main" id="{29195517-7EC9-4B6F-ACCE-E9543FADF6BD}"/>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5-7">
            <a:extLst>
              <a:ext uri="{FF2B5EF4-FFF2-40B4-BE49-F238E27FC236}">
                <a16:creationId xmlns:a16="http://schemas.microsoft.com/office/drawing/2014/main" id="{FA131264-E812-4BD9-8BA7-916A827C620E}"/>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6">
            <a:extLst>
              <a:ext uri="{FF2B5EF4-FFF2-40B4-BE49-F238E27FC236}">
                <a16:creationId xmlns:a16="http://schemas.microsoft.com/office/drawing/2014/main" id="{8E44DF17-73A1-4DE0-AEDC-7883C424977E}"/>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D39C15-E002-4F10-8094-BB36805E1B0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7047040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5FC0F1EF-7C47-410C-B31A-71612657250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55A9732-44BA-4705-A117-7926B4B7453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1D35792-88A6-4D38-A25A-AB903372D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세 후보 비교 → 7 반환</a:t>
            </a:r>
          </a:p>
        </p:txBody>
      </p:sp>
      <p:sp>
        <p:nvSpPr>
          <p:cNvPr id="4" name="diagram-line-157">
            <a:extLst>
              <a:ext uri="{FF2B5EF4-FFF2-40B4-BE49-F238E27FC236}">
                <a16:creationId xmlns:a16="http://schemas.microsoft.com/office/drawing/2014/main" id="{15DCFA35-F7B6-467D-B028-71F5274B8D5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6465A0B-7678-4C94-B8E4-726B11C56CE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−9,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−9, −2) = 7입니다.</a:t>
            </a:r>
          </a:p>
        </p:txBody>
      </p:sp>
      <p:sp>
        <p:nvSpPr>
          <p:cNvPr id="6" name="footer">
            <a:extLst>
              <a:ext uri="{FF2B5EF4-FFF2-40B4-BE49-F238E27FC236}">
                <a16:creationId xmlns:a16="http://schemas.microsoft.com/office/drawing/2014/main" id="{FF1C7FC3-9AF1-4BA0-9737-25B3208749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A79DCA-08B7-45EA-AAB1-499D0F5FB46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8" name="row-158-label">
            <a:extLst>
              <a:ext uri="{FF2B5EF4-FFF2-40B4-BE49-F238E27FC236}">
                <a16:creationId xmlns:a16="http://schemas.microsoft.com/office/drawing/2014/main" id="{5C72C2E1-9667-49F0-98CF-E88812F90A1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0103507B-C8FC-4266-BFA0-A8BDE70D3943}"/>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8-0">
            <a:extLst>
              <a:ext uri="{FF2B5EF4-FFF2-40B4-BE49-F238E27FC236}">
                <a16:creationId xmlns:a16="http://schemas.microsoft.com/office/drawing/2014/main" id="{7E8B9D94-54ED-4817-929F-CDCDEF2A0891}"/>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8-1">
            <a:extLst>
              <a:ext uri="{FF2B5EF4-FFF2-40B4-BE49-F238E27FC236}">
                <a16:creationId xmlns:a16="http://schemas.microsoft.com/office/drawing/2014/main" id="{D20B6BF3-020A-4861-AB37-9C1EE6E8E15C}"/>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8-2">
            <a:extLst>
              <a:ext uri="{FF2B5EF4-FFF2-40B4-BE49-F238E27FC236}">
                <a16:creationId xmlns:a16="http://schemas.microsoft.com/office/drawing/2014/main" id="{710636C9-CE32-4533-A142-A8328557598A}"/>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8-3">
            <a:extLst>
              <a:ext uri="{FF2B5EF4-FFF2-40B4-BE49-F238E27FC236}">
                <a16:creationId xmlns:a16="http://schemas.microsoft.com/office/drawing/2014/main" id="{9064A742-A966-4323-99BE-ED2470E26F69}"/>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8-4">
            <a:extLst>
              <a:ext uri="{FF2B5EF4-FFF2-40B4-BE49-F238E27FC236}">
                <a16:creationId xmlns:a16="http://schemas.microsoft.com/office/drawing/2014/main" id="{D45AD3A5-2B50-4CF0-B332-17709AECEB05}"/>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8-5">
            <a:extLst>
              <a:ext uri="{FF2B5EF4-FFF2-40B4-BE49-F238E27FC236}">
                <a16:creationId xmlns:a16="http://schemas.microsoft.com/office/drawing/2014/main" id="{4F2ABF55-89FD-4816-981E-9AA29888575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8-6">
            <a:extLst>
              <a:ext uri="{FF2B5EF4-FFF2-40B4-BE49-F238E27FC236}">
                <a16:creationId xmlns:a16="http://schemas.microsoft.com/office/drawing/2014/main" id="{C1E089A9-F9C2-4B92-8FDC-EB670297AEC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8-7">
            <a:extLst>
              <a:ext uri="{FF2B5EF4-FFF2-40B4-BE49-F238E27FC236}">
                <a16:creationId xmlns:a16="http://schemas.microsoft.com/office/drawing/2014/main" id="{5746421D-F2B0-449B-9A17-2AFBBD4400CC}"/>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58">
            <a:extLst>
              <a:ext uri="{FF2B5EF4-FFF2-40B4-BE49-F238E27FC236}">
                <a16:creationId xmlns:a16="http://schemas.microsoft.com/office/drawing/2014/main" id="{0988A9A5-B97C-4E94-BCC3-5C4533EA3E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159-label">
            <a:extLst>
              <a:ext uri="{FF2B5EF4-FFF2-40B4-BE49-F238E27FC236}">
                <a16:creationId xmlns:a16="http://schemas.microsoft.com/office/drawing/2014/main" id="{1874BCA9-85AC-460B-BADC-5FA5973E0AE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C2B1C18B-E539-4C44-AD2C-893A07CFDDA4}"/>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59-0">
            <a:extLst>
              <a:ext uri="{FF2B5EF4-FFF2-40B4-BE49-F238E27FC236}">
                <a16:creationId xmlns:a16="http://schemas.microsoft.com/office/drawing/2014/main" id="{BDC62485-9580-4AAD-AF4E-610C759D69F2}"/>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59-1">
            <a:extLst>
              <a:ext uri="{FF2B5EF4-FFF2-40B4-BE49-F238E27FC236}">
                <a16:creationId xmlns:a16="http://schemas.microsoft.com/office/drawing/2014/main" id="{9F2F2D8E-DF86-4550-8F75-EF8F906F21EF}"/>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59-2">
            <a:extLst>
              <a:ext uri="{FF2B5EF4-FFF2-40B4-BE49-F238E27FC236}">
                <a16:creationId xmlns:a16="http://schemas.microsoft.com/office/drawing/2014/main" id="{5E0EFC0C-D882-40EA-A8FC-D86CA04236C0}"/>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59-3">
            <a:extLst>
              <a:ext uri="{FF2B5EF4-FFF2-40B4-BE49-F238E27FC236}">
                <a16:creationId xmlns:a16="http://schemas.microsoft.com/office/drawing/2014/main" id="{DCB454C9-1E2B-46C5-B61B-DF0E89DBA4E1}"/>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59-4">
            <a:extLst>
              <a:ext uri="{FF2B5EF4-FFF2-40B4-BE49-F238E27FC236}">
                <a16:creationId xmlns:a16="http://schemas.microsoft.com/office/drawing/2014/main" id="{75F4BA30-9AFB-4992-A96F-29C4EE25D662}"/>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59-5">
            <a:extLst>
              <a:ext uri="{FF2B5EF4-FFF2-40B4-BE49-F238E27FC236}">
                <a16:creationId xmlns:a16="http://schemas.microsoft.com/office/drawing/2014/main" id="{49656755-B0A1-448D-A7CB-80D7B3049CD6}"/>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59-6">
            <a:extLst>
              <a:ext uri="{FF2B5EF4-FFF2-40B4-BE49-F238E27FC236}">
                <a16:creationId xmlns:a16="http://schemas.microsoft.com/office/drawing/2014/main" id="{6CB7E74F-9074-4A03-9AF6-888E6FF10C9D}"/>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59-7">
            <a:extLst>
              <a:ext uri="{FF2B5EF4-FFF2-40B4-BE49-F238E27FC236}">
                <a16:creationId xmlns:a16="http://schemas.microsoft.com/office/drawing/2014/main" id="{B7F796C3-3AD6-48A2-BEC6-3714F495283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59">
            <a:extLst>
              <a:ext uri="{FF2B5EF4-FFF2-40B4-BE49-F238E27FC236}">
                <a16:creationId xmlns:a16="http://schemas.microsoft.com/office/drawing/2014/main" id="{B059A70B-0177-4C30-B625-2D3A74F3B19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−9</a:t>
            </a:r>
          </a:p>
        </p:txBody>
      </p:sp>
      <p:sp>
        <p:nvSpPr>
          <p:cNvPr id="30" name="row-160-label">
            <a:extLst>
              <a:ext uri="{FF2B5EF4-FFF2-40B4-BE49-F238E27FC236}">
                <a16:creationId xmlns:a16="http://schemas.microsoft.com/office/drawing/2014/main" id="{0BD5E401-17E0-4060-BCC3-5F83F32A0938}"/>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6722931D-6C5A-47AD-A7F5-F64BF0AD94E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60-0">
            <a:extLst>
              <a:ext uri="{FF2B5EF4-FFF2-40B4-BE49-F238E27FC236}">
                <a16:creationId xmlns:a16="http://schemas.microsoft.com/office/drawing/2014/main" id="{FEE2405E-B6B9-482F-8DC1-F2A1FB56AF47}"/>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60-1">
            <a:extLst>
              <a:ext uri="{FF2B5EF4-FFF2-40B4-BE49-F238E27FC236}">
                <a16:creationId xmlns:a16="http://schemas.microsoft.com/office/drawing/2014/main" id="{D6C60EDE-CE01-407B-92BD-E35A9467AA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60-2">
            <a:extLst>
              <a:ext uri="{FF2B5EF4-FFF2-40B4-BE49-F238E27FC236}">
                <a16:creationId xmlns:a16="http://schemas.microsoft.com/office/drawing/2014/main" id="{C7BE4E26-4086-43AF-A2DC-98E8C562DB9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60-3">
            <a:extLst>
              <a:ext uri="{FF2B5EF4-FFF2-40B4-BE49-F238E27FC236}">
                <a16:creationId xmlns:a16="http://schemas.microsoft.com/office/drawing/2014/main" id="{6C635D0E-F7CE-46BD-A5C9-1A8F2B26C54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60-4">
            <a:extLst>
              <a:ext uri="{FF2B5EF4-FFF2-40B4-BE49-F238E27FC236}">
                <a16:creationId xmlns:a16="http://schemas.microsoft.com/office/drawing/2014/main" id="{3FEB2A29-AA5E-4139-9D47-BF6146A07D9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60-5">
            <a:extLst>
              <a:ext uri="{FF2B5EF4-FFF2-40B4-BE49-F238E27FC236}">
                <a16:creationId xmlns:a16="http://schemas.microsoft.com/office/drawing/2014/main" id="{BAE7C914-7BB1-432E-B27C-BDFC9D927FB5}"/>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60-6">
            <a:extLst>
              <a:ext uri="{FF2B5EF4-FFF2-40B4-BE49-F238E27FC236}">
                <a16:creationId xmlns:a16="http://schemas.microsoft.com/office/drawing/2014/main" id="{0EE982DB-B3BF-4E5A-B29C-959E973E6E79}"/>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60-7">
            <a:extLst>
              <a:ext uri="{FF2B5EF4-FFF2-40B4-BE49-F238E27FC236}">
                <a16:creationId xmlns:a16="http://schemas.microsoft.com/office/drawing/2014/main" id="{108543AF-D108-4CF8-918D-B526C115D964}"/>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60">
            <a:extLst>
              <a:ext uri="{FF2B5EF4-FFF2-40B4-BE49-F238E27FC236}">
                <a16:creationId xmlns:a16="http://schemas.microsoft.com/office/drawing/2014/main" id="{EF1E0C03-0177-4CDC-B4A7-F95D49CDA127}"/>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5D72A74-B795-4AEB-8179-B36FA559EA9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left_max에 7을 반환합니다.</a:t>
            </a:r>
          </a:p>
        </p:txBody>
      </p:sp>
    </p:spTree>
    <p:extLst>
      <p:ext uri="{BB962C8B-B14F-4D97-AF65-F5344CB8AC3E}">
        <p14:creationId xmlns:p14="http://schemas.microsoft.com/office/powerpoint/2010/main" val="16395108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D8ACED3A-BCAB-4801-8775-83F0B1A869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8FA7FA4-825A-4647-A1B7-EBDFEA8776C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A7E9AFA-8BCD-4608-A896-5A14939993A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답 7을 받음</a:t>
            </a:r>
          </a:p>
        </p:txBody>
      </p:sp>
      <p:sp>
        <p:nvSpPr>
          <p:cNvPr id="4" name="diagram-line-161">
            <a:extLst>
              <a:ext uri="{FF2B5EF4-FFF2-40B4-BE49-F238E27FC236}">
                <a16:creationId xmlns:a16="http://schemas.microsoft.com/office/drawing/2014/main" id="{4AD3BE94-9D95-44AE-85DB-6E89CF0F92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675738-78EC-43B8-A06E-1BFEE07462A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[4~5] 호출이 7을 반환했습니다. left_max = 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[6~7] 호출을 시작합니다.</a:t>
            </a:r>
          </a:p>
        </p:txBody>
      </p:sp>
      <p:sp>
        <p:nvSpPr>
          <p:cNvPr id="6" name="footer">
            <a:extLst>
              <a:ext uri="{FF2B5EF4-FFF2-40B4-BE49-F238E27FC236}">
                <a16:creationId xmlns:a16="http://schemas.microsoft.com/office/drawing/2014/main" id="{8FF222C7-9537-43DA-8F20-CD075CEBD28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3720B8E-AF83-4B6B-B42F-FED493EC06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8" name="row-162-label">
            <a:extLst>
              <a:ext uri="{FF2B5EF4-FFF2-40B4-BE49-F238E27FC236}">
                <a16:creationId xmlns:a16="http://schemas.microsoft.com/office/drawing/2014/main" id="{657175F1-9493-4BBB-BCC6-43A7D6F698BC}"/>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EE88C28D-F968-4A42-BA27-E13D9A09B610}"/>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2-0">
            <a:extLst>
              <a:ext uri="{FF2B5EF4-FFF2-40B4-BE49-F238E27FC236}">
                <a16:creationId xmlns:a16="http://schemas.microsoft.com/office/drawing/2014/main" id="{7E748B39-4535-46F1-9AC9-C357ECD3F77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2-1">
            <a:extLst>
              <a:ext uri="{FF2B5EF4-FFF2-40B4-BE49-F238E27FC236}">
                <a16:creationId xmlns:a16="http://schemas.microsoft.com/office/drawing/2014/main" id="{85CBF39E-B95B-4B03-9F05-DDB92513573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2-2">
            <a:extLst>
              <a:ext uri="{FF2B5EF4-FFF2-40B4-BE49-F238E27FC236}">
                <a16:creationId xmlns:a16="http://schemas.microsoft.com/office/drawing/2014/main" id="{873A6242-2B2D-4999-9375-EBC2C40A4CFE}"/>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2-3">
            <a:extLst>
              <a:ext uri="{FF2B5EF4-FFF2-40B4-BE49-F238E27FC236}">
                <a16:creationId xmlns:a16="http://schemas.microsoft.com/office/drawing/2014/main" id="{41477F06-50C6-489E-BAA6-965A77CE8346}"/>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2-4">
            <a:extLst>
              <a:ext uri="{FF2B5EF4-FFF2-40B4-BE49-F238E27FC236}">
                <a16:creationId xmlns:a16="http://schemas.microsoft.com/office/drawing/2014/main" id="{BF6EA4FB-FF78-4D03-94BE-82162CCB8746}"/>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2-5">
            <a:extLst>
              <a:ext uri="{FF2B5EF4-FFF2-40B4-BE49-F238E27FC236}">
                <a16:creationId xmlns:a16="http://schemas.microsoft.com/office/drawing/2014/main" id="{C551469F-B980-4122-8EFB-1FAD90CF6E76}"/>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2-6">
            <a:extLst>
              <a:ext uri="{FF2B5EF4-FFF2-40B4-BE49-F238E27FC236}">
                <a16:creationId xmlns:a16="http://schemas.microsoft.com/office/drawing/2014/main" id="{9C340964-B661-4CBA-942B-772AF1EF010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2-7">
            <a:extLst>
              <a:ext uri="{FF2B5EF4-FFF2-40B4-BE49-F238E27FC236}">
                <a16:creationId xmlns:a16="http://schemas.microsoft.com/office/drawing/2014/main" id="{26DDF832-B5E7-4A0D-8AC2-E6D47C4A86E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E9BF68D9-1E06-4478-8F2A-3FBAA27254C3}"/>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6, 7)</a:t>
            </a:r>
          </a:p>
        </p:txBody>
      </p:sp>
      <p:sp>
        <p:nvSpPr>
          <p:cNvPr id="19" name="row-163-label">
            <a:extLst>
              <a:ext uri="{FF2B5EF4-FFF2-40B4-BE49-F238E27FC236}">
                <a16:creationId xmlns:a16="http://schemas.microsoft.com/office/drawing/2014/main" id="{A5433F14-22B5-42B7-9782-FA0BB4D7244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7714C3A3-A606-43F6-BBCB-D1434440313A}"/>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63-0">
            <a:extLst>
              <a:ext uri="{FF2B5EF4-FFF2-40B4-BE49-F238E27FC236}">
                <a16:creationId xmlns:a16="http://schemas.microsoft.com/office/drawing/2014/main" id="{9D27F57A-043C-4535-AAC1-1A0DD709906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63-1">
            <a:extLst>
              <a:ext uri="{FF2B5EF4-FFF2-40B4-BE49-F238E27FC236}">
                <a16:creationId xmlns:a16="http://schemas.microsoft.com/office/drawing/2014/main" id="{5A32FFFC-9540-4156-8E43-D4EB34D527C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63-2">
            <a:extLst>
              <a:ext uri="{FF2B5EF4-FFF2-40B4-BE49-F238E27FC236}">
                <a16:creationId xmlns:a16="http://schemas.microsoft.com/office/drawing/2014/main" id="{62FBDABB-523A-4C97-9B55-45D6BC756585}"/>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63-3">
            <a:extLst>
              <a:ext uri="{FF2B5EF4-FFF2-40B4-BE49-F238E27FC236}">
                <a16:creationId xmlns:a16="http://schemas.microsoft.com/office/drawing/2014/main" id="{386FC1FA-39B9-4627-BCF8-EE84A0EB98C1}"/>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63-4">
            <a:extLst>
              <a:ext uri="{FF2B5EF4-FFF2-40B4-BE49-F238E27FC236}">
                <a16:creationId xmlns:a16="http://schemas.microsoft.com/office/drawing/2014/main" id="{B6EAB329-7420-4D95-B296-10D269486959}"/>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63-5">
            <a:extLst>
              <a:ext uri="{FF2B5EF4-FFF2-40B4-BE49-F238E27FC236}">
                <a16:creationId xmlns:a16="http://schemas.microsoft.com/office/drawing/2014/main" id="{E28497E9-096B-4A03-9089-55A326232B07}"/>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63-6">
            <a:extLst>
              <a:ext uri="{FF2B5EF4-FFF2-40B4-BE49-F238E27FC236}">
                <a16:creationId xmlns:a16="http://schemas.microsoft.com/office/drawing/2014/main" id="{D3E08F55-98C6-47E0-BBB0-A5B00A8317CE}"/>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63-7">
            <a:extLst>
              <a:ext uri="{FF2B5EF4-FFF2-40B4-BE49-F238E27FC236}">
                <a16:creationId xmlns:a16="http://schemas.microsoft.com/office/drawing/2014/main" id="{25D2757D-958F-4478-BC9A-AD6265304953}"/>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838EC8CC-210F-4D79-8AF9-3DFB5E4152F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30183467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6362E46-1246-4DEC-9486-476F24238B7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6FF8263-E499-4B87-B503-03CCF491152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881C64-9953-4BEE-8455-69992443A5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호출: mid = 6에서 나눔</a:t>
            </a:r>
          </a:p>
        </p:txBody>
      </p:sp>
      <p:sp>
        <p:nvSpPr>
          <p:cNvPr id="4" name="diagram-line-164">
            <a:extLst>
              <a:ext uri="{FF2B5EF4-FFF2-40B4-BE49-F238E27FC236}">
                <a16:creationId xmlns:a16="http://schemas.microsoft.com/office/drawing/2014/main" id="{9E69F985-E6FC-41DC-8560-DD0608CE87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34462C9-1A23-491C-8613-6730BD5AF50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6, high = 7, mid = 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[6~6]를 호출합니다. 오른쪽 [7~7]는 기다립니다.</a:t>
            </a:r>
          </a:p>
        </p:txBody>
      </p:sp>
      <p:sp>
        <p:nvSpPr>
          <p:cNvPr id="6" name="footer">
            <a:extLst>
              <a:ext uri="{FF2B5EF4-FFF2-40B4-BE49-F238E27FC236}">
                <a16:creationId xmlns:a16="http://schemas.microsoft.com/office/drawing/2014/main" id="{0E90EF07-1ADF-4659-AD25-7181E8CCB85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D44D6DF-CE0D-4104-BAD3-5024944CA4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141</a:t>
            </a:r>
            <a:endParaRPr sz="1050" b="0">
              <a:solidFill>
                <a:srgbClr val="151515"/>
              </a:solidFill>
              <a:latin typeface="Consolas"/>
              <a:ea typeface="Consolas"/>
              <a:cs typeface="Consolas"/>
            </a:endParaRPr>
          </a:p>
        </p:txBody>
      </p:sp>
      <p:sp>
        <p:nvSpPr>
          <p:cNvPr id="8" name="row-165-label">
            <a:extLst>
              <a:ext uri="{FF2B5EF4-FFF2-40B4-BE49-F238E27FC236}">
                <a16:creationId xmlns:a16="http://schemas.microsoft.com/office/drawing/2014/main" id="{B977E83A-524E-43A3-82BF-0B294098BA4C}"/>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425404D-5608-46A7-B5B1-9FBD1F3BBCB1}"/>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65-0">
            <a:extLst>
              <a:ext uri="{FF2B5EF4-FFF2-40B4-BE49-F238E27FC236}">
                <a16:creationId xmlns:a16="http://schemas.microsoft.com/office/drawing/2014/main" id="{5CF78F96-1131-407C-8C32-CB63F96F8757}"/>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5-1">
            <a:extLst>
              <a:ext uri="{FF2B5EF4-FFF2-40B4-BE49-F238E27FC236}">
                <a16:creationId xmlns:a16="http://schemas.microsoft.com/office/drawing/2014/main" id="{D46AA34F-16E3-4BE7-917E-A45120ECFCA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5-2">
            <a:extLst>
              <a:ext uri="{FF2B5EF4-FFF2-40B4-BE49-F238E27FC236}">
                <a16:creationId xmlns:a16="http://schemas.microsoft.com/office/drawing/2014/main" id="{CC8133D8-DBEC-48D8-9C16-033B297C6B50}"/>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5-3">
            <a:extLst>
              <a:ext uri="{FF2B5EF4-FFF2-40B4-BE49-F238E27FC236}">
                <a16:creationId xmlns:a16="http://schemas.microsoft.com/office/drawing/2014/main" id="{7645C986-32A5-4699-B901-D4AA2E5EF09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5-4">
            <a:extLst>
              <a:ext uri="{FF2B5EF4-FFF2-40B4-BE49-F238E27FC236}">
                <a16:creationId xmlns:a16="http://schemas.microsoft.com/office/drawing/2014/main" id="{58F20DBE-A7EE-40AB-A507-9399A969852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5-5">
            <a:extLst>
              <a:ext uri="{FF2B5EF4-FFF2-40B4-BE49-F238E27FC236}">
                <a16:creationId xmlns:a16="http://schemas.microsoft.com/office/drawing/2014/main" id="{CC2BCC43-329B-4AAE-A80B-963A91848E3E}"/>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5-6">
            <a:extLst>
              <a:ext uri="{FF2B5EF4-FFF2-40B4-BE49-F238E27FC236}">
                <a16:creationId xmlns:a16="http://schemas.microsoft.com/office/drawing/2014/main" id="{BCA3EEAD-D967-4BBC-A84E-15C36E6D6FCB}"/>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5-7">
            <a:extLst>
              <a:ext uri="{FF2B5EF4-FFF2-40B4-BE49-F238E27FC236}">
                <a16:creationId xmlns:a16="http://schemas.microsoft.com/office/drawing/2014/main" id="{82C33813-CE95-43F1-B521-27561D3DFD73}"/>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66">
            <a:extLst>
              <a:ext uri="{FF2B5EF4-FFF2-40B4-BE49-F238E27FC236}">
                <a16:creationId xmlns:a16="http://schemas.microsoft.com/office/drawing/2014/main" id="{E1719E6E-27A4-4E16-AB83-5C4601F13D0B}"/>
              </a:ext>
            </a:extLst>
          </p:cNvPr>
          <p:cNvSpPr>
            <a:spLocks noGrp="1"/>
          </p:cNvSpPr>
          <p:nvPr/>
        </p:nvSpPr>
        <p:spPr>
          <a:xfrm>
            <a:off x="10086975" y="2819400"/>
            <a:ext cx="19050" cy="666750"/>
          </a:xfrm>
          <a:prstGeom prst="rect">
            <a:avLst/>
          </a:prstGeom>
          <a:solidFill>
            <a:srgbClr val="9A5900"/>
          </a:solidFill>
          <a:ln w="0">
            <a:noFill/>
          </a:ln>
        </p:spPr>
      </p:sp>
      <p:sp>
        <p:nvSpPr>
          <p:cNvPr id="19" name="pointer-165">
            <a:extLst>
              <a:ext uri="{FF2B5EF4-FFF2-40B4-BE49-F238E27FC236}">
                <a16:creationId xmlns:a16="http://schemas.microsoft.com/office/drawing/2014/main" id="{9E1E6CC6-C4E1-4F1E-AE96-5E99183085B1}"/>
              </a:ext>
            </a:extLst>
          </p:cNvPr>
          <p:cNvSpPr>
            <a:spLocks noGrp="1"/>
          </p:cNvSpPr>
          <p:nvPr/>
        </p:nvSpPr>
        <p:spPr>
          <a:xfrm>
            <a:off x="89154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6</a:t>
            </a:r>
          </a:p>
        </p:txBody>
      </p:sp>
      <p:sp>
        <p:nvSpPr>
          <p:cNvPr id="20" name="children-code">
            <a:extLst>
              <a:ext uri="{FF2B5EF4-FFF2-40B4-BE49-F238E27FC236}">
                <a16:creationId xmlns:a16="http://schemas.microsoft.com/office/drawing/2014/main" id="{F95A537C-A809-4356-AA5F-B398A43621A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6, 6)</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7, 7)</a:t>
            </a:r>
          </a:p>
        </p:txBody>
      </p:sp>
      <p:sp>
        <p:nvSpPr>
          <p:cNvPr id="21" name="caption">
            <a:extLst>
              <a:ext uri="{FF2B5EF4-FFF2-40B4-BE49-F238E27FC236}">
                <a16:creationId xmlns:a16="http://schemas.microsoft.com/office/drawing/2014/main" id="{8924B8EF-B174-42A2-859C-C4B94B7DCA2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right_max의 반환을 기다립니다.</a:t>
            </a:r>
          </a:p>
        </p:txBody>
      </p:sp>
    </p:spTree>
    <p:extLst>
      <p:ext uri="{BB962C8B-B14F-4D97-AF65-F5344CB8AC3E}">
        <p14:creationId xmlns:p14="http://schemas.microsoft.com/office/powerpoint/2010/main" val="408809943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531CB5E-663D-40FE-870D-83B2B9C2CBE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E6A8C1-922F-44C1-A31A-6AD9378857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6765BB8-0C0E-430D-A1A9-9892C186F56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[6~6] 원소 하나: 5 반환</a:t>
            </a:r>
          </a:p>
        </p:txBody>
      </p:sp>
      <p:sp>
        <p:nvSpPr>
          <p:cNvPr id="4" name="diagram-line-167">
            <a:extLst>
              <a:ext uri="{FF2B5EF4-FFF2-40B4-BE49-F238E27FC236}">
                <a16:creationId xmlns:a16="http://schemas.microsoft.com/office/drawing/2014/main" id="{D8BD44F1-110D-4997-9C5D-9130C6648CC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B284B34-1653-4393-B2A2-F1E5A2B337F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6입니다. 남은 원소는 a[6]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[6~7] 호출의 left_max에 돌려줍니다.</a:t>
            </a:r>
          </a:p>
        </p:txBody>
      </p:sp>
      <p:sp>
        <p:nvSpPr>
          <p:cNvPr id="6" name="footer">
            <a:extLst>
              <a:ext uri="{FF2B5EF4-FFF2-40B4-BE49-F238E27FC236}">
                <a16:creationId xmlns:a16="http://schemas.microsoft.com/office/drawing/2014/main" id="{DD09CA12-6564-4292-B944-698C5BC3FFC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79327FE-C709-4C41-A0C5-3F85E90B5A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142</a:t>
            </a:r>
            <a:endParaRPr sz="1050" b="0">
              <a:solidFill>
                <a:srgbClr val="151515"/>
              </a:solidFill>
              <a:latin typeface="Consolas"/>
              <a:ea typeface="Consolas"/>
              <a:cs typeface="Consolas"/>
            </a:endParaRPr>
          </a:p>
        </p:txBody>
      </p:sp>
      <p:sp>
        <p:nvSpPr>
          <p:cNvPr id="8" name="row-168-label">
            <a:extLst>
              <a:ext uri="{FF2B5EF4-FFF2-40B4-BE49-F238E27FC236}">
                <a16:creationId xmlns:a16="http://schemas.microsoft.com/office/drawing/2014/main" id="{32FC7030-215B-41AB-8925-1DAEE748C681}"/>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304CCB03-A380-412A-9432-279A1A4C7149}"/>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8-0">
            <a:extLst>
              <a:ext uri="{FF2B5EF4-FFF2-40B4-BE49-F238E27FC236}">
                <a16:creationId xmlns:a16="http://schemas.microsoft.com/office/drawing/2014/main" id="{723FF1E8-2F55-4FA0-AA3A-AD0F9245EA3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8-1">
            <a:extLst>
              <a:ext uri="{FF2B5EF4-FFF2-40B4-BE49-F238E27FC236}">
                <a16:creationId xmlns:a16="http://schemas.microsoft.com/office/drawing/2014/main" id="{D458BC71-9D5A-462A-BEDA-570CDD08972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8-2">
            <a:extLst>
              <a:ext uri="{FF2B5EF4-FFF2-40B4-BE49-F238E27FC236}">
                <a16:creationId xmlns:a16="http://schemas.microsoft.com/office/drawing/2014/main" id="{CD2105BA-A8F6-45C9-A251-C5201819A68B}"/>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8-3">
            <a:extLst>
              <a:ext uri="{FF2B5EF4-FFF2-40B4-BE49-F238E27FC236}">
                <a16:creationId xmlns:a16="http://schemas.microsoft.com/office/drawing/2014/main" id="{AAE46EB8-F92A-47C6-A58D-C9A0DAAC1E9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8-4">
            <a:extLst>
              <a:ext uri="{FF2B5EF4-FFF2-40B4-BE49-F238E27FC236}">
                <a16:creationId xmlns:a16="http://schemas.microsoft.com/office/drawing/2014/main" id="{F62D6EBD-DFA9-424E-8B78-C0816E548BB6}"/>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8-5">
            <a:extLst>
              <a:ext uri="{FF2B5EF4-FFF2-40B4-BE49-F238E27FC236}">
                <a16:creationId xmlns:a16="http://schemas.microsoft.com/office/drawing/2014/main" id="{3747E4A1-69BC-4D82-B2CE-0BB79C15E5C7}"/>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8-6">
            <a:extLst>
              <a:ext uri="{FF2B5EF4-FFF2-40B4-BE49-F238E27FC236}">
                <a16:creationId xmlns:a16="http://schemas.microsoft.com/office/drawing/2014/main" id="{3B4C7978-2CD7-4727-94EC-79570610E7D8}"/>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8-7">
            <a:extLst>
              <a:ext uri="{FF2B5EF4-FFF2-40B4-BE49-F238E27FC236}">
                <a16:creationId xmlns:a16="http://schemas.microsoft.com/office/drawing/2014/main" id="{9618CAB2-6D39-42C3-84FE-F52427EA12ED}"/>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D02E3B3D-A807-4E9D-993F-334E42C37B6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FB7EFE83-DA63-40EA-8300-4B94E9B6B36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left_max = 5. 원소 한 개의 호출이 끝났습니다.</a:t>
            </a:r>
          </a:p>
        </p:txBody>
      </p:sp>
    </p:spTree>
    <p:extLst>
      <p:ext uri="{BB962C8B-B14F-4D97-AF65-F5344CB8AC3E}">
        <p14:creationId xmlns:p14="http://schemas.microsoft.com/office/powerpoint/2010/main" val="11681213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D3D2F5A7-7935-4B3C-B996-B10FD9BB33C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11255FE-AF01-412B-8224-B58076D58F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F0F50B4-966B-4CFC-9DE1-57E34FA2CF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[7~7] 원소 하나: 1 반환</a:t>
            </a:r>
          </a:p>
        </p:txBody>
      </p:sp>
      <p:sp>
        <p:nvSpPr>
          <p:cNvPr id="4" name="diagram-line-169">
            <a:extLst>
              <a:ext uri="{FF2B5EF4-FFF2-40B4-BE49-F238E27FC236}">
                <a16:creationId xmlns:a16="http://schemas.microsoft.com/office/drawing/2014/main" id="{23BB40D6-48DB-4FE8-B3D0-910A1D3893B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0022C0D-7E41-455C-8715-A63462BDC20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7입니다. 남은 원소는 a[7] = 1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1을 [6~7] 호출의 right_max에 돌려줍니다.</a:t>
            </a:r>
          </a:p>
        </p:txBody>
      </p:sp>
      <p:sp>
        <p:nvSpPr>
          <p:cNvPr id="6" name="footer">
            <a:extLst>
              <a:ext uri="{FF2B5EF4-FFF2-40B4-BE49-F238E27FC236}">
                <a16:creationId xmlns:a16="http://schemas.microsoft.com/office/drawing/2014/main" id="{B6D35B0E-3263-4732-9406-DFAA80201ED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734A238-DD89-402C-B456-56462E33DC0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143</a:t>
            </a:r>
            <a:endParaRPr sz="1050" b="0">
              <a:solidFill>
                <a:srgbClr val="151515"/>
              </a:solidFill>
              <a:latin typeface="Consolas"/>
              <a:ea typeface="Consolas"/>
              <a:cs typeface="Consolas"/>
            </a:endParaRPr>
          </a:p>
        </p:txBody>
      </p:sp>
      <p:sp>
        <p:nvSpPr>
          <p:cNvPr id="8" name="row-170-label">
            <a:extLst>
              <a:ext uri="{FF2B5EF4-FFF2-40B4-BE49-F238E27FC236}">
                <a16:creationId xmlns:a16="http://schemas.microsoft.com/office/drawing/2014/main" id="{8FFEB962-19A5-416D-BE5C-BCF186BA32FB}"/>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0244F04C-69B9-4EF0-8A5B-1393CC66C98A}"/>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0-0">
            <a:extLst>
              <a:ext uri="{FF2B5EF4-FFF2-40B4-BE49-F238E27FC236}">
                <a16:creationId xmlns:a16="http://schemas.microsoft.com/office/drawing/2014/main" id="{C8CFF088-5ADC-41D9-99F6-82EC08F038E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0-1">
            <a:extLst>
              <a:ext uri="{FF2B5EF4-FFF2-40B4-BE49-F238E27FC236}">
                <a16:creationId xmlns:a16="http://schemas.microsoft.com/office/drawing/2014/main" id="{638D7103-CFF4-4152-B3E2-B72EB621C9D0}"/>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0-2">
            <a:extLst>
              <a:ext uri="{FF2B5EF4-FFF2-40B4-BE49-F238E27FC236}">
                <a16:creationId xmlns:a16="http://schemas.microsoft.com/office/drawing/2014/main" id="{EF261D70-F21E-4B19-992C-99885AEDC3D9}"/>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0-3">
            <a:extLst>
              <a:ext uri="{FF2B5EF4-FFF2-40B4-BE49-F238E27FC236}">
                <a16:creationId xmlns:a16="http://schemas.microsoft.com/office/drawing/2014/main" id="{2BA1FBB2-C046-493B-994E-3E36910672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0-4">
            <a:extLst>
              <a:ext uri="{FF2B5EF4-FFF2-40B4-BE49-F238E27FC236}">
                <a16:creationId xmlns:a16="http://schemas.microsoft.com/office/drawing/2014/main" id="{D63BCABD-A404-4F71-9185-862177CCE4D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0-5">
            <a:extLst>
              <a:ext uri="{FF2B5EF4-FFF2-40B4-BE49-F238E27FC236}">
                <a16:creationId xmlns:a16="http://schemas.microsoft.com/office/drawing/2014/main" id="{333CF29F-85AE-4085-B444-41B76A6441D3}"/>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0-6">
            <a:extLst>
              <a:ext uri="{FF2B5EF4-FFF2-40B4-BE49-F238E27FC236}">
                <a16:creationId xmlns:a16="http://schemas.microsoft.com/office/drawing/2014/main" id="{D99B7A66-27C4-4A70-BA66-58DE7667254A}"/>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0-7">
            <a:extLst>
              <a:ext uri="{FF2B5EF4-FFF2-40B4-BE49-F238E27FC236}">
                <a16:creationId xmlns:a16="http://schemas.microsoft.com/office/drawing/2014/main" id="{D23A1151-094F-4108-AEB4-11C8A446A212}"/>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ED5C5B7-A5C9-4CFB-862C-2E2C072130F1}"/>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a:t>
            </a:r>
          </a:p>
        </p:txBody>
      </p:sp>
      <p:sp>
        <p:nvSpPr>
          <p:cNvPr id="19" name="caption">
            <a:extLst>
              <a:ext uri="{FF2B5EF4-FFF2-40B4-BE49-F238E27FC236}">
                <a16:creationId xmlns:a16="http://schemas.microsoft.com/office/drawing/2014/main" id="{E1B26D41-7FB7-460E-BC68-7A5D8543F7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right_max = 1. 원소 한 개의 호출이 끝났습니다.</a:t>
            </a:r>
          </a:p>
        </p:txBody>
      </p:sp>
    </p:spTree>
    <p:extLst>
      <p:ext uri="{BB962C8B-B14F-4D97-AF65-F5344CB8AC3E}">
        <p14:creationId xmlns:p14="http://schemas.microsoft.com/office/powerpoint/2010/main" val="110477461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39D9AF0-EC67-4E9C-90E2-8251132BC98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76BF185-2592-4558-B528-8C1A7509B5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A0C86B-EB06-4245-8E61-D3E69AA189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왼쪽 스캔 1/1</a:t>
            </a:r>
          </a:p>
        </p:txBody>
      </p:sp>
      <p:sp>
        <p:nvSpPr>
          <p:cNvPr id="4" name="diagram-line-171">
            <a:extLst>
              <a:ext uri="{FF2B5EF4-FFF2-40B4-BE49-F238E27FC236}">
                <a16:creationId xmlns:a16="http://schemas.microsoft.com/office/drawing/2014/main" id="{21F4DEA2-7742-4DB4-A052-CFFF4F0B67C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A676C49-D1DB-41C7-86DD-060B564E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149DE5B6-BF88-4170-A3E3-F4CC07A521D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3615A53B-E0E7-40A3-AF5B-93BC932369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144</a:t>
            </a:r>
            <a:endParaRPr sz="1050" b="0">
              <a:solidFill>
                <a:srgbClr val="151515"/>
              </a:solidFill>
              <a:latin typeface="Consolas"/>
              <a:ea typeface="Consolas"/>
              <a:cs typeface="Consolas"/>
            </a:endParaRPr>
          </a:p>
        </p:txBody>
      </p:sp>
      <p:sp>
        <p:nvSpPr>
          <p:cNvPr id="8" name="row-172-label">
            <a:extLst>
              <a:ext uri="{FF2B5EF4-FFF2-40B4-BE49-F238E27FC236}">
                <a16:creationId xmlns:a16="http://schemas.microsoft.com/office/drawing/2014/main" id="{77DFF377-7680-4C02-9124-8C0FF61E12A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400D873-F3F5-4ED8-8EC4-5DC0DA675B04}"/>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72-0">
            <a:extLst>
              <a:ext uri="{FF2B5EF4-FFF2-40B4-BE49-F238E27FC236}">
                <a16:creationId xmlns:a16="http://schemas.microsoft.com/office/drawing/2014/main" id="{05B9A0EF-E483-47E9-9B7E-35BA4CF2C97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2-1">
            <a:extLst>
              <a:ext uri="{FF2B5EF4-FFF2-40B4-BE49-F238E27FC236}">
                <a16:creationId xmlns:a16="http://schemas.microsoft.com/office/drawing/2014/main" id="{B0943FD7-BA88-457E-A2B0-F68E78801DB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2-2">
            <a:extLst>
              <a:ext uri="{FF2B5EF4-FFF2-40B4-BE49-F238E27FC236}">
                <a16:creationId xmlns:a16="http://schemas.microsoft.com/office/drawing/2014/main" id="{C4B2C7BE-E1E6-4611-B865-F28DDE1C26E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2-3">
            <a:extLst>
              <a:ext uri="{FF2B5EF4-FFF2-40B4-BE49-F238E27FC236}">
                <a16:creationId xmlns:a16="http://schemas.microsoft.com/office/drawing/2014/main" id="{64FC45F2-D8FB-43E5-AF4D-8D1A406556E8}"/>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2-4">
            <a:extLst>
              <a:ext uri="{FF2B5EF4-FFF2-40B4-BE49-F238E27FC236}">
                <a16:creationId xmlns:a16="http://schemas.microsoft.com/office/drawing/2014/main" id="{C91B6B63-ED1A-4D19-B520-D57EFAF587A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2-5">
            <a:extLst>
              <a:ext uri="{FF2B5EF4-FFF2-40B4-BE49-F238E27FC236}">
                <a16:creationId xmlns:a16="http://schemas.microsoft.com/office/drawing/2014/main" id="{55FF786E-0B0F-442D-AC90-C7E5328EB5B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2-6">
            <a:extLst>
              <a:ext uri="{FF2B5EF4-FFF2-40B4-BE49-F238E27FC236}">
                <a16:creationId xmlns:a16="http://schemas.microsoft.com/office/drawing/2014/main" id="{F26116EF-A7CD-46A2-A3A8-3677583AD54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2-7">
            <a:extLst>
              <a:ext uri="{FF2B5EF4-FFF2-40B4-BE49-F238E27FC236}">
                <a16:creationId xmlns:a16="http://schemas.microsoft.com/office/drawing/2014/main" id="{0CCB1164-4F82-4058-BDF7-0C3645CBB9A4}"/>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3">
            <a:extLst>
              <a:ext uri="{FF2B5EF4-FFF2-40B4-BE49-F238E27FC236}">
                <a16:creationId xmlns:a16="http://schemas.microsoft.com/office/drawing/2014/main" id="{F7AF29AD-D216-4E2F-AB0F-7322FE431CC8}"/>
              </a:ext>
            </a:extLst>
          </p:cNvPr>
          <p:cNvSpPr>
            <a:spLocks noGrp="1"/>
          </p:cNvSpPr>
          <p:nvPr/>
        </p:nvSpPr>
        <p:spPr>
          <a:xfrm>
            <a:off x="10086975" y="2743200"/>
            <a:ext cx="19050" cy="666750"/>
          </a:xfrm>
          <a:prstGeom prst="rect">
            <a:avLst/>
          </a:prstGeom>
          <a:solidFill>
            <a:srgbClr val="9A5900"/>
          </a:solidFill>
          <a:ln w="0">
            <a:noFill/>
          </a:ln>
        </p:spPr>
      </p:sp>
      <p:sp>
        <p:nvSpPr>
          <p:cNvPr id="19" name="pointer-172">
            <a:extLst>
              <a:ext uri="{FF2B5EF4-FFF2-40B4-BE49-F238E27FC236}">
                <a16:creationId xmlns:a16="http://schemas.microsoft.com/office/drawing/2014/main" id="{7CB031AD-AD7D-463D-9EBE-9F1EDA38241A}"/>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6</a:t>
            </a:r>
          </a:p>
        </p:txBody>
      </p:sp>
      <p:sp>
        <p:nvSpPr>
          <p:cNvPr id="20" name="current-equation">
            <a:extLst>
              <a:ext uri="{FF2B5EF4-FFF2-40B4-BE49-F238E27FC236}">
                <a16:creationId xmlns:a16="http://schemas.microsoft.com/office/drawing/2014/main" id="{FD73E7CF-4ED0-49BE-859A-BEE02C46FCD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2A536DD6-ED19-4DC0-A3DF-FBE8F61D0C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74-label">
            <a:extLst>
              <a:ext uri="{FF2B5EF4-FFF2-40B4-BE49-F238E27FC236}">
                <a16:creationId xmlns:a16="http://schemas.microsoft.com/office/drawing/2014/main" id="{6AA8B478-5144-4D42-97DA-3F180DA40CF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FB234779-E68A-4483-914B-7C9F61C19AE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74-0">
            <a:extLst>
              <a:ext uri="{FF2B5EF4-FFF2-40B4-BE49-F238E27FC236}">
                <a16:creationId xmlns:a16="http://schemas.microsoft.com/office/drawing/2014/main" id="{3FB5284D-DE9E-4017-9AB9-304276B287C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4-1">
            <a:extLst>
              <a:ext uri="{FF2B5EF4-FFF2-40B4-BE49-F238E27FC236}">
                <a16:creationId xmlns:a16="http://schemas.microsoft.com/office/drawing/2014/main" id="{950AA9B9-2914-4A64-9A42-2120946CBC9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4-2">
            <a:extLst>
              <a:ext uri="{FF2B5EF4-FFF2-40B4-BE49-F238E27FC236}">
                <a16:creationId xmlns:a16="http://schemas.microsoft.com/office/drawing/2014/main" id="{C6860269-D45D-4309-9675-35D1C3361AC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4-3">
            <a:extLst>
              <a:ext uri="{FF2B5EF4-FFF2-40B4-BE49-F238E27FC236}">
                <a16:creationId xmlns:a16="http://schemas.microsoft.com/office/drawing/2014/main" id="{FEE71BD2-15EA-48DC-8F45-41F7A88FA74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4-4">
            <a:extLst>
              <a:ext uri="{FF2B5EF4-FFF2-40B4-BE49-F238E27FC236}">
                <a16:creationId xmlns:a16="http://schemas.microsoft.com/office/drawing/2014/main" id="{535455E0-00CC-4C08-84D8-7C647D6DC6B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4-5">
            <a:extLst>
              <a:ext uri="{FF2B5EF4-FFF2-40B4-BE49-F238E27FC236}">
                <a16:creationId xmlns:a16="http://schemas.microsoft.com/office/drawing/2014/main" id="{6B1DF969-B758-480E-8596-CDF38A7F546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4-6">
            <a:extLst>
              <a:ext uri="{FF2B5EF4-FFF2-40B4-BE49-F238E27FC236}">
                <a16:creationId xmlns:a16="http://schemas.microsoft.com/office/drawing/2014/main" id="{D182CF36-72A5-4EB8-B878-9C8FC089A8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4-7">
            <a:extLst>
              <a:ext uri="{FF2B5EF4-FFF2-40B4-BE49-F238E27FC236}">
                <a16:creationId xmlns:a16="http://schemas.microsoft.com/office/drawing/2014/main" id="{A63AAD3C-3D8B-418B-82C0-2C4CDDF677B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75">
            <a:extLst>
              <a:ext uri="{FF2B5EF4-FFF2-40B4-BE49-F238E27FC236}">
                <a16:creationId xmlns:a16="http://schemas.microsoft.com/office/drawing/2014/main" id="{38D2F2B2-F6FA-472C-9749-11F84CD89777}"/>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F8897C1-2C0E-4257-8CFC-E9F881D92A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4578987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125B39B-67C5-4732-995E-D0761CECC4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82CE1C2-4FB6-44F8-8CEE-D6C139ED5D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27DF6F-12BF-4355-85A1-490044763B7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오른쪽 스캔 1/1</a:t>
            </a:r>
          </a:p>
        </p:txBody>
      </p:sp>
      <p:sp>
        <p:nvSpPr>
          <p:cNvPr id="4" name="diagram-line-176">
            <a:extLst>
              <a:ext uri="{FF2B5EF4-FFF2-40B4-BE49-F238E27FC236}">
                <a16:creationId xmlns:a16="http://schemas.microsoft.com/office/drawing/2014/main" id="{0AFAAD88-8A50-4C7E-A80B-BA701E2AF53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871E603-71C2-4B1E-9F4D-CE3E42FDF30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[7~7]입니다.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 &gt; 이전 기록 −∞ → right_sum 갱신.</a:t>
            </a:r>
          </a:p>
        </p:txBody>
      </p:sp>
      <p:sp>
        <p:nvSpPr>
          <p:cNvPr id="6" name="footer">
            <a:extLst>
              <a:ext uri="{FF2B5EF4-FFF2-40B4-BE49-F238E27FC236}">
                <a16:creationId xmlns:a16="http://schemas.microsoft.com/office/drawing/2014/main" id="{CC6D5A70-6C3A-43C2-A9AC-2AD249551D1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7DCC616-A088-4E0C-A610-C098FAE320B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145</a:t>
            </a:r>
            <a:endParaRPr sz="1050" b="0">
              <a:solidFill>
                <a:srgbClr val="151515"/>
              </a:solidFill>
              <a:latin typeface="Consolas"/>
              <a:ea typeface="Consolas"/>
              <a:cs typeface="Consolas"/>
            </a:endParaRPr>
          </a:p>
        </p:txBody>
      </p:sp>
      <p:sp>
        <p:nvSpPr>
          <p:cNvPr id="8" name="row-177-label">
            <a:extLst>
              <a:ext uri="{FF2B5EF4-FFF2-40B4-BE49-F238E27FC236}">
                <a16:creationId xmlns:a16="http://schemas.microsoft.com/office/drawing/2014/main" id="{B9A66F7B-3E13-4562-ACFE-96743492EC5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037F3CF-3246-4C03-9B1D-DF376FCD29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7-0">
            <a:extLst>
              <a:ext uri="{FF2B5EF4-FFF2-40B4-BE49-F238E27FC236}">
                <a16:creationId xmlns:a16="http://schemas.microsoft.com/office/drawing/2014/main" id="{0EFD52A8-2DBB-4BA4-BEBD-61C0F693BBB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7-1">
            <a:extLst>
              <a:ext uri="{FF2B5EF4-FFF2-40B4-BE49-F238E27FC236}">
                <a16:creationId xmlns:a16="http://schemas.microsoft.com/office/drawing/2014/main" id="{9DEAC6B1-5AA6-4839-881E-8BB5A615B48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7-2">
            <a:extLst>
              <a:ext uri="{FF2B5EF4-FFF2-40B4-BE49-F238E27FC236}">
                <a16:creationId xmlns:a16="http://schemas.microsoft.com/office/drawing/2014/main" id="{1A625ACF-235B-48D7-81FB-A5211F39207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7-3">
            <a:extLst>
              <a:ext uri="{FF2B5EF4-FFF2-40B4-BE49-F238E27FC236}">
                <a16:creationId xmlns:a16="http://schemas.microsoft.com/office/drawing/2014/main" id="{CD5451D9-BB4A-415A-AFD2-55D8636A3DE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7-4">
            <a:extLst>
              <a:ext uri="{FF2B5EF4-FFF2-40B4-BE49-F238E27FC236}">
                <a16:creationId xmlns:a16="http://schemas.microsoft.com/office/drawing/2014/main" id="{3534245A-D868-4595-972E-6981186F002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7-5">
            <a:extLst>
              <a:ext uri="{FF2B5EF4-FFF2-40B4-BE49-F238E27FC236}">
                <a16:creationId xmlns:a16="http://schemas.microsoft.com/office/drawing/2014/main" id="{EA661592-7202-49FC-ABBC-5367D2965A88}"/>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7-6">
            <a:extLst>
              <a:ext uri="{FF2B5EF4-FFF2-40B4-BE49-F238E27FC236}">
                <a16:creationId xmlns:a16="http://schemas.microsoft.com/office/drawing/2014/main" id="{DCE16A62-8B9F-4F7B-AA85-1E2EF6684C8F}"/>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7-7">
            <a:extLst>
              <a:ext uri="{FF2B5EF4-FFF2-40B4-BE49-F238E27FC236}">
                <a16:creationId xmlns:a16="http://schemas.microsoft.com/office/drawing/2014/main" id="{94BAF27B-5D8B-4BB4-943C-5256FA20953B}"/>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8">
            <a:extLst>
              <a:ext uri="{FF2B5EF4-FFF2-40B4-BE49-F238E27FC236}">
                <a16:creationId xmlns:a16="http://schemas.microsoft.com/office/drawing/2014/main" id="{A4C58F71-C7A0-486D-83CF-7CD2D5394EFE}"/>
              </a:ext>
            </a:extLst>
          </p:cNvPr>
          <p:cNvSpPr>
            <a:spLocks noGrp="1"/>
          </p:cNvSpPr>
          <p:nvPr/>
        </p:nvSpPr>
        <p:spPr>
          <a:xfrm>
            <a:off x="10086975" y="2743200"/>
            <a:ext cx="19050" cy="666750"/>
          </a:xfrm>
          <a:prstGeom prst="rect">
            <a:avLst/>
          </a:prstGeom>
          <a:solidFill>
            <a:srgbClr val="9A5900"/>
          </a:solidFill>
          <a:ln w="0">
            <a:noFill/>
          </a:ln>
        </p:spPr>
      </p:sp>
      <p:sp>
        <p:nvSpPr>
          <p:cNvPr id="19" name="pointer-177">
            <a:extLst>
              <a:ext uri="{FF2B5EF4-FFF2-40B4-BE49-F238E27FC236}">
                <a16:creationId xmlns:a16="http://schemas.microsoft.com/office/drawing/2014/main" id="{91E7F292-9EB1-4463-8DC3-A0DE510F9A43}"/>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3AE1678-F623-4990-9644-D6D43DDA62D6}"/>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 = 1</a:t>
            </a:r>
          </a:p>
        </p:txBody>
      </p:sp>
      <p:sp>
        <p:nvSpPr>
          <p:cNvPr id="21" name="best-equation">
            <a:extLst>
              <a:ext uri="{FF2B5EF4-FFF2-40B4-BE49-F238E27FC236}">
                <a16:creationId xmlns:a16="http://schemas.microsoft.com/office/drawing/2014/main" id="{876F367E-53B7-44A7-8EFE-69D43292849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a:t>
            </a:r>
          </a:p>
        </p:txBody>
      </p:sp>
      <p:sp>
        <p:nvSpPr>
          <p:cNvPr id="22" name="row-179-label">
            <a:extLst>
              <a:ext uri="{FF2B5EF4-FFF2-40B4-BE49-F238E27FC236}">
                <a16:creationId xmlns:a16="http://schemas.microsoft.com/office/drawing/2014/main" id="{1C9EF0EA-BF10-4603-A3D9-3A2F10EFD7E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4530942-F606-4F45-81DC-DA3691FFE8A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179-0">
            <a:extLst>
              <a:ext uri="{FF2B5EF4-FFF2-40B4-BE49-F238E27FC236}">
                <a16:creationId xmlns:a16="http://schemas.microsoft.com/office/drawing/2014/main" id="{B638F6AE-9D07-4AF0-8ABD-00A5FF3BD1D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9-1">
            <a:extLst>
              <a:ext uri="{FF2B5EF4-FFF2-40B4-BE49-F238E27FC236}">
                <a16:creationId xmlns:a16="http://schemas.microsoft.com/office/drawing/2014/main" id="{559794B2-62BD-4190-9846-E5ADB7D41CA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9-2">
            <a:extLst>
              <a:ext uri="{FF2B5EF4-FFF2-40B4-BE49-F238E27FC236}">
                <a16:creationId xmlns:a16="http://schemas.microsoft.com/office/drawing/2014/main" id="{670A17F2-3FC8-4832-A75E-44AE36310DC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9-3">
            <a:extLst>
              <a:ext uri="{FF2B5EF4-FFF2-40B4-BE49-F238E27FC236}">
                <a16:creationId xmlns:a16="http://schemas.microsoft.com/office/drawing/2014/main" id="{E17DC97C-D9A3-44F2-856A-DE0E563B4C7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9-4">
            <a:extLst>
              <a:ext uri="{FF2B5EF4-FFF2-40B4-BE49-F238E27FC236}">
                <a16:creationId xmlns:a16="http://schemas.microsoft.com/office/drawing/2014/main" id="{46AB1CEF-D96E-4021-B0AE-B4EDA320E2E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9-5">
            <a:extLst>
              <a:ext uri="{FF2B5EF4-FFF2-40B4-BE49-F238E27FC236}">
                <a16:creationId xmlns:a16="http://schemas.microsoft.com/office/drawing/2014/main" id="{8279D8A0-DB7F-4D24-92AA-D66EDA4505E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9-6">
            <a:extLst>
              <a:ext uri="{FF2B5EF4-FFF2-40B4-BE49-F238E27FC236}">
                <a16:creationId xmlns:a16="http://schemas.microsoft.com/office/drawing/2014/main" id="{67776287-A8CE-4DB1-B574-2B6B974961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9-7">
            <a:extLst>
              <a:ext uri="{FF2B5EF4-FFF2-40B4-BE49-F238E27FC236}">
                <a16:creationId xmlns:a16="http://schemas.microsoft.com/office/drawing/2014/main" id="{D0BB2DDD-9D0F-420C-ACB4-E51701EB9C5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80">
            <a:extLst>
              <a:ext uri="{FF2B5EF4-FFF2-40B4-BE49-F238E27FC236}">
                <a16:creationId xmlns:a16="http://schemas.microsoft.com/office/drawing/2014/main" id="{59C1DC24-EC36-4B32-AC32-7992F5E121D5}"/>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FC9711E-0A79-4DA8-BB92-A80843EB790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55690552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CC0C9D2-C5B5-4B3B-BDFE-EE05756FB8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9B279C2-B89D-4D08-8FD1-2440505896D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7493CD-17F4-4547-902E-AF99851FD38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세 후보 비교 → 6 반환</a:t>
            </a:r>
          </a:p>
        </p:txBody>
      </p:sp>
      <p:sp>
        <p:nvSpPr>
          <p:cNvPr id="4" name="diagram-line-181">
            <a:extLst>
              <a:ext uri="{FF2B5EF4-FFF2-40B4-BE49-F238E27FC236}">
                <a16:creationId xmlns:a16="http://schemas.microsoft.com/office/drawing/2014/main" id="{EE052519-36E0-48B6-93B9-4E95D950BB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22B6556-2264-4E67-B02E-12C1CB68C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오른쪽 1, 경계를 걸친 합 6을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max(5, 1, 6) = 6입니다.</a:t>
            </a:r>
          </a:p>
        </p:txBody>
      </p:sp>
      <p:sp>
        <p:nvSpPr>
          <p:cNvPr id="6" name="footer">
            <a:extLst>
              <a:ext uri="{FF2B5EF4-FFF2-40B4-BE49-F238E27FC236}">
                <a16:creationId xmlns:a16="http://schemas.microsoft.com/office/drawing/2014/main" id="{D4007B4E-1536-4716-AFA0-915FB7B042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8C6258C-2762-42B0-A403-A98467D870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146</a:t>
            </a:r>
            <a:endParaRPr sz="1050" b="0">
              <a:solidFill>
                <a:srgbClr val="151515"/>
              </a:solidFill>
              <a:latin typeface="Consolas"/>
              <a:ea typeface="Consolas"/>
              <a:cs typeface="Consolas"/>
            </a:endParaRPr>
          </a:p>
        </p:txBody>
      </p:sp>
      <p:sp>
        <p:nvSpPr>
          <p:cNvPr id="8" name="row-182-label">
            <a:extLst>
              <a:ext uri="{FF2B5EF4-FFF2-40B4-BE49-F238E27FC236}">
                <a16:creationId xmlns:a16="http://schemas.microsoft.com/office/drawing/2014/main" id="{597C4984-19A2-4192-AC97-5BD3B03A0575}"/>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4A25941D-B282-40EC-AB09-8438343CA78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2-0">
            <a:extLst>
              <a:ext uri="{FF2B5EF4-FFF2-40B4-BE49-F238E27FC236}">
                <a16:creationId xmlns:a16="http://schemas.microsoft.com/office/drawing/2014/main" id="{EC6757AB-77DD-4249-8BBD-2E7249AFADCA}"/>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2-1">
            <a:extLst>
              <a:ext uri="{FF2B5EF4-FFF2-40B4-BE49-F238E27FC236}">
                <a16:creationId xmlns:a16="http://schemas.microsoft.com/office/drawing/2014/main" id="{382673E1-5CFF-4BB2-BAD0-59A784F2E91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2-2">
            <a:extLst>
              <a:ext uri="{FF2B5EF4-FFF2-40B4-BE49-F238E27FC236}">
                <a16:creationId xmlns:a16="http://schemas.microsoft.com/office/drawing/2014/main" id="{D9CA4CFF-DC81-4716-B896-01EDB55BA604}"/>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2-3">
            <a:extLst>
              <a:ext uri="{FF2B5EF4-FFF2-40B4-BE49-F238E27FC236}">
                <a16:creationId xmlns:a16="http://schemas.microsoft.com/office/drawing/2014/main" id="{7A2F774A-2099-4942-986C-958A45D2AAC1}"/>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2-4">
            <a:extLst>
              <a:ext uri="{FF2B5EF4-FFF2-40B4-BE49-F238E27FC236}">
                <a16:creationId xmlns:a16="http://schemas.microsoft.com/office/drawing/2014/main" id="{406A7581-9589-4162-8F39-41B71BCBE7BA}"/>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2-5">
            <a:extLst>
              <a:ext uri="{FF2B5EF4-FFF2-40B4-BE49-F238E27FC236}">
                <a16:creationId xmlns:a16="http://schemas.microsoft.com/office/drawing/2014/main" id="{C6F7EDDF-6F4F-44F1-9372-253FC8F9E6DB}"/>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2-6">
            <a:extLst>
              <a:ext uri="{FF2B5EF4-FFF2-40B4-BE49-F238E27FC236}">
                <a16:creationId xmlns:a16="http://schemas.microsoft.com/office/drawing/2014/main" id="{F38D31FA-5176-435B-91BC-A21B3ACFB4F1}"/>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2-7">
            <a:extLst>
              <a:ext uri="{FF2B5EF4-FFF2-40B4-BE49-F238E27FC236}">
                <a16:creationId xmlns:a16="http://schemas.microsoft.com/office/drawing/2014/main" id="{E05012F5-FA07-4516-963E-D1C5CC9139E1}"/>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82">
            <a:extLst>
              <a:ext uri="{FF2B5EF4-FFF2-40B4-BE49-F238E27FC236}">
                <a16:creationId xmlns:a16="http://schemas.microsoft.com/office/drawing/2014/main" id="{EC40A0E8-1488-47A8-B995-09C2FE1E3434}"/>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5</a:t>
            </a:r>
          </a:p>
        </p:txBody>
      </p:sp>
      <p:sp>
        <p:nvSpPr>
          <p:cNvPr id="19" name="row-183-label">
            <a:extLst>
              <a:ext uri="{FF2B5EF4-FFF2-40B4-BE49-F238E27FC236}">
                <a16:creationId xmlns:a16="http://schemas.microsoft.com/office/drawing/2014/main" id="{97A62104-A139-4B54-8DA8-91FBBE87F8C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37EC3C0A-1A99-49E7-9B26-FCB9EAD68F31}"/>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83-0">
            <a:extLst>
              <a:ext uri="{FF2B5EF4-FFF2-40B4-BE49-F238E27FC236}">
                <a16:creationId xmlns:a16="http://schemas.microsoft.com/office/drawing/2014/main" id="{7429322D-A30E-422A-A028-CE3375A8A98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83-1">
            <a:extLst>
              <a:ext uri="{FF2B5EF4-FFF2-40B4-BE49-F238E27FC236}">
                <a16:creationId xmlns:a16="http://schemas.microsoft.com/office/drawing/2014/main" id="{60ECD1D7-5404-43D0-8578-F7421F8EAF4C}"/>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83-2">
            <a:extLst>
              <a:ext uri="{FF2B5EF4-FFF2-40B4-BE49-F238E27FC236}">
                <a16:creationId xmlns:a16="http://schemas.microsoft.com/office/drawing/2014/main" id="{CA9DED68-9C2E-4162-A089-FAC329E2DB18}"/>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83-3">
            <a:extLst>
              <a:ext uri="{FF2B5EF4-FFF2-40B4-BE49-F238E27FC236}">
                <a16:creationId xmlns:a16="http://schemas.microsoft.com/office/drawing/2014/main" id="{43A4E62E-314B-4E27-96E4-A7B8F011CF0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83-4">
            <a:extLst>
              <a:ext uri="{FF2B5EF4-FFF2-40B4-BE49-F238E27FC236}">
                <a16:creationId xmlns:a16="http://schemas.microsoft.com/office/drawing/2014/main" id="{82BCBAD6-6045-46DD-8BD3-50188E5549F9}"/>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83-5">
            <a:extLst>
              <a:ext uri="{FF2B5EF4-FFF2-40B4-BE49-F238E27FC236}">
                <a16:creationId xmlns:a16="http://schemas.microsoft.com/office/drawing/2014/main" id="{BD6D2B93-0450-4659-9288-DC944471B09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83-6">
            <a:extLst>
              <a:ext uri="{FF2B5EF4-FFF2-40B4-BE49-F238E27FC236}">
                <a16:creationId xmlns:a16="http://schemas.microsoft.com/office/drawing/2014/main" id="{2D1131A4-09A4-4064-9133-2A77CC99133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83-7">
            <a:extLst>
              <a:ext uri="{FF2B5EF4-FFF2-40B4-BE49-F238E27FC236}">
                <a16:creationId xmlns:a16="http://schemas.microsoft.com/office/drawing/2014/main" id="{5E7FA402-BAB5-4C4A-8B3D-0217BD88527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83">
            <a:extLst>
              <a:ext uri="{FF2B5EF4-FFF2-40B4-BE49-F238E27FC236}">
                <a16:creationId xmlns:a16="http://schemas.microsoft.com/office/drawing/2014/main" id="{55F0CBD8-0830-4852-A420-D18DC2F2728B}"/>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30" name="row-184-label">
            <a:extLst>
              <a:ext uri="{FF2B5EF4-FFF2-40B4-BE49-F238E27FC236}">
                <a16:creationId xmlns:a16="http://schemas.microsoft.com/office/drawing/2014/main" id="{277860A8-11EB-4613-A5F3-D576D540A99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6DC451B-7F0C-43DD-9651-F2C8B76F506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184-0">
            <a:extLst>
              <a:ext uri="{FF2B5EF4-FFF2-40B4-BE49-F238E27FC236}">
                <a16:creationId xmlns:a16="http://schemas.microsoft.com/office/drawing/2014/main" id="{BCB38400-26BC-40EB-B698-AB137C00FE4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84-1">
            <a:extLst>
              <a:ext uri="{FF2B5EF4-FFF2-40B4-BE49-F238E27FC236}">
                <a16:creationId xmlns:a16="http://schemas.microsoft.com/office/drawing/2014/main" id="{04B8164F-22F2-4CD2-A212-C358274BDB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84-2">
            <a:extLst>
              <a:ext uri="{FF2B5EF4-FFF2-40B4-BE49-F238E27FC236}">
                <a16:creationId xmlns:a16="http://schemas.microsoft.com/office/drawing/2014/main" id="{E14B62F8-E9B9-479A-B54E-6B59EB85D15A}"/>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84-3">
            <a:extLst>
              <a:ext uri="{FF2B5EF4-FFF2-40B4-BE49-F238E27FC236}">
                <a16:creationId xmlns:a16="http://schemas.microsoft.com/office/drawing/2014/main" id="{88474516-9050-4FCF-A38A-F00BDA7B56B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84-4">
            <a:extLst>
              <a:ext uri="{FF2B5EF4-FFF2-40B4-BE49-F238E27FC236}">
                <a16:creationId xmlns:a16="http://schemas.microsoft.com/office/drawing/2014/main" id="{C87D3CD5-1B41-4589-84D7-AD296011845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84-5">
            <a:extLst>
              <a:ext uri="{FF2B5EF4-FFF2-40B4-BE49-F238E27FC236}">
                <a16:creationId xmlns:a16="http://schemas.microsoft.com/office/drawing/2014/main" id="{EEB30BC2-8574-47D7-904B-3A3C28AE19AD}"/>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84-6">
            <a:extLst>
              <a:ext uri="{FF2B5EF4-FFF2-40B4-BE49-F238E27FC236}">
                <a16:creationId xmlns:a16="http://schemas.microsoft.com/office/drawing/2014/main" id="{30FE604D-4D44-4739-8341-C5B32ACEF7DC}"/>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84-7">
            <a:extLst>
              <a:ext uri="{FF2B5EF4-FFF2-40B4-BE49-F238E27FC236}">
                <a16:creationId xmlns:a16="http://schemas.microsoft.com/office/drawing/2014/main" id="{57268401-5792-4019-B292-05DB173C8267}"/>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84">
            <a:extLst>
              <a:ext uri="{FF2B5EF4-FFF2-40B4-BE49-F238E27FC236}">
                <a16:creationId xmlns:a16="http://schemas.microsoft.com/office/drawing/2014/main" id="{92F99616-3C19-4F67-ACD2-07A9837B2885}"/>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6</a:t>
            </a:r>
          </a:p>
        </p:txBody>
      </p:sp>
      <p:sp>
        <p:nvSpPr>
          <p:cNvPr id="41" name="caption">
            <a:extLst>
              <a:ext uri="{FF2B5EF4-FFF2-40B4-BE49-F238E27FC236}">
                <a16:creationId xmlns:a16="http://schemas.microsoft.com/office/drawing/2014/main" id="{082FF6AF-E431-4F82-ABCE-F1AAF346308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right_max에 6을 반환합니다.</a:t>
            </a:r>
          </a:p>
        </p:txBody>
      </p:sp>
    </p:spTree>
    <p:extLst>
      <p:ext uri="{BB962C8B-B14F-4D97-AF65-F5344CB8AC3E}">
        <p14:creationId xmlns:p14="http://schemas.microsoft.com/office/powerpoint/2010/main" val="413488691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B14F1345-4C7A-4D3D-9645-B9C77173856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4A4F05D-EEE6-4936-9DF2-EC02F255D4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36BCB0A-CEC6-4CA1-B9D2-8140BE8175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답 6도 받음</a:t>
            </a:r>
          </a:p>
        </p:txBody>
      </p:sp>
      <p:sp>
        <p:nvSpPr>
          <p:cNvPr id="4" name="diagram-line-185">
            <a:extLst>
              <a:ext uri="{FF2B5EF4-FFF2-40B4-BE49-F238E27FC236}">
                <a16:creationId xmlns:a16="http://schemas.microsoft.com/office/drawing/2014/main" id="{3D3FE9B6-79ED-42B1-9E49-DF884966936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CD54D3-93E3-4506-B2D2-72ABFF38164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7, right_max = 6입니다.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467A7A53-FC6B-4C6B-BF93-DD113E6A140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4351034-19B5-4EA8-B2A7-E140EC657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147</a:t>
            </a:r>
            <a:endParaRPr sz="1050" b="0">
              <a:solidFill>
                <a:srgbClr val="151515"/>
              </a:solidFill>
              <a:latin typeface="Consolas"/>
              <a:ea typeface="Consolas"/>
              <a:cs typeface="Consolas"/>
            </a:endParaRPr>
          </a:p>
        </p:txBody>
      </p:sp>
      <p:sp>
        <p:nvSpPr>
          <p:cNvPr id="8" name="row-186-label">
            <a:extLst>
              <a:ext uri="{FF2B5EF4-FFF2-40B4-BE49-F238E27FC236}">
                <a16:creationId xmlns:a16="http://schemas.microsoft.com/office/drawing/2014/main" id="{BD9709B6-153B-453A-A2B8-1FE96210054B}"/>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8C324D8A-9706-4C3F-B3D7-2C9C3A6295A4}"/>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86-0">
            <a:extLst>
              <a:ext uri="{FF2B5EF4-FFF2-40B4-BE49-F238E27FC236}">
                <a16:creationId xmlns:a16="http://schemas.microsoft.com/office/drawing/2014/main" id="{98445625-1486-460E-85DD-1F527A0E0C2C}"/>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6-1">
            <a:extLst>
              <a:ext uri="{FF2B5EF4-FFF2-40B4-BE49-F238E27FC236}">
                <a16:creationId xmlns:a16="http://schemas.microsoft.com/office/drawing/2014/main" id="{AB095FC1-DB32-4319-AAE0-F42F43452539}"/>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6-2">
            <a:extLst>
              <a:ext uri="{FF2B5EF4-FFF2-40B4-BE49-F238E27FC236}">
                <a16:creationId xmlns:a16="http://schemas.microsoft.com/office/drawing/2014/main" id="{B4BBD8DC-8441-40F3-B1BE-577D40D01889}"/>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6-3">
            <a:extLst>
              <a:ext uri="{FF2B5EF4-FFF2-40B4-BE49-F238E27FC236}">
                <a16:creationId xmlns:a16="http://schemas.microsoft.com/office/drawing/2014/main" id="{A9099C3D-13CC-478C-9D8E-8F4D801E3514}"/>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6-4">
            <a:extLst>
              <a:ext uri="{FF2B5EF4-FFF2-40B4-BE49-F238E27FC236}">
                <a16:creationId xmlns:a16="http://schemas.microsoft.com/office/drawing/2014/main" id="{A8E080FA-F176-4E62-85A6-937D877D27AC}"/>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6-5">
            <a:extLst>
              <a:ext uri="{FF2B5EF4-FFF2-40B4-BE49-F238E27FC236}">
                <a16:creationId xmlns:a16="http://schemas.microsoft.com/office/drawing/2014/main" id="{A61A374C-E706-4E7D-B1BE-60D93650D0FA}"/>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6-6">
            <a:extLst>
              <a:ext uri="{FF2B5EF4-FFF2-40B4-BE49-F238E27FC236}">
                <a16:creationId xmlns:a16="http://schemas.microsoft.com/office/drawing/2014/main" id="{06916579-13CB-4BF4-96FE-762B468AFB1C}"/>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6-7">
            <a:extLst>
              <a:ext uri="{FF2B5EF4-FFF2-40B4-BE49-F238E27FC236}">
                <a16:creationId xmlns:a16="http://schemas.microsoft.com/office/drawing/2014/main" id="{35620AB0-856E-4504-8C32-CE97096EDA14}"/>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187-label">
            <a:extLst>
              <a:ext uri="{FF2B5EF4-FFF2-40B4-BE49-F238E27FC236}">
                <a16:creationId xmlns:a16="http://schemas.microsoft.com/office/drawing/2014/main" id="{C81304A6-468D-4D41-9769-7A55E05E2546}"/>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6</a:t>
            </a:r>
          </a:p>
        </p:txBody>
      </p:sp>
      <p:graphicFrame>
        <p:nvGraphicFramePr>
          <p:cNvPr id="19" name="표 18">
            <a:extLst>
              <a:ext uri="{FF2B5EF4-FFF2-40B4-BE49-F238E27FC236}">
                <a16:creationId xmlns:a16="http://schemas.microsoft.com/office/drawing/2014/main" id="{0123C127-B96F-4841-8C32-19705A93E688}"/>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0" name="index-187-0">
            <a:extLst>
              <a:ext uri="{FF2B5EF4-FFF2-40B4-BE49-F238E27FC236}">
                <a16:creationId xmlns:a16="http://schemas.microsoft.com/office/drawing/2014/main" id="{08594535-1E20-4B7A-B89D-6345F4A92F29}"/>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187-1">
            <a:extLst>
              <a:ext uri="{FF2B5EF4-FFF2-40B4-BE49-F238E27FC236}">
                <a16:creationId xmlns:a16="http://schemas.microsoft.com/office/drawing/2014/main" id="{EFD225F5-82B5-42C3-BB51-E118EE42F7B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187-2">
            <a:extLst>
              <a:ext uri="{FF2B5EF4-FFF2-40B4-BE49-F238E27FC236}">
                <a16:creationId xmlns:a16="http://schemas.microsoft.com/office/drawing/2014/main" id="{27FE9894-B56E-4E65-8DD0-B116F3432F5F}"/>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187-3">
            <a:extLst>
              <a:ext uri="{FF2B5EF4-FFF2-40B4-BE49-F238E27FC236}">
                <a16:creationId xmlns:a16="http://schemas.microsoft.com/office/drawing/2014/main" id="{53C8C97B-ED23-413C-B3EB-2DCD8551266B}"/>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187-4">
            <a:extLst>
              <a:ext uri="{FF2B5EF4-FFF2-40B4-BE49-F238E27FC236}">
                <a16:creationId xmlns:a16="http://schemas.microsoft.com/office/drawing/2014/main" id="{46FAE72E-48DE-41A1-95F6-E547A3D9B62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187-5">
            <a:extLst>
              <a:ext uri="{FF2B5EF4-FFF2-40B4-BE49-F238E27FC236}">
                <a16:creationId xmlns:a16="http://schemas.microsoft.com/office/drawing/2014/main" id="{67F150FE-0DD7-467C-B99F-D2A617FE03B9}"/>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187-6">
            <a:extLst>
              <a:ext uri="{FF2B5EF4-FFF2-40B4-BE49-F238E27FC236}">
                <a16:creationId xmlns:a16="http://schemas.microsoft.com/office/drawing/2014/main" id="{8453CD76-0772-4EBA-B42E-CBEDB393CD0A}"/>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187-7">
            <a:extLst>
              <a:ext uri="{FF2B5EF4-FFF2-40B4-BE49-F238E27FC236}">
                <a16:creationId xmlns:a16="http://schemas.microsoft.com/office/drawing/2014/main" id="{7BE51AF1-AC55-41ED-9578-DA85EEB622ED}"/>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37FEBAE7-7151-4264-B4EE-6D6176EBDEE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62637733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1DC7846-A998-4E10-98E0-D3B75723151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0D4C311-7064-4E68-9524-BDB3CA2566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FC8D8-ADCE-4F65-90AB-E846827E89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이제 경계를 걸치는 합 계산</a:t>
            </a:r>
          </a:p>
        </p:txBody>
      </p:sp>
      <p:sp>
        <p:nvSpPr>
          <p:cNvPr id="4" name="diagram-line-188">
            <a:extLst>
              <a:ext uri="{FF2B5EF4-FFF2-40B4-BE49-F238E27FC236}">
                <a16:creationId xmlns:a16="http://schemas.microsoft.com/office/drawing/2014/main" id="{770F9818-6917-402F-990B-EAFF4AF7787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E721F90-4CE4-4A80-940A-556F4922AF6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5입니다. 왼쪽 스캔은 a[5] = −9부터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4757130-DF7E-45B0-9531-5F210A6CD8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8009C19-4876-42B0-B4A1-973366136C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148</a:t>
            </a:r>
            <a:endParaRPr sz="1050" b="0">
              <a:solidFill>
                <a:srgbClr val="151515"/>
              </a:solidFill>
              <a:latin typeface="Consolas"/>
              <a:ea typeface="Consolas"/>
              <a:cs typeface="Consolas"/>
            </a:endParaRPr>
          </a:p>
        </p:txBody>
      </p:sp>
      <p:sp>
        <p:nvSpPr>
          <p:cNvPr id="8" name="row-189-label">
            <a:extLst>
              <a:ext uri="{FF2B5EF4-FFF2-40B4-BE49-F238E27FC236}">
                <a16:creationId xmlns:a16="http://schemas.microsoft.com/office/drawing/2014/main" id="{DF654918-8676-4B89-AFF6-2E2D75FA131B}"/>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F6C5BF1-441B-4676-91D7-40D031C65586}"/>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9-0">
            <a:extLst>
              <a:ext uri="{FF2B5EF4-FFF2-40B4-BE49-F238E27FC236}">
                <a16:creationId xmlns:a16="http://schemas.microsoft.com/office/drawing/2014/main" id="{14A93BCE-A8CE-4A9A-B959-9131E9269B8D}"/>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9-1">
            <a:extLst>
              <a:ext uri="{FF2B5EF4-FFF2-40B4-BE49-F238E27FC236}">
                <a16:creationId xmlns:a16="http://schemas.microsoft.com/office/drawing/2014/main" id="{FC8A75E4-EBC1-42F1-BA20-544AC893E599}"/>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9-2">
            <a:extLst>
              <a:ext uri="{FF2B5EF4-FFF2-40B4-BE49-F238E27FC236}">
                <a16:creationId xmlns:a16="http://schemas.microsoft.com/office/drawing/2014/main" id="{6E5B0F4B-0122-41EF-A992-2E7E4FB7DD37}"/>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9-3">
            <a:extLst>
              <a:ext uri="{FF2B5EF4-FFF2-40B4-BE49-F238E27FC236}">
                <a16:creationId xmlns:a16="http://schemas.microsoft.com/office/drawing/2014/main" id="{CF43DBB2-7F2C-46D0-8823-B2ECBE55E359}"/>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9-4">
            <a:extLst>
              <a:ext uri="{FF2B5EF4-FFF2-40B4-BE49-F238E27FC236}">
                <a16:creationId xmlns:a16="http://schemas.microsoft.com/office/drawing/2014/main" id="{E94A93CE-644F-40BF-851B-5FCE17E25A34}"/>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9-5">
            <a:extLst>
              <a:ext uri="{FF2B5EF4-FFF2-40B4-BE49-F238E27FC236}">
                <a16:creationId xmlns:a16="http://schemas.microsoft.com/office/drawing/2014/main" id="{72378451-17E7-4C8E-A940-01717C7042FE}"/>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9-6">
            <a:extLst>
              <a:ext uri="{FF2B5EF4-FFF2-40B4-BE49-F238E27FC236}">
                <a16:creationId xmlns:a16="http://schemas.microsoft.com/office/drawing/2014/main" id="{B0C0769A-3DC6-460F-84C2-D5339D951375}"/>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9-7">
            <a:extLst>
              <a:ext uri="{FF2B5EF4-FFF2-40B4-BE49-F238E27FC236}">
                <a16:creationId xmlns:a16="http://schemas.microsoft.com/office/drawing/2014/main" id="{6BB5916C-1A56-4645-A55D-2543586BB750}"/>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0">
            <a:extLst>
              <a:ext uri="{FF2B5EF4-FFF2-40B4-BE49-F238E27FC236}">
                <a16:creationId xmlns:a16="http://schemas.microsoft.com/office/drawing/2014/main" id="{A8284701-C81A-44FC-8B70-1034FE21648C}"/>
              </a:ext>
            </a:extLst>
          </p:cNvPr>
          <p:cNvSpPr>
            <a:spLocks noGrp="1"/>
          </p:cNvSpPr>
          <p:nvPr/>
        </p:nvSpPr>
        <p:spPr>
          <a:xfrm>
            <a:off x="8982075" y="2943225"/>
            <a:ext cx="19050" cy="666750"/>
          </a:xfrm>
          <a:prstGeom prst="rect">
            <a:avLst/>
          </a:prstGeom>
          <a:solidFill>
            <a:srgbClr val="9A5900"/>
          </a:solidFill>
          <a:ln w="0">
            <a:noFill/>
          </a:ln>
        </p:spPr>
      </p:sp>
      <p:sp>
        <p:nvSpPr>
          <p:cNvPr id="19" name="pointer-189">
            <a:extLst>
              <a:ext uri="{FF2B5EF4-FFF2-40B4-BE49-F238E27FC236}">
                <a16:creationId xmlns:a16="http://schemas.microsoft.com/office/drawing/2014/main" id="{9F2B574A-4B55-4FA7-9B59-A805C80F8170}"/>
              </a:ext>
            </a:extLst>
          </p:cNvPr>
          <p:cNvSpPr>
            <a:spLocks noGrp="1"/>
          </p:cNvSpPr>
          <p:nvPr/>
        </p:nvSpPr>
        <p:spPr>
          <a:xfrm>
            <a:off x="78105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initial-left-sum">
            <a:extLst>
              <a:ext uri="{FF2B5EF4-FFF2-40B4-BE49-F238E27FC236}">
                <a16:creationId xmlns:a16="http://schemas.microsoft.com/office/drawing/2014/main" id="{3AD002E7-5782-487E-849A-06DF819E6AA3}"/>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FE13B8B5-083B-4BA8-8080-EC0F3D8BEFB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7, right_max = 6.</a:t>
            </a:r>
          </a:p>
        </p:txBody>
      </p:sp>
    </p:spTree>
    <p:extLst>
      <p:ext uri="{BB962C8B-B14F-4D97-AF65-F5344CB8AC3E}">
        <p14:creationId xmlns:p14="http://schemas.microsoft.com/office/powerpoint/2010/main" val="320154376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411127F-5BFF-424D-B30C-9F627EC31F1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C8F6BD1-A570-4E6F-B447-003F82D6DED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1E08EA2-9ADA-4D0C-91AC-57ED35F260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1/2</a:t>
            </a:r>
          </a:p>
        </p:txBody>
      </p:sp>
      <p:sp>
        <p:nvSpPr>
          <p:cNvPr id="4" name="diagram-line-191">
            <a:extLst>
              <a:ext uri="{FF2B5EF4-FFF2-40B4-BE49-F238E27FC236}">
                <a16:creationId xmlns:a16="http://schemas.microsoft.com/office/drawing/2014/main" id="{4FBF337E-2639-4822-9DA3-CC7C7F9DBC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D841CF3-3AF6-4A84-B5AB-691EB3843BE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left_sum 갱신.</a:t>
            </a:r>
          </a:p>
        </p:txBody>
      </p:sp>
      <p:sp>
        <p:nvSpPr>
          <p:cNvPr id="6" name="footer">
            <a:extLst>
              <a:ext uri="{FF2B5EF4-FFF2-40B4-BE49-F238E27FC236}">
                <a16:creationId xmlns:a16="http://schemas.microsoft.com/office/drawing/2014/main" id="{ED327484-628B-47E7-AE7D-950D57BF2AD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63E99CC-41B7-4D73-8D02-D35457E38D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149</a:t>
            </a:r>
            <a:endParaRPr sz="1050" b="0">
              <a:solidFill>
                <a:srgbClr val="151515"/>
              </a:solidFill>
              <a:latin typeface="Consolas"/>
              <a:ea typeface="Consolas"/>
              <a:cs typeface="Consolas"/>
            </a:endParaRPr>
          </a:p>
        </p:txBody>
      </p:sp>
      <p:sp>
        <p:nvSpPr>
          <p:cNvPr id="8" name="row-192-label">
            <a:extLst>
              <a:ext uri="{FF2B5EF4-FFF2-40B4-BE49-F238E27FC236}">
                <a16:creationId xmlns:a16="http://schemas.microsoft.com/office/drawing/2014/main" id="{95EDBBD1-594E-42B1-8212-1243401435F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99B5B5B-F0A6-49EF-B67A-A3203B7CC73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2-0">
            <a:extLst>
              <a:ext uri="{FF2B5EF4-FFF2-40B4-BE49-F238E27FC236}">
                <a16:creationId xmlns:a16="http://schemas.microsoft.com/office/drawing/2014/main" id="{2E45D898-6241-4977-9B78-B83DC1911E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2-1">
            <a:extLst>
              <a:ext uri="{FF2B5EF4-FFF2-40B4-BE49-F238E27FC236}">
                <a16:creationId xmlns:a16="http://schemas.microsoft.com/office/drawing/2014/main" id="{B5A066F5-F27B-4D22-BFAF-C6589241DFA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2-2">
            <a:extLst>
              <a:ext uri="{FF2B5EF4-FFF2-40B4-BE49-F238E27FC236}">
                <a16:creationId xmlns:a16="http://schemas.microsoft.com/office/drawing/2014/main" id="{B46840C1-2A3A-4F96-A67B-4B1FBA820224}"/>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2-3">
            <a:extLst>
              <a:ext uri="{FF2B5EF4-FFF2-40B4-BE49-F238E27FC236}">
                <a16:creationId xmlns:a16="http://schemas.microsoft.com/office/drawing/2014/main" id="{20D29A69-582D-4C40-9D12-EDCB8FEA6B5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2-4">
            <a:extLst>
              <a:ext uri="{FF2B5EF4-FFF2-40B4-BE49-F238E27FC236}">
                <a16:creationId xmlns:a16="http://schemas.microsoft.com/office/drawing/2014/main" id="{83B518BC-02AE-4B95-A2F3-1F84DE04369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2-5">
            <a:extLst>
              <a:ext uri="{FF2B5EF4-FFF2-40B4-BE49-F238E27FC236}">
                <a16:creationId xmlns:a16="http://schemas.microsoft.com/office/drawing/2014/main" id="{8C3EDADD-0CE8-43CD-B589-DEB12F97CFE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2-6">
            <a:extLst>
              <a:ext uri="{FF2B5EF4-FFF2-40B4-BE49-F238E27FC236}">
                <a16:creationId xmlns:a16="http://schemas.microsoft.com/office/drawing/2014/main" id="{1846B997-3964-4DD0-8118-B4AA5CF3508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2-7">
            <a:extLst>
              <a:ext uri="{FF2B5EF4-FFF2-40B4-BE49-F238E27FC236}">
                <a16:creationId xmlns:a16="http://schemas.microsoft.com/office/drawing/2014/main" id="{1CB8508D-4521-4FCF-BA7E-C746AE06D18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3">
            <a:extLst>
              <a:ext uri="{FF2B5EF4-FFF2-40B4-BE49-F238E27FC236}">
                <a16:creationId xmlns:a16="http://schemas.microsoft.com/office/drawing/2014/main" id="{57460C34-74D3-4258-A8BC-115391E82E81}"/>
              </a:ext>
            </a:extLst>
          </p:cNvPr>
          <p:cNvSpPr>
            <a:spLocks noGrp="1"/>
          </p:cNvSpPr>
          <p:nvPr/>
        </p:nvSpPr>
        <p:spPr>
          <a:xfrm>
            <a:off x="8982075" y="2743200"/>
            <a:ext cx="19050" cy="666750"/>
          </a:xfrm>
          <a:prstGeom prst="rect">
            <a:avLst/>
          </a:prstGeom>
          <a:solidFill>
            <a:srgbClr val="9A5900"/>
          </a:solidFill>
          <a:ln w="0">
            <a:noFill/>
          </a:ln>
        </p:spPr>
      </p:sp>
      <p:sp>
        <p:nvSpPr>
          <p:cNvPr id="19" name="pointer-192">
            <a:extLst>
              <a:ext uri="{FF2B5EF4-FFF2-40B4-BE49-F238E27FC236}">
                <a16:creationId xmlns:a16="http://schemas.microsoft.com/office/drawing/2014/main" id="{D24BD071-CF4A-476D-81F1-8B4F978224D9}"/>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current-equation">
            <a:extLst>
              <a:ext uri="{FF2B5EF4-FFF2-40B4-BE49-F238E27FC236}">
                <a16:creationId xmlns:a16="http://schemas.microsoft.com/office/drawing/2014/main" id="{9C445595-E090-466E-9F85-1758F5FE4D2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C9A3290D-9FC8-43D7-9CD2-D3AC9D90B32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−9</a:t>
            </a:r>
          </a:p>
        </p:txBody>
      </p:sp>
      <p:sp>
        <p:nvSpPr>
          <p:cNvPr id="22" name="row-194-label">
            <a:extLst>
              <a:ext uri="{FF2B5EF4-FFF2-40B4-BE49-F238E27FC236}">
                <a16:creationId xmlns:a16="http://schemas.microsoft.com/office/drawing/2014/main" id="{EB90636B-E620-4198-9477-24D93857CB2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40B5D67-7C8D-4836-BD0D-137C7B1F2F3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4-0">
            <a:extLst>
              <a:ext uri="{FF2B5EF4-FFF2-40B4-BE49-F238E27FC236}">
                <a16:creationId xmlns:a16="http://schemas.microsoft.com/office/drawing/2014/main" id="{3F8A8F29-9BB0-4C0D-9E1B-A605FBC25328}"/>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4-1">
            <a:extLst>
              <a:ext uri="{FF2B5EF4-FFF2-40B4-BE49-F238E27FC236}">
                <a16:creationId xmlns:a16="http://schemas.microsoft.com/office/drawing/2014/main" id="{A071E165-9253-4764-9807-A1039140541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4-2">
            <a:extLst>
              <a:ext uri="{FF2B5EF4-FFF2-40B4-BE49-F238E27FC236}">
                <a16:creationId xmlns:a16="http://schemas.microsoft.com/office/drawing/2014/main" id="{BCE82155-8828-489D-883C-E212D4DCC06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4-3">
            <a:extLst>
              <a:ext uri="{FF2B5EF4-FFF2-40B4-BE49-F238E27FC236}">
                <a16:creationId xmlns:a16="http://schemas.microsoft.com/office/drawing/2014/main" id="{F3EF7451-3B6A-4FA0-A29E-07FC0AFFC68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4-4">
            <a:extLst>
              <a:ext uri="{FF2B5EF4-FFF2-40B4-BE49-F238E27FC236}">
                <a16:creationId xmlns:a16="http://schemas.microsoft.com/office/drawing/2014/main" id="{91B6BDFB-6FB4-444F-9FC8-3957E5E2E91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4-5">
            <a:extLst>
              <a:ext uri="{FF2B5EF4-FFF2-40B4-BE49-F238E27FC236}">
                <a16:creationId xmlns:a16="http://schemas.microsoft.com/office/drawing/2014/main" id="{0672452D-46A1-48CD-BAA5-027A671566A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4-6">
            <a:extLst>
              <a:ext uri="{FF2B5EF4-FFF2-40B4-BE49-F238E27FC236}">
                <a16:creationId xmlns:a16="http://schemas.microsoft.com/office/drawing/2014/main" id="{62BDD242-384D-41C2-867B-ED6937823EB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4-7">
            <a:extLst>
              <a:ext uri="{FF2B5EF4-FFF2-40B4-BE49-F238E27FC236}">
                <a16:creationId xmlns:a16="http://schemas.microsoft.com/office/drawing/2014/main" id="{EB8C1B81-5779-45FC-AC65-23FA5C7D27E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95">
            <a:extLst>
              <a:ext uri="{FF2B5EF4-FFF2-40B4-BE49-F238E27FC236}">
                <a16:creationId xmlns:a16="http://schemas.microsoft.com/office/drawing/2014/main" id="{B427096F-4917-4CE3-AAE1-9A2500F2E49C}"/>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8D32D96-5EC4-4A61-9BFD-72B89BDF22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4: a[4] = 7을 현재 합 −9에 더합니다.</a:t>
            </a:r>
          </a:p>
        </p:txBody>
      </p:sp>
    </p:spTree>
    <p:extLst>
      <p:ext uri="{BB962C8B-B14F-4D97-AF65-F5344CB8AC3E}">
        <p14:creationId xmlns:p14="http://schemas.microsoft.com/office/powerpoint/2010/main" val="373566729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32E2958-EB7A-41D3-A732-6BE0E357663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AB85AF0-18FC-4BC7-96EF-F2461BBFDC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3F62FD-2D2D-4D36-86BC-E78A6DA303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2/2</a:t>
            </a:r>
          </a:p>
        </p:txBody>
      </p:sp>
      <p:sp>
        <p:nvSpPr>
          <p:cNvPr id="4" name="diagram-line-196">
            <a:extLst>
              <a:ext uri="{FF2B5EF4-FFF2-40B4-BE49-F238E27FC236}">
                <a16:creationId xmlns:a16="http://schemas.microsoft.com/office/drawing/2014/main" id="{32DEB131-3244-47DD-9405-3EB67B69B95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D598BF2-BFB0-4F53-8176-774A48A1942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−9 → left_sum 갱신.</a:t>
            </a:r>
          </a:p>
        </p:txBody>
      </p:sp>
      <p:sp>
        <p:nvSpPr>
          <p:cNvPr id="6" name="footer">
            <a:extLst>
              <a:ext uri="{FF2B5EF4-FFF2-40B4-BE49-F238E27FC236}">
                <a16:creationId xmlns:a16="http://schemas.microsoft.com/office/drawing/2014/main" id="{D1FAED48-33C1-4BD6-9777-B6FCB067F96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671B7C-185E-499A-A5BF-7480CF46F0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150</a:t>
            </a:r>
            <a:endParaRPr sz="1050" b="0">
              <a:solidFill>
                <a:srgbClr val="151515"/>
              </a:solidFill>
              <a:latin typeface="Consolas"/>
              <a:ea typeface="Consolas"/>
              <a:cs typeface="Consolas"/>
            </a:endParaRPr>
          </a:p>
        </p:txBody>
      </p:sp>
      <p:sp>
        <p:nvSpPr>
          <p:cNvPr id="8" name="row-197-label">
            <a:extLst>
              <a:ext uri="{FF2B5EF4-FFF2-40B4-BE49-F238E27FC236}">
                <a16:creationId xmlns:a16="http://schemas.microsoft.com/office/drawing/2014/main" id="{5673EE69-C71C-4049-BAC8-6CCA3EC7FB4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D0213E0-D815-4038-9E9C-18FE3C25F875}"/>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7-0">
            <a:extLst>
              <a:ext uri="{FF2B5EF4-FFF2-40B4-BE49-F238E27FC236}">
                <a16:creationId xmlns:a16="http://schemas.microsoft.com/office/drawing/2014/main" id="{678B90C8-461E-4DC5-8D6B-776833E9867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7-1">
            <a:extLst>
              <a:ext uri="{FF2B5EF4-FFF2-40B4-BE49-F238E27FC236}">
                <a16:creationId xmlns:a16="http://schemas.microsoft.com/office/drawing/2014/main" id="{64C21B4A-D533-46B1-8413-13DC9150711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7-2">
            <a:extLst>
              <a:ext uri="{FF2B5EF4-FFF2-40B4-BE49-F238E27FC236}">
                <a16:creationId xmlns:a16="http://schemas.microsoft.com/office/drawing/2014/main" id="{E7BD52EC-9C11-406D-856F-83225FC0F23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7-3">
            <a:extLst>
              <a:ext uri="{FF2B5EF4-FFF2-40B4-BE49-F238E27FC236}">
                <a16:creationId xmlns:a16="http://schemas.microsoft.com/office/drawing/2014/main" id="{D26B370B-4A1C-429F-B431-8BA0CE24B87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7-4">
            <a:extLst>
              <a:ext uri="{FF2B5EF4-FFF2-40B4-BE49-F238E27FC236}">
                <a16:creationId xmlns:a16="http://schemas.microsoft.com/office/drawing/2014/main" id="{5A485BBA-B643-48EF-ABAF-0085DAC8A84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7-5">
            <a:extLst>
              <a:ext uri="{FF2B5EF4-FFF2-40B4-BE49-F238E27FC236}">
                <a16:creationId xmlns:a16="http://schemas.microsoft.com/office/drawing/2014/main" id="{2346EE84-2AFB-4873-963A-775F3DE28A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7-6">
            <a:extLst>
              <a:ext uri="{FF2B5EF4-FFF2-40B4-BE49-F238E27FC236}">
                <a16:creationId xmlns:a16="http://schemas.microsoft.com/office/drawing/2014/main" id="{1AF97BF1-A534-4B69-9F13-8B0F97C53A77}"/>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7-7">
            <a:extLst>
              <a:ext uri="{FF2B5EF4-FFF2-40B4-BE49-F238E27FC236}">
                <a16:creationId xmlns:a16="http://schemas.microsoft.com/office/drawing/2014/main" id="{698523CE-0BBC-4A0D-A841-F1BF15EB579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8">
            <a:extLst>
              <a:ext uri="{FF2B5EF4-FFF2-40B4-BE49-F238E27FC236}">
                <a16:creationId xmlns:a16="http://schemas.microsoft.com/office/drawing/2014/main" id="{A8C9061E-CFD1-489E-9670-A2E7493BB6D6}"/>
              </a:ext>
            </a:extLst>
          </p:cNvPr>
          <p:cNvSpPr>
            <a:spLocks noGrp="1"/>
          </p:cNvSpPr>
          <p:nvPr/>
        </p:nvSpPr>
        <p:spPr>
          <a:xfrm>
            <a:off x="8982075" y="2743200"/>
            <a:ext cx="19050" cy="666750"/>
          </a:xfrm>
          <a:prstGeom prst="rect">
            <a:avLst/>
          </a:prstGeom>
          <a:solidFill>
            <a:srgbClr val="9A5900"/>
          </a:solidFill>
          <a:ln w="0">
            <a:noFill/>
          </a:ln>
        </p:spPr>
      </p:sp>
      <p:sp>
        <p:nvSpPr>
          <p:cNvPr id="19" name="pointer-197">
            <a:extLst>
              <a:ext uri="{FF2B5EF4-FFF2-40B4-BE49-F238E27FC236}">
                <a16:creationId xmlns:a16="http://schemas.microsoft.com/office/drawing/2014/main" id="{00EF8BEC-6BFC-418E-ADC7-B10BC49E2530}"/>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470A0A45-94F1-47E9-B2EF-D7119783ED0C}"/>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−9 + (7) = −2</a:t>
            </a:r>
          </a:p>
        </p:txBody>
      </p:sp>
      <p:sp>
        <p:nvSpPr>
          <p:cNvPr id="21" name="best-equation">
            <a:extLst>
              <a:ext uri="{FF2B5EF4-FFF2-40B4-BE49-F238E27FC236}">
                <a16:creationId xmlns:a16="http://schemas.microsoft.com/office/drawing/2014/main" id="{BE448039-FBB2-449B-B9F1-D04E7CAC3339}"/>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−9 → −2</a:t>
            </a:r>
          </a:p>
        </p:txBody>
      </p:sp>
      <p:sp>
        <p:nvSpPr>
          <p:cNvPr id="22" name="row-199-label">
            <a:extLst>
              <a:ext uri="{FF2B5EF4-FFF2-40B4-BE49-F238E27FC236}">
                <a16:creationId xmlns:a16="http://schemas.microsoft.com/office/drawing/2014/main" id="{B4F7A3B0-5C66-4EDF-A91B-2CC583699E6C}"/>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B523213-1EDA-4C71-A7AC-435B043C806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9-0">
            <a:extLst>
              <a:ext uri="{FF2B5EF4-FFF2-40B4-BE49-F238E27FC236}">
                <a16:creationId xmlns:a16="http://schemas.microsoft.com/office/drawing/2014/main" id="{2D19DD1F-E534-4573-8634-8FC429B1096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9-1">
            <a:extLst>
              <a:ext uri="{FF2B5EF4-FFF2-40B4-BE49-F238E27FC236}">
                <a16:creationId xmlns:a16="http://schemas.microsoft.com/office/drawing/2014/main" id="{5BD06D09-4625-414A-BA3E-B8EC533A2DE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9-2">
            <a:extLst>
              <a:ext uri="{FF2B5EF4-FFF2-40B4-BE49-F238E27FC236}">
                <a16:creationId xmlns:a16="http://schemas.microsoft.com/office/drawing/2014/main" id="{FFB67B6E-DEBE-4FF8-BCE9-130B9E0758E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9-3">
            <a:extLst>
              <a:ext uri="{FF2B5EF4-FFF2-40B4-BE49-F238E27FC236}">
                <a16:creationId xmlns:a16="http://schemas.microsoft.com/office/drawing/2014/main" id="{36DD917D-6A84-4242-97AF-FC5EE1C9F88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9-4">
            <a:extLst>
              <a:ext uri="{FF2B5EF4-FFF2-40B4-BE49-F238E27FC236}">
                <a16:creationId xmlns:a16="http://schemas.microsoft.com/office/drawing/2014/main" id="{4051D1A3-09BA-4DC1-AD7F-1DA5B92F43D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9-5">
            <a:extLst>
              <a:ext uri="{FF2B5EF4-FFF2-40B4-BE49-F238E27FC236}">
                <a16:creationId xmlns:a16="http://schemas.microsoft.com/office/drawing/2014/main" id="{D2A3319D-EC87-463E-803E-682B6BA93DE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9-6">
            <a:extLst>
              <a:ext uri="{FF2B5EF4-FFF2-40B4-BE49-F238E27FC236}">
                <a16:creationId xmlns:a16="http://schemas.microsoft.com/office/drawing/2014/main" id="{B0889F44-A7AD-41E4-B4F2-5216F5DC77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9-7">
            <a:extLst>
              <a:ext uri="{FF2B5EF4-FFF2-40B4-BE49-F238E27FC236}">
                <a16:creationId xmlns:a16="http://schemas.microsoft.com/office/drawing/2014/main" id="{AE8ACDCE-3DFA-4D9E-BC31-4319FF8282D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0">
            <a:extLst>
              <a:ext uri="{FF2B5EF4-FFF2-40B4-BE49-F238E27FC236}">
                <a16:creationId xmlns:a16="http://schemas.microsoft.com/office/drawing/2014/main" id="{27EBF83D-2E7E-441A-9AB8-8360DCF0F123}"/>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B82E882-1343-4393-B8AB-4FA32A8F5F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39369229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3E1D962C-09F9-4AC6-A043-DEB2A9B5847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37E1197-6F38-4ADA-87AC-881B51F9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5BA6845-E6B2-4A5C-8601-FDE9EBAECF7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오른쪽은 합을 0으로 다시 시작</a:t>
            </a:r>
          </a:p>
        </p:txBody>
      </p:sp>
      <p:sp>
        <p:nvSpPr>
          <p:cNvPr id="4" name="diagram-line-201">
            <a:extLst>
              <a:ext uri="{FF2B5EF4-FFF2-40B4-BE49-F238E27FC236}">
                <a16:creationId xmlns:a16="http://schemas.microsoft.com/office/drawing/2014/main" id="{E3BC0C8B-CA9F-4107-82C6-A01A9754E0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960E4E2-F1D4-4633-A7B8-864C54AE5B5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6부터 오른쪽을 훑습니다.</a:t>
            </a:r>
          </a:p>
        </p:txBody>
      </p:sp>
      <p:sp>
        <p:nvSpPr>
          <p:cNvPr id="6" name="footer">
            <a:extLst>
              <a:ext uri="{FF2B5EF4-FFF2-40B4-BE49-F238E27FC236}">
                <a16:creationId xmlns:a16="http://schemas.microsoft.com/office/drawing/2014/main" id="{ECA830C5-4DF0-4DB6-A001-BCC6DDB64E1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5B010FD-D576-428B-99B8-284E2ED7CF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151</a:t>
            </a:r>
            <a:endParaRPr sz="1050" b="0">
              <a:solidFill>
                <a:srgbClr val="151515"/>
              </a:solidFill>
              <a:latin typeface="Consolas"/>
              <a:ea typeface="Consolas"/>
              <a:cs typeface="Consolas"/>
            </a:endParaRPr>
          </a:p>
        </p:txBody>
      </p:sp>
      <p:sp>
        <p:nvSpPr>
          <p:cNvPr id="8" name="row-202-label">
            <a:extLst>
              <a:ext uri="{FF2B5EF4-FFF2-40B4-BE49-F238E27FC236}">
                <a16:creationId xmlns:a16="http://schemas.microsoft.com/office/drawing/2014/main" id="{872144F2-3E03-44DE-88EF-2E0F5CC3A996}"/>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6B352D56-F564-49BA-817E-4C1262539316}"/>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2-0">
            <a:extLst>
              <a:ext uri="{FF2B5EF4-FFF2-40B4-BE49-F238E27FC236}">
                <a16:creationId xmlns:a16="http://schemas.microsoft.com/office/drawing/2014/main" id="{BE806688-FF29-4913-9764-7F34CDD153F9}"/>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2-1">
            <a:extLst>
              <a:ext uri="{FF2B5EF4-FFF2-40B4-BE49-F238E27FC236}">
                <a16:creationId xmlns:a16="http://schemas.microsoft.com/office/drawing/2014/main" id="{46FDF8B5-2646-4131-BB87-FCD10D945073}"/>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2-2">
            <a:extLst>
              <a:ext uri="{FF2B5EF4-FFF2-40B4-BE49-F238E27FC236}">
                <a16:creationId xmlns:a16="http://schemas.microsoft.com/office/drawing/2014/main" id="{0F90150B-E5D4-4258-966A-04BE6C7A5ECF}"/>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2-3">
            <a:extLst>
              <a:ext uri="{FF2B5EF4-FFF2-40B4-BE49-F238E27FC236}">
                <a16:creationId xmlns:a16="http://schemas.microsoft.com/office/drawing/2014/main" id="{2529B6B3-97D8-43A1-A87A-375C0D3B78E7}"/>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2-4">
            <a:extLst>
              <a:ext uri="{FF2B5EF4-FFF2-40B4-BE49-F238E27FC236}">
                <a16:creationId xmlns:a16="http://schemas.microsoft.com/office/drawing/2014/main" id="{60F0F5A8-549C-4873-94EE-8DB79E618A77}"/>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2-5">
            <a:extLst>
              <a:ext uri="{FF2B5EF4-FFF2-40B4-BE49-F238E27FC236}">
                <a16:creationId xmlns:a16="http://schemas.microsoft.com/office/drawing/2014/main" id="{8AC9CFA0-C8D9-4E04-87CD-742DF4D080A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2-6">
            <a:extLst>
              <a:ext uri="{FF2B5EF4-FFF2-40B4-BE49-F238E27FC236}">
                <a16:creationId xmlns:a16="http://schemas.microsoft.com/office/drawing/2014/main" id="{C7C6828E-41CE-4C3E-8568-FA89D348D7E7}"/>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2-7">
            <a:extLst>
              <a:ext uri="{FF2B5EF4-FFF2-40B4-BE49-F238E27FC236}">
                <a16:creationId xmlns:a16="http://schemas.microsoft.com/office/drawing/2014/main" id="{344EAECC-20D2-4B0C-83B4-9FE3292B3E0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3">
            <a:extLst>
              <a:ext uri="{FF2B5EF4-FFF2-40B4-BE49-F238E27FC236}">
                <a16:creationId xmlns:a16="http://schemas.microsoft.com/office/drawing/2014/main" id="{409CE4B7-EA6A-41EE-939C-5408E58540B1}"/>
              </a:ext>
            </a:extLst>
          </p:cNvPr>
          <p:cNvSpPr>
            <a:spLocks noGrp="1"/>
          </p:cNvSpPr>
          <p:nvPr/>
        </p:nvSpPr>
        <p:spPr>
          <a:xfrm>
            <a:off x="8982075" y="2781300"/>
            <a:ext cx="19050" cy="666750"/>
          </a:xfrm>
          <a:prstGeom prst="rect">
            <a:avLst/>
          </a:prstGeom>
          <a:solidFill>
            <a:srgbClr val="9A5900"/>
          </a:solidFill>
          <a:ln w="0">
            <a:noFill/>
          </a:ln>
        </p:spPr>
      </p:sp>
      <p:sp>
        <p:nvSpPr>
          <p:cNvPr id="19" name="pointer-202">
            <a:extLst>
              <a:ext uri="{FF2B5EF4-FFF2-40B4-BE49-F238E27FC236}">
                <a16:creationId xmlns:a16="http://schemas.microsoft.com/office/drawing/2014/main" id="{DD6DBAE1-EF86-4481-99E5-223800F753F7}"/>
              </a:ext>
            </a:extLst>
          </p:cNvPr>
          <p:cNvSpPr>
            <a:spLocks noGrp="1"/>
          </p:cNvSpPr>
          <p:nvPr/>
        </p:nvSpPr>
        <p:spPr>
          <a:xfrm>
            <a:off x="89154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reset-equation">
            <a:extLst>
              <a:ext uri="{FF2B5EF4-FFF2-40B4-BE49-F238E27FC236}">
                <a16:creationId xmlns:a16="http://schemas.microsoft.com/office/drawing/2014/main" id="{90288B3F-33C8-458A-A1C5-56392941AABF}"/>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FB41617A-3282-4407-835E-8347105C6451}"/>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A5C2038C-7A70-4851-82C9-8FCCE2673D6C}"/>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56AAD55E-49A9-4250-86DC-1DFA8106CB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a[6] = 5입니다. mid를 다시 읽지 않습니다.</a:t>
            </a:r>
          </a:p>
        </p:txBody>
      </p:sp>
    </p:spTree>
    <p:extLst>
      <p:ext uri="{BB962C8B-B14F-4D97-AF65-F5344CB8AC3E}">
        <p14:creationId xmlns:p14="http://schemas.microsoft.com/office/powerpoint/2010/main" val="180864131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1E44E378-3E24-4778-A4D2-F4C4EEE30BF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1DEDB60-F25C-4E9D-9420-9353DB02895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42D987-27FC-405E-BA56-81E301024D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1/2</a:t>
            </a:r>
          </a:p>
        </p:txBody>
      </p:sp>
      <p:sp>
        <p:nvSpPr>
          <p:cNvPr id="4" name="diagram-line-204">
            <a:extLst>
              <a:ext uri="{FF2B5EF4-FFF2-40B4-BE49-F238E27FC236}">
                <a16:creationId xmlns:a16="http://schemas.microsoft.com/office/drawing/2014/main" id="{92331696-4A80-4338-9A77-6C15BF1A6A4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47EAC3E-5829-4A0B-A6F8-AD900AC2743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5D6EDA8-9034-4399-BD6C-EB6D82BD023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79355D6-EFA2-404E-93F8-D1E62A8E9F2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152</a:t>
            </a:r>
            <a:endParaRPr sz="1050" b="0">
              <a:solidFill>
                <a:srgbClr val="151515"/>
              </a:solidFill>
              <a:latin typeface="Consolas"/>
              <a:ea typeface="Consolas"/>
              <a:cs typeface="Consolas"/>
            </a:endParaRPr>
          </a:p>
        </p:txBody>
      </p:sp>
      <p:sp>
        <p:nvSpPr>
          <p:cNvPr id="8" name="row-205-label">
            <a:extLst>
              <a:ext uri="{FF2B5EF4-FFF2-40B4-BE49-F238E27FC236}">
                <a16:creationId xmlns:a16="http://schemas.microsoft.com/office/drawing/2014/main" id="{C99DCE4F-2DFB-4120-82C1-994A77F8F4D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7CCD2C9-495A-43C9-AC46-CD4E6560B4C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5-0">
            <a:extLst>
              <a:ext uri="{FF2B5EF4-FFF2-40B4-BE49-F238E27FC236}">
                <a16:creationId xmlns:a16="http://schemas.microsoft.com/office/drawing/2014/main" id="{85C869C5-50B2-444C-BD24-927E8D43ED6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5-1">
            <a:extLst>
              <a:ext uri="{FF2B5EF4-FFF2-40B4-BE49-F238E27FC236}">
                <a16:creationId xmlns:a16="http://schemas.microsoft.com/office/drawing/2014/main" id="{E539C37E-0348-46E0-8B51-C3C7FB07F24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5-2">
            <a:extLst>
              <a:ext uri="{FF2B5EF4-FFF2-40B4-BE49-F238E27FC236}">
                <a16:creationId xmlns:a16="http://schemas.microsoft.com/office/drawing/2014/main" id="{B1CA3987-3484-4931-A7D1-EE215070B7D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5-3">
            <a:extLst>
              <a:ext uri="{FF2B5EF4-FFF2-40B4-BE49-F238E27FC236}">
                <a16:creationId xmlns:a16="http://schemas.microsoft.com/office/drawing/2014/main" id="{99593668-5DAA-4C08-AEF7-733EDF86F932}"/>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5-4">
            <a:extLst>
              <a:ext uri="{FF2B5EF4-FFF2-40B4-BE49-F238E27FC236}">
                <a16:creationId xmlns:a16="http://schemas.microsoft.com/office/drawing/2014/main" id="{B38CE896-4468-4B06-914D-6B205BEA57F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5-5">
            <a:extLst>
              <a:ext uri="{FF2B5EF4-FFF2-40B4-BE49-F238E27FC236}">
                <a16:creationId xmlns:a16="http://schemas.microsoft.com/office/drawing/2014/main" id="{F5237484-9CEF-4193-91EA-80B22EC8F237}"/>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5-6">
            <a:extLst>
              <a:ext uri="{FF2B5EF4-FFF2-40B4-BE49-F238E27FC236}">
                <a16:creationId xmlns:a16="http://schemas.microsoft.com/office/drawing/2014/main" id="{CEA334DF-CCF9-4385-B89B-A89FD5C2E58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5-7">
            <a:extLst>
              <a:ext uri="{FF2B5EF4-FFF2-40B4-BE49-F238E27FC236}">
                <a16:creationId xmlns:a16="http://schemas.microsoft.com/office/drawing/2014/main" id="{542738B8-BC36-41CA-9BBC-B37EC1CD8E1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6">
            <a:extLst>
              <a:ext uri="{FF2B5EF4-FFF2-40B4-BE49-F238E27FC236}">
                <a16:creationId xmlns:a16="http://schemas.microsoft.com/office/drawing/2014/main" id="{838D8CCA-6C78-4EB9-BE07-FADE2DB7C623}"/>
              </a:ext>
            </a:extLst>
          </p:cNvPr>
          <p:cNvSpPr>
            <a:spLocks noGrp="1"/>
          </p:cNvSpPr>
          <p:nvPr/>
        </p:nvSpPr>
        <p:spPr>
          <a:xfrm>
            <a:off x="8982075" y="2743200"/>
            <a:ext cx="19050" cy="666750"/>
          </a:xfrm>
          <a:prstGeom prst="rect">
            <a:avLst/>
          </a:prstGeom>
          <a:solidFill>
            <a:srgbClr val="9A5900"/>
          </a:solidFill>
          <a:ln w="0">
            <a:noFill/>
          </a:ln>
        </p:spPr>
      </p:sp>
      <p:sp>
        <p:nvSpPr>
          <p:cNvPr id="19" name="pointer-205">
            <a:extLst>
              <a:ext uri="{FF2B5EF4-FFF2-40B4-BE49-F238E27FC236}">
                <a16:creationId xmlns:a16="http://schemas.microsoft.com/office/drawing/2014/main" id="{022A7F8B-F9BB-4213-8D39-D4ECA68BC7DC}"/>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C83D0E3D-24E6-4327-AC23-B165A5BCAA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EEAF3F73-22B1-462D-B42A-776ADF7743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207-label">
            <a:extLst>
              <a:ext uri="{FF2B5EF4-FFF2-40B4-BE49-F238E27FC236}">
                <a16:creationId xmlns:a16="http://schemas.microsoft.com/office/drawing/2014/main" id="{E0F2C7D1-C2A2-4B84-ACE9-D663860EBE1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B1F7150-D3F5-41EA-A153-026F16E13404}"/>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07-0">
            <a:extLst>
              <a:ext uri="{FF2B5EF4-FFF2-40B4-BE49-F238E27FC236}">
                <a16:creationId xmlns:a16="http://schemas.microsoft.com/office/drawing/2014/main" id="{A5A8D6CC-59A6-4912-9CAB-A13DF9E969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07-1">
            <a:extLst>
              <a:ext uri="{FF2B5EF4-FFF2-40B4-BE49-F238E27FC236}">
                <a16:creationId xmlns:a16="http://schemas.microsoft.com/office/drawing/2014/main" id="{E9D08876-9460-48C9-B389-B39B13C97BB4}"/>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07-2">
            <a:extLst>
              <a:ext uri="{FF2B5EF4-FFF2-40B4-BE49-F238E27FC236}">
                <a16:creationId xmlns:a16="http://schemas.microsoft.com/office/drawing/2014/main" id="{419C4E7E-EADE-479A-8AA1-A32BEC36CBC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07-3">
            <a:extLst>
              <a:ext uri="{FF2B5EF4-FFF2-40B4-BE49-F238E27FC236}">
                <a16:creationId xmlns:a16="http://schemas.microsoft.com/office/drawing/2014/main" id="{2F98145D-4515-4C09-9605-68F1CEE7E8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07-4">
            <a:extLst>
              <a:ext uri="{FF2B5EF4-FFF2-40B4-BE49-F238E27FC236}">
                <a16:creationId xmlns:a16="http://schemas.microsoft.com/office/drawing/2014/main" id="{F706A729-D5F5-4D70-BCD8-9E064B3BB54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07-5">
            <a:extLst>
              <a:ext uri="{FF2B5EF4-FFF2-40B4-BE49-F238E27FC236}">
                <a16:creationId xmlns:a16="http://schemas.microsoft.com/office/drawing/2014/main" id="{94CA2F48-1166-430C-817F-B9B357A0265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07-6">
            <a:extLst>
              <a:ext uri="{FF2B5EF4-FFF2-40B4-BE49-F238E27FC236}">
                <a16:creationId xmlns:a16="http://schemas.microsoft.com/office/drawing/2014/main" id="{93A0E639-4098-4986-ABCD-B87046E1086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07-7">
            <a:extLst>
              <a:ext uri="{FF2B5EF4-FFF2-40B4-BE49-F238E27FC236}">
                <a16:creationId xmlns:a16="http://schemas.microsoft.com/office/drawing/2014/main" id="{DA262C62-962F-4470-93B0-03DFB49603C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8">
            <a:extLst>
              <a:ext uri="{FF2B5EF4-FFF2-40B4-BE49-F238E27FC236}">
                <a16:creationId xmlns:a16="http://schemas.microsoft.com/office/drawing/2014/main" id="{EB4C9A8A-5521-4428-AADC-F6920434F064}"/>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9C068CF-C788-4B17-9886-02F356103A3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5에 더합니다.</a:t>
            </a:r>
          </a:p>
        </p:txBody>
      </p:sp>
    </p:spTree>
    <p:extLst>
      <p:ext uri="{BB962C8B-B14F-4D97-AF65-F5344CB8AC3E}">
        <p14:creationId xmlns:p14="http://schemas.microsoft.com/office/powerpoint/2010/main" val="428119021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B1A4B67D-EA70-4EAD-AB8B-B328421B765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7CDAE1-A831-4962-A112-A2C4460E50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E730269-5FF0-4A67-B763-A94F56CBA2F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2/2</a:t>
            </a:r>
          </a:p>
        </p:txBody>
      </p:sp>
      <p:sp>
        <p:nvSpPr>
          <p:cNvPr id="4" name="diagram-line-209">
            <a:extLst>
              <a:ext uri="{FF2B5EF4-FFF2-40B4-BE49-F238E27FC236}">
                <a16:creationId xmlns:a16="http://schemas.microsoft.com/office/drawing/2014/main" id="{1A41C2F7-DEC1-47F0-BA81-70F05623FE4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1EAFAB0-1B60-4491-BB9F-8CD64B7FD09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[6~7]입니다.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6 &gt; 이전 기록 5 → right_sum 갱신.</a:t>
            </a:r>
          </a:p>
        </p:txBody>
      </p:sp>
      <p:sp>
        <p:nvSpPr>
          <p:cNvPr id="6" name="footer">
            <a:extLst>
              <a:ext uri="{FF2B5EF4-FFF2-40B4-BE49-F238E27FC236}">
                <a16:creationId xmlns:a16="http://schemas.microsoft.com/office/drawing/2014/main" id="{09A65C16-790A-4AEB-8D2D-C4EDFC4AD7B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D9C41-09AB-476F-A1D0-3374247AF7A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153</a:t>
            </a:r>
            <a:endParaRPr sz="1050" b="0">
              <a:solidFill>
                <a:srgbClr val="151515"/>
              </a:solidFill>
              <a:latin typeface="Consolas"/>
              <a:ea typeface="Consolas"/>
              <a:cs typeface="Consolas"/>
            </a:endParaRPr>
          </a:p>
        </p:txBody>
      </p:sp>
      <p:sp>
        <p:nvSpPr>
          <p:cNvPr id="8" name="row-210-label">
            <a:extLst>
              <a:ext uri="{FF2B5EF4-FFF2-40B4-BE49-F238E27FC236}">
                <a16:creationId xmlns:a16="http://schemas.microsoft.com/office/drawing/2014/main" id="{4A84D9FF-A3D1-4F85-99F0-B91E6A8104C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8D2BA68-4A47-4FEC-9C9E-4219A5E9D5F3}"/>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10-0">
            <a:extLst>
              <a:ext uri="{FF2B5EF4-FFF2-40B4-BE49-F238E27FC236}">
                <a16:creationId xmlns:a16="http://schemas.microsoft.com/office/drawing/2014/main" id="{4F8E86E5-ADCD-40B2-92BA-8CD44801E082}"/>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0-1">
            <a:extLst>
              <a:ext uri="{FF2B5EF4-FFF2-40B4-BE49-F238E27FC236}">
                <a16:creationId xmlns:a16="http://schemas.microsoft.com/office/drawing/2014/main" id="{CCF7DA2A-8E9A-48F9-91D1-E71179789B46}"/>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0-2">
            <a:extLst>
              <a:ext uri="{FF2B5EF4-FFF2-40B4-BE49-F238E27FC236}">
                <a16:creationId xmlns:a16="http://schemas.microsoft.com/office/drawing/2014/main" id="{F287962A-827E-4302-A88D-A38B2C22A97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0-3">
            <a:extLst>
              <a:ext uri="{FF2B5EF4-FFF2-40B4-BE49-F238E27FC236}">
                <a16:creationId xmlns:a16="http://schemas.microsoft.com/office/drawing/2014/main" id="{FA31EE77-03AF-4EC0-A2F4-81AE1F9DC78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0-4">
            <a:extLst>
              <a:ext uri="{FF2B5EF4-FFF2-40B4-BE49-F238E27FC236}">
                <a16:creationId xmlns:a16="http://schemas.microsoft.com/office/drawing/2014/main" id="{D9632FD1-F3F2-4EF4-A50C-C5653188CF5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0-5">
            <a:extLst>
              <a:ext uri="{FF2B5EF4-FFF2-40B4-BE49-F238E27FC236}">
                <a16:creationId xmlns:a16="http://schemas.microsoft.com/office/drawing/2014/main" id="{9FA21A5A-FBD4-470F-A988-426E023EE5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0-6">
            <a:extLst>
              <a:ext uri="{FF2B5EF4-FFF2-40B4-BE49-F238E27FC236}">
                <a16:creationId xmlns:a16="http://schemas.microsoft.com/office/drawing/2014/main" id="{21FD81A4-9F51-45B4-9C3D-C4097E144F5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0-7">
            <a:extLst>
              <a:ext uri="{FF2B5EF4-FFF2-40B4-BE49-F238E27FC236}">
                <a16:creationId xmlns:a16="http://schemas.microsoft.com/office/drawing/2014/main" id="{62845A26-4CC4-4D86-AB21-00A969D8839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11">
            <a:extLst>
              <a:ext uri="{FF2B5EF4-FFF2-40B4-BE49-F238E27FC236}">
                <a16:creationId xmlns:a16="http://schemas.microsoft.com/office/drawing/2014/main" id="{B646162C-97F5-42CF-90BE-235927DB7948}"/>
              </a:ext>
            </a:extLst>
          </p:cNvPr>
          <p:cNvSpPr>
            <a:spLocks noGrp="1"/>
          </p:cNvSpPr>
          <p:nvPr/>
        </p:nvSpPr>
        <p:spPr>
          <a:xfrm>
            <a:off x="8982075" y="2743200"/>
            <a:ext cx="19050" cy="666750"/>
          </a:xfrm>
          <a:prstGeom prst="rect">
            <a:avLst/>
          </a:prstGeom>
          <a:solidFill>
            <a:srgbClr val="9A5900"/>
          </a:solidFill>
          <a:ln w="0">
            <a:noFill/>
          </a:ln>
        </p:spPr>
      </p:sp>
      <p:sp>
        <p:nvSpPr>
          <p:cNvPr id="19" name="pointer-210">
            <a:extLst>
              <a:ext uri="{FF2B5EF4-FFF2-40B4-BE49-F238E27FC236}">
                <a16:creationId xmlns:a16="http://schemas.microsoft.com/office/drawing/2014/main" id="{967F4216-2470-4B6D-803B-512A796FB572}"/>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D2D213D6-DE38-43FD-9BF4-23AC6FB7184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(1) = 6</a:t>
            </a:r>
          </a:p>
        </p:txBody>
      </p:sp>
      <p:sp>
        <p:nvSpPr>
          <p:cNvPr id="21" name="best-equation">
            <a:extLst>
              <a:ext uri="{FF2B5EF4-FFF2-40B4-BE49-F238E27FC236}">
                <a16:creationId xmlns:a16="http://schemas.microsoft.com/office/drawing/2014/main" id="{C78066E5-5D76-482D-8462-5002E8F5386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5 → 6</a:t>
            </a:r>
          </a:p>
        </p:txBody>
      </p:sp>
      <p:sp>
        <p:nvSpPr>
          <p:cNvPr id="22" name="row-212-label">
            <a:extLst>
              <a:ext uri="{FF2B5EF4-FFF2-40B4-BE49-F238E27FC236}">
                <a16:creationId xmlns:a16="http://schemas.microsoft.com/office/drawing/2014/main" id="{EF62B97F-F9A9-4A94-AF46-1953EDB3B69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9C668E42-CD79-4852-A34A-9D1CC761EAAC}"/>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212-0">
            <a:extLst>
              <a:ext uri="{FF2B5EF4-FFF2-40B4-BE49-F238E27FC236}">
                <a16:creationId xmlns:a16="http://schemas.microsoft.com/office/drawing/2014/main" id="{34E19F06-E9B8-4A42-8ED0-DE89E074BA2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12-1">
            <a:extLst>
              <a:ext uri="{FF2B5EF4-FFF2-40B4-BE49-F238E27FC236}">
                <a16:creationId xmlns:a16="http://schemas.microsoft.com/office/drawing/2014/main" id="{99CE1665-B1C4-4B2F-AD3E-527981151E3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12-2">
            <a:extLst>
              <a:ext uri="{FF2B5EF4-FFF2-40B4-BE49-F238E27FC236}">
                <a16:creationId xmlns:a16="http://schemas.microsoft.com/office/drawing/2014/main" id="{DCB134E7-70D2-40F3-8028-96629E001FC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12-3">
            <a:extLst>
              <a:ext uri="{FF2B5EF4-FFF2-40B4-BE49-F238E27FC236}">
                <a16:creationId xmlns:a16="http://schemas.microsoft.com/office/drawing/2014/main" id="{353E5634-C1EE-489E-A48B-ED91A62798FE}"/>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12-4">
            <a:extLst>
              <a:ext uri="{FF2B5EF4-FFF2-40B4-BE49-F238E27FC236}">
                <a16:creationId xmlns:a16="http://schemas.microsoft.com/office/drawing/2014/main" id="{F71C91C0-CEFF-47CA-AA61-56238E381902}"/>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12-5">
            <a:extLst>
              <a:ext uri="{FF2B5EF4-FFF2-40B4-BE49-F238E27FC236}">
                <a16:creationId xmlns:a16="http://schemas.microsoft.com/office/drawing/2014/main" id="{E9577C0E-CB67-4154-90B6-03DB33A22FC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12-6">
            <a:extLst>
              <a:ext uri="{FF2B5EF4-FFF2-40B4-BE49-F238E27FC236}">
                <a16:creationId xmlns:a16="http://schemas.microsoft.com/office/drawing/2014/main" id="{5F663319-507C-408E-8F16-39506763211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12-7">
            <a:extLst>
              <a:ext uri="{FF2B5EF4-FFF2-40B4-BE49-F238E27FC236}">
                <a16:creationId xmlns:a16="http://schemas.microsoft.com/office/drawing/2014/main" id="{E3DEF996-88F1-4628-ACCE-0556CCE52EDB}"/>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13">
            <a:extLst>
              <a:ext uri="{FF2B5EF4-FFF2-40B4-BE49-F238E27FC236}">
                <a16:creationId xmlns:a16="http://schemas.microsoft.com/office/drawing/2014/main" id="{9AE88972-95F7-47E9-901F-367BA39FBCA1}"/>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8920616C-AA46-4046-B30F-99003C47A31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78848841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E24807F8-790A-4AFA-9D5A-19C35319DD7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69098E5-13EF-40F5-BD22-6A69FD5B035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2C1907-B45D-4297-83AB-24A076687B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경계에서 두 기록을 붙입니다</a:t>
            </a:r>
          </a:p>
        </p:txBody>
      </p:sp>
      <p:sp>
        <p:nvSpPr>
          <p:cNvPr id="4" name="diagram-line-214">
            <a:extLst>
              <a:ext uri="{FF2B5EF4-FFF2-40B4-BE49-F238E27FC236}">
                <a16:creationId xmlns:a16="http://schemas.microsoft.com/office/drawing/2014/main" id="{D8D23788-BBFB-4042-9AE8-2DCF619A09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87553A1-8A5F-4EBC-B61F-6A70A60AF9F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6이므로 cross_max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5와 6에서 맞닿아 빈틈 없이 이어집니다.</a:t>
            </a:r>
          </a:p>
        </p:txBody>
      </p:sp>
      <p:sp>
        <p:nvSpPr>
          <p:cNvPr id="6" name="footer">
            <a:extLst>
              <a:ext uri="{FF2B5EF4-FFF2-40B4-BE49-F238E27FC236}">
                <a16:creationId xmlns:a16="http://schemas.microsoft.com/office/drawing/2014/main" id="{816ECB37-0AD3-472D-BE09-00D991792FD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0C7BE7C-9CEF-46E1-952B-596694C4D3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154</a:t>
            </a:r>
            <a:endParaRPr sz="1050" b="0">
              <a:solidFill>
                <a:srgbClr val="151515"/>
              </a:solidFill>
              <a:latin typeface="Consolas"/>
              <a:ea typeface="Consolas"/>
              <a:cs typeface="Consolas"/>
            </a:endParaRPr>
          </a:p>
        </p:txBody>
      </p:sp>
      <p:sp>
        <p:nvSpPr>
          <p:cNvPr id="8" name="row-215-label">
            <a:extLst>
              <a:ext uri="{FF2B5EF4-FFF2-40B4-BE49-F238E27FC236}">
                <a16:creationId xmlns:a16="http://schemas.microsoft.com/office/drawing/2014/main" id="{8E1E5BFA-9DC2-42E3-8A85-F9831DA00F0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18810853-B8BD-4698-9F1B-B599524F84CA}"/>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5-0">
            <a:extLst>
              <a:ext uri="{FF2B5EF4-FFF2-40B4-BE49-F238E27FC236}">
                <a16:creationId xmlns:a16="http://schemas.microsoft.com/office/drawing/2014/main" id="{F265070E-00BD-462A-B3C5-26437D664613}"/>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5-1">
            <a:extLst>
              <a:ext uri="{FF2B5EF4-FFF2-40B4-BE49-F238E27FC236}">
                <a16:creationId xmlns:a16="http://schemas.microsoft.com/office/drawing/2014/main" id="{200C36B5-B3C6-469E-BC28-C70D0E7386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5-2">
            <a:extLst>
              <a:ext uri="{FF2B5EF4-FFF2-40B4-BE49-F238E27FC236}">
                <a16:creationId xmlns:a16="http://schemas.microsoft.com/office/drawing/2014/main" id="{132C5119-4FA1-4C72-89CA-2AEDA8547A40}"/>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5-3">
            <a:extLst>
              <a:ext uri="{FF2B5EF4-FFF2-40B4-BE49-F238E27FC236}">
                <a16:creationId xmlns:a16="http://schemas.microsoft.com/office/drawing/2014/main" id="{D34E429E-15D1-41EE-A742-2879681F4A0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5-4">
            <a:extLst>
              <a:ext uri="{FF2B5EF4-FFF2-40B4-BE49-F238E27FC236}">
                <a16:creationId xmlns:a16="http://schemas.microsoft.com/office/drawing/2014/main" id="{109D0DF7-D8F8-4964-9E9B-B4C68F3C3A02}"/>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5-5">
            <a:extLst>
              <a:ext uri="{FF2B5EF4-FFF2-40B4-BE49-F238E27FC236}">
                <a16:creationId xmlns:a16="http://schemas.microsoft.com/office/drawing/2014/main" id="{B2654C72-8250-4526-B5F3-9E9514FE10B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5-6">
            <a:extLst>
              <a:ext uri="{FF2B5EF4-FFF2-40B4-BE49-F238E27FC236}">
                <a16:creationId xmlns:a16="http://schemas.microsoft.com/office/drawing/2014/main" id="{8285AB55-A503-4150-ABC7-94F5009EF65A}"/>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5-7">
            <a:extLst>
              <a:ext uri="{FF2B5EF4-FFF2-40B4-BE49-F238E27FC236}">
                <a16:creationId xmlns:a16="http://schemas.microsoft.com/office/drawing/2014/main" id="{E6A3F505-49CC-4C11-9CCB-801E7023C62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5">
            <a:extLst>
              <a:ext uri="{FF2B5EF4-FFF2-40B4-BE49-F238E27FC236}">
                <a16:creationId xmlns:a16="http://schemas.microsoft.com/office/drawing/2014/main" id="{8A9313BA-1327-45A7-925A-A87D5EB828C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216-label">
            <a:extLst>
              <a:ext uri="{FF2B5EF4-FFF2-40B4-BE49-F238E27FC236}">
                <a16:creationId xmlns:a16="http://schemas.microsoft.com/office/drawing/2014/main" id="{08708521-38A2-41BE-95E5-11FCEE8E356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882C0BA2-AC9A-458E-8A59-0004010A3F2A}"/>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16-0">
            <a:extLst>
              <a:ext uri="{FF2B5EF4-FFF2-40B4-BE49-F238E27FC236}">
                <a16:creationId xmlns:a16="http://schemas.microsoft.com/office/drawing/2014/main" id="{2E551037-D352-49D7-BAFC-BB4043AF948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16-1">
            <a:extLst>
              <a:ext uri="{FF2B5EF4-FFF2-40B4-BE49-F238E27FC236}">
                <a16:creationId xmlns:a16="http://schemas.microsoft.com/office/drawing/2014/main" id="{74F89EE7-E06A-4F6D-91B0-04331D2C532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16-2">
            <a:extLst>
              <a:ext uri="{FF2B5EF4-FFF2-40B4-BE49-F238E27FC236}">
                <a16:creationId xmlns:a16="http://schemas.microsoft.com/office/drawing/2014/main" id="{D7A5A63E-150B-49AC-8EA7-B66341ABBAD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16-3">
            <a:extLst>
              <a:ext uri="{FF2B5EF4-FFF2-40B4-BE49-F238E27FC236}">
                <a16:creationId xmlns:a16="http://schemas.microsoft.com/office/drawing/2014/main" id="{F214449B-455A-4FE9-96BC-66CF69360F1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16-4">
            <a:extLst>
              <a:ext uri="{FF2B5EF4-FFF2-40B4-BE49-F238E27FC236}">
                <a16:creationId xmlns:a16="http://schemas.microsoft.com/office/drawing/2014/main" id="{7156DB95-256F-46CB-A267-318CE854FD56}"/>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16-5">
            <a:extLst>
              <a:ext uri="{FF2B5EF4-FFF2-40B4-BE49-F238E27FC236}">
                <a16:creationId xmlns:a16="http://schemas.microsoft.com/office/drawing/2014/main" id="{BB18C398-4A3A-4398-8497-74904B2979C8}"/>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16-6">
            <a:extLst>
              <a:ext uri="{FF2B5EF4-FFF2-40B4-BE49-F238E27FC236}">
                <a16:creationId xmlns:a16="http://schemas.microsoft.com/office/drawing/2014/main" id="{DC4367D0-6FAF-4742-A505-8443C98F811F}"/>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16-7">
            <a:extLst>
              <a:ext uri="{FF2B5EF4-FFF2-40B4-BE49-F238E27FC236}">
                <a16:creationId xmlns:a16="http://schemas.microsoft.com/office/drawing/2014/main" id="{93E49359-D1ED-4D1C-8D92-15D067F1C35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16">
            <a:extLst>
              <a:ext uri="{FF2B5EF4-FFF2-40B4-BE49-F238E27FC236}">
                <a16:creationId xmlns:a16="http://schemas.microsoft.com/office/drawing/2014/main" id="{B588C8B0-A0C1-4F8A-BE8F-3C74F2EB38B4}"/>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17-label">
            <a:extLst>
              <a:ext uri="{FF2B5EF4-FFF2-40B4-BE49-F238E27FC236}">
                <a16:creationId xmlns:a16="http://schemas.microsoft.com/office/drawing/2014/main" id="{21C875D6-DDA0-4322-9219-91F733BF639D}"/>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7F9548CE-6C0C-463B-BFAD-F8FBE9728C20}"/>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17-0">
            <a:extLst>
              <a:ext uri="{FF2B5EF4-FFF2-40B4-BE49-F238E27FC236}">
                <a16:creationId xmlns:a16="http://schemas.microsoft.com/office/drawing/2014/main" id="{032AA7BC-4649-45A0-8442-15A37BAA4AEF}"/>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17-1">
            <a:extLst>
              <a:ext uri="{FF2B5EF4-FFF2-40B4-BE49-F238E27FC236}">
                <a16:creationId xmlns:a16="http://schemas.microsoft.com/office/drawing/2014/main" id="{3BD74559-73E9-4844-9570-2FB69BCCCD4F}"/>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17-2">
            <a:extLst>
              <a:ext uri="{FF2B5EF4-FFF2-40B4-BE49-F238E27FC236}">
                <a16:creationId xmlns:a16="http://schemas.microsoft.com/office/drawing/2014/main" id="{20E0F81C-7D60-4843-8D3D-0AE71A77B0A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17-3">
            <a:extLst>
              <a:ext uri="{FF2B5EF4-FFF2-40B4-BE49-F238E27FC236}">
                <a16:creationId xmlns:a16="http://schemas.microsoft.com/office/drawing/2014/main" id="{973DC5E0-D25A-4481-BF3A-3C7E45025C39}"/>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17-4">
            <a:extLst>
              <a:ext uri="{FF2B5EF4-FFF2-40B4-BE49-F238E27FC236}">
                <a16:creationId xmlns:a16="http://schemas.microsoft.com/office/drawing/2014/main" id="{DCF87F84-12A4-46FA-9265-63769085F1E9}"/>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17-5">
            <a:extLst>
              <a:ext uri="{FF2B5EF4-FFF2-40B4-BE49-F238E27FC236}">
                <a16:creationId xmlns:a16="http://schemas.microsoft.com/office/drawing/2014/main" id="{752C6B74-551B-4972-BB39-5766854A52EE}"/>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17-6">
            <a:extLst>
              <a:ext uri="{FF2B5EF4-FFF2-40B4-BE49-F238E27FC236}">
                <a16:creationId xmlns:a16="http://schemas.microsoft.com/office/drawing/2014/main" id="{C37FF180-E930-4826-A1FA-D0C8A74B560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17-7">
            <a:extLst>
              <a:ext uri="{FF2B5EF4-FFF2-40B4-BE49-F238E27FC236}">
                <a16:creationId xmlns:a16="http://schemas.microsoft.com/office/drawing/2014/main" id="{5FCBFA06-4969-4A8B-8F29-920EE77BFCD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17">
            <a:extLst>
              <a:ext uri="{FF2B5EF4-FFF2-40B4-BE49-F238E27FC236}">
                <a16:creationId xmlns:a16="http://schemas.microsoft.com/office/drawing/2014/main" id="{E68CB97D-0FC3-46B9-8DBF-CB849C9D5B31}"/>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AD003FBC-BF50-4870-B822-9BD541EF85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(6) = 4. 마지막에 읽은 합이 아니라 최선의 기록을 더합니다.</a:t>
            </a:r>
          </a:p>
        </p:txBody>
      </p:sp>
    </p:spTree>
    <p:extLst>
      <p:ext uri="{BB962C8B-B14F-4D97-AF65-F5344CB8AC3E}">
        <p14:creationId xmlns:p14="http://schemas.microsoft.com/office/powerpoint/2010/main" val="420771039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41DF567-D5EB-4309-BEA4-39C5D50146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37600CC-9C11-4524-83A9-1712DD717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B3213B-9B08-4E77-A161-154AD45820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세 후보 비교 → 7 반환</a:t>
            </a:r>
          </a:p>
        </p:txBody>
      </p:sp>
      <p:sp>
        <p:nvSpPr>
          <p:cNvPr id="4" name="diagram-line-218">
            <a:extLst>
              <a:ext uri="{FF2B5EF4-FFF2-40B4-BE49-F238E27FC236}">
                <a16:creationId xmlns:a16="http://schemas.microsoft.com/office/drawing/2014/main" id="{D20CBDDF-5C70-417E-B7AE-E4889F8853F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993E102-3E5F-4038-AED4-97D64420BA2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6, 경계를 걸친 합 4을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6, 4) = 7입니다.</a:t>
            </a:r>
          </a:p>
        </p:txBody>
      </p:sp>
      <p:sp>
        <p:nvSpPr>
          <p:cNvPr id="6" name="footer">
            <a:extLst>
              <a:ext uri="{FF2B5EF4-FFF2-40B4-BE49-F238E27FC236}">
                <a16:creationId xmlns:a16="http://schemas.microsoft.com/office/drawing/2014/main" id="{4F8789D9-6B9A-4C01-BF2A-127724ED07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69D6C-1E01-4302-A2D5-5535D2C6EB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155</a:t>
            </a:r>
            <a:endParaRPr sz="1050" b="0">
              <a:solidFill>
                <a:srgbClr val="151515"/>
              </a:solidFill>
              <a:latin typeface="Consolas"/>
              <a:ea typeface="Consolas"/>
              <a:cs typeface="Consolas"/>
            </a:endParaRPr>
          </a:p>
        </p:txBody>
      </p:sp>
      <p:sp>
        <p:nvSpPr>
          <p:cNvPr id="8" name="row-219-label">
            <a:extLst>
              <a:ext uri="{FF2B5EF4-FFF2-40B4-BE49-F238E27FC236}">
                <a16:creationId xmlns:a16="http://schemas.microsoft.com/office/drawing/2014/main" id="{E68B1648-8520-497A-A7E0-177DEBB683A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F06CE8B6-B945-4CD5-8612-F20C1941553F}"/>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9-0">
            <a:extLst>
              <a:ext uri="{FF2B5EF4-FFF2-40B4-BE49-F238E27FC236}">
                <a16:creationId xmlns:a16="http://schemas.microsoft.com/office/drawing/2014/main" id="{2CA51208-B5FE-4979-B308-9CB2021B1532}"/>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9-1">
            <a:extLst>
              <a:ext uri="{FF2B5EF4-FFF2-40B4-BE49-F238E27FC236}">
                <a16:creationId xmlns:a16="http://schemas.microsoft.com/office/drawing/2014/main" id="{00C02AD0-D2EC-4870-91CE-4E36622501E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9-2">
            <a:extLst>
              <a:ext uri="{FF2B5EF4-FFF2-40B4-BE49-F238E27FC236}">
                <a16:creationId xmlns:a16="http://schemas.microsoft.com/office/drawing/2014/main" id="{7517A8B2-7F9A-45B0-8B48-5B2CE42AB32C}"/>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9-3">
            <a:extLst>
              <a:ext uri="{FF2B5EF4-FFF2-40B4-BE49-F238E27FC236}">
                <a16:creationId xmlns:a16="http://schemas.microsoft.com/office/drawing/2014/main" id="{0EAC7588-FA7E-4DA0-9E67-B3B2BDAE07A5}"/>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9-4">
            <a:extLst>
              <a:ext uri="{FF2B5EF4-FFF2-40B4-BE49-F238E27FC236}">
                <a16:creationId xmlns:a16="http://schemas.microsoft.com/office/drawing/2014/main" id="{A00E1773-5169-428B-91F8-E62519663C56}"/>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9-5">
            <a:extLst>
              <a:ext uri="{FF2B5EF4-FFF2-40B4-BE49-F238E27FC236}">
                <a16:creationId xmlns:a16="http://schemas.microsoft.com/office/drawing/2014/main" id="{D7EC82D5-29DE-4821-B6AE-AA5B96423394}"/>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9-6">
            <a:extLst>
              <a:ext uri="{FF2B5EF4-FFF2-40B4-BE49-F238E27FC236}">
                <a16:creationId xmlns:a16="http://schemas.microsoft.com/office/drawing/2014/main" id="{D8B84D69-BDF4-414B-BA5D-BF7C5CA23620}"/>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9-7">
            <a:extLst>
              <a:ext uri="{FF2B5EF4-FFF2-40B4-BE49-F238E27FC236}">
                <a16:creationId xmlns:a16="http://schemas.microsoft.com/office/drawing/2014/main" id="{0DA68B74-19F3-4029-AED1-D4844B6A3A8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9">
            <a:extLst>
              <a:ext uri="{FF2B5EF4-FFF2-40B4-BE49-F238E27FC236}">
                <a16:creationId xmlns:a16="http://schemas.microsoft.com/office/drawing/2014/main" id="{9C024F95-E8F6-44CE-BFCB-A41A803657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220-label">
            <a:extLst>
              <a:ext uri="{FF2B5EF4-FFF2-40B4-BE49-F238E27FC236}">
                <a16:creationId xmlns:a16="http://schemas.microsoft.com/office/drawing/2014/main" id="{38B484BF-C536-4A8D-BDB5-5B9DD990452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B94981F6-C756-48EC-831A-8A500A05CBC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20-0">
            <a:extLst>
              <a:ext uri="{FF2B5EF4-FFF2-40B4-BE49-F238E27FC236}">
                <a16:creationId xmlns:a16="http://schemas.microsoft.com/office/drawing/2014/main" id="{8561BA66-39E1-473B-8CA6-E48390E053B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20-1">
            <a:extLst>
              <a:ext uri="{FF2B5EF4-FFF2-40B4-BE49-F238E27FC236}">
                <a16:creationId xmlns:a16="http://schemas.microsoft.com/office/drawing/2014/main" id="{28163A14-F152-40A7-972C-109D3067C7D2}"/>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20-2">
            <a:extLst>
              <a:ext uri="{FF2B5EF4-FFF2-40B4-BE49-F238E27FC236}">
                <a16:creationId xmlns:a16="http://schemas.microsoft.com/office/drawing/2014/main" id="{ADA79AC2-E12C-43C1-A00F-D6CCCD513A8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20-3">
            <a:extLst>
              <a:ext uri="{FF2B5EF4-FFF2-40B4-BE49-F238E27FC236}">
                <a16:creationId xmlns:a16="http://schemas.microsoft.com/office/drawing/2014/main" id="{76A9DDC0-DE68-4B0F-A757-33F409E6A53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20-4">
            <a:extLst>
              <a:ext uri="{FF2B5EF4-FFF2-40B4-BE49-F238E27FC236}">
                <a16:creationId xmlns:a16="http://schemas.microsoft.com/office/drawing/2014/main" id="{4956D427-CDDC-42F6-86E7-49B1FF3F6DA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20-5">
            <a:extLst>
              <a:ext uri="{FF2B5EF4-FFF2-40B4-BE49-F238E27FC236}">
                <a16:creationId xmlns:a16="http://schemas.microsoft.com/office/drawing/2014/main" id="{03B97265-1BFD-4C7F-9299-EAD92A4E6A77}"/>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20-6">
            <a:extLst>
              <a:ext uri="{FF2B5EF4-FFF2-40B4-BE49-F238E27FC236}">
                <a16:creationId xmlns:a16="http://schemas.microsoft.com/office/drawing/2014/main" id="{807020BF-9302-4019-B240-DE10DF4F863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20-7">
            <a:extLst>
              <a:ext uri="{FF2B5EF4-FFF2-40B4-BE49-F238E27FC236}">
                <a16:creationId xmlns:a16="http://schemas.microsoft.com/office/drawing/2014/main" id="{781E73FA-DDDA-4AA6-98A0-3CC835B5B78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20">
            <a:extLst>
              <a:ext uri="{FF2B5EF4-FFF2-40B4-BE49-F238E27FC236}">
                <a16:creationId xmlns:a16="http://schemas.microsoft.com/office/drawing/2014/main" id="{1431E84B-8D57-4549-95D7-E84050147E9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21-label">
            <a:extLst>
              <a:ext uri="{FF2B5EF4-FFF2-40B4-BE49-F238E27FC236}">
                <a16:creationId xmlns:a16="http://schemas.microsoft.com/office/drawing/2014/main" id="{9BAF4DBF-E963-40BF-83F8-E86606EB9FE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E1EEFBE7-880A-4929-9FF0-C738CA5026D3}"/>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21-0">
            <a:extLst>
              <a:ext uri="{FF2B5EF4-FFF2-40B4-BE49-F238E27FC236}">
                <a16:creationId xmlns:a16="http://schemas.microsoft.com/office/drawing/2014/main" id="{1B715EB5-350A-4761-8B1D-906300DD8594}"/>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21-1">
            <a:extLst>
              <a:ext uri="{FF2B5EF4-FFF2-40B4-BE49-F238E27FC236}">
                <a16:creationId xmlns:a16="http://schemas.microsoft.com/office/drawing/2014/main" id="{572EBD17-B858-431C-9640-635EEE573302}"/>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21-2">
            <a:extLst>
              <a:ext uri="{FF2B5EF4-FFF2-40B4-BE49-F238E27FC236}">
                <a16:creationId xmlns:a16="http://schemas.microsoft.com/office/drawing/2014/main" id="{0ED2C256-8A7A-4AA6-A36A-2A279D05E540}"/>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21-3">
            <a:extLst>
              <a:ext uri="{FF2B5EF4-FFF2-40B4-BE49-F238E27FC236}">
                <a16:creationId xmlns:a16="http://schemas.microsoft.com/office/drawing/2014/main" id="{4635EB76-401A-4BC6-95FD-BF0D9FE1BA20}"/>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21-4">
            <a:extLst>
              <a:ext uri="{FF2B5EF4-FFF2-40B4-BE49-F238E27FC236}">
                <a16:creationId xmlns:a16="http://schemas.microsoft.com/office/drawing/2014/main" id="{FC0B9B74-79D1-4420-BA4C-4D4DF60A62BF}"/>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21-5">
            <a:extLst>
              <a:ext uri="{FF2B5EF4-FFF2-40B4-BE49-F238E27FC236}">
                <a16:creationId xmlns:a16="http://schemas.microsoft.com/office/drawing/2014/main" id="{45BAA222-D02E-43D5-8853-BB8EB4D85F0C}"/>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21-6">
            <a:extLst>
              <a:ext uri="{FF2B5EF4-FFF2-40B4-BE49-F238E27FC236}">
                <a16:creationId xmlns:a16="http://schemas.microsoft.com/office/drawing/2014/main" id="{A87D840E-6FCD-42F3-B4F4-9D8F6BBD84C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21-7">
            <a:extLst>
              <a:ext uri="{FF2B5EF4-FFF2-40B4-BE49-F238E27FC236}">
                <a16:creationId xmlns:a16="http://schemas.microsoft.com/office/drawing/2014/main" id="{0DC8CBDB-5936-4F85-A9BE-1CDB5372390C}"/>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21">
            <a:extLst>
              <a:ext uri="{FF2B5EF4-FFF2-40B4-BE49-F238E27FC236}">
                <a16:creationId xmlns:a16="http://schemas.microsoft.com/office/drawing/2014/main" id="{57559205-1844-4CA5-AA9E-46A00A75C32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9EBA1D96-4020-47C2-8BA9-1C3CA2D5C9F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right_max에 7을 반환합니다.</a:t>
            </a:r>
          </a:p>
        </p:txBody>
      </p:sp>
    </p:spTree>
    <p:extLst>
      <p:ext uri="{BB962C8B-B14F-4D97-AF65-F5344CB8AC3E}">
        <p14:creationId xmlns:p14="http://schemas.microsoft.com/office/powerpoint/2010/main" val="261718270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69531CB4-2A25-4302-8140-6EE2AD45374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58B0565-20D7-4F39-8545-234D9DE04D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EF64DED-DAB8-497C-A543-8F756F2D807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답 7도 받음</a:t>
            </a:r>
          </a:p>
        </p:txBody>
      </p:sp>
      <p:sp>
        <p:nvSpPr>
          <p:cNvPr id="4" name="diagram-line-222">
            <a:extLst>
              <a:ext uri="{FF2B5EF4-FFF2-40B4-BE49-F238E27FC236}">
                <a16:creationId xmlns:a16="http://schemas.microsoft.com/office/drawing/2014/main" id="{28DA31C6-D917-4188-916C-11931DDE68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8B77A25-FB2C-4A26-BED5-7420DFF39F1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12, right_max = 7입니다.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535A6BCF-051A-418D-8709-AD80A37C14F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E1E3605-E400-46AF-AA45-214ED0EAE9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156</a:t>
            </a:r>
            <a:endParaRPr sz="1050" b="0">
              <a:solidFill>
                <a:srgbClr val="151515"/>
              </a:solidFill>
              <a:latin typeface="Consolas"/>
              <a:ea typeface="Consolas"/>
              <a:cs typeface="Consolas"/>
            </a:endParaRPr>
          </a:p>
        </p:txBody>
      </p:sp>
      <p:sp>
        <p:nvSpPr>
          <p:cNvPr id="8" name="row-223-label">
            <a:extLst>
              <a:ext uri="{FF2B5EF4-FFF2-40B4-BE49-F238E27FC236}">
                <a16:creationId xmlns:a16="http://schemas.microsoft.com/office/drawing/2014/main" id="{236AB1D4-3B27-415D-91DA-EC66C75F97A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7CCCF78-032A-4C72-BF6A-9B0106E6DDF2}"/>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223-0">
            <a:extLst>
              <a:ext uri="{FF2B5EF4-FFF2-40B4-BE49-F238E27FC236}">
                <a16:creationId xmlns:a16="http://schemas.microsoft.com/office/drawing/2014/main" id="{96DCD490-8576-4BEC-B88A-5823042DAE55}"/>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3-1">
            <a:extLst>
              <a:ext uri="{FF2B5EF4-FFF2-40B4-BE49-F238E27FC236}">
                <a16:creationId xmlns:a16="http://schemas.microsoft.com/office/drawing/2014/main" id="{FC12C05C-5E15-4791-ABD3-CD4CF6C92407}"/>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3-2">
            <a:extLst>
              <a:ext uri="{FF2B5EF4-FFF2-40B4-BE49-F238E27FC236}">
                <a16:creationId xmlns:a16="http://schemas.microsoft.com/office/drawing/2014/main" id="{9D63C8A4-D898-4926-89F1-AB2E95E861D1}"/>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3-3">
            <a:extLst>
              <a:ext uri="{FF2B5EF4-FFF2-40B4-BE49-F238E27FC236}">
                <a16:creationId xmlns:a16="http://schemas.microsoft.com/office/drawing/2014/main" id="{D153EB32-214F-457C-B222-E24A03E2240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3-4">
            <a:extLst>
              <a:ext uri="{FF2B5EF4-FFF2-40B4-BE49-F238E27FC236}">
                <a16:creationId xmlns:a16="http://schemas.microsoft.com/office/drawing/2014/main" id="{D733E06B-97F1-4031-9B50-9D08A361FF6A}"/>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3-5">
            <a:extLst>
              <a:ext uri="{FF2B5EF4-FFF2-40B4-BE49-F238E27FC236}">
                <a16:creationId xmlns:a16="http://schemas.microsoft.com/office/drawing/2014/main" id="{FFC2CBD8-246F-4A34-8D62-F29D55D7C16D}"/>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3-6">
            <a:extLst>
              <a:ext uri="{FF2B5EF4-FFF2-40B4-BE49-F238E27FC236}">
                <a16:creationId xmlns:a16="http://schemas.microsoft.com/office/drawing/2014/main" id="{B8A7B339-B506-48B3-884D-D84B1F7EDBDE}"/>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3-7">
            <a:extLst>
              <a:ext uri="{FF2B5EF4-FFF2-40B4-BE49-F238E27FC236}">
                <a16:creationId xmlns:a16="http://schemas.microsoft.com/office/drawing/2014/main" id="{DB9AAF3A-5C61-46F9-B37D-1B205B7CF1CB}"/>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224-label">
            <a:extLst>
              <a:ext uri="{FF2B5EF4-FFF2-40B4-BE49-F238E27FC236}">
                <a16:creationId xmlns:a16="http://schemas.microsoft.com/office/drawing/2014/main" id="{19266694-C01F-48F9-82BC-186B7EDF28DA}"/>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19" name="표 18">
            <a:extLst>
              <a:ext uri="{FF2B5EF4-FFF2-40B4-BE49-F238E27FC236}">
                <a16:creationId xmlns:a16="http://schemas.microsoft.com/office/drawing/2014/main" id="{C825514E-BCF1-44FD-8674-15FEE06711D6}"/>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index-224-0">
            <a:extLst>
              <a:ext uri="{FF2B5EF4-FFF2-40B4-BE49-F238E27FC236}">
                <a16:creationId xmlns:a16="http://schemas.microsoft.com/office/drawing/2014/main" id="{7A3832FE-80C8-4D19-8047-3EE5D5B9C8C5}"/>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224-1">
            <a:extLst>
              <a:ext uri="{FF2B5EF4-FFF2-40B4-BE49-F238E27FC236}">
                <a16:creationId xmlns:a16="http://schemas.microsoft.com/office/drawing/2014/main" id="{5F98C375-6475-4F46-90BA-E77FFE9B2626}"/>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224-2">
            <a:extLst>
              <a:ext uri="{FF2B5EF4-FFF2-40B4-BE49-F238E27FC236}">
                <a16:creationId xmlns:a16="http://schemas.microsoft.com/office/drawing/2014/main" id="{3B8C439C-845A-4C07-9ECA-C772146931A3}"/>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224-3">
            <a:extLst>
              <a:ext uri="{FF2B5EF4-FFF2-40B4-BE49-F238E27FC236}">
                <a16:creationId xmlns:a16="http://schemas.microsoft.com/office/drawing/2014/main" id="{791D4135-0C0C-4A4E-A858-28475426059A}"/>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224-4">
            <a:extLst>
              <a:ext uri="{FF2B5EF4-FFF2-40B4-BE49-F238E27FC236}">
                <a16:creationId xmlns:a16="http://schemas.microsoft.com/office/drawing/2014/main" id="{FDC3DB77-39D6-494B-858A-A3953F4AE75A}"/>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224-5">
            <a:extLst>
              <a:ext uri="{FF2B5EF4-FFF2-40B4-BE49-F238E27FC236}">
                <a16:creationId xmlns:a16="http://schemas.microsoft.com/office/drawing/2014/main" id="{D9FDBBC4-59AE-4649-8341-21D16B21E0CA}"/>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224-6">
            <a:extLst>
              <a:ext uri="{FF2B5EF4-FFF2-40B4-BE49-F238E27FC236}">
                <a16:creationId xmlns:a16="http://schemas.microsoft.com/office/drawing/2014/main" id="{9AF502F8-31B3-4E34-BE30-18BF0BF3F99B}"/>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224-7">
            <a:extLst>
              <a:ext uri="{FF2B5EF4-FFF2-40B4-BE49-F238E27FC236}">
                <a16:creationId xmlns:a16="http://schemas.microsoft.com/office/drawing/2014/main" id="{ED803710-2598-447D-A4A9-29FDACA2027A}"/>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28FD7EEF-906C-4FAC-8D7E-8D09049E4E8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2261210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FBFB2AE6-A9F5-4F88-8227-0FBF9C2B61D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5C45100-FE6A-4332-B83F-1ED4514AD8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CB8A598-AC18-4DE2-8D25-59A6145B0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중앙을 걸친 구간: 10 + 7 = 17</a:t>
            </a:r>
          </a:p>
        </p:txBody>
      </p:sp>
      <p:sp>
        <p:nvSpPr>
          <p:cNvPr id="4" name="rule-10">
            <a:extLst>
              <a:ext uri="{FF2B5EF4-FFF2-40B4-BE49-F238E27FC236}">
                <a16:creationId xmlns:a16="http://schemas.microsoft.com/office/drawing/2014/main" id="{534DFA9E-AF8D-45BC-B46A-B24BA0098740}"/>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AA27D6A-D028-42FA-84B3-C72EB4ECD17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F95344B-E646-41FF-B657-7A05A62816E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475C1EE6-4039-434A-962C-1CC814AC2637}"/>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mid = 3의 −2에서 왼쪽으로, mid+1 = 4의 7에서 오른쪽으로 훑습니다.</a:t>
            </a:r>
          </a:p>
        </p:txBody>
      </p:sp>
      <p:pic>
        <p:nvPicPr>
          <p:cNvPr id="8" name="그림 7">
            <a:extLst>
              <a:ext uri="{FF2B5EF4-FFF2-40B4-BE49-F238E27FC236}">
                <a16:creationId xmlns:a16="http://schemas.microsoft.com/office/drawing/2014/main" id="{EC3C3E56-4C83-4BBD-862F-9FB0E798E86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ECA172A6-F6EE-41D2-9ACC-BBEC0719969E}"/>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그림의 최대 합은 중앙에서 훑으며 저장한 합입니다. 절반 전체의 left_max·right_max와 구분하세요.</a:t>
            </a:r>
          </a:p>
        </p:txBody>
      </p:sp>
    </p:spTree>
    <p:extLst>
      <p:ext uri="{BB962C8B-B14F-4D97-AF65-F5344CB8AC3E}">
        <p14:creationId xmlns:p14="http://schemas.microsoft.com/office/powerpoint/2010/main" val="301625279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EE3CE1F-9D6F-4150-924D-1DD51CF6BE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AAF7C22-7752-4C13-81EA-E70A276CF9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E71D70C-461F-4F8E-9D17-197415E70FC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이제 경계를 걸치는 합 계산</a:t>
            </a:r>
          </a:p>
        </p:txBody>
      </p:sp>
      <p:sp>
        <p:nvSpPr>
          <p:cNvPr id="4" name="diagram-line-225">
            <a:extLst>
              <a:ext uri="{FF2B5EF4-FFF2-40B4-BE49-F238E27FC236}">
                <a16:creationId xmlns:a16="http://schemas.microsoft.com/office/drawing/2014/main" id="{02C41F1C-999E-4CC3-9F30-DC3C096DF6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8C42FEB-052E-4032-8F00-FAF6CE55F25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3입니다. 왼쪽 스캔은 a[3] = −2부터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C62D1532-C65A-44E2-8B18-E51B1457C36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A20B8A7-8078-44D0-9B00-78202DEE28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158</a:t>
            </a:r>
            <a:endParaRPr sz="1050" b="0">
              <a:solidFill>
                <a:srgbClr val="151515"/>
              </a:solidFill>
              <a:latin typeface="Consolas"/>
              <a:ea typeface="Consolas"/>
              <a:cs typeface="Consolas"/>
            </a:endParaRPr>
          </a:p>
        </p:txBody>
      </p:sp>
      <p:sp>
        <p:nvSpPr>
          <p:cNvPr id="8" name="row-226-label">
            <a:extLst>
              <a:ext uri="{FF2B5EF4-FFF2-40B4-BE49-F238E27FC236}">
                <a16:creationId xmlns:a16="http://schemas.microsoft.com/office/drawing/2014/main" id="{59ABE083-065B-41AF-ADF3-F0E359655159}"/>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496197D-5285-413A-BA15-2AD401CF75E7}"/>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6-0">
            <a:extLst>
              <a:ext uri="{FF2B5EF4-FFF2-40B4-BE49-F238E27FC236}">
                <a16:creationId xmlns:a16="http://schemas.microsoft.com/office/drawing/2014/main" id="{9C69178D-474B-4B8A-8AF0-2AF7D5B9E9CE}"/>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6-1">
            <a:extLst>
              <a:ext uri="{FF2B5EF4-FFF2-40B4-BE49-F238E27FC236}">
                <a16:creationId xmlns:a16="http://schemas.microsoft.com/office/drawing/2014/main" id="{4C9BE99A-1127-46C2-BA2D-6878AB31BC78}"/>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6-2">
            <a:extLst>
              <a:ext uri="{FF2B5EF4-FFF2-40B4-BE49-F238E27FC236}">
                <a16:creationId xmlns:a16="http://schemas.microsoft.com/office/drawing/2014/main" id="{92F8C21F-9D63-4006-84CF-703ED558AF51}"/>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6-3">
            <a:extLst>
              <a:ext uri="{FF2B5EF4-FFF2-40B4-BE49-F238E27FC236}">
                <a16:creationId xmlns:a16="http://schemas.microsoft.com/office/drawing/2014/main" id="{CE4C2F02-41A2-4422-90FD-46A6F0CD0598}"/>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6-4">
            <a:extLst>
              <a:ext uri="{FF2B5EF4-FFF2-40B4-BE49-F238E27FC236}">
                <a16:creationId xmlns:a16="http://schemas.microsoft.com/office/drawing/2014/main" id="{8A5F160F-9BC8-4412-98B3-DE1B668C871D}"/>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6-5">
            <a:extLst>
              <a:ext uri="{FF2B5EF4-FFF2-40B4-BE49-F238E27FC236}">
                <a16:creationId xmlns:a16="http://schemas.microsoft.com/office/drawing/2014/main" id="{679B3EC9-7811-4667-A679-DEFE227EEA2A}"/>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6-6">
            <a:extLst>
              <a:ext uri="{FF2B5EF4-FFF2-40B4-BE49-F238E27FC236}">
                <a16:creationId xmlns:a16="http://schemas.microsoft.com/office/drawing/2014/main" id="{12E0A87C-1300-4618-8D85-FAA03CA06A7B}"/>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6-7">
            <a:extLst>
              <a:ext uri="{FF2B5EF4-FFF2-40B4-BE49-F238E27FC236}">
                <a16:creationId xmlns:a16="http://schemas.microsoft.com/office/drawing/2014/main" id="{3AEB11C1-3369-478B-BB88-49D7AC2F5F34}"/>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27">
            <a:extLst>
              <a:ext uri="{FF2B5EF4-FFF2-40B4-BE49-F238E27FC236}">
                <a16:creationId xmlns:a16="http://schemas.microsoft.com/office/drawing/2014/main" id="{B1D6E41A-B686-439C-8C27-F80775B49088}"/>
              </a:ext>
            </a:extLst>
          </p:cNvPr>
          <p:cNvSpPr>
            <a:spLocks noGrp="1"/>
          </p:cNvSpPr>
          <p:nvPr/>
        </p:nvSpPr>
        <p:spPr>
          <a:xfrm>
            <a:off x="6772275" y="2943225"/>
            <a:ext cx="19050" cy="666750"/>
          </a:xfrm>
          <a:prstGeom prst="rect">
            <a:avLst/>
          </a:prstGeom>
          <a:solidFill>
            <a:srgbClr val="9A5900"/>
          </a:solidFill>
          <a:ln w="0">
            <a:noFill/>
          </a:ln>
        </p:spPr>
      </p:sp>
      <p:sp>
        <p:nvSpPr>
          <p:cNvPr id="19" name="pointer-226">
            <a:extLst>
              <a:ext uri="{FF2B5EF4-FFF2-40B4-BE49-F238E27FC236}">
                <a16:creationId xmlns:a16="http://schemas.microsoft.com/office/drawing/2014/main" id="{1FBC6254-3BE8-4B5F-A7DB-6CC25AC946B8}"/>
              </a:ext>
            </a:extLst>
          </p:cNvPr>
          <p:cNvSpPr>
            <a:spLocks noGrp="1"/>
          </p:cNvSpPr>
          <p:nvPr/>
        </p:nvSpPr>
        <p:spPr>
          <a:xfrm>
            <a:off x="56007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initial-left-sum">
            <a:extLst>
              <a:ext uri="{FF2B5EF4-FFF2-40B4-BE49-F238E27FC236}">
                <a16:creationId xmlns:a16="http://schemas.microsoft.com/office/drawing/2014/main" id="{CC2D86B1-0A77-4CF6-A637-EC91FDBCA2A5}"/>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D357B278-C386-4405-B9D2-2ECB66CADB8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12, right_max = 7.</a:t>
            </a:r>
          </a:p>
        </p:txBody>
      </p:sp>
    </p:spTree>
    <p:extLst>
      <p:ext uri="{BB962C8B-B14F-4D97-AF65-F5344CB8AC3E}">
        <p14:creationId xmlns:p14="http://schemas.microsoft.com/office/powerpoint/2010/main" val="114762267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85CAC6-8EAD-4FEC-9EF7-60CD01CEAD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183603-A8EE-4651-9944-EF734ACA2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871C62E-BF26-4017-A6CD-A8B8C986F0C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1/4</a:t>
            </a:r>
          </a:p>
        </p:txBody>
      </p:sp>
      <p:sp>
        <p:nvSpPr>
          <p:cNvPr id="4" name="diagram-line-228">
            <a:extLst>
              <a:ext uri="{FF2B5EF4-FFF2-40B4-BE49-F238E27FC236}">
                <a16:creationId xmlns:a16="http://schemas.microsoft.com/office/drawing/2014/main" id="{B3A8128A-7496-4809-B66C-9D8DAFCCFB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6E580DE-2E7A-412E-8283-26C8FB28311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left_sum 갱신.</a:t>
            </a:r>
          </a:p>
        </p:txBody>
      </p:sp>
      <p:sp>
        <p:nvSpPr>
          <p:cNvPr id="6" name="footer">
            <a:extLst>
              <a:ext uri="{FF2B5EF4-FFF2-40B4-BE49-F238E27FC236}">
                <a16:creationId xmlns:a16="http://schemas.microsoft.com/office/drawing/2014/main" id="{16ED653A-19FD-41C4-9148-16DAB78979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F4F5BA0-AAE9-45D9-A93C-F6D224503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159</a:t>
            </a:r>
            <a:endParaRPr sz="1050" b="0">
              <a:solidFill>
                <a:srgbClr val="151515"/>
              </a:solidFill>
              <a:latin typeface="Consolas"/>
              <a:ea typeface="Consolas"/>
              <a:cs typeface="Consolas"/>
            </a:endParaRPr>
          </a:p>
        </p:txBody>
      </p:sp>
      <p:sp>
        <p:nvSpPr>
          <p:cNvPr id="8" name="row-229-label">
            <a:extLst>
              <a:ext uri="{FF2B5EF4-FFF2-40B4-BE49-F238E27FC236}">
                <a16:creationId xmlns:a16="http://schemas.microsoft.com/office/drawing/2014/main" id="{94149F2F-297B-4593-9E4A-6E97CF03C53E}"/>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E0DA268-AA5F-4C15-8876-7D6AFE4FDFFC}"/>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9-0">
            <a:extLst>
              <a:ext uri="{FF2B5EF4-FFF2-40B4-BE49-F238E27FC236}">
                <a16:creationId xmlns:a16="http://schemas.microsoft.com/office/drawing/2014/main" id="{1C43D5A2-3740-4589-8E22-253DFA76C1B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9-1">
            <a:extLst>
              <a:ext uri="{FF2B5EF4-FFF2-40B4-BE49-F238E27FC236}">
                <a16:creationId xmlns:a16="http://schemas.microsoft.com/office/drawing/2014/main" id="{FA954311-5598-4EC3-99C3-BAF0AE677C1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9-2">
            <a:extLst>
              <a:ext uri="{FF2B5EF4-FFF2-40B4-BE49-F238E27FC236}">
                <a16:creationId xmlns:a16="http://schemas.microsoft.com/office/drawing/2014/main" id="{7DF23C6F-6CBC-459F-912C-06D4B1DC5CD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9-3">
            <a:extLst>
              <a:ext uri="{FF2B5EF4-FFF2-40B4-BE49-F238E27FC236}">
                <a16:creationId xmlns:a16="http://schemas.microsoft.com/office/drawing/2014/main" id="{6BADF51D-3C96-4264-B62F-27ACA9AD7EC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9-4">
            <a:extLst>
              <a:ext uri="{FF2B5EF4-FFF2-40B4-BE49-F238E27FC236}">
                <a16:creationId xmlns:a16="http://schemas.microsoft.com/office/drawing/2014/main" id="{368D76E8-1690-466E-BC34-D0E3E71C366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9-5">
            <a:extLst>
              <a:ext uri="{FF2B5EF4-FFF2-40B4-BE49-F238E27FC236}">
                <a16:creationId xmlns:a16="http://schemas.microsoft.com/office/drawing/2014/main" id="{5DE6AC63-4B0D-4450-B173-285887C6F961}"/>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9-6">
            <a:extLst>
              <a:ext uri="{FF2B5EF4-FFF2-40B4-BE49-F238E27FC236}">
                <a16:creationId xmlns:a16="http://schemas.microsoft.com/office/drawing/2014/main" id="{3EC38376-C5CC-4825-A1BB-2A8ACDB153F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9-7">
            <a:extLst>
              <a:ext uri="{FF2B5EF4-FFF2-40B4-BE49-F238E27FC236}">
                <a16:creationId xmlns:a16="http://schemas.microsoft.com/office/drawing/2014/main" id="{D6848F70-3A75-4443-8255-A5EF79DAC84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0">
            <a:extLst>
              <a:ext uri="{FF2B5EF4-FFF2-40B4-BE49-F238E27FC236}">
                <a16:creationId xmlns:a16="http://schemas.microsoft.com/office/drawing/2014/main" id="{7A3E889A-2820-424C-85FA-46F67B4DBA23}"/>
              </a:ext>
            </a:extLst>
          </p:cNvPr>
          <p:cNvSpPr>
            <a:spLocks noGrp="1"/>
          </p:cNvSpPr>
          <p:nvPr/>
        </p:nvSpPr>
        <p:spPr>
          <a:xfrm>
            <a:off x="6772275" y="2743200"/>
            <a:ext cx="19050" cy="666750"/>
          </a:xfrm>
          <a:prstGeom prst="rect">
            <a:avLst/>
          </a:prstGeom>
          <a:solidFill>
            <a:srgbClr val="9A5900"/>
          </a:solidFill>
          <a:ln w="0">
            <a:noFill/>
          </a:ln>
        </p:spPr>
      </p:sp>
      <p:sp>
        <p:nvSpPr>
          <p:cNvPr id="19" name="pointer-229">
            <a:extLst>
              <a:ext uri="{FF2B5EF4-FFF2-40B4-BE49-F238E27FC236}">
                <a16:creationId xmlns:a16="http://schemas.microsoft.com/office/drawing/2014/main" id="{87438C70-A320-4E0B-BFEB-0CE2052776BD}"/>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current-equation">
            <a:extLst>
              <a:ext uri="{FF2B5EF4-FFF2-40B4-BE49-F238E27FC236}">
                <a16:creationId xmlns:a16="http://schemas.microsoft.com/office/drawing/2014/main" id="{12A58A6E-FF00-4903-9F76-6A189C8901D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D1812F67-3429-4471-8F73-ABFB40407C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−2</a:t>
            </a:r>
          </a:p>
        </p:txBody>
      </p:sp>
      <p:sp>
        <p:nvSpPr>
          <p:cNvPr id="22" name="row-231-label">
            <a:extLst>
              <a:ext uri="{FF2B5EF4-FFF2-40B4-BE49-F238E27FC236}">
                <a16:creationId xmlns:a16="http://schemas.microsoft.com/office/drawing/2014/main" id="{3E3E05BF-1E80-4B0B-A77C-2F9C8552174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C567EE7-ED59-4806-A2CF-605175E22C2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1-0">
            <a:extLst>
              <a:ext uri="{FF2B5EF4-FFF2-40B4-BE49-F238E27FC236}">
                <a16:creationId xmlns:a16="http://schemas.microsoft.com/office/drawing/2014/main" id="{D0D2D29E-204B-4526-BF8D-D2A36341B5D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1-1">
            <a:extLst>
              <a:ext uri="{FF2B5EF4-FFF2-40B4-BE49-F238E27FC236}">
                <a16:creationId xmlns:a16="http://schemas.microsoft.com/office/drawing/2014/main" id="{A3013682-06E1-4B98-9CC7-990C4A1B8A2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1-2">
            <a:extLst>
              <a:ext uri="{FF2B5EF4-FFF2-40B4-BE49-F238E27FC236}">
                <a16:creationId xmlns:a16="http://schemas.microsoft.com/office/drawing/2014/main" id="{8A70D05E-ABCC-41BE-9D6A-4BC1F7EA31B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1-3">
            <a:extLst>
              <a:ext uri="{FF2B5EF4-FFF2-40B4-BE49-F238E27FC236}">
                <a16:creationId xmlns:a16="http://schemas.microsoft.com/office/drawing/2014/main" id="{D58094D3-C9CB-40F9-9FC0-A59367A8E7D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1-4">
            <a:extLst>
              <a:ext uri="{FF2B5EF4-FFF2-40B4-BE49-F238E27FC236}">
                <a16:creationId xmlns:a16="http://schemas.microsoft.com/office/drawing/2014/main" id="{A827D620-3A58-474B-984D-6B608765E4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1-5">
            <a:extLst>
              <a:ext uri="{FF2B5EF4-FFF2-40B4-BE49-F238E27FC236}">
                <a16:creationId xmlns:a16="http://schemas.microsoft.com/office/drawing/2014/main" id="{42940066-82BB-4605-B043-EA64E820BAF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1-6">
            <a:extLst>
              <a:ext uri="{FF2B5EF4-FFF2-40B4-BE49-F238E27FC236}">
                <a16:creationId xmlns:a16="http://schemas.microsoft.com/office/drawing/2014/main" id="{6C561BC9-0802-4EFF-A97B-64E916D6603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1-7">
            <a:extLst>
              <a:ext uri="{FF2B5EF4-FFF2-40B4-BE49-F238E27FC236}">
                <a16:creationId xmlns:a16="http://schemas.microsoft.com/office/drawing/2014/main" id="{9EEF23A4-B123-46EC-85A9-42C9BB7C75F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2">
            <a:extLst>
              <a:ext uri="{FF2B5EF4-FFF2-40B4-BE49-F238E27FC236}">
                <a16:creationId xmlns:a16="http://schemas.microsoft.com/office/drawing/2014/main" id="{AEBB7130-9EA7-454D-8F8C-A71FBB46D44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690EFA-7F24-4E3D-A8F2-BFF91BE0D8E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2: a[2] = 12을 현재 합 −2에 더합니다.</a:t>
            </a:r>
          </a:p>
        </p:txBody>
      </p:sp>
    </p:spTree>
    <p:extLst>
      <p:ext uri="{BB962C8B-B14F-4D97-AF65-F5344CB8AC3E}">
        <p14:creationId xmlns:p14="http://schemas.microsoft.com/office/powerpoint/2010/main" val="387067237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A553887-CCE6-495C-8FEA-7152919EB3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32DB32-C379-4AE0-85B0-F02C6D5ABB9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8C40B79-FE1E-489E-9B42-23BD194291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2/4</a:t>
            </a:r>
          </a:p>
        </p:txBody>
      </p:sp>
      <p:sp>
        <p:nvSpPr>
          <p:cNvPr id="4" name="diagram-line-233">
            <a:extLst>
              <a:ext uri="{FF2B5EF4-FFF2-40B4-BE49-F238E27FC236}">
                <a16:creationId xmlns:a16="http://schemas.microsoft.com/office/drawing/2014/main" id="{F692F4F6-E17B-4144-9895-328DF7A348F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53865E-1E22-44BA-8C98-CB0CC48B888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&gt; 이전 기록 −2 → left_sum 갱신.</a:t>
            </a:r>
          </a:p>
        </p:txBody>
      </p:sp>
      <p:sp>
        <p:nvSpPr>
          <p:cNvPr id="6" name="footer">
            <a:extLst>
              <a:ext uri="{FF2B5EF4-FFF2-40B4-BE49-F238E27FC236}">
                <a16:creationId xmlns:a16="http://schemas.microsoft.com/office/drawing/2014/main" id="{1F528B4B-28A5-4047-9183-32BA4FC508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D3BB418-FFC9-487B-A721-5301E80C54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160</a:t>
            </a:r>
            <a:endParaRPr sz="1050" b="0">
              <a:solidFill>
                <a:srgbClr val="151515"/>
              </a:solidFill>
              <a:latin typeface="Consolas"/>
              <a:ea typeface="Consolas"/>
              <a:cs typeface="Consolas"/>
            </a:endParaRPr>
          </a:p>
        </p:txBody>
      </p:sp>
      <p:sp>
        <p:nvSpPr>
          <p:cNvPr id="8" name="row-234-label">
            <a:extLst>
              <a:ext uri="{FF2B5EF4-FFF2-40B4-BE49-F238E27FC236}">
                <a16:creationId xmlns:a16="http://schemas.microsoft.com/office/drawing/2014/main" id="{84035042-AA56-4C0C-8CB1-F45EF142BE9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0D94BA95-9126-4C3B-839A-5F58A95570DD}"/>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4-0">
            <a:extLst>
              <a:ext uri="{FF2B5EF4-FFF2-40B4-BE49-F238E27FC236}">
                <a16:creationId xmlns:a16="http://schemas.microsoft.com/office/drawing/2014/main" id="{ECA311E8-D0CC-4CB2-86C3-5F5A3348DCF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4-1">
            <a:extLst>
              <a:ext uri="{FF2B5EF4-FFF2-40B4-BE49-F238E27FC236}">
                <a16:creationId xmlns:a16="http://schemas.microsoft.com/office/drawing/2014/main" id="{0440561F-E845-4FF0-8BBD-75E00B7A020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4-2">
            <a:extLst>
              <a:ext uri="{FF2B5EF4-FFF2-40B4-BE49-F238E27FC236}">
                <a16:creationId xmlns:a16="http://schemas.microsoft.com/office/drawing/2014/main" id="{60C17944-A5BD-47C3-913B-3EEC03A7725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4-3">
            <a:extLst>
              <a:ext uri="{FF2B5EF4-FFF2-40B4-BE49-F238E27FC236}">
                <a16:creationId xmlns:a16="http://schemas.microsoft.com/office/drawing/2014/main" id="{A7E63A9D-0B77-405C-9094-B156A09024F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4-4">
            <a:extLst>
              <a:ext uri="{FF2B5EF4-FFF2-40B4-BE49-F238E27FC236}">
                <a16:creationId xmlns:a16="http://schemas.microsoft.com/office/drawing/2014/main" id="{77BA19E3-C098-42B1-AA2A-FF28B57A4E0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4-5">
            <a:extLst>
              <a:ext uri="{FF2B5EF4-FFF2-40B4-BE49-F238E27FC236}">
                <a16:creationId xmlns:a16="http://schemas.microsoft.com/office/drawing/2014/main" id="{3F4A90FC-7D10-4176-9AEB-03A29DD2441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4-6">
            <a:extLst>
              <a:ext uri="{FF2B5EF4-FFF2-40B4-BE49-F238E27FC236}">
                <a16:creationId xmlns:a16="http://schemas.microsoft.com/office/drawing/2014/main" id="{82A529A5-9DA4-4055-B435-1E6E748B4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4-7">
            <a:extLst>
              <a:ext uri="{FF2B5EF4-FFF2-40B4-BE49-F238E27FC236}">
                <a16:creationId xmlns:a16="http://schemas.microsoft.com/office/drawing/2014/main" id="{93BB279C-0116-4B32-A0FA-BC1A3E8CB0E2}"/>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5">
            <a:extLst>
              <a:ext uri="{FF2B5EF4-FFF2-40B4-BE49-F238E27FC236}">
                <a16:creationId xmlns:a16="http://schemas.microsoft.com/office/drawing/2014/main" id="{DAF9A58D-CE6E-457B-8F8C-343A18CB4545}"/>
              </a:ext>
            </a:extLst>
          </p:cNvPr>
          <p:cNvSpPr>
            <a:spLocks noGrp="1"/>
          </p:cNvSpPr>
          <p:nvPr/>
        </p:nvSpPr>
        <p:spPr>
          <a:xfrm>
            <a:off x="6772275" y="2743200"/>
            <a:ext cx="19050" cy="666750"/>
          </a:xfrm>
          <a:prstGeom prst="rect">
            <a:avLst/>
          </a:prstGeom>
          <a:solidFill>
            <a:srgbClr val="9A5900"/>
          </a:solidFill>
          <a:ln w="0">
            <a:noFill/>
          </a:ln>
        </p:spPr>
      </p:sp>
      <p:sp>
        <p:nvSpPr>
          <p:cNvPr id="19" name="pointer-234">
            <a:extLst>
              <a:ext uri="{FF2B5EF4-FFF2-40B4-BE49-F238E27FC236}">
                <a16:creationId xmlns:a16="http://schemas.microsoft.com/office/drawing/2014/main" id="{2E1178BB-B021-4825-BDF2-00D06723DBB2}"/>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6012FEFB-1B09-47EC-A59D-9ADCE12E1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(12) = 10</a:t>
            </a:r>
          </a:p>
        </p:txBody>
      </p:sp>
      <p:sp>
        <p:nvSpPr>
          <p:cNvPr id="21" name="best-equation">
            <a:extLst>
              <a:ext uri="{FF2B5EF4-FFF2-40B4-BE49-F238E27FC236}">
                <a16:creationId xmlns:a16="http://schemas.microsoft.com/office/drawing/2014/main" id="{C69BBA02-49A8-46F7-BD65-BBECEB84CC7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−2 → 10</a:t>
            </a:r>
          </a:p>
        </p:txBody>
      </p:sp>
      <p:sp>
        <p:nvSpPr>
          <p:cNvPr id="22" name="row-236-label">
            <a:extLst>
              <a:ext uri="{FF2B5EF4-FFF2-40B4-BE49-F238E27FC236}">
                <a16:creationId xmlns:a16="http://schemas.microsoft.com/office/drawing/2014/main" id="{7BE68CF7-53BD-4C48-96EB-372207F43E5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67F7AD4-E2A6-42DC-82DA-E2D146D7413D}"/>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6-0">
            <a:extLst>
              <a:ext uri="{FF2B5EF4-FFF2-40B4-BE49-F238E27FC236}">
                <a16:creationId xmlns:a16="http://schemas.microsoft.com/office/drawing/2014/main" id="{59973130-E786-4106-AF41-CC38700CAD9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6-1">
            <a:extLst>
              <a:ext uri="{FF2B5EF4-FFF2-40B4-BE49-F238E27FC236}">
                <a16:creationId xmlns:a16="http://schemas.microsoft.com/office/drawing/2014/main" id="{FD749B02-C460-4049-967D-6A6A1DDA8FA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6-2">
            <a:extLst>
              <a:ext uri="{FF2B5EF4-FFF2-40B4-BE49-F238E27FC236}">
                <a16:creationId xmlns:a16="http://schemas.microsoft.com/office/drawing/2014/main" id="{64123192-C719-4EFE-B963-5291A269C69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6-3">
            <a:extLst>
              <a:ext uri="{FF2B5EF4-FFF2-40B4-BE49-F238E27FC236}">
                <a16:creationId xmlns:a16="http://schemas.microsoft.com/office/drawing/2014/main" id="{08087055-B245-40C9-9DEF-927B98DBC71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6-4">
            <a:extLst>
              <a:ext uri="{FF2B5EF4-FFF2-40B4-BE49-F238E27FC236}">
                <a16:creationId xmlns:a16="http://schemas.microsoft.com/office/drawing/2014/main" id="{3AA87FBC-7DA2-42A5-A134-0C220A6845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6-5">
            <a:extLst>
              <a:ext uri="{FF2B5EF4-FFF2-40B4-BE49-F238E27FC236}">
                <a16:creationId xmlns:a16="http://schemas.microsoft.com/office/drawing/2014/main" id="{2310AF4B-4C36-41F4-9AE1-BE951C53F6B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6-6">
            <a:extLst>
              <a:ext uri="{FF2B5EF4-FFF2-40B4-BE49-F238E27FC236}">
                <a16:creationId xmlns:a16="http://schemas.microsoft.com/office/drawing/2014/main" id="{E5AB2C3A-58E2-4892-ADC5-D1A7A130154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6-7">
            <a:extLst>
              <a:ext uri="{FF2B5EF4-FFF2-40B4-BE49-F238E27FC236}">
                <a16:creationId xmlns:a16="http://schemas.microsoft.com/office/drawing/2014/main" id="{0682673A-5C80-4A39-922B-B8FDC930C40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7">
            <a:extLst>
              <a:ext uri="{FF2B5EF4-FFF2-40B4-BE49-F238E27FC236}">
                <a16:creationId xmlns:a16="http://schemas.microsoft.com/office/drawing/2014/main" id="{AD742A9A-AF8B-412A-914C-C8D8E80DFFE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C32756-BF79-4FF1-97E0-417BD69D242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1: a[1] = −5을 현재 합 10에 더합니다.</a:t>
            </a:r>
          </a:p>
        </p:txBody>
      </p:sp>
    </p:spTree>
    <p:extLst>
      <p:ext uri="{BB962C8B-B14F-4D97-AF65-F5344CB8AC3E}">
        <p14:creationId xmlns:p14="http://schemas.microsoft.com/office/powerpoint/2010/main" val="176303738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21D26ACB-ACCA-420C-8FCC-FBC1F699F04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F3599DD-68D4-429D-B646-028E7C23E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F6C59E-C5B6-450B-B576-C1D440A07C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3/4</a:t>
            </a:r>
          </a:p>
        </p:txBody>
      </p:sp>
      <p:sp>
        <p:nvSpPr>
          <p:cNvPr id="4" name="diagram-line-238">
            <a:extLst>
              <a:ext uri="{FF2B5EF4-FFF2-40B4-BE49-F238E27FC236}">
                <a16:creationId xmlns:a16="http://schemas.microsoft.com/office/drawing/2014/main" id="{3DA586E8-0471-455D-A913-EF1FFFEE5D8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F15EAFD-53DC-479A-A9D0-D047A2C7464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 이전 기록 10 → left_sum 유지.</a:t>
            </a:r>
          </a:p>
        </p:txBody>
      </p:sp>
      <p:sp>
        <p:nvSpPr>
          <p:cNvPr id="6" name="footer">
            <a:extLst>
              <a:ext uri="{FF2B5EF4-FFF2-40B4-BE49-F238E27FC236}">
                <a16:creationId xmlns:a16="http://schemas.microsoft.com/office/drawing/2014/main" id="{3A8C93A0-30F2-44D2-B919-CCAB63CA2F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FB213C4-399B-4AAA-A6EE-E2ABECA25A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161</a:t>
            </a:r>
            <a:endParaRPr sz="1050" b="0">
              <a:solidFill>
                <a:srgbClr val="151515"/>
              </a:solidFill>
              <a:latin typeface="Consolas"/>
              <a:ea typeface="Consolas"/>
              <a:cs typeface="Consolas"/>
            </a:endParaRPr>
          </a:p>
        </p:txBody>
      </p:sp>
      <p:sp>
        <p:nvSpPr>
          <p:cNvPr id="8" name="row-239-label">
            <a:extLst>
              <a:ext uri="{FF2B5EF4-FFF2-40B4-BE49-F238E27FC236}">
                <a16:creationId xmlns:a16="http://schemas.microsoft.com/office/drawing/2014/main" id="{E05C783C-1F4B-4376-B1AB-B278541A2F9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478A037-B020-4482-816A-152B0ACCFF6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9-0">
            <a:extLst>
              <a:ext uri="{FF2B5EF4-FFF2-40B4-BE49-F238E27FC236}">
                <a16:creationId xmlns:a16="http://schemas.microsoft.com/office/drawing/2014/main" id="{CE6CACFB-5232-4537-A472-BAD8F382644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9-1">
            <a:extLst>
              <a:ext uri="{FF2B5EF4-FFF2-40B4-BE49-F238E27FC236}">
                <a16:creationId xmlns:a16="http://schemas.microsoft.com/office/drawing/2014/main" id="{82F6DC3E-ED62-43F5-9B61-C7E58BF8BA3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9-2">
            <a:extLst>
              <a:ext uri="{FF2B5EF4-FFF2-40B4-BE49-F238E27FC236}">
                <a16:creationId xmlns:a16="http://schemas.microsoft.com/office/drawing/2014/main" id="{F10C5FAA-B18E-4663-B1CD-7B5D0428D6E6}"/>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9-3">
            <a:extLst>
              <a:ext uri="{FF2B5EF4-FFF2-40B4-BE49-F238E27FC236}">
                <a16:creationId xmlns:a16="http://schemas.microsoft.com/office/drawing/2014/main" id="{B1DF42E2-BE2B-4160-A595-7D6A16CF2155}"/>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9-4">
            <a:extLst>
              <a:ext uri="{FF2B5EF4-FFF2-40B4-BE49-F238E27FC236}">
                <a16:creationId xmlns:a16="http://schemas.microsoft.com/office/drawing/2014/main" id="{91C2760B-5997-4AE9-92CC-7DF5B999E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9-5">
            <a:extLst>
              <a:ext uri="{FF2B5EF4-FFF2-40B4-BE49-F238E27FC236}">
                <a16:creationId xmlns:a16="http://schemas.microsoft.com/office/drawing/2014/main" id="{FE06259F-3EA3-466B-B9C8-0F9D63678CE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9-6">
            <a:extLst>
              <a:ext uri="{FF2B5EF4-FFF2-40B4-BE49-F238E27FC236}">
                <a16:creationId xmlns:a16="http://schemas.microsoft.com/office/drawing/2014/main" id="{C41406AB-121C-41D3-BDA7-D2A9F6DD5210}"/>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9-7">
            <a:extLst>
              <a:ext uri="{FF2B5EF4-FFF2-40B4-BE49-F238E27FC236}">
                <a16:creationId xmlns:a16="http://schemas.microsoft.com/office/drawing/2014/main" id="{F56E9836-E5F2-46E1-B529-2A0B5FB0DA3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0">
            <a:extLst>
              <a:ext uri="{FF2B5EF4-FFF2-40B4-BE49-F238E27FC236}">
                <a16:creationId xmlns:a16="http://schemas.microsoft.com/office/drawing/2014/main" id="{A075BFB3-458A-4BCB-94C3-4426E4BAA364}"/>
              </a:ext>
            </a:extLst>
          </p:cNvPr>
          <p:cNvSpPr>
            <a:spLocks noGrp="1"/>
          </p:cNvSpPr>
          <p:nvPr/>
        </p:nvSpPr>
        <p:spPr>
          <a:xfrm>
            <a:off x="6772275" y="2743200"/>
            <a:ext cx="19050" cy="666750"/>
          </a:xfrm>
          <a:prstGeom prst="rect">
            <a:avLst/>
          </a:prstGeom>
          <a:solidFill>
            <a:srgbClr val="9A5900"/>
          </a:solidFill>
          <a:ln w="0">
            <a:noFill/>
          </a:ln>
        </p:spPr>
      </p:sp>
      <p:sp>
        <p:nvSpPr>
          <p:cNvPr id="19" name="pointer-239">
            <a:extLst>
              <a:ext uri="{FF2B5EF4-FFF2-40B4-BE49-F238E27FC236}">
                <a16:creationId xmlns:a16="http://schemas.microsoft.com/office/drawing/2014/main" id="{DCB93EE8-5D28-412D-AE87-C47EAC3BAE29}"/>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286935F0-A1E7-4649-B5FE-7E0F88B81F64}"/>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10 + (−5) = 5</a:t>
            </a:r>
          </a:p>
        </p:txBody>
      </p:sp>
      <p:sp>
        <p:nvSpPr>
          <p:cNvPr id="21" name="best-equation">
            <a:extLst>
              <a:ext uri="{FF2B5EF4-FFF2-40B4-BE49-F238E27FC236}">
                <a16:creationId xmlns:a16="http://schemas.microsoft.com/office/drawing/2014/main" id="{044A385F-CCF4-4837-8744-90977CB4834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1-label">
            <a:extLst>
              <a:ext uri="{FF2B5EF4-FFF2-40B4-BE49-F238E27FC236}">
                <a16:creationId xmlns:a16="http://schemas.microsoft.com/office/drawing/2014/main" id="{500F016D-3B89-4E84-84BA-37FDD844A2D7}"/>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BD439F1-9142-4C92-90C8-759BFF8DA48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1-0">
            <a:extLst>
              <a:ext uri="{FF2B5EF4-FFF2-40B4-BE49-F238E27FC236}">
                <a16:creationId xmlns:a16="http://schemas.microsoft.com/office/drawing/2014/main" id="{23EFAAD5-548E-4408-8100-CA900EF292F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1-1">
            <a:extLst>
              <a:ext uri="{FF2B5EF4-FFF2-40B4-BE49-F238E27FC236}">
                <a16:creationId xmlns:a16="http://schemas.microsoft.com/office/drawing/2014/main" id="{DCD45309-CD85-4689-ACD7-5CC00A96174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1-2">
            <a:extLst>
              <a:ext uri="{FF2B5EF4-FFF2-40B4-BE49-F238E27FC236}">
                <a16:creationId xmlns:a16="http://schemas.microsoft.com/office/drawing/2014/main" id="{753ACF1C-5855-4E66-B52A-24A0700E1E1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1-3">
            <a:extLst>
              <a:ext uri="{FF2B5EF4-FFF2-40B4-BE49-F238E27FC236}">
                <a16:creationId xmlns:a16="http://schemas.microsoft.com/office/drawing/2014/main" id="{8ABF4BC4-93FC-4E09-B33A-4EEF89590AB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1-4">
            <a:extLst>
              <a:ext uri="{FF2B5EF4-FFF2-40B4-BE49-F238E27FC236}">
                <a16:creationId xmlns:a16="http://schemas.microsoft.com/office/drawing/2014/main" id="{1CEB3436-6AEF-4E46-B795-5D9BEACC59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1-5">
            <a:extLst>
              <a:ext uri="{FF2B5EF4-FFF2-40B4-BE49-F238E27FC236}">
                <a16:creationId xmlns:a16="http://schemas.microsoft.com/office/drawing/2014/main" id="{4886E1E9-A56F-48DD-9A0F-560A2830AF0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1-6">
            <a:extLst>
              <a:ext uri="{FF2B5EF4-FFF2-40B4-BE49-F238E27FC236}">
                <a16:creationId xmlns:a16="http://schemas.microsoft.com/office/drawing/2014/main" id="{C5B165CC-58E2-40E1-B98A-D25E4364D32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1-7">
            <a:extLst>
              <a:ext uri="{FF2B5EF4-FFF2-40B4-BE49-F238E27FC236}">
                <a16:creationId xmlns:a16="http://schemas.microsoft.com/office/drawing/2014/main" id="{65562984-1A6A-4436-B30A-A89002AD307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2">
            <a:extLst>
              <a:ext uri="{FF2B5EF4-FFF2-40B4-BE49-F238E27FC236}">
                <a16:creationId xmlns:a16="http://schemas.microsoft.com/office/drawing/2014/main" id="{97ABD7D3-6B5C-4F55-B200-5E15C40357B3}"/>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D4EE3C33-DE34-445E-88DF-ED8D5456418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184988030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0418E2-A6CA-4472-A764-E9FEF47176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C4CA71-80FE-4BAB-BBB8-9340D174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ECB5DA8-6EFB-42CE-9E51-DCC11DC9A1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4/4</a:t>
            </a:r>
          </a:p>
        </p:txBody>
      </p:sp>
      <p:sp>
        <p:nvSpPr>
          <p:cNvPr id="4" name="diagram-line-243">
            <a:extLst>
              <a:ext uri="{FF2B5EF4-FFF2-40B4-BE49-F238E27FC236}">
                <a16:creationId xmlns:a16="http://schemas.microsoft.com/office/drawing/2014/main" id="{599642C5-69DB-45A0-8A73-CEB48F546A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638197C-E91F-4506-88AA-E249869D318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8 ≤ 이전 기록 10 → left_sum 유지.</a:t>
            </a:r>
          </a:p>
        </p:txBody>
      </p:sp>
      <p:sp>
        <p:nvSpPr>
          <p:cNvPr id="6" name="footer">
            <a:extLst>
              <a:ext uri="{FF2B5EF4-FFF2-40B4-BE49-F238E27FC236}">
                <a16:creationId xmlns:a16="http://schemas.microsoft.com/office/drawing/2014/main" id="{E5F444B8-068C-451E-856D-E2C59DCAE7D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F34092D-321D-4043-9099-A12E1E64C6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162</a:t>
            </a:r>
            <a:endParaRPr sz="1050" b="0">
              <a:solidFill>
                <a:srgbClr val="151515"/>
              </a:solidFill>
              <a:latin typeface="Consolas"/>
              <a:ea typeface="Consolas"/>
              <a:cs typeface="Consolas"/>
            </a:endParaRPr>
          </a:p>
        </p:txBody>
      </p:sp>
      <p:sp>
        <p:nvSpPr>
          <p:cNvPr id="8" name="row-244-label">
            <a:extLst>
              <a:ext uri="{FF2B5EF4-FFF2-40B4-BE49-F238E27FC236}">
                <a16:creationId xmlns:a16="http://schemas.microsoft.com/office/drawing/2014/main" id="{DB4196D0-F12C-445B-BA70-16044934627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73BC931-31CF-45C6-9290-CBDF66CF7EB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4-0">
            <a:extLst>
              <a:ext uri="{FF2B5EF4-FFF2-40B4-BE49-F238E27FC236}">
                <a16:creationId xmlns:a16="http://schemas.microsoft.com/office/drawing/2014/main" id="{2AFA34A6-1C87-4361-9F89-7824F181C48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4-1">
            <a:extLst>
              <a:ext uri="{FF2B5EF4-FFF2-40B4-BE49-F238E27FC236}">
                <a16:creationId xmlns:a16="http://schemas.microsoft.com/office/drawing/2014/main" id="{B7678490-6E49-4142-8CEA-D331B5D81164}"/>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4-2">
            <a:extLst>
              <a:ext uri="{FF2B5EF4-FFF2-40B4-BE49-F238E27FC236}">
                <a16:creationId xmlns:a16="http://schemas.microsoft.com/office/drawing/2014/main" id="{7FAFAD32-B4A9-4E13-862C-9F292F748CC2}"/>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4-3">
            <a:extLst>
              <a:ext uri="{FF2B5EF4-FFF2-40B4-BE49-F238E27FC236}">
                <a16:creationId xmlns:a16="http://schemas.microsoft.com/office/drawing/2014/main" id="{1EE778A2-E109-4079-8B3B-20391B422DB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4-4">
            <a:extLst>
              <a:ext uri="{FF2B5EF4-FFF2-40B4-BE49-F238E27FC236}">
                <a16:creationId xmlns:a16="http://schemas.microsoft.com/office/drawing/2014/main" id="{BD9E9CAF-A487-4FF1-AB3E-B1590C1AA86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4-5">
            <a:extLst>
              <a:ext uri="{FF2B5EF4-FFF2-40B4-BE49-F238E27FC236}">
                <a16:creationId xmlns:a16="http://schemas.microsoft.com/office/drawing/2014/main" id="{EEFC3F6A-B2D6-4C0F-BC7B-782E2AE83B9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4-6">
            <a:extLst>
              <a:ext uri="{FF2B5EF4-FFF2-40B4-BE49-F238E27FC236}">
                <a16:creationId xmlns:a16="http://schemas.microsoft.com/office/drawing/2014/main" id="{CC77FB35-E257-4308-9DC9-64989D3B455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4-7">
            <a:extLst>
              <a:ext uri="{FF2B5EF4-FFF2-40B4-BE49-F238E27FC236}">
                <a16:creationId xmlns:a16="http://schemas.microsoft.com/office/drawing/2014/main" id="{5E97C1ED-A13A-4B1D-A375-B1C1BDF5A1C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5">
            <a:extLst>
              <a:ext uri="{FF2B5EF4-FFF2-40B4-BE49-F238E27FC236}">
                <a16:creationId xmlns:a16="http://schemas.microsoft.com/office/drawing/2014/main" id="{7FAAE4C3-4543-4D6E-A493-8ED3BC06C1C0}"/>
              </a:ext>
            </a:extLst>
          </p:cNvPr>
          <p:cNvSpPr>
            <a:spLocks noGrp="1"/>
          </p:cNvSpPr>
          <p:nvPr/>
        </p:nvSpPr>
        <p:spPr>
          <a:xfrm>
            <a:off x="6772275" y="2743200"/>
            <a:ext cx="19050" cy="666750"/>
          </a:xfrm>
          <a:prstGeom prst="rect">
            <a:avLst/>
          </a:prstGeom>
          <a:solidFill>
            <a:srgbClr val="9A5900"/>
          </a:solidFill>
          <a:ln w="0">
            <a:noFill/>
          </a:ln>
        </p:spPr>
      </p:sp>
      <p:sp>
        <p:nvSpPr>
          <p:cNvPr id="19" name="pointer-244">
            <a:extLst>
              <a:ext uri="{FF2B5EF4-FFF2-40B4-BE49-F238E27FC236}">
                <a16:creationId xmlns:a16="http://schemas.microsoft.com/office/drawing/2014/main" id="{32CC6E03-88C6-4A7B-8191-E5B2F37A1EA3}"/>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AF41FED5-3D34-4142-A2DD-9E7CBDE7321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8</a:t>
            </a:r>
          </a:p>
        </p:txBody>
      </p:sp>
      <p:sp>
        <p:nvSpPr>
          <p:cNvPr id="21" name="best-equation">
            <a:extLst>
              <a:ext uri="{FF2B5EF4-FFF2-40B4-BE49-F238E27FC236}">
                <a16:creationId xmlns:a16="http://schemas.microsoft.com/office/drawing/2014/main" id="{25E87F8C-CF9A-4C86-97AF-1E2B3FEE8928}"/>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6-label">
            <a:extLst>
              <a:ext uri="{FF2B5EF4-FFF2-40B4-BE49-F238E27FC236}">
                <a16:creationId xmlns:a16="http://schemas.microsoft.com/office/drawing/2014/main" id="{A52C284D-A0D9-48C0-B47C-F9511917F46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30AE32-C2AE-4D1A-9FD5-982E682F70E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6-0">
            <a:extLst>
              <a:ext uri="{FF2B5EF4-FFF2-40B4-BE49-F238E27FC236}">
                <a16:creationId xmlns:a16="http://schemas.microsoft.com/office/drawing/2014/main" id="{213820B8-EB8F-465B-B08C-7D9C0E9C63D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6-1">
            <a:extLst>
              <a:ext uri="{FF2B5EF4-FFF2-40B4-BE49-F238E27FC236}">
                <a16:creationId xmlns:a16="http://schemas.microsoft.com/office/drawing/2014/main" id="{39C99604-DCC7-4E0F-B260-55F021D27E91}"/>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6-2">
            <a:extLst>
              <a:ext uri="{FF2B5EF4-FFF2-40B4-BE49-F238E27FC236}">
                <a16:creationId xmlns:a16="http://schemas.microsoft.com/office/drawing/2014/main" id="{A7266373-F7C1-4901-91FA-968DC01F9695}"/>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6-3">
            <a:extLst>
              <a:ext uri="{FF2B5EF4-FFF2-40B4-BE49-F238E27FC236}">
                <a16:creationId xmlns:a16="http://schemas.microsoft.com/office/drawing/2014/main" id="{7550852F-2D74-4C4C-B8A3-4479C5DC0AB0}"/>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6-4">
            <a:extLst>
              <a:ext uri="{FF2B5EF4-FFF2-40B4-BE49-F238E27FC236}">
                <a16:creationId xmlns:a16="http://schemas.microsoft.com/office/drawing/2014/main" id="{956A828C-4668-4657-95B2-37281E8197B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6-5">
            <a:extLst>
              <a:ext uri="{FF2B5EF4-FFF2-40B4-BE49-F238E27FC236}">
                <a16:creationId xmlns:a16="http://schemas.microsoft.com/office/drawing/2014/main" id="{21A4C396-5CCE-4F51-BC14-E074534A485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6-6">
            <a:extLst>
              <a:ext uri="{FF2B5EF4-FFF2-40B4-BE49-F238E27FC236}">
                <a16:creationId xmlns:a16="http://schemas.microsoft.com/office/drawing/2014/main" id="{7821C10A-0F1E-4975-97AC-46DF7DEA937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6-7">
            <a:extLst>
              <a:ext uri="{FF2B5EF4-FFF2-40B4-BE49-F238E27FC236}">
                <a16:creationId xmlns:a16="http://schemas.microsoft.com/office/drawing/2014/main" id="{86020379-193B-4C04-99B3-1C61116423D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7">
            <a:extLst>
              <a:ext uri="{FF2B5EF4-FFF2-40B4-BE49-F238E27FC236}">
                <a16:creationId xmlns:a16="http://schemas.microsoft.com/office/drawing/2014/main" id="{29A6CC1E-BAC9-4C43-964F-AC681DB9D3E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F159988C-6FCA-4A37-9768-DA382AB1088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9370364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2080C999-DC76-4571-BBF1-F7CD68C99A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C44A7F-CC4A-432C-BAD2-A9D1A5C78A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E31990-12F5-4AC7-A65B-88D65016F4C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오른쪽은 합을 0으로 다시 시작</a:t>
            </a:r>
          </a:p>
        </p:txBody>
      </p:sp>
      <p:sp>
        <p:nvSpPr>
          <p:cNvPr id="4" name="diagram-line-248">
            <a:extLst>
              <a:ext uri="{FF2B5EF4-FFF2-40B4-BE49-F238E27FC236}">
                <a16:creationId xmlns:a16="http://schemas.microsoft.com/office/drawing/2014/main" id="{3ED3207C-CC56-4067-90B2-56576C39F13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250C52-0CB9-486A-A96B-905FF6C0F8E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10은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4부터 오른쪽을 훑습니다.</a:t>
            </a:r>
          </a:p>
        </p:txBody>
      </p:sp>
      <p:sp>
        <p:nvSpPr>
          <p:cNvPr id="6" name="footer">
            <a:extLst>
              <a:ext uri="{FF2B5EF4-FFF2-40B4-BE49-F238E27FC236}">
                <a16:creationId xmlns:a16="http://schemas.microsoft.com/office/drawing/2014/main" id="{17044CB6-E03C-43E4-A937-D92D00FB8D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6BF253-D484-4A12-B141-AF421422A7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163</a:t>
            </a:r>
            <a:endParaRPr sz="1050" b="0">
              <a:solidFill>
                <a:srgbClr val="151515"/>
              </a:solidFill>
              <a:latin typeface="Consolas"/>
              <a:ea typeface="Consolas"/>
              <a:cs typeface="Consolas"/>
            </a:endParaRPr>
          </a:p>
        </p:txBody>
      </p:sp>
      <p:sp>
        <p:nvSpPr>
          <p:cNvPr id="8" name="row-249-label">
            <a:extLst>
              <a:ext uri="{FF2B5EF4-FFF2-40B4-BE49-F238E27FC236}">
                <a16:creationId xmlns:a16="http://schemas.microsoft.com/office/drawing/2014/main" id="{61EDD763-D6BB-4257-98CC-BDE256E57D5E}"/>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39D125F5-F5AF-4888-9E81-B95673FA273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9-0">
            <a:extLst>
              <a:ext uri="{FF2B5EF4-FFF2-40B4-BE49-F238E27FC236}">
                <a16:creationId xmlns:a16="http://schemas.microsoft.com/office/drawing/2014/main" id="{8CF8B605-F871-410B-879F-72BDEC994935}"/>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9-1">
            <a:extLst>
              <a:ext uri="{FF2B5EF4-FFF2-40B4-BE49-F238E27FC236}">
                <a16:creationId xmlns:a16="http://schemas.microsoft.com/office/drawing/2014/main" id="{9CDBD967-69BE-4219-9EB0-5F88BFAF2B3E}"/>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9-2">
            <a:extLst>
              <a:ext uri="{FF2B5EF4-FFF2-40B4-BE49-F238E27FC236}">
                <a16:creationId xmlns:a16="http://schemas.microsoft.com/office/drawing/2014/main" id="{934CD3A8-8588-4E0C-932C-864F93C6A0C7}"/>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9-3">
            <a:extLst>
              <a:ext uri="{FF2B5EF4-FFF2-40B4-BE49-F238E27FC236}">
                <a16:creationId xmlns:a16="http://schemas.microsoft.com/office/drawing/2014/main" id="{6CFC9079-8C8B-47A5-9F84-EAFD92EEF35F}"/>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9-4">
            <a:extLst>
              <a:ext uri="{FF2B5EF4-FFF2-40B4-BE49-F238E27FC236}">
                <a16:creationId xmlns:a16="http://schemas.microsoft.com/office/drawing/2014/main" id="{EC498AD1-5B48-4A6C-AA30-B473F78A34E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9-5">
            <a:extLst>
              <a:ext uri="{FF2B5EF4-FFF2-40B4-BE49-F238E27FC236}">
                <a16:creationId xmlns:a16="http://schemas.microsoft.com/office/drawing/2014/main" id="{EBA88EA5-9D5A-4DB5-9FD6-786B3890702B}"/>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9-6">
            <a:extLst>
              <a:ext uri="{FF2B5EF4-FFF2-40B4-BE49-F238E27FC236}">
                <a16:creationId xmlns:a16="http://schemas.microsoft.com/office/drawing/2014/main" id="{47ACDF0C-199F-4C17-9D29-EA274A846AF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9-7">
            <a:extLst>
              <a:ext uri="{FF2B5EF4-FFF2-40B4-BE49-F238E27FC236}">
                <a16:creationId xmlns:a16="http://schemas.microsoft.com/office/drawing/2014/main" id="{68D2F84C-FFD1-4420-8729-89796C7E956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0">
            <a:extLst>
              <a:ext uri="{FF2B5EF4-FFF2-40B4-BE49-F238E27FC236}">
                <a16:creationId xmlns:a16="http://schemas.microsoft.com/office/drawing/2014/main" id="{A7BE886C-BD7F-4BB9-82D0-BC426462CB4C}"/>
              </a:ext>
            </a:extLst>
          </p:cNvPr>
          <p:cNvSpPr>
            <a:spLocks noGrp="1"/>
          </p:cNvSpPr>
          <p:nvPr/>
        </p:nvSpPr>
        <p:spPr>
          <a:xfrm>
            <a:off x="6772275" y="2781300"/>
            <a:ext cx="19050" cy="666750"/>
          </a:xfrm>
          <a:prstGeom prst="rect">
            <a:avLst/>
          </a:prstGeom>
          <a:solidFill>
            <a:srgbClr val="9A5900"/>
          </a:solidFill>
          <a:ln w="0">
            <a:noFill/>
          </a:ln>
        </p:spPr>
      </p:sp>
      <p:sp>
        <p:nvSpPr>
          <p:cNvPr id="19" name="pointer-249">
            <a:extLst>
              <a:ext uri="{FF2B5EF4-FFF2-40B4-BE49-F238E27FC236}">
                <a16:creationId xmlns:a16="http://schemas.microsoft.com/office/drawing/2014/main" id="{53811AA7-CD64-4BB9-831D-9FA28C7F61CA}"/>
              </a:ext>
            </a:extLst>
          </p:cNvPr>
          <p:cNvSpPr>
            <a:spLocks noGrp="1"/>
          </p:cNvSpPr>
          <p:nvPr/>
        </p:nvSpPr>
        <p:spPr>
          <a:xfrm>
            <a:off x="67056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reset-equation">
            <a:extLst>
              <a:ext uri="{FF2B5EF4-FFF2-40B4-BE49-F238E27FC236}">
                <a16:creationId xmlns:a16="http://schemas.microsoft.com/office/drawing/2014/main" id="{1A6FDF7F-F830-4DC4-8E8A-881C3D6B8866}"/>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E14D173A-6D5E-49AE-B83B-8BCCE8DB20C5}"/>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10 (보관)</a:t>
            </a:r>
          </a:p>
        </p:txBody>
      </p:sp>
      <p:sp>
        <p:nvSpPr>
          <p:cNvPr id="22" name="fresh-right">
            <a:extLst>
              <a:ext uri="{FF2B5EF4-FFF2-40B4-BE49-F238E27FC236}">
                <a16:creationId xmlns:a16="http://schemas.microsoft.com/office/drawing/2014/main" id="{48CCC1EA-3ABA-44F8-8823-571E4E1B667F}"/>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F178F06A-E46D-4B5F-BE9E-D2552570621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a[4] = 7입니다. mid를 다시 읽지 않습니다.</a:t>
            </a:r>
          </a:p>
        </p:txBody>
      </p:sp>
    </p:spTree>
    <p:extLst>
      <p:ext uri="{BB962C8B-B14F-4D97-AF65-F5344CB8AC3E}">
        <p14:creationId xmlns:p14="http://schemas.microsoft.com/office/powerpoint/2010/main" val="7119643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103E14B-EC9C-4EE6-88CD-EFB9DC71907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B586D9-1577-4B9E-BA9D-7AA4262136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8DFF8E3-0400-4AD4-9C62-BEF92031A4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1/4</a:t>
            </a:r>
          </a:p>
        </p:txBody>
      </p:sp>
      <p:sp>
        <p:nvSpPr>
          <p:cNvPr id="4" name="diagram-line-251">
            <a:extLst>
              <a:ext uri="{FF2B5EF4-FFF2-40B4-BE49-F238E27FC236}">
                <a16:creationId xmlns:a16="http://schemas.microsoft.com/office/drawing/2014/main" id="{EAEEE8BF-79EA-41BE-9BAC-8C912D79998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3936505-8826-4E08-A997-36C9745956E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right_sum 갱신.</a:t>
            </a:r>
          </a:p>
        </p:txBody>
      </p:sp>
      <p:sp>
        <p:nvSpPr>
          <p:cNvPr id="6" name="footer">
            <a:extLst>
              <a:ext uri="{FF2B5EF4-FFF2-40B4-BE49-F238E27FC236}">
                <a16:creationId xmlns:a16="http://schemas.microsoft.com/office/drawing/2014/main" id="{0C9ED72B-4B7F-45A9-83A3-83D27C25481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A65A963-2647-4B6F-9E80-604C23A1FA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164</a:t>
            </a:r>
            <a:endParaRPr sz="1050" b="0">
              <a:solidFill>
                <a:srgbClr val="151515"/>
              </a:solidFill>
              <a:latin typeface="Consolas"/>
              <a:ea typeface="Consolas"/>
              <a:cs typeface="Consolas"/>
            </a:endParaRPr>
          </a:p>
        </p:txBody>
      </p:sp>
      <p:sp>
        <p:nvSpPr>
          <p:cNvPr id="8" name="row-252-label">
            <a:extLst>
              <a:ext uri="{FF2B5EF4-FFF2-40B4-BE49-F238E27FC236}">
                <a16:creationId xmlns:a16="http://schemas.microsoft.com/office/drawing/2014/main" id="{B4C98B2A-DEEB-4D0C-A94D-6B8D2AB2E71B}"/>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59C3C32-982A-4D0A-BEE0-743FB221478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2-0">
            <a:extLst>
              <a:ext uri="{FF2B5EF4-FFF2-40B4-BE49-F238E27FC236}">
                <a16:creationId xmlns:a16="http://schemas.microsoft.com/office/drawing/2014/main" id="{BBA38797-CA2E-45B4-A785-9AD91966197B}"/>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2-1">
            <a:extLst>
              <a:ext uri="{FF2B5EF4-FFF2-40B4-BE49-F238E27FC236}">
                <a16:creationId xmlns:a16="http://schemas.microsoft.com/office/drawing/2014/main" id="{AAB566A8-B6D3-4660-A01A-F8C619157257}"/>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2-2">
            <a:extLst>
              <a:ext uri="{FF2B5EF4-FFF2-40B4-BE49-F238E27FC236}">
                <a16:creationId xmlns:a16="http://schemas.microsoft.com/office/drawing/2014/main" id="{7B5555E3-1DB2-4A3F-BE2E-DF01EE245E3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2-3">
            <a:extLst>
              <a:ext uri="{FF2B5EF4-FFF2-40B4-BE49-F238E27FC236}">
                <a16:creationId xmlns:a16="http://schemas.microsoft.com/office/drawing/2014/main" id="{5886141E-A325-4B2F-ABFD-9E37F81E712F}"/>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2-4">
            <a:extLst>
              <a:ext uri="{FF2B5EF4-FFF2-40B4-BE49-F238E27FC236}">
                <a16:creationId xmlns:a16="http://schemas.microsoft.com/office/drawing/2014/main" id="{CEF9DD00-BC16-40A0-8400-A2D4A33AC83B}"/>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2-5">
            <a:extLst>
              <a:ext uri="{FF2B5EF4-FFF2-40B4-BE49-F238E27FC236}">
                <a16:creationId xmlns:a16="http://schemas.microsoft.com/office/drawing/2014/main" id="{FC268B22-2071-46FE-985B-3CC086FAA289}"/>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2-6">
            <a:extLst>
              <a:ext uri="{FF2B5EF4-FFF2-40B4-BE49-F238E27FC236}">
                <a16:creationId xmlns:a16="http://schemas.microsoft.com/office/drawing/2014/main" id="{892F6262-83CF-4160-97C8-FEB6CE14F58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2-7">
            <a:extLst>
              <a:ext uri="{FF2B5EF4-FFF2-40B4-BE49-F238E27FC236}">
                <a16:creationId xmlns:a16="http://schemas.microsoft.com/office/drawing/2014/main" id="{C5A35934-C33D-44D3-BDF8-6706CF3CA0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3">
            <a:extLst>
              <a:ext uri="{FF2B5EF4-FFF2-40B4-BE49-F238E27FC236}">
                <a16:creationId xmlns:a16="http://schemas.microsoft.com/office/drawing/2014/main" id="{D0490D73-2394-478C-B6F5-6920DE682E41}"/>
              </a:ext>
            </a:extLst>
          </p:cNvPr>
          <p:cNvSpPr>
            <a:spLocks noGrp="1"/>
          </p:cNvSpPr>
          <p:nvPr/>
        </p:nvSpPr>
        <p:spPr>
          <a:xfrm>
            <a:off x="6772275" y="2743200"/>
            <a:ext cx="19050" cy="666750"/>
          </a:xfrm>
          <a:prstGeom prst="rect">
            <a:avLst/>
          </a:prstGeom>
          <a:solidFill>
            <a:srgbClr val="9A5900"/>
          </a:solidFill>
          <a:ln w="0">
            <a:noFill/>
          </a:ln>
        </p:spPr>
      </p:sp>
      <p:sp>
        <p:nvSpPr>
          <p:cNvPr id="19" name="pointer-252">
            <a:extLst>
              <a:ext uri="{FF2B5EF4-FFF2-40B4-BE49-F238E27FC236}">
                <a16:creationId xmlns:a16="http://schemas.microsoft.com/office/drawing/2014/main" id="{D6FA47B0-5FD0-4BC5-9974-2DB61700FF67}"/>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current-equation">
            <a:extLst>
              <a:ext uri="{FF2B5EF4-FFF2-40B4-BE49-F238E27FC236}">
                <a16:creationId xmlns:a16="http://schemas.microsoft.com/office/drawing/2014/main" id="{C772A1EF-9714-42CF-A488-DA29EBF8347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61F1DFD8-83F4-40FC-8D68-35C05B9D320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7</a:t>
            </a:r>
          </a:p>
        </p:txBody>
      </p:sp>
      <p:sp>
        <p:nvSpPr>
          <p:cNvPr id="22" name="row-254-label">
            <a:extLst>
              <a:ext uri="{FF2B5EF4-FFF2-40B4-BE49-F238E27FC236}">
                <a16:creationId xmlns:a16="http://schemas.microsoft.com/office/drawing/2014/main" id="{30495446-8C5C-4223-8419-DC275D186F6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162B364B-3513-4871-83EB-B454CCEB4CA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4-0">
            <a:extLst>
              <a:ext uri="{FF2B5EF4-FFF2-40B4-BE49-F238E27FC236}">
                <a16:creationId xmlns:a16="http://schemas.microsoft.com/office/drawing/2014/main" id="{509018BA-0F25-4997-8C4B-303FE247C8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4-1">
            <a:extLst>
              <a:ext uri="{FF2B5EF4-FFF2-40B4-BE49-F238E27FC236}">
                <a16:creationId xmlns:a16="http://schemas.microsoft.com/office/drawing/2014/main" id="{2696AE1E-E8D2-433A-9DC7-1F2DCE4BBCE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4-2">
            <a:extLst>
              <a:ext uri="{FF2B5EF4-FFF2-40B4-BE49-F238E27FC236}">
                <a16:creationId xmlns:a16="http://schemas.microsoft.com/office/drawing/2014/main" id="{6B3319B5-6C5B-42C5-BB40-DD06D285F43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4-3">
            <a:extLst>
              <a:ext uri="{FF2B5EF4-FFF2-40B4-BE49-F238E27FC236}">
                <a16:creationId xmlns:a16="http://schemas.microsoft.com/office/drawing/2014/main" id="{DDA65CC5-A367-4DE4-BFFC-0E3BAAB5489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4-4">
            <a:extLst>
              <a:ext uri="{FF2B5EF4-FFF2-40B4-BE49-F238E27FC236}">
                <a16:creationId xmlns:a16="http://schemas.microsoft.com/office/drawing/2014/main" id="{518AACF3-F3F6-4B52-BF33-3B8B02F43FD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4-5">
            <a:extLst>
              <a:ext uri="{FF2B5EF4-FFF2-40B4-BE49-F238E27FC236}">
                <a16:creationId xmlns:a16="http://schemas.microsoft.com/office/drawing/2014/main" id="{D77A751C-2250-4091-A25A-3B513D900056}"/>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4-6">
            <a:extLst>
              <a:ext uri="{FF2B5EF4-FFF2-40B4-BE49-F238E27FC236}">
                <a16:creationId xmlns:a16="http://schemas.microsoft.com/office/drawing/2014/main" id="{7BAB9C36-DB09-4ACF-A4AC-5CE7DD33FFCC}"/>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4-7">
            <a:extLst>
              <a:ext uri="{FF2B5EF4-FFF2-40B4-BE49-F238E27FC236}">
                <a16:creationId xmlns:a16="http://schemas.microsoft.com/office/drawing/2014/main" id="{E7530FFD-BAB1-4D8A-8AC7-65BF1776057F}"/>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55">
            <a:extLst>
              <a:ext uri="{FF2B5EF4-FFF2-40B4-BE49-F238E27FC236}">
                <a16:creationId xmlns:a16="http://schemas.microsoft.com/office/drawing/2014/main" id="{AF7C3568-4C25-47C5-B7ED-B94DF6737406}"/>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AD030793-6A31-40BE-A0BA-5DAA29D79CD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5: a[5] = −9을 현재 합 7에 더합니다.</a:t>
            </a:r>
          </a:p>
        </p:txBody>
      </p:sp>
    </p:spTree>
    <p:extLst>
      <p:ext uri="{BB962C8B-B14F-4D97-AF65-F5344CB8AC3E}">
        <p14:creationId xmlns:p14="http://schemas.microsoft.com/office/powerpoint/2010/main" val="347963447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5E612C-3E12-4871-AAEC-842CAE109D0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D9E22EA-BCA6-4C6A-B201-BBD0F2D2E3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5F9151-AA53-4E30-8681-90FCF3B572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2/4</a:t>
            </a:r>
          </a:p>
        </p:txBody>
      </p:sp>
      <p:sp>
        <p:nvSpPr>
          <p:cNvPr id="4" name="diagram-line-256">
            <a:extLst>
              <a:ext uri="{FF2B5EF4-FFF2-40B4-BE49-F238E27FC236}">
                <a16:creationId xmlns:a16="http://schemas.microsoft.com/office/drawing/2014/main" id="{6ABD5214-A3D1-4BA9-BE76-039B4ED34B3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4FB81D2-2C8A-4CD3-B240-21129244773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 이전 기록 7 → right_sum 유지.</a:t>
            </a:r>
          </a:p>
        </p:txBody>
      </p:sp>
      <p:sp>
        <p:nvSpPr>
          <p:cNvPr id="6" name="footer">
            <a:extLst>
              <a:ext uri="{FF2B5EF4-FFF2-40B4-BE49-F238E27FC236}">
                <a16:creationId xmlns:a16="http://schemas.microsoft.com/office/drawing/2014/main" id="{2305A743-946A-40BF-B1E2-8F497270E59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ECF402-014E-427A-8A0A-D7E450B922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165</a:t>
            </a:r>
            <a:endParaRPr sz="1050" b="0">
              <a:solidFill>
                <a:srgbClr val="151515"/>
              </a:solidFill>
              <a:latin typeface="Consolas"/>
              <a:ea typeface="Consolas"/>
              <a:cs typeface="Consolas"/>
            </a:endParaRPr>
          </a:p>
        </p:txBody>
      </p:sp>
      <p:sp>
        <p:nvSpPr>
          <p:cNvPr id="8" name="row-257-label">
            <a:extLst>
              <a:ext uri="{FF2B5EF4-FFF2-40B4-BE49-F238E27FC236}">
                <a16:creationId xmlns:a16="http://schemas.microsoft.com/office/drawing/2014/main" id="{5F68D6F1-784F-4039-BB85-198141FFB0C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5541495-AEE2-43C5-8E33-4D71CFA76239}"/>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7-0">
            <a:extLst>
              <a:ext uri="{FF2B5EF4-FFF2-40B4-BE49-F238E27FC236}">
                <a16:creationId xmlns:a16="http://schemas.microsoft.com/office/drawing/2014/main" id="{2FF6E886-8BA3-43FE-907C-089A805C1C9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7-1">
            <a:extLst>
              <a:ext uri="{FF2B5EF4-FFF2-40B4-BE49-F238E27FC236}">
                <a16:creationId xmlns:a16="http://schemas.microsoft.com/office/drawing/2014/main" id="{77FEC58D-39E8-4D09-A18B-0EE0B905EEE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7-2">
            <a:extLst>
              <a:ext uri="{FF2B5EF4-FFF2-40B4-BE49-F238E27FC236}">
                <a16:creationId xmlns:a16="http://schemas.microsoft.com/office/drawing/2014/main" id="{E9F27637-666F-401B-90FC-BBA17643E99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7-3">
            <a:extLst>
              <a:ext uri="{FF2B5EF4-FFF2-40B4-BE49-F238E27FC236}">
                <a16:creationId xmlns:a16="http://schemas.microsoft.com/office/drawing/2014/main" id="{4C729F87-1FBC-42E1-BA7C-98D64B92FF41}"/>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7-4">
            <a:extLst>
              <a:ext uri="{FF2B5EF4-FFF2-40B4-BE49-F238E27FC236}">
                <a16:creationId xmlns:a16="http://schemas.microsoft.com/office/drawing/2014/main" id="{16B253DF-96FD-4273-AC65-CA47F6EAA8F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7-5">
            <a:extLst>
              <a:ext uri="{FF2B5EF4-FFF2-40B4-BE49-F238E27FC236}">
                <a16:creationId xmlns:a16="http://schemas.microsoft.com/office/drawing/2014/main" id="{01E0F2E4-4110-4124-BDB9-5AA296B06B4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7-6">
            <a:extLst>
              <a:ext uri="{FF2B5EF4-FFF2-40B4-BE49-F238E27FC236}">
                <a16:creationId xmlns:a16="http://schemas.microsoft.com/office/drawing/2014/main" id="{2FD1579C-68A2-4C96-8B97-10298D6EA40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7-7">
            <a:extLst>
              <a:ext uri="{FF2B5EF4-FFF2-40B4-BE49-F238E27FC236}">
                <a16:creationId xmlns:a16="http://schemas.microsoft.com/office/drawing/2014/main" id="{9EE9C8AC-5E30-4890-A643-228F66A82C7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8">
            <a:extLst>
              <a:ext uri="{FF2B5EF4-FFF2-40B4-BE49-F238E27FC236}">
                <a16:creationId xmlns:a16="http://schemas.microsoft.com/office/drawing/2014/main" id="{DB85C04F-645B-4CBB-A850-00B3529A037A}"/>
              </a:ext>
            </a:extLst>
          </p:cNvPr>
          <p:cNvSpPr>
            <a:spLocks noGrp="1"/>
          </p:cNvSpPr>
          <p:nvPr/>
        </p:nvSpPr>
        <p:spPr>
          <a:xfrm>
            <a:off x="6772275" y="2743200"/>
            <a:ext cx="19050" cy="666750"/>
          </a:xfrm>
          <a:prstGeom prst="rect">
            <a:avLst/>
          </a:prstGeom>
          <a:solidFill>
            <a:srgbClr val="9A5900"/>
          </a:solidFill>
          <a:ln w="0">
            <a:noFill/>
          </a:ln>
        </p:spPr>
      </p:sp>
      <p:sp>
        <p:nvSpPr>
          <p:cNvPr id="19" name="pointer-257">
            <a:extLst>
              <a:ext uri="{FF2B5EF4-FFF2-40B4-BE49-F238E27FC236}">
                <a16:creationId xmlns:a16="http://schemas.microsoft.com/office/drawing/2014/main" id="{7999621F-BBB0-478A-8074-F6C94804488A}"/>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0511B7C4-447F-484F-AC5D-C676F91CD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7 + (−9) = −2</a:t>
            </a:r>
          </a:p>
        </p:txBody>
      </p:sp>
      <p:sp>
        <p:nvSpPr>
          <p:cNvPr id="21" name="best-equation">
            <a:extLst>
              <a:ext uri="{FF2B5EF4-FFF2-40B4-BE49-F238E27FC236}">
                <a16:creationId xmlns:a16="http://schemas.microsoft.com/office/drawing/2014/main" id="{493C4711-4AA7-4E64-A916-00BA1A6E7AC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59-label">
            <a:extLst>
              <a:ext uri="{FF2B5EF4-FFF2-40B4-BE49-F238E27FC236}">
                <a16:creationId xmlns:a16="http://schemas.microsoft.com/office/drawing/2014/main" id="{A9D7E59A-CB65-4D24-954C-C5974B4F3D9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AB3C2DA8-B2B2-486B-8AE0-98B825CE2DC2}"/>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9-0">
            <a:extLst>
              <a:ext uri="{FF2B5EF4-FFF2-40B4-BE49-F238E27FC236}">
                <a16:creationId xmlns:a16="http://schemas.microsoft.com/office/drawing/2014/main" id="{EDC33655-3F90-4A07-828E-00FE1CFE91F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9-1">
            <a:extLst>
              <a:ext uri="{FF2B5EF4-FFF2-40B4-BE49-F238E27FC236}">
                <a16:creationId xmlns:a16="http://schemas.microsoft.com/office/drawing/2014/main" id="{E7D0B659-3FEB-43A4-9F64-3C1CCCF13270}"/>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9-2">
            <a:extLst>
              <a:ext uri="{FF2B5EF4-FFF2-40B4-BE49-F238E27FC236}">
                <a16:creationId xmlns:a16="http://schemas.microsoft.com/office/drawing/2014/main" id="{19048B3C-DBE7-4F56-8372-09AF4751027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9-3">
            <a:extLst>
              <a:ext uri="{FF2B5EF4-FFF2-40B4-BE49-F238E27FC236}">
                <a16:creationId xmlns:a16="http://schemas.microsoft.com/office/drawing/2014/main" id="{9D2D822D-C7D4-4C07-9E08-788986F743D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9-4">
            <a:extLst>
              <a:ext uri="{FF2B5EF4-FFF2-40B4-BE49-F238E27FC236}">
                <a16:creationId xmlns:a16="http://schemas.microsoft.com/office/drawing/2014/main" id="{D5E4A86C-EF8D-4EBB-A4A3-6C53D599A0A4}"/>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9-5">
            <a:extLst>
              <a:ext uri="{FF2B5EF4-FFF2-40B4-BE49-F238E27FC236}">
                <a16:creationId xmlns:a16="http://schemas.microsoft.com/office/drawing/2014/main" id="{449394AB-1A4E-4C47-A085-EC79D5E17AF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9-6">
            <a:extLst>
              <a:ext uri="{FF2B5EF4-FFF2-40B4-BE49-F238E27FC236}">
                <a16:creationId xmlns:a16="http://schemas.microsoft.com/office/drawing/2014/main" id="{452C0D6B-A643-4267-ABAC-4D79B10069F2}"/>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9-7">
            <a:extLst>
              <a:ext uri="{FF2B5EF4-FFF2-40B4-BE49-F238E27FC236}">
                <a16:creationId xmlns:a16="http://schemas.microsoft.com/office/drawing/2014/main" id="{4FB39036-599A-4F11-B2CB-42C9CE8C361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0">
            <a:extLst>
              <a:ext uri="{FF2B5EF4-FFF2-40B4-BE49-F238E27FC236}">
                <a16:creationId xmlns:a16="http://schemas.microsoft.com/office/drawing/2014/main" id="{7C6B009F-0669-4FF4-8DEF-41EF96087DBC}"/>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08DE413-7A7B-4691-B279-69F34F19D0D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6: a[6] = 5을 현재 합 −2에 더합니다.</a:t>
            </a:r>
          </a:p>
        </p:txBody>
      </p:sp>
    </p:spTree>
    <p:extLst>
      <p:ext uri="{BB962C8B-B14F-4D97-AF65-F5344CB8AC3E}">
        <p14:creationId xmlns:p14="http://schemas.microsoft.com/office/powerpoint/2010/main" val="121770287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845C790-0031-403A-A6A9-11768CE07E3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1A0234-1CA2-4A0C-8414-AA3FDC2F45B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1DC605-F7EB-4085-A043-55CDF4673D5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3/4</a:t>
            </a:r>
          </a:p>
        </p:txBody>
      </p:sp>
      <p:sp>
        <p:nvSpPr>
          <p:cNvPr id="4" name="diagram-line-261">
            <a:extLst>
              <a:ext uri="{FF2B5EF4-FFF2-40B4-BE49-F238E27FC236}">
                <a16:creationId xmlns:a16="http://schemas.microsoft.com/office/drawing/2014/main" id="{A00CEBE7-468B-4162-B97C-9E20B1947D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38635A-2AA2-4A39-B7BC-815E45C94D5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[4~6]입니다.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 이전 기록 7 → right_sum 유지.</a:t>
            </a:r>
          </a:p>
        </p:txBody>
      </p:sp>
      <p:sp>
        <p:nvSpPr>
          <p:cNvPr id="6" name="footer">
            <a:extLst>
              <a:ext uri="{FF2B5EF4-FFF2-40B4-BE49-F238E27FC236}">
                <a16:creationId xmlns:a16="http://schemas.microsoft.com/office/drawing/2014/main" id="{5631ECE2-7642-45B6-8FC2-509875220CF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F7F75F6-0C6D-48AE-ACBF-8407CADA2F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166</a:t>
            </a:r>
            <a:endParaRPr sz="1050" b="0">
              <a:solidFill>
                <a:srgbClr val="151515"/>
              </a:solidFill>
              <a:latin typeface="Consolas"/>
              <a:ea typeface="Consolas"/>
              <a:cs typeface="Consolas"/>
            </a:endParaRPr>
          </a:p>
        </p:txBody>
      </p:sp>
      <p:sp>
        <p:nvSpPr>
          <p:cNvPr id="8" name="row-262-label">
            <a:extLst>
              <a:ext uri="{FF2B5EF4-FFF2-40B4-BE49-F238E27FC236}">
                <a16:creationId xmlns:a16="http://schemas.microsoft.com/office/drawing/2014/main" id="{33E820D1-DBAF-41A0-81C6-A3241A0AB41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46AD650-7240-4A83-B32C-D6A20293A17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62-0">
            <a:extLst>
              <a:ext uri="{FF2B5EF4-FFF2-40B4-BE49-F238E27FC236}">
                <a16:creationId xmlns:a16="http://schemas.microsoft.com/office/drawing/2014/main" id="{8ABACCB7-D3A1-4C63-BAD5-E3F6524BA5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2-1">
            <a:extLst>
              <a:ext uri="{FF2B5EF4-FFF2-40B4-BE49-F238E27FC236}">
                <a16:creationId xmlns:a16="http://schemas.microsoft.com/office/drawing/2014/main" id="{16188BE1-8BB9-421D-B469-3AE1DDEA908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2-2">
            <a:extLst>
              <a:ext uri="{FF2B5EF4-FFF2-40B4-BE49-F238E27FC236}">
                <a16:creationId xmlns:a16="http://schemas.microsoft.com/office/drawing/2014/main" id="{9EF9DBBC-AB8A-43C2-A585-7244ACBBE1B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2-3">
            <a:extLst>
              <a:ext uri="{FF2B5EF4-FFF2-40B4-BE49-F238E27FC236}">
                <a16:creationId xmlns:a16="http://schemas.microsoft.com/office/drawing/2014/main" id="{C4BA09B1-76A5-4513-B1B8-DB7B6DECC7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2-4">
            <a:extLst>
              <a:ext uri="{FF2B5EF4-FFF2-40B4-BE49-F238E27FC236}">
                <a16:creationId xmlns:a16="http://schemas.microsoft.com/office/drawing/2014/main" id="{E3B457C6-D371-47D9-B703-D2A6F4DFC5FE}"/>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2-5">
            <a:extLst>
              <a:ext uri="{FF2B5EF4-FFF2-40B4-BE49-F238E27FC236}">
                <a16:creationId xmlns:a16="http://schemas.microsoft.com/office/drawing/2014/main" id="{8DB315B4-8378-4002-9EB4-3A0DA150F3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2-6">
            <a:extLst>
              <a:ext uri="{FF2B5EF4-FFF2-40B4-BE49-F238E27FC236}">
                <a16:creationId xmlns:a16="http://schemas.microsoft.com/office/drawing/2014/main" id="{2097463E-0646-41D6-9929-35996D822F6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2-7">
            <a:extLst>
              <a:ext uri="{FF2B5EF4-FFF2-40B4-BE49-F238E27FC236}">
                <a16:creationId xmlns:a16="http://schemas.microsoft.com/office/drawing/2014/main" id="{C163E771-9BED-4103-B559-91AABED0115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3">
            <a:extLst>
              <a:ext uri="{FF2B5EF4-FFF2-40B4-BE49-F238E27FC236}">
                <a16:creationId xmlns:a16="http://schemas.microsoft.com/office/drawing/2014/main" id="{BCC5A08E-7688-4750-985A-5E47A97FB31D}"/>
              </a:ext>
            </a:extLst>
          </p:cNvPr>
          <p:cNvSpPr>
            <a:spLocks noGrp="1"/>
          </p:cNvSpPr>
          <p:nvPr/>
        </p:nvSpPr>
        <p:spPr>
          <a:xfrm>
            <a:off x="6772275" y="2743200"/>
            <a:ext cx="19050" cy="666750"/>
          </a:xfrm>
          <a:prstGeom prst="rect">
            <a:avLst/>
          </a:prstGeom>
          <a:solidFill>
            <a:srgbClr val="9A5900"/>
          </a:solidFill>
          <a:ln w="0">
            <a:noFill/>
          </a:ln>
        </p:spPr>
      </p:sp>
      <p:sp>
        <p:nvSpPr>
          <p:cNvPr id="19" name="pointer-262">
            <a:extLst>
              <a:ext uri="{FF2B5EF4-FFF2-40B4-BE49-F238E27FC236}">
                <a16:creationId xmlns:a16="http://schemas.microsoft.com/office/drawing/2014/main" id="{A5319461-6EE9-4CDA-88C9-905646D584D7}"/>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B2D5C3C7-44C2-4449-9A1C-F191AE3C5D0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(5) = 3</a:t>
            </a:r>
          </a:p>
        </p:txBody>
      </p:sp>
      <p:sp>
        <p:nvSpPr>
          <p:cNvPr id="21" name="best-equation">
            <a:extLst>
              <a:ext uri="{FF2B5EF4-FFF2-40B4-BE49-F238E27FC236}">
                <a16:creationId xmlns:a16="http://schemas.microsoft.com/office/drawing/2014/main" id="{131BFAD0-D5DD-428A-B5B7-9864B0B86A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4-label">
            <a:extLst>
              <a:ext uri="{FF2B5EF4-FFF2-40B4-BE49-F238E27FC236}">
                <a16:creationId xmlns:a16="http://schemas.microsoft.com/office/drawing/2014/main" id="{E186E106-630A-41E8-B446-652998B3AAE9}"/>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8DD250C-7921-4F6C-AF8C-91F22524C61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4-0">
            <a:extLst>
              <a:ext uri="{FF2B5EF4-FFF2-40B4-BE49-F238E27FC236}">
                <a16:creationId xmlns:a16="http://schemas.microsoft.com/office/drawing/2014/main" id="{D6F98BEA-590A-43E3-BC31-5D8701F1F30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4-1">
            <a:extLst>
              <a:ext uri="{FF2B5EF4-FFF2-40B4-BE49-F238E27FC236}">
                <a16:creationId xmlns:a16="http://schemas.microsoft.com/office/drawing/2014/main" id="{37BE1198-B95D-4139-A45A-0A5E5BF7B45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4-2">
            <a:extLst>
              <a:ext uri="{FF2B5EF4-FFF2-40B4-BE49-F238E27FC236}">
                <a16:creationId xmlns:a16="http://schemas.microsoft.com/office/drawing/2014/main" id="{7F60D703-6C4A-4A91-B413-F092795D3FF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4-3">
            <a:extLst>
              <a:ext uri="{FF2B5EF4-FFF2-40B4-BE49-F238E27FC236}">
                <a16:creationId xmlns:a16="http://schemas.microsoft.com/office/drawing/2014/main" id="{32ACE093-1457-4B80-B772-2096E300A2C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4-4">
            <a:extLst>
              <a:ext uri="{FF2B5EF4-FFF2-40B4-BE49-F238E27FC236}">
                <a16:creationId xmlns:a16="http://schemas.microsoft.com/office/drawing/2014/main" id="{2776CC53-6091-4512-8947-5FE738BBB2D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4-5">
            <a:extLst>
              <a:ext uri="{FF2B5EF4-FFF2-40B4-BE49-F238E27FC236}">
                <a16:creationId xmlns:a16="http://schemas.microsoft.com/office/drawing/2014/main" id="{6C774518-D504-4E0B-AA0D-E6E5467AC95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4-6">
            <a:extLst>
              <a:ext uri="{FF2B5EF4-FFF2-40B4-BE49-F238E27FC236}">
                <a16:creationId xmlns:a16="http://schemas.microsoft.com/office/drawing/2014/main" id="{DB41EDD6-0093-465A-979F-D93831FC372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4-7">
            <a:extLst>
              <a:ext uri="{FF2B5EF4-FFF2-40B4-BE49-F238E27FC236}">
                <a16:creationId xmlns:a16="http://schemas.microsoft.com/office/drawing/2014/main" id="{204255F8-DFCC-4D42-972E-2C991F3D0BE3}"/>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5">
            <a:extLst>
              <a:ext uri="{FF2B5EF4-FFF2-40B4-BE49-F238E27FC236}">
                <a16:creationId xmlns:a16="http://schemas.microsoft.com/office/drawing/2014/main" id="{8D98A016-B4FF-42C3-8D50-689FE78A4B2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BE99C37-24B3-47E8-87CC-4C16EB32A9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3에 더합니다.</a:t>
            </a:r>
          </a:p>
        </p:txBody>
      </p:sp>
    </p:spTree>
    <p:extLst>
      <p:ext uri="{BB962C8B-B14F-4D97-AF65-F5344CB8AC3E}">
        <p14:creationId xmlns:p14="http://schemas.microsoft.com/office/powerpoint/2010/main" val="218118810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DE486A9-5CE9-4196-BD1B-A8A27EB3BD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B5688DC-00E0-45F9-9BFA-D51BB549DE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6134D3C-D8D9-4CE7-B652-ACAA6A42CE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4/4</a:t>
            </a:r>
          </a:p>
        </p:txBody>
      </p:sp>
      <p:sp>
        <p:nvSpPr>
          <p:cNvPr id="4" name="diagram-line-266">
            <a:extLst>
              <a:ext uri="{FF2B5EF4-FFF2-40B4-BE49-F238E27FC236}">
                <a16:creationId xmlns:a16="http://schemas.microsoft.com/office/drawing/2014/main" id="{D40AA159-5C2A-409F-8FB8-74DB336A385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8BF654B-066A-40AD-B9B1-6088D7D3610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[4~7]입니다.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4 ≤ 이전 기록 7 → right_sum 유지.</a:t>
            </a:r>
          </a:p>
        </p:txBody>
      </p:sp>
      <p:sp>
        <p:nvSpPr>
          <p:cNvPr id="6" name="footer">
            <a:extLst>
              <a:ext uri="{FF2B5EF4-FFF2-40B4-BE49-F238E27FC236}">
                <a16:creationId xmlns:a16="http://schemas.microsoft.com/office/drawing/2014/main" id="{8F02826C-5A83-4C73-AB34-B0230BC8EB7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D953AC-0AE2-4760-80CF-124A9D412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167</a:t>
            </a:r>
            <a:endParaRPr sz="1050" b="0">
              <a:solidFill>
                <a:srgbClr val="151515"/>
              </a:solidFill>
              <a:latin typeface="Consolas"/>
              <a:ea typeface="Consolas"/>
              <a:cs typeface="Consolas"/>
            </a:endParaRPr>
          </a:p>
        </p:txBody>
      </p:sp>
      <p:sp>
        <p:nvSpPr>
          <p:cNvPr id="8" name="row-267-label">
            <a:extLst>
              <a:ext uri="{FF2B5EF4-FFF2-40B4-BE49-F238E27FC236}">
                <a16:creationId xmlns:a16="http://schemas.microsoft.com/office/drawing/2014/main" id="{6B68CA0C-9283-4396-94B7-4DD15A961C3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4C72125-6C11-4BF7-A916-8AC17B694CD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67-0">
            <a:extLst>
              <a:ext uri="{FF2B5EF4-FFF2-40B4-BE49-F238E27FC236}">
                <a16:creationId xmlns:a16="http://schemas.microsoft.com/office/drawing/2014/main" id="{B7BD9B4B-D691-46A4-9E8F-E48281DBF7B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7-1">
            <a:extLst>
              <a:ext uri="{FF2B5EF4-FFF2-40B4-BE49-F238E27FC236}">
                <a16:creationId xmlns:a16="http://schemas.microsoft.com/office/drawing/2014/main" id="{0441023B-8B62-4AB5-9EBD-0E8BBE48AA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7-2">
            <a:extLst>
              <a:ext uri="{FF2B5EF4-FFF2-40B4-BE49-F238E27FC236}">
                <a16:creationId xmlns:a16="http://schemas.microsoft.com/office/drawing/2014/main" id="{1AF2378F-A0C4-4B6D-B86C-01337B497A07}"/>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7-3">
            <a:extLst>
              <a:ext uri="{FF2B5EF4-FFF2-40B4-BE49-F238E27FC236}">
                <a16:creationId xmlns:a16="http://schemas.microsoft.com/office/drawing/2014/main" id="{7F9B60B2-A356-405A-AF5B-C2C77BE2523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7-4">
            <a:extLst>
              <a:ext uri="{FF2B5EF4-FFF2-40B4-BE49-F238E27FC236}">
                <a16:creationId xmlns:a16="http://schemas.microsoft.com/office/drawing/2014/main" id="{97A2E20E-0175-4632-9324-9BA86756352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7-5">
            <a:extLst>
              <a:ext uri="{FF2B5EF4-FFF2-40B4-BE49-F238E27FC236}">
                <a16:creationId xmlns:a16="http://schemas.microsoft.com/office/drawing/2014/main" id="{661C3D63-7D7A-4E00-9B90-ABA6731A337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7-6">
            <a:extLst>
              <a:ext uri="{FF2B5EF4-FFF2-40B4-BE49-F238E27FC236}">
                <a16:creationId xmlns:a16="http://schemas.microsoft.com/office/drawing/2014/main" id="{762436B5-2B19-4CEF-8693-D9E6F8BBC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7-7">
            <a:extLst>
              <a:ext uri="{FF2B5EF4-FFF2-40B4-BE49-F238E27FC236}">
                <a16:creationId xmlns:a16="http://schemas.microsoft.com/office/drawing/2014/main" id="{554B56C7-14DF-467B-82B4-DC089297856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8">
            <a:extLst>
              <a:ext uri="{FF2B5EF4-FFF2-40B4-BE49-F238E27FC236}">
                <a16:creationId xmlns:a16="http://schemas.microsoft.com/office/drawing/2014/main" id="{BE7E748C-56D2-465D-92BD-730EC19EDD23}"/>
              </a:ext>
            </a:extLst>
          </p:cNvPr>
          <p:cNvSpPr>
            <a:spLocks noGrp="1"/>
          </p:cNvSpPr>
          <p:nvPr/>
        </p:nvSpPr>
        <p:spPr>
          <a:xfrm>
            <a:off x="6772275" y="2743200"/>
            <a:ext cx="19050" cy="666750"/>
          </a:xfrm>
          <a:prstGeom prst="rect">
            <a:avLst/>
          </a:prstGeom>
          <a:solidFill>
            <a:srgbClr val="9A5900"/>
          </a:solidFill>
          <a:ln w="0">
            <a:noFill/>
          </a:ln>
        </p:spPr>
      </p:sp>
      <p:sp>
        <p:nvSpPr>
          <p:cNvPr id="19" name="pointer-267">
            <a:extLst>
              <a:ext uri="{FF2B5EF4-FFF2-40B4-BE49-F238E27FC236}">
                <a16:creationId xmlns:a16="http://schemas.microsoft.com/office/drawing/2014/main" id="{D0123892-3585-4B57-AD31-73DB029BD3F8}"/>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FA071B5-340A-49E5-A779-58A07E4F80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3 + (1) = 4</a:t>
            </a:r>
          </a:p>
        </p:txBody>
      </p:sp>
      <p:sp>
        <p:nvSpPr>
          <p:cNvPr id="21" name="best-equation">
            <a:extLst>
              <a:ext uri="{FF2B5EF4-FFF2-40B4-BE49-F238E27FC236}">
                <a16:creationId xmlns:a16="http://schemas.microsoft.com/office/drawing/2014/main" id="{C096DEFD-F338-4692-97C1-4BB11CBC04B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9-label">
            <a:extLst>
              <a:ext uri="{FF2B5EF4-FFF2-40B4-BE49-F238E27FC236}">
                <a16:creationId xmlns:a16="http://schemas.microsoft.com/office/drawing/2014/main" id="{00A0F0A0-CBA3-4843-9BD2-1C507974A43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1959C4-B635-4398-86AB-87D88FD464B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9-0">
            <a:extLst>
              <a:ext uri="{FF2B5EF4-FFF2-40B4-BE49-F238E27FC236}">
                <a16:creationId xmlns:a16="http://schemas.microsoft.com/office/drawing/2014/main" id="{343CA280-8C8C-408A-8C0B-FC145E9374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9-1">
            <a:extLst>
              <a:ext uri="{FF2B5EF4-FFF2-40B4-BE49-F238E27FC236}">
                <a16:creationId xmlns:a16="http://schemas.microsoft.com/office/drawing/2014/main" id="{B23E1FA5-C48B-4987-AD9F-45C74955C1B8}"/>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9-2">
            <a:extLst>
              <a:ext uri="{FF2B5EF4-FFF2-40B4-BE49-F238E27FC236}">
                <a16:creationId xmlns:a16="http://schemas.microsoft.com/office/drawing/2014/main" id="{72D1EB49-513A-4398-9DD4-E948669BA25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9-3">
            <a:extLst>
              <a:ext uri="{FF2B5EF4-FFF2-40B4-BE49-F238E27FC236}">
                <a16:creationId xmlns:a16="http://schemas.microsoft.com/office/drawing/2014/main" id="{7CEE30DB-E566-451A-BD74-FB17E8A37EC5}"/>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9-4">
            <a:extLst>
              <a:ext uri="{FF2B5EF4-FFF2-40B4-BE49-F238E27FC236}">
                <a16:creationId xmlns:a16="http://schemas.microsoft.com/office/drawing/2014/main" id="{EDE45A4A-4EAE-4F0D-91D8-B42A18F17A7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9-5">
            <a:extLst>
              <a:ext uri="{FF2B5EF4-FFF2-40B4-BE49-F238E27FC236}">
                <a16:creationId xmlns:a16="http://schemas.microsoft.com/office/drawing/2014/main" id="{7ED89BBD-F1BC-4A1B-91B1-75B9023F6C1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9-6">
            <a:extLst>
              <a:ext uri="{FF2B5EF4-FFF2-40B4-BE49-F238E27FC236}">
                <a16:creationId xmlns:a16="http://schemas.microsoft.com/office/drawing/2014/main" id="{FC0C2E77-83FC-41D1-BC3B-CE59CB22D149}"/>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9-7">
            <a:extLst>
              <a:ext uri="{FF2B5EF4-FFF2-40B4-BE49-F238E27FC236}">
                <a16:creationId xmlns:a16="http://schemas.microsoft.com/office/drawing/2014/main" id="{5D91E6DC-DCFA-49CC-9AE0-92A4853B75D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70">
            <a:extLst>
              <a:ext uri="{FF2B5EF4-FFF2-40B4-BE49-F238E27FC236}">
                <a16:creationId xmlns:a16="http://schemas.microsoft.com/office/drawing/2014/main" id="{026DA74C-1FD9-4D89-9845-7A5C49B12F5F}"/>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0418390-787C-4D9A-BB7D-0024B4FB22A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76499944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F53854D-BE0B-43D0-AC5A-69D7E1E2BC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3E4B4A-52E9-49A5-972E-4D0AA84DA86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A6AB95-AD69-4AC7-930F-3604496C540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경계에서 두 기록을 붙입니다</a:t>
            </a:r>
          </a:p>
        </p:txBody>
      </p:sp>
      <p:sp>
        <p:nvSpPr>
          <p:cNvPr id="4" name="diagram-line-271">
            <a:extLst>
              <a:ext uri="{FF2B5EF4-FFF2-40B4-BE49-F238E27FC236}">
                <a16:creationId xmlns:a16="http://schemas.microsoft.com/office/drawing/2014/main" id="{EB15F8A4-F313-473C-A816-64BED98EDB7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447AB4F-D7F4-4112-BCB2-C9671C0AF1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10, right_sum = 7이므로 cross_max = 17입니다.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3와 4에서 맞닿아 빈틈 없이 이어집니다.</a:t>
            </a:r>
          </a:p>
        </p:txBody>
      </p:sp>
      <p:sp>
        <p:nvSpPr>
          <p:cNvPr id="6" name="footer">
            <a:extLst>
              <a:ext uri="{FF2B5EF4-FFF2-40B4-BE49-F238E27FC236}">
                <a16:creationId xmlns:a16="http://schemas.microsoft.com/office/drawing/2014/main" id="{0C6AE407-81D1-4149-9E2F-46EB44CE7E9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912C12-17B3-46D5-B576-FD8449BBA7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168</a:t>
            </a:r>
            <a:endParaRPr sz="1050" b="0">
              <a:solidFill>
                <a:srgbClr val="151515"/>
              </a:solidFill>
              <a:latin typeface="Consolas"/>
              <a:ea typeface="Consolas"/>
              <a:cs typeface="Consolas"/>
            </a:endParaRPr>
          </a:p>
        </p:txBody>
      </p:sp>
      <p:sp>
        <p:nvSpPr>
          <p:cNvPr id="8" name="row-272-label">
            <a:extLst>
              <a:ext uri="{FF2B5EF4-FFF2-40B4-BE49-F238E27FC236}">
                <a16:creationId xmlns:a16="http://schemas.microsoft.com/office/drawing/2014/main" id="{6008A67C-9564-48FC-862D-4CAA66658C3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6069C277-954F-4C2B-BEA0-F83AD12856D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2-0">
            <a:extLst>
              <a:ext uri="{FF2B5EF4-FFF2-40B4-BE49-F238E27FC236}">
                <a16:creationId xmlns:a16="http://schemas.microsoft.com/office/drawing/2014/main" id="{8C044315-7D1D-4B17-8C78-A29B0426AEFF}"/>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2-1">
            <a:extLst>
              <a:ext uri="{FF2B5EF4-FFF2-40B4-BE49-F238E27FC236}">
                <a16:creationId xmlns:a16="http://schemas.microsoft.com/office/drawing/2014/main" id="{51E4F14B-B4AB-4590-8638-750ACC7639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2-2">
            <a:extLst>
              <a:ext uri="{FF2B5EF4-FFF2-40B4-BE49-F238E27FC236}">
                <a16:creationId xmlns:a16="http://schemas.microsoft.com/office/drawing/2014/main" id="{490FDA91-D17B-40C9-82DE-5DBC2FC4061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2-3">
            <a:extLst>
              <a:ext uri="{FF2B5EF4-FFF2-40B4-BE49-F238E27FC236}">
                <a16:creationId xmlns:a16="http://schemas.microsoft.com/office/drawing/2014/main" id="{6F3F0E79-8611-40B3-AAE4-E1124A518094}"/>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2-4">
            <a:extLst>
              <a:ext uri="{FF2B5EF4-FFF2-40B4-BE49-F238E27FC236}">
                <a16:creationId xmlns:a16="http://schemas.microsoft.com/office/drawing/2014/main" id="{5EC122E3-C42D-4471-AD39-20F34AEA8121}"/>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2-5">
            <a:extLst>
              <a:ext uri="{FF2B5EF4-FFF2-40B4-BE49-F238E27FC236}">
                <a16:creationId xmlns:a16="http://schemas.microsoft.com/office/drawing/2014/main" id="{9D72BD4F-7C2B-48D7-BDF9-B041055E3868}"/>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2-6">
            <a:extLst>
              <a:ext uri="{FF2B5EF4-FFF2-40B4-BE49-F238E27FC236}">
                <a16:creationId xmlns:a16="http://schemas.microsoft.com/office/drawing/2014/main" id="{6B62FE6C-0369-40F9-A287-BD95DB1A3AC4}"/>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2-7">
            <a:extLst>
              <a:ext uri="{FF2B5EF4-FFF2-40B4-BE49-F238E27FC236}">
                <a16:creationId xmlns:a16="http://schemas.microsoft.com/office/drawing/2014/main" id="{7F020731-1C70-42F4-ADEE-289198E023E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2">
            <a:extLst>
              <a:ext uri="{FF2B5EF4-FFF2-40B4-BE49-F238E27FC236}">
                <a16:creationId xmlns:a16="http://schemas.microsoft.com/office/drawing/2014/main" id="{25EC76C8-8EC2-4478-861A-850691512942}"/>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10</a:t>
            </a:r>
          </a:p>
        </p:txBody>
      </p:sp>
      <p:sp>
        <p:nvSpPr>
          <p:cNvPr id="19" name="row-273-label">
            <a:extLst>
              <a:ext uri="{FF2B5EF4-FFF2-40B4-BE49-F238E27FC236}">
                <a16:creationId xmlns:a16="http://schemas.microsoft.com/office/drawing/2014/main" id="{B3C331B7-577F-4433-B200-50EFC58610FC}"/>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0D13755-61E8-442B-905E-EE8E9FFFD2EB}"/>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3-0">
            <a:extLst>
              <a:ext uri="{FF2B5EF4-FFF2-40B4-BE49-F238E27FC236}">
                <a16:creationId xmlns:a16="http://schemas.microsoft.com/office/drawing/2014/main" id="{66F5FF09-5F0D-40BF-8641-07A4D89E095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3-1">
            <a:extLst>
              <a:ext uri="{FF2B5EF4-FFF2-40B4-BE49-F238E27FC236}">
                <a16:creationId xmlns:a16="http://schemas.microsoft.com/office/drawing/2014/main" id="{5AECB25B-33D4-4AF6-A6BF-23F996273D17}"/>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3-2">
            <a:extLst>
              <a:ext uri="{FF2B5EF4-FFF2-40B4-BE49-F238E27FC236}">
                <a16:creationId xmlns:a16="http://schemas.microsoft.com/office/drawing/2014/main" id="{0509E50D-2AAD-4DB7-9BAD-BCC4D9DA18D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3-3">
            <a:extLst>
              <a:ext uri="{FF2B5EF4-FFF2-40B4-BE49-F238E27FC236}">
                <a16:creationId xmlns:a16="http://schemas.microsoft.com/office/drawing/2014/main" id="{D321A52F-6310-414E-A8DD-C348E8BCA27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3-4">
            <a:extLst>
              <a:ext uri="{FF2B5EF4-FFF2-40B4-BE49-F238E27FC236}">
                <a16:creationId xmlns:a16="http://schemas.microsoft.com/office/drawing/2014/main" id="{1BB93DD9-5B22-40AC-BC0E-3EDD237C5D27}"/>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3-5">
            <a:extLst>
              <a:ext uri="{FF2B5EF4-FFF2-40B4-BE49-F238E27FC236}">
                <a16:creationId xmlns:a16="http://schemas.microsoft.com/office/drawing/2014/main" id="{9B887D61-5C94-4AF6-9FFC-374B9B8B9E15}"/>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3-6">
            <a:extLst>
              <a:ext uri="{FF2B5EF4-FFF2-40B4-BE49-F238E27FC236}">
                <a16:creationId xmlns:a16="http://schemas.microsoft.com/office/drawing/2014/main" id="{68042EEA-2359-4406-9773-C1489F53CE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3-7">
            <a:extLst>
              <a:ext uri="{FF2B5EF4-FFF2-40B4-BE49-F238E27FC236}">
                <a16:creationId xmlns:a16="http://schemas.microsoft.com/office/drawing/2014/main" id="{EB60B87D-2D75-4227-A063-33FB46FA3C7B}"/>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3">
            <a:extLst>
              <a:ext uri="{FF2B5EF4-FFF2-40B4-BE49-F238E27FC236}">
                <a16:creationId xmlns:a16="http://schemas.microsoft.com/office/drawing/2014/main" id="{8B253010-6D2E-4C30-A47F-3D2B6A988DB6}"/>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4-label">
            <a:extLst>
              <a:ext uri="{FF2B5EF4-FFF2-40B4-BE49-F238E27FC236}">
                <a16:creationId xmlns:a16="http://schemas.microsoft.com/office/drawing/2014/main" id="{F4AE9547-F620-4D25-80AF-E059ADBB4B3C}"/>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6162006-3483-4516-AFDE-FB70FFDE907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4-0">
            <a:extLst>
              <a:ext uri="{FF2B5EF4-FFF2-40B4-BE49-F238E27FC236}">
                <a16:creationId xmlns:a16="http://schemas.microsoft.com/office/drawing/2014/main" id="{3499A911-D7E4-4FF3-B1E0-595A31D15C9E}"/>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4-1">
            <a:extLst>
              <a:ext uri="{FF2B5EF4-FFF2-40B4-BE49-F238E27FC236}">
                <a16:creationId xmlns:a16="http://schemas.microsoft.com/office/drawing/2014/main" id="{D4CB0698-3D26-43EC-B0E1-0B6C33C02406}"/>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4-2">
            <a:extLst>
              <a:ext uri="{FF2B5EF4-FFF2-40B4-BE49-F238E27FC236}">
                <a16:creationId xmlns:a16="http://schemas.microsoft.com/office/drawing/2014/main" id="{62E8C072-0C88-4106-B726-7CCEA38075D9}"/>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4-3">
            <a:extLst>
              <a:ext uri="{FF2B5EF4-FFF2-40B4-BE49-F238E27FC236}">
                <a16:creationId xmlns:a16="http://schemas.microsoft.com/office/drawing/2014/main" id="{0083A57F-4D2D-4751-8D91-9D88D74FF057}"/>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4-4">
            <a:extLst>
              <a:ext uri="{FF2B5EF4-FFF2-40B4-BE49-F238E27FC236}">
                <a16:creationId xmlns:a16="http://schemas.microsoft.com/office/drawing/2014/main" id="{F933821D-0586-454D-B090-7780D4DA006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4-5">
            <a:extLst>
              <a:ext uri="{FF2B5EF4-FFF2-40B4-BE49-F238E27FC236}">
                <a16:creationId xmlns:a16="http://schemas.microsoft.com/office/drawing/2014/main" id="{CDCE122B-A033-4CEF-B31E-B44F1B31B498}"/>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4-6">
            <a:extLst>
              <a:ext uri="{FF2B5EF4-FFF2-40B4-BE49-F238E27FC236}">
                <a16:creationId xmlns:a16="http://schemas.microsoft.com/office/drawing/2014/main" id="{8492F09A-A268-41DD-B6A9-8668CF37C2BE}"/>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4-7">
            <a:extLst>
              <a:ext uri="{FF2B5EF4-FFF2-40B4-BE49-F238E27FC236}">
                <a16:creationId xmlns:a16="http://schemas.microsoft.com/office/drawing/2014/main" id="{732504C0-EF85-47D9-94CD-418C7FCA9DA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4">
            <a:extLst>
              <a:ext uri="{FF2B5EF4-FFF2-40B4-BE49-F238E27FC236}">
                <a16:creationId xmlns:a16="http://schemas.microsoft.com/office/drawing/2014/main" id="{20467C2E-3449-4A94-970F-C4DE632F224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7367F60-22B5-45AF-90CC-559F0991A3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10 + (7) = 17. 마지막에 읽은 합이 아니라 최선의 기록을 더합니다.</a:t>
            </a:r>
          </a:p>
        </p:txBody>
      </p:sp>
    </p:spTree>
    <p:extLst>
      <p:ext uri="{BB962C8B-B14F-4D97-AF65-F5344CB8AC3E}">
        <p14:creationId xmlns:p14="http://schemas.microsoft.com/office/powerpoint/2010/main" val="2327304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2B4E5758-824F-4071-AD70-FD64D8F09E0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838D51F-F063-46A3-A50B-A8BCA0418C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D8FF2F-2EC9-4F71-8B55-E3A4905E7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세 후보 비교 → 17 반환</a:t>
            </a:r>
          </a:p>
        </p:txBody>
      </p:sp>
      <p:sp>
        <p:nvSpPr>
          <p:cNvPr id="4" name="diagram-line-275">
            <a:extLst>
              <a:ext uri="{FF2B5EF4-FFF2-40B4-BE49-F238E27FC236}">
                <a16:creationId xmlns:a16="http://schemas.microsoft.com/office/drawing/2014/main" id="{4439116D-7D49-4805-A50E-2BD3493895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881E529-E5CF-43DB-BB71-CC57D180C6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7, 경계를 걸친 합 17을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7, 17) = 17입니다.</a:t>
            </a:r>
          </a:p>
        </p:txBody>
      </p:sp>
      <p:sp>
        <p:nvSpPr>
          <p:cNvPr id="6" name="footer">
            <a:extLst>
              <a:ext uri="{FF2B5EF4-FFF2-40B4-BE49-F238E27FC236}">
                <a16:creationId xmlns:a16="http://schemas.microsoft.com/office/drawing/2014/main" id="{CD806C64-937B-4FA8-90E6-3C8A413A6D8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E53A0-68F3-4EDC-A4FF-E50A7500B1E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169</a:t>
            </a:r>
            <a:endParaRPr sz="1050" b="0">
              <a:solidFill>
                <a:srgbClr val="151515"/>
              </a:solidFill>
              <a:latin typeface="Consolas"/>
              <a:ea typeface="Consolas"/>
              <a:cs typeface="Consolas"/>
            </a:endParaRPr>
          </a:p>
        </p:txBody>
      </p:sp>
      <p:sp>
        <p:nvSpPr>
          <p:cNvPr id="8" name="row-276-label">
            <a:extLst>
              <a:ext uri="{FF2B5EF4-FFF2-40B4-BE49-F238E27FC236}">
                <a16:creationId xmlns:a16="http://schemas.microsoft.com/office/drawing/2014/main" id="{C626FEC7-CDDD-4481-B16B-F31F4C46A4D8}"/>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D6B19E81-0087-4980-9716-824CE354EE1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6-0">
            <a:extLst>
              <a:ext uri="{FF2B5EF4-FFF2-40B4-BE49-F238E27FC236}">
                <a16:creationId xmlns:a16="http://schemas.microsoft.com/office/drawing/2014/main" id="{7D8D13B2-F476-4B35-901C-E2A4E076F2EB}"/>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6-1">
            <a:extLst>
              <a:ext uri="{FF2B5EF4-FFF2-40B4-BE49-F238E27FC236}">
                <a16:creationId xmlns:a16="http://schemas.microsoft.com/office/drawing/2014/main" id="{7F9EDDCE-372F-42E0-B7B8-EDF0F6D84688}"/>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6-2">
            <a:extLst>
              <a:ext uri="{FF2B5EF4-FFF2-40B4-BE49-F238E27FC236}">
                <a16:creationId xmlns:a16="http://schemas.microsoft.com/office/drawing/2014/main" id="{A4C99B2E-AB6A-4D45-AD41-C078341546E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6-3">
            <a:extLst>
              <a:ext uri="{FF2B5EF4-FFF2-40B4-BE49-F238E27FC236}">
                <a16:creationId xmlns:a16="http://schemas.microsoft.com/office/drawing/2014/main" id="{CF0DA3A0-CFCC-4BFA-8A06-13905E801927}"/>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6-4">
            <a:extLst>
              <a:ext uri="{FF2B5EF4-FFF2-40B4-BE49-F238E27FC236}">
                <a16:creationId xmlns:a16="http://schemas.microsoft.com/office/drawing/2014/main" id="{F3DA0523-A668-43DF-9BCB-B7795D42977D}"/>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6-5">
            <a:extLst>
              <a:ext uri="{FF2B5EF4-FFF2-40B4-BE49-F238E27FC236}">
                <a16:creationId xmlns:a16="http://schemas.microsoft.com/office/drawing/2014/main" id="{360E2A49-BDDA-4DBE-A67D-1F192C7CAD6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6-6">
            <a:extLst>
              <a:ext uri="{FF2B5EF4-FFF2-40B4-BE49-F238E27FC236}">
                <a16:creationId xmlns:a16="http://schemas.microsoft.com/office/drawing/2014/main" id="{FEE885F8-B4C8-4F9C-98AF-97BDE635977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6-7">
            <a:extLst>
              <a:ext uri="{FF2B5EF4-FFF2-40B4-BE49-F238E27FC236}">
                <a16:creationId xmlns:a16="http://schemas.microsoft.com/office/drawing/2014/main" id="{F0EA6D02-0CA0-4243-93C5-2591949F4B9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6">
            <a:extLst>
              <a:ext uri="{FF2B5EF4-FFF2-40B4-BE49-F238E27FC236}">
                <a16:creationId xmlns:a16="http://schemas.microsoft.com/office/drawing/2014/main" id="{88CB2DDA-6F65-45AF-93BA-4BC545D16FE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277-label">
            <a:extLst>
              <a:ext uri="{FF2B5EF4-FFF2-40B4-BE49-F238E27FC236}">
                <a16:creationId xmlns:a16="http://schemas.microsoft.com/office/drawing/2014/main" id="{B901EE68-3A47-461D-9710-54B7ACD601C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A06AB6CE-231E-4C90-B04B-165DEACFB9D6}"/>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7-0">
            <a:extLst>
              <a:ext uri="{FF2B5EF4-FFF2-40B4-BE49-F238E27FC236}">
                <a16:creationId xmlns:a16="http://schemas.microsoft.com/office/drawing/2014/main" id="{A49CA982-ED02-41E6-8B4E-5A6BB76C23A6}"/>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7-1">
            <a:extLst>
              <a:ext uri="{FF2B5EF4-FFF2-40B4-BE49-F238E27FC236}">
                <a16:creationId xmlns:a16="http://schemas.microsoft.com/office/drawing/2014/main" id="{1B5EE325-AD2A-4041-B63C-4E1F7504DB51}"/>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7-2">
            <a:extLst>
              <a:ext uri="{FF2B5EF4-FFF2-40B4-BE49-F238E27FC236}">
                <a16:creationId xmlns:a16="http://schemas.microsoft.com/office/drawing/2014/main" id="{75BCD379-4F70-4C9E-93A2-B221DF6E16B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7-3">
            <a:extLst>
              <a:ext uri="{FF2B5EF4-FFF2-40B4-BE49-F238E27FC236}">
                <a16:creationId xmlns:a16="http://schemas.microsoft.com/office/drawing/2014/main" id="{77A7F0BC-3735-486E-B3C1-DE91E984D11D}"/>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7-4">
            <a:extLst>
              <a:ext uri="{FF2B5EF4-FFF2-40B4-BE49-F238E27FC236}">
                <a16:creationId xmlns:a16="http://schemas.microsoft.com/office/drawing/2014/main" id="{6087A1A0-3F0C-4EF2-B8A0-23920D7CFFDC}"/>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7-5">
            <a:extLst>
              <a:ext uri="{FF2B5EF4-FFF2-40B4-BE49-F238E27FC236}">
                <a16:creationId xmlns:a16="http://schemas.microsoft.com/office/drawing/2014/main" id="{7D25F960-189B-4D6E-A403-D590DD35C30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7-6">
            <a:extLst>
              <a:ext uri="{FF2B5EF4-FFF2-40B4-BE49-F238E27FC236}">
                <a16:creationId xmlns:a16="http://schemas.microsoft.com/office/drawing/2014/main" id="{2DE339EB-272E-4F85-A427-3A1A3D29C71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7-7">
            <a:extLst>
              <a:ext uri="{FF2B5EF4-FFF2-40B4-BE49-F238E27FC236}">
                <a16:creationId xmlns:a16="http://schemas.microsoft.com/office/drawing/2014/main" id="{3F2D4B4C-7D02-49D6-9165-AD5B58D5B30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7">
            <a:extLst>
              <a:ext uri="{FF2B5EF4-FFF2-40B4-BE49-F238E27FC236}">
                <a16:creationId xmlns:a16="http://schemas.microsoft.com/office/drawing/2014/main" id="{F7A6052E-D890-4883-88B2-B6FFF5B9BE6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8-label">
            <a:extLst>
              <a:ext uri="{FF2B5EF4-FFF2-40B4-BE49-F238E27FC236}">
                <a16:creationId xmlns:a16="http://schemas.microsoft.com/office/drawing/2014/main" id="{707A093A-BAE5-4B78-9A62-B81C6140908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D8A993B0-BD76-42C7-8442-C3633445F34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8-0">
            <a:extLst>
              <a:ext uri="{FF2B5EF4-FFF2-40B4-BE49-F238E27FC236}">
                <a16:creationId xmlns:a16="http://schemas.microsoft.com/office/drawing/2014/main" id="{61F6DDCE-4731-4406-B4AA-164F949D46B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8-1">
            <a:extLst>
              <a:ext uri="{FF2B5EF4-FFF2-40B4-BE49-F238E27FC236}">
                <a16:creationId xmlns:a16="http://schemas.microsoft.com/office/drawing/2014/main" id="{087A0C25-B36C-4A5D-8B9B-CB124E6E1CA8}"/>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8-2">
            <a:extLst>
              <a:ext uri="{FF2B5EF4-FFF2-40B4-BE49-F238E27FC236}">
                <a16:creationId xmlns:a16="http://schemas.microsoft.com/office/drawing/2014/main" id="{2FFDF72D-2320-4976-A71A-6942C08B163F}"/>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8-3">
            <a:extLst>
              <a:ext uri="{FF2B5EF4-FFF2-40B4-BE49-F238E27FC236}">
                <a16:creationId xmlns:a16="http://schemas.microsoft.com/office/drawing/2014/main" id="{97639BF4-5F44-4105-A734-44BFBEC73161}"/>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8-4">
            <a:extLst>
              <a:ext uri="{FF2B5EF4-FFF2-40B4-BE49-F238E27FC236}">
                <a16:creationId xmlns:a16="http://schemas.microsoft.com/office/drawing/2014/main" id="{52BF382C-08B1-4318-B9DE-EA64EA0EEF4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8-5">
            <a:extLst>
              <a:ext uri="{FF2B5EF4-FFF2-40B4-BE49-F238E27FC236}">
                <a16:creationId xmlns:a16="http://schemas.microsoft.com/office/drawing/2014/main" id="{1F1722B8-E487-4E84-B7D1-7EA96BE17257}"/>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8-6">
            <a:extLst>
              <a:ext uri="{FF2B5EF4-FFF2-40B4-BE49-F238E27FC236}">
                <a16:creationId xmlns:a16="http://schemas.microsoft.com/office/drawing/2014/main" id="{4E403478-8D6B-4679-89A4-714B3F5210DF}"/>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8-7">
            <a:extLst>
              <a:ext uri="{FF2B5EF4-FFF2-40B4-BE49-F238E27FC236}">
                <a16:creationId xmlns:a16="http://schemas.microsoft.com/office/drawing/2014/main" id="{FBCD17B5-4D11-44E9-9290-89AB9E1AD4C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8">
            <a:extLst>
              <a:ext uri="{FF2B5EF4-FFF2-40B4-BE49-F238E27FC236}">
                <a16:creationId xmlns:a16="http://schemas.microsoft.com/office/drawing/2014/main" id="{1C426EE8-74EF-4273-A652-1A168657880C}"/>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270CCCC-E86C-4B10-A4C2-DD5106DAD69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호출의 최종 답 17을 반환합니다.</a:t>
            </a:r>
          </a:p>
        </p:txBody>
      </p:sp>
    </p:spTree>
    <p:extLst>
      <p:ext uri="{BB962C8B-B14F-4D97-AF65-F5344CB8AC3E}">
        <p14:creationId xmlns:p14="http://schemas.microsoft.com/office/powerpoint/2010/main" val="345306116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AA16649-B088-466E-BB6A-E6DBA4F4200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77CA13-294B-42E7-B886-6ABE383363C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6A659E7-A398-4AD3-B59F-BFD7319DA5D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호출의 코드와 방금 본 값</a:t>
            </a:r>
          </a:p>
        </p:txBody>
      </p:sp>
      <p:sp>
        <p:nvSpPr>
          <p:cNvPr id="4" name="diagram-line-279">
            <a:extLst>
              <a:ext uri="{FF2B5EF4-FFF2-40B4-BE49-F238E27FC236}">
                <a16:creationId xmlns:a16="http://schemas.microsoft.com/office/drawing/2014/main" id="{6F8F1FD8-B3B4-453C-B872-10FF5912D05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A83780C-D488-40C2-8018-55314CE42F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왼쪽 답, 오른쪽 답, 걸친 답을 차례로 구하고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하나일 때만 재귀 호출 없이 그 값을 반환합니다.</a:t>
            </a:r>
          </a:p>
        </p:txBody>
      </p:sp>
      <p:sp>
        <p:nvSpPr>
          <p:cNvPr id="6" name="footer">
            <a:extLst>
              <a:ext uri="{FF2B5EF4-FFF2-40B4-BE49-F238E27FC236}">
                <a16:creationId xmlns:a16="http://schemas.microsoft.com/office/drawing/2014/main" id="{C795C1FE-1308-4F61-95C8-E4A7DAA73CA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A5685F9-C919-4DA9-875B-C011026598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170</a:t>
            </a:r>
            <a:endParaRPr sz="1050" b="0">
              <a:solidFill>
                <a:srgbClr val="151515"/>
              </a:solidFill>
              <a:latin typeface="Consolas"/>
              <a:ea typeface="Consolas"/>
              <a:cs typeface="Consolas"/>
            </a:endParaRPr>
          </a:p>
        </p:txBody>
      </p:sp>
      <p:sp>
        <p:nvSpPr>
          <p:cNvPr id="8" name="main-code">
            <a:extLst>
              <a:ext uri="{FF2B5EF4-FFF2-40B4-BE49-F238E27FC236}">
                <a16:creationId xmlns:a16="http://schemas.microsoft.com/office/drawing/2014/main" id="{304C9A39-F382-4778-A0C4-04466A97E954}"/>
              </a:ext>
            </a:extLst>
          </p:cNvPr>
          <p:cNvSpPr>
            <a:spLocks noGrp="1"/>
          </p:cNvSpPr>
          <p:nvPr/>
        </p:nvSpPr>
        <p:spPr>
          <a:xfrm>
            <a:off x="857250" y="2667000"/>
            <a:ext cx="10572750" cy="314325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def max_subarray_sum(a, low,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if low ==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a[low]</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mid = (low + high) // 2</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left_max = max_subarray_sum(a, low, mid)</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right_max = max_subarray_sum(a, mid + 1,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cross_max = max_crossing_sum(a, low, mid,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max(left_max, right_max, cross_max)</a:t>
            </a:r>
          </a:p>
        </p:txBody>
      </p:sp>
      <p:sp>
        <p:nvSpPr>
          <p:cNvPr id="9" name="caption">
            <a:extLst>
              <a:ext uri="{FF2B5EF4-FFF2-40B4-BE49-F238E27FC236}">
                <a16:creationId xmlns:a16="http://schemas.microsoft.com/office/drawing/2014/main" id="{7E45FDAC-80A2-4141-BA56-A964ED062C4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 max_subarray_sum(a, 0, 7) → max(12, 7, 17) → 17</a:t>
            </a:r>
          </a:p>
        </p:txBody>
      </p:sp>
    </p:spTree>
    <p:extLst>
      <p:ext uri="{BB962C8B-B14F-4D97-AF65-F5344CB8AC3E}">
        <p14:creationId xmlns:p14="http://schemas.microsoft.com/office/powerpoint/2010/main" val="94025954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E3FD108-A19E-4948-992F-3FDDAEF3C4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10C8E4D-2C56-4625-83A2-382F076C4F6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1E4929D-3B70-484D-9B4B-3459F8123D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① 왼쪽 스캔</a:t>
            </a:r>
          </a:p>
        </p:txBody>
      </p:sp>
      <p:sp>
        <p:nvSpPr>
          <p:cNvPr id="4" name="diagram-line-280">
            <a:extLst>
              <a:ext uri="{FF2B5EF4-FFF2-40B4-BE49-F238E27FC236}">
                <a16:creationId xmlns:a16="http://schemas.microsoft.com/office/drawing/2014/main" id="{5CA341D6-2900-4CB2-A30D-72F657C1C4C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3D1D2F9-789C-4558-9D6E-BF9540FEA66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left_sum은 mid에서 끝나는 구간 중 최댓값입니다.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range(mid, low − 1, −1)은 mid부터 low까지 한 칸씩 왼쪽으로 이동합니다.</a:t>
            </a:r>
          </a:p>
        </p:txBody>
      </p:sp>
      <p:sp>
        <p:nvSpPr>
          <p:cNvPr id="6" name="footer">
            <a:extLst>
              <a:ext uri="{FF2B5EF4-FFF2-40B4-BE49-F238E27FC236}">
                <a16:creationId xmlns:a16="http://schemas.microsoft.com/office/drawing/2014/main" id="{51E4C000-724F-49D4-A7E7-DEDA73F93C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9E6959-C16F-45D7-9C16-694C98357F5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171</a:t>
            </a:r>
            <a:endParaRPr sz="1050" b="0">
              <a:solidFill>
                <a:srgbClr val="151515"/>
              </a:solidFill>
              <a:latin typeface="Consolas"/>
              <a:ea typeface="Consolas"/>
              <a:cs typeface="Consolas"/>
            </a:endParaRPr>
          </a:p>
        </p:txBody>
      </p:sp>
      <p:sp>
        <p:nvSpPr>
          <p:cNvPr id="8" name="left-code">
            <a:extLst>
              <a:ext uri="{FF2B5EF4-FFF2-40B4-BE49-F238E27FC236}">
                <a16:creationId xmlns:a16="http://schemas.microsoft.com/office/drawing/2014/main" id="{F144E01C-BE0D-4F4F-9986-514E1D0B8E8E}"/>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def max_crossing_sum(a, low, mid, high):</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i in range(mid, low - 1,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a[i]</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left_sum: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current_sum</a:t>
            </a:r>
          </a:p>
        </p:txBody>
      </p:sp>
      <p:sp>
        <p:nvSpPr>
          <p:cNvPr id="9" name="left-path">
            <a:extLst>
              <a:ext uri="{FF2B5EF4-FFF2-40B4-BE49-F238E27FC236}">
                <a16:creationId xmlns:a16="http://schemas.microsoft.com/office/drawing/2014/main" id="{2E666B71-F183-4B55-A310-6168830423FF}"/>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1D5A8A"/>
                </a:solidFill>
                <a:latin typeface="Consolas"/>
                <a:ea typeface="Consolas"/>
                <a:cs typeface="Consolas"/>
              </a:defRPr>
            </a:defPPr>
          </a:lstStyle>
          <a:p>
            <a:pPr algn="l">
              <a:lnSpc>
                <a:spcPct val="108000"/>
              </a:lnSpc>
              <a:buNone/>
              <a:defRPr sz="2025" b="1">
                <a:solidFill>
                  <a:srgbClr val="1D5A8A"/>
                </a:solidFill>
                <a:latin typeface="Consolas"/>
                <a:ea typeface="Consolas"/>
                <a:cs typeface="Consolas"/>
              </a:defRPr>
            </a:pPr>
            <a:r>
              <a:rPr sz="2025" b="1">
                <a:solidFill>
                  <a:srgbClr val="1D5A8A"/>
                </a:solidFill>
                <a:latin typeface="Consolas"/>
                <a:ea typeface="Consolas"/>
                <a:cs typeface="Consolas"/>
              </a:rPr>
              <a:t>i: 3 → 2 → 1 → 0     기록: −2 → 10 → 10 → 10</a:t>
            </a:r>
          </a:p>
        </p:txBody>
      </p:sp>
      <p:sp>
        <p:nvSpPr>
          <p:cNvPr id="10" name="caption">
            <a:extLst>
              <a:ext uri="{FF2B5EF4-FFF2-40B4-BE49-F238E27FC236}">
                <a16:creationId xmlns:a16="http://schemas.microsoft.com/office/drawing/2014/main" id="{703C6FB2-0EE8-4FBF-9775-D02B0AB0BD1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새 원소는 current_sum에 더합니다. left_sum은 최댓값을 보관하는 기록입니다.</a:t>
            </a:r>
          </a:p>
        </p:txBody>
      </p:sp>
    </p:spTree>
    <p:extLst>
      <p:ext uri="{BB962C8B-B14F-4D97-AF65-F5344CB8AC3E}">
        <p14:creationId xmlns:p14="http://schemas.microsoft.com/office/powerpoint/2010/main" val="4177924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A27D5B92-705B-4AE0-8B55-72FD86E28DA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DEF5643-7E73-4020-B30B-932FB1528E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8C2F26-080D-47A2-8709-9BD8F8DF53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② 오른쪽과 반환</a:t>
            </a:r>
          </a:p>
        </p:txBody>
      </p:sp>
      <p:sp>
        <p:nvSpPr>
          <p:cNvPr id="4" name="diagram-line-281">
            <a:extLst>
              <a:ext uri="{FF2B5EF4-FFF2-40B4-BE49-F238E27FC236}">
                <a16:creationId xmlns:a16="http://schemas.microsoft.com/office/drawing/2014/main" id="{7D51B875-7574-4501-9130-D84318316D8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1B55058-2941-4BB6-AD26-4BFCB78817B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current_sum만 0으로 다시 설정합니다. left_sum은 그대로 보관합니다.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오른쪽은 mid + 1부터 high까지 읽고, 두 최댓값 기록을 더해 반환합니다.</a:t>
            </a:r>
          </a:p>
        </p:txBody>
      </p:sp>
      <p:sp>
        <p:nvSpPr>
          <p:cNvPr id="6" name="footer">
            <a:extLst>
              <a:ext uri="{FF2B5EF4-FFF2-40B4-BE49-F238E27FC236}">
                <a16:creationId xmlns:a16="http://schemas.microsoft.com/office/drawing/2014/main" id="{EA12C749-A166-44EC-BA98-000288B682E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039025D-F373-4C5D-9197-2175A783D0C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172</a:t>
            </a:r>
            <a:endParaRPr sz="1050" b="0">
              <a:solidFill>
                <a:srgbClr val="151515"/>
              </a:solidFill>
              <a:latin typeface="Consolas"/>
              <a:ea typeface="Consolas"/>
              <a:cs typeface="Consolas"/>
            </a:endParaRPr>
          </a:p>
        </p:txBody>
      </p:sp>
      <p:sp>
        <p:nvSpPr>
          <p:cNvPr id="8" name="right-code">
            <a:extLst>
              <a:ext uri="{FF2B5EF4-FFF2-40B4-BE49-F238E27FC236}">
                <a16:creationId xmlns:a16="http://schemas.microsoft.com/office/drawing/2014/main" id="{53F0553F-09BA-4D72-9526-D80A2F30BD14}"/>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j in range(mid + 1, high + 1):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a[j]</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right_sum: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current_sum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return left_sum + right_sum</a:t>
            </a:r>
          </a:p>
        </p:txBody>
      </p:sp>
      <p:sp>
        <p:nvSpPr>
          <p:cNvPr id="9" name="right-path">
            <a:extLst>
              <a:ext uri="{FF2B5EF4-FFF2-40B4-BE49-F238E27FC236}">
                <a16:creationId xmlns:a16="http://schemas.microsoft.com/office/drawing/2014/main" id="{C8FEB325-68D4-4267-9F13-6A29B4D1A85C}"/>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256B50"/>
                </a:solidFill>
                <a:latin typeface="Consolas"/>
                <a:ea typeface="Consolas"/>
                <a:cs typeface="Consolas"/>
              </a:defRPr>
            </a:defPPr>
          </a:lstStyle>
          <a:p>
            <a:pPr algn="l">
              <a:lnSpc>
                <a:spcPct val="108000"/>
              </a:lnSpc>
              <a:buNone/>
              <a:defRPr sz="2025" b="1">
                <a:solidFill>
                  <a:srgbClr val="256B50"/>
                </a:solidFill>
                <a:latin typeface="Consolas"/>
                <a:ea typeface="Consolas"/>
                <a:cs typeface="Consolas"/>
              </a:defRPr>
            </a:pPr>
            <a:r>
              <a:rPr sz="2025" b="1">
                <a:solidFill>
                  <a:srgbClr val="256B50"/>
                </a:solidFill>
                <a:latin typeface="Consolas"/>
                <a:ea typeface="Consolas"/>
                <a:cs typeface="Consolas"/>
              </a:rPr>
              <a:t>j: 4 → 5 → 6 → 7      반환: 10 + 7 = 17</a:t>
            </a:r>
          </a:p>
        </p:txBody>
      </p:sp>
      <p:sp>
        <p:nvSpPr>
          <p:cNvPr id="10" name="caption">
            <a:extLst>
              <a:ext uri="{FF2B5EF4-FFF2-40B4-BE49-F238E27FC236}">
                <a16:creationId xmlns:a16="http://schemas.microsoft.com/office/drawing/2014/main" id="{504FEAAF-1CA6-4E64-8280-FC0BA0B864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두 반복문은 다른 칸을 읽습니다. 경계 원소를 중복해서 더하지 않습니다.</a:t>
            </a:r>
          </a:p>
        </p:txBody>
      </p:sp>
    </p:spTree>
    <p:extLst>
      <p:ext uri="{BB962C8B-B14F-4D97-AF65-F5344CB8AC3E}">
        <p14:creationId xmlns:p14="http://schemas.microsoft.com/office/powerpoint/2010/main" val="292054296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7B783AFF-1F77-48EE-94EC-C21AF8A318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721626F-8F36-4F47-BA95-28E4AAB783D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21C63F-6FBB-4079-BA1A-44F74E7AA0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range의 끝값은 읽지 않습니다</a:t>
            </a:r>
          </a:p>
        </p:txBody>
      </p:sp>
      <p:sp>
        <p:nvSpPr>
          <p:cNvPr id="4" name="diagram-line-282">
            <a:extLst>
              <a:ext uri="{FF2B5EF4-FFF2-40B4-BE49-F238E27FC236}">
                <a16:creationId xmlns:a16="http://schemas.microsoft.com/office/drawing/2014/main" id="{13810C80-6071-47F2-BEC4-76CF4EE3D56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A5B447-8B73-4F64-9CAC-C554F66293B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3, 2, 1, 0을 읽습니다. 오른쪽은 4, 5, 6, 7을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−1과 8은 range를 멈추기 위한 값이며, 배열에서 접근할 인덱스가 아닙니다.</a:t>
            </a:r>
          </a:p>
        </p:txBody>
      </p:sp>
      <p:sp>
        <p:nvSpPr>
          <p:cNvPr id="6" name="footer">
            <a:extLst>
              <a:ext uri="{FF2B5EF4-FFF2-40B4-BE49-F238E27FC236}">
                <a16:creationId xmlns:a16="http://schemas.microsoft.com/office/drawing/2014/main" id="{71523DC5-DC76-492D-A2EB-3E67A3171A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177938A-28E0-46DE-9ECE-A8C4E45BFA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173</a:t>
            </a:r>
            <a:endParaRPr sz="1050" b="0">
              <a:solidFill>
                <a:srgbClr val="151515"/>
              </a:solidFill>
              <a:latin typeface="Consolas"/>
              <a:ea typeface="Consolas"/>
              <a:cs typeface="Consolas"/>
            </a:endParaRPr>
          </a:p>
        </p:txBody>
      </p:sp>
      <p:sp>
        <p:nvSpPr>
          <p:cNvPr id="8" name="row-283-label">
            <a:extLst>
              <a:ext uri="{FF2B5EF4-FFF2-40B4-BE49-F238E27FC236}">
                <a16:creationId xmlns:a16="http://schemas.microsoft.com/office/drawing/2014/main" id="{F4C340FC-046F-47C4-A0E0-904F8FE40D24}"/>
              </a:ext>
            </a:extLst>
          </p:cNvPr>
          <p:cNvSpPr>
            <a:spLocks noGrp="1"/>
          </p:cNvSpPr>
          <p:nvPr/>
        </p:nvSpPr>
        <p:spPr>
          <a:xfrm>
            <a:off x="609600" y="2971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인덱스</a:t>
            </a:r>
          </a:p>
        </p:txBody>
      </p:sp>
      <p:graphicFrame>
        <p:nvGraphicFramePr>
          <p:cNvPr id="9" name="표 8">
            <a:extLst>
              <a:ext uri="{FF2B5EF4-FFF2-40B4-BE49-F238E27FC236}">
                <a16:creationId xmlns:a16="http://schemas.microsoft.com/office/drawing/2014/main" id="{3E669C76-E199-4F91-891F-D8F6B77D58B5}"/>
              </a:ext>
            </a:extLst>
          </p:cNvPr>
          <p:cNvGraphicFramePr/>
          <p:nvPr/>
        </p:nvGraphicFramePr>
        <p:xfrm>
          <a:off x="2362200" y="2847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3-0">
            <a:extLst>
              <a:ext uri="{FF2B5EF4-FFF2-40B4-BE49-F238E27FC236}">
                <a16:creationId xmlns:a16="http://schemas.microsoft.com/office/drawing/2014/main" id="{3574D781-0961-4F28-8490-9035B642E85F}"/>
              </a:ext>
            </a:extLst>
          </p:cNvPr>
          <p:cNvSpPr>
            <a:spLocks noGrp="1"/>
          </p:cNvSpPr>
          <p:nvPr/>
        </p:nvSpPr>
        <p:spPr>
          <a:xfrm>
            <a:off x="23622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3-1">
            <a:extLst>
              <a:ext uri="{FF2B5EF4-FFF2-40B4-BE49-F238E27FC236}">
                <a16:creationId xmlns:a16="http://schemas.microsoft.com/office/drawing/2014/main" id="{DC872277-19CD-47BA-8E1E-850776434F17}"/>
              </a:ext>
            </a:extLst>
          </p:cNvPr>
          <p:cNvSpPr>
            <a:spLocks noGrp="1"/>
          </p:cNvSpPr>
          <p:nvPr/>
        </p:nvSpPr>
        <p:spPr>
          <a:xfrm>
            <a:off x="34671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3-2">
            <a:extLst>
              <a:ext uri="{FF2B5EF4-FFF2-40B4-BE49-F238E27FC236}">
                <a16:creationId xmlns:a16="http://schemas.microsoft.com/office/drawing/2014/main" id="{03457F43-B93E-4AD2-8841-3DDE3D0C5BEA}"/>
              </a:ext>
            </a:extLst>
          </p:cNvPr>
          <p:cNvSpPr>
            <a:spLocks noGrp="1"/>
          </p:cNvSpPr>
          <p:nvPr/>
        </p:nvSpPr>
        <p:spPr>
          <a:xfrm>
            <a:off x="45720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3-3">
            <a:extLst>
              <a:ext uri="{FF2B5EF4-FFF2-40B4-BE49-F238E27FC236}">
                <a16:creationId xmlns:a16="http://schemas.microsoft.com/office/drawing/2014/main" id="{53C4442A-CDE5-4224-99E4-6716CA62BF1B}"/>
              </a:ext>
            </a:extLst>
          </p:cNvPr>
          <p:cNvSpPr>
            <a:spLocks noGrp="1"/>
          </p:cNvSpPr>
          <p:nvPr/>
        </p:nvSpPr>
        <p:spPr>
          <a:xfrm>
            <a:off x="56769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83-4">
            <a:extLst>
              <a:ext uri="{FF2B5EF4-FFF2-40B4-BE49-F238E27FC236}">
                <a16:creationId xmlns:a16="http://schemas.microsoft.com/office/drawing/2014/main" id="{11D2EAB0-9567-475B-94A9-A5681C192794}"/>
              </a:ext>
            </a:extLst>
          </p:cNvPr>
          <p:cNvSpPr>
            <a:spLocks noGrp="1"/>
          </p:cNvSpPr>
          <p:nvPr/>
        </p:nvSpPr>
        <p:spPr>
          <a:xfrm>
            <a:off x="67818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83-5">
            <a:extLst>
              <a:ext uri="{FF2B5EF4-FFF2-40B4-BE49-F238E27FC236}">
                <a16:creationId xmlns:a16="http://schemas.microsoft.com/office/drawing/2014/main" id="{1C28D517-916B-4308-AC64-0CC2A2A1BAD7}"/>
              </a:ext>
            </a:extLst>
          </p:cNvPr>
          <p:cNvSpPr>
            <a:spLocks noGrp="1"/>
          </p:cNvSpPr>
          <p:nvPr/>
        </p:nvSpPr>
        <p:spPr>
          <a:xfrm>
            <a:off x="78867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83-6">
            <a:extLst>
              <a:ext uri="{FF2B5EF4-FFF2-40B4-BE49-F238E27FC236}">
                <a16:creationId xmlns:a16="http://schemas.microsoft.com/office/drawing/2014/main" id="{0486B0B2-17F8-4975-8CED-0224DA2383C2}"/>
              </a:ext>
            </a:extLst>
          </p:cNvPr>
          <p:cNvSpPr>
            <a:spLocks noGrp="1"/>
          </p:cNvSpPr>
          <p:nvPr/>
        </p:nvSpPr>
        <p:spPr>
          <a:xfrm>
            <a:off x="89916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83-7">
            <a:extLst>
              <a:ext uri="{FF2B5EF4-FFF2-40B4-BE49-F238E27FC236}">
                <a16:creationId xmlns:a16="http://schemas.microsoft.com/office/drawing/2014/main" id="{313440C4-2A63-458B-BC3E-29923BFC54C7}"/>
              </a:ext>
            </a:extLst>
          </p:cNvPr>
          <p:cNvSpPr>
            <a:spLocks noGrp="1"/>
          </p:cNvSpPr>
          <p:nvPr/>
        </p:nvSpPr>
        <p:spPr>
          <a:xfrm>
            <a:off x="100965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84">
            <a:extLst>
              <a:ext uri="{FF2B5EF4-FFF2-40B4-BE49-F238E27FC236}">
                <a16:creationId xmlns:a16="http://schemas.microsoft.com/office/drawing/2014/main" id="{015DF203-223F-4B53-A575-7F06621F9378}"/>
              </a:ext>
            </a:extLst>
          </p:cNvPr>
          <p:cNvSpPr>
            <a:spLocks noGrp="1"/>
          </p:cNvSpPr>
          <p:nvPr/>
        </p:nvSpPr>
        <p:spPr>
          <a:xfrm>
            <a:off x="6772275" y="2790825"/>
            <a:ext cx="19050" cy="666750"/>
          </a:xfrm>
          <a:prstGeom prst="rect">
            <a:avLst/>
          </a:prstGeom>
          <a:solidFill>
            <a:srgbClr val="9A5900"/>
          </a:solidFill>
          <a:ln w="0">
            <a:noFill/>
          </a:ln>
        </p:spPr>
      </p:sp>
      <p:sp>
        <p:nvSpPr>
          <p:cNvPr id="19" name="left-range">
            <a:extLst>
              <a:ext uri="{FF2B5EF4-FFF2-40B4-BE49-F238E27FC236}">
                <a16:creationId xmlns:a16="http://schemas.microsoft.com/office/drawing/2014/main" id="{411FE210-5095-40F3-B35F-18CB86CC597D}"/>
              </a:ext>
            </a:extLst>
          </p:cNvPr>
          <p:cNvSpPr>
            <a:spLocks noGrp="1"/>
          </p:cNvSpPr>
          <p:nvPr/>
        </p:nvSpPr>
        <p:spPr>
          <a:xfrm>
            <a:off x="2362200" y="3943350"/>
            <a:ext cx="8839200" cy="400050"/>
          </a:xfrm>
          <a:prstGeom prst="rect">
            <a:avLst/>
          </a:prstGeom>
          <a:noFill/>
          <a:ln w="0">
            <a:noFill/>
          </a:ln>
        </p:spPr>
        <p:txBody>
          <a:bodyPr wrap="none" lIns="0" tIns="0" rIns="0" bIns="0" anchor="t">
            <a:noAutofit/>
          </a:bodyPr>
          <a:lstStyle>
            <a:defPPr algn="l">
              <a:defRPr sz="2100" b="1">
                <a:solidFill>
                  <a:srgbClr val="1D5A8A"/>
                </a:solidFill>
                <a:latin typeface="Consolas"/>
                <a:ea typeface="Consolas"/>
                <a:cs typeface="Consolas"/>
              </a:defRPr>
            </a:defPPr>
          </a:lstStyle>
          <a:p>
            <a:pPr algn="l">
              <a:lnSpc>
                <a:spcPct val="108000"/>
              </a:lnSpc>
              <a:buNone/>
              <a:defRPr sz="2100" b="1">
                <a:solidFill>
                  <a:srgbClr val="1D5A8A"/>
                </a:solidFill>
                <a:latin typeface="Consolas"/>
                <a:ea typeface="Consolas"/>
                <a:cs typeface="Consolas"/>
              </a:defRPr>
            </a:pPr>
            <a:r>
              <a:rPr sz="2100" b="1">
                <a:solidFill>
                  <a:srgbClr val="1D5A8A"/>
                </a:solidFill>
                <a:latin typeface="Consolas"/>
                <a:ea typeface="Consolas"/>
                <a:cs typeface="Consolas"/>
              </a:rPr>
              <a:t>range(3, −1, −1)  →  3, 2, 1, 0</a:t>
            </a:r>
          </a:p>
        </p:txBody>
      </p:sp>
      <p:sp>
        <p:nvSpPr>
          <p:cNvPr id="20" name="row-285-label">
            <a:extLst>
              <a:ext uri="{FF2B5EF4-FFF2-40B4-BE49-F238E27FC236}">
                <a16:creationId xmlns:a16="http://schemas.microsoft.com/office/drawing/2014/main" id="{81071F9E-6D94-475E-B42B-C5500351E888}"/>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인덱스</a:t>
            </a:r>
          </a:p>
        </p:txBody>
      </p:sp>
      <p:graphicFrame>
        <p:nvGraphicFramePr>
          <p:cNvPr id="21" name="표 20">
            <a:extLst>
              <a:ext uri="{FF2B5EF4-FFF2-40B4-BE49-F238E27FC236}">
                <a16:creationId xmlns:a16="http://schemas.microsoft.com/office/drawing/2014/main" id="{997D0D1A-576F-49E4-86B3-9A6DE035232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index-285-0">
            <a:extLst>
              <a:ext uri="{FF2B5EF4-FFF2-40B4-BE49-F238E27FC236}">
                <a16:creationId xmlns:a16="http://schemas.microsoft.com/office/drawing/2014/main" id="{8D69AAF4-504F-4621-823B-571B642B6F1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index-285-1">
            <a:extLst>
              <a:ext uri="{FF2B5EF4-FFF2-40B4-BE49-F238E27FC236}">
                <a16:creationId xmlns:a16="http://schemas.microsoft.com/office/drawing/2014/main" id="{F5A053DD-F328-41BE-B988-B3F1D9B5D404}"/>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index-285-2">
            <a:extLst>
              <a:ext uri="{FF2B5EF4-FFF2-40B4-BE49-F238E27FC236}">
                <a16:creationId xmlns:a16="http://schemas.microsoft.com/office/drawing/2014/main" id="{4F78712A-75FF-49FC-B10D-4A2F2606F19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index-285-3">
            <a:extLst>
              <a:ext uri="{FF2B5EF4-FFF2-40B4-BE49-F238E27FC236}">
                <a16:creationId xmlns:a16="http://schemas.microsoft.com/office/drawing/2014/main" id="{5D6F3071-4004-484D-84F3-0BA39F1D6A0B}"/>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index-285-4">
            <a:extLst>
              <a:ext uri="{FF2B5EF4-FFF2-40B4-BE49-F238E27FC236}">
                <a16:creationId xmlns:a16="http://schemas.microsoft.com/office/drawing/2014/main" id="{CB1B591F-25E4-41A4-979C-6504E6DB6181}"/>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index-285-5">
            <a:extLst>
              <a:ext uri="{FF2B5EF4-FFF2-40B4-BE49-F238E27FC236}">
                <a16:creationId xmlns:a16="http://schemas.microsoft.com/office/drawing/2014/main" id="{B6460E9A-B360-4F98-8BC1-272A74BBF3B8}"/>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index-285-6">
            <a:extLst>
              <a:ext uri="{FF2B5EF4-FFF2-40B4-BE49-F238E27FC236}">
                <a16:creationId xmlns:a16="http://schemas.microsoft.com/office/drawing/2014/main" id="{B8F1A273-F484-46B6-91C6-42536CEBDF1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9" name="index-285-7">
            <a:extLst>
              <a:ext uri="{FF2B5EF4-FFF2-40B4-BE49-F238E27FC236}">
                <a16:creationId xmlns:a16="http://schemas.microsoft.com/office/drawing/2014/main" id="{08044F66-BB76-48C5-BA3E-BA0EC889B1B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0" name="diagram-line-286">
            <a:extLst>
              <a:ext uri="{FF2B5EF4-FFF2-40B4-BE49-F238E27FC236}">
                <a16:creationId xmlns:a16="http://schemas.microsoft.com/office/drawing/2014/main" id="{DD9E9F71-C51D-4874-8A3F-33E12A9A83C3}"/>
              </a:ext>
            </a:extLst>
          </p:cNvPr>
          <p:cNvSpPr>
            <a:spLocks noGrp="1"/>
          </p:cNvSpPr>
          <p:nvPr/>
        </p:nvSpPr>
        <p:spPr>
          <a:xfrm>
            <a:off x="6772275" y="4724400"/>
            <a:ext cx="19050" cy="666750"/>
          </a:xfrm>
          <a:prstGeom prst="rect">
            <a:avLst/>
          </a:prstGeom>
          <a:solidFill>
            <a:srgbClr val="9A5900"/>
          </a:solidFill>
          <a:ln w="0">
            <a:noFill/>
          </a:ln>
        </p:spPr>
      </p:sp>
      <p:sp>
        <p:nvSpPr>
          <p:cNvPr id="31" name="caption">
            <a:extLst>
              <a:ext uri="{FF2B5EF4-FFF2-40B4-BE49-F238E27FC236}">
                <a16:creationId xmlns:a16="http://schemas.microsoft.com/office/drawing/2014/main" id="{1F745B4C-02B8-4E8D-B3BA-841174D307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range(4, 8) → 4, 5, 6, 7. 현재 호출의 low와 high까지만 읽습니다.</a:t>
            </a:r>
          </a:p>
        </p:txBody>
      </p:sp>
    </p:spTree>
    <p:extLst>
      <p:ext uri="{BB962C8B-B14F-4D97-AF65-F5344CB8AC3E}">
        <p14:creationId xmlns:p14="http://schemas.microsoft.com/office/powerpoint/2010/main" val="150182320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6CADA929-AC0A-47B4-92BF-559152FAE67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846B5A1-2767-42CA-9F62-79DA8BC4A83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37973E-F308-406D-90DA-BE96CD7B87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모두 음수면 0이 답이 아닙니다</a:t>
            </a:r>
          </a:p>
        </p:txBody>
      </p:sp>
      <p:sp>
        <p:nvSpPr>
          <p:cNvPr id="4" name="diagram-line-287">
            <a:extLst>
              <a:ext uri="{FF2B5EF4-FFF2-40B4-BE49-F238E27FC236}">
                <a16:creationId xmlns:a16="http://schemas.microsoft.com/office/drawing/2014/main" id="{A6E47E20-42F8-4858-B2C1-50362BD3F70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B12297D-7812-4C32-B7AD-9ADDE2C653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[−4, −2, −5, −1]. 비어 있지 않은 구간만 고릅니다.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−2, 오른쪽 −1, 걸친 합 −7 중 가장 큰 값은 −1입니다.</a:t>
            </a:r>
          </a:p>
        </p:txBody>
      </p:sp>
      <p:sp>
        <p:nvSpPr>
          <p:cNvPr id="6" name="footer">
            <a:extLst>
              <a:ext uri="{FF2B5EF4-FFF2-40B4-BE49-F238E27FC236}">
                <a16:creationId xmlns:a16="http://schemas.microsoft.com/office/drawing/2014/main" id="{EB009BBF-7A91-447F-A4CE-875F731E634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74A7FC-5853-4560-8211-CCD895DEA4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174</a:t>
            </a:r>
            <a:endParaRPr sz="1050" b="0">
              <a:solidFill>
                <a:srgbClr val="151515"/>
              </a:solidFill>
              <a:latin typeface="Consolas"/>
              <a:ea typeface="Consolas"/>
              <a:cs typeface="Consolas"/>
            </a:endParaRPr>
          </a:p>
        </p:txBody>
      </p:sp>
      <p:sp>
        <p:nvSpPr>
          <p:cNvPr id="8" name="row-288-label">
            <a:extLst>
              <a:ext uri="{FF2B5EF4-FFF2-40B4-BE49-F238E27FC236}">
                <a16:creationId xmlns:a16="http://schemas.microsoft.com/office/drawing/2014/main" id="{EC4FF763-71F4-46FE-BF73-9532CEED2D4A}"/>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C7D11E1A-D127-4C7C-B761-76FE7EF785B6}"/>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8-0">
            <a:extLst>
              <a:ext uri="{FF2B5EF4-FFF2-40B4-BE49-F238E27FC236}">
                <a16:creationId xmlns:a16="http://schemas.microsoft.com/office/drawing/2014/main" id="{62E0BB66-F54E-4F35-B6B9-39CE86C47359}"/>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8-1">
            <a:extLst>
              <a:ext uri="{FF2B5EF4-FFF2-40B4-BE49-F238E27FC236}">
                <a16:creationId xmlns:a16="http://schemas.microsoft.com/office/drawing/2014/main" id="{0FC4C2D3-ADF2-4EDC-AB91-3410036CBF61}"/>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8-2">
            <a:extLst>
              <a:ext uri="{FF2B5EF4-FFF2-40B4-BE49-F238E27FC236}">
                <a16:creationId xmlns:a16="http://schemas.microsoft.com/office/drawing/2014/main" id="{411461F0-F594-459A-B155-5B89F711A3F6}"/>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8-3">
            <a:extLst>
              <a:ext uri="{FF2B5EF4-FFF2-40B4-BE49-F238E27FC236}">
                <a16:creationId xmlns:a16="http://schemas.microsoft.com/office/drawing/2014/main" id="{7BCD58C4-B337-44E6-A7B0-A3FAECD48088}"/>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88">
            <a:extLst>
              <a:ext uri="{FF2B5EF4-FFF2-40B4-BE49-F238E27FC236}">
                <a16:creationId xmlns:a16="http://schemas.microsoft.com/office/drawing/2014/main" id="{158F6645-F93D-4180-845F-641FFB73561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5" name="row-289-label">
            <a:extLst>
              <a:ext uri="{FF2B5EF4-FFF2-40B4-BE49-F238E27FC236}">
                <a16:creationId xmlns:a16="http://schemas.microsoft.com/office/drawing/2014/main" id="{FFE4BDA1-BCAE-485C-A808-6FCCE6B922BA}"/>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E431796E-A93E-462C-9EB3-74245EF39D2E}"/>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index-289-0">
            <a:extLst>
              <a:ext uri="{FF2B5EF4-FFF2-40B4-BE49-F238E27FC236}">
                <a16:creationId xmlns:a16="http://schemas.microsoft.com/office/drawing/2014/main" id="{26886892-48A0-4D25-8B99-03392FF94997}"/>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89-1">
            <a:extLst>
              <a:ext uri="{FF2B5EF4-FFF2-40B4-BE49-F238E27FC236}">
                <a16:creationId xmlns:a16="http://schemas.microsoft.com/office/drawing/2014/main" id="{28606A61-4F2D-47E0-B173-006BE092A94A}"/>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89-2">
            <a:extLst>
              <a:ext uri="{FF2B5EF4-FFF2-40B4-BE49-F238E27FC236}">
                <a16:creationId xmlns:a16="http://schemas.microsoft.com/office/drawing/2014/main" id="{F8F4A546-75DC-43AF-9642-860838936D63}"/>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89-3">
            <a:extLst>
              <a:ext uri="{FF2B5EF4-FFF2-40B4-BE49-F238E27FC236}">
                <a16:creationId xmlns:a16="http://schemas.microsoft.com/office/drawing/2014/main" id="{1B9D8B7D-0B92-4244-AE32-C6306229AB01}"/>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89">
            <a:extLst>
              <a:ext uri="{FF2B5EF4-FFF2-40B4-BE49-F238E27FC236}">
                <a16:creationId xmlns:a16="http://schemas.microsoft.com/office/drawing/2014/main" id="{5BD43FCA-088A-4897-B7B6-1173EE4651E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22" name="row-290-label">
            <a:extLst>
              <a:ext uri="{FF2B5EF4-FFF2-40B4-BE49-F238E27FC236}">
                <a16:creationId xmlns:a16="http://schemas.microsoft.com/office/drawing/2014/main" id="{09846375-5D94-493A-8937-99D7100658C2}"/>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D4D3DEC5-9D83-4DF4-9116-C66E37A143AD}"/>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0-0">
            <a:extLst>
              <a:ext uri="{FF2B5EF4-FFF2-40B4-BE49-F238E27FC236}">
                <a16:creationId xmlns:a16="http://schemas.microsoft.com/office/drawing/2014/main" id="{6DFB4552-144B-45BD-9FA5-9E9947712FE3}"/>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0-1">
            <a:extLst>
              <a:ext uri="{FF2B5EF4-FFF2-40B4-BE49-F238E27FC236}">
                <a16:creationId xmlns:a16="http://schemas.microsoft.com/office/drawing/2014/main" id="{922CC807-E113-4FF2-BE64-515CCEEEF109}"/>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0-2">
            <a:extLst>
              <a:ext uri="{FF2B5EF4-FFF2-40B4-BE49-F238E27FC236}">
                <a16:creationId xmlns:a16="http://schemas.microsoft.com/office/drawing/2014/main" id="{DE0C37EB-AFE1-4649-B000-31D86AE18FC1}"/>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0-3">
            <a:extLst>
              <a:ext uri="{FF2B5EF4-FFF2-40B4-BE49-F238E27FC236}">
                <a16:creationId xmlns:a16="http://schemas.microsoft.com/office/drawing/2014/main" id="{DDB3204C-BA2F-4542-8AE3-9B31F996DC2C}"/>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0">
            <a:extLst>
              <a:ext uri="{FF2B5EF4-FFF2-40B4-BE49-F238E27FC236}">
                <a16:creationId xmlns:a16="http://schemas.microsoft.com/office/drawing/2014/main" id="{CD69D36F-7344-4DDF-B41A-3BB3374270C3}"/>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−7</a:t>
            </a:r>
          </a:p>
        </p:txBody>
      </p:sp>
      <p:sp>
        <p:nvSpPr>
          <p:cNvPr id="29" name="caption">
            <a:extLst>
              <a:ext uri="{FF2B5EF4-FFF2-40B4-BE49-F238E27FC236}">
                <a16:creationId xmlns:a16="http://schemas.microsoft.com/office/drawing/2014/main" id="{52B9D778-F6A9-4651-AE0B-DBB3DCB4F5A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−2 → −6 (기록 −2) / 오른쪽: −5 → −6 (기록 −5)</a:t>
            </a:r>
          </a:p>
        </p:txBody>
      </p:sp>
    </p:spTree>
    <p:extLst>
      <p:ext uri="{BB962C8B-B14F-4D97-AF65-F5344CB8AC3E}">
        <p14:creationId xmlns:p14="http://schemas.microsoft.com/office/powerpoint/2010/main" val="236325758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557764CA-C83A-46CE-89DD-9842669440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5050156-DC6D-4995-9E17-1BF977C51B3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EF29A4-06D3-4CCC-A23C-0493D6B771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cross_max가 항상 이기지는 않습니다</a:t>
            </a:r>
          </a:p>
        </p:txBody>
      </p:sp>
      <p:sp>
        <p:nvSpPr>
          <p:cNvPr id="4" name="diagram-line-291">
            <a:extLst>
              <a:ext uri="{FF2B5EF4-FFF2-40B4-BE49-F238E27FC236}">
                <a16:creationId xmlns:a16="http://schemas.microsoft.com/office/drawing/2014/main" id="{92ADF9C0-714A-42E5-8C07-18D68AD2061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3A8EC5E-F0F9-4C62-8D13-92B7E9567ED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[8, −10, −2, −3]. 경계를 걸치면 −10을 빼놓을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오른쪽 −2, 걸친 합 −4 중 최댓값 8을 반환합니다.</a:t>
            </a:r>
          </a:p>
        </p:txBody>
      </p:sp>
      <p:sp>
        <p:nvSpPr>
          <p:cNvPr id="6" name="footer">
            <a:extLst>
              <a:ext uri="{FF2B5EF4-FFF2-40B4-BE49-F238E27FC236}">
                <a16:creationId xmlns:a16="http://schemas.microsoft.com/office/drawing/2014/main" id="{EAD86818-0FA8-4E92-8BEC-503DB6B1762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58FB72E-6026-4ED8-8F95-BF0427D4D07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175</a:t>
            </a:r>
            <a:endParaRPr sz="1050" b="0">
              <a:solidFill>
                <a:srgbClr val="151515"/>
              </a:solidFill>
              <a:latin typeface="Consolas"/>
              <a:ea typeface="Consolas"/>
              <a:cs typeface="Consolas"/>
            </a:endParaRPr>
          </a:p>
        </p:txBody>
      </p:sp>
      <p:sp>
        <p:nvSpPr>
          <p:cNvPr id="8" name="row-292-label">
            <a:extLst>
              <a:ext uri="{FF2B5EF4-FFF2-40B4-BE49-F238E27FC236}">
                <a16:creationId xmlns:a16="http://schemas.microsoft.com/office/drawing/2014/main" id="{64ED3847-3059-4EDD-BCDC-534F8AAC050F}"/>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56F8D11C-FC73-46EF-9E6F-7C4EC734000F}"/>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92-0">
            <a:extLst>
              <a:ext uri="{FF2B5EF4-FFF2-40B4-BE49-F238E27FC236}">
                <a16:creationId xmlns:a16="http://schemas.microsoft.com/office/drawing/2014/main" id="{4736F499-4453-4520-9865-9F0DED10F53B}"/>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92-1">
            <a:extLst>
              <a:ext uri="{FF2B5EF4-FFF2-40B4-BE49-F238E27FC236}">
                <a16:creationId xmlns:a16="http://schemas.microsoft.com/office/drawing/2014/main" id="{D4CAFF7D-A16B-41B6-BC32-D5601BAB7BAF}"/>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92-2">
            <a:extLst>
              <a:ext uri="{FF2B5EF4-FFF2-40B4-BE49-F238E27FC236}">
                <a16:creationId xmlns:a16="http://schemas.microsoft.com/office/drawing/2014/main" id="{7A9669B0-47F9-4416-B03E-B1703F11D3D2}"/>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92-3">
            <a:extLst>
              <a:ext uri="{FF2B5EF4-FFF2-40B4-BE49-F238E27FC236}">
                <a16:creationId xmlns:a16="http://schemas.microsoft.com/office/drawing/2014/main" id="{B028F21F-F979-48A3-B66E-6E510D985F15}"/>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92">
            <a:extLst>
              <a:ext uri="{FF2B5EF4-FFF2-40B4-BE49-F238E27FC236}">
                <a16:creationId xmlns:a16="http://schemas.microsoft.com/office/drawing/2014/main" id="{7FA383EE-3964-4DAD-AF7B-3AF838F3622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8</a:t>
            </a:r>
          </a:p>
        </p:txBody>
      </p:sp>
      <p:sp>
        <p:nvSpPr>
          <p:cNvPr id="15" name="row-293-label">
            <a:extLst>
              <a:ext uri="{FF2B5EF4-FFF2-40B4-BE49-F238E27FC236}">
                <a16:creationId xmlns:a16="http://schemas.microsoft.com/office/drawing/2014/main" id="{5C867CF8-2AF9-4EAE-AB05-83586B6A577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AC2A1F10-E202-490F-B012-4A34808D7082}"/>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7" name="index-293-0">
            <a:extLst>
              <a:ext uri="{FF2B5EF4-FFF2-40B4-BE49-F238E27FC236}">
                <a16:creationId xmlns:a16="http://schemas.microsoft.com/office/drawing/2014/main" id="{EC920AAF-CEA9-4E89-BDAB-3B1C6E97656A}"/>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93-1">
            <a:extLst>
              <a:ext uri="{FF2B5EF4-FFF2-40B4-BE49-F238E27FC236}">
                <a16:creationId xmlns:a16="http://schemas.microsoft.com/office/drawing/2014/main" id="{5A17E22E-14C1-4E8E-AA4F-3F28E8C25867}"/>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93-2">
            <a:extLst>
              <a:ext uri="{FF2B5EF4-FFF2-40B4-BE49-F238E27FC236}">
                <a16:creationId xmlns:a16="http://schemas.microsoft.com/office/drawing/2014/main" id="{5CC0470D-3B1B-4224-A0C1-BA7E2EF5EF85}"/>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93-3">
            <a:extLst>
              <a:ext uri="{FF2B5EF4-FFF2-40B4-BE49-F238E27FC236}">
                <a16:creationId xmlns:a16="http://schemas.microsoft.com/office/drawing/2014/main" id="{E72D134E-EF9B-4EE4-AF14-071AB728043E}"/>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93">
            <a:extLst>
              <a:ext uri="{FF2B5EF4-FFF2-40B4-BE49-F238E27FC236}">
                <a16:creationId xmlns:a16="http://schemas.microsoft.com/office/drawing/2014/main" id="{A1A12281-7492-41EB-9D56-19E56FB9FA5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22" name="row-294-label">
            <a:extLst>
              <a:ext uri="{FF2B5EF4-FFF2-40B4-BE49-F238E27FC236}">
                <a16:creationId xmlns:a16="http://schemas.microsoft.com/office/drawing/2014/main" id="{9EE637A0-3D78-4230-94C7-B694F535F7D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B637A813-4147-44D2-82BE-1620500B98C3}"/>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DE5BB"/>
                    </a:solidFill>
                  </a:tcPr>
                </a:tc>
                <a:tc>
                  <a:txBody>
                    <a:bodyPr/>
                    <a:lstStyle/>
                    <a:p>
                      <a:pPr algn="ctr"/>
                      <a:r>
                        <a:rPr sz="2475" b="1">
                          <a:solidFill>
                            <a:srgbClr val="151515"/>
                          </a:solidFill>
                          <a:latin typeface="Consolas"/>
                          <a:ea typeface="Consolas"/>
                          <a:cs typeface="Consolas"/>
                        </a:rPr>
                        <a:t>-10</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4-0">
            <a:extLst>
              <a:ext uri="{FF2B5EF4-FFF2-40B4-BE49-F238E27FC236}">
                <a16:creationId xmlns:a16="http://schemas.microsoft.com/office/drawing/2014/main" id="{A8106F41-C47A-412F-B0F3-7FE3FDF9289A}"/>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4-1">
            <a:extLst>
              <a:ext uri="{FF2B5EF4-FFF2-40B4-BE49-F238E27FC236}">
                <a16:creationId xmlns:a16="http://schemas.microsoft.com/office/drawing/2014/main" id="{3C4245B0-D446-4A47-B4D2-2FCB44E302A6}"/>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4-2">
            <a:extLst>
              <a:ext uri="{FF2B5EF4-FFF2-40B4-BE49-F238E27FC236}">
                <a16:creationId xmlns:a16="http://schemas.microsoft.com/office/drawing/2014/main" id="{0DA54835-FCE2-4500-8303-C358B571CA20}"/>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4-3">
            <a:extLst>
              <a:ext uri="{FF2B5EF4-FFF2-40B4-BE49-F238E27FC236}">
                <a16:creationId xmlns:a16="http://schemas.microsoft.com/office/drawing/2014/main" id="{5D9BBF05-3437-4DAF-8816-58D61C097FC7}"/>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4">
            <a:extLst>
              <a:ext uri="{FF2B5EF4-FFF2-40B4-BE49-F238E27FC236}">
                <a16:creationId xmlns:a16="http://schemas.microsoft.com/office/drawing/2014/main" id="{953B6739-4CB9-4194-9880-F4ACDDFA10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29" name="caption">
            <a:extLst>
              <a:ext uri="{FF2B5EF4-FFF2-40B4-BE49-F238E27FC236}">
                <a16:creationId xmlns:a16="http://schemas.microsoft.com/office/drawing/2014/main" id="{36D55CC6-EAAC-4EFD-9160-D3F36A39E72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경계 합: (8 − 10) + (−2) = −4. 전체 답은 왼쪽 한 칸의 8입니다.</a:t>
            </a:r>
          </a:p>
        </p:txBody>
      </p:sp>
    </p:spTree>
    <p:extLst>
      <p:ext uri="{BB962C8B-B14F-4D97-AF65-F5344CB8AC3E}">
        <p14:creationId xmlns:p14="http://schemas.microsoft.com/office/powerpoint/2010/main" val="369116960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box-159">
            <a:extLst>
              <a:ext uri="{FF2B5EF4-FFF2-40B4-BE49-F238E27FC236}">
                <a16:creationId xmlns:a16="http://schemas.microsoft.com/office/drawing/2014/main" id="{C15EB0D8-D81B-4612-B9A6-C6A81F2C7394}"/>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160">
            <a:extLst>
              <a:ext uri="{FF2B5EF4-FFF2-40B4-BE49-F238E27FC236}">
                <a16:creationId xmlns:a16="http://schemas.microsoft.com/office/drawing/2014/main" id="{39A4AD87-1CF7-4A8F-B180-0C7EE556F7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61">
            <a:extLst>
              <a:ext uri="{FF2B5EF4-FFF2-40B4-BE49-F238E27FC236}">
                <a16:creationId xmlns:a16="http://schemas.microsoft.com/office/drawing/2014/main" id="{E096D298-2431-495C-9C84-EF18FEA245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 한 번: 왼쪽 4칸과 오른쪽 4칸</a:t>
            </a:r>
          </a:p>
        </p:txBody>
      </p:sp>
      <p:sp>
        <p:nvSpPr>
          <p:cNvPr id="4" name="box-162">
            <a:extLst>
              <a:ext uri="{FF2B5EF4-FFF2-40B4-BE49-F238E27FC236}">
                <a16:creationId xmlns:a16="http://schemas.microsoft.com/office/drawing/2014/main" id="{F597F373-C558-46CB-9F81-70403D724084}"/>
              </a:ext>
            </a:extLst>
          </p:cNvPr>
          <p:cNvSpPr>
            <a:spLocks noGrp="1"/>
          </p:cNvSpPr>
          <p:nvPr/>
        </p:nvSpPr>
        <p:spPr>
          <a:xfrm>
            <a:off x="609600" y="1381125"/>
            <a:ext cx="10972800" cy="9525"/>
          </a:xfrm>
          <a:prstGeom prst="rect">
            <a:avLst/>
          </a:prstGeom>
          <a:solidFill>
            <a:srgbClr val="151515"/>
          </a:solidFill>
          <a:ln w="0">
            <a:noFill/>
          </a:ln>
        </p:spPr>
      </p:sp>
      <p:sp>
        <p:nvSpPr>
          <p:cNvPr id="5" name="box-163">
            <a:extLst>
              <a:ext uri="{FF2B5EF4-FFF2-40B4-BE49-F238E27FC236}">
                <a16:creationId xmlns:a16="http://schemas.microsoft.com/office/drawing/2014/main" id="{26EA6BD1-9914-495C-85E6-152C9F69FA7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1703CD3-B120-4C96-B921-4FB9643B4F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176</a:t>
            </a:r>
            <a:endParaRPr sz="1050" b="0">
              <a:solidFill>
                <a:srgbClr val="151515"/>
              </a:solidFill>
              <a:latin typeface="Consolas"/>
              <a:ea typeface="Consolas"/>
              <a:cs typeface="Consolas"/>
            </a:endParaRPr>
          </a:p>
        </p:txBody>
      </p:sp>
      <p:sp>
        <p:nvSpPr>
          <p:cNvPr id="7" name="box-165">
            <a:extLst>
              <a:ext uri="{FF2B5EF4-FFF2-40B4-BE49-F238E27FC236}">
                <a16:creationId xmlns:a16="http://schemas.microsoft.com/office/drawing/2014/main" id="{DC1C12E2-42E5-43B9-8B19-3C91A97663C5}"/>
              </a:ext>
            </a:extLst>
          </p:cNvPr>
          <p:cNvSpPr>
            <a:spLocks noGrp="1"/>
          </p:cNvSpPr>
          <p:nvPr/>
        </p:nvSpPr>
        <p:spPr>
          <a:xfrm>
            <a:off x="609600" y="1866900"/>
            <a:ext cx="10972800" cy="3810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왼쪽 스캔: 가운데에서 왼쪽으로</a:t>
            </a:r>
          </a:p>
        </p:txBody>
      </p:sp>
      <p:sp>
        <p:nvSpPr>
          <p:cNvPr id="8" name="box-166">
            <a:extLst>
              <a:ext uri="{FF2B5EF4-FFF2-40B4-BE49-F238E27FC236}">
                <a16:creationId xmlns:a16="http://schemas.microsoft.com/office/drawing/2014/main" id="{4F5ED079-2903-475B-B053-84CE0DEB651B}"/>
              </a:ext>
            </a:extLst>
          </p:cNvPr>
          <p:cNvSpPr>
            <a:spLocks noGrp="1"/>
          </p:cNvSpPr>
          <p:nvPr/>
        </p:nvSpPr>
        <p:spPr>
          <a:xfrm>
            <a:off x="1047750" y="2514600"/>
            <a:ext cx="781050" cy="781050"/>
          </a:xfrm>
          <a:prstGeom prst="rect">
            <a:avLst/>
          </a:prstGeom>
          <a:solidFill>
            <a:srgbClr val="EEF5F8"/>
          </a:solidFill>
          <a:ln w="9525">
            <a:solidFill>
              <a:srgbClr val="146995"/>
            </a:solidFill>
          </a:ln>
        </p:spPr>
      </p:sp>
      <p:sp>
        <p:nvSpPr>
          <p:cNvPr id="9" name="box-167">
            <a:extLst>
              <a:ext uri="{FF2B5EF4-FFF2-40B4-BE49-F238E27FC236}">
                <a16:creationId xmlns:a16="http://schemas.microsoft.com/office/drawing/2014/main" id="{7807C0E3-EB78-4BD2-BCC6-D758DFC5BA56}"/>
              </a:ext>
            </a:extLst>
          </p:cNvPr>
          <p:cNvSpPr>
            <a:spLocks noGrp="1"/>
          </p:cNvSpPr>
          <p:nvPr/>
        </p:nvSpPr>
        <p:spPr>
          <a:xfrm>
            <a:off x="104775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168">
            <a:extLst>
              <a:ext uri="{FF2B5EF4-FFF2-40B4-BE49-F238E27FC236}">
                <a16:creationId xmlns:a16="http://schemas.microsoft.com/office/drawing/2014/main" id="{972A3786-F14E-43E1-8D75-AD4422F4EDDC}"/>
              </a:ext>
            </a:extLst>
          </p:cNvPr>
          <p:cNvSpPr>
            <a:spLocks noGrp="1"/>
          </p:cNvSpPr>
          <p:nvPr/>
        </p:nvSpPr>
        <p:spPr>
          <a:xfrm>
            <a:off x="1828800" y="2514600"/>
            <a:ext cx="781050" cy="781050"/>
          </a:xfrm>
          <a:prstGeom prst="rect">
            <a:avLst/>
          </a:prstGeom>
          <a:solidFill>
            <a:srgbClr val="EEF5F8"/>
          </a:solidFill>
          <a:ln w="9525">
            <a:solidFill>
              <a:srgbClr val="146995"/>
            </a:solidFill>
          </a:ln>
        </p:spPr>
      </p:sp>
      <p:sp>
        <p:nvSpPr>
          <p:cNvPr id="11" name="box-169">
            <a:extLst>
              <a:ext uri="{FF2B5EF4-FFF2-40B4-BE49-F238E27FC236}">
                <a16:creationId xmlns:a16="http://schemas.microsoft.com/office/drawing/2014/main" id="{827C0BE2-69A9-454B-A7A5-0FA79A6AE7BF}"/>
              </a:ext>
            </a:extLst>
          </p:cNvPr>
          <p:cNvSpPr>
            <a:spLocks noGrp="1"/>
          </p:cNvSpPr>
          <p:nvPr/>
        </p:nvSpPr>
        <p:spPr>
          <a:xfrm>
            <a:off x="182880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12" name="box-170">
            <a:extLst>
              <a:ext uri="{FF2B5EF4-FFF2-40B4-BE49-F238E27FC236}">
                <a16:creationId xmlns:a16="http://schemas.microsoft.com/office/drawing/2014/main" id="{855B3F8A-771C-4822-8B23-BA94201A66E5}"/>
              </a:ext>
            </a:extLst>
          </p:cNvPr>
          <p:cNvSpPr>
            <a:spLocks noGrp="1"/>
          </p:cNvSpPr>
          <p:nvPr/>
        </p:nvSpPr>
        <p:spPr>
          <a:xfrm>
            <a:off x="2609850" y="2514600"/>
            <a:ext cx="781050" cy="781050"/>
          </a:xfrm>
          <a:prstGeom prst="rect">
            <a:avLst/>
          </a:prstGeom>
          <a:solidFill>
            <a:srgbClr val="EEF5F8"/>
          </a:solidFill>
          <a:ln w="9525">
            <a:solidFill>
              <a:srgbClr val="146995"/>
            </a:solidFill>
          </a:ln>
        </p:spPr>
      </p:sp>
      <p:sp>
        <p:nvSpPr>
          <p:cNvPr id="13" name="box-171">
            <a:extLst>
              <a:ext uri="{FF2B5EF4-FFF2-40B4-BE49-F238E27FC236}">
                <a16:creationId xmlns:a16="http://schemas.microsoft.com/office/drawing/2014/main" id="{E7FF0EBF-FB23-4B10-8658-6F6713ECB80A}"/>
              </a:ext>
            </a:extLst>
          </p:cNvPr>
          <p:cNvSpPr>
            <a:spLocks noGrp="1"/>
          </p:cNvSpPr>
          <p:nvPr/>
        </p:nvSpPr>
        <p:spPr>
          <a:xfrm>
            <a:off x="260985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14" name="box-172">
            <a:extLst>
              <a:ext uri="{FF2B5EF4-FFF2-40B4-BE49-F238E27FC236}">
                <a16:creationId xmlns:a16="http://schemas.microsoft.com/office/drawing/2014/main" id="{96823496-32A1-463B-B31F-87F4CC47C5EB}"/>
              </a:ext>
            </a:extLst>
          </p:cNvPr>
          <p:cNvSpPr>
            <a:spLocks noGrp="1"/>
          </p:cNvSpPr>
          <p:nvPr/>
        </p:nvSpPr>
        <p:spPr>
          <a:xfrm>
            <a:off x="3390900" y="2514600"/>
            <a:ext cx="781050" cy="781050"/>
          </a:xfrm>
          <a:prstGeom prst="rect">
            <a:avLst/>
          </a:prstGeom>
          <a:solidFill>
            <a:srgbClr val="EEF5F8"/>
          </a:solidFill>
          <a:ln w="9525">
            <a:solidFill>
              <a:srgbClr val="146995"/>
            </a:solidFill>
          </a:ln>
        </p:spPr>
      </p:sp>
      <p:sp>
        <p:nvSpPr>
          <p:cNvPr id="15" name="box-173">
            <a:extLst>
              <a:ext uri="{FF2B5EF4-FFF2-40B4-BE49-F238E27FC236}">
                <a16:creationId xmlns:a16="http://schemas.microsoft.com/office/drawing/2014/main" id="{DC1E8CAB-98E8-49D4-A3F9-D4AD737853B8}"/>
              </a:ext>
            </a:extLst>
          </p:cNvPr>
          <p:cNvSpPr>
            <a:spLocks noGrp="1"/>
          </p:cNvSpPr>
          <p:nvPr/>
        </p:nvSpPr>
        <p:spPr>
          <a:xfrm>
            <a:off x="339090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6" name="box-174">
            <a:extLst>
              <a:ext uri="{FF2B5EF4-FFF2-40B4-BE49-F238E27FC236}">
                <a16:creationId xmlns:a16="http://schemas.microsoft.com/office/drawing/2014/main" id="{F516C22B-EEF3-4A69-8061-56D9BB262CDC}"/>
              </a:ext>
            </a:extLst>
          </p:cNvPr>
          <p:cNvSpPr>
            <a:spLocks noGrp="1"/>
          </p:cNvSpPr>
          <p:nvPr/>
        </p:nvSpPr>
        <p:spPr>
          <a:xfrm>
            <a:off x="4572000" y="2676525"/>
            <a:ext cx="2857500" cy="4476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4칸</a:t>
            </a:r>
          </a:p>
        </p:txBody>
      </p:sp>
      <p:sp>
        <p:nvSpPr>
          <p:cNvPr id="17" name="box-175">
            <a:extLst>
              <a:ext uri="{FF2B5EF4-FFF2-40B4-BE49-F238E27FC236}">
                <a16:creationId xmlns:a16="http://schemas.microsoft.com/office/drawing/2014/main" id="{8F45B96F-6385-49FD-A433-FEF774AFCC55}"/>
              </a:ext>
            </a:extLst>
          </p:cNvPr>
          <p:cNvSpPr>
            <a:spLocks noGrp="1"/>
          </p:cNvSpPr>
          <p:nvPr/>
        </p:nvSpPr>
        <p:spPr>
          <a:xfrm>
            <a:off x="609600" y="3552825"/>
            <a:ext cx="10972800" cy="381000"/>
          </a:xfrm>
          <a:prstGeom prst="rect">
            <a:avLst/>
          </a:prstGeom>
          <a:noFill/>
          <a:ln w="0">
            <a:noFill/>
          </a:ln>
        </p:spPr>
        <p:txBody>
          <a:bodyPr wrap="none" lIns="0" tIns="0" rIns="0" bIns="0" anchor="t">
            <a:noAutofit/>
          </a:bodyPr>
          <a:lstStyle>
            <a:defPPr algn="l">
              <a:defRPr sz="2025" b="1">
                <a:solidFill>
                  <a:srgbClr val="21744F"/>
                </a:solidFill>
                <a:latin typeface="Malgun Gothic"/>
                <a:ea typeface="Malgun Gothic"/>
                <a:cs typeface="Malgun Gothic"/>
              </a:defRPr>
            </a:defPPr>
          </a:lstStyle>
          <a:p>
            <a:pPr algn="l">
              <a:lnSpc>
                <a:spcPct val="112000"/>
              </a:lnSpc>
              <a:buNone/>
              <a:defRPr sz="2025" b="1">
                <a:solidFill>
                  <a:srgbClr val="21744F"/>
                </a:solidFill>
                <a:latin typeface="Malgun Gothic"/>
                <a:ea typeface="Malgun Gothic"/>
                <a:cs typeface="Malgun Gothic"/>
              </a:defRPr>
            </a:pPr>
            <a:r>
              <a:rPr sz="2025" b="1">
                <a:solidFill>
                  <a:srgbClr val="21744F"/>
                </a:solidFill>
                <a:latin typeface="Malgun Gothic"/>
                <a:ea typeface="Malgun Gothic"/>
                <a:cs typeface="Malgun Gothic"/>
              </a:rPr>
              <a:t>오른쪽 스캔: 가운데 다음부터 오른쪽으로</a:t>
            </a:r>
          </a:p>
        </p:txBody>
      </p:sp>
      <p:sp>
        <p:nvSpPr>
          <p:cNvPr id="18" name="box-176">
            <a:extLst>
              <a:ext uri="{FF2B5EF4-FFF2-40B4-BE49-F238E27FC236}">
                <a16:creationId xmlns:a16="http://schemas.microsoft.com/office/drawing/2014/main" id="{79851AC2-0061-421B-8C3D-C28A118C7C94}"/>
              </a:ext>
            </a:extLst>
          </p:cNvPr>
          <p:cNvSpPr>
            <a:spLocks noGrp="1"/>
          </p:cNvSpPr>
          <p:nvPr/>
        </p:nvSpPr>
        <p:spPr>
          <a:xfrm>
            <a:off x="1047750" y="4200525"/>
            <a:ext cx="781050" cy="781050"/>
          </a:xfrm>
          <a:prstGeom prst="rect">
            <a:avLst/>
          </a:prstGeom>
          <a:solidFill>
            <a:srgbClr val="EEF5F8"/>
          </a:solidFill>
          <a:ln w="9525">
            <a:solidFill>
              <a:srgbClr val="146995"/>
            </a:solidFill>
          </a:ln>
        </p:spPr>
      </p:sp>
      <p:sp>
        <p:nvSpPr>
          <p:cNvPr id="19" name="box-177">
            <a:extLst>
              <a:ext uri="{FF2B5EF4-FFF2-40B4-BE49-F238E27FC236}">
                <a16:creationId xmlns:a16="http://schemas.microsoft.com/office/drawing/2014/main" id="{FEB9D6F6-92C9-45ED-A82D-D262D678265C}"/>
              </a:ext>
            </a:extLst>
          </p:cNvPr>
          <p:cNvSpPr>
            <a:spLocks noGrp="1"/>
          </p:cNvSpPr>
          <p:nvPr/>
        </p:nvSpPr>
        <p:spPr>
          <a:xfrm>
            <a:off x="104775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178">
            <a:extLst>
              <a:ext uri="{FF2B5EF4-FFF2-40B4-BE49-F238E27FC236}">
                <a16:creationId xmlns:a16="http://schemas.microsoft.com/office/drawing/2014/main" id="{8D2EA3DE-50F7-44AF-8002-9B18745F3B88}"/>
              </a:ext>
            </a:extLst>
          </p:cNvPr>
          <p:cNvSpPr>
            <a:spLocks noGrp="1"/>
          </p:cNvSpPr>
          <p:nvPr/>
        </p:nvSpPr>
        <p:spPr>
          <a:xfrm>
            <a:off x="1828800" y="4200525"/>
            <a:ext cx="781050" cy="781050"/>
          </a:xfrm>
          <a:prstGeom prst="rect">
            <a:avLst/>
          </a:prstGeom>
          <a:solidFill>
            <a:srgbClr val="EEF5F8"/>
          </a:solidFill>
          <a:ln w="9525">
            <a:solidFill>
              <a:srgbClr val="146995"/>
            </a:solidFill>
          </a:ln>
        </p:spPr>
      </p:sp>
      <p:sp>
        <p:nvSpPr>
          <p:cNvPr id="21" name="box-179">
            <a:extLst>
              <a:ext uri="{FF2B5EF4-FFF2-40B4-BE49-F238E27FC236}">
                <a16:creationId xmlns:a16="http://schemas.microsoft.com/office/drawing/2014/main" id="{665AF579-9DA5-445F-8D84-461353CF17AE}"/>
              </a:ext>
            </a:extLst>
          </p:cNvPr>
          <p:cNvSpPr>
            <a:spLocks noGrp="1"/>
          </p:cNvSpPr>
          <p:nvPr/>
        </p:nvSpPr>
        <p:spPr>
          <a:xfrm>
            <a:off x="182880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22" name="box-180">
            <a:extLst>
              <a:ext uri="{FF2B5EF4-FFF2-40B4-BE49-F238E27FC236}">
                <a16:creationId xmlns:a16="http://schemas.microsoft.com/office/drawing/2014/main" id="{DB9E841B-68D2-450E-8035-266E4EA16EF9}"/>
              </a:ext>
            </a:extLst>
          </p:cNvPr>
          <p:cNvSpPr>
            <a:spLocks noGrp="1"/>
          </p:cNvSpPr>
          <p:nvPr/>
        </p:nvSpPr>
        <p:spPr>
          <a:xfrm>
            <a:off x="2609850" y="4200525"/>
            <a:ext cx="781050" cy="781050"/>
          </a:xfrm>
          <a:prstGeom prst="rect">
            <a:avLst/>
          </a:prstGeom>
          <a:solidFill>
            <a:srgbClr val="EEF5F8"/>
          </a:solidFill>
          <a:ln w="9525">
            <a:solidFill>
              <a:srgbClr val="146995"/>
            </a:solidFill>
          </a:ln>
        </p:spPr>
      </p:sp>
      <p:sp>
        <p:nvSpPr>
          <p:cNvPr id="23" name="box-181">
            <a:extLst>
              <a:ext uri="{FF2B5EF4-FFF2-40B4-BE49-F238E27FC236}">
                <a16:creationId xmlns:a16="http://schemas.microsoft.com/office/drawing/2014/main" id="{78354F94-62E1-4CE1-AB64-E8D2E43F1DA5}"/>
              </a:ext>
            </a:extLst>
          </p:cNvPr>
          <p:cNvSpPr>
            <a:spLocks noGrp="1"/>
          </p:cNvSpPr>
          <p:nvPr/>
        </p:nvSpPr>
        <p:spPr>
          <a:xfrm>
            <a:off x="260985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182">
            <a:extLst>
              <a:ext uri="{FF2B5EF4-FFF2-40B4-BE49-F238E27FC236}">
                <a16:creationId xmlns:a16="http://schemas.microsoft.com/office/drawing/2014/main" id="{350E86C7-93A3-486D-8D96-9F821D60DB1C}"/>
              </a:ext>
            </a:extLst>
          </p:cNvPr>
          <p:cNvSpPr>
            <a:spLocks noGrp="1"/>
          </p:cNvSpPr>
          <p:nvPr/>
        </p:nvSpPr>
        <p:spPr>
          <a:xfrm>
            <a:off x="3390900" y="4200525"/>
            <a:ext cx="781050" cy="781050"/>
          </a:xfrm>
          <a:prstGeom prst="rect">
            <a:avLst/>
          </a:prstGeom>
          <a:solidFill>
            <a:srgbClr val="EEF5F8"/>
          </a:solidFill>
          <a:ln w="9525">
            <a:solidFill>
              <a:srgbClr val="146995"/>
            </a:solidFill>
          </a:ln>
        </p:spPr>
      </p:sp>
      <p:sp>
        <p:nvSpPr>
          <p:cNvPr id="25" name="box-183">
            <a:extLst>
              <a:ext uri="{FF2B5EF4-FFF2-40B4-BE49-F238E27FC236}">
                <a16:creationId xmlns:a16="http://schemas.microsoft.com/office/drawing/2014/main" id="{2CADADA6-C501-430B-96A0-CA9E138CA0D2}"/>
              </a:ext>
            </a:extLst>
          </p:cNvPr>
          <p:cNvSpPr>
            <a:spLocks noGrp="1"/>
          </p:cNvSpPr>
          <p:nvPr/>
        </p:nvSpPr>
        <p:spPr>
          <a:xfrm>
            <a:off x="339090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6" name="box-184">
            <a:extLst>
              <a:ext uri="{FF2B5EF4-FFF2-40B4-BE49-F238E27FC236}">
                <a16:creationId xmlns:a16="http://schemas.microsoft.com/office/drawing/2014/main" id="{C3489D6D-9308-42E1-9A21-3E7D3AD9890B}"/>
              </a:ext>
            </a:extLst>
          </p:cNvPr>
          <p:cNvSpPr>
            <a:spLocks noGrp="1"/>
          </p:cNvSpPr>
          <p:nvPr/>
        </p:nvSpPr>
        <p:spPr>
          <a:xfrm>
            <a:off x="4572000" y="4362450"/>
            <a:ext cx="2857500" cy="447675"/>
          </a:xfrm>
          <a:prstGeom prst="rect">
            <a:avLst/>
          </a:prstGeom>
          <a:noFill/>
          <a:ln w="0">
            <a:noFill/>
          </a:ln>
        </p:spPr>
        <p:txBody>
          <a:bodyPr wrap="none" lIns="0" tIns="0" rIns="0" bIns="0" anchor="t">
            <a:noAutofit/>
          </a:bodyPr>
          <a:lstStyle>
            <a:defPPr algn="l">
              <a:defRPr sz="2400" b="1">
                <a:solidFill>
                  <a:srgbClr val="21744F"/>
                </a:solidFill>
                <a:latin typeface="Malgun Gothic"/>
                <a:ea typeface="Malgun Gothic"/>
                <a:cs typeface="Malgun Gothic"/>
              </a:defRPr>
            </a:defPPr>
          </a:lstStyle>
          <a:p>
            <a:pPr algn="l">
              <a:lnSpc>
                <a:spcPct val="112000"/>
              </a:lnSpc>
              <a:buNone/>
              <a:defRPr sz="2400" b="1">
                <a:solidFill>
                  <a:srgbClr val="21744F"/>
                </a:solidFill>
                <a:latin typeface="Malgun Gothic"/>
                <a:ea typeface="Malgun Gothic"/>
                <a:cs typeface="Malgun Gothic"/>
              </a:defRPr>
            </a:pPr>
            <a:r>
              <a:rPr sz="2400" b="1">
                <a:solidFill>
                  <a:srgbClr val="21744F"/>
                </a:solidFill>
                <a:latin typeface="Malgun Gothic"/>
                <a:ea typeface="Malgun Gothic"/>
                <a:cs typeface="Malgun Gothic"/>
              </a:rPr>
              <a:t>4칸</a:t>
            </a:r>
          </a:p>
        </p:txBody>
      </p:sp>
      <p:sp>
        <p:nvSpPr>
          <p:cNvPr id="27" name="box-185">
            <a:extLst>
              <a:ext uri="{FF2B5EF4-FFF2-40B4-BE49-F238E27FC236}">
                <a16:creationId xmlns:a16="http://schemas.microsoft.com/office/drawing/2014/main" id="{80229D1F-C360-4C48-A8A5-B488DE87BA8B}"/>
              </a:ext>
            </a:extLst>
          </p:cNvPr>
          <p:cNvSpPr>
            <a:spLocks noGrp="1"/>
          </p:cNvSpPr>
          <p:nvPr/>
        </p:nvSpPr>
        <p:spPr>
          <a:xfrm>
            <a:off x="7239000" y="2171700"/>
            <a:ext cx="4343400" cy="542925"/>
          </a:xfrm>
          <a:prstGeom prst="rect">
            <a:avLst/>
          </a:prstGeom>
          <a:noFill/>
          <a:ln w="0">
            <a:noFill/>
          </a:ln>
        </p:spPr>
        <p:txBody>
          <a:bodyPr wrap="none" lIns="0" tIns="0" rIns="0" bIns="0" anchor="t">
            <a:noAutofit/>
          </a:bodyPr>
          <a:lstStyle>
            <a:defPPr algn="l">
              <a:defRPr sz="2850" b="1">
                <a:solidFill>
                  <a:srgbClr val="AD630C"/>
                </a:solidFill>
                <a:latin typeface="Malgun Gothic"/>
                <a:ea typeface="Malgun Gothic"/>
                <a:cs typeface="Malgun Gothic"/>
              </a:defRPr>
            </a:defPPr>
          </a:lstStyle>
          <a:p>
            <a:pPr algn="l">
              <a:lnSpc>
                <a:spcPct val="112000"/>
              </a:lnSpc>
              <a:buNone/>
              <a:defRPr sz="2850" b="1">
                <a:solidFill>
                  <a:srgbClr val="AD630C"/>
                </a:solidFill>
                <a:latin typeface="Malgun Gothic"/>
                <a:ea typeface="Malgun Gothic"/>
                <a:cs typeface="Malgun Gothic"/>
              </a:defRPr>
            </a:pPr>
            <a:r>
              <a:rPr sz="2850" b="1">
                <a:solidFill>
                  <a:srgbClr val="AD630C"/>
                </a:solidFill>
                <a:latin typeface="Malgun Gothic"/>
                <a:ea typeface="Malgun Gothic"/>
                <a:cs typeface="Malgun Gothic"/>
              </a:rPr>
              <a:t>4 + 4 = 8칸</a:t>
            </a:r>
          </a:p>
        </p:txBody>
      </p:sp>
      <p:pic>
        <p:nvPicPr>
          <p:cNvPr id="28" name="그림 27">
            <a:extLst>
              <a:ext uri="{FF2B5EF4-FFF2-40B4-BE49-F238E27FC236}">
                <a16:creationId xmlns:a16="http://schemas.microsoft.com/office/drawing/2014/main" id="{2ED8E680-E775-4606-8CD9-7FDB246F9666}"/>
              </a:ext>
            </a:extLst>
          </p:cNvPr>
          <p:cNvPicPr>
            <a:picLocks noChangeAspect="1"/>
          </p:cNvPicPr>
          <p:nvPr/>
        </p:nvPicPr>
        <p:blipFill>
          <a:blip r:embed="rId3"/>
          <a:stretch/>
        </p:blipFill>
        <p:spPr>
          <a:xfrm>
            <a:off x="7389495" y="2933700"/>
            <a:ext cx="3813810" cy="2933700"/>
          </a:xfrm>
          <a:prstGeom prst="rect">
            <a:avLst/>
          </a:prstGeom>
        </p:spPr>
      </p:pic>
      <p:sp>
        <p:nvSpPr>
          <p:cNvPr id="29" name="box-186">
            <a:extLst>
              <a:ext uri="{FF2B5EF4-FFF2-40B4-BE49-F238E27FC236}">
                <a16:creationId xmlns:a16="http://schemas.microsoft.com/office/drawing/2014/main" id="{BA9DF7DB-9E9A-4AEA-B564-A1DA786CADB7}"/>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두 반복문은 차례대로 실행합니다. 현재 구간이 n칸이면 cross_max 한 번은 O(n)입니다.</a:t>
            </a:r>
          </a:p>
        </p:txBody>
      </p:sp>
    </p:spTree>
    <p:extLst>
      <p:ext uri="{BB962C8B-B14F-4D97-AF65-F5344CB8AC3E}">
        <p14:creationId xmlns:p14="http://schemas.microsoft.com/office/powerpoint/2010/main" val="296466698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box-187">
            <a:extLst>
              <a:ext uri="{FF2B5EF4-FFF2-40B4-BE49-F238E27FC236}">
                <a16:creationId xmlns:a16="http://schemas.microsoft.com/office/drawing/2014/main" id="{970C4D86-DEB4-4FF1-82F0-9267C69F1E97}"/>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188">
            <a:extLst>
              <a:ext uri="{FF2B5EF4-FFF2-40B4-BE49-F238E27FC236}">
                <a16:creationId xmlns:a16="http://schemas.microsoft.com/office/drawing/2014/main" id="{D425ABCB-4E68-419C-ACC1-04F40EB4A9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89">
            <a:extLst>
              <a:ext uri="{FF2B5EF4-FFF2-40B4-BE49-F238E27FC236}">
                <a16:creationId xmlns:a16="http://schemas.microsoft.com/office/drawing/2014/main" id="{A17491A2-3630-4A3B-9BB0-CD9211622CA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호출을 모아도, 한 층에서 8칸을 읽습니다</a:t>
            </a:r>
          </a:p>
        </p:txBody>
      </p:sp>
      <p:sp>
        <p:nvSpPr>
          <p:cNvPr id="4" name="box-190">
            <a:extLst>
              <a:ext uri="{FF2B5EF4-FFF2-40B4-BE49-F238E27FC236}">
                <a16:creationId xmlns:a16="http://schemas.microsoft.com/office/drawing/2014/main" id="{DDE7223B-1208-4163-BC0A-E7B08DD1AE2F}"/>
              </a:ext>
            </a:extLst>
          </p:cNvPr>
          <p:cNvSpPr>
            <a:spLocks noGrp="1"/>
          </p:cNvSpPr>
          <p:nvPr/>
        </p:nvSpPr>
        <p:spPr>
          <a:xfrm>
            <a:off x="609600" y="1381125"/>
            <a:ext cx="10972800" cy="9525"/>
          </a:xfrm>
          <a:prstGeom prst="rect">
            <a:avLst/>
          </a:prstGeom>
          <a:solidFill>
            <a:srgbClr val="151515"/>
          </a:solidFill>
          <a:ln w="0">
            <a:noFill/>
          </a:ln>
        </p:spPr>
      </p:sp>
      <p:sp>
        <p:nvSpPr>
          <p:cNvPr id="5" name="box-191">
            <a:extLst>
              <a:ext uri="{FF2B5EF4-FFF2-40B4-BE49-F238E27FC236}">
                <a16:creationId xmlns:a16="http://schemas.microsoft.com/office/drawing/2014/main" id="{04624257-06D9-4E26-A6B7-CA0821C9286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C2D6A66-6F19-41AC-A677-C9C76605FD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177</a:t>
            </a:r>
            <a:endParaRPr sz="1050" b="0">
              <a:solidFill>
                <a:srgbClr val="151515"/>
              </a:solidFill>
              <a:latin typeface="Consolas"/>
              <a:ea typeface="Consolas"/>
              <a:cs typeface="Consolas"/>
            </a:endParaRPr>
          </a:p>
        </p:txBody>
      </p:sp>
      <p:sp>
        <p:nvSpPr>
          <p:cNvPr id="7" name="box-193">
            <a:extLst>
              <a:ext uri="{FF2B5EF4-FFF2-40B4-BE49-F238E27FC236}">
                <a16:creationId xmlns:a16="http://schemas.microsoft.com/office/drawing/2014/main" id="{6E2EA6B1-1DB7-4DD4-A55D-B4E29DA73C52}"/>
              </a:ext>
            </a:extLst>
          </p:cNvPr>
          <p:cNvSpPr>
            <a:spLocks noGrp="1"/>
          </p:cNvSpPr>
          <p:nvPr/>
        </p:nvSpPr>
        <p:spPr>
          <a:xfrm>
            <a:off x="609600" y="222885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2칸짜리 호출</a:t>
            </a:r>
          </a:p>
        </p:txBody>
      </p:sp>
      <p:sp>
        <p:nvSpPr>
          <p:cNvPr id="8" name="box-194">
            <a:extLst>
              <a:ext uri="{FF2B5EF4-FFF2-40B4-BE49-F238E27FC236}">
                <a16:creationId xmlns:a16="http://schemas.microsoft.com/office/drawing/2014/main" id="{709E84EA-FDBE-4561-96AE-F05504EE3C17}"/>
              </a:ext>
            </a:extLst>
          </p:cNvPr>
          <p:cNvSpPr>
            <a:spLocks noGrp="1"/>
          </p:cNvSpPr>
          <p:nvPr/>
        </p:nvSpPr>
        <p:spPr>
          <a:xfrm>
            <a:off x="2333625" y="2095500"/>
            <a:ext cx="619125" cy="619125"/>
          </a:xfrm>
          <a:prstGeom prst="rect">
            <a:avLst/>
          </a:prstGeom>
          <a:solidFill>
            <a:srgbClr val="EEF5F8"/>
          </a:solidFill>
          <a:ln w="9525">
            <a:solidFill>
              <a:srgbClr val="146995"/>
            </a:solidFill>
          </a:ln>
        </p:spPr>
      </p:sp>
      <p:sp>
        <p:nvSpPr>
          <p:cNvPr id="9" name="box-195">
            <a:extLst>
              <a:ext uri="{FF2B5EF4-FFF2-40B4-BE49-F238E27FC236}">
                <a16:creationId xmlns:a16="http://schemas.microsoft.com/office/drawing/2014/main" id="{D9274346-9C2F-44BC-8F7B-5744E06A56D9}"/>
              </a:ext>
            </a:extLst>
          </p:cNvPr>
          <p:cNvSpPr>
            <a:spLocks noGrp="1"/>
          </p:cNvSpPr>
          <p:nvPr/>
        </p:nvSpPr>
        <p:spPr>
          <a:xfrm>
            <a:off x="23336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196">
            <a:extLst>
              <a:ext uri="{FF2B5EF4-FFF2-40B4-BE49-F238E27FC236}">
                <a16:creationId xmlns:a16="http://schemas.microsoft.com/office/drawing/2014/main" id="{888489AA-628A-458F-A939-88A4C679D08E}"/>
              </a:ext>
            </a:extLst>
          </p:cNvPr>
          <p:cNvSpPr>
            <a:spLocks noGrp="1"/>
          </p:cNvSpPr>
          <p:nvPr/>
        </p:nvSpPr>
        <p:spPr>
          <a:xfrm>
            <a:off x="2952750" y="2095500"/>
            <a:ext cx="619125" cy="619125"/>
          </a:xfrm>
          <a:prstGeom prst="rect">
            <a:avLst/>
          </a:prstGeom>
          <a:solidFill>
            <a:srgbClr val="EEF5F8"/>
          </a:solidFill>
          <a:ln w="9525">
            <a:solidFill>
              <a:srgbClr val="146995"/>
            </a:solidFill>
          </a:ln>
        </p:spPr>
      </p:sp>
      <p:sp>
        <p:nvSpPr>
          <p:cNvPr id="11" name="box-197">
            <a:extLst>
              <a:ext uri="{FF2B5EF4-FFF2-40B4-BE49-F238E27FC236}">
                <a16:creationId xmlns:a16="http://schemas.microsoft.com/office/drawing/2014/main" id="{FC381CF3-8751-4466-866F-288C4BBF2414}"/>
              </a:ext>
            </a:extLst>
          </p:cNvPr>
          <p:cNvSpPr>
            <a:spLocks noGrp="1"/>
          </p:cNvSpPr>
          <p:nvPr/>
        </p:nvSpPr>
        <p:spPr>
          <a:xfrm>
            <a:off x="29527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12" name="box-198">
            <a:extLst>
              <a:ext uri="{FF2B5EF4-FFF2-40B4-BE49-F238E27FC236}">
                <a16:creationId xmlns:a16="http://schemas.microsoft.com/office/drawing/2014/main" id="{0AB85428-34BA-4633-A581-9939C09DEB33}"/>
              </a:ext>
            </a:extLst>
          </p:cNvPr>
          <p:cNvSpPr>
            <a:spLocks noGrp="1"/>
          </p:cNvSpPr>
          <p:nvPr/>
        </p:nvSpPr>
        <p:spPr>
          <a:xfrm>
            <a:off x="3762375" y="2095500"/>
            <a:ext cx="619125" cy="619125"/>
          </a:xfrm>
          <a:prstGeom prst="rect">
            <a:avLst/>
          </a:prstGeom>
          <a:solidFill>
            <a:srgbClr val="EEF5F8"/>
          </a:solidFill>
          <a:ln w="9525">
            <a:solidFill>
              <a:srgbClr val="146995"/>
            </a:solidFill>
          </a:ln>
        </p:spPr>
      </p:sp>
      <p:sp>
        <p:nvSpPr>
          <p:cNvPr id="13" name="box-199">
            <a:extLst>
              <a:ext uri="{FF2B5EF4-FFF2-40B4-BE49-F238E27FC236}">
                <a16:creationId xmlns:a16="http://schemas.microsoft.com/office/drawing/2014/main" id="{95922C06-ABDF-4C51-95DC-68B82B471B59}"/>
              </a:ext>
            </a:extLst>
          </p:cNvPr>
          <p:cNvSpPr>
            <a:spLocks noGrp="1"/>
          </p:cNvSpPr>
          <p:nvPr/>
        </p:nvSpPr>
        <p:spPr>
          <a:xfrm>
            <a:off x="37623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14" name="box-200">
            <a:extLst>
              <a:ext uri="{FF2B5EF4-FFF2-40B4-BE49-F238E27FC236}">
                <a16:creationId xmlns:a16="http://schemas.microsoft.com/office/drawing/2014/main" id="{7B9F8738-17D5-4084-B4ED-69BEC3A7C280}"/>
              </a:ext>
            </a:extLst>
          </p:cNvPr>
          <p:cNvSpPr>
            <a:spLocks noGrp="1"/>
          </p:cNvSpPr>
          <p:nvPr/>
        </p:nvSpPr>
        <p:spPr>
          <a:xfrm>
            <a:off x="4381500" y="2095500"/>
            <a:ext cx="619125" cy="619125"/>
          </a:xfrm>
          <a:prstGeom prst="rect">
            <a:avLst/>
          </a:prstGeom>
          <a:solidFill>
            <a:srgbClr val="EEF5F8"/>
          </a:solidFill>
          <a:ln w="9525">
            <a:solidFill>
              <a:srgbClr val="146995"/>
            </a:solidFill>
          </a:ln>
        </p:spPr>
      </p:sp>
      <p:sp>
        <p:nvSpPr>
          <p:cNvPr id="15" name="box-201">
            <a:extLst>
              <a:ext uri="{FF2B5EF4-FFF2-40B4-BE49-F238E27FC236}">
                <a16:creationId xmlns:a16="http://schemas.microsoft.com/office/drawing/2014/main" id="{B2B991BB-0619-4C36-A4B1-415329DEF282}"/>
              </a:ext>
            </a:extLst>
          </p:cNvPr>
          <p:cNvSpPr>
            <a:spLocks noGrp="1"/>
          </p:cNvSpPr>
          <p:nvPr/>
        </p:nvSpPr>
        <p:spPr>
          <a:xfrm>
            <a:off x="43815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6" name="box-202">
            <a:extLst>
              <a:ext uri="{FF2B5EF4-FFF2-40B4-BE49-F238E27FC236}">
                <a16:creationId xmlns:a16="http://schemas.microsoft.com/office/drawing/2014/main" id="{CD2993B4-91DC-4720-93B7-FC49FFF61AD5}"/>
              </a:ext>
            </a:extLst>
          </p:cNvPr>
          <p:cNvSpPr>
            <a:spLocks noGrp="1"/>
          </p:cNvSpPr>
          <p:nvPr/>
        </p:nvSpPr>
        <p:spPr>
          <a:xfrm>
            <a:off x="5191125" y="2095500"/>
            <a:ext cx="619125" cy="619125"/>
          </a:xfrm>
          <a:prstGeom prst="rect">
            <a:avLst/>
          </a:prstGeom>
          <a:solidFill>
            <a:srgbClr val="EEF5F8"/>
          </a:solidFill>
          <a:ln w="9525">
            <a:solidFill>
              <a:srgbClr val="146995"/>
            </a:solidFill>
          </a:ln>
        </p:spPr>
      </p:sp>
      <p:sp>
        <p:nvSpPr>
          <p:cNvPr id="17" name="box-203">
            <a:extLst>
              <a:ext uri="{FF2B5EF4-FFF2-40B4-BE49-F238E27FC236}">
                <a16:creationId xmlns:a16="http://schemas.microsoft.com/office/drawing/2014/main" id="{338E2E57-C4FE-4220-B2C5-A98A40EC7E76}"/>
              </a:ext>
            </a:extLst>
          </p:cNvPr>
          <p:cNvSpPr>
            <a:spLocks noGrp="1"/>
          </p:cNvSpPr>
          <p:nvPr/>
        </p:nvSpPr>
        <p:spPr>
          <a:xfrm>
            <a:off x="51911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18" name="box-204">
            <a:extLst>
              <a:ext uri="{FF2B5EF4-FFF2-40B4-BE49-F238E27FC236}">
                <a16:creationId xmlns:a16="http://schemas.microsoft.com/office/drawing/2014/main" id="{46CA40EE-97EB-4EE4-B2B8-4CEDA132DC7C}"/>
              </a:ext>
            </a:extLst>
          </p:cNvPr>
          <p:cNvSpPr>
            <a:spLocks noGrp="1"/>
          </p:cNvSpPr>
          <p:nvPr/>
        </p:nvSpPr>
        <p:spPr>
          <a:xfrm>
            <a:off x="5810250" y="2095500"/>
            <a:ext cx="619125" cy="619125"/>
          </a:xfrm>
          <a:prstGeom prst="rect">
            <a:avLst/>
          </a:prstGeom>
          <a:solidFill>
            <a:srgbClr val="EEF5F8"/>
          </a:solidFill>
          <a:ln w="9525">
            <a:solidFill>
              <a:srgbClr val="146995"/>
            </a:solidFill>
          </a:ln>
        </p:spPr>
      </p:sp>
      <p:sp>
        <p:nvSpPr>
          <p:cNvPr id="19" name="box-205">
            <a:extLst>
              <a:ext uri="{FF2B5EF4-FFF2-40B4-BE49-F238E27FC236}">
                <a16:creationId xmlns:a16="http://schemas.microsoft.com/office/drawing/2014/main" id="{4722EA20-2EA1-46F9-9043-3E656FDBF848}"/>
              </a:ext>
            </a:extLst>
          </p:cNvPr>
          <p:cNvSpPr>
            <a:spLocks noGrp="1"/>
          </p:cNvSpPr>
          <p:nvPr/>
        </p:nvSpPr>
        <p:spPr>
          <a:xfrm>
            <a:off x="58102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20" name="box-206">
            <a:extLst>
              <a:ext uri="{FF2B5EF4-FFF2-40B4-BE49-F238E27FC236}">
                <a16:creationId xmlns:a16="http://schemas.microsoft.com/office/drawing/2014/main" id="{74A4FA12-707C-4CBF-9C7D-7D11215B953A}"/>
              </a:ext>
            </a:extLst>
          </p:cNvPr>
          <p:cNvSpPr>
            <a:spLocks noGrp="1"/>
          </p:cNvSpPr>
          <p:nvPr/>
        </p:nvSpPr>
        <p:spPr>
          <a:xfrm>
            <a:off x="6619875" y="2095500"/>
            <a:ext cx="619125" cy="619125"/>
          </a:xfrm>
          <a:prstGeom prst="rect">
            <a:avLst/>
          </a:prstGeom>
          <a:solidFill>
            <a:srgbClr val="EEF5F8"/>
          </a:solidFill>
          <a:ln w="9525">
            <a:solidFill>
              <a:srgbClr val="146995"/>
            </a:solidFill>
          </a:ln>
        </p:spPr>
      </p:sp>
      <p:sp>
        <p:nvSpPr>
          <p:cNvPr id="21" name="box-207">
            <a:extLst>
              <a:ext uri="{FF2B5EF4-FFF2-40B4-BE49-F238E27FC236}">
                <a16:creationId xmlns:a16="http://schemas.microsoft.com/office/drawing/2014/main" id="{D4E69704-D3CE-423D-BAAE-0A86EFF88499}"/>
              </a:ext>
            </a:extLst>
          </p:cNvPr>
          <p:cNvSpPr>
            <a:spLocks noGrp="1"/>
          </p:cNvSpPr>
          <p:nvPr/>
        </p:nvSpPr>
        <p:spPr>
          <a:xfrm>
            <a:off x="66198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2" name="box-208">
            <a:extLst>
              <a:ext uri="{FF2B5EF4-FFF2-40B4-BE49-F238E27FC236}">
                <a16:creationId xmlns:a16="http://schemas.microsoft.com/office/drawing/2014/main" id="{9BAE6919-C3DA-4677-8C23-2DC8880C0D12}"/>
              </a:ext>
            </a:extLst>
          </p:cNvPr>
          <p:cNvSpPr>
            <a:spLocks noGrp="1"/>
          </p:cNvSpPr>
          <p:nvPr/>
        </p:nvSpPr>
        <p:spPr>
          <a:xfrm>
            <a:off x="7239000" y="2095500"/>
            <a:ext cx="619125" cy="619125"/>
          </a:xfrm>
          <a:prstGeom prst="rect">
            <a:avLst/>
          </a:prstGeom>
          <a:solidFill>
            <a:srgbClr val="EEF5F8"/>
          </a:solidFill>
          <a:ln w="9525">
            <a:solidFill>
              <a:srgbClr val="146995"/>
            </a:solidFill>
          </a:ln>
        </p:spPr>
      </p:sp>
      <p:sp>
        <p:nvSpPr>
          <p:cNvPr id="23" name="box-209">
            <a:extLst>
              <a:ext uri="{FF2B5EF4-FFF2-40B4-BE49-F238E27FC236}">
                <a16:creationId xmlns:a16="http://schemas.microsoft.com/office/drawing/2014/main" id="{FE571669-FE5A-4F8F-8375-285C2B641F5E}"/>
              </a:ext>
            </a:extLst>
          </p:cNvPr>
          <p:cNvSpPr>
            <a:spLocks noGrp="1"/>
          </p:cNvSpPr>
          <p:nvPr/>
        </p:nvSpPr>
        <p:spPr>
          <a:xfrm>
            <a:off x="72390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4" name="box-210">
            <a:extLst>
              <a:ext uri="{FF2B5EF4-FFF2-40B4-BE49-F238E27FC236}">
                <a16:creationId xmlns:a16="http://schemas.microsoft.com/office/drawing/2014/main" id="{2B2E506A-512D-489A-9660-C1EE5A19D638}"/>
              </a:ext>
            </a:extLst>
          </p:cNvPr>
          <p:cNvSpPr>
            <a:spLocks noGrp="1"/>
          </p:cNvSpPr>
          <p:nvPr/>
        </p:nvSpPr>
        <p:spPr>
          <a:xfrm>
            <a:off x="9105900" y="222885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 × 4 = 8</a:t>
            </a:r>
          </a:p>
        </p:txBody>
      </p:sp>
      <p:sp>
        <p:nvSpPr>
          <p:cNvPr id="25" name="box-211">
            <a:extLst>
              <a:ext uri="{FF2B5EF4-FFF2-40B4-BE49-F238E27FC236}">
                <a16:creationId xmlns:a16="http://schemas.microsoft.com/office/drawing/2014/main" id="{1404EBBD-9813-4222-92AE-13A2D7AB2E74}"/>
              </a:ext>
            </a:extLst>
          </p:cNvPr>
          <p:cNvSpPr>
            <a:spLocks noGrp="1"/>
          </p:cNvSpPr>
          <p:nvPr/>
        </p:nvSpPr>
        <p:spPr>
          <a:xfrm>
            <a:off x="609600" y="3362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4칸짜리 호출</a:t>
            </a:r>
          </a:p>
        </p:txBody>
      </p:sp>
      <p:sp>
        <p:nvSpPr>
          <p:cNvPr id="26" name="box-212">
            <a:extLst>
              <a:ext uri="{FF2B5EF4-FFF2-40B4-BE49-F238E27FC236}">
                <a16:creationId xmlns:a16="http://schemas.microsoft.com/office/drawing/2014/main" id="{BCA62905-F38B-4679-B926-8A18411AAB94}"/>
              </a:ext>
            </a:extLst>
          </p:cNvPr>
          <p:cNvSpPr>
            <a:spLocks noGrp="1"/>
          </p:cNvSpPr>
          <p:nvPr/>
        </p:nvSpPr>
        <p:spPr>
          <a:xfrm>
            <a:off x="2333625" y="3228975"/>
            <a:ext cx="619125" cy="619125"/>
          </a:xfrm>
          <a:prstGeom prst="rect">
            <a:avLst/>
          </a:prstGeom>
          <a:solidFill>
            <a:srgbClr val="EEF5F8"/>
          </a:solidFill>
          <a:ln w="9525">
            <a:solidFill>
              <a:srgbClr val="146995"/>
            </a:solidFill>
          </a:ln>
        </p:spPr>
      </p:sp>
      <p:sp>
        <p:nvSpPr>
          <p:cNvPr id="27" name="box-213">
            <a:extLst>
              <a:ext uri="{FF2B5EF4-FFF2-40B4-BE49-F238E27FC236}">
                <a16:creationId xmlns:a16="http://schemas.microsoft.com/office/drawing/2014/main" id="{F5B4B5FC-1817-43ED-8D2A-76CAF3B4A8B9}"/>
              </a:ext>
            </a:extLst>
          </p:cNvPr>
          <p:cNvSpPr>
            <a:spLocks noGrp="1"/>
          </p:cNvSpPr>
          <p:nvPr/>
        </p:nvSpPr>
        <p:spPr>
          <a:xfrm>
            <a:off x="2333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28" name="box-214">
            <a:extLst>
              <a:ext uri="{FF2B5EF4-FFF2-40B4-BE49-F238E27FC236}">
                <a16:creationId xmlns:a16="http://schemas.microsoft.com/office/drawing/2014/main" id="{044C9E05-91BF-469F-A9FA-08247141AB52}"/>
              </a:ext>
            </a:extLst>
          </p:cNvPr>
          <p:cNvSpPr>
            <a:spLocks noGrp="1"/>
          </p:cNvSpPr>
          <p:nvPr/>
        </p:nvSpPr>
        <p:spPr>
          <a:xfrm>
            <a:off x="2952750" y="3228975"/>
            <a:ext cx="619125" cy="619125"/>
          </a:xfrm>
          <a:prstGeom prst="rect">
            <a:avLst/>
          </a:prstGeom>
          <a:solidFill>
            <a:srgbClr val="EEF5F8"/>
          </a:solidFill>
          <a:ln w="9525">
            <a:solidFill>
              <a:srgbClr val="146995"/>
            </a:solidFill>
          </a:ln>
        </p:spPr>
      </p:sp>
      <p:sp>
        <p:nvSpPr>
          <p:cNvPr id="29" name="box-215">
            <a:extLst>
              <a:ext uri="{FF2B5EF4-FFF2-40B4-BE49-F238E27FC236}">
                <a16:creationId xmlns:a16="http://schemas.microsoft.com/office/drawing/2014/main" id="{9C5483D7-9ED9-4B9B-8338-ABDA6DA40D08}"/>
              </a:ext>
            </a:extLst>
          </p:cNvPr>
          <p:cNvSpPr>
            <a:spLocks noGrp="1"/>
          </p:cNvSpPr>
          <p:nvPr/>
        </p:nvSpPr>
        <p:spPr>
          <a:xfrm>
            <a:off x="2952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30" name="box-216">
            <a:extLst>
              <a:ext uri="{FF2B5EF4-FFF2-40B4-BE49-F238E27FC236}">
                <a16:creationId xmlns:a16="http://schemas.microsoft.com/office/drawing/2014/main" id="{0BFFA2D2-4030-49B4-A331-EF9BBA74C1C2}"/>
              </a:ext>
            </a:extLst>
          </p:cNvPr>
          <p:cNvSpPr>
            <a:spLocks noGrp="1"/>
          </p:cNvSpPr>
          <p:nvPr/>
        </p:nvSpPr>
        <p:spPr>
          <a:xfrm>
            <a:off x="3571875" y="3228975"/>
            <a:ext cx="619125" cy="619125"/>
          </a:xfrm>
          <a:prstGeom prst="rect">
            <a:avLst/>
          </a:prstGeom>
          <a:solidFill>
            <a:srgbClr val="EEF5F8"/>
          </a:solidFill>
          <a:ln w="9525">
            <a:solidFill>
              <a:srgbClr val="146995"/>
            </a:solidFill>
          </a:ln>
        </p:spPr>
      </p:sp>
      <p:sp>
        <p:nvSpPr>
          <p:cNvPr id="31" name="box-217">
            <a:extLst>
              <a:ext uri="{FF2B5EF4-FFF2-40B4-BE49-F238E27FC236}">
                <a16:creationId xmlns:a16="http://schemas.microsoft.com/office/drawing/2014/main" id="{E0FE9586-BED4-4D25-BE35-A77C36F4BD0E}"/>
              </a:ext>
            </a:extLst>
          </p:cNvPr>
          <p:cNvSpPr>
            <a:spLocks noGrp="1"/>
          </p:cNvSpPr>
          <p:nvPr/>
        </p:nvSpPr>
        <p:spPr>
          <a:xfrm>
            <a:off x="3571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32" name="box-218">
            <a:extLst>
              <a:ext uri="{FF2B5EF4-FFF2-40B4-BE49-F238E27FC236}">
                <a16:creationId xmlns:a16="http://schemas.microsoft.com/office/drawing/2014/main" id="{88C098F7-4497-4716-A569-1BDB6AFE1E93}"/>
              </a:ext>
            </a:extLst>
          </p:cNvPr>
          <p:cNvSpPr>
            <a:spLocks noGrp="1"/>
          </p:cNvSpPr>
          <p:nvPr/>
        </p:nvSpPr>
        <p:spPr>
          <a:xfrm>
            <a:off x="4191000" y="3228975"/>
            <a:ext cx="619125" cy="619125"/>
          </a:xfrm>
          <a:prstGeom prst="rect">
            <a:avLst/>
          </a:prstGeom>
          <a:solidFill>
            <a:srgbClr val="EEF5F8"/>
          </a:solidFill>
          <a:ln w="9525">
            <a:solidFill>
              <a:srgbClr val="146995"/>
            </a:solidFill>
          </a:ln>
        </p:spPr>
      </p:sp>
      <p:sp>
        <p:nvSpPr>
          <p:cNvPr id="33" name="box-219">
            <a:extLst>
              <a:ext uri="{FF2B5EF4-FFF2-40B4-BE49-F238E27FC236}">
                <a16:creationId xmlns:a16="http://schemas.microsoft.com/office/drawing/2014/main" id="{0389540C-EC58-415B-A32B-B6DC5E0B6B54}"/>
              </a:ext>
            </a:extLst>
          </p:cNvPr>
          <p:cNvSpPr>
            <a:spLocks noGrp="1"/>
          </p:cNvSpPr>
          <p:nvPr/>
        </p:nvSpPr>
        <p:spPr>
          <a:xfrm>
            <a:off x="4191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34" name="box-220">
            <a:extLst>
              <a:ext uri="{FF2B5EF4-FFF2-40B4-BE49-F238E27FC236}">
                <a16:creationId xmlns:a16="http://schemas.microsoft.com/office/drawing/2014/main" id="{0B3A4F8E-2DF3-44DC-8C73-ED9AEF1B8DB4}"/>
              </a:ext>
            </a:extLst>
          </p:cNvPr>
          <p:cNvSpPr>
            <a:spLocks noGrp="1"/>
          </p:cNvSpPr>
          <p:nvPr/>
        </p:nvSpPr>
        <p:spPr>
          <a:xfrm>
            <a:off x="5000625" y="3228975"/>
            <a:ext cx="619125" cy="619125"/>
          </a:xfrm>
          <a:prstGeom prst="rect">
            <a:avLst/>
          </a:prstGeom>
          <a:solidFill>
            <a:srgbClr val="EEF5F8"/>
          </a:solidFill>
          <a:ln w="9525">
            <a:solidFill>
              <a:srgbClr val="146995"/>
            </a:solidFill>
          </a:ln>
        </p:spPr>
      </p:sp>
      <p:sp>
        <p:nvSpPr>
          <p:cNvPr id="35" name="box-221">
            <a:extLst>
              <a:ext uri="{FF2B5EF4-FFF2-40B4-BE49-F238E27FC236}">
                <a16:creationId xmlns:a16="http://schemas.microsoft.com/office/drawing/2014/main" id="{F01339A0-A8F3-439D-B4FF-3CC86E9594AA}"/>
              </a:ext>
            </a:extLst>
          </p:cNvPr>
          <p:cNvSpPr>
            <a:spLocks noGrp="1"/>
          </p:cNvSpPr>
          <p:nvPr/>
        </p:nvSpPr>
        <p:spPr>
          <a:xfrm>
            <a:off x="5000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36" name="box-222">
            <a:extLst>
              <a:ext uri="{FF2B5EF4-FFF2-40B4-BE49-F238E27FC236}">
                <a16:creationId xmlns:a16="http://schemas.microsoft.com/office/drawing/2014/main" id="{2EF1E3F5-0AD0-48AA-BFF8-A6F402844D79}"/>
              </a:ext>
            </a:extLst>
          </p:cNvPr>
          <p:cNvSpPr>
            <a:spLocks noGrp="1"/>
          </p:cNvSpPr>
          <p:nvPr/>
        </p:nvSpPr>
        <p:spPr>
          <a:xfrm>
            <a:off x="5619750" y="3228975"/>
            <a:ext cx="619125" cy="619125"/>
          </a:xfrm>
          <a:prstGeom prst="rect">
            <a:avLst/>
          </a:prstGeom>
          <a:solidFill>
            <a:srgbClr val="EEF5F8"/>
          </a:solidFill>
          <a:ln w="9525">
            <a:solidFill>
              <a:srgbClr val="146995"/>
            </a:solidFill>
          </a:ln>
        </p:spPr>
      </p:sp>
      <p:sp>
        <p:nvSpPr>
          <p:cNvPr id="37" name="box-223">
            <a:extLst>
              <a:ext uri="{FF2B5EF4-FFF2-40B4-BE49-F238E27FC236}">
                <a16:creationId xmlns:a16="http://schemas.microsoft.com/office/drawing/2014/main" id="{DCB0F704-2D53-4975-8FAB-68FB8A43B5B3}"/>
              </a:ext>
            </a:extLst>
          </p:cNvPr>
          <p:cNvSpPr>
            <a:spLocks noGrp="1"/>
          </p:cNvSpPr>
          <p:nvPr/>
        </p:nvSpPr>
        <p:spPr>
          <a:xfrm>
            <a:off x="5619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38" name="box-224">
            <a:extLst>
              <a:ext uri="{FF2B5EF4-FFF2-40B4-BE49-F238E27FC236}">
                <a16:creationId xmlns:a16="http://schemas.microsoft.com/office/drawing/2014/main" id="{223778E9-79E8-4125-8122-50AE8B5AA954}"/>
              </a:ext>
            </a:extLst>
          </p:cNvPr>
          <p:cNvSpPr>
            <a:spLocks noGrp="1"/>
          </p:cNvSpPr>
          <p:nvPr/>
        </p:nvSpPr>
        <p:spPr>
          <a:xfrm>
            <a:off x="6238875" y="3228975"/>
            <a:ext cx="619125" cy="619125"/>
          </a:xfrm>
          <a:prstGeom prst="rect">
            <a:avLst/>
          </a:prstGeom>
          <a:solidFill>
            <a:srgbClr val="EEF5F8"/>
          </a:solidFill>
          <a:ln w="9525">
            <a:solidFill>
              <a:srgbClr val="146995"/>
            </a:solidFill>
          </a:ln>
        </p:spPr>
      </p:sp>
      <p:sp>
        <p:nvSpPr>
          <p:cNvPr id="39" name="box-225">
            <a:extLst>
              <a:ext uri="{FF2B5EF4-FFF2-40B4-BE49-F238E27FC236}">
                <a16:creationId xmlns:a16="http://schemas.microsoft.com/office/drawing/2014/main" id="{ACE4F362-4759-48EC-AA4F-12723AD2FE29}"/>
              </a:ext>
            </a:extLst>
          </p:cNvPr>
          <p:cNvSpPr>
            <a:spLocks noGrp="1"/>
          </p:cNvSpPr>
          <p:nvPr/>
        </p:nvSpPr>
        <p:spPr>
          <a:xfrm>
            <a:off x="6238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226">
            <a:extLst>
              <a:ext uri="{FF2B5EF4-FFF2-40B4-BE49-F238E27FC236}">
                <a16:creationId xmlns:a16="http://schemas.microsoft.com/office/drawing/2014/main" id="{9A6C2686-0C27-4F1B-B528-A3FEF40D6611}"/>
              </a:ext>
            </a:extLst>
          </p:cNvPr>
          <p:cNvSpPr>
            <a:spLocks noGrp="1"/>
          </p:cNvSpPr>
          <p:nvPr/>
        </p:nvSpPr>
        <p:spPr>
          <a:xfrm>
            <a:off x="6858000" y="3228975"/>
            <a:ext cx="619125" cy="619125"/>
          </a:xfrm>
          <a:prstGeom prst="rect">
            <a:avLst/>
          </a:prstGeom>
          <a:solidFill>
            <a:srgbClr val="EEF5F8"/>
          </a:solidFill>
          <a:ln w="9525">
            <a:solidFill>
              <a:srgbClr val="146995"/>
            </a:solidFill>
          </a:ln>
        </p:spPr>
      </p:sp>
      <p:sp>
        <p:nvSpPr>
          <p:cNvPr id="41" name="box-227">
            <a:extLst>
              <a:ext uri="{FF2B5EF4-FFF2-40B4-BE49-F238E27FC236}">
                <a16:creationId xmlns:a16="http://schemas.microsoft.com/office/drawing/2014/main" id="{FDDF9BE3-4385-4150-B3F8-255E3D43821B}"/>
              </a:ext>
            </a:extLst>
          </p:cNvPr>
          <p:cNvSpPr>
            <a:spLocks noGrp="1"/>
          </p:cNvSpPr>
          <p:nvPr/>
        </p:nvSpPr>
        <p:spPr>
          <a:xfrm>
            <a:off x="6858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2" name="box-228">
            <a:extLst>
              <a:ext uri="{FF2B5EF4-FFF2-40B4-BE49-F238E27FC236}">
                <a16:creationId xmlns:a16="http://schemas.microsoft.com/office/drawing/2014/main" id="{53F9460C-9DEC-45F2-A544-1AEDA4CBC0DC}"/>
              </a:ext>
            </a:extLst>
          </p:cNvPr>
          <p:cNvSpPr>
            <a:spLocks noGrp="1"/>
          </p:cNvSpPr>
          <p:nvPr/>
        </p:nvSpPr>
        <p:spPr>
          <a:xfrm>
            <a:off x="9105900" y="3362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 × 2 = 8</a:t>
            </a:r>
          </a:p>
        </p:txBody>
      </p:sp>
      <p:sp>
        <p:nvSpPr>
          <p:cNvPr id="43" name="box-229">
            <a:extLst>
              <a:ext uri="{FF2B5EF4-FFF2-40B4-BE49-F238E27FC236}">
                <a16:creationId xmlns:a16="http://schemas.microsoft.com/office/drawing/2014/main" id="{74A6E1C7-058B-4300-8461-FD12C2EF3D59}"/>
              </a:ext>
            </a:extLst>
          </p:cNvPr>
          <p:cNvSpPr>
            <a:spLocks noGrp="1"/>
          </p:cNvSpPr>
          <p:nvPr/>
        </p:nvSpPr>
        <p:spPr>
          <a:xfrm>
            <a:off x="609600" y="44958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8칸짜리 호출</a:t>
            </a:r>
          </a:p>
        </p:txBody>
      </p:sp>
      <p:sp>
        <p:nvSpPr>
          <p:cNvPr id="44" name="box-230">
            <a:extLst>
              <a:ext uri="{FF2B5EF4-FFF2-40B4-BE49-F238E27FC236}">
                <a16:creationId xmlns:a16="http://schemas.microsoft.com/office/drawing/2014/main" id="{9454BDD0-EBFC-4E31-A442-E221A623893C}"/>
              </a:ext>
            </a:extLst>
          </p:cNvPr>
          <p:cNvSpPr>
            <a:spLocks noGrp="1"/>
          </p:cNvSpPr>
          <p:nvPr/>
        </p:nvSpPr>
        <p:spPr>
          <a:xfrm>
            <a:off x="2333625" y="4362450"/>
            <a:ext cx="619125" cy="619125"/>
          </a:xfrm>
          <a:prstGeom prst="rect">
            <a:avLst/>
          </a:prstGeom>
          <a:solidFill>
            <a:srgbClr val="EEF5F8"/>
          </a:solidFill>
          <a:ln w="9525">
            <a:solidFill>
              <a:srgbClr val="146995"/>
            </a:solidFill>
          </a:ln>
        </p:spPr>
      </p:sp>
      <p:sp>
        <p:nvSpPr>
          <p:cNvPr id="45" name="box-231">
            <a:extLst>
              <a:ext uri="{FF2B5EF4-FFF2-40B4-BE49-F238E27FC236}">
                <a16:creationId xmlns:a16="http://schemas.microsoft.com/office/drawing/2014/main" id="{91BC8A2B-2A5D-44B1-80A7-0AAB7254C663}"/>
              </a:ext>
            </a:extLst>
          </p:cNvPr>
          <p:cNvSpPr>
            <a:spLocks noGrp="1"/>
          </p:cNvSpPr>
          <p:nvPr/>
        </p:nvSpPr>
        <p:spPr>
          <a:xfrm>
            <a:off x="23336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46" name="box-232">
            <a:extLst>
              <a:ext uri="{FF2B5EF4-FFF2-40B4-BE49-F238E27FC236}">
                <a16:creationId xmlns:a16="http://schemas.microsoft.com/office/drawing/2014/main" id="{BC03991F-07F6-49B1-8E38-65215E5AF73E}"/>
              </a:ext>
            </a:extLst>
          </p:cNvPr>
          <p:cNvSpPr>
            <a:spLocks noGrp="1"/>
          </p:cNvSpPr>
          <p:nvPr/>
        </p:nvSpPr>
        <p:spPr>
          <a:xfrm>
            <a:off x="2952750" y="4362450"/>
            <a:ext cx="619125" cy="619125"/>
          </a:xfrm>
          <a:prstGeom prst="rect">
            <a:avLst/>
          </a:prstGeom>
          <a:solidFill>
            <a:srgbClr val="EEF5F8"/>
          </a:solidFill>
          <a:ln w="9525">
            <a:solidFill>
              <a:srgbClr val="146995"/>
            </a:solidFill>
          </a:ln>
        </p:spPr>
      </p:sp>
      <p:sp>
        <p:nvSpPr>
          <p:cNvPr id="47" name="box-233">
            <a:extLst>
              <a:ext uri="{FF2B5EF4-FFF2-40B4-BE49-F238E27FC236}">
                <a16:creationId xmlns:a16="http://schemas.microsoft.com/office/drawing/2014/main" id="{838B94D7-1613-4632-9A83-CD8C4AF77266}"/>
              </a:ext>
            </a:extLst>
          </p:cNvPr>
          <p:cNvSpPr>
            <a:spLocks noGrp="1"/>
          </p:cNvSpPr>
          <p:nvPr/>
        </p:nvSpPr>
        <p:spPr>
          <a:xfrm>
            <a:off x="29527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8" name="box-234">
            <a:extLst>
              <a:ext uri="{FF2B5EF4-FFF2-40B4-BE49-F238E27FC236}">
                <a16:creationId xmlns:a16="http://schemas.microsoft.com/office/drawing/2014/main" id="{3BB46169-498A-4E9B-8450-EC91A2E0919D}"/>
              </a:ext>
            </a:extLst>
          </p:cNvPr>
          <p:cNvSpPr>
            <a:spLocks noGrp="1"/>
          </p:cNvSpPr>
          <p:nvPr/>
        </p:nvSpPr>
        <p:spPr>
          <a:xfrm>
            <a:off x="3571875" y="4362450"/>
            <a:ext cx="619125" cy="619125"/>
          </a:xfrm>
          <a:prstGeom prst="rect">
            <a:avLst/>
          </a:prstGeom>
          <a:solidFill>
            <a:srgbClr val="EEF5F8"/>
          </a:solidFill>
          <a:ln w="9525">
            <a:solidFill>
              <a:srgbClr val="146995"/>
            </a:solidFill>
          </a:ln>
        </p:spPr>
      </p:sp>
      <p:sp>
        <p:nvSpPr>
          <p:cNvPr id="49" name="box-235">
            <a:extLst>
              <a:ext uri="{FF2B5EF4-FFF2-40B4-BE49-F238E27FC236}">
                <a16:creationId xmlns:a16="http://schemas.microsoft.com/office/drawing/2014/main" id="{615E0E11-FABF-4489-A698-FF9E7E1C6208}"/>
              </a:ext>
            </a:extLst>
          </p:cNvPr>
          <p:cNvSpPr>
            <a:spLocks noGrp="1"/>
          </p:cNvSpPr>
          <p:nvPr/>
        </p:nvSpPr>
        <p:spPr>
          <a:xfrm>
            <a:off x="35718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50" name="box-236">
            <a:extLst>
              <a:ext uri="{FF2B5EF4-FFF2-40B4-BE49-F238E27FC236}">
                <a16:creationId xmlns:a16="http://schemas.microsoft.com/office/drawing/2014/main" id="{49535204-8E44-437A-8801-6FD1ED32527B}"/>
              </a:ext>
            </a:extLst>
          </p:cNvPr>
          <p:cNvSpPr>
            <a:spLocks noGrp="1"/>
          </p:cNvSpPr>
          <p:nvPr/>
        </p:nvSpPr>
        <p:spPr>
          <a:xfrm>
            <a:off x="4191000" y="4362450"/>
            <a:ext cx="619125" cy="619125"/>
          </a:xfrm>
          <a:prstGeom prst="rect">
            <a:avLst/>
          </a:prstGeom>
          <a:solidFill>
            <a:srgbClr val="EEF5F8"/>
          </a:solidFill>
          <a:ln w="9525">
            <a:solidFill>
              <a:srgbClr val="146995"/>
            </a:solidFill>
          </a:ln>
        </p:spPr>
      </p:sp>
      <p:sp>
        <p:nvSpPr>
          <p:cNvPr id="51" name="box-237">
            <a:extLst>
              <a:ext uri="{FF2B5EF4-FFF2-40B4-BE49-F238E27FC236}">
                <a16:creationId xmlns:a16="http://schemas.microsoft.com/office/drawing/2014/main" id="{2F603C1B-E292-4495-9F49-69517F04C970}"/>
              </a:ext>
            </a:extLst>
          </p:cNvPr>
          <p:cNvSpPr>
            <a:spLocks noGrp="1"/>
          </p:cNvSpPr>
          <p:nvPr/>
        </p:nvSpPr>
        <p:spPr>
          <a:xfrm>
            <a:off x="41910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52" name="box-238">
            <a:extLst>
              <a:ext uri="{FF2B5EF4-FFF2-40B4-BE49-F238E27FC236}">
                <a16:creationId xmlns:a16="http://schemas.microsoft.com/office/drawing/2014/main" id="{8625B52C-C5CD-4A07-91F0-303779B7B0B2}"/>
              </a:ext>
            </a:extLst>
          </p:cNvPr>
          <p:cNvSpPr>
            <a:spLocks noGrp="1"/>
          </p:cNvSpPr>
          <p:nvPr/>
        </p:nvSpPr>
        <p:spPr>
          <a:xfrm>
            <a:off x="4810125" y="4362450"/>
            <a:ext cx="619125" cy="619125"/>
          </a:xfrm>
          <a:prstGeom prst="rect">
            <a:avLst/>
          </a:prstGeom>
          <a:solidFill>
            <a:srgbClr val="EEF5F8"/>
          </a:solidFill>
          <a:ln w="9525">
            <a:solidFill>
              <a:srgbClr val="146995"/>
            </a:solidFill>
          </a:ln>
        </p:spPr>
      </p:sp>
      <p:sp>
        <p:nvSpPr>
          <p:cNvPr id="53" name="box-239">
            <a:extLst>
              <a:ext uri="{FF2B5EF4-FFF2-40B4-BE49-F238E27FC236}">
                <a16:creationId xmlns:a16="http://schemas.microsoft.com/office/drawing/2014/main" id="{0A02616A-B97B-4DC7-A37E-18F0384121B7}"/>
              </a:ext>
            </a:extLst>
          </p:cNvPr>
          <p:cNvSpPr>
            <a:spLocks noGrp="1"/>
          </p:cNvSpPr>
          <p:nvPr/>
        </p:nvSpPr>
        <p:spPr>
          <a:xfrm>
            <a:off x="48101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4" name="box-240">
            <a:extLst>
              <a:ext uri="{FF2B5EF4-FFF2-40B4-BE49-F238E27FC236}">
                <a16:creationId xmlns:a16="http://schemas.microsoft.com/office/drawing/2014/main" id="{52ADD915-1EA9-4D3D-AAE9-CC53A5B99D1A}"/>
              </a:ext>
            </a:extLst>
          </p:cNvPr>
          <p:cNvSpPr>
            <a:spLocks noGrp="1"/>
          </p:cNvSpPr>
          <p:nvPr/>
        </p:nvSpPr>
        <p:spPr>
          <a:xfrm>
            <a:off x="5429250" y="4362450"/>
            <a:ext cx="619125" cy="619125"/>
          </a:xfrm>
          <a:prstGeom prst="rect">
            <a:avLst/>
          </a:prstGeom>
          <a:solidFill>
            <a:srgbClr val="EEF5F8"/>
          </a:solidFill>
          <a:ln w="9525">
            <a:solidFill>
              <a:srgbClr val="146995"/>
            </a:solidFill>
          </a:ln>
        </p:spPr>
      </p:sp>
      <p:sp>
        <p:nvSpPr>
          <p:cNvPr id="55" name="box-241">
            <a:extLst>
              <a:ext uri="{FF2B5EF4-FFF2-40B4-BE49-F238E27FC236}">
                <a16:creationId xmlns:a16="http://schemas.microsoft.com/office/drawing/2014/main" id="{C5E78E6A-9F17-4D24-93A7-ECD3E042CF9C}"/>
              </a:ext>
            </a:extLst>
          </p:cNvPr>
          <p:cNvSpPr>
            <a:spLocks noGrp="1"/>
          </p:cNvSpPr>
          <p:nvPr/>
        </p:nvSpPr>
        <p:spPr>
          <a:xfrm>
            <a:off x="54292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56" name="box-242">
            <a:extLst>
              <a:ext uri="{FF2B5EF4-FFF2-40B4-BE49-F238E27FC236}">
                <a16:creationId xmlns:a16="http://schemas.microsoft.com/office/drawing/2014/main" id="{7CA0D7D7-3DD2-4BD4-B594-C00F646D946C}"/>
              </a:ext>
            </a:extLst>
          </p:cNvPr>
          <p:cNvSpPr>
            <a:spLocks noGrp="1"/>
          </p:cNvSpPr>
          <p:nvPr/>
        </p:nvSpPr>
        <p:spPr>
          <a:xfrm>
            <a:off x="6048375" y="4362450"/>
            <a:ext cx="619125" cy="619125"/>
          </a:xfrm>
          <a:prstGeom prst="rect">
            <a:avLst/>
          </a:prstGeom>
          <a:solidFill>
            <a:srgbClr val="EEF5F8"/>
          </a:solidFill>
          <a:ln w="9525">
            <a:solidFill>
              <a:srgbClr val="146995"/>
            </a:solidFill>
          </a:ln>
        </p:spPr>
      </p:sp>
      <p:sp>
        <p:nvSpPr>
          <p:cNvPr id="57" name="box-243">
            <a:extLst>
              <a:ext uri="{FF2B5EF4-FFF2-40B4-BE49-F238E27FC236}">
                <a16:creationId xmlns:a16="http://schemas.microsoft.com/office/drawing/2014/main" id="{0CDE6D8D-88C1-40E2-BEF4-05818C43143B}"/>
              </a:ext>
            </a:extLst>
          </p:cNvPr>
          <p:cNvSpPr>
            <a:spLocks noGrp="1"/>
          </p:cNvSpPr>
          <p:nvPr/>
        </p:nvSpPr>
        <p:spPr>
          <a:xfrm>
            <a:off x="60483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8" name="box-244">
            <a:extLst>
              <a:ext uri="{FF2B5EF4-FFF2-40B4-BE49-F238E27FC236}">
                <a16:creationId xmlns:a16="http://schemas.microsoft.com/office/drawing/2014/main" id="{043DF27B-8D75-4E6D-AABF-F32748F61ACD}"/>
              </a:ext>
            </a:extLst>
          </p:cNvPr>
          <p:cNvSpPr>
            <a:spLocks noGrp="1"/>
          </p:cNvSpPr>
          <p:nvPr/>
        </p:nvSpPr>
        <p:spPr>
          <a:xfrm>
            <a:off x="6667500" y="4362450"/>
            <a:ext cx="619125" cy="619125"/>
          </a:xfrm>
          <a:prstGeom prst="rect">
            <a:avLst/>
          </a:prstGeom>
          <a:solidFill>
            <a:srgbClr val="EEF5F8"/>
          </a:solidFill>
          <a:ln w="9525">
            <a:solidFill>
              <a:srgbClr val="146995"/>
            </a:solidFill>
          </a:ln>
        </p:spPr>
      </p:sp>
      <p:sp>
        <p:nvSpPr>
          <p:cNvPr id="59" name="box-245">
            <a:extLst>
              <a:ext uri="{FF2B5EF4-FFF2-40B4-BE49-F238E27FC236}">
                <a16:creationId xmlns:a16="http://schemas.microsoft.com/office/drawing/2014/main" id="{AB5DD7BE-8752-401E-8DBC-14C8D84859E4}"/>
              </a:ext>
            </a:extLst>
          </p:cNvPr>
          <p:cNvSpPr>
            <a:spLocks noGrp="1"/>
          </p:cNvSpPr>
          <p:nvPr/>
        </p:nvSpPr>
        <p:spPr>
          <a:xfrm>
            <a:off x="66675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60" name="box-246">
            <a:extLst>
              <a:ext uri="{FF2B5EF4-FFF2-40B4-BE49-F238E27FC236}">
                <a16:creationId xmlns:a16="http://schemas.microsoft.com/office/drawing/2014/main" id="{1EFDA6AE-C612-49A5-84F7-557DB6EBBB62}"/>
              </a:ext>
            </a:extLst>
          </p:cNvPr>
          <p:cNvSpPr>
            <a:spLocks noGrp="1"/>
          </p:cNvSpPr>
          <p:nvPr/>
        </p:nvSpPr>
        <p:spPr>
          <a:xfrm>
            <a:off x="9105900" y="44958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 × 1 = 8</a:t>
            </a:r>
          </a:p>
        </p:txBody>
      </p:sp>
      <p:sp>
        <p:nvSpPr>
          <p:cNvPr id="61" name="box-247">
            <a:extLst>
              <a:ext uri="{FF2B5EF4-FFF2-40B4-BE49-F238E27FC236}">
                <a16:creationId xmlns:a16="http://schemas.microsoft.com/office/drawing/2014/main" id="{7F158614-A844-4A8B-A4F4-8FC5D33FE786}"/>
              </a:ext>
            </a:extLst>
          </p:cNvPr>
          <p:cNvSpPr>
            <a:spLocks noGrp="1"/>
          </p:cNvSpPr>
          <p:nvPr/>
        </p:nvSpPr>
        <p:spPr>
          <a:xfrm>
            <a:off x="2333625" y="5353050"/>
            <a:ext cx="9048750" cy="45720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스캔 합계: 8 + 8 + 8 = 24칸</a:t>
            </a:r>
          </a:p>
        </p:txBody>
      </p:sp>
      <p:sp>
        <p:nvSpPr>
          <p:cNvPr id="62" name="box-248">
            <a:extLst>
              <a:ext uri="{FF2B5EF4-FFF2-40B4-BE49-F238E27FC236}">
                <a16:creationId xmlns:a16="http://schemas.microsoft.com/office/drawing/2014/main" id="{A903D682-7672-402F-97AC-CBDB6298480F}"/>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한 칸짜리에서는 스캔하지 않고 반환합니다. 호출·반환에도 비용이 있지만 전체 시간 차수는 같습니다.</a:t>
            </a:r>
          </a:p>
        </p:txBody>
      </p:sp>
    </p:spTree>
    <p:extLst>
      <p:ext uri="{BB962C8B-B14F-4D97-AF65-F5344CB8AC3E}">
        <p14:creationId xmlns:p14="http://schemas.microsoft.com/office/powerpoint/2010/main" val="4195304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249">
            <a:extLst>
              <a:ext uri="{FF2B5EF4-FFF2-40B4-BE49-F238E27FC236}">
                <a16:creationId xmlns:a16="http://schemas.microsoft.com/office/drawing/2014/main" id="{A107BCA9-DAAD-4FF9-A8B9-A657CCB171D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250">
            <a:extLst>
              <a:ext uri="{FF2B5EF4-FFF2-40B4-BE49-F238E27FC236}">
                <a16:creationId xmlns:a16="http://schemas.microsoft.com/office/drawing/2014/main" id="{D5A628C1-5C88-461C-A426-DEE696529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51">
            <a:extLst>
              <a:ext uri="{FF2B5EF4-FFF2-40B4-BE49-F238E27FC236}">
                <a16:creationId xmlns:a16="http://schemas.microsoft.com/office/drawing/2014/main" id="{F3724D45-D36A-4E5F-89F6-88362DBE2B9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8칸을 3층, n칸을 약 log₂n층</a:t>
            </a:r>
          </a:p>
        </p:txBody>
      </p:sp>
      <p:sp>
        <p:nvSpPr>
          <p:cNvPr id="4" name="box-252">
            <a:extLst>
              <a:ext uri="{FF2B5EF4-FFF2-40B4-BE49-F238E27FC236}">
                <a16:creationId xmlns:a16="http://schemas.microsoft.com/office/drawing/2014/main" id="{F4248135-A4D6-4BEB-98CB-2BBA2AB69443}"/>
              </a:ext>
            </a:extLst>
          </p:cNvPr>
          <p:cNvSpPr>
            <a:spLocks noGrp="1"/>
          </p:cNvSpPr>
          <p:nvPr/>
        </p:nvSpPr>
        <p:spPr>
          <a:xfrm>
            <a:off x="609600" y="1381125"/>
            <a:ext cx="10972800" cy="9525"/>
          </a:xfrm>
          <a:prstGeom prst="rect">
            <a:avLst/>
          </a:prstGeom>
          <a:solidFill>
            <a:srgbClr val="151515"/>
          </a:solidFill>
          <a:ln w="0">
            <a:noFill/>
          </a:ln>
        </p:spPr>
      </p:sp>
      <p:sp>
        <p:nvSpPr>
          <p:cNvPr id="5" name="box-253">
            <a:extLst>
              <a:ext uri="{FF2B5EF4-FFF2-40B4-BE49-F238E27FC236}">
                <a16:creationId xmlns:a16="http://schemas.microsoft.com/office/drawing/2014/main" id="{CFA0C50E-AF41-4111-B093-A94B43ACD33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6BC248-1A7F-4826-BB14-2B43908713D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178</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EF5B0F90-7335-4D29-9009-8DE46C37BF86}"/>
              </a:ext>
            </a:extLst>
          </p:cNvPr>
          <p:cNvGraphicFramePr/>
          <p:nvPr/>
        </p:nvGraphicFramePr>
        <p:xfrm>
          <a:off x="609600" y="2009775"/>
          <a:ext cx="10972800" cy="2628900"/>
        </p:xfrm>
        <a:graphic>
          <a:graphicData uri="http://schemas.openxmlformats.org/drawingml/2006/table">
            <a:tbl>
              <a:tblPr/>
              <a:tblGrid>
                <a:gridCol w="2095500">
                  <a:extLst>
                    <a:ext uri="{9D8B030D-6E8A-4147-A177-3AD203B41FA5}">
                      <a16:colId xmlns:a16="http://schemas.microsoft.com/office/drawing/2014/main" val="20000"/>
                    </a:ext>
                  </a:extLst>
                </a:gridCol>
                <a:gridCol w="60198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tblGrid>
              <a:tr h="657225">
                <a:tc>
                  <a:txBody>
                    <a:bodyPr/>
                    <a:lstStyle/>
                    <a:p>
                      <a:pPr algn="ctr"/>
                      <a:r>
                        <a:rPr sz="2025" b="1">
                          <a:solidFill>
                            <a:srgbClr val="FFFFFF"/>
                          </a:solidFill>
                          <a:latin typeface="Malgun Gothic"/>
                          <a:ea typeface="Malgun Gothic"/>
                          <a:cs typeface="Malgun Gothic"/>
                        </a:rPr>
                        <a:t>입력 길이</a:t>
                      </a:r>
                    </a:p>
                  </a:txBody>
                  <a:tcPr anchor="ctr">
                    <a:solidFill>
                      <a:srgbClr val="151515"/>
                    </a:solidFill>
                  </a:tcPr>
                </a:tc>
                <a:tc>
                  <a:txBody>
                    <a:bodyPr/>
                    <a:lstStyle/>
                    <a:p>
                      <a:pPr algn="ctr"/>
                      <a:r>
                        <a:rPr sz="2025" b="1">
                          <a:solidFill>
                            <a:srgbClr val="FFFFFF"/>
                          </a:solidFill>
                          <a:latin typeface="Malgun Gothic"/>
                          <a:ea typeface="Malgun Gothic"/>
                          <a:cs typeface="Malgun Gothic"/>
                        </a:rPr>
                        <a:t>구간 크기가 줄어드는 과정</a:t>
                      </a:r>
                    </a:p>
                  </a:txBody>
                  <a:tcPr anchor="ctr">
                    <a:solidFill>
                      <a:srgbClr val="151515"/>
                    </a:solidFill>
                  </a:tcPr>
                </a:tc>
                <a:tc>
                  <a:txBody>
                    <a:bodyPr/>
                    <a:lstStyle/>
                    <a:p>
                      <a:pPr algn="ctr"/>
                      <a:r>
                        <a:rPr sz="2025" b="1">
                          <a:solidFill>
                            <a:srgbClr val="FFFFFF"/>
                          </a:solidFill>
                          <a:latin typeface="Malgun Gothic"/>
                          <a:ea typeface="Malgun Gothic"/>
                          <a:cs typeface="Malgun Gothic"/>
                        </a:rPr>
                        <a:t>스캔하는 층</a:t>
                      </a:r>
                    </a:p>
                  </a:txBody>
                  <a:tcPr anchor="ctr">
                    <a:solidFill>
                      <a:srgbClr val="151515"/>
                    </a:solidFill>
                  </a:tcPr>
                </a:tc>
                <a:extLst>
                  <a:ext uri="{0D108BD9-81ED-4DB2-BD59-A6C34878D82A}">
                    <a16:rowId xmlns:a16="http://schemas.microsoft.com/office/drawing/2014/main" val="10000"/>
                  </a:ext>
                </a:extLst>
              </a:tr>
              <a:tr h="657225">
                <a:tc>
                  <a:txBody>
                    <a:bodyPr/>
                    <a:lstStyle/>
                    <a:p>
                      <a:pPr algn="ctr"/>
                      <a:r>
                        <a:rPr sz="2025" b="0">
                          <a:solidFill>
                            <a:srgbClr val="151515"/>
                          </a:solidFill>
                          <a:latin typeface="Malgun Gothic"/>
                          <a:ea typeface="Malgun Gothic"/>
                          <a:cs typeface="Malgun Gothic"/>
                        </a:rPr>
                        <a:t>8</a:t>
                      </a:r>
                    </a:p>
                  </a:txBody>
                  <a:tcPr anchor="ctr">
                    <a:solidFill>
                      <a:srgbClr val="FFFFFF"/>
                    </a:solidFill>
                  </a:tcPr>
                </a:tc>
                <a:tc>
                  <a:txBody>
                    <a:bodyPr/>
                    <a:lstStyle/>
                    <a:p>
                      <a:pPr algn="ctr"/>
                      <a:r>
                        <a:rPr sz="2025" b="0">
                          <a:solidFill>
                            <a:srgbClr val="151515"/>
                          </a:solidFill>
                          <a:latin typeface="Malgun Gothic"/>
                          <a:ea typeface="Malgun Gothic"/>
                          <a:cs typeface="Malgun Gothic"/>
                        </a:rPr>
                        <a:t>8, 4, 2, 1</a:t>
                      </a:r>
                    </a:p>
                  </a:txBody>
                  <a:tcPr anchor="ctr">
                    <a:solidFill>
                      <a:srgbClr val="FFFFFF"/>
                    </a:solidFill>
                  </a:tcPr>
                </a:tc>
                <a:tc>
                  <a:txBody>
                    <a:bodyPr/>
                    <a:lstStyle/>
                    <a:p>
                      <a:pPr algn="ctr"/>
                      <a:r>
                        <a:rPr sz="2025" b="0">
                          <a:solidFill>
                            <a:srgbClr val="151515"/>
                          </a:solidFill>
                          <a:latin typeface="Malgun Gothic"/>
                          <a:ea typeface="Malgun Gothic"/>
                          <a:cs typeface="Malgun Gothic"/>
                        </a:rPr>
                        <a:t>3층</a:t>
                      </a:r>
                    </a:p>
                  </a:txBody>
                  <a:tcPr anchor="ctr">
                    <a:solidFill>
                      <a:srgbClr val="FFFFFF"/>
                    </a:solidFill>
                  </a:tcPr>
                </a:tc>
                <a:extLst>
                  <a:ext uri="{0D108BD9-81ED-4DB2-BD59-A6C34878D82A}">
                    <a16:rowId xmlns:a16="http://schemas.microsoft.com/office/drawing/2014/main" val="10001"/>
                  </a:ext>
                </a:extLst>
              </a:tr>
              <a:tr h="657225">
                <a:tc>
                  <a:txBody>
                    <a:bodyPr/>
                    <a:lstStyle/>
                    <a:p>
                      <a:pPr algn="ctr"/>
                      <a:r>
                        <a:rPr sz="2025" b="0">
                          <a:solidFill>
                            <a:srgbClr val="151515"/>
                          </a:solidFill>
                          <a:latin typeface="Malgun Gothic"/>
                          <a:ea typeface="Malgun Gothic"/>
                          <a:cs typeface="Malgun Gothic"/>
                        </a:rPr>
                        <a:t>16</a:t>
                      </a:r>
                    </a:p>
                  </a:txBody>
                  <a:tcPr anchor="ctr">
                    <a:solidFill>
                      <a:srgbClr val="F1F4F6"/>
                    </a:solidFill>
                  </a:tcPr>
                </a:tc>
                <a:tc>
                  <a:txBody>
                    <a:bodyPr/>
                    <a:lstStyle/>
                    <a:p>
                      <a:pPr algn="ctr"/>
                      <a:r>
                        <a:rPr sz="2025" b="0">
                          <a:solidFill>
                            <a:srgbClr val="151515"/>
                          </a:solidFill>
                          <a:latin typeface="Malgun Gothic"/>
                          <a:ea typeface="Malgun Gothic"/>
                          <a:cs typeface="Malgun Gothic"/>
                        </a:rPr>
                        <a:t>16, 8, 4, 2, 1</a:t>
                      </a:r>
                    </a:p>
                  </a:txBody>
                  <a:tcPr anchor="ctr">
                    <a:solidFill>
                      <a:srgbClr val="F1F4F6"/>
                    </a:solidFill>
                  </a:tcPr>
                </a:tc>
                <a:tc>
                  <a:txBody>
                    <a:bodyPr/>
                    <a:lstStyle/>
                    <a:p>
                      <a:pPr algn="ctr"/>
                      <a:r>
                        <a:rPr sz="2025" b="0">
                          <a:solidFill>
                            <a:srgbClr val="151515"/>
                          </a:solidFill>
                          <a:latin typeface="Malgun Gothic"/>
                          <a:ea typeface="Malgun Gothic"/>
                          <a:cs typeface="Malgun Gothic"/>
                        </a:rPr>
                        <a:t>4층</a:t>
                      </a:r>
                    </a:p>
                  </a:txBody>
                  <a:tcPr anchor="ctr">
                    <a:solidFill>
                      <a:srgbClr val="F1F4F6"/>
                    </a:solidFill>
                  </a:tcPr>
                </a:tc>
                <a:extLst>
                  <a:ext uri="{0D108BD9-81ED-4DB2-BD59-A6C34878D82A}">
                    <a16:rowId xmlns:a16="http://schemas.microsoft.com/office/drawing/2014/main" val="10002"/>
                  </a:ext>
                </a:extLst>
              </a:tr>
              <a:tr h="657225">
                <a:tc>
                  <a:txBody>
                    <a:bodyPr/>
                    <a:lstStyle/>
                    <a:p>
                      <a:pPr algn="ctr"/>
                      <a:r>
                        <a:rPr sz="2025" b="0">
                          <a:solidFill>
                            <a:srgbClr val="151515"/>
                          </a:solidFill>
                          <a:latin typeface="Malgun Gothic"/>
                          <a:ea typeface="Malgun Gothic"/>
                          <a:cs typeface="Malgun Gothic"/>
                        </a:rPr>
                        <a:t>32</a:t>
                      </a:r>
                    </a:p>
                  </a:txBody>
                  <a:tcPr anchor="ctr">
                    <a:solidFill>
                      <a:srgbClr val="FFFFFF"/>
                    </a:solidFill>
                  </a:tcPr>
                </a:tc>
                <a:tc>
                  <a:txBody>
                    <a:bodyPr/>
                    <a:lstStyle/>
                    <a:p>
                      <a:pPr algn="ctr"/>
                      <a:r>
                        <a:rPr sz="2025" b="0">
                          <a:solidFill>
                            <a:srgbClr val="151515"/>
                          </a:solidFill>
                          <a:latin typeface="Malgun Gothic"/>
                          <a:ea typeface="Malgun Gothic"/>
                          <a:cs typeface="Malgun Gothic"/>
                        </a:rPr>
                        <a:t>32, 16, 8, 4, 2, 1</a:t>
                      </a:r>
                    </a:p>
                  </a:txBody>
                  <a:tcPr anchor="ctr">
                    <a:solidFill>
                      <a:srgbClr val="FFFFFF"/>
                    </a:solidFill>
                  </a:tcPr>
                </a:tc>
                <a:tc>
                  <a:txBody>
                    <a:bodyPr/>
                    <a:lstStyle/>
                    <a:p>
                      <a:pPr algn="ctr"/>
                      <a:r>
                        <a:rPr sz="2025" b="0">
                          <a:solidFill>
                            <a:srgbClr val="151515"/>
                          </a:solidFill>
                          <a:latin typeface="Malgun Gothic"/>
                          <a:ea typeface="Malgun Gothic"/>
                          <a:cs typeface="Malgun Gothic"/>
                        </a:rPr>
                        <a:t>5층</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box-256">
            <a:extLst>
              <a:ext uri="{FF2B5EF4-FFF2-40B4-BE49-F238E27FC236}">
                <a16:creationId xmlns:a16="http://schemas.microsoft.com/office/drawing/2014/main" id="{4CA5B64F-0A7B-4A31-B3DC-80692296B727}"/>
              </a:ext>
            </a:extLst>
          </p:cNvPr>
          <p:cNvSpPr>
            <a:spLocks noGrp="1"/>
          </p:cNvSpPr>
          <p:nvPr/>
        </p:nvSpPr>
        <p:spPr>
          <a:xfrm>
            <a:off x="609600" y="5019675"/>
            <a:ext cx="10972800" cy="466725"/>
          </a:xfrm>
          <a:prstGeom prst="rect">
            <a:avLst/>
          </a:prstGeom>
          <a:noFill/>
          <a:ln w="0">
            <a:noFill/>
          </a:ln>
        </p:spPr>
        <p:txBody>
          <a:bodyPr wrap="none" lIns="0" tIns="0" rIns="0" bIns="0" anchor="t">
            <a:noAutofit/>
          </a:bodyPr>
          <a:lstStyle>
            <a:defPPr algn="l">
              <a:defRPr sz="2700" b="1">
                <a:solidFill>
                  <a:srgbClr val="146995"/>
                </a:solidFill>
                <a:latin typeface="Malgun Gothic"/>
                <a:ea typeface="Malgun Gothic"/>
                <a:cs typeface="Malgun Gothic"/>
              </a:defRPr>
            </a:defPPr>
          </a:lstStyle>
          <a:p>
            <a:pPr algn="l">
              <a:lnSpc>
                <a:spcPct val="112000"/>
              </a:lnSpc>
              <a:buNone/>
              <a:defRPr sz="2700" b="1">
                <a:solidFill>
                  <a:srgbClr val="146995"/>
                </a:solidFill>
                <a:latin typeface="Malgun Gothic"/>
                <a:ea typeface="Malgun Gothic"/>
                <a:cs typeface="Malgun Gothic"/>
              </a:defRPr>
            </a:pPr>
            <a:r>
              <a:rPr sz="2700" b="1">
                <a:solidFill>
                  <a:srgbClr val="146995"/>
                </a:solidFill>
                <a:latin typeface="Malgun Gothic"/>
                <a:ea typeface="Malgun Gothic"/>
                <a:cs typeface="Malgun Gothic"/>
              </a:rPr>
              <a:t>한 층의 읽기 n칸 × 약 log₂n층</a:t>
            </a:r>
          </a:p>
        </p:txBody>
      </p:sp>
      <p:sp>
        <p:nvSpPr>
          <p:cNvPr id="9" name="box-257">
            <a:extLst>
              <a:ext uri="{FF2B5EF4-FFF2-40B4-BE49-F238E27FC236}">
                <a16:creationId xmlns:a16="http://schemas.microsoft.com/office/drawing/2014/main" id="{E34997A8-2659-4E90-8978-5FA23EF02F0E}"/>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최대 구간 합의 전체 시간은 O(n log n). 마지막 한 칸에서는 cross_max를 계산하지 않습니다.</a:t>
            </a:r>
          </a:p>
        </p:txBody>
      </p:sp>
    </p:spTree>
    <p:extLst>
      <p:ext uri="{BB962C8B-B14F-4D97-AF65-F5344CB8AC3E}">
        <p14:creationId xmlns:p14="http://schemas.microsoft.com/office/powerpoint/2010/main" val="262196815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ox-258">
            <a:extLst>
              <a:ext uri="{FF2B5EF4-FFF2-40B4-BE49-F238E27FC236}">
                <a16:creationId xmlns:a16="http://schemas.microsoft.com/office/drawing/2014/main" id="{3683F137-1101-4E3F-9122-F655F1AC657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259">
            <a:extLst>
              <a:ext uri="{FF2B5EF4-FFF2-40B4-BE49-F238E27FC236}">
                <a16:creationId xmlns:a16="http://schemas.microsoft.com/office/drawing/2014/main" id="{397484D2-E5D5-49ED-9BDC-9BB31E154EF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60">
            <a:extLst>
              <a:ext uri="{FF2B5EF4-FFF2-40B4-BE49-F238E27FC236}">
                <a16:creationId xmlns:a16="http://schemas.microsoft.com/office/drawing/2014/main" id="{44CF0622-0BEE-4F7C-BD87-252AA77321A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점화식은 코드의 세 부분을 적은 것입니다</a:t>
            </a:r>
          </a:p>
        </p:txBody>
      </p:sp>
      <p:sp>
        <p:nvSpPr>
          <p:cNvPr id="4" name="box-261">
            <a:extLst>
              <a:ext uri="{FF2B5EF4-FFF2-40B4-BE49-F238E27FC236}">
                <a16:creationId xmlns:a16="http://schemas.microsoft.com/office/drawing/2014/main" id="{DECC22BF-459E-4ED7-9B6D-D07DB3DC1915}"/>
              </a:ext>
            </a:extLst>
          </p:cNvPr>
          <p:cNvSpPr>
            <a:spLocks noGrp="1"/>
          </p:cNvSpPr>
          <p:nvPr/>
        </p:nvSpPr>
        <p:spPr>
          <a:xfrm>
            <a:off x="609600" y="1381125"/>
            <a:ext cx="10972800" cy="9525"/>
          </a:xfrm>
          <a:prstGeom prst="rect">
            <a:avLst/>
          </a:prstGeom>
          <a:solidFill>
            <a:srgbClr val="151515"/>
          </a:solidFill>
          <a:ln w="0">
            <a:noFill/>
          </a:ln>
        </p:spPr>
      </p:sp>
      <p:sp>
        <p:nvSpPr>
          <p:cNvPr id="5" name="box-262">
            <a:extLst>
              <a:ext uri="{FF2B5EF4-FFF2-40B4-BE49-F238E27FC236}">
                <a16:creationId xmlns:a16="http://schemas.microsoft.com/office/drawing/2014/main" id="{9388A785-6E1B-4B7D-A0B4-3E5AF212128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35B3C6D-DC8D-42A9-B42E-1EA3AA0B50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179</a:t>
            </a:r>
            <a:endParaRPr sz="1050" b="0">
              <a:solidFill>
                <a:srgbClr val="151515"/>
              </a:solidFill>
              <a:latin typeface="Consolas"/>
              <a:ea typeface="Consolas"/>
              <a:cs typeface="Consolas"/>
            </a:endParaRPr>
          </a:p>
        </p:txBody>
      </p:sp>
      <p:sp>
        <p:nvSpPr>
          <p:cNvPr id="7" name="box-264">
            <a:extLst>
              <a:ext uri="{FF2B5EF4-FFF2-40B4-BE49-F238E27FC236}">
                <a16:creationId xmlns:a16="http://schemas.microsoft.com/office/drawing/2014/main" id="{B270D0AD-7C08-4523-9B68-E0E47D6C52D7}"/>
              </a:ext>
            </a:extLst>
          </p:cNvPr>
          <p:cNvSpPr>
            <a:spLocks noGrp="1"/>
          </p:cNvSpPr>
          <p:nvPr/>
        </p:nvSpPr>
        <p:spPr>
          <a:xfrm>
            <a:off x="857250" y="2095500"/>
            <a:ext cx="1714500" cy="514350"/>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T(n)</a:t>
            </a:r>
          </a:p>
        </p:txBody>
      </p:sp>
      <p:sp>
        <p:nvSpPr>
          <p:cNvPr id="8" name="box-265">
            <a:extLst>
              <a:ext uri="{FF2B5EF4-FFF2-40B4-BE49-F238E27FC236}">
                <a16:creationId xmlns:a16="http://schemas.microsoft.com/office/drawing/2014/main" id="{72C70F99-A8EF-443B-B13E-61379B8C6DEC}"/>
              </a:ext>
            </a:extLst>
          </p:cNvPr>
          <p:cNvSpPr>
            <a:spLocks noGrp="1"/>
          </p:cNvSpPr>
          <p:nvPr/>
        </p:nvSpPr>
        <p:spPr>
          <a:xfrm>
            <a:off x="2581275"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9" name="box-266">
            <a:extLst>
              <a:ext uri="{FF2B5EF4-FFF2-40B4-BE49-F238E27FC236}">
                <a16:creationId xmlns:a16="http://schemas.microsoft.com/office/drawing/2014/main" id="{5197687A-B934-4FAA-B124-3D4F62B7CE57}"/>
              </a:ext>
            </a:extLst>
          </p:cNvPr>
          <p:cNvSpPr>
            <a:spLocks noGrp="1"/>
          </p:cNvSpPr>
          <p:nvPr/>
        </p:nvSpPr>
        <p:spPr>
          <a:xfrm>
            <a:off x="3314700" y="2095500"/>
            <a:ext cx="2447925" cy="514350"/>
          </a:xfrm>
          <a:prstGeom prst="rect">
            <a:avLst/>
          </a:prstGeom>
          <a:noFill/>
          <a:ln w="0">
            <a:noFill/>
          </a:ln>
        </p:spPr>
        <p:txBody>
          <a:bodyPr wrap="none" lIns="0" tIns="0" rIns="0" bIns="0" anchor="t">
            <a:noAutofit/>
          </a:bodyPr>
          <a:lstStyle>
            <a:defPPr algn="l">
              <a:defRPr sz="3000" b="1">
                <a:solidFill>
                  <a:srgbClr val="146995"/>
                </a:solidFill>
                <a:latin typeface="Consolas"/>
                <a:ea typeface="Consolas"/>
                <a:cs typeface="Consolas"/>
              </a:defRPr>
            </a:defPPr>
          </a:lstStyle>
          <a:p>
            <a:pPr algn="l">
              <a:lnSpc>
                <a:spcPct val="112000"/>
              </a:lnSpc>
              <a:buNone/>
              <a:defRPr sz="3000" b="1">
                <a:solidFill>
                  <a:srgbClr val="146995"/>
                </a:solidFill>
                <a:latin typeface="Consolas"/>
                <a:ea typeface="Consolas"/>
                <a:cs typeface="Consolas"/>
              </a:defRPr>
            </a:pPr>
            <a:r>
              <a:rPr sz="3000" b="1">
                <a:solidFill>
                  <a:srgbClr val="146995"/>
                </a:solidFill>
                <a:latin typeface="Consolas"/>
                <a:ea typeface="Consolas"/>
                <a:cs typeface="Consolas"/>
              </a:rPr>
              <a:t>T(n/2)</a:t>
            </a:r>
          </a:p>
        </p:txBody>
      </p:sp>
      <p:sp>
        <p:nvSpPr>
          <p:cNvPr id="10" name="box-267">
            <a:extLst>
              <a:ext uri="{FF2B5EF4-FFF2-40B4-BE49-F238E27FC236}">
                <a16:creationId xmlns:a16="http://schemas.microsoft.com/office/drawing/2014/main" id="{A688EA60-424D-4B62-B930-17BA745F334B}"/>
              </a:ext>
            </a:extLst>
          </p:cNvPr>
          <p:cNvSpPr>
            <a:spLocks noGrp="1"/>
          </p:cNvSpPr>
          <p:nvPr/>
        </p:nvSpPr>
        <p:spPr>
          <a:xfrm>
            <a:off x="5734050"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1" name="box-268">
            <a:extLst>
              <a:ext uri="{FF2B5EF4-FFF2-40B4-BE49-F238E27FC236}">
                <a16:creationId xmlns:a16="http://schemas.microsoft.com/office/drawing/2014/main" id="{E66BDE84-B2E8-4A07-AF3E-3E85699762F7}"/>
              </a:ext>
            </a:extLst>
          </p:cNvPr>
          <p:cNvSpPr>
            <a:spLocks noGrp="1"/>
          </p:cNvSpPr>
          <p:nvPr/>
        </p:nvSpPr>
        <p:spPr>
          <a:xfrm>
            <a:off x="6438900" y="2095500"/>
            <a:ext cx="2447925" cy="514350"/>
          </a:xfrm>
          <a:prstGeom prst="rect">
            <a:avLst/>
          </a:prstGeom>
          <a:noFill/>
          <a:ln w="0">
            <a:noFill/>
          </a:ln>
        </p:spPr>
        <p:txBody>
          <a:bodyPr wrap="none" lIns="0" tIns="0" rIns="0" bIns="0" anchor="t">
            <a:noAutofit/>
          </a:bodyPr>
          <a:lstStyle>
            <a:defPPr algn="l">
              <a:defRPr sz="3000" b="1">
                <a:solidFill>
                  <a:srgbClr val="21744F"/>
                </a:solidFill>
                <a:latin typeface="Consolas"/>
                <a:ea typeface="Consolas"/>
                <a:cs typeface="Consolas"/>
              </a:defRPr>
            </a:defPPr>
          </a:lstStyle>
          <a:p>
            <a:pPr algn="l">
              <a:lnSpc>
                <a:spcPct val="112000"/>
              </a:lnSpc>
              <a:buNone/>
              <a:defRPr sz="3000" b="1">
                <a:solidFill>
                  <a:srgbClr val="21744F"/>
                </a:solidFill>
                <a:latin typeface="Consolas"/>
                <a:ea typeface="Consolas"/>
                <a:cs typeface="Consolas"/>
              </a:defRPr>
            </a:pPr>
            <a:r>
              <a:rPr sz="3000" b="1">
                <a:solidFill>
                  <a:srgbClr val="21744F"/>
                </a:solidFill>
                <a:latin typeface="Consolas"/>
                <a:ea typeface="Consolas"/>
                <a:cs typeface="Consolas"/>
              </a:rPr>
              <a:t>T(n/2)</a:t>
            </a:r>
          </a:p>
        </p:txBody>
      </p:sp>
      <p:sp>
        <p:nvSpPr>
          <p:cNvPr id="12" name="box-269">
            <a:extLst>
              <a:ext uri="{FF2B5EF4-FFF2-40B4-BE49-F238E27FC236}">
                <a16:creationId xmlns:a16="http://schemas.microsoft.com/office/drawing/2014/main" id="{C5860A25-D0FA-4AD1-9F4F-8032F7CA5B94}"/>
              </a:ext>
            </a:extLst>
          </p:cNvPr>
          <p:cNvSpPr>
            <a:spLocks noGrp="1"/>
          </p:cNvSpPr>
          <p:nvPr/>
        </p:nvSpPr>
        <p:spPr>
          <a:xfrm>
            <a:off x="8839200"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3" name="box-270">
            <a:extLst>
              <a:ext uri="{FF2B5EF4-FFF2-40B4-BE49-F238E27FC236}">
                <a16:creationId xmlns:a16="http://schemas.microsoft.com/office/drawing/2014/main" id="{DB2403E8-2460-4AE3-BC5D-524ADDF5410F}"/>
              </a:ext>
            </a:extLst>
          </p:cNvPr>
          <p:cNvSpPr>
            <a:spLocks noGrp="1"/>
          </p:cNvSpPr>
          <p:nvPr/>
        </p:nvSpPr>
        <p:spPr>
          <a:xfrm>
            <a:off x="9525000" y="2095500"/>
            <a:ext cx="1981200" cy="514350"/>
          </a:xfrm>
          <a:prstGeom prst="rect">
            <a:avLst/>
          </a:prstGeom>
          <a:noFill/>
          <a:ln w="0">
            <a:noFill/>
          </a:ln>
        </p:spPr>
        <p:txBody>
          <a:bodyPr wrap="none" lIns="0" tIns="0" rIns="0" bIns="0" anchor="t">
            <a:noAutofit/>
          </a:bodyPr>
          <a:lstStyle>
            <a:defPPr algn="l">
              <a:defRPr sz="3000" b="1">
                <a:solidFill>
                  <a:srgbClr val="AD630C"/>
                </a:solidFill>
                <a:latin typeface="Consolas"/>
                <a:ea typeface="Consolas"/>
                <a:cs typeface="Consolas"/>
              </a:defRPr>
            </a:defPPr>
          </a:lstStyle>
          <a:p>
            <a:pPr algn="l">
              <a:lnSpc>
                <a:spcPct val="112000"/>
              </a:lnSpc>
              <a:buNone/>
              <a:defRPr sz="3000" b="1">
                <a:solidFill>
                  <a:srgbClr val="AD630C"/>
                </a:solidFill>
                <a:latin typeface="Consolas"/>
                <a:ea typeface="Consolas"/>
                <a:cs typeface="Consolas"/>
              </a:defRPr>
            </a:pPr>
            <a:r>
              <a:rPr sz="3000" b="1">
                <a:solidFill>
                  <a:srgbClr val="AD630C"/>
                </a:solidFill>
                <a:latin typeface="Consolas"/>
                <a:ea typeface="Consolas"/>
                <a:cs typeface="Consolas"/>
              </a:rPr>
              <a:t>O(n)</a:t>
            </a:r>
          </a:p>
        </p:txBody>
      </p:sp>
      <p:sp>
        <p:nvSpPr>
          <p:cNvPr id="14" name="box-271">
            <a:extLst>
              <a:ext uri="{FF2B5EF4-FFF2-40B4-BE49-F238E27FC236}">
                <a16:creationId xmlns:a16="http://schemas.microsoft.com/office/drawing/2014/main" id="{501D5367-28A0-4712-B3F6-70A4AD7939A7}"/>
              </a:ext>
            </a:extLst>
          </p:cNvPr>
          <p:cNvSpPr>
            <a:spLocks noGrp="1"/>
          </p:cNvSpPr>
          <p:nvPr/>
        </p:nvSpPr>
        <p:spPr>
          <a:xfrm>
            <a:off x="666750" y="2819400"/>
            <a:ext cx="1905000" cy="361950"/>
          </a:xfrm>
          <a:prstGeom prst="rect">
            <a:avLst/>
          </a:prstGeom>
          <a:noFill/>
          <a:ln w="0">
            <a:noFill/>
          </a:ln>
        </p:spPr>
        <p:txBody>
          <a:bodyPr wrap="none" lIns="0" tIns="0" rIns="0" bIns="0" anchor="t">
            <a:noAutofit/>
          </a:bodyPr>
          <a:lstStyle>
            <a:defPPr algn="ctr">
              <a:defRPr sz="1800" b="0">
                <a:solidFill>
                  <a:srgbClr val="151515"/>
                </a:solidFill>
                <a:latin typeface="Malgun Gothic"/>
                <a:ea typeface="Malgun Gothic"/>
                <a:cs typeface="Malgun Gothic"/>
              </a:defRPr>
            </a:defPPr>
          </a:lstStyle>
          <a:p>
            <a:pPr algn="ctr">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전체 시간</a:t>
            </a:r>
          </a:p>
        </p:txBody>
      </p:sp>
      <p:sp>
        <p:nvSpPr>
          <p:cNvPr id="15" name="box-272">
            <a:extLst>
              <a:ext uri="{FF2B5EF4-FFF2-40B4-BE49-F238E27FC236}">
                <a16:creationId xmlns:a16="http://schemas.microsoft.com/office/drawing/2014/main" id="{C56CFFB2-FAB6-4BD0-A82A-30990B27F903}"/>
              </a:ext>
            </a:extLst>
          </p:cNvPr>
          <p:cNvSpPr>
            <a:spLocks noGrp="1"/>
          </p:cNvSpPr>
          <p:nvPr/>
        </p:nvSpPr>
        <p:spPr>
          <a:xfrm>
            <a:off x="3114675" y="2819400"/>
            <a:ext cx="2762250" cy="361950"/>
          </a:xfrm>
          <a:prstGeom prst="rect">
            <a:avLst/>
          </a:prstGeom>
          <a:noFill/>
          <a:ln w="0">
            <a:noFill/>
          </a:ln>
        </p:spPr>
        <p:txBody>
          <a:bodyPr wrap="none" lIns="0" tIns="0" rIns="0" bIns="0" anchor="t">
            <a:noAutofit/>
          </a:bodyPr>
          <a:lstStyle>
            <a:defPPr algn="ctr">
              <a:defRPr sz="1800" b="0">
                <a:solidFill>
                  <a:srgbClr val="146995"/>
                </a:solidFill>
                <a:latin typeface="Malgun Gothic"/>
                <a:ea typeface="Malgun Gothic"/>
                <a:cs typeface="Malgun Gothic"/>
              </a:defRPr>
            </a:defPPr>
          </a:lstStyle>
          <a:p>
            <a:pPr algn="ctr">
              <a:lnSpc>
                <a:spcPct val="112000"/>
              </a:lnSpc>
              <a:buNone/>
              <a:defRPr sz="1800" b="0">
                <a:solidFill>
                  <a:srgbClr val="146995"/>
                </a:solidFill>
                <a:latin typeface="Malgun Gothic"/>
                <a:ea typeface="Malgun Gothic"/>
                <a:cs typeface="Malgun Gothic"/>
              </a:defRPr>
            </a:pPr>
            <a:r>
              <a:rPr sz="1800" b="0">
                <a:solidFill>
                  <a:srgbClr val="146995"/>
                </a:solidFill>
                <a:latin typeface="Malgun Gothic"/>
                <a:ea typeface="Malgun Gothic"/>
                <a:cs typeface="Malgun Gothic"/>
              </a:rPr>
              <a:t>왼쪽 절반의 시간</a:t>
            </a:r>
          </a:p>
        </p:txBody>
      </p:sp>
      <p:sp>
        <p:nvSpPr>
          <p:cNvPr id="16" name="box-273">
            <a:extLst>
              <a:ext uri="{FF2B5EF4-FFF2-40B4-BE49-F238E27FC236}">
                <a16:creationId xmlns:a16="http://schemas.microsoft.com/office/drawing/2014/main" id="{6C8A9783-D0B1-4B20-B466-19834928B180}"/>
              </a:ext>
            </a:extLst>
          </p:cNvPr>
          <p:cNvSpPr>
            <a:spLocks noGrp="1"/>
          </p:cNvSpPr>
          <p:nvPr/>
        </p:nvSpPr>
        <p:spPr>
          <a:xfrm>
            <a:off x="6191250" y="2819400"/>
            <a:ext cx="2857500" cy="361950"/>
          </a:xfrm>
          <a:prstGeom prst="rect">
            <a:avLst/>
          </a:prstGeom>
          <a:noFill/>
          <a:ln w="0">
            <a:noFill/>
          </a:ln>
        </p:spPr>
        <p:txBody>
          <a:bodyPr wrap="none" lIns="0" tIns="0" rIns="0" bIns="0" anchor="t">
            <a:noAutofit/>
          </a:bodyPr>
          <a:lstStyle>
            <a:defPPr algn="ctr">
              <a:defRPr sz="1800" b="0">
                <a:solidFill>
                  <a:srgbClr val="21744F"/>
                </a:solidFill>
                <a:latin typeface="Malgun Gothic"/>
                <a:ea typeface="Malgun Gothic"/>
                <a:cs typeface="Malgun Gothic"/>
              </a:defRPr>
            </a:defPPr>
          </a:lstStyle>
          <a:p>
            <a:pPr algn="ctr">
              <a:lnSpc>
                <a:spcPct val="112000"/>
              </a:lnSpc>
              <a:buNone/>
              <a:defRPr sz="1800" b="0">
                <a:solidFill>
                  <a:srgbClr val="21744F"/>
                </a:solidFill>
                <a:latin typeface="Malgun Gothic"/>
                <a:ea typeface="Malgun Gothic"/>
                <a:cs typeface="Malgun Gothic"/>
              </a:defRPr>
            </a:pPr>
            <a:r>
              <a:rPr sz="1800" b="0">
                <a:solidFill>
                  <a:srgbClr val="21744F"/>
                </a:solidFill>
                <a:latin typeface="Malgun Gothic"/>
                <a:ea typeface="Malgun Gothic"/>
                <a:cs typeface="Malgun Gothic"/>
              </a:rPr>
              <a:t>오른쪽 절반의 시간</a:t>
            </a:r>
          </a:p>
        </p:txBody>
      </p:sp>
      <p:sp>
        <p:nvSpPr>
          <p:cNvPr id="17" name="box-274">
            <a:extLst>
              <a:ext uri="{FF2B5EF4-FFF2-40B4-BE49-F238E27FC236}">
                <a16:creationId xmlns:a16="http://schemas.microsoft.com/office/drawing/2014/main" id="{ACD3B851-23D7-4CFF-B6FE-699F04E26778}"/>
              </a:ext>
            </a:extLst>
          </p:cNvPr>
          <p:cNvSpPr>
            <a:spLocks noGrp="1"/>
          </p:cNvSpPr>
          <p:nvPr/>
        </p:nvSpPr>
        <p:spPr>
          <a:xfrm>
            <a:off x="9324975" y="2819400"/>
            <a:ext cx="2257425" cy="361950"/>
          </a:xfrm>
          <a:prstGeom prst="rect">
            <a:avLst/>
          </a:prstGeom>
          <a:noFill/>
          <a:ln w="0">
            <a:noFill/>
          </a:ln>
        </p:spPr>
        <p:txBody>
          <a:bodyPr wrap="none" lIns="0" tIns="0" rIns="0" bIns="0" anchor="t">
            <a:noAutofit/>
          </a:bodyPr>
          <a:lstStyle>
            <a:defPPr algn="ctr">
              <a:defRPr sz="1725" b="0">
                <a:solidFill>
                  <a:srgbClr val="AD630C"/>
                </a:solidFill>
                <a:latin typeface="Malgun Gothic"/>
                <a:ea typeface="Malgun Gothic"/>
                <a:cs typeface="Malgun Gothic"/>
              </a:defRPr>
            </a:defPPr>
          </a:lstStyle>
          <a:p>
            <a:pPr algn="ctr">
              <a:lnSpc>
                <a:spcPct val="112000"/>
              </a:lnSpc>
              <a:buNone/>
              <a:defRPr sz="1725" b="0">
                <a:solidFill>
                  <a:srgbClr val="AD630C"/>
                </a:solidFill>
                <a:latin typeface="Malgun Gothic"/>
                <a:ea typeface="Malgun Gothic"/>
                <a:cs typeface="Malgun Gothic"/>
              </a:defRPr>
            </a:pPr>
            <a:r>
              <a:rPr sz="1725" b="0">
                <a:solidFill>
                  <a:srgbClr val="AD630C"/>
                </a:solidFill>
                <a:latin typeface="Malgun Gothic"/>
                <a:ea typeface="Malgun Gothic"/>
                <a:cs typeface="Malgun Gothic"/>
              </a:rPr>
              <a:t>현재 구간의 작업</a:t>
            </a:r>
          </a:p>
        </p:txBody>
      </p:sp>
      <p:sp>
        <p:nvSpPr>
          <p:cNvPr id="18" name="box-275">
            <a:extLst>
              <a:ext uri="{FF2B5EF4-FFF2-40B4-BE49-F238E27FC236}">
                <a16:creationId xmlns:a16="http://schemas.microsoft.com/office/drawing/2014/main" id="{9102A820-BCAF-4E06-AF71-B30ECA97202E}"/>
              </a:ext>
            </a:extLst>
          </p:cNvPr>
          <p:cNvSpPr>
            <a:spLocks noGrp="1"/>
          </p:cNvSpPr>
          <p:nvPr/>
        </p:nvSpPr>
        <p:spPr>
          <a:xfrm>
            <a:off x="3143250" y="3552825"/>
            <a:ext cx="2790825" cy="4191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왼쪽 답을 구함</a:t>
            </a:r>
          </a:p>
        </p:txBody>
      </p:sp>
      <p:sp>
        <p:nvSpPr>
          <p:cNvPr id="19" name="box-276">
            <a:extLst>
              <a:ext uri="{FF2B5EF4-FFF2-40B4-BE49-F238E27FC236}">
                <a16:creationId xmlns:a16="http://schemas.microsoft.com/office/drawing/2014/main" id="{80120782-EA65-4BEA-8768-C49B627D2E9E}"/>
              </a:ext>
            </a:extLst>
          </p:cNvPr>
          <p:cNvSpPr>
            <a:spLocks noGrp="1"/>
          </p:cNvSpPr>
          <p:nvPr/>
        </p:nvSpPr>
        <p:spPr>
          <a:xfrm>
            <a:off x="6143625" y="3552825"/>
            <a:ext cx="2905125" cy="419100"/>
          </a:xfrm>
          <a:prstGeom prst="rect">
            <a:avLst/>
          </a:prstGeom>
          <a:noFill/>
          <a:ln w="0">
            <a:noFill/>
          </a:ln>
        </p:spPr>
        <p:txBody>
          <a:bodyPr wrap="none" lIns="0" tIns="0" rIns="0" bIns="0" anchor="t">
            <a:noAutofit/>
          </a:bodyPr>
          <a:lstStyle>
            <a:defPPr algn="l">
              <a:defRPr sz="2025" b="1">
                <a:solidFill>
                  <a:srgbClr val="21744F"/>
                </a:solidFill>
                <a:latin typeface="Malgun Gothic"/>
                <a:ea typeface="Malgun Gothic"/>
                <a:cs typeface="Malgun Gothic"/>
              </a:defRPr>
            </a:defPPr>
          </a:lstStyle>
          <a:p>
            <a:pPr algn="l">
              <a:lnSpc>
                <a:spcPct val="112000"/>
              </a:lnSpc>
              <a:buNone/>
              <a:defRPr sz="2025" b="1">
                <a:solidFill>
                  <a:srgbClr val="21744F"/>
                </a:solidFill>
                <a:latin typeface="Malgun Gothic"/>
                <a:ea typeface="Malgun Gothic"/>
                <a:cs typeface="Malgun Gothic"/>
              </a:defRPr>
            </a:pPr>
            <a:r>
              <a:rPr sz="2025" b="1">
                <a:solidFill>
                  <a:srgbClr val="21744F"/>
                </a:solidFill>
                <a:latin typeface="Malgun Gothic"/>
                <a:ea typeface="Malgun Gothic"/>
                <a:cs typeface="Malgun Gothic"/>
              </a:rPr>
              <a:t>오른쪽 답을 구함</a:t>
            </a:r>
          </a:p>
        </p:txBody>
      </p:sp>
      <p:sp>
        <p:nvSpPr>
          <p:cNvPr id="20" name="box-277">
            <a:extLst>
              <a:ext uri="{FF2B5EF4-FFF2-40B4-BE49-F238E27FC236}">
                <a16:creationId xmlns:a16="http://schemas.microsoft.com/office/drawing/2014/main" id="{CA9FCC22-408C-4357-98F7-5DAA61374093}"/>
              </a:ext>
            </a:extLst>
          </p:cNvPr>
          <p:cNvSpPr>
            <a:spLocks noGrp="1"/>
          </p:cNvSpPr>
          <p:nvPr/>
        </p:nvSpPr>
        <p:spPr>
          <a:xfrm>
            <a:off x="9324975" y="3552825"/>
            <a:ext cx="2257425" cy="419100"/>
          </a:xfrm>
          <a:prstGeom prst="rect">
            <a:avLst/>
          </a:prstGeom>
          <a:noFill/>
          <a:ln w="0">
            <a:noFill/>
          </a:ln>
        </p:spPr>
        <p:txBody>
          <a:bodyPr wrap="none" lIns="0" tIns="0" rIns="0" bIns="0" anchor="t">
            <a:noAutofit/>
          </a:bodyPr>
          <a:lstStyle>
            <a:defPPr algn="l">
              <a:defRPr sz="1950" b="1">
                <a:solidFill>
                  <a:srgbClr val="AD630C"/>
                </a:solidFill>
                <a:latin typeface="Malgun Gothic"/>
                <a:ea typeface="Malgun Gothic"/>
                <a:cs typeface="Malgun Gothic"/>
              </a:defRPr>
            </a:defPPr>
          </a:lstStyle>
          <a:p>
            <a:pPr algn="l">
              <a:lnSpc>
                <a:spcPct val="112000"/>
              </a:lnSpc>
              <a:buNone/>
              <a:defRPr sz="1950" b="1">
                <a:solidFill>
                  <a:srgbClr val="AD630C"/>
                </a:solidFill>
                <a:latin typeface="Malgun Gothic"/>
                <a:ea typeface="Malgun Gothic"/>
                <a:cs typeface="Malgun Gothic"/>
              </a:defRPr>
            </a:pPr>
            <a:r>
              <a:rPr sz="1950" b="1">
                <a:solidFill>
                  <a:srgbClr val="AD630C"/>
                </a:solidFill>
                <a:latin typeface="Malgun Gothic"/>
                <a:ea typeface="Malgun Gothic"/>
                <a:cs typeface="Malgun Gothic"/>
              </a:rPr>
              <a:t>중앙에서 스캔</a:t>
            </a:r>
          </a:p>
        </p:txBody>
      </p:sp>
      <p:sp>
        <p:nvSpPr>
          <p:cNvPr id="21" name="box-278">
            <a:extLst>
              <a:ext uri="{FF2B5EF4-FFF2-40B4-BE49-F238E27FC236}">
                <a16:creationId xmlns:a16="http://schemas.microsoft.com/office/drawing/2014/main" id="{6DFD9818-E423-44AD-9F6F-CE17A3EE55C2}"/>
              </a:ext>
            </a:extLst>
          </p:cNvPr>
          <p:cNvSpPr>
            <a:spLocks noGrp="1"/>
          </p:cNvSpPr>
          <p:nvPr/>
        </p:nvSpPr>
        <p:spPr>
          <a:xfrm>
            <a:off x="609600" y="4286250"/>
            <a:ext cx="10972800" cy="9525"/>
          </a:xfrm>
          <a:prstGeom prst="rect">
            <a:avLst/>
          </a:prstGeom>
          <a:solidFill>
            <a:srgbClr val="CCCCCC"/>
          </a:solidFill>
          <a:ln w="0">
            <a:noFill/>
          </a:ln>
        </p:spPr>
      </p:sp>
      <p:sp>
        <p:nvSpPr>
          <p:cNvPr id="22" name="box-279">
            <a:extLst>
              <a:ext uri="{FF2B5EF4-FFF2-40B4-BE49-F238E27FC236}">
                <a16:creationId xmlns:a16="http://schemas.microsoft.com/office/drawing/2014/main" id="{31AD7D8F-D7E3-4215-9EC9-D3D0175ED8FE}"/>
              </a:ext>
            </a:extLst>
          </p:cNvPr>
          <p:cNvSpPr>
            <a:spLocks noGrp="1"/>
          </p:cNvSpPr>
          <p:nvPr/>
        </p:nvSpPr>
        <p:spPr>
          <a:xfrm>
            <a:off x="609600" y="4686300"/>
            <a:ext cx="10972800" cy="55245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2T(n/2) + O(n)</a:t>
            </a:r>
          </a:p>
        </p:txBody>
      </p:sp>
      <p:sp>
        <p:nvSpPr>
          <p:cNvPr id="23" name="box-280">
            <a:extLst>
              <a:ext uri="{FF2B5EF4-FFF2-40B4-BE49-F238E27FC236}">
                <a16:creationId xmlns:a16="http://schemas.microsoft.com/office/drawing/2014/main" id="{D0483BF8-3254-4E69-8D76-ACB35EF78942}"/>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전체 시간은 앞의 층 그림으로 계산했습니다. n칸씩 약 log₂n층을 처리하므로 O(n log n)입니다.</a:t>
            </a:r>
          </a:p>
        </p:txBody>
      </p:sp>
    </p:spTree>
    <p:extLst>
      <p:ext uri="{BB962C8B-B14F-4D97-AF65-F5344CB8AC3E}">
        <p14:creationId xmlns:p14="http://schemas.microsoft.com/office/powerpoint/2010/main" val="409775088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93334103-73BA-45E5-AC4F-053E136085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B4A2523-DBAF-4E6B-B523-3CA1EA4389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A2522B4-CEA2-4773-B50E-86DDA34C9C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반환값이 모여 전체 답 17</a:t>
            </a:r>
          </a:p>
        </p:txBody>
      </p:sp>
      <p:sp>
        <p:nvSpPr>
          <p:cNvPr id="4" name="diagram-line-296">
            <a:extLst>
              <a:ext uri="{FF2B5EF4-FFF2-40B4-BE49-F238E27FC236}">
                <a16:creationId xmlns:a16="http://schemas.microsoft.com/office/drawing/2014/main" id="{18568610-F27B-4240-BED3-6A8F7FF6B2D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80F67EC-7685-414C-9B61-9DB55376091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 → 두 칸 → 네 칸 → 여덟 칸 순서로 답이 돌아옵니다.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호출은 left_max = 12, right_max = 7, cross_max = 17을 비교합니다.</a:t>
            </a:r>
          </a:p>
        </p:txBody>
      </p:sp>
      <p:sp>
        <p:nvSpPr>
          <p:cNvPr id="6" name="footer">
            <a:extLst>
              <a:ext uri="{FF2B5EF4-FFF2-40B4-BE49-F238E27FC236}">
                <a16:creationId xmlns:a16="http://schemas.microsoft.com/office/drawing/2014/main" id="{B00B2F0A-863C-457B-9AD5-7DCAF092EA9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93CB725-911A-4B29-85A8-2F1BEE217F2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180</a:t>
            </a:r>
            <a:endParaRPr sz="1050" b="0">
              <a:solidFill>
                <a:srgbClr val="151515"/>
              </a:solidFill>
              <a:latin typeface="Consolas"/>
              <a:ea typeface="Consolas"/>
              <a:cs typeface="Consolas"/>
            </a:endParaRPr>
          </a:p>
        </p:txBody>
      </p:sp>
      <p:sp>
        <p:nvSpPr>
          <p:cNvPr id="8" name="diagram-line-297">
            <a:extLst>
              <a:ext uri="{FF2B5EF4-FFF2-40B4-BE49-F238E27FC236}">
                <a16:creationId xmlns:a16="http://schemas.microsoft.com/office/drawing/2014/main" id="{C012930F-CC78-4A7B-91D1-6FAC856011C8}"/>
              </a:ext>
            </a:extLst>
          </p:cNvPr>
          <p:cNvSpPr>
            <a:spLocks noGrp="1"/>
          </p:cNvSpPr>
          <p:nvPr/>
        </p:nvSpPr>
        <p:spPr>
          <a:xfrm>
            <a:off x="6086475" y="3000375"/>
            <a:ext cx="19050" cy="142875"/>
          </a:xfrm>
          <a:prstGeom prst="rect">
            <a:avLst/>
          </a:prstGeom>
          <a:solidFill>
            <a:srgbClr val="BDBDBD"/>
          </a:solidFill>
          <a:ln w="0">
            <a:noFill/>
          </a:ln>
        </p:spPr>
      </p:sp>
      <p:sp>
        <p:nvSpPr>
          <p:cNvPr id="9" name="diagram-line-298">
            <a:extLst>
              <a:ext uri="{FF2B5EF4-FFF2-40B4-BE49-F238E27FC236}">
                <a16:creationId xmlns:a16="http://schemas.microsoft.com/office/drawing/2014/main" id="{43376CEA-4012-46AB-8EF7-9FE2227D01FE}"/>
              </a:ext>
            </a:extLst>
          </p:cNvPr>
          <p:cNvSpPr>
            <a:spLocks noGrp="1"/>
          </p:cNvSpPr>
          <p:nvPr/>
        </p:nvSpPr>
        <p:spPr>
          <a:xfrm>
            <a:off x="3162300" y="3133725"/>
            <a:ext cx="5867400" cy="19050"/>
          </a:xfrm>
          <a:prstGeom prst="rect">
            <a:avLst/>
          </a:prstGeom>
          <a:solidFill>
            <a:srgbClr val="BDBDBD"/>
          </a:solidFill>
          <a:ln w="0">
            <a:noFill/>
          </a:ln>
        </p:spPr>
      </p:sp>
      <p:sp>
        <p:nvSpPr>
          <p:cNvPr id="10" name="diagram-line-299">
            <a:extLst>
              <a:ext uri="{FF2B5EF4-FFF2-40B4-BE49-F238E27FC236}">
                <a16:creationId xmlns:a16="http://schemas.microsoft.com/office/drawing/2014/main" id="{EABD0DC1-2D09-418E-A380-2BF94B05B4ED}"/>
              </a:ext>
            </a:extLst>
          </p:cNvPr>
          <p:cNvSpPr>
            <a:spLocks noGrp="1"/>
          </p:cNvSpPr>
          <p:nvPr/>
        </p:nvSpPr>
        <p:spPr>
          <a:xfrm>
            <a:off x="3152775" y="3133725"/>
            <a:ext cx="19050" cy="114300"/>
          </a:xfrm>
          <a:prstGeom prst="rect">
            <a:avLst/>
          </a:prstGeom>
          <a:solidFill>
            <a:srgbClr val="BDBDBD"/>
          </a:solidFill>
          <a:ln w="0">
            <a:noFill/>
          </a:ln>
        </p:spPr>
      </p:sp>
      <p:sp>
        <p:nvSpPr>
          <p:cNvPr id="11" name="diagram-line-300">
            <a:extLst>
              <a:ext uri="{FF2B5EF4-FFF2-40B4-BE49-F238E27FC236}">
                <a16:creationId xmlns:a16="http://schemas.microsoft.com/office/drawing/2014/main" id="{6CF3540B-3D92-40BA-BFA6-1181AF01D839}"/>
              </a:ext>
            </a:extLst>
          </p:cNvPr>
          <p:cNvSpPr>
            <a:spLocks noGrp="1"/>
          </p:cNvSpPr>
          <p:nvPr/>
        </p:nvSpPr>
        <p:spPr>
          <a:xfrm>
            <a:off x="9020175" y="3133725"/>
            <a:ext cx="19050" cy="114300"/>
          </a:xfrm>
          <a:prstGeom prst="rect">
            <a:avLst/>
          </a:prstGeom>
          <a:solidFill>
            <a:srgbClr val="BDBDBD"/>
          </a:solidFill>
          <a:ln w="0">
            <a:noFill/>
          </a:ln>
        </p:spPr>
      </p:sp>
      <p:sp>
        <p:nvSpPr>
          <p:cNvPr id="12" name="diagram-line-301">
            <a:extLst>
              <a:ext uri="{FF2B5EF4-FFF2-40B4-BE49-F238E27FC236}">
                <a16:creationId xmlns:a16="http://schemas.microsoft.com/office/drawing/2014/main" id="{939906D0-7E1B-48A5-AEDB-C29D81F86D79}"/>
              </a:ext>
            </a:extLst>
          </p:cNvPr>
          <p:cNvSpPr>
            <a:spLocks noGrp="1"/>
          </p:cNvSpPr>
          <p:nvPr/>
        </p:nvSpPr>
        <p:spPr>
          <a:xfrm>
            <a:off x="3152775" y="3971925"/>
            <a:ext cx="19050" cy="142875"/>
          </a:xfrm>
          <a:prstGeom prst="rect">
            <a:avLst/>
          </a:prstGeom>
          <a:solidFill>
            <a:srgbClr val="BDBDBD"/>
          </a:solidFill>
          <a:ln w="0">
            <a:noFill/>
          </a:ln>
        </p:spPr>
      </p:sp>
      <p:sp>
        <p:nvSpPr>
          <p:cNvPr id="13" name="diagram-line-302">
            <a:extLst>
              <a:ext uri="{FF2B5EF4-FFF2-40B4-BE49-F238E27FC236}">
                <a16:creationId xmlns:a16="http://schemas.microsoft.com/office/drawing/2014/main" id="{37988553-0015-4172-8109-AE7C3BA45432}"/>
              </a:ext>
            </a:extLst>
          </p:cNvPr>
          <p:cNvSpPr>
            <a:spLocks noGrp="1"/>
          </p:cNvSpPr>
          <p:nvPr/>
        </p:nvSpPr>
        <p:spPr>
          <a:xfrm>
            <a:off x="1695450" y="4105275"/>
            <a:ext cx="2933700" cy="19050"/>
          </a:xfrm>
          <a:prstGeom prst="rect">
            <a:avLst/>
          </a:prstGeom>
          <a:solidFill>
            <a:srgbClr val="BDBDBD"/>
          </a:solidFill>
          <a:ln w="0">
            <a:noFill/>
          </a:ln>
        </p:spPr>
      </p:sp>
      <p:sp>
        <p:nvSpPr>
          <p:cNvPr id="14" name="diagram-line-303">
            <a:extLst>
              <a:ext uri="{FF2B5EF4-FFF2-40B4-BE49-F238E27FC236}">
                <a16:creationId xmlns:a16="http://schemas.microsoft.com/office/drawing/2014/main" id="{B4DCCD1B-379A-4638-B1F2-F7DB7FC3667F}"/>
              </a:ext>
            </a:extLst>
          </p:cNvPr>
          <p:cNvSpPr>
            <a:spLocks noGrp="1"/>
          </p:cNvSpPr>
          <p:nvPr/>
        </p:nvSpPr>
        <p:spPr>
          <a:xfrm>
            <a:off x="1685925" y="4105275"/>
            <a:ext cx="19050" cy="114300"/>
          </a:xfrm>
          <a:prstGeom prst="rect">
            <a:avLst/>
          </a:prstGeom>
          <a:solidFill>
            <a:srgbClr val="BDBDBD"/>
          </a:solidFill>
          <a:ln w="0">
            <a:noFill/>
          </a:ln>
        </p:spPr>
      </p:sp>
      <p:sp>
        <p:nvSpPr>
          <p:cNvPr id="15" name="diagram-line-304">
            <a:extLst>
              <a:ext uri="{FF2B5EF4-FFF2-40B4-BE49-F238E27FC236}">
                <a16:creationId xmlns:a16="http://schemas.microsoft.com/office/drawing/2014/main" id="{A5F18103-9AEF-47B1-8CD3-52B5D66694A3}"/>
              </a:ext>
            </a:extLst>
          </p:cNvPr>
          <p:cNvSpPr>
            <a:spLocks noGrp="1"/>
          </p:cNvSpPr>
          <p:nvPr/>
        </p:nvSpPr>
        <p:spPr>
          <a:xfrm>
            <a:off x="4619625" y="4105275"/>
            <a:ext cx="19050" cy="114300"/>
          </a:xfrm>
          <a:prstGeom prst="rect">
            <a:avLst/>
          </a:prstGeom>
          <a:solidFill>
            <a:srgbClr val="BDBDBD"/>
          </a:solidFill>
          <a:ln w="0">
            <a:noFill/>
          </a:ln>
        </p:spPr>
      </p:sp>
      <p:sp>
        <p:nvSpPr>
          <p:cNvPr id="16" name="diagram-line-305">
            <a:extLst>
              <a:ext uri="{FF2B5EF4-FFF2-40B4-BE49-F238E27FC236}">
                <a16:creationId xmlns:a16="http://schemas.microsoft.com/office/drawing/2014/main" id="{EBB2DBE1-F8A0-48D1-92B2-FE537AF0C1D9}"/>
              </a:ext>
            </a:extLst>
          </p:cNvPr>
          <p:cNvSpPr>
            <a:spLocks noGrp="1"/>
          </p:cNvSpPr>
          <p:nvPr/>
        </p:nvSpPr>
        <p:spPr>
          <a:xfrm>
            <a:off x="9020175" y="3971925"/>
            <a:ext cx="19050" cy="142875"/>
          </a:xfrm>
          <a:prstGeom prst="rect">
            <a:avLst/>
          </a:prstGeom>
          <a:solidFill>
            <a:srgbClr val="BDBDBD"/>
          </a:solidFill>
          <a:ln w="0">
            <a:noFill/>
          </a:ln>
        </p:spPr>
      </p:sp>
      <p:sp>
        <p:nvSpPr>
          <p:cNvPr id="17" name="diagram-line-306">
            <a:extLst>
              <a:ext uri="{FF2B5EF4-FFF2-40B4-BE49-F238E27FC236}">
                <a16:creationId xmlns:a16="http://schemas.microsoft.com/office/drawing/2014/main" id="{4F6EED2E-4F17-418F-B3BF-B338C83EE95C}"/>
              </a:ext>
            </a:extLst>
          </p:cNvPr>
          <p:cNvSpPr>
            <a:spLocks noGrp="1"/>
          </p:cNvSpPr>
          <p:nvPr/>
        </p:nvSpPr>
        <p:spPr>
          <a:xfrm>
            <a:off x="7562850" y="4105275"/>
            <a:ext cx="2933700" cy="19050"/>
          </a:xfrm>
          <a:prstGeom prst="rect">
            <a:avLst/>
          </a:prstGeom>
          <a:solidFill>
            <a:srgbClr val="BDBDBD"/>
          </a:solidFill>
          <a:ln w="0">
            <a:noFill/>
          </a:ln>
        </p:spPr>
      </p:sp>
      <p:sp>
        <p:nvSpPr>
          <p:cNvPr id="18" name="diagram-line-307">
            <a:extLst>
              <a:ext uri="{FF2B5EF4-FFF2-40B4-BE49-F238E27FC236}">
                <a16:creationId xmlns:a16="http://schemas.microsoft.com/office/drawing/2014/main" id="{5912FA61-AF3F-479F-A99D-A73C27FC7B28}"/>
              </a:ext>
            </a:extLst>
          </p:cNvPr>
          <p:cNvSpPr>
            <a:spLocks noGrp="1"/>
          </p:cNvSpPr>
          <p:nvPr/>
        </p:nvSpPr>
        <p:spPr>
          <a:xfrm>
            <a:off x="7553325" y="4105275"/>
            <a:ext cx="19050" cy="114300"/>
          </a:xfrm>
          <a:prstGeom prst="rect">
            <a:avLst/>
          </a:prstGeom>
          <a:solidFill>
            <a:srgbClr val="BDBDBD"/>
          </a:solidFill>
          <a:ln w="0">
            <a:noFill/>
          </a:ln>
        </p:spPr>
      </p:sp>
      <p:sp>
        <p:nvSpPr>
          <p:cNvPr id="19" name="diagram-line-308">
            <a:extLst>
              <a:ext uri="{FF2B5EF4-FFF2-40B4-BE49-F238E27FC236}">
                <a16:creationId xmlns:a16="http://schemas.microsoft.com/office/drawing/2014/main" id="{3994EA8F-68EC-4915-86B2-78F22E9C2714}"/>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9">
            <a:extLst>
              <a:ext uri="{FF2B5EF4-FFF2-40B4-BE49-F238E27FC236}">
                <a16:creationId xmlns:a16="http://schemas.microsoft.com/office/drawing/2014/main" id="{3D736DEE-6CE1-489F-806C-632143751906}"/>
              </a:ext>
            </a:extLst>
          </p:cNvPr>
          <p:cNvSpPr>
            <a:spLocks noGrp="1"/>
          </p:cNvSpPr>
          <p:nvPr/>
        </p:nvSpPr>
        <p:spPr>
          <a:xfrm>
            <a:off x="1685925" y="4943475"/>
            <a:ext cx="19050" cy="142875"/>
          </a:xfrm>
          <a:prstGeom prst="rect">
            <a:avLst/>
          </a:prstGeom>
          <a:solidFill>
            <a:srgbClr val="BDBDBD"/>
          </a:solidFill>
          <a:ln w="0">
            <a:noFill/>
          </a:ln>
        </p:spPr>
      </p:sp>
      <p:sp>
        <p:nvSpPr>
          <p:cNvPr id="21" name="diagram-line-310">
            <a:extLst>
              <a:ext uri="{FF2B5EF4-FFF2-40B4-BE49-F238E27FC236}">
                <a16:creationId xmlns:a16="http://schemas.microsoft.com/office/drawing/2014/main" id="{CF4C119D-6B4D-4A9E-8081-3C7B84504FAD}"/>
              </a:ext>
            </a:extLst>
          </p:cNvPr>
          <p:cNvSpPr>
            <a:spLocks noGrp="1"/>
          </p:cNvSpPr>
          <p:nvPr/>
        </p:nvSpPr>
        <p:spPr>
          <a:xfrm>
            <a:off x="952500" y="5076825"/>
            <a:ext cx="1466850" cy="19050"/>
          </a:xfrm>
          <a:prstGeom prst="rect">
            <a:avLst/>
          </a:prstGeom>
          <a:solidFill>
            <a:srgbClr val="BDBDBD"/>
          </a:solidFill>
          <a:ln w="0">
            <a:noFill/>
          </a:ln>
        </p:spPr>
      </p:sp>
      <p:sp>
        <p:nvSpPr>
          <p:cNvPr id="22" name="diagram-line-311">
            <a:extLst>
              <a:ext uri="{FF2B5EF4-FFF2-40B4-BE49-F238E27FC236}">
                <a16:creationId xmlns:a16="http://schemas.microsoft.com/office/drawing/2014/main" id="{BD304BCA-DF04-4879-A14C-8303AF3A2E40}"/>
              </a:ext>
            </a:extLst>
          </p:cNvPr>
          <p:cNvSpPr>
            <a:spLocks noGrp="1"/>
          </p:cNvSpPr>
          <p:nvPr/>
        </p:nvSpPr>
        <p:spPr>
          <a:xfrm>
            <a:off x="942975" y="5076825"/>
            <a:ext cx="19050" cy="114300"/>
          </a:xfrm>
          <a:prstGeom prst="rect">
            <a:avLst/>
          </a:prstGeom>
          <a:solidFill>
            <a:srgbClr val="BDBDBD"/>
          </a:solidFill>
          <a:ln w="0">
            <a:noFill/>
          </a:ln>
        </p:spPr>
      </p:sp>
      <p:sp>
        <p:nvSpPr>
          <p:cNvPr id="23" name="diagram-line-312">
            <a:extLst>
              <a:ext uri="{FF2B5EF4-FFF2-40B4-BE49-F238E27FC236}">
                <a16:creationId xmlns:a16="http://schemas.microsoft.com/office/drawing/2014/main" id="{6EE1CC63-2D30-4D70-8686-1705E6795AB0}"/>
              </a:ext>
            </a:extLst>
          </p:cNvPr>
          <p:cNvSpPr>
            <a:spLocks noGrp="1"/>
          </p:cNvSpPr>
          <p:nvPr/>
        </p:nvSpPr>
        <p:spPr>
          <a:xfrm>
            <a:off x="2409825" y="5076825"/>
            <a:ext cx="19050" cy="114300"/>
          </a:xfrm>
          <a:prstGeom prst="rect">
            <a:avLst/>
          </a:prstGeom>
          <a:solidFill>
            <a:srgbClr val="BDBDBD"/>
          </a:solidFill>
          <a:ln w="0">
            <a:noFill/>
          </a:ln>
        </p:spPr>
      </p:sp>
      <p:sp>
        <p:nvSpPr>
          <p:cNvPr id="24" name="diagram-line-313">
            <a:extLst>
              <a:ext uri="{FF2B5EF4-FFF2-40B4-BE49-F238E27FC236}">
                <a16:creationId xmlns:a16="http://schemas.microsoft.com/office/drawing/2014/main" id="{C65FE1C8-64EB-47E0-BDD6-23ECB927D979}"/>
              </a:ext>
            </a:extLst>
          </p:cNvPr>
          <p:cNvSpPr>
            <a:spLocks noGrp="1"/>
          </p:cNvSpPr>
          <p:nvPr/>
        </p:nvSpPr>
        <p:spPr>
          <a:xfrm>
            <a:off x="4619625" y="4943475"/>
            <a:ext cx="19050" cy="142875"/>
          </a:xfrm>
          <a:prstGeom prst="rect">
            <a:avLst/>
          </a:prstGeom>
          <a:solidFill>
            <a:srgbClr val="BDBDBD"/>
          </a:solidFill>
          <a:ln w="0">
            <a:noFill/>
          </a:ln>
        </p:spPr>
      </p:sp>
      <p:sp>
        <p:nvSpPr>
          <p:cNvPr id="25" name="diagram-line-314">
            <a:extLst>
              <a:ext uri="{FF2B5EF4-FFF2-40B4-BE49-F238E27FC236}">
                <a16:creationId xmlns:a16="http://schemas.microsoft.com/office/drawing/2014/main" id="{9728691B-8D05-42C8-A978-9FD4765DF3F8}"/>
              </a:ext>
            </a:extLst>
          </p:cNvPr>
          <p:cNvSpPr>
            <a:spLocks noGrp="1"/>
          </p:cNvSpPr>
          <p:nvPr/>
        </p:nvSpPr>
        <p:spPr>
          <a:xfrm>
            <a:off x="3886200" y="5076825"/>
            <a:ext cx="1466850" cy="19050"/>
          </a:xfrm>
          <a:prstGeom prst="rect">
            <a:avLst/>
          </a:prstGeom>
          <a:solidFill>
            <a:srgbClr val="BDBDBD"/>
          </a:solidFill>
          <a:ln w="0">
            <a:noFill/>
          </a:ln>
        </p:spPr>
      </p:sp>
      <p:sp>
        <p:nvSpPr>
          <p:cNvPr id="26" name="diagram-line-315">
            <a:extLst>
              <a:ext uri="{FF2B5EF4-FFF2-40B4-BE49-F238E27FC236}">
                <a16:creationId xmlns:a16="http://schemas.microsoft.com/office/drawing/2014/main" id="{67F44479-6591-47B1-A898-559EC8D9A12F}"/>
              </a:ext>
            </a:extLst>
          </p:cNvPr>
          <p:cNvSpPr>
            <a:spLocks noGrp="1"/>
          </p:cNvSpPr>
          <p:nvPr/>
        </p:nvSpPr>
        <p:spPr>
          <a:xfrm>
            <a:off x="3876675" y="5076825"/>
            <a:ext cx="19050" cy="114300"/>
          </a:xfrm>
          <a:prstGeom prst="rect">
            <a:avLst/>
          </a:prstGeom>
          <a:solidFill>
            <a:srgbClr val="BDBDBD"/>
          </a:solidFill>
          <a:ln w="0">
            <a:noFill/>
          </a:ln>
        </p:spPr>
      </p:sp>
      <p:sp>
        <p:nvSpPr>
          <p:cNvPr id="27" name="diagram-line-316">
            <a:extLst>
              <a:ext uri="{FF2B5EF4-FFF2-40B4-BE49-F238E27FC236}">
                <a16:creationId xmlns:a16="http://schemas.microsoft.com/office/drawing/2014/main" id="{1C5D2718-D6C1-4E54-A7ED-AD26BAEAD043}"/>
              </a:ext>
            </a:extLst>
          </p:cNvPr>
          <p:cNvSpPr>
            <a:spLocks noGrp="1"/>
          </p:cNvSpPr>
          <p:nvPr/>
        </p:nvSpPr>
        <p:spPr>
          <a:xfrm>
            <a:off x="5343525" y="5076825"/>
            <a:ext cx="19050" cy="114300"/>
          </a:xfrm>
          <a:prstGeom prst="rect">
            <a:avLst/>
          </a:prstGeom>
          <a:solidFill>
            <a:srgbClr val="BDBDBD"/>
          </a:solidFill>
          <a:ln w="0">
            <a:noFill/>
          </a:ln>
        </p:spPr>
      </p:sp>
      <p:sp>
        <p:nvSpPr>
          <p:cNvPr id="28" name="diagram-line-317">
            <a:extLst>
              <a:ext uri="{FF2B5EF4-FFF2-40B4-BE49-F238E27FC236}">
                <a16:creationId xmlns:a16="http://schemas.microsoft.com/office/drawing/2014/main" id="{81F3A58E-B8FC-4B75-BD2D-4F70B372DCF2}"/>
              </a:ext>
            </a:extLst>
          </p:cNvPr>
          <p:cNvSpPr>
            <a:spLocks noGrp="1"/>
          </p:cNvSpPr>
          <p:nvPr/>
        </p:nvSpPr>
        <p:spPr>
          <a:xfrm>
            <a:off x="7553325" y="4943475"/>
            <a:ext cx="19050" cy="142875"/>
          </a:xfrm>
          <a:prstGeom prst="rect">
            <a:avLst/>
          </a:prstGeom>
          <a:solidFill>
            <a:srgbClr val="BDBDBD"/>
          </a:solidFill>
          <a:ln w="0">
            <a:noFill/>
          </a:ln>
        </p:spPr>
      </p:sp>
      <p:sp>
        <p:nvSpPr>
          <p:cNvPr id="29" name="diagram-line-318">
            <a:extLst>
              <a:ext uri="{FF2B5EF4-FFF2-40B4-BE49-F238E27FC236}">
                <a16:creationId xmlns:a16="http://schemas.microsoft.com/office/drawing/2014/main" id="{2C7DC954-7732-46B4-A561-27E59188C06B}"/>
              </a:ext>
            </a:extLst>
          </p:cNvPr>
          <p:cNvSpPr>
            <a:spLocks noGrp="1"/>
          </p:cNvSpPr>
          <p:nvPr/>
        </p:nvSpPr>
        <p:spPr>
          <a:xfrm>
            <a:off x="6819900" y="5076825"/>
            <a:ext cx="1466850" cy="19050"/>
          </a:xfrm>
          <a:prstGeom prst="rect">
            <a:avLst/>
          </a:prstGeom>
          <a:solidFill>
            <a:srgbClr val="BDBDBD"/>
          </a:solidFill>
          <a:ln w="0">
            <a:noFill/>
          </a:ln>
        </p:spPr>
      </p:sp>
      <p:sp>
        <p:nvSpPr>
          <p:cNvPr id="30" name="diagram-line-319">
            <a:extLst>
              <a:ext uri="{FF2B5EF4-FFF2-40B4-BE49-F238E27FC236}">
                <a16:creationId xmlns:a16="http://schemas.microsoft.com/office/drawing/2014/main" id="{D40A53D6-877C-4DBD-AF51-F2CD2E36ED3C}"/>
              </a:ext>
            </a:extLst>
          </p:cNvPr>
          <p:cNvSpPr>
            <a:spLocks noGrp="1"/>
          </p:cNvSpPr>
          <p:nvPr/>
        </p:nvSpPr>
        <p:spPr>
          <a:xfrm>
            <a:off x="6810375" y="5076825"/>
            <a:ext cx="19050" cy="114300"/>
          </a:xfrm>
          <a:prstGeom prst="rect">
            <a:avLst/>
          </a:prstGeom>
          <a:solidFill>
            <a:srgbClr val="BDBDBD"/>
          </a:solidFill>
          <a:ln w="0">
            <a:noFill/>
          </a:ln>
        </p:spPr>
      </p:sp>
      <p:sp>
        <p:nvSpPr>
          <p:cNvPr id="31" name="diagram-line-320">
            <a:extLst>
              <a:ext uri="{FF2B5EF4-FFF2-40B4-BE49-F238E27FC236}">
                <a16:creationId xmlns:a16="http://schemas.microsoft.com/office/drawing/2014/main" id="{7B8B1744-CF36-4560-B562-F1AD902A87D0}"/>
              </a:ext>
            </a:extLst>
          </p:cNvPr>
          <p:cNvSpPr>
            <a:spLocks noGrp="1"/>
          </p:cNvSpPr>
          <p:nvPr/>
        </p:nvSpPr>
        <p:spPr>
          <a:xfrm>
            <a:off x="8277225" y="5076825"/>
            <a:ext cx="19050" cy="114300"/>
          </a:xfrm>
          <a:prstGeom prst="rect">
            <a:avLst/>
          </a:prstGeom>
          <a:solidFill>
            <a:srgbClr val="BDBDBD"/>
          </a:solidFill>
          <a:ln w="0">
            <a:noFill/>
          </a:ln>
        </p:spPr>
      </p:sp>
      <p:sp>
        <p:nvSpPr>
          <p:cNvPr id="32" name="diagram-line-321">
            <a:extLst>
              <a:ext uri="{FF2B5EF4-FFF2-40B4-BE49-F238E27FC236}">
                <a16:creationId xmlns:a16="http://schemas.microsoft.com/office/drawing/2014/main" id="{94C614F3-D627-4CEF-8DD6-8046C2FE0C07}"/>
              </a:ext>
            </a:extLst>
          </p:cNvPr>
          <p:cNvSpPr>
            <a:spLocks noGrp="1"/>
          </p:cNvSpPr>
          <p:nvPr/>
        </p:nvSpPr>
        <p:spPr>
          <a:xfrm>
            <a:off x="10487025" y="4943475"/>
            <a:ext cx="19050" cy="142875"/>
          </a:xfrm>
          <a:prstGeom prst="rect">
            <a:avLst/>
          </a:prstGeom>
          <a:solidFill>
            <a:srgbClr val="BDBDBD"/>
          </a:solidFill>
          <a:ln w="0">
            <a:noFill/>
          </a:ln>
        </p:spPr>
      </p:sp>
      <p:sp>
        <p:nvSpPr>
          <p:cNvPr id="33" name="diagram-line-322">
            <a:extLst>
              <a:ext uri="{FF2B5EF4-FFF2-40B4-BE49-F238E27FC236}">
                <a16:creationId xmlns:a16="http://schemas.microsoft.com/office/drawing/2014/main" id="{EFD84005-6006-4F16-9C29-C416D448BC36}"/>
              </a:ext>
            </a:extLst>
          </p:cNvPr>
          <p:cNvSpPr>
            <a:spLocks noGrp="1"/>
          </p:cNvSpPr>
          <p:nvPr/>
        </p:nvSpPr>
        <p:spPr>
          <a:xfrm>
            <a:off x="9753600" y="5076825"/>
            <a:ext cx="1466850" cy="19050"/>
          </a:xfrm>
          <a:prstGeom prst="rect">
            <a:avLst/>
          </a:prstGeom>
          <a:solidFill>
            <a:srgbClr val="BDBDBD"/>
          </a:solidFill>
          <a:ln w="0">
            <a:noFill/>
          </a:ln>
        </p:spPr>
      </p:sp>
      <p:sp>
        <p:nvSpPr>
          <p:cNvPr id="34" name="diagram-line-323">
            <a:extLst>
              <a:ext uri="{FF2B5EF4-FFF2-40B4-BE49-F238E27FC236}">
                <a16:creationId xmlns:a16="http://schemas.microsoft.com/office/drawing/2014/main" id="{3F6D4B49-1048-46CA-B691-0C53922B78AB}"/>
              </a:ext>
            </a:extLst>
          </p:cNvPr>
          <p:cNvSpPr>
            <a:spLocks noGrp="1"/>
          </p:cNvSpPr>
          <p:nvPr/>
        </p:nvSpPr>
        <p:spPr>
          <a:xfrm>
            <a:off x="9744075" y="5076825"/>
            <a:ext cx="19050" cy="114300"/>
          </a:xfrm>
          <a:prstGeom prst="rect">
            <a:avLst/>
          </a:prstGeom>
          <a:solidFill>
            <a:srgbClr val="BDBDBD"/>
          </a:solidFill>
          <a:ln w="0">
            <a:noFill/>
          </a:ln>
        </p:spPr>
      </p:sp>
      <p:sp>
        <p:nvSpPr>
          <p:cNvPr id="35" name="diagram-line-324">
            <a:extLst>
              <a:ext uri="{FF2B5EF4-FFF2-40B4-BE49-F238E27FC236}">
                <a16:creationId xmlns:a16="http://schemas.microsoft.com/office/drawing/2014/main" id="{BA1C70F7-A609-48C7-AD35-69726D939419}"/>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7D426EA7-D3A7-4C82-A3F3-DD569FB87987}"/>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[0~7] → 17</a:t>
            </a:r>
          </a:p>
        </p:txBody>
      </p:sp>
      <p:graphicFrame>
        <p:nvGraphicFramePr>
          <p:cNvPr id="37" name="표 36">
            <a:extLst>
              <a:ext uri="{FF2B5EF4-FFF2-40B4-BE49-F238E27FC236}">
                <a16:creationId xmlns:a16="http://schemas.microsoft.com/office/drawing/2014/main" id="{23E8B018-D780-4450-AC3F-2AD5383DDFD6}"/>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F789E23C-50DD-4359-A9FC-8E697983A839}"/>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[0~3] → 12</a:t>
            </a:r>
          </a:p>
        </p:txBody>
      </p:sp>
      <p:graphicFrame>
        <p:nvGraphicFramePr>
          <p:cNvPr id="39" name="표 38">
            <a:extLst>
              <a:ext uri="{FF2B5EF4-FFF2-40B4-BE49-F238E27FC236}">
                <a16:creationId xmlns:a16="http://schemas.microsoft.com/office/drawing/2014/main" id="{7310D738-1435-47D9-9B30-6050A349745E}"/>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078724EB-3892-48F0-ADFB-D04E22169E5C}"/>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[4~7] → 7</a:t>
            </a:r>
          </a:p>
        </p:txBody>
      </p:sp>
      <p:graphicFrame>
        <p:nvGraphicFramePr>
          <p:cNvPr id="41" name="표 40">
            <a:extLst>
              <a:ext uri="{FF2B5EF4-FFF2-40B4-BE49-F238E27FC236}">
                <a16:creationId xmlns:a16="http://schemas.microsoft.com/office/drawing/2014/main" id="{38C77E3C-60B4-4DC1-84BD-779A8219A0C3}"/>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580F535B-CCD9-4906-A2CA-231D6FCA99D1}"/>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[0~1] → 3</a:t>
            </a:r>
          </a:p>
        </p:txBody>
      </p:sp>
      <p:graphicFrame>
        <p:nvGraphicFramePr>
          <p:cNvPr id="43" name="표 42">
            <a:extLst>
              <a:ext uri="{FF2B5EF4-FFF2-40B4-BE49-F238E27FC236}">
                <a16:creationId xmlns:a16="http://schemas.microsoft.com/office/drawing/2014/main" id="{7D9E0671-3CF7-4D7B-82C9-D28C338B2766}"/>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74A2D753-2526-4323-AC9B-D59E7151FB23}"/>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[2~3] → 12</a:t>
            </a:r>
          </a:p>
        </p:txBody>
      </p:sp>
      <p:graphicFrame>
        <p:nvGraphicFramePr>
          <p:cNvPr id="45" name="표 44">
            <a:extLst>
              <a:ext uri="{FF2B5EF4-FFF2-40B4-BE49-F238E27FC236}">
                <a16:creationId xmlns:a16="http://schemas.microsoft.com/office/drawing/2014/main" id="{C23CE16D-9A36-48A1-A2D8-C1AF9D7EA90E}"/>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6E73E1DB-71F0-4282-BA61-2AFA4CF5835A}"/>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[4~5] → 7</a:t>
            </a:r>
          </a:p>
        </p:txBody>
      </p:sp>
      <p:graphicFrame>
        <p:nvGraphicFramePr>
          <p:cNvPr id="47" name="표 46">
            <a:extLst>
              <a:ext uri="{FF2B5EF4-FFF2-40B4-BE49-F238E27FC236}">
                <a16:creationId xmlns:a16="http://schemas.microsoft.com/office/drawing/2014/main" id="{C8AA3A76-F08B-487A-9DEC-E36168541187}"/>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9D6040F5-1E34-4F02-8E88-77D1595D60E6}"/>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[6~7] → 6</a:t>
            </a:r>
          </a:p>
        </p:txBody>
      </p:sp>
      <p:graphicFrame>
        <p:nvGraphicFramePr>
          <p:cNvPr id="49" name="표 48">
            <a:extLst>
              <a:ext uri="{FF2B5EF4-FFF2-40B4-BE49-F238E27FC236}">
                <a16:creationId xmlns:a16="http://schemas.microsoft.com/office/drawing/2014/main" id="{A5E3610D-7307-4215-8828-B4E3F0E9F945}"/>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675E86D5-8EC6-426D-AD0A-F6C44ADCAE6A}"/>
              </a:ext>
            </a:extLst>
          </p:cNvPr>
          <p:cNvSpPr>
            <a:spLocks noGrp="1"/>
          </p:cNvSpPr>
          <p:nvPr/>
        </p:nvSpPr>
        <p:spPr>
          <a:xfrm>
            <a:off x="2857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[0~0] → 3</a:t>
            </a:r>
          </a:p>
        </p:txBody>
      </p:sp>
      <p:graphicFrame>
        <p:nvGraphicFramePr>
          <p:cNvPr id="51" name="표 50">
            <a:extLst>
              <a:ext uri="{FF2B5EF4-FFF2-40B4-BE49-F238E27FC236}">
                <a16:creationId xmlns:a16="http://schemas.microsoft.com/office/drawing/2014/main" id="{01F6AD48-77D5-45F3-BC53-2DF5ECD98E3D}"/>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ACC34AC-3688-47CA-9D0C-09C32C2D5858}"/>
              </a:ext>
            </a:extLst>
          </p:cNvPr>
          <p:cNvSpPr>
            <a:spLocks noGrp="1"/>
          </p:cNvSpPr>
          <p:nvPr/>
        </p:nvSpPr>
        <p:spPr>
          <a:xfrm>
            <a:off x="17526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[1~1] → −5</a:t>
            </a:r>
          </a:p>
        </p:txBody>
      </p:sp>
      <p:graphicFrame>
        <p:nvGraphicFramePr>
          <p:cNvPr id="53" name="표 52">
            <a:extLst>
              <a:ext uri="{FF2B5EF4-FFF2-40B4-BE49-F238E27FC236}">
                <a16:creationId xmlns:a16="http://schemas.microsoft.com/office/drawing/2014/main" id="{3910C8F9-241C-49AB-B8A8-A343C296571A}"/>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8FA5C5F0-1559-49BB-B313-037BA1679008}"/>
              </a:ext>
            </a:extLst>
          </p:cNvPr>
          <p:cNvSpPr>
            <a:spLocks noGrp="1"/>
          </p:cNvSpPr>
          <p:nvPr/>
        </p:nvSpPr>
        <p:spPr>
          <a:xfrm>
            <a:off x="32194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[2~2] → 12</a:t>
            </a:r>
          </a:p>
        </p:txBody>
      </p:sp>
      <p:graphicFrame>
        <p:nvGraphicFramePr>
          <p:cNvPr id="55" name="표 54">
            <a:extLst>
              <a:ext uri="{FF2B5EF4-FFF2-40B4-BE49-F238E27FC236}">
                <a16:creationId xmlns:a16="http://schemas.microsoft.com/office/drawing/2014/main" id="{D70F58B6-87F9-460B-AB93-203DAF56E368}"/>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90A12ED8-1257-4BF9-A536-0D0E21BD9210}"/>
              </a:ext>
            </a:extLst>
          </p:cNvPr>
          <p:cNvSpPr>
            <a:spLocks noGrp="1"/>
          </p:cNvSpPr>
          <p:nvPr/>
        </p:nvSpPr>
        <p:spPr>
          <a:xfrm>
            <a:off x="46863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[3~3] → −2</a:t>
            </a:r>
          </a:p>
        </p:txBody>
      </p:sp>
      <p:graphicFrame>
        <p:nvGraphicFramePr>
          <p:cNvPr id="57" name="표 56">
            <a:extLst>
              <a:ext uri="{FF2B5EF4-FFF2-40B4-BE49-F238E27FC236}">
                <a16:creationId xmlns:a16="http://schemas.microsoft.com/office/drawing/2014/main" id="{F6571B51-0062-41A4-B4FF-6EA31B71EDC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D6FECA41-77E0-4E74-AFFA-5E6AC11147B2}"/>
              </a:ext>
            </a:extLst>
          </p:cNvPr>
          <p:cNvSpPr>
            <a:spLocks noGrp="1"/>
          </p:cNvSpPr>
          <p:nvPr/>
        </p:nvSpPr>
        <p:spPr>
          <a:xfrm>
            <a:off x="61531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[4~4] → 7</a:t>
            </a:r>
          </a:p>
        </p:txBody>
      </p:sp>
      <p:graphicFrame>
        <p:nvGraphicFramePr>
          <p:cNvPr id="59" name="표 58">
            <a:extLst>
              <a:ext uri="{FF2B5EF4-FFF2-40B4-BE49-F238E27FC236}">
                <a16:creationId xmlns:a16="http://schemas.microsoft.com/office/drawing/2014/main" id="{F6FD0C37-EE18-429D-B103-D946AD2EC3FB}"/>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9641C544-E52F-4167-82F7-7EAA3A4116C0}"/>
              </a:ext>
            </a:extLst>
          </p:cNvPr>
          <p:cNvSpPr>
            <a:spLocks noGrp="1"/>
          </p:cNvSpPr>
          <p:nvPr/>
        </p:nvSpPr>
        <p:spPr>
          <a:xfrm>
            <a:off x="76200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[5~5] → −9</a:t>
            </a:r>
          </a:p>
        </p:txBody>
      </p:sp>
      <p:graphicFrame>
        <p:nvGraphicFramePr>
          <p:cNvPr id="61" name="표 60">
            <a:extLst>
              <a:ext uri="{FF2B5EF4-FFF2-40B4-BE49-F238E27FC236}">
                <a16:creationId xmlns:a16="http://schemas.microsoft.com/office/drawing/2014/main" id="{9B91A0DF-AB84-480E-90D2-D7C71FF47EE8}"/>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C1F93C6D-BCC1-4C22-BE98-43722947A208}"/>
              </a:ext>
            </a:extLst>
          </p:cNvPr>
          <p:cNvSpPr>
            <a:spLocks noGrp="1"/>
          </p:cNvSpPr>
          <p:nvPr/>
        </p:nvSpPr>
        <p:spPr>
          <a:xfrm>
            <a:off x="90868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[6~6] → 5</a:t>
            </a:r>
          </a:p>
        </p:txBody>
      </p:sp>
      <p:graphicFrame>
        <p:nvGraphicFramePr>
          <p:cNvPr id="63" name="표 62">
            <a:extLst>
              <a:ext uri="{FF2B5EF4-FFF2-40B4-BE49-F238E27FC236}">
                <a16:creationId xmlns:a16="http://schemas.microsoft.com/office/drawing/2014/main" id="{A993D091-565D-4DD9-8CEB-EFFBF15AE0A4}"/>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0E9A999E-4332-4131-862E-B084E1E291C6}"/>
              </a:ext>
            </a:extLst>
          </p:cNvPr>
          <p:cNvSpPr>
            <a:spLocks noGrp="1"/>
          </p:cNvSpPr>
          <p:nvPr/>
        </p:nvSpPr>
        <p:spPr>
          <a:xfrm>
            <a:off x="105537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[7~7] → 1</a:t>
            </a:r>
          </a:p>
        </p:txBody>
      </p:sp>
      <p:graphicFrame>
        <p:nvGraphicFramePr>
          <p:cNvPr id="65" name="표 64">
            <a:extLst>
              <a:ext uri="{FF2B5EF4-FFF2-40B4-BE49-F238E27FC236}">
                <a16:creationId xmlns:a16="http://schemas.microsoft.com/office/drawing/2014/main" id="{C44EEE16-C897-4DCA-8BB7-95C214EE635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BE8F7EBC-4A72-4B6A-89E1-B2747D1C840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구간: a[2~4] = [12, −2, 7], 합 = 17. 중간 칸을 빠뜨리지 않았습니다.</a:t>
            </a:r>
          </a:p>
        </p:txBody>
      </p:sp>
    </p:spTree>
    <p:extLst>
      <p:ext uri="{BB962C8B-B14F-4D97-AF65-F5344CB8AC3E}">
        <p14:creationId xmlns:p14="http://schemas.microsoft.com/office/powerpoint/2010/main" val="332242667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1108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쿼드 트리</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2</a:t>
            </a:r>
            <a:r>
              <a:rPr lang="ko-KR" altLang="en-US" sz="1800" b="0" i="0">
                <a:solidFill>
                  <a:srgbClr val="BBBBBB"/>
                </a:solidFill>
                <a:latin typeface="Malgun Gothic"/>
                <a:ea typeface="Malgun Gothic"/>
                <a:cs typeface="Malgun Gothic"/>
              </a:rPr>
              <a:t>차원 공간을 재귀적으로 </a:t>
            </a:r>
            <a:r>
              <a:rPr lang="en-US" altLang="ko-KR" sz="1800" b="0" i="0">
                <a:solidFill>
                  <a:srgbClr val="BBBBBB"/>
                </a:solidFill>
                <a:latin typeface="Malgun Gothic"/>
                <a:ea typeface="Malgun Gothic"/>
                <a:cs typeface="Malgun Gothic"/>
              </a:rPr>
              <a:t>4</a:t>
            </a:r>
            <a:r>
              <a:rPr lang="ko-KR" altLang="en-US" sz="1800" b="0" i="0">
                <a:solidFill>
                  <a:srgbClr val="BBBBBB"/>
                </a:solidFill>
                <a:latin typeface="Malgun Gothic"/>
                <a:ea typeface="Malgun Gothic"/>
                <a:cs typeface="Malgun Gothic"/>
              </a:rPr>
              <a:t>등분하는 자료 구조</a:t>
            </a:r>
          </a:p>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이미지 압축부터 게임 충돌 감지까지</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181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0">
            <a:extLst>
              <a:ext uri="{FF2B5EF4-FFF2-40B4-BE49-F238E27FC236}">
                <a16:creationId xmlns:a16="http://schemas.microsoft.com/office/drawing/2014/main" id="{52F4B34F-FFCB-449E-9C4A-EC65AA1DD23E}"/>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
            <a:extLst>
              <a:ext uri="{FF2B5EF4-FFF2-40B4-BE49-F238E27FC236}">
                <a16:creationId xmlns:a16="http://schemas.microsoft.com/office/drawing/2014/main" id="{A8F74DAE-2806-473F-8213-B812A2B150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2">
            <a:extLst>
              <a:ext uri="{FF2B5EF4-FFF2-40B4-BE49-F238E27FC236}">
                <a16:creationId xmlns:a16="http://schemas.microsoft.com/office/drawing/2014/main" id="{F7A5866B-935C-4EC0-BDE5-D5E8ACA76E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쿼드 트리의 목적: 그림을 영역으로 저장</a:t>
            </a:r>
          </a:p>
        </p:txBody>
      </p:sp>
      <p:sp>
        <p:nvSpPr>
          <p:cNvPr id="4" name="shape-3">
            <a:extLst>
              <a:ext uri="{FF2B5EF4-FFF2-40B4-BE49-F238E27FC236}">
                <a16:creationId xmlns:a16="http://schemas.microsoft.com/office/drawing/2014/main" id="{5E7A7BCF-20E8-427D-AEA6-79FFA1B2D96F}"/>
              </a:ext>
            </a:extLst>
          </p:cNvPr>
          <p:cNvSpPr>
            <a:spLocks noGrp="1"/>
          </p:cNvSpPr>
          <p:nvPr/>
        </p:nvSpPr>
        <p:spPr>
          <a:xfrm>
            <a:off x="609600" y="1381125"/>
            <a:ext cx="10972800" cy="9525"/>
          </a:xfrm>
          <a:prstGeom prst="rect">
            <a:avLst/>
          </a:prstGeom>
          <a:solidFill>
            <a:srgbClr val="151515"/>
          </a:solidFill>
          <a:ln w="0">
            <a:noFill/>
          </a:ln>
        </p:spPr>
      </p:sp>
      <p:sp>
        <p:nvSpPr>
          <p:cNvPr id="5" name="shape-4">
            <a:extLst>
              <a:ext uri="{FF2B5EF4-FFF2-40B4-BE49-F238E27FC236}">
                <a16:creationId xmlns:a16="http://schemas.microsoft.com/office/drawing/2014/main" id="{D979F30C-FCD7-44CB-AC57-C07A700710B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3FF82AE-DAB1-4A9F-AA42-7480BB2ED0E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182</a:t>
            </a:r>
            <a:endParaRPr sz="1050" b="0">
              <a:solidFill>
                <a:srgbClr val="151515"/>
              </a:solidFill>
              <a:latin typeface="Consolas"/>
              <a:ea typeface="Consolas"/>
              <a:cs typeface="Consolas"/>
            </a:endParaRPr>
          </a:p>
        </p:txBody>
      </p:sp>
      <p:sp>
        <p:nvSpPr>
          <p:cNvPr id="7" name="shape-6">
            <a:extLst>
              <a:ext uri="{FF2B5EF4-FFF2-40B4-BE49-F238E27FC236}">
                <a16:creationId xmlns:a16="http://schemas.microsoft.com/office/drawing/2014/main" id="{3FAA3B70-286B-49BE-ADEE-4C81B952658E}"/>
              </a:ext>
            </a:extLst>
          </p:cNvPr>
          <p:cNvSpPr>
            <a:spLocks noGrp="1"/>
          </p:cNvSpPr>
          <p:nvPr/>
        </p:nvSpPr>
        <p:spPr>
          <a:xfrm>
            <a:off x="609600" y="1990725"/>
            <a:ext cx="4857750" cy="981075"/>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그림의 같은 색 영역을</a:t>
            </a:r>
          </a:p>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한 덩어리로 기록합니다.</a:t>
            </a:r>
          </a:p>
        </p:txBody>
      </p:sp>
      <p:sp>
        <p:nvSpPr>
          <p:cNvPr id="8" name="shape-7">
            <a:extLst>
              <a:ext uri="{FF2B5EF4-FFF2-40B4-BE49-F238E27FC236}">
                <a16:creationId xmlns:a16="http://schemas.microsoft.com/office/drawing/2014/main" id="{9F8352BA-767F-4A61-930F-8745C8FC819E}"/>
              </a:ext>
            </a:extLst>
          </p:cNvPr>
          <p:cNvSpPr>
            <a:spLocks noGrp="1"/>
          </p:cNvSpPr>
          <p:nvPr/>
        </p:nvSpPr>
        <p:spPr>
          <a:xfrm>
            <a:off x="609600" y="3533775"/>
            <a:ext cx="4857750" cy="1076325"/>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전부 같은 색: 색 하나를 기록</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색이 섞인 곳: 네 부분으로 나눔</a:t>
            </a:r>
          </a:p>
        </p:txBody>
      </p:sp>
      <p:sp>
        <p:nvSpPr>
          <p:cNvPr id="9" name="shape-8">
            <a:extLst>
              <a:ext uri="{FF2B5EF4-FFF2-40B4-BE49-F238E27FC236}">
                <a16:creationId xmlns:a16="http://schemas.microsoft.com/office/drawing/2014/main" id="{81954BF5-A01F-41BA-935B-0B549E3BFF8F}"/>
              </a:ext>
            </a:extLst>
          </p:cNvPr>
          <p:cNvSpPr>
            <a:spLocks noGrp="1"/>
          </p:cNvSpPr>
          <p:nvPr/>
        </p:nvSpPr>
        <p:spPr>
          <a:xfrm>
            <a:off x="609600" y="5067300"/>
            <a:ext cx="5238750" cy="8382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저장한 기록으로</a:t>
            </a:r>
          </a:p>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원래 그림을 다시 그릴 수 있습니다.</a:t>
            </a:r>
          </a:p>
        </p:txBody>
      </p:sp>
      <p:pic>
        <p:nvPicPr>
          <p:cNvPr id="10" name="그림 9">
            <a:extLst>
              <a:ext uri="{FF2B5EF4-FFF2-40B4-BE49-F238E27FC236}">
                <a16:creationId xmlns:a16="http://schemas.microsoft.com/office/drawing/2014/main" id="{B6871FA9-BCD6-4AB8-B815-E1BB429A5B1C}"/>
              </a:ext>
            </a:extLst>
          </p:cNvPr>
          <p:cNvPicPr>
            <a:picLocks noChangeAspect="1"/>
          </p:cNvPicPr>
          <p:nvPr/>
        </p:nvPicPr>
        <p:blipFill>
          <a:blip r:embed="rId3"/>
          <a:stretch/>
        </p:blipFill>
        <p:spPr>
          <a:xfrm>
            <a:off x="6115050" y="2271046"/>
            <a:ext cx="5467350" cy="2973133"/>
          </a:xfrm>
          <a:prstGeom prst="rect">
            <a:avLst/>
          </a:prstGeom>
        </p:spPr>
      </p:pic>
      <p:sp>
        <p:nvSpPr>
          <p:cNvPr id="11" name="shape-9">
            <a:extLst>
              <a:ext uri="{FF2B5EF4-FFF2-40B4-BE49-F238E27FC236}">
                <a16:creationId xmlns:a16="http://schemas.microsoft.com/office/drawing/2014/main" id="{0CC00B8A-C965-4C8A-817D-923575AC0438}"/>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여기서는 흑백 이미지로 설명합니다. 0은 흰색, 1은 검은색입니다.</a:t>
            </a:r>
          </a:p>
        </p:txBody>
      </p:sp>
    </p:spTree>
    <p:extLst>
      <p:ext uri="{BB962C8B-B14F-4D97-AF65-F5344CB8AC3E}">
        <p14:creationId xmlns:p14="http://schemas.microsoft.com/office/powerpoint/2010/main" val="175916561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shape-10">
            <a:extLst>
              <a:ext uri="{FF2B5EF4-FFF2-40B4-BE49-F238E27FC236}">
                <a16:creationId xmlns:a16="http://schemas.microsoft.com/office/drawing/2014/main" id="{E6877D97-DC3B-4CC5-A4D9-A5888F24F95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1">
            <a:extLst>
              <a:ext uri="{FF2B5EF4-FFF2-40B4-BE49-F238E27FC236}">
                <a16:creationId xmlns:a16="http://schemas.microsoft.com/office/drawing/2014/main" id="{0BE4E677-4F9D-4D43-AC7F-B1236B1E0DC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12">
            <a:extLst>
              <a:ext uri="{FF2B5EF4-FFF2-40B4-BE49-F238E27FC236}">
                <a16:creationId xmlns:a16="http://schemas.microsoft.com/office/drawing/2014/main" id="{D3DBD5CC-F780-40C1-8445-265641AA63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그림: 색 16개를 어떻게 기록할까요?</a:t>
            </a:r>
          </a:p>
        </p:txBody>
      </p:sp>
      <p:sp>
        <p:nvSpPr>
          <p:cNvPr id="4" name="shape-13">
            <a:extLst>
              <a:ext uri="{FF2B5EF4-FFF2-40B4-BE49-F238E27FC236}">
                <a16:creationId xmlns:a16="http://schemas.microsoft.com/office/drawing/2014/main" id="{33AA318F-286F-40F4-BC71-BDF2CCF6ED78}"/>
              </a:ext>
            </a:extLst>
          </p:cNvPr>
          <p:cNvSpPr>
            <a:spLocks noGrp="1"/>
          </p:cNvSpPr>
          <p:nvPr/>
        </p:nvSpPr>
        <p:spPr>
          <a:xfrm>
            <a:off x="609600" y="1381125"/>
            <a:ext cx="10972800" cy="9525"/>
          </a:xfrm>
          <a:prstGeom prst="rect">
            <a:avLst/>
          </a:prstGeom>
          <a:solidFill>
            <a:srgbClr val="151515"/>
          </a:solidFill>
          <a:ln w="0">
            <a:noFill/>
          </a:ln>
        </p:spPr>
      </p:sp>
      <p:sp>
        <p:nvSpPr>
          <p:cNvPr id="5" name="shape-14">
            <a:extLst>
              <a:ext uri="{FF2B5EF4-FFF2-40B4-BE49-F238E27FC236}">
                <a16:creationId xmlns:a16="http://schemas.microsoft.com/office/drawing/2014/main" id="{E3557CBA-E920-4FFC-88A3-5ACD6A06B71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C0C2661-F508-4AF5-AC0A-6956E35A3CC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183</a:t>
            </a:r>
            <a:endParaRPr sz="1050" b="0">
              <a:solidFill>
                <a:srgbClr val="151515"/>
              </a:solidFill>
              <a:latin typeface="Consolas"/>
              <a:ea typeface="Consolas"/>
              <a:cs typeface="Consolas"/>
            </a:endParaRPr>
          </a:p>
        </p:txBody>
      </p:sp>
      <p:sp>
        <p:nvSpPr>
          <p:cNvPr id="7" name="shape-16">
            <a:extLst>
              <a:ext uri="{FF2B5EF4-FFF2-40B4-BE49-F238E27FC236}">
                <a16:creationId xmlns:a16="http://schemas.microsoft.com/office/drawing/2014/main" id="{C40D887C-4279-477C-875B-E4618E649B45}"/>
              </a:ext>
            </a:extLst>
          </p:cNvPr>
          <p:cNvSpPr>
            <a:spLocks noGrp="1"/>
          </p:cNvSpPr>
          <p:nvPr/>
        </p:nvSpPr>
        <p:spPr>
          <a:xfrm>
            <a:off x="895350" y="2190750"/>
            <a:ext cx="771525" cy="771525"/>
          </a:xfrm>
          <a:prstGeom prst="rect">
            <a:avLst/>
          </a:prstGeom>
          <a:solidFill>
            <a:srgbClr val="FFFFFF"/>
          </a:solidFill>
          <a:ln w="9525">
            <a:solidFill>
              <a:srgbClr val="A9B1B6"/>
            </a:solidFill>
          </a:ln>
        </p:spPr>
      </p:sp>
      <p:sp>
        <p:nvSpPr>
          <p:cNvPr id="8" name="shape-17">
            <a:extLst>
              <a:ext uri="{FF2B5EF4-FFF2-40B4-BE49-F238E27FC236}">
                <a16:creationId xmlns:a16="http://schemas.microsoft.com/office/drawing/2014/main" id="{C2C74DC7-A586-4D8F-B2D1-751E76302560}"/>
              </a:ext>
            </a:extLst>
          </p:cNvPr>
          <p:cNvSpPr>
            <a:spLocks noGrp="1"/>
          </p:cNvSpPr>
          <p:nvPr/>
        </p:nvSpPr>
        <p:spPr>
          <a:xfrm>
            <a:off x="895350" y="23296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9" name="shape-18">
            <a:extLst>
              <a:ext uri="{FF2B5EF4-FFF2-40B4-BE49-F238E27FC236}">
                <a16:creationId xmlns:a16="http://schemas.microsoft.com/office/drawing/2014/main" id="{C9729F4C-F0B2-4C0E-B15A-6103F98E47E4}"/>
              </a:ext>
            </a:extLst>
          </p:cNvPr>
          <p:cNvSpPr>
            <a:spLocks noGrp="1"/>
          </p:cNvSpPr>
          <p:nvPr/>
        </p:nvSpPr>
        <p:spPr>
          <a:xfrm>
            <a:off x="1666875" y="2190750"/>
            <a:ext cx="771525" cy="771525"/>
          </a:xfrm>
          <a:prstGeom prst="rect">
            <a:avLst/>
          </a:prstGeom>
          <a:solidFill>
            <a:srgbClr val="FFFFFF"/>
          </a:solidFill>
          <a:ln w="9525">
            <a:solidFill>
              <a:srgbClr val="A9B1B6"/>
            </a:solidFill>
          </a:ln>
        </p:spPr>
      </p:sp>
      <p:sp>
        <p:nvSpPr>
          <p:cNvPr id="10" name="shape-19">
            <a:extLst>
              <a:ext uri="{FF2B5EF4-FFF2-40B4-BE49-F238E27FC236}">
                <a16:creationId xmlns:a16="http://schemas.microsoft.com/office/drawing/2014/main" id="{04DDD373-7EAC-4DB5-9ED2-E8F8509AC323}"/>
              </a:ext>
            </a:extLst>
          </p:cNvPr>
          <p:cNvSpPr>
            <a:spLocks noGrp="1"/>
          </p:cNvSpPr>
          <p:nvPr/>
        </p:nvSpPr>
        <p:spPr>
          <a:xfrm>
            <a:off x="1666875" y="23296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1" name="shape-20">
            <a:extLst>
              <a:ext uri="{FF2B5EF4-FFF2-40B4-BE49-F238E27FC236}">
                <a16:creationId xmlns:a16="http://schemas.microsoft.com/office/drawing/2014/main" id="{CFA617C0-CCCC-4300-BA4E-735B1543ED59}"/>
              </a:ext>
            </a:extLst>
          </p:cNvPr>
          <p:cNvSpPr>
            <a:spLocks noGrp="1"/>
          </p:cNvSpPr>
          <p:nvPr/>
        </p:nvSpPr>
        <p:spPr>
          <a:xfrm>
            <a:off x="2438400" y="2190750"/>
            <a:ext cx="771525" cy="771525"/>
          </a:xfrm>
          <a:prstGeom prst="rect">
            <a:avLst/>
          </a:prstGeom>
          <a:solidFill>
            <a:srgbClr val="26323B"/>
          </a:solidFill>
          <a:ln w="9525">
            <a:solidFill>
              <a:srgbClr val="A9B1B6"/>
            </a:solidFill>
          </a:ln>
        </p:spPr>
      </p:sp>
      <p:sp>
        <p:nvSpPr>
          <p:cNvPr id="12" name="shape-21">
            <a:extLst>
              <a:ext uri="{FF2B5EF4-FFF2-40B4-BE49-F238E27FC236}">
                <a16:creationId xmlns:a16="http://schemas.microsoft.com/office/drawing/2014/main" id="{7B3BD9AC-3D63-46A6-BD4D-CC914115CF59}"/>
              </a:ext>
            </a:extLst>
          </p:cNvPr>
          <p:cNvSpPr>
            <a:spLocks noGrp="1"/>
          </p:cNvSpPr>
          <p:nvPr/>
        </p:nvSpPr>
        <p:spPr>
          <a:xfrm>
            <a:off x="2438400" y="23296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3" name="shape-22">
            <a:extLst>
              <a:ext uri="{FF2B5EF4-FFF2-40B4-BE49-F238E27FC236}">
                <a16:creationId xmlns:a16="http://schemas.microsoft.com/office/drawing/2014/main" id="{A6DA8BEE-F3DA-4F22-AEF2-89C3046556D5}"/>
              </a:ext>
            </a:extLst>
          </p:cNvPr>
          <p:cNvSpPr>
            <a:spLocks noGrp="1"/>
          </p:cNvSpPr>
          <p:nvPr/>
        </p:nvSpPr>
        <p:spPr>
          <a:xfrm>
            <a:off x="3209925" y="2190750"/>
            <a:ext cx="771525" cy="771525"/>
          </a:xfrm>
          <a:prstGeom prst="rect">
            <a:avLst/>
          </a:prstGeom>
          <a:solidFill>
            <a:srgbClr val="26323B"/>
          </a:solidFill>
          <a:ln w="9525">
            <a:solidFill>
              <a:srgbClr val="A9B1B6"/>
            </a:solidFill>
          </a:ln>
        </p:spPr>
      </p:sp>
      <p:sp>
        <p:nvSpPr>
          <p:cNvPr id="14" name="shape-23">
            <a:extLst>
              <a:ext uri="{FF2B5EF4-FFF2-40B4-BE49-F238E27FC236}">
                <a16:creationId xmlns:a16="http://schemas.microsoft.com/office/drawing/2014/main" id="{D5426E04-102A-440A-9275-2A7D7B00B9EF}"/>
              </a:ext>
            </a:extLst>
          </p:cNvPr>
          <p:cNvSpPr>
            <a:spLocks noGrp="1"/>
          </p:cNvSpPr>
          <p:nvPr/>
        </p:nvSpPr>
        <p:spPr>
          <a:xfrm>
            <a:off x="3209925" y="23296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5" name="shape-24">
            <a:extLst>
              <a:ext uri="{FF2B5EF4-FFF2-40B4-BE49-F238E27FC236}">
                <a16:creationId xmlns:a16="http://schemas.microsoft.com/office/drawing/2014/main" id="{A21C308D-E7EF-4003-846B-028596051E7A}"/>
              </a:ext>
            </a:extLst>
          </p:cNvPr>
          <p:cNvSpPr>
            <a:spLocks noGrp="1"/>
          </p:cNvSpPr>
          <p:nvPr/>
        </p:nvSpPr>
        <p:spPr>
          <a:xfrm>
            <a:off x="895350" y="2962275"/>
            <a:ext cx="771525" cy="771525"/>
          </a:xfrm>
          <a:prstGeom prst="rect">
            <a:avLst/>
          </a:prstGeom>
          <a:solidFill>
            <a:srgbClr val="FFFFFF"/>
          </a:solidFill>
          <a:ln w="9525">
            <a:solidFill>
              <a:srgbClr val="A9B1B6"/>
            </a:solidFill>
          </a:ln>
        </p:spPr>
      </p:sp>
      <p:sp>
        <p:nvSpPr>
          <p:cNvPr id="16" name="shape-25">
            <a:extLst>
              <a:ext uri="{FF2B5EF4-FFF2-40B4-BE49-F238E27FC236}">
                <a16:creationId xmlns:a16="http://schemas.microsoft.com/office/drawing/2014/main" id="{66927021-B18A-4C1C-B8E9-D8E82DA017D4}"/>
              </a:ext>
            </a:extLst>
          </p:cNvPr>
          <p:cNvSpPr>
            <a:spLocks noGrp="1"/>
          </p:cNvSpPr>
          <p:nvPr/>
        </p:nvSpPr>
        <p:spPr>
          <a:xfrm>
            <a:off x="895350" y="31011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7" name="shape-26">
            <a:extLst>
              <a:ext uri="{FF2B5EF4-FFF2-40B4-BE49-F238E27FC236}">
                <a16:creationId xmlns:a16="http://schemas.microsoft.com/office/drawing/2014/main" id="{1E397BBB-3511-47AD-9240-F65977546968}"/>
              </a:ext>
            </a:extLst>
          </p:cNvPr>
          <p:cNvSpPr>
            <a:spLocks noGrp="1"/>
          </p:cNvSpPr>
          <p:nvPr/>
        </p:nvSpPr>
        <p:spPr>
          <a:xfrm>
            <a:off x="1666875" y="2962275"/>
            <a:ext cx="771525" cy="771525"/>
          </a:xfrm>
          <a:prstGeom prst="rect">
            <a:avLst/>
          </a:prstGeom>
          <a:solidFill>
            <a:srgbClr val="FFFFFF"/>
          </a:solidFill>
          <a:ln w="9525">
            <a:solidFill>
              <a:srgbClr val="A9B1B6"/>
            </a:solidFill>
          </a:ln>
        </p:spPr>
      </p:sp>
      <p:sp>
        <p:nvSpPr>
          <p:cNvPr id="18" name="shape-27">
            <a:extLst>
              <a:ext uri="{FF2B5EF4-FFF2-40B4-BE49-F238E27FC236}">
                <a16:creationId xmlns:a16="http://schemas.microsoft.com/office/drawing/2014/main" id="{520AA300-68F0-4CF2-B4E6-FE4C0042CB89}"/>
              </a:ext>
            </a:extLst>
          </p:cNvPr>
          <p:cNvSpPr>
            <a:spLocks noGrp="1"/>
          </p:cNvSpPr>
          <p:nvPr/>
        </p:nvSpPr>
        <p:spPr>
          <a:xfrm>
            <a:off x="1666875" y="31011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9" name="shape-28">
            <a:extLst>
              <a:ext uri="{FF2B5EF4-FFF2-40B4-BE49-F238E27FC236}">
                <a16:creationId xmlns:a16="http://schemas.microsoft.com/office/drawing/2014/main" id="{ABC28A96-B202-48D5-8B8C-29D587F6326F}"/>
              </a:ext>
            </a:extLst>
          </p:cNvPr>
          <p:cNvSpPr>
            <a:spLocks noGrp="1"/>
          </p:cNvSpPr>
          <p:nvPr/>
        </p:nvSpPr>
        <p:spPr>
          <a:xfrm>
            <a:off x="2438400" y="2962275"/>
            <a:ext cx="771525" cy="771525"/>
          </a:xfrm>
          <a:prstGeom prst="rect">
            <a:avLst/>
          </a:prstGeom>
          <a:solidFill>
            <a:srgbClr val="26323B"/>
          </a:solidFill>
          <a:ln w="9525">
            <a:solidFill>
              <a:srgbClr val="A9B1B6"/>
            </a:solidFill>
          </a:ln>
        </p:spPr>
      </p:sp>
      <p:sp>
        <p:nvSpPr>
          <p:cNvPr id="20" name="shape-29">
            <a:extLst>
              <a:ext uri="{FF2B5EF4-FFF2-40B4-BE49-F238E27FC236}">
                <a16:creationId xmlns:a16="http://schemas.microsoft.com/office/drawing/2014/main" id="{8D4A9AC4-2E79-4437-B778-0C9CB5628163}"/>
              </a:ext>
            </a:extLst>
          </p:cNvPr>
          <p:cNvSpPr>
            <a:spLocks noGrp="1"/>
          </p:cNvSpPr>
          <p:nvPr/>
        </p:nvSpPr>
        <p:spPr>
          <a:xfrm>
            <a:off x="2438400" y="31011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1" name="shape-30">
            <a:extLst>
              <a:ext uri="{FF2B5EF4-FFF2-40B4-BE49-F238E27FC236}">
                <a16:creationId xmlns:a16="http://schemas.microsoft.com/office/drawing/2014/main" id="{02E4667D-0D80-4455-8844-D8ACAF9FCFE6}"/>
              </a:ext>
            </a:extLst>
          </p:cNvPr>
          <p:cNvSpPr>
            <a:spLocks noGrp="1"/>
          </p:cNvSpPr>
          <p:nvPr/>
        </p:nvSpPr>
        <p:spPr>
          <a:xfrm>
            <a:off x="3209925" y="2962275"/>
            <a:ext cx="771525" cy="771525"/>
          </a:xfrm>
          <a:prstGeom prst="rect">
            <a:avLst/>
          </a:prstGeom>
          <a:solidFill>
            <a:srgbClr val="26323B"/>
          </a:solidFill>
          <a:ln w="9525">
            <a:solidFill>
              <a:srgbClr val="A9B1B6"/>
            </a:solidFill>
          </a:ln>
        </p:spPr>
      </p:sp>
      <p:sp>
        <p:nvSpPr>
          <p:cNvPr id="22" name="shape-31">
            <a:extLst>
              <a:ext uri="{FF2B5EF4-FFF2-40B4-BE49-F238E27FC236}">
                <a16:creationId xmlns:a16="http://schemas.microsoft.com/office/drawing/2014/main" id="{8899A66D-FAD3-4BC8-B93A-2752497C8E22}"/>
              </a:ext>
            </a:extLst>
          </p:cNvPr>
          <p:cNvSpPr>
            <a:spLocks noGrp="1"/>
          </p:cNvSpPr>
          <p:nvPr/>
        </p:nvSpPr>
        <p:spPr>
          <a:xfrm>
            <a:off x="3209925" y="31011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3" name="shape-32">
            <a:extLst>
              <a:ext uri="{FF2B5EF4-FFF2-40B4-BE49-F238E27FC236}">
                <a16:creationId xmlns:a16="http://schemas.microsoft.com/office/drawing/2014/main" id="{ED311976-CF1D-40EA-8FB1-3512F3E55602}"/>
              </a:ext>
            </a:extLst>
          </p:cNvPr>
          <p:cNvSpPr>
            <a:spLocks noGrp="1"/>
          </p:cNvSpPr>
          <p:nvPr/>
        </p:nvSpPr>
        <p:spPr>
          <a:xfrm>
            <a:off x="895350" y="3733800"/>
            <a:ext cx="771525" cy="771525"/>
          </a:xfrm>
          <a:prstGeom prst="rect">
            <a:avLst/>
          </a:prstGeom>
          <a:solidFill>
            <a:srgbClr val="26323B"/>
          </a:solidFill>
          <a:ln w="9525">
            <a:solidFill>
              <a:srgbClr val="A9B1B6"/>
            </a:solidFill>
          </a:ln>
        </p:spPr>
      </p:sp>
      <p:sp>
        <p:nvSpPr>
          <p:cNvPr id="24" name="shape-33">
            <a:extLst>
              <a:ext uri="{FF2B5EF4-FFF2-40B4-BE49-F238E27FC236}">
                <a16:creationId xmlns:a16="http://schemas.microsoft.com/office/drawing/2014/main" id="{42591FEE-F060-411C-A796-7567AAE73436}"/>
              </a:ext>
            </a:extLst>
          </p:cNvPr>
          <p:cNvSpPr>
            <a:spLocks noGrp="1"/>
          </p:cNvSpPr>
          <p:nvPr/>
        </p:nvSpPr>
        <p:spPr>
          <a:xfrm>
            <a:off x="895350" y="38726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5" name="shape-34">
            <a:extLst>
              <a:ext uri="{FF2B5EF4-FFF2-40B4-BE49-F238E27FC236}">
                <a16:creationId xmlns:a16="http://schemas.microsoft.com/office/drawing/2014/main" id="{E76D1584-93BE-4D96-AE9C-0D28BC725CDC}"/>
              </a:ext>
            </a:extLst>
          </p:cNvPr>
          <p:cNvSpPr>
            <a:spLocks noGrp="1"/>
          </p:cNvSpPr>
          <p:nvPr/>
        </p:nvSpPr>
        <p:spPr>
          <a:xfrm>
            <a:off x="1666875" y="3733800"/>
            <a:ext cx="771525" cy="771525"/>
          </a:xfrm>
          <a:prstGeom prst="rect">
            <a:avLst/>
          </a:prstGeom>
          <a:solidFill>
            <a:srgbClr val="26323B"/>
          </a:solidFill>
          <a:ln w="9525">
            <a:solidFill>
              <a:srgbClr val="A9B1B6"/>
            </a:solidFill>
          </a:ln>
        </p:spPr>
      </p:sp>
      <p:sp>
        <p:nvSpPr>
          <p:cNvPr id="26" name="shape-35">
            <a:extLst>
              <a:ext uri="{FF2B5EF4-FFF2-40B4-BE49-F238E27FC236}">
                <a16:creationId xmlns:a16="http://schemas.microsoft.com/office/drawing/2014/main" id="{0AB9EC56-E44D-4FB0-A608-F07654E8809F}"/>
              </a:ext>
            </a:extLst>
          </p:cNvPr>
          <p:cNvSpPr>
            <a:spLocks noGrp="1"/>
          </p:cNvSpPr>
          <p:nvPr/>
        </p:nvSpPr>
        <p:spPr>
          <a:xfrm>
            <a:off x="1666875" y="38726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7" name="shape-36">
            <a:extLst>
              <a:ext uri="{FF2B5EF4-FFF2-40B4-BE49-F238E27FC236}">
                <a16:creationId xmlns:a16="http://schemas.microsoft.com/office/drawing/2014/main" id="{726EB8E1-0DE7-40DB-8395-89C7A85CDDFC}"/>
              </a:ext>
            </a:extLst>
          </p:cNvPr>
          <p:cNvSpPr>
            <a:spLocks noGrp="1"/>
          </p:cNvSpPr>
          <p:nvPr/>
        </p:nvSpPr>
        <p:spPr>
          <a:xfrm>
            <a:off x="2438400" y="3733800"/>
            <a:ext cx="771525" cy="771525"/>
          </a:xfrm>
          <a:prstGeom prst="rect">
            <a:avLst/>
          </a:prstGeom>
          <a:solidFill>
            <a:srgbClr val="FFFFFF"/>
          </a:solidFill>
          <a:ln w="9525">
            <a:solidFill>
              <a:srgbClr val="A9B1B6"/>
            </a:solidFill>
          </a:ln>
        </p:spPr>
      </p:sp>
      <p:sp>
        <p:nvSpPr>
          <p:cNvPr id="28" name="shape-37">
            <a:extLst>
              <a:ext uri="{FF2B5EF4-FFF2-40B4-BE49-F238E27FC236}">
                <a16:creationId xmlns:a16="http://schemas.microsoft.com/office/drawing/2014/main" id="{31A0D25A-21A7-4257-8D65-28D9A7F5BC80}"/>
              </a:ext>
            </a:extLst>
          </p:cNvPr>
          <p:cNvSpPr>
            <a:spLocks noGrp="1"/>
          </p:cNvSpPr>
          <p:nvPr/>
        </p:nvSpPr>
        <p:spPr>
          <a:xfrm>
            <a:off x="2438400" y="38726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29" name="shape-38">
            <a:extLst>
              <a:ext uri="{FF2B5EF4-FFF2-40B4-BE49-F238E27FC236}">
                <a16:creationId xmlns:a16="http://schemas.microsoft.com/office/drawing/2014/main" id="{48BD1727-8FE7-48F6-B053-7EADEB861E78}"/>
              </a:ext>
            </a:extLst>
          </p:cNvPr>
          <p:cNvSpPr>
            <a:spLocks noGrp="1"/>
          </p:cNvSpPr>
          <p:nvPr/>
        </p:nvSpPr>
        <p:spPr>
          <a:xfrm>
            <a:off x="3209925" y="3733800"/>
            <a:ext cx="771525" cy="771525"/>
          </a:xfrm>
          <a:prstGeom prst="rect">
            <a:avLst/>
          </a:prstGeom>
          <a:solidFill>
            <a:srgbClr val="FFFFFF"/>
          </a:solidFill>
          <a:ln w="9525">
            <a:solidFill>
              <a:srgbClr val="A9B1B6"/>
            </a:solidFill>
          </a:ln>
        </p:spPr>
      </p:sp>
      <p:sp>
        <p:nvSpPr>
          <p:cNvPr id="30" name="shape-39">
            <a:extLst>
              <a:ext uri="{FF2B5EF4-FFF2-40B4-BE49-F238E27FC236}">
                <a16:creationId xmlns:a16="http://schemas.microsoft.com/office/drawing/2014/main" id="{99D42751-FCFC-4305-A64C-62486F0C917B}"/>
              </a:ext>
            </a:extLst>
          </p:cNvPr>
          <p:cNvSpPr>
            <a:spLocks noGrp="1"/>
          </p:cNvSpPr>
          <p:nvPr/>
        </p:nvSpPr>
        <p:spPr>
          <a:xfrm>
            <a:off x="3209925" y="38726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1" name="shape-40">
            <a:extLst>
              <a:ext uri="{FF2B5EF4-FFF2-40B4-BE49-F238E27FC236}">
                <a16:creationId xmlns:a16="http://schemas.microsoft.com/office/drawing/2014/main" id="{E8CC58DE-C3ED-4A7A-BF8C-D289388351BF}"/>
              </a:ext>
            </a:extLst>
          </p:cNvPr>
          <p:cNvSpPr>
            <a:spLocks noGrp="1"/>
          </p:cNvSpPr>
          <p:nvPr/>
        </p:nvSpPr>
        <p:spPr>
          <a:xfrm>
            <a:off x="895350" y="4505325"/>
            <a:ext cx="771525" cy="771525"/>
          </a:xfrm>
          <a:prstGeom prst="rect">
            <a:avLst/>
          </a:prstGeom>
          <a:solidFill>
            <a:srgbClr val="26323B"/>
          </a:solidFill>
          <a:ln w="9525">
            <a:solidFill>
              <a:srgbClr val="A9B1B6"/>
            </a:solidFill>
          </a:ln>
        </p:spPr>
      </p:sp>
      <p:sp>
        <p:nvSpPr>
          <p:cNvPr id="32" name="shape-41">
            <a:extLst>
              <a:ext uri="{FF2B5EF4-FFF2-40B4-BE49-F238E27FC236}">
                <a16:creationId xmlns:a16="http://schemas.microsoft.com/office/drawing/2014/main" id="{9E70E53F-E95E-4FC5-B2EF-40BFB612720E}"/>
              </a:ext>
            </a:extLst>
          </p:cNvPr>
          <p:cNvSpPr>
            <a:spLocks noGrp="1"/>
          </p:cNvSpPr>
          <p:nvPr/>
        </p:nvSpPr>
        <p:spPr>
          <a:xfrm>
            <a:off x="895350" y="46442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3" name="shape-42">
            <a:extLst>
              <a:ext uri="{FF2B5EF4-FFF2-40B4-BE49-F238E27FC236}">
                <a16:creationId xmlns:a16="http://schemas.microsoft.com/office/drawing/2014/main" id="{74DC187E-846B-4C01-B764-C538C3B711DE}"/>
              </a:ext>
            </a:extLst>
          </p:cNvPr>
          <p:cNvSpPr>
            <a:spLocks noGrp="1"/>
          </p:cNvSpPr>
          <p:nvPr/>
        </p:nvSpPr>
        <p:spPr>
          <a:xfrm>
            <a:off x="1666875" y="4505325"/>
            <a:ext cx="771525" cy="771525"/>
          </a:xfrm>
          <a:prstGeom prst="rect">
            <a:avLst/>
          </a:prstGeom>
          <a:solidFill>
            <a:srgbClr val="26323B"/>
          </a:solidFill>
          <a:ln w="9525">
            <a:solidFill>
              <a:srgbClr val="A9B1B6"/>
            </a:solidFill>
          </a:ln>
        </p:spPr>
      </p:sp>
      <p:sp>
        <p:nvSpPr>
          <p:cNvPr id="34" name="shape-43">
            <a:extLst>
              <a:ext uri="{FF2B5EF4-FFF2-40B4-BE49-F238E27FC236}">
                <a16:creationId xmlns:a16="http://schemas.microsoft.com/office/drawing/2014/main" id="{5937AAFD-8F52-4399-96B9-A2DBE4A4CBCE}"/>
              </a:ext>
            </a:extLst>
          </p:cNvPr>
          <p:cNvSpPr>
            <a:spLocks noGrp="1"/>
          </p:cNvSpPr>
          <p:nvPr/>
        </p:nvSpPr>
        <p:spPr>
          <a:xfrm>
            <a:off x="1666875" y="46442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5" name="shape-44">
            <a:extLst>
              <a:ext uri="{FF2B5EF4-FFF2-40B4-BE49-F238E27FC236}">
                <a16:creationId xmlns:a16="http://schemas.microsoft.com/office/drawing/2014/main" id="{2856A34D-5ED3-4535-B509-6371183180B9}"/>
              </a:ext>
            </a:extLst>
          </p:cNvPr>
          <p:cNvSpPr>
            <a:spLocks noGrp="1"/>
          </p:cNvSpPr>
          <p:nvPr/>
        </p:nvSpPr>
        <p:spPr>
          <a:xfrm>
            <a:off x="2438400" y="4505325"/>
            <a:ext cx="771525" cy="771525"/>
          </a:xfrm>
          <a:prstGeom prst="rect">
            <a:avLst/>
          </a:prstGeom>
          <a:solidFill>
            <a:srgbClr val="FFFFFF"/>
          </a:solidFill>
          <a:ln w="9525">
            <a:solidFill>
              <a:srgbClr val="A9B1B6"/>
            </a:solidFill>
          </a:ln>
        </p:spPr>
      </p:sp>
      <p:sp>
        <p:nvSpPr>
          <p:cNvPr id="36" name="shape-45">
            <a:extLst>
              <a:ext uri="{FF2B5EF4-FFF2-40B4-BE49-F238E27FC236}">
                <a16:creationId xmlns:a16="http://schemas.microsoft.com/office/drawing/2014/main" id="{E231589C-7FAC-4AEC-AE77-1D7E3BF03F72}"/>
              </a:ext>
            </a:extLst>
          </p:cNvPr>
          <p:cNvSpPr>
            <a:spLocks noGrp="1"/>
          </p:cNvSpPr>
          <p:nvPr/>
        </p:nvSpPr>
        <p:spPr>
          <a:xfrm>
            <a:off x="2438400" y="46442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7" name="shape-46">
            <a:extLst>
              <a:ext uri="{FF2B5EF4-FFF2-40B4-BE49-F238E27FC236}">
                <a16:creationId xmlns:a16="http://schemas.microsoft.com/office/drawing/2014/main" id="{E8ECA162-0BDB-4FA6-A28E-66241090891D}"/>
              </a:ext>
            </a:extLst>
          </p:cNvPr>
          <p:cNvSpPr>
            <a:spLocks noGrp="1"/>
          </p:cNvSpPr>
          <p:nvPr/>
        </p:nvSpPr>
        <p:spPr>
          <a:xfrm>
            <a:off x="3209925" y="4505325"/>
            <a:ext cx="771525" cy="771525"/>
          </a:xfrm>
          <a:prstGeom prst="rect">
            <a:avLst/>
          </a:prstGeom>
          <a:solidFill>
            <a:srgbClr val="FFFFFF"/>
          </a:solidFill>
          <a:ln w="9525">
            <a:solidFill>
              <a:srgbClr val="A9B1B6"/>
            </a:solidFill>
          </a:ln>
        </p:spPr>
      </p:sp>
      <p:sp>
        <p:nvSpPr>
          <p:cNvPr id="38" name="shape-47">
            <a:extLst>
              <a:ext uri="{FF2B5EF4-FFF2-40B4-BE49-F238E27FC236}">
                <a16:creationId xmlns:a16="http://schemas.microsoft.com/office/drawing/2014/main" id="{7EBDD5AD-6F99-4433-A794-6E68A8097CBA}"/>
              </a:ext>
            </a:extLst>
          </p:cNvPr>
          <p:cNvSpPr>
            <a:spLocks noGrp="1"/>
          </p:cNvSpPr>
          <p:nvPr/>
        </p:nvSpPr>
        <p:spPr>
          <a:xfrm>
            <a:off x="3209925" y="46442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9" name="shape-48">
            <a:extLst>
              <a:ext uri="{FF2B5EF4-FFF2-40B4-BE49-F238E27FC236}">
                <a16:creationId xmlns:a16="http://schemas.microsoft.com/office/drawing/2014/main" id="{F71026D9-612F-433F-AC78-66040C2AB1E6}"/>
              </a:ext>
            </a:extLst>
          </p:cNvPr>
          <p:cNvSpPr>
            <a:spLocks noGrp="1"/>
          </p:cNvSpPr>
          <p:nvPr/>
        </p:nvSpPr>
        <p:spPr>
          <a:xfrm>
            <a:off x="895350" y="1724025"/>
            <a:ext cx="3238500"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입력 그림</a:t>
            </a:r>
          </a:p>
        </p:txBody>
      </p:sp>
      <p:sp>
        <p:nvSpPr>
          <p:cNvPr id="40" name="shape-49">
            <a:extLst>
              <a:ext uri="{FF2B5EF4-FFF2-40B4-BE49-F238E27FC236}">
                <a16:creationId xmlns:a16="http://schemas.microsoft.com/office/drawing/2014/main" id="{DC28FA0B-883C-4057-9CEC-B34EE0AEF1B4}"/>
              </a:ext>
            </a:extLst>
          </p:cNvPr>
          <p:cNvSpPr>
            <a:spLocks noGrp="1"/>
          </p:cNvSpPr>
          <p:nvPr/>
        </p:nvSpPr>
        <p:spPr>
          <a:xfrm>
            <a:off x="5657850" y="1724025"/>
            <a:ext cx="5619750"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픽셀마다 적으면</a:t>
            </a:r>
          </a:p>
        </p:txBody>
      </p:sp>
      <p:sp>
        <p:nvSpPr>
          <p:cNvPr id="41" name="shape-50">
            <a:extLst>
              <a:ext uri="{FF2B5EF4-FFF2-40B4-BE49-F238E27FC236}">
                <a16:creationId xmlns:a16="http://schemas.microsoft.com/office/drawing/2014/main" id="{2A9FA5B6-8DA0-4FE8-8CB6-A0E2D1A56A97}"/>
              </a:ext>
            </a:extLst>
          </p:cNvPr>
          <p:cNvSpPr>
            <a:spLocks noGrp="1"/>
          </p:cNvSpPr>
          <p:nvPr/>
        </p:nvSpPr>
        <p:spPr>
          <a:xfrm>
            <a:off x="6334125" y="2276475"/>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0 0 1 1</a:t>
            </a:r>
          </a:p>
        </p:txBody>
      </p:sp>
      <p:sp>
        <p:nvSpPr>
          <p:cNvPr id="42" name="shape-51">
            <a:extLst>
              <a:ext uri="{FF2B5EF4-FFF2-40B4-BE49-F238E27FC236}">
                <a16:creationId xmlns:a16="http://schemas.microsoft.com/office/drawing/2014/main" id="{E2D05274-6CCD-4FCF-8FFA-FB2612F5B1DB}"/>
              </a:ext>
            </a:extLst>
          </p:cNvPr>
          <p:cNvSpPr>
            <a:spLocks noGrp="1"/>
          </p:cNvSpPr>
          <p:nvPr/>
        </p:nvSpPr>
        <p:spPr>
          <a:xfrm>
            <a:off x="6334125" y="2801303"/>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0 0 1 1</a:t>
            </a:r>
          </a:p>
        </p:txBody>
      </p:sp>
      <p:sp>
        <p:nvSpPr>
          <p:cNvPr id="43" name="shape-52">
            <a:extLst>
              <a:ext uri="{FF2B5EF4-FFF2-40B4-BE49-F238E27FC236}">
                <a16:creationId xmlns:a16="http://schemas.microsoft.com/office/drawing/2014/main" id="{2373DA2A-B0D0-4BCC-A327-24622E7D74C0}"/>
              </a:ext>
            </a:extLst>
          </p:cNvPr>
          <p:cNvSpPr>
            <a:spLocks noGrp="1"/>
          </p:cNvSpPr>
          <p:nvPr/>
        </p:nvSpPr>
        <p:spPr>
          <a:xfrm>
            <a:off x="6334125" y="3326130"/>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1 1 0 0</a:t>
            </a:r>
          </a:p>
        </p:txBody>
      </p:sp>
      <p:sp>
        <p:nvSpPr>
          <p:cNvPr id="44" name="shape-53">
            <a:extLst>
              <a:ext uri="{FF2B5EF4-FFF2-40B4-BE49-F238E27FC236}">
                <a16:creationId xmlns:a16="http://schemas.microsoft.com/office/drawing/2014/main" id="{B093C0BD-2B12-414E-9AF8-16B060CF3D92}"/>
              </a:ext>
            </a:extLst>
          </p:cNvPr>
          <p:cNvSpPr>
            <a:spLocks noGrp="1"/>
          </p:cNvSpPr>
          <p:nvPr/>
        </p:nvSpPr>
        <p:spPr>
          <a:xfrm>
            <a:off x="6334125" y="3850958"/>
            <a:ext cx="4286250" cy="506730"/>
          </a:xfrm>
          <a:prstGeom prst="rect">
            <a:avLst/>
          </a:prstGeom>
          <a:noFill/>
          <a:ln w="0">
            <a:noFill/>
          </a:ln>
        </p:spPr>
        <p:txBody>
          <a:bodyPr wrap="none" lIns="0" tIns="0" rIns="0" bIns="0" anchor="t">
            <a:noAutofit/>
          </a:bodyPr>
          <a:lstStyle>
            <a:defPPr algn="l">
              <a:defRPr sz="2850" b="0">
                <a:solidFill>
                  <a:srgbClr val="151515"/>
                </a:solidFill>
                <a:latin typeface="Consolas"/>
                <a:ea typeface="Consolas"/>
                <a:cs typeface="Consolas"/>
              </a:defRPr>
            </a:defPPr>
          </a:lstStyle>
          <a:p>
            <a:pPr algn="l">
              <a:lnSpc>
                <a:spcPct val="112000"/>
              </a:lnSpc>
              <a:buNone/>
              <a:defRPr sz="2850" b="0">
                <a:solidFill>
                  <a:srgbClr val="151515"/>
                </a:solidFill>
                <a:latin typeface="Consolas"/>
                <a:ea typeface="Consolas"/>
                <a:cs typeface="Consolas"/>
              </a:defRPr>
            </a:pPr>
            <a:r>
              <a:rPr sz="2850" b="0">
                <a:solidFill>
                  <a:srgbClr val="151515"/>
                </a:solidFill>
                <a:latin typeface="Consolas"/>
                <a:ea typeface="Consolas"/>
                <a:cs typeface="Consolas"/>
              </a:rPr>
              <a:t>1 1 0 0</a:t>
            </a:r>
          </a:p>
        </p:txBody>
      </p:sp>
      <p:sp>
        <p:nvSpPr>
          <p:cNvPr id="45" name="shape-54">
            <a:extLst>
              <a:ext uri="{FF2B5EF4-FFF2-40B4-BE49-F238E27FC236}">
                <a16:creationId xmlns:a16="http://schemas.microsoft.com/office/drawing/2014/main" id="{363DD9F4-359C-4CCD-AD55-B972D3BFB9ED}"/>
              </a:ext>
            </a:extLst>
          </p:cNvPr>
          <p:cNvSpPr>
            <a:spLocks noGrp="1"/>
          </p:cNvSpPr>
          <p:nvPr/>
        </p:nvSpPr>
        <p:spPr>
          <a:xfrm>
            <a:off x="5657850" y="5029200"/>
            <a:ext cx="5619750" cy="50482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전체 16칸의 색을 기록</a:t>
            </a:r>
          </a:p>
        </p:txBody>
      </p:sp>
      <p:sp>
        <p:nvSpPr>
          <p:cNvPr id="46" name="shape-55">
            <a:extLst>
              <a:ext uri="{FF2B5EF4-FFF2-40B4-BE49-F238E27FC236}">
                <a16:creationId xmlns:a16="http://schemas.microsoft.com/office/drawing/2014/main" id="{BD16F5B0-328F-4436-9A6D-041D8312A89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전체 크기도 알아야 합니다. 한 변은 1, 2, 4, 8, …인 정사각형을 다룹니다.</a:t>
            </a:r>
          </a:p>
        </p:txBody>
      </p:sp>
    </p:spTree>
    <p:extLst>
      <p:ext uri="{BB962C8B-B14F-4D97-AF65-F5344CB8AC3E}">
        <p14:creationId xmlns:p14="http://schemas.microsoft.com/office/powerpoint/2010/main" val="117508573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hape-56">
            <a:extLst>
              <a:ext uri="{FF2B5EF4-FFF2-40B4-BE49-F238E27FC236}">
                <a16:creationId xmlns:a16="http://schemas.microsoft.com/office/drawing/2014/main" id="{2A52C199-AC43-4E43-9D95-3C2874803463}"/>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57">
            <a:extLst>
              <a:ext uri="{FF2B5EF4-FFF2-40B4-BE49-F238E27FC236}">
                <a16:creationId xmlns:a16="http://schemas.microsoft.com/office/drawing/2014/main" id="{2BFB0A1A-89DB-48ED-AC8C-1BBB6572A62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8">
            <a:extLst>
              <a:ext uri="{FF2B5EF4-FFF2-40B4-BE49-F238E27FC236}">
                <a16:creationId xmlns:a16="http://schemas.microsoft.com/office/drawing/2014/main" id="{86C9F648-FF8C-451E-9B9D-D13B1FB709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색 영역: 네 칸을 0 하나로 기록</a:t>
            </a:r>
          </a:p>
        </p:txBody>
      </p:sp>
      <p:sp>
        <p:nvSpPr>
          <p:cNvPr id="4" name="shape-59">
            <a:extLst>
              <a:ext uri="{FF2B5EF4-FFF2-40B4-BE49-F238E27FC236}">
                <a16:creationId xmlns:a16="http://schemas.microsoft.com/office/drawing/2014/main" id="{7FB904BE-1362-4740-ADFE-0BE15BC34DFC}"/>
              </a:ext>
            </a:extLst>
          </p:cNvPr>
          <p:cNvSpPr>
            <a:spLocks noGrp="1"/>
          </p:cNvSpPr>
          <p:nvPr/>
        </p:nvSpPr>
        <p:spPr>
          <a:xfrm>
            <a:off x="609600" y="1381125"/>
            <a:ext cx="10972800" cy="9525"/>
          </a:xfrm>
          <a:prstGeom prst="rect">
            <a:avLst/>
          </a:prstGeom>
          <a:solidFill>
            <a:srgbClr val="151515"/>
          </a:solidFill>
          <a:ln w="0">
            <a:noFill/>
          </a:ln>
        </p:spPr>
      </p:sp>
      <p:sp>
        <p:nvSpPr>
          <p:cNvPr id="5" name="shape-60">
            <a:extLst>
              <a:ext uri="{FF2B5EF4-FFF2-40B4-BE49-F238E27FC236}">
                <a16:creationId xmlns:a16="http://schemas.microsoft.com/office/drawing/2014/main" id="{E60370F2-F90B-434E-935C-F315839159E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81E3213-2776-441C-B53F-7279A42A9EE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184</a:t>
            </a:r>
            <a:endParaRPr sz="1050" b="0">
              <a:solidFill>
                <a:srgbClr val="151515"/>
              </a:solidFill>
              <a:latin typeface="Consolas"/>
              <a:ea typeface="Consolas"/>
              <a:cs typeface="Consolas"/>
            </a:endParaRPr>
          </a:p>
        </p:txBody>
      </p:sp>
      <p:sp>
        <p:nvSpPr>
          <p:cNvPr id="7" name="shape-62">
            <a:extLst>
              <a:ext uri="{FF2B5EF4-FFF2-40B4-BE49-F238E27FC236}">
                <a16:creationId xmlns:a16="http://schemas.microsoft.com/office/drawing/2014/main" id="{2D8A6018-1C1E-40AB-91E7-369BCFA43450}"/>
              </a:ext>
            </a:extLst>
          </p:cNvPr>
          <p:cNvSpPr>
            <a:spLocks noGrp="1"/>
          </p:cNvSpPr>
          <p:nvPr/>
        </p:nvSpPr>
        <p:spPr>
          <a:xfrm>
            <a:off x="1066800" y="2381250"/>
            <a:ext cx="1200150" cy="1200150"/>
          </a:xfrm>
          <a:prstGeom prst="rect">
            <a:avLst/>
          </a:prstGeom>
          <a:solidFill>
            <a:srgbClr val="FFFFFF"/>
          </a:solidFill>
          <a:ln w="9525">
            <a:solidFill>
              <a:srgbClr val="A9B1B6"/>
            </a:solidFill>
          </a:ln>
        </p:spPr>
      </p:sp>
      <p:sp>
        <p:nvSpPr>
          <p:cNvPr id="8" name="shape-63">
            <a:extLst>
              <a:ext uri="{FF2B5EF4-FFF2-40B4-BE49-F238E27FC236}">
                <a16:creationId xmlns:a16="http://schemas.microsoft.com/office/drawing/2014/main" id="{1A3919EC-9D66-44B4-8F0D-7DCBFD31AE32}"/>
              </a:ext>
            </a:extLst>
          </p:cNvPr>
          <p:cNvSpPr>
            <a:spLocks noGrp="1"/>
          </p:cNvSpPr>
          <p:nvPr/>
        </p:nvSpPr>
        <p:spPr>
          <a:xfrm>
            <a:off x="1066800" y="259727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9" name="shape-64">
            <a:extLst>
              <a:ext uri="{FF2B5EF4-FFF2-40B4-BE49-F238E27FC236}">
                <a16:creationId xmlns:a16="http://schemas.microsoft.com/office/drawing/2014/main" id="{50D25F6C-0D32-4798-A540-C6268E61F5B1}"/>
              </a:ext>
            </a:extLst>
          </p:cNvPr>
          <p:cNvSpPr>
            <a:spLocks noGrp="1"/>
          </p:cNvSpPr>
          <p:nvPr/>
        </p:nvSpPr>
        <p:spPr>
          <a:xfrm>
            <a:off x="2266950" y="2381250"/>
            <a:ext cx="1200150" cy="1200150"/>
          </a:xfrm>
          <a:prstGeom prst="rect">
            <a:avLst/>
          </a:prstGeom>
          <a:solidFill>
            <a:srgbClr val="FFFFFF"/>
          </a:solidFill>
          <a:ln w="9525">
            <a:solidFill>
              <a:srgbClr val="A9B1B6"/>
            </a:solidFill>
          </a:ln>
        </p:spPr>
      </p:sp>
      <p:sp>
        <p:nvSpPr>
          <p:cNvPr id="10" name="shape-65">
            <a:extLst>
              <a:ext uri="{FF2B5EF4-FFF2-40B4-BE49-F238E27FC236}">
                <a16:creationId xmlns:a16="http://schemas.microsoft.com/office/drawing/2014/main" id="{FF9E9E7C-2909-48E0-93ED-B6A7F96A3DB7}"/>
              </a:ext>
            </a:extLst>
          </p:cNvPr>
          <p:cNvSpPr>
            <a:spLocks noGrp="1"/>
          </p:cNvSpPr>
          <p:nvPr/>
        </p:nvSpPr>
        <p:spPr>
          <a:xfrm>
            <a:off x="2266950" y="259727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11" name="shape-66">
            <a:extLst>
              <a:ext uri="{FF2B5EF4-FFF2-40B4-BE49-F238E27FC236}">
                <a16:creationId xmlns:a16="http://schemas.microsoft.com/office/drawing/2014/main" id="{C3EC7F54-3F41-41AF-9326-1C1AA0F52AD7}"/>
              </a:ext>
            </a:extLst>
          </p:cNvPr>
          <p:cNvSpPr>
            <a:spLocks noGrp="1"/>
          </p:cNvSpPr>
          <p:nvPr/>
        </p:nvSpPr>
        <p:spPr>
          <a:xfrm>
            <a:off x="1066800" y="3581400"/>
            <a:ext cx="1200150" cy="1200150"/>
          </a:xfrm>
          <a:prstGeom prst="rect">
            <a:avLst/>
          </a:prstGeom>
          <a:solidFill>
            <a:srgbClr val="FFFFFF"/>
          </a:solidFill>
          <a:ln w="9525">
            <a:solidFill>
              <a:srgbClr val="A9B1B6"/>
            </a:solidFill>
          </a:ln>
        </p:spPr>
      </p:sp>
      <p:sp>
        <p:nvSpPr>
          <p:cNvPr id="12" name="shape-67">
            <a:extLst>
              <a:ext uri="{FF2B5EF4-FFF2-40B4-BE49-F238E27FC236}">
                <a16:creationId xmlns:a16="http://schemas.microsoft.com/office/drawing/2014/main" id="{93F0E313-B915-4E6F-A747-E381716750AC}"/>
              </a:ext>
            </a:extLst>
          </p:cNvPr>
          <p:cNvSpPr>
            <a:spLocks noGrp="1"/>
          </p:cNvSpPr>
          <p:nvPr/>
        </p:nvSpPr>
        <p:spPr>
          <a:xfrm>
            <a:off x="1066800" y="379742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13" name="shape-68">
            <a:extLst>
              <a:ext uri="{FF2B5EF4-FFF2-40B4-BE49-F238E27FC236}">
                <a16:creationId xmlns:a16="http://schemas.microsoft.com/office/drawing/2014/main" id="{A874C315-882B-4FF7-A43C-651657EEEAF0}"/>
              </a:ext>
            </a:extLst>
          </p:cNvPr>
          <p:cNvSpPr>
            <a:spLocks noGrp="1"/>
          </p:cNvSpPr>
          <p:nvPr/>
        </p:nvSpPr>
        <p:spPr>
          <a:xfrm>
            <a:off x="2266950" y="3581400"/>
            <a:ext cx="1200150" cy="1200150"/>
          </a:xfrm>
          <a:prstGeom prst="rect">
            <a:avLst/>
          </a:prstGeom>
          <a:solidFill>
            <a:srgbClr val="FFFFFF"/>
          </a:solidFill>
          <a:ln w="9525">
            <a:solidFill>
              <a:srgbClr val="A9B1B6"/>
            </a:solidFill>
          </a:ln>
        </p:spPr>
      </p:sp>
      <p:sp>
        <p:nvSpPr>
          <p:cNvPr id="14" name="shape-69">
            <a:extLst>
              <a:ext uri="{FF2B5EF4-FFF2-40B4-BE49-F238E27FC236}">
                <a16:creationId xmlns:a16="http://schemas.microsoft.com/office/drawing/2014/main" id="{C13857C7-2FBA-40B0-8896-F0B62984E607}"/>
              </a:ext>
            </a:extLst>
          </p:cNvPr>
          <p:cNvSpPr>
            <a:spLocks noGrp="1"/>
          </p:cNvSpPr>
          <p:nvPr/>
        </p:nvSpPr>
        <p:spPr>
          <a:xfrm>
            <a:off x="2266950" y="3797427"/>
            <a:ext cx="1200150" cy="744093"/>
          </a:xfrm>
          <a:prstGeom prst="rect">
            <a:avLst/>
          </a:prstGeom>
          <a:noFill/>
          <a:ln w="0">
            <a:noFill/>
          </a:ln>
        </p:spPr>
        <p:txBody>
          <a:bodyPr wrap="none" lIns="0" tIns="0" rIns="0" bIns="0" anchor="t">
            <a:noAutofit/>
          </a:bodyPr>
          <a:lstStyle>
            <a:defPPr algn="ctr">
              <a:defRPr sz="4064" b="0">
                <a:solidFill>
                  <a:srgbClr val="151515"/>
                </a:solidFill>
                <a:latin typeface="Consolas"/>
                <a:ea typeface="Consolas"/>
                <a:cs typeface="Consolas"/>
              </a:defRPr>
            </a:defPPr>
          </a:lstStyle>
          <a:p>
            <a:pPr algn="ctr">
              <a:lnSpc>
                <a:spcPct val="112000"/>
              </a:lnSpc>
              <a:buNone/>
              <a:defRPr sz="4064" b="0">
                <a:solidFill>
                  <a:srgbClr val="151515"/>
                </a:solidFill>
                <a:latin typeface="Consolas"/>
                <a:ea typeface="Consolas"/>
                <a:cs typeface="Consolas"/>
              </a:defRPr>
            </a:pPr>
            <a:r>
              <a:rPr sz="4064" b="0">
                <a:solidFill>
                  <a:srgbClr val="151515"/>
                </a:solidFill>
                <a:latin typeface="Consolas"/>
                <a:ea typeface="Consolas"/>
                <a:cs typeface="Consolas"/>
              </a:rPr>
              <a:t>0</a:t>
            </a:r>
          </a:p>
        </p:txBody>
      </p:sp>
      <p:sp>
        <p:nvSpPr>
          <p:cNvPr id="15" name="shape-70">
            <a:extLst>
              <a:ext uri="{FF2B5EF4-FFF2-40B4-BE49-F238E27FC236}">
                <a16:creationId xmlns:a16="http://schemas.microsoft.com/office/drawing/2014/main" id="{706F79C3-A8A1-485B-AC1A-5797E481917A}"/>
              </a:ext>
            </a:extLst>
          </p:cNvPr>
          <p:cNvSpPr>
            <a:spLocks noGrp="1"/>
          </p:cNvSpPr>
          <p:nvPr/>
        </p:nvSpPr>
        <p:spPr>
          <a:xfrm>
            <a:off x="895350" y="1724025"/>
            <a:ext cx="4219575"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현재 영역은 2×2</a:t>
            </a:r>
          </a:p>
        </p:txBody>
      </p:sp>
      <p:sp>
        <p:nvSpPr>
          <p:cNvPr id="16" name="shape-71">
            <a:extLst>
              <a:ext uri="{FF2B5EF4-FFF2-40B4-BE49-F238E27FC236}">
                <a16:creationId xmlns:a16="http://schemas.microsoft.com/office/drawing/2014/main" id="{A6D7C375-7E2C-42AA-9580-0891AAB948D9}"/>
              </a:ext>
            </a:extLst>
          </p:cNvPr>
          <p:cNvSpPr>
            <a:spLocks noGrp="1"/>
          </p:cNvSpPr>
          <p:nvPr/>
        </p:nvSpPr>
        <p:spPr>
          <a:xfrm>
            <a:off x="6772275" y="1724025"/>
            <a:ext cx="4429125" cy="400050"/>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저장한 기록</a:t>
            </a:r>
          </a:p>
        </p:txBody>
      </p:sp>
      <p:sp>
        <p:nvSpPr>
          <p:cNvPr id="17" name="shape-72">
            <a:extLst>
              <a:ext uri="{FF2B5EF4-FFF2-40B4-BE49-F238E27FC236}">
                <a16:creationId xmlns:a16="http://schemas.microsoft.com/office/drawing/2014/main" id="{57420724-B899-47DA-A7B5-4ADCB56BF392}"/>
              </a:ext>
            </a:extLst>
          </p:cNvPr>
          <p:cNvSpPr>
            <a:spLocks noGrp="1"/>
          </p:cNvSpPr>
          <p:nvPr/>
        </p:nvSpPr>
        <p:spPr>
          <a:xfrm>
            <a:off x="7410450" y="2667000"/>
            <a:ext cx="1524000" cy="1209675"/>
          </a:xfrm>
          <a:prstGeom prst="rect">
            <a:avLst/>
          </a:prstGeom>
          <a:solidFill>
            <a:srgbClr val="EEF5F8"/>
          </a:solidFill>
          <a:ln w="14288">
            <a:solidFill>
              <a:srgbClr val="146995"/>
            </a:solidFill>
          </a:ln>
        </p:spPr>
      </p:sp>
      <p:sp>
        <p:nvSpPr>
          <p:cNvPr id="18" name="shape-73">
            <a:extLst>
              <a:ext uri="{FF2B5EF4-FFF2-40B4-BE49-F238E27FC236}">
                <a16:creationId xmlns:a16="http://schemas.microsoft.com/office/drawing/2014/main" id="{11B5C528-4265-4D48-A870-95D7E34D9A38}"/>
              </a:ext>
            </a:extLst>
          </p:cNvPr>
          <p:cNvSpPr>
            <a:spLocks noGrp="1"/>
          </p:cNvSpPr>
          <p:nvPr/>
        </p:nvSpPr>
        <p:spPr>
          <a:xfrm>
            <a:off x="7448550" y="2847975"/>
            <a:ext cx="1447800" cy="838200"/>
          </a:xfrm>
          <a:prstGeom prst="rect">
            <a:avLst/>
          </a:prstGeom>
          <a:noFill/>
          <a:ln w="0">
            <a:noFill/>
          </a:ln>
        </p:spPr>
        <p:txBody>
          <a:bodyPr wrap="none" lIns="0" tIns="0" rIns="0" bIns="0" anchor="t">
            <a:noAutofit/>
          </a:bodyPr>
          <a:lstStyle>
            <a:defPPr algn="ctr">
              <a:defRPr sz="5025" b="1">
                <a:solidFill>
                  <a:srgbClr val="146995"/>
                </a:solidFill>
                <a:latin typeface="Consolas"/>
                <a:ea typeface="Consolas"/>
                <a:cs typeface="Consolas"/>
              </a:defRPr>
            </a:defPPr>
          </a:lstStyle>
          <a:p>
            <a:pPr algn="ctr">
              <a:lnSpc>
                <a:spcPct val="112000"/>
              </a:lnSpc>
              <a:buNone/>
              <a:defRPr sz="5025" b="1">
                <a:solidFill>
                  <a:srgbClr val="146995"/>
                </a:solidFill>
                <a:latin typeface="Consolas"/>
                <a:ea typeface="Consolas"/>
                <a:cs typeface="Consolas"/>
              </a:defRPr>
            </a:pPr>
            <a:r>
              <a:rPr sz="5025" b="1">
                <a:solidFill>
                  <a:srgbClr val="146995"/>
                </a:solidFill>
                <a:latin typeface="Consolas"/>
                <a:ea typeface="Consolas"/>
                <a:cs typeface="Consolas"/>
              </a:rPr>
              <a:t>0</a:t>
            </a:r>
          </a:p>
        </p:txBody>
      </p:sp>
      <p:sp>
        <p:nvSpPr>
          <p:cNvPr id="19" name="shape-74">
            <a:extLst>
              <a:ext uri="{FF2B5EF4-FFF2-40B4-BE49-F238E27FC236}">
                <a16:creationId xmlns:a16="http://schemas.microsoft.com/office/drawing/2014/main" id="{92AA5CCB-046B-4077-A520-F30A24368A48}"/>
              </a:ext>
            </a:extLst>
          </p:cNvPr>
          <p:cNvSpPr>
            <a:spLocks noGrp="1"/>
          </p:cNvSpPr>
          <p:nvPr/>
        </p:nvSpPr>
        <p:spPr>
          <a:xfrm>
            <a:off x="5781675" y="4410075"/>
            <a:ext cx="5781675" cy="571500"/>
          </a:xfrm>
          <a:prstGeom prst="rect">
            <a:avLst/>
          </a:prstGeom>
          <a:noFill/>
          <a:ln w="0">
            <a:noFill/>
          </a:ln>
        </p:spPr>
        <p:txBody>
          <a:bodyPr wrap="none" lIns="0" tIns="0" rIns="0" bIns="0" anchor="t">
            <a:noAutofit/>
          </a:bodyPr>
          <a:lstStyle>
            <a:defPPr algn="l">
              <a:defRPr sz="2175" b="1">
                <a:solidFill>
                  <a:srgbClr val="146995"/>
                </a:solidFill>
                <a:latin typeface="Malgun Gothic"/>
                <a:ea typeface="Malgun Gothic"/>
                <a:cs typeface="Malgun Gothic"/>
              </a:defRPr>
            </a:defPPr>
          </a:lstStyle>
          <a:p>
            <a:pPr algn="l">
              <a:lnSpc>
                <a:spcPct val="112000"/>
              </a:lnSpc>
              <a:buNone/>
              <a:defRPr sz="2175" b="1">
                <a:solidFill>
                  <a:srgbClr val="146995"/>
                </a:solidFill>
                <a:latin typeface="Malgun Gothic"/>
                <a:ea typeface="Malgun Gothic"/>
                <a:cs typeface="Malgun Gothic"/>
              </a:defRPr>
            </a:pPr>
            <a:r>
              <a:rPr sz="2175" b="1">
                <a:solidFill>
                  <a:srgbClr val="146995"/>
                </a:solidFill>
                <a:latin typeface="Malgun Gothic"/>
                <a:ea typeface="Malgun Gothic"/>
                <a:cs typeface="Malgun Gothic"/>
              </a:rPr>
              <a:t>뜻: 이 영역의 네 칸이 모두 흰색</a:t>
            </a:r>
          </a:p>
        </p:txBody>
      </p:sp>
      <p:sp>
        <p:nvSpPr>
          <p:cNvPr id="20" name="shape-75">
            <a:extLst>
              <a:ext uri="{FF2B5EF4-FFF2-40B4-BE49-F238E27FC236}">
                <a16:creationId xmlns:a16="http://schemas.microsoft.com/office/drawing/2014/main" id="{BF650D04-6969-47C7-8100-8A3F5D6586EF}"/>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0 또는 1은 현재 영역 전체의 색입니다. 영역의 위치와 크기는 부모가 알려 줍니다.</a:t>
            </a:r>
          </a:p>
        </p:txBody>
      </p:sp>
    </p:spTree>
    <p:extLst>
      <p:ext uri="{BB962C8B-B14F-4D97-AF65-F5344CB8AC3E}">
        <p14:creationId xmlns:p14="http://schemas.microsoft.com/office/powerpoint/2010/main" val="139037262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76">
            <a:extLst>
              <a:ext uri="{FF2B5EF4-FFF2-40B4-BE49-F238E27FC236}">
                <a16:creationId xmlns:a16="http://schemas.microsoft.com/office/drawing/2014/main" id="{8FA2743E-F742-4FE3-A98E-14096D47B969}"/>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77">
            <a:extLst>
              <a:ext uri="{FF2B5EF4-FFF2-40B4-BE49-F238E27FC236}">
                <a16:creationId xmlns:a16="http://schemas.microsoft.com/office/drawing/2014/main" id="{EE127FA0-0616-4B58-8926-A6963005C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78">
            <a:extLst>
              <a:ext uri="{FF2B5EF4-FFF2-40B4-BE49-F238E27FC236}">
                <a16:creationId xmlns:a16="http://schemas.microsoft.com/office/drawing/2014/main" id="{A7623754-82A1-4F4C-94A4-A9C8BE6E2E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색이 섞인 영역: 같은 크기의 네 조각</a:t>
            </a:r>
          </a:p>
        </p:txBody>
      </p:sp>
      <p:sp>
        <p:nvSpPr>
          <p:cNvPr id="4" name="shape-79">
            <a:extLst>
              <a:ext uri="{FF2B5EF4-FFF2-40B4-BE49-F238E27FC236}">
                <a16:creationId xmlns:a16="http://schemas.microsoft.com/office/drawing/2014/main" id="{150F1CC0-A1A4-4EB1-9DFE-1D27E10A6993}"/>
              </a:ext>
            </a:extLst>
          </p:cNvPr>
          <p:cNvSpPr>
            <a:spLocks noGrp="1"/>
          </p:cNvSpPr>
          <p:nvPr/>
        </p:nvSpPr>
        <p:spPr>
          <a:xfrm>
            <a:off x="609600" y="1381125"/>
            <a:ext cx="10972800" cy="9525"/>
          </a:xfrm>
          <a:prstGeom prst="rect">
            <a:avLst/>
          </a:prstGeom>
          <a:solidFill>
            <a:srgbClr val="151515"/>
          </a:solidFill>
          <a:ln w="0">
            <a:noFill/>
          </a:ln>
        </p:spPr>
      </p:sp>
      <p:sp>
        <p:nvSpPr>
          <p:cNvPr id="5" name="shape-80">
            <a:extLst>
              <a:ext uri="{FF2B5EF4-FFF2-40B4-BE49-F238E27FC236}">
                <a16:creationId xmlns:a16="http://schemas.microsoft.com/office/drawing/2014/main" id="{79A0AE8F-DC68-4594-BD45-4C1292F4FF6F}"/>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F1C3525-BBEF-4FEB-B78A-280660706EF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185</a:t>
            </a:r>
            <a:endParaRPr sz="1050" b="0">
              <a:solidFill>
                <a:srgbClr val="151515"/>
              </a:solidFill>
              <a:latin typeface="Consolas"/>
              <a:ea typeface="Consolas"/>
              <a:cs typeface="Consolas"/>
            </a:endParaRPr>
          </a:p>
        </p:txBody>
      </p:sp>
      <p:sp>
        <p:nvSpPr>
          <p:cNvPr id="7" name="shape-82">
            <a:extLst>
              <a:ext uri="{FF2B5EF4-FFF2-40B4-BE49-F238E27FC236}">
                <a16:creationId xmlns:a16="http://schemas.microsoft.com/office/drawing/2014/main" id="{0D1DA29C-71DC-4803-8ED1-1547C67342E8}"/>
              </a:ext>
            </a:extLst>
          </p:cNvPr>
          <p:cNvSpPr>
            <a:spLocks noGrp="1"/>
          </p:cNvSpPr>
          <p:nvPr/>
        </p:nvSpPr>
        <p:spPr>
          <a:xfrm>
            <a:off x="895350" y="2257425"/>
            <a:ext cx="771525" cy="771525"/>
          </a:xfrm>
          <a:prstGeom prst="rect">
            <a:avLst/>
          </a:prstGeom>
          <a:solidFill>
            <a:srgbClr val="FFFFFF"/>
          </a:solidFill>
          <a:ln w="9525">
            <a:solidFill>
              <a:srgbClr val="A9B1B6"/>
            </a:solidFill>
          </a:ln>
        </p:spPr>
      </p:sp>
      <p:sp>
        <p:nvSpPr>
          <p:cNvPr id="8" name="shape-83">
            <a:extLst>
              <a:ext uri="{FF2B5EF4-FFF2-40B4-BE49-F238E27FC236}">
                <a16:creationId xmlns:a16="http://schemas.microsoft.com/office/drawing/2014/main" id="{B4A370C1-F908-483D-8BF2-C3AB880545DE}"/>
              </a:ext>
            </a:extLst>
          </p:cNvPr>
          <p:cNvSpPr>
            <a:spLocks noGrp="1"/>
          </p:cNvSpPr>
          <p:nvPr/>
        </p:nvSpPr>
        <p:spPr>
          <a:xfrm>
            <a:off x="895350" y="23963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9" name="shape-84">
            <a:extLst>
              <a:ext uri="{FF2B5EF4-FFF2-40B4-BE49-F238E27FC236}">
                <a16:creationId xmlns:a16="http://schemas.microsoft.com/office/drawing/2014/main" id="{186C1F3A-297C-4133-9972-95328392C0D3}"/>
              </a:ext>
            </a:extLst>
          </p:cNvPr>
          <p:cNvSpPr>
            <a:spLocks noGrp="1"/>
          </p:cNvSpPr>
          <p:nvPr/>
        </p:nvSpPr>
        <p:spPr>
          <a:xfrm>
            <a:off x="1666875" y="2257425"/>
            <a:ext cx="771525" cy="771525"/>
          </a:xfrm>
          <a:prstGeom prst="rect">
            <a:avLst/>
          </a:prstGeom>
          <a:solidFill>
            <a:srgbClr val="FFFFFF"/>
          </a:solidFill>
          <a:ln w="9525">
            <a:solidFill>
              <a:srgbClr val="A9B1B6"/>
            </a:solidFill>
          </a:ln>
        </p:spPr>
      </p:sp>
      <p:sp>
        <p:nvSpPr>
          <p:cNvPr id="10" name="shape-85">
            <a:extLst>
              <a:ext uri="{FF2B5EF4-FFF2-40B4-BE49-F238E27FC236}">
                <a16:creationId xmlns:a16="http://schemas.microsoft.com/office/drawing/2014/main" id="{1036C8FB-D6A3-4990-A145-E208EECF1432}"/>
              </a:ext>
            </a:extLst>
          </p:cNvPr>
          <p:cNvSpPr>
            <a:spLocks noGrp="1"/>
          </p:cNvSpPr>
          <p:nvPr/>
        </p:nvSpPr>
        <p:spPr>
          <a:xfrm>
            <a:off x="1666875" y="239630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1" name="shape-86">
            <a:extLst>
              <a:ext uri="{FF2B5EF4-FFF2-40B4-BE49-F238E27FC236}">
                <a16:creationId xmlns:a16="http://schemas.microsoft.com/office/drawing/2014/main" id="{F8A24CED-7040-49F2-A278-E6BEAF94ACAC}"/>
              </a:ext>
            </a:extLst>
          </p:cNvPr>
          <p:cNvSpPr>
            <a:spLocks noGrp="1"/>
          </p:cNvSpPr>
          <p:nvPr/>
        </p:nvSpPr>
        <p:spPr>
          <a:xfrm>
            <a:off x="2438400" y="2257425"/>
            <a:ext cx="771525" cy="771525"/>
          </a:xfrm>
          <a:prstGeom prst="rect">
            <a:avLst/>
          </a:prstGeom>
          <a:solidFill>
            <a:srgbClr val="26323B"/>
          </a:solidFill>
          <a:ln w="9525">
            <a:solidFill>
              <a:srgbClr val="A9B1B6"/>
            </a:solidFill>
          </a:ln>
        </p:spPr>
      </p:sp>
      <p:sp>
        <p:nvSpPr>
          <p:cNvPr id="12" name="shape-87">
            <a:extLst>
              <a:ext uri="{FF2B5EF4-FFF2-40B4-BE49-F238E27FC236}">
                <a16:creationId xmlns:a16="http://schemas.microsoft.com/office/drawing/2014/main" id="{847360C7-DD7E-43CC-AFED-806E2E7C5E65}"/>
              </a:ext>
            </a:extLst>
          </p:cNvPr>
          <p:cNvSpPr>
            <a:spLocks noGrp="1"/>
          </p:cNvSpPr>
          <p:nvPr/>
        </p:nvSpPr>
        <p:spPr>
          <a:xfrm>
            <a:off x="2438400" y="23963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3" name="shape-88">
            <a:extLst>
              <a:ext uri="{FF2B5EF4-FFF2-40B4-BE49-F238E27FC236}">
                <a16:creationId xmlns:a16="http://schemas.microsoft.com/office/drawing/2014/main" id="{DA0ADC73-9103-47F8-9A74-6689EDDF9016}"/>
              </a:ext>
            </a:extLst>
          </p:cNvPr>
          <p:cNvSpPr>
            <a:spLocks noGrp="1"/>
          </p:cNvSpPr>
          <p:nvPr/>
        </p:nvSpPr>
        <p:spPr>
          <a:xfrm>
            <a:off x="3209925" y="2257425"/>
            <a:ext cx="771525" cy="771525"/>
          </a:xfrm>
          <a:prstGeom prst="rect">
            <a:avLst/>
          </a:prstGeom>
          <a:solidFill>
            <a:srgbClr val="26323B"/>
          </a:solidFill>
          <a:ln w="9525">
            <a:solidFill>
              <a:srgbClr val="A9B1B6"/>
            </a:solidFill>
          </a:ln>
        </p:spPr>
      </p:sp>
      <p:sp>
        <p:nvSpPr>
          <p:cNvPr id="14" name="shape-89">
            <a:extLst>
              <a:ext uri="{FF2B5EF4-FFF2-40B4-BE49-F238E27FC236}">
                <a16:creationId xmlns:a16="http://schemas.microsoft.com/office/drawing/2014/main" id="{E123D48E-E46E-4F23-A7E3-180F076B1C7B}"/>
              </a:ext>
            </a:extLst>
          </p:cNvPr>
          <p:cNvSpPr>
            <a:spLocks noGrp="1"/>
          </p:cNvSpPr>
          <p:nvPr/>
        </p:nvSpPr>
        <p:spPr>
          <a:xfrm>
            <a:off x="3209925" y="239630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15" name="shape-90">
            <a:extLst>
              <a:ext uri="{FF2B5EF4-FFF2-40B4-BE49-F238E27FC236}">
                <a16:creationId xmlns:a16="http://schemas.microsoft.com/office/drawing/2014/main" id="{96135324-0D9D-4BA1-B2AF-51433D04636F}"/>
              </a:ext>
            </a:extLst>
          </p:cNvPr>
          <p:cNvSpPr>
            <a:spLocks noGrp="1"/>
          </p:cNvSpPr>
          <p:nvPr/>
        </p:nvSpPr>
        <p:spPr>
          <a:xfrm>
            <a:off x="895350" y="3028950"/>
            <a:ext cx="771525" cy="771525"/>
          </a:xfrm>
          <a:prstGeom prst="rect">
            <a:avLst/>
          </a:prstGeom>
          <a:solidFill>
            <a:srgbClr val="FFFFFF"/>
          </a:solidFill>
          <a:ln w="9525">
            <a:solidFill>
              <a:srgbClr val="A9B1B6"/>
            </a:solidFill>
          </a:ln>
        </p:spPr>
      </p:sp>
      <p:sp>
        <p:nvSpPr>
          <p:cNvPr id="16" name="shape-91">
            <a:extLst>
              <a:ext uri="{FF2B5EF4-FFF2-40B4-BE49-F238E27FC236}">
                <a16:creationId xmlns:a16="http://schemas.microsoft.com/office/drawing/2014/main" id="{4E12BAFE-71A9-40F9-916A-C8DB707CA822}"/>
              </a:ext>
            </a:extLst>
          </p:cNvPr>
          <p:cNvSpPr>
            <a:spLocks noGrp="1"/>
          </p:cNvSpPr>
          <p:nvPr/>
        </p:nvSpPr>
        <p:spPr>
          <a:xfrm>
            <a:off x="895350" y="31678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7" name="shape-92">
            <a:extLst>
              <a:ext uri="{FF2B5EF4-FFF2-40B4-BE49-F238E27FC236}">
                <a16:creationId xmlns:a16="http://schemas.microsoft.com/office/drawing/2014/main" id="{B92EAB0C-5D35-4881-A0C9-E94D0C1DE1CA}"/>
              </a:ext>
            </a:extLst>
          </p:cNvPr>
          <p:cNvSpPr>
            <a:spLocks noGrp="1"/>
          </p:cNvSpPr>
          <p:nvPr/>
        </p:nvSpPr>
        <p:spPr>
          <a:xfrm>
            <a:off x="1666875" y="3028950"/>
            <a:ext cx="771525" cy="771525"/>
          </a:xfrm>
          <a:prstGeom prst="rect">
            <a:avLst/>
          </a:prstGeom>
          <a:solidFill>
            <a:srgbClr val="FFFFFF"/>
          </a:solidFill>
          <a:ln w="9525">
            <a:solidFill>
              <a:srgbClr val="A9B1B6"/>
            </a:solidFill>
          </a:ln>
        </p:spPr>
      </p:sp>
      <p:sp>
        <p:nvSpPr>
          <p:cNvPr id="18" name="shape-93">
            <a:extLst>
              <a:ext uri="{FF2B5EF4-FFF2-40B4-BE49-F238E27FC236}">
                <a16:creationId xmlns:a16="http://schemas.microsoft.com/office/drawing/2014/main" id="{BC7F8817-FDFB-4028-9390-02F3885F5A4F}"/>
              </a:ext>
            </a:extLst>
          </p:cNvPr>
          <p:cNvSpPr>
            <a:spLocks noGrp="1"/>
          </p:cNvSpPr>
          <p:nvPr/>
        </p:nvSpPr>
        <p:spPr>
          <a:xfrm>
            <a:off x="1666875" y="316782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19" name="shape-94">
            <a:extLst>
              <a:ext uri="{FF2B5EF4-FFF2-40B4-BE49-F238E27FC236}">
                <a16:creationId xmlns:a16="http://schemas.microsoft.com/office/drawing/2014/main" id="{FE5294AD-BCB4-409F-B210-426CEFFE224A}"/>
              </a:ext>
            </a:extLst>
          </p:cNvPr>
          <p:cNvSpPr>
            <a:spLocks noGrp="1"/>
          </p:cNvSpPr>
          <p:nvPr/>
        </p:nvSpPr>
        <p:spPr>
          <a:xfrm>
            <a:off x="2438400" y="3028950"/>
            <a:ext cx="771525" cy="771525"/>
          </a:xfrm>
          <a:prstGeom prst="rect">
            <a:avLst/>
          </a:prstGeom>
          <a:solidFill>
            <a:srgbClr val="26323B"/>
          </a:solidFill>
          <a:ln w="9525">
            <a:solidFill>
              <a:srgbClr val="A9B1B6"/>
            </a:solidFill>
          </a:ln>
        </p:spPr>
      </p:sp>
      <p:sp>
        <p:nvSpPr>
          <p:cNvPr id="20" name="shape-95">
            <a:extLst>
              <a:ext uri="{FF2B5EF4-FFF2-40B4-BE49-F238E27FC236}">
                <a16:creationId xmlns:a16="http://schemas.microsoft.com/office/drawing/2014/main" id="{576BEA5B-D893-469E-A451-66FA830B6E0C}"/>
              </a:ext>
            </a:extLst>
          </p:cNvPr>
          <p:cNvSpPr>
            <a:spLocks noGrp="1"/>
          </p:cNvSpPr>
          <p:nvPr/>
        </p:nvSpPr>
        <p:spPr>
          <a:xfrm>
            <a:off x="2438400" y="31678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1" name="shape-96">
            <a:extLst>
              <a:ext uri="{FF2B5EF4-FFF2-40B4-BE49-F238E27FC236}">
                <a16:creationId xmlns:a16="http://schemas.microsoft.com/office/drawing/2014/main" id="{80515DAB-232D-4EC9-B615-AC1DE22F1928}"/>
              </a:ext>
            </a:extLst>
          </p:cNvPr>
          <p:cNvSpPr>
            <a:spLocks noGrp="1"/>
          </p:cNvSpPr>
          <p:nvPr/>
        </p:nvSpPr>
        <p:spPr>
          <a:xfrm>
            <a:off x="3209925" y="3028950"/>
            <a:ext cx="771525" cy="771525"/>
          </a:xfrm>
          <a:prstGeom prst="rect">
            <a:avLst/>
          </a:prstGeom>
          <a:solidFill>
            <a:srgbClr val="26323B"/>
          </a:solidFill>
          <a:ln w="9525">
            <a:solidFill>
              <a:srgbClr val="A9B1B6"/>
            </a:solidFill>
          </a:ln>
        </p:spPr>
      </p:sp>
      <p:sp>
        <p:nvSpPr>
          <p:cNvPr id="22" name="shape-97">
            <a:extLst>
              <a:ext uri="{FF2B5EF4-FFF2-40B4-BE49-F238E27FC236}">
                <a16:creationId xmlns:a16="http://schemas.microsoft.com/office/drawing/2014/main" id="{09072180-FC64-4B65-B0EB-1A42B799F7F1}"/>
              </a:ext>
            </a:extLst>
          </p:cNvPr>
          <p:cNvSpPr>
            <a:spLocks noGrp="1"/>
          </p:cNvSpPr>
          <p:nvPr/>
        </p:nvSpPr>
        <p:spPr>
          <a:xfrm>
            <a:off x="3209925" y="316782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3" name="shape-98">
            <a:extLst>
              <a:ext uri="{FF2B5EF4-FFF2-40B4-BE49-F238E27FC236}">
                <a16:creationId xmlns:a16="http://schemas.microsoft.com/office/drawing/2014/main" id="{543789EA-6C4C-4395-91AE-9DB9402F82BD}"/>
              </a:ext>
            </a:extLst>
          </p:cNvPr>
          <p:cNvSpPr>
            <a:spLocks noGrp="1"/>
          </p:cNvSpPr>
          <p:nvPr/>
        </p:nvSpPr>
        <p:spPr>
          <a:xfrm>
            <a:off x="895350" y="3800475"/>
            <a:ext cx="771525" cy="771525"/>
          </a:xfrm>
          <a:prstGeom prst="rect">
            <a:avLst/>
          </a:prstGeom>
          <a:solidFill>
            <a:srgbClr val="26323B"/>
          </a:solidFill>
          <a:ln w="9525">
            <a:solidFill>
              <a:srgbClr val="A9B1B6"/>
            </a:solidFill>
          </a:ln>
        </p:spPr>
      </p:sp>
      <p:sp>
        <p:nvSpPr>
          <p:cNvPr id="24" name="shape-99">
            <a:extLst>
              <a:ext uri="{FF2B5EF4-FFF2-40B4-BE49-F238E27FC236}">
                <a16:creationId xmlns:a16="http://schemas.microsoft.com/office/drawing/2014/main" id="{3CFDD33E-3A25-424B-83D7-3797094EFD2E}"/>
              </a:ext>
            </a:extLst>
          </p:cNvPr>
          <p:cNvSpPr>
            <a:spLocks noGrp="1"/>
          </p:cNvSpPr>
          <p:nvPr/>
        </p:nvSpPr>
        <p:spPr>
          <a:xfrm>
            <a:off x="895350" y="39393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5" name="shape-100">
            <a:extLst>
              <a:ext uri="{FF2B5EF4-FFF2-40B4-BE49-F238E27FC236}">
                <a16:creationId xmlns:a16="http://schemas.microsoft.com/office/drawing/2014/main" id="{D54B4CD8-9AA3-48C4-A63F-628C72737D7C}"/>
              </a:ext>
            </a:extLst>
          </p:cNvPr>
          <p:cNvSpPr>
            <a:spLocks noGrp="1"/>
          </p:cNvSpPr>
          <p:nvPr/>
        </p:nvSpPr>
        <p:spPr>
          <a:xfrm>
            <a:off x="1666875" y="3800475"/>
            <a:ext cx="771525" cy="771525"/>
          </a:xfrm>
          <a:prstGeom prst="rect">
            <a:avLst/>
          </a:prstGeom>
          <a:solidFill>
            <a:srgbClr val="26323B"/>
          </a:solidFill>
          <a:ln w="9525">
            <a:solidFill>
              <a:srgbClr val="A9B1B6"/>
            </a:solidFill>
          </a:ln>
        </p:spPr>
      </p:sp>
      <p:sp>
        <p:nvSpPr>
          <p:cNvPr id="26" name="shape-101">
            <a:extLst>
              <a:ext uri="{FF2B5EF4-FFF2-40B4-BE49-F238E27FC236}">
                <a16:creationId xmlns:a16="http://schemas.microsoft.com/office/drawing/2014/main" id="{AF56A57B-1A28-45E1-9F9A-CB549112B0D1}"/>
              </a:ext>
            </a:extLst>
          </p:cNvPr>
          <p:cNvSpPr>
            <a:spLocks noGrp="1"/>
          </p:cNvSpPr>
          <p:nvPr/>
        </p:nvSpPr>
        <p:spPr>
          <a:xfrm>
            <a:off x="1666875" y="3939350"/>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27" name="shape-102">
            <a:extLst>
              <a:ext uri="{FF2B5EF4-FFF2-40B4-BE49-F238E27FC236}">
                <a16:creationId xmlns:a16="http://schemas.microsoft.com/office/drawing/2014/main" id="{6300857E-5991-4281-87AD-FA29D97D4EC9}"/>
              </a:ext>
            </a:extLst>
          </p:cNvPr>
          <p:cNvSpPr>
            <a:spLocks noGrp="1"/>
          </p:cNvSpPr>
          <p:nvPr/>
        </p:nvSpPr>
        <p:spPr>
          <a:xfrm>
            <a:off x="2438400" y="3800475"/>
            <a:ext cx="771525" cy="771525"/>
          </a:xfrm>
          <a:prstGeom prst="rect">
            <a:avLst/>
          </a:prstGeom>
          <a:solidFill>
            <a:srgbClr val="FFFFFF"/>
          </a:solidFill>
          <a:ln w="9525">
            <a:solidFill>
              <a:srgbClr val="A9B1B6"/>
            </a:solidFill>
          </a:ln>
        </p:spPr>
      </p:sp>
      <p:sp>
        <p:nvSpPr>
          <p:cNvPr id="28" name="shape-103">
            <a:extLst>
              <a:ext uri="{FF2B5EF4-FFF2-40B4-BE49-F238E27FC236}">
                <a16:creationId xmlns:a16="http://schemas.microsoft.com/office/drawing/2014/main" id="{D840AF12-226F-4C70-9F9E-8649AD97095A}"/>
              </a:ext>
            </a:extLst>
          </p:cNvPr>
          <p:cNvSpPr>
            <a:spLocks noGrp="1"/>
          </p:cNvSpPr>
          <p:nvPr/>
        </p:nvSpPr>
        <p:spPr>
          <a:xfrm>
            <a:off x="2438400" y="39393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29" name="shape-104">
            <a:extLst>
              <a:ext uri="{FF2B5EF4-FFF2-40B4-BE49-F238E27FC236}">
                <a16:creationId xmlns:a16="http://schemas.microsoft.com/office/drawing/2014/main" id="{1469C229-0231-4C1A-B833-10B442DB9324}"/>
              </a:ext>
            </a:extLst>
          </p:cNvPr>
          <p:cNvSpPr>
            <a:spLocks noGrp="1"/>
          </p:cNvSpPr>
          <p:nvPr/>
        </p:nvSpPr>
        <p:spPr>
          <a:xfrm>
            <a:off x="3209925" y="3800475"/>
            <a:ext cx="771525" cy="771525"/>
          </a:xfrm>
          <a:prstGeom prst="rect">
            <a:avLst/>
          </a:prstGeom>
          <a:solidFill>
            <a:srgbClr val="FFFFFF"/>
          </a:solidFill>
          <a:ln w="9525">
            <a:solidFill>
              <a:srgbClr val="A9B1B6"/>
            </a:solidFill>
          </a:ln>
        </p:spPr>
      </p:sp>
      <p:sp>
        <p:nvSpPr>
          <p:cNvPr id="30" name="shape-105">
            <a:extLst>
              <a:ext uri="{FF2B5EF4-FFF2-40B4-BE49-F238E27FC236}">
                <a16:creationId xmlns:a16="http://schemas.microsoft.com/office/drawing/2014/main" id="{5E524DBE-CD88-4233-A4A7-0FFFE7845AED}"/>
              </a:ext>
            </a:extLst>
          </p:cNvPr>
          <p:cNvSpPr>
            <a:spLocks noGrp="1"/>
          </p:cNvSpPr>
          <p:nvPr/>
        </p:nvSpPr>
        <p:spPr>
          <a:xfrm>
            <a:off x="3209925" y="3939350"/>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1" name="shape-106">
            <a:extLst>
              <a:ext uri="{FF2B5EF4-FFF2-40B4-BE49-F238E27FC236}">
                <a16:creationId xmlns:a16="http://schemas.microsoft.com/office/drawing/2014/main" id="{A502F754-CD41-4E20-8566-E399C42E9F8D}"/>
              </a:ext>
            </a:extLst>
          </p:cNvPr>
          <p:cNvSpPr>
            <a:spLocks noGrp="1"/>
          </p:cNvSpPr>
          <p:nvPr/>
        </p:nvSpPr>
        <p:spPr>
          <a:xfrm>
            <a:off x="895350" y="4572000"/>
            <a:ext cx="771525" cy="771525"/>
          </a:xfrm>
          <a:prstGeom prst="rect">
            <a:avLst/>
          </a:prstGeom>
          <a:solidFill>
            <a:srgbClr val="26323B"/>
          </a:solidFill>
          <a:ln w="9525">
            <a:solidFill>
              <a:srgbClr val="A9B1B6"/>
            </a:solidFill>
          </a:ln>
        </p:spPr>
      </p:sp>
      <p:sp>
        <p:nvSpPr>
          <p:cNvPr id="32" name="shape-107">
            <a:extLst>
              <a:ext uri="{FF2B5EF4-FFF2-40B4-BE49-F238E27FC236}">
                <a16:creationId xmlns:a16="http://schemas.microsoft.com/office/drawing/2014/main" id="{CF0ECC4D-11DD-4288-8BB9-B834DE480AD5}"/>
              </a:ext>
            </a:extLst>
          </p:cNvPr>
          <p:cNvSpPr>
            <a:spLocks noGrp="1"/>
          </p:cNvSpPr>
          <p:nvPr/>
        </p:nvSpPr>
        <p:spPr>
          <a:xfrm>
            <a:off x="895350" y="47108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3" name="shape-108">
            <a:extLst>
              <a:ext uri="{FF2B5EF4-FFF2-40B4-BE49-F238E27FC236}">
                <a16:creationId xmlns:a16="http://schemas.microsoft.com/office/drawing/2014/main" id="{23C81855-337B-4242-960E-63C709287A74}"/>
              </a:ext>
            </a:extLst>
          </p:cNvPr>
          <p:cNvSpPr>
            <a:spLocks noGrp="1"/>
          </p:cNvSpPr>
          <p:nvPr/>
        </p:nvSpPr>
        <p:spPr>
          <a:xfrm>
            <a:off x="1666875" y="4572000"/>
            <a:ext cx="771525" cy="771525"/>
          </a:xfrm>
          <a:prstGeom prst="rect">
            <a:avLst/>
          </a:prstGeom>
          <a:solidFill>
            <a:srgbClr val="26323B"/>
          </a:solidFill>
          <a:ln w="9525">
            <a:solidFill>
              <a:srgbClr val="A9B1B6"/>
            </a:solidFill>
          </a:ln>
        </p:spPr>
      </p:sp>
      <p:sp>
        <p:nvSpPr>
          <p:cNvPr id="34" name="shape-109">
            <a:extLst>
              <a:ext uri="{FF2B5EF4-FFF2-40B4-BE49-F238E27FC236}">
                <a16:creationId xmlns:a16="http://schemas.microsoft.com/office/drawing/2014/main" id="{15DB5BC6-1FA6-4BDE-9202-A2C73A449499}"/>
              </a:ext>
            </a:extLst>
          </p:cNvPr>
          <p:cNvSpPr>
            <a:spLocks noGrp="1"/>
          </p:cNvSpPr>
          <p:nvPr/>
        </p:nvSpPr>
        <p:spPr>
          <a:xfrm>
            <a:off x="1666875" y="4710875"/>
            <a:ext cx="771525" cy="478346"/>
          </a:xfrm>
          <a:prstGeom prst="rect">
            <a:avLst/>
          </a:prstGeom>
          <a:noFill/>
          <a:ln w="0">
            <a:noFill/>
          </a:ln>
        </p:spPr>
        <p:txBody>
          <a:bodyPr wrap="none" lIns="0" tIns="0" rIns="0" bIns="0" anchor="t">
            <a:noAutofit/>
          </a:bodyPr>
          <a:lstStyle>
            <a:defPPr algn="ctr">
              <a:defRPr sz="2612" b="0">
                <a:solidFill>
                  <a:srgbClr val="FFFFFF"/>
                </a:solidFill>
                <a:latin typeface="Consolas"/>
                <a:ea typeface="Consolas"/>
                <a:cs typeface="Consolas"/>
              </a:defRPr>
            </a:defPPr>
          </a:lstStyle>
          <a:p>
            <a:pPr algn="ctr">
              <a:lnSpc>
                <a:spcPct val="112000"/>
              </a:lnSpc>
              <a:buNone/>
              <a:defRPr sz="2612" b="0">
                <a:solidFill>
                  <a:srgbClr val="FFFFFF"/>
                </a:solidFill>
                <a:latin typeface="Consolas"/>
                <a:ea typeface="Consolas"/>
                <a:cs typeface="Consolas"/>
              </a:defRPr>
            </a:pPr>
            <a:r>
              <a:rPr sz="2612" b="0">
                <a:solidFill>
                  <a:srgbClr val="FFFFFF"/>
                </a:solidFill>
                <a:latin typeface="Consolas"/>
                <a:ea typeface="Consolas"/>
                <a:cs typeface="Consolas"/>
              </a:rPr>
              <a:t>1</a:t>
            </a:r>
          </a:p>
        </p:txBody>
      </p:sp>
      <p:sp>
        <p:nvSpPr>
          <p:cNvPr id="35" name="shape-110">
            <a:extLst>
              <a:ext uri="{FF2B5EF4-FFF2-40B4-BE49-F238E27FC236}">
                <a16:creationId xmlns:a16="http://schemas.microsoft.com/office/drawing/2014/main" id="{08F24370-70CE-4D3C-B53F-1EA0239ABE68}"/>
              </a:ext>
            </a:extLst>
          </p:cNvPr>
          <p:cNvSpPr>
            <a:spLocks noGrp="1"/>
          </p:cNvSpPr>
          <p:nvPr/>
        </p:nvSpPr>
        <p:spPr>
          <a:xfrm>
            <a:off x="2438400" y="4572000"/>
            <a:ext cx="771525" cy="771525"/>
          </a:xfrm>
          <a:prstGeom prst="rect">
            <a:avLst/>
          </a:prstGeom>
          <a:solidFill>
            <a:srgbClr val="FFFFFF"/>
          </a:solidFill>
          <a:ln w="9525">
            <a:solidFill>
              <a:srgbClr val="A9B1B6"/>
            </a:solidFill>
          </a:ln>
        </p:spPr>
      </p:sp>
      <p:sp>
        <p:nvSpPr>
          <p:cNvPr id="36" name="shape-111">
            <a:extLst>
              <a:ext uri="{FF2B5EF4-FFF2-40B4-BE49-F238E27FC236}">
                <a16:creationId xmlns:a16="http://schemas.microsoft.com/office/drawing/2014/main" id="{2EEAE908-3725-4084-BA0A-CD3BB45F310B}"/>
              </a:ext>
            </a:extLst>
          </p:cNvPr>
          <p:cNvSpPr>
            <a:spLocks noGrp="1"/>
          </p:cNvSpPr>
          <p:nvPr/>
        </p:nvSpPr>
        <p:spPr>
          <a:xfrm>
            <a:off x="2438400" y="47108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7" name="shape-112">
            <a:extLst>
              <a:ext uri="{FF2B5EF4-FFF2-40B4-BE49-F238E27FC236}">
                <a16:creationId xmlns:a16="http://schemas.microsoft.com/office/drawing/2014/main" id="{B91DCA27-90C4-4DDD-B7F7-4C4DE9437ED7}"/>
              </a:ext>
            </a:extLst>
          </p:cNvPr>
          <p:cNvSpPr>
            <a:spLocks noGrp="1"/>
          </p:cNvSpPr>
          <p:nvPr/>
        </p:nvSpPr>
        <p:spPr>
          <a:xfrm>
            <a:off x="3209925" y="4572000"/>
            <a:ext cx="771525" cy="771525"/>
          </a:xfrm>
          <a:prstGeom prst="rect">
            <a:avLst/>
          </a:prstGeom>
          <a:solidFill>
            <a:srgbClr val="FFFFFF"/>
          </a:solidFill>
          <a:ln w="9525">
            <a:solidFill>
              <a:srgbClr val="A9B1B6"/>
            </a:solidFill>
          </a:ln>
        </p:spPr>
      </p:sp>
      <p:sp>
        <p:nvSpPr>
          <p:cNvPr id="38" name="shape-113">
            <a:extLst>
              <a:ext uri="{FF2B5EF4-FFF2-40B4-BE49-F238E27FC236}">
                <a16:creationId xmlns:a16="http://schemas.microsoft.com/office/drawing/2014/main" id="{5B2C26FF-8278-4A45-BF5D-01C1125554CF}"/>
              </a:ext>
            </a:extLst>
          </p:cNvPr>
          <p:cNvSpPr>
            <a:spLocks noGrp="1"/>
          </p:cNvSpPr>
          <p:nvPr/>
        </p:nvSpPr>
        <p:spPr>
          <a:xfrm>
            <a:off x="3209925" y="4710875"/>
            <a:ext cx="771525" cy="478346"/>
          </a:xfrm>
          <a:prstGeom prst="rect">
            <a:avLst/>
          </a:prstGeom>
          <a:noFill/>
          <a:ln w="0">
            <a:noFill/>
          </a:ln>
        </p:spPr>
        <p:txBody>
          <a:bodyPr wrap="none" lIns="0" tIns="0" rIns="0" bIns="0" anchor="t">
            <a:noAutofit/>
          </a:bodyPr>
          <a:lstStyle>
            <a:defPPr algn="ctr">
              <a:defRPr sz="2612" b="0">
                <a:solidFill>
                  <a:srgbClr val="151515"/>
                </a:solidFill>
                <a:latin typeface="Consolas"/>
                <a:ea typeface="Consolas"/>
                <a:cs typeface="Consolas"/>
              </a:defRPr>
            </a:defPPr>
          </a:lstStyle>
          <a:p>
            <a:pPr algn="ctr">
              <a:lnSpc>
                <a:spcPct val="112000"/>
              </a:lnSpc>
              <a:buNone/>
              <a:defRPr sz="2612" b="0">
                <a:solidFill>
                  <a:srgbClr val="151515"/>
                </a:solidFill>
                <a:latin typeface="Consolas"/>
                <a:ea typeface="Consolas"/>
                <a:cs typeface="Consolas"/>
              </a:defRPr>
            </a:pPr>
            <a:r>
              <a:rPr sz="2612" b="0">
                <a:solidFill>
                  <a:srgbClr val="151515"/>
                </a:solidFill>
                <a:latin typeface="Consolas"/>
                <a:ea typeface="Consolas"/>
                <a:cs typeface="Consolas"/>
              </a:rPr>
              <a:t>0</a:t>
            </a:r>
          </a:p>
        </p:txBody>
      </p:sp>
      <p:sp>
        <p:nvSpPr>
          <p:cNvPr id="39" name="shape-114">
            <a:extLst>
              <a:ext uri="{FF2B5EF4-FFF2-40B4-BE49-F238E27FC236}">
                <a16:creationId xmlns:a16="http://schemas.microsoft.com/office/drawing/2014/main" id="{631994B0-1436-48E9-8F2F-DA73779F09F0}"/>
              </a:ext>
            </a:extLst>
          </p:cNvPr>
          <p:cNvSpPr>
            <a:spLocks noGrp="1"/>
          </p:cNvSpPr>
          <p:nvPr/>
        </p:nvSpPr>
        <p:spPr>
          <a:xfrm>
            <a:off x="2424113" y="2257425"/>
            <a:ext cx="28575" cy="3086100"/>
          </a:xfrm>
          <a:prstGeom prst="rect">
            <a:avLst/>
          </a:prstGeom>
          <a:solidFill>
            <a:srgbClr val="146995"/>
          </a:solidFill>
          <a:ln w="0">
            <a:noFill/>
          </a:ln>
        </p:spPr>
      </p:sp>
      <p:sp>
        <p:nvSpPr>
          <p:cNvPr id="40" name="shape-115">
            <a:extLst>
              <a:ext uri="{FF2B5EF4-FFF2-40B4-BE49-F238E27FC236}">
                <a16:creationId xmlns:a16="http://schemas.microsoft.com/office/drawing/2014/main" id="{124C1578-E7A2-4ADD-83B7-88AA023FF5C1}"/>
              </a:ext>
            </a:extLst>
          </p:cNvPr>
          <p:cNvSpPr>
            <a:spLocks noGrp="1"/>
          </p:cNvSpPr>
          <p:nvPr/>
        </p:nvSpPr>
        <p:spPr>
          <a:xfrm>
            <a:off x="895350" y="3786188"/>
            <a:ext cx="3086100" cy="28575"/>
          </a:xfrm>
          <a:prstGeom prst="rect">
            <a:avLst/>
          </a:prstGeom>
          <a:solidFill>
            <a:srgbClr val="146995"/>
          </a:solidFill>
          <a:ln w="0">
            <a:noFill/>
          </a:ln>
        </p:spPr>
      </p:sp>
      <p:sp>
        <p:nvSpPr>
          <p:cNvPr id="41" name="shape-116">
            <a:extLst>
              <a:ext uri="{FF2B5EF4-FFF2-40B4-BE49-F238E27FC236}">
                <a16:creationId xmlns:a16="http://schemas.microsoft.com/office/drawing/2014/main" id="{F011E3A3-4A4F-4094-9FFC-54961028A204}"/>
              </a:ext>
            </a:extLst>
          </p:cNvPr>
          <p:cNvSpPr>
            <a:spLocks noGrp="1"/>
          </p:cNvSpPr>
          <p:nvPr/>
        </p:nvSpPr>
        <p:spPr>
          <a:xfrm>
            <a:off x="6076950" y="2143125"/>
            <a:ext cx="4095750" cy="409575"/>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① 왼쪽 위</a:t>
            </a:r>
          </a:p>
        </p:txBody>
      </p:sp>
      <p:sp>
        <p:nvSpPr>
          <p:cNvPr id="42" name="shape-117">
            <a:extLst>
              <a:ext uri="{FF2B5EF4-FFF2-40B4-BE49-F238E27FC236}">
                <a16:creationId xmlns:a16="http://schemas.microsoft.com/office/drawing/2014/main" id="{F4599D0F-5B8C-4300-BD0A-7966377E7004}"/>
              </a:ext>
            </a:extLst>
          </p:cNvPr>
          <p:cNvSpPr>
            <a:spLocks noGrp="1"/>
          </p:cNvSpPr>
          <p:nvPr/>
        </p:nvSpPr>
        <p:spPr>
          <a:xfrm>
            <a:off x="10668000" y="2124075"/>
            <a:ext cx="762000" cy="457200"/>
          </a:xfrm>
          <a:prstGeom prst="rect">
            <a:avLst/>
          </a:prstGeom>
          <a:noFill/>
          <a:ln w="0">
            <a:noFill/>
          </a:ln>
        </p:spPr>
        <p:txBody>
          <a:bodyPr wrap="none" lIns="0" tIns="0" rIns="0" bIns="0" anchor="t">
            <a:noAutofit/>
          </a:bodyPr>
          <a:lstStyle>
            <a:defPPr algn="l">
              <a:defRPr sz="2625" b="1">
                <a:solidFill>
                  <a:srgbClr val="146995"/>
                </a:solidFill>
                <a:latin typeface="Consolas"/>
                <a:ea typeface="Consolas"/>
                <a:cs typeface="Consolas"/>
              </a:defRPr>
            </a:defPPr>
          </a:lstStyle>
          <a:p>
            <a:pPr algn="l">
              <a:lnSpc>
                <a:spcPct val="112000"/>
              </a:lnSpc>
              <a:buNone/>
              <a:defRPr sz="2625" b="1">
                <a:solidFill>
                  <a:srgbClr val="146995"/>
                </a:solidFill>
                <a:latin typeface="Consolas"/>
                <a:ea typeface="Consolas"/>
                <a:cs typeface="Consolas"/>
              </a:defRPr>
            </a:pPr>
            <a:r>
              <a:rPr sz="2625" b="1">
                <a:solidFill>
                  <a:srgbClr val="146995"/>
                </a:solidFill>
                <a:latin typeface="Consolas"/>
                <a:ea typeface="Consolas"/>
                <a:cs typeface="Consolas"/>
              </a:rPr>
              <a:t>0</a:t>
            </a:r>
          </a:p>
        </p:txBody>
      </p:sp>
      <p:sp>
        <p:nvSpPr>
          <p:cNvPr id="43" name="shape-118">
            <a:extLst>
              <a:ext uri="{FF2B5EF4-FFF2-40B4-BE49-F238E27FC236}">
                <a16:creationId xmlns:a16="http://schemas.microsoft.com/office/drawing/2014/main" id="{510DB3CA-543A-497D-BC4E-61D507A0739A}"/>
              </a:ext>
            </a:extLst>
          </p:cNvPr>
          <p:cNvSpPr>
            <a:spLocks noGrp="1"/>
          </p:cNvSpPr>
          <p:nvPr/>
        </p:nvSpPr>
        <p:spPr>
          <a:xfrm>
            <a:off x="6076950" y="2933700"/>
            <a:ext cx="4095750" cy="409575"/>
          </a:xfrm>
          <a:prstGeom prst="rect">
            <a:avLst/>
          </a:prstGeom>
          <a:noFill/>
          <a:ln w="0">
            <a:noFill/>
          </a:ln>
        </p:spPr>
        <p:txBody>
          <a:bodyPr wrap="none" lIns="0" tIns="0" rIns="0" bIns="0" anchor="t">
            <a:noAutofit/>
          </a:bodyPr>
          <a:lstStyle>
            <a:defPPr algn="l">
              <a:defRPr sz="2100" b="1">
                <a:solidFill>
                  <a:srgbClr val="21744F"/>
                </a:solidFill>
                <a:latin typeface="Malgun Gothic"/>
                <a:ea typeface="Malgun Gothic"/>
                <a:cs typeface="Malgun Gothic"/>
              </a:defRPr>
            </a:defPPr>
          </a:lstStyle>
          <a:p>
            <a:pPr algn="l">
              <a:lnSpc>
                <a:spcPct val="112000"/>
              </a:lnSpc>
              <a:buNone/>
              <a:defRPr sz="2100" b="1">
                <a:solidFill>
                  <a:srgbClr val="21744F"/>
                </a:solidFill>
                <a:latin typeface="Malgun Gothic"/>
                <a:ea typeface="Malgun Gothic"/>
                <a:cs typeface="Malgun Gothic"/>
              </a:defRPr>
            </a:pPr>
            <a:r>
              <a:rPr sz="2100" b="1">
                <a:solidFill>
                  <a:srgbClr val="21744F"/>
                </a:solidFill>
                <a:latin typeface="Malgun Gothic"/>
                <a:ea typeface="Malgun Gothic"/>
                <a:cs typeface="Malgun Gothic"/>
              </a:rPr>
              <a:t>② 오른쪽 위</a:t>
            </a:r>
          </a:p>
        </p:txBody>
      </p:sp>
      <p:sp>
        <p:nvSpPr>
          <p:cNvPr id="44" name="shape-119">
            <a:extLst>
              <a:ext uri="{FF2B5EF4-FFF2-40B4-BE49-F238E27FC236}">
                <a16:creationId xmlns:a16="http://schemas.microsoft.com/office/drawing/2014/main" id="{212D803E-CD4D-43A9-BD1E-A6BC54912ED1}"/>
              </a:ext>
            </a:extLst>
          </p:cNvPr>
          <p:cNvSpPr>
            <a:spLocks noGrp="1"/>
          </p:cNvSpPr>
          <p:nvPr/>
        </p:nvSpPr>
        <p:spPr>
          <a:xfrm>
            <a:off x="10668000" y="2914650"/>
            <a:ext cx="762000" cy="457200"/>
          </a:xfrm>
          <a:prstGeom prst="rect">
            <a:avLst/>
          </a:prstGeom>
          <a:noFill/>
          <a:ln w="0">
            <a:noFill/>
          </a:ln>
        </p:spPr>
        <p:txBody>
          <a:bodyPr wrap="none" lIns="0" tIns="0" rIns="0" bIns="0" anchor="t">
            <a:noAutofit/>
          </a:bodyPr>
          <a:lstStyle>
            <a:defPPr algn="l">
              <a:defRPr sz="2625" b="1">
                <a:solidFill>
                  <a:srgbClr val="21744F"/>
                </a:solidFill>
                <a:latin typeface="Consolas"/>
                <a:ea typeface="Consolas"/>
                <a:cs typeface="Consolas"/>
              </a:defRPr>
            </a:defPPr>
          </a:lstStyle>
          <a:p>
            <a:pPr algn="l">
              <a:lnSpc>
                <a:spcPct val="112000"/>
              </a:lnSpc>
              <a:buNone/>
              <a:defRPr sz="2625" b="1">
                <a:solidFill>
                  <a:srgbClr val="21744F"/>
                </a:solidFill>
                <a:latin typeface="Consolas"/>
                <a:ea typeface="Consolas"/>
                <a:cs typeface="Consolas"/>
              </a:defRPr>
            </a:pPr>
            <a:r>
              <a:rPr sz="2625" b="1">
                <a:solidFill>
                  <a:srgbClr val="21744F"/>
                </a:solidFill>
                <a:latin typeface="Consolas"/>
                <a:ea typeface="Consolas"/>
                <a:cs typeface="Consolas"/>
              </a:rPr>
              <a:t>1</a:t>
            </a:r>
          </a:p>
        </p:txBody>
      </p:sp>
      <p:sp>
        <p:nvSpPr>
          <p:cNvPr id="45" name="shape-120">
            <a:extLst>
              <a:ext uri="{FF2B5EF4-FFF2-40B4-BE49-F238E27FC236}">
                <a16:creationId xmlns:a16="http://schemas.microsoft.com/office/drawing/2014/main" id="{4B4189BE-6301-440A-B771-1D1E98A9F68C}"/>
              </a:ext>
            </a:extLst>
          </p:cNvPr>
          <p:cNvSpPr>
            <a:spLocks noGrp="1"/>
          </p:cNvSpPr>
          <p:nvPr/>
        </p:nvSpPr>
        <p:spPr>
          <a:xfrm>
            <a:off x="6076950" y="3724275"/>
            <a:ext cx="4095750" cy="409575"/>
          </a:xfrm>
          <a:prstGeom prst="rect">
            <a:avLst/>
          </a:prstGeom>
          <a:noFill/>
          <a:ln w="0">
            <a:noFill/>
          </a:ln>
        </p:spPr>
        <p:txBody>
          <a:bodyPr wrap="none" lIns="0" tIns="0" rIns="0" bIns="0" anchor="t">
            <a:noAutofit/>
          </a:bodyPr>
          <a:lstStyle>
            <a:defPPr algn="l">
              <a:defRPr sz="2100" b="1">
                <a:solidFill>
                  <a:srgbClr val="AD630C"/>
                </a:solidFill>
                <a:latin typeface="Malgun Gothic"/>
                <a:ea typeface="Malgun Gothic"/>
                <a:cs typeface="Malgun Gothic"/>
              </a:defRPr>
            </a:defPPr>
          </a:lstStyle>
          <a:p>
            <a:pPr algn="l">
              <a:lnSpc>
                <a:spcPct val="112000"/>
              </a:lnSpc>
              <a:buNone/>
              <a:defRPr sz="2100" b="1">
                <a:solidFill>
                  <a:srgbClr val="AD630C"/>
                </a:solidFill>
                <a:latin typeface="Malgun Gothic"/>
                <a:ea typeface="Malgun Gothic"/>
                <a:cs typeface="Malgun Gothic"/>
              </a:defRPr>
            </a:pPr>
            <a:r>
              <a:rPr sz="2100" b="1">
                <a:solidFill>
                  <a:srgbClr val="AD630C"/>
                </a:solidFill>
                <a:latin typeface="Malgun Gothic"/>
                <a:ea typeface="Malgun Gothic"/>
                <a:cs typeface="Malgun Gothic"/>
              </a:rPr>
              <a:t>③ 왼쪽 아래</a:t>
            </a:r>
          </a:p>
        </p:txBody>
      </p:sp>
      <p:sp>
        <p:nvSpPr>
          <p:cNvPr id="46" name="shape-121">
            <a:extLst>
              <a:ext uri="{FF2B5EF4-FFF2-40B4-BE49-F238E27FC236}">
                <a16:creationId xmlns:a16="http://schemas.microsoft.com/office/drawing/2014/main" id="{3B9F7BC1-FD11-44BA-95C4-972C618DB9FC}"/>
              </a:ext>
            </a:extLst>
          </p:cNvPr>
          <p:cNvSpPr>
            <a:spLocks noGrp="1"/>
          </p:cNvSpPr>
          <p:nvPr/>
        </p:nvSpPr>
        <p:spPr>
          <a:xfrm>
            <a:off x="10668000" y="3705225"/>
            <a:ext cx="762000" cy="457200"/>
          </a:xfrm>
          <a:prstGeom prst="rect">
            <a:avLst/>
          </a:prstGeom>
          <a:noFill/>
          <a:ln w="0">
            <a:noFill/>
          </a:ln>
        </p:spPr>
        <p:txBody>
          <a:bodyPr wrap="none" lIns="0" tIns="0" rIns="0" bIns="0" anchor="t">
            <a:noAutofit/>
          </a:bodyPr>
          <a:lstStyle>
            <a:defPPr algn="l">
              <a:defRPr sz="2625" b="1">
                <a:solidFill>
                  <a:srgbClr val="AD630C"/>
                </a:solidFill>
                <a:latin typeface="Consolas"/>
                <a:ea typeface="Consolas"/>
                <a:cs typeface="Consolas"/>
              </a:defRPr>
            </a:defPPr>
          </a:lstStyle>
          <a:p>
            <a:pPr algn="l">
              <a:lnSpc>
                <a:spcPct val="112000"/>
              </a:lnSpc>
              <a:buNone/>
              <a:defRPr sz="2625" b="1">
                <a:solidFill>
                  <a:srgbClr val="AD630C"/>
                </a:solidFill>
                <a:latin typeface="Consolas"/>
                <a:ea typeface="Consolas"/>
                <a:cs typeface="Consolas"/>
              </a:defRPr>
            </a:pPr>
            <a:r>
              <a:rPr sz="2625" b="1">
                <a:solidFill>
                  <a:srgbClr val="AD630C"/>
                </a:solidFill>
                <a:latin typeface="Consolas"/>
                <a:ea typeface="Consolas"/>
                <a:cs typeface="Consolas"/>
              </a:rPr>
              <a:t>1</a:t>
            </a:r>
          </a:p>
        </p:txBody>
      </p:sp>
      <p:sp>
        <p:nvSpPr>
          <p:cNvPr id="47" name="shape-122">
            <a:extLst>
              <a:ext uri="{FF2B5EF4-FFF2-40B4-BE49-F238E27FC236}">
                <a16:creationId xmlns:a16="http://schemas.microsoft.com/office/drawing/2014/main" id="{FB5FDAA7-9085-4814-A3FB-61119C89CB72}"/>
              </a:ext>
            </a:extLst>
          </p:cNvPr>
          <p:cNvSpPr>
            <a:spLocks noGrp="1"/>
          </p:cNvSpPr>
          <p:nvPr/>
        </p:nvSpPr>
        <p:spPr>
          <a:xfrm>
            <a:off x="6076950" y="4514850"/>
            <a:ext cx="409575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④ 오른쪽 아래</a:t>
            </a:r>
          </a:p>
        </p:txBody>
      </p:sp>
      <p:sp>
        <p:nvSpPr>
          <p:cNvPr id="48" name="shape-123">
            <a:extLst>
              <a:ext uri="{FF2B5EF4-FFF2-40B4-BE49-F238E27FC236}">
                <a16:creationId xmlns:a16="http://schemas.microsoft.com/office/drawing/2014/main" id="{4FD120D3-B8BF-4FFB-B9E2-957F86E7234C}"/>
              </a:ext>
            </a:extLst>
          </p:cNvPr>
          <p:cNvSpPr>
            <a:spLocks noGrp="1"/>
          </p:cNvSpPr>
          <p:nvPr/>
        </p:nvSpPr>
        <p:spPr>
          <a:xfrm>
            <a:off x="10668000" y="4495800"/>
            <a:ext cx="762000" cy="457200"/>
          </a:xfrm>
          <a:prstGeom prst="rect">
            <a:avLst/>
          </a:prstGeom>
          <a:noFill/>
          <a:ln w="0">
            <a:noFill/>
          </a:ln>
        </p:spPr>
        <p:txBody>
          <a:bodyPr wrap="none" lIns="0" tIns="0" rIns="0" bIns="0" anchor="t">
            <a:noAutofit/>
          </a:bodyPr>
          <a:lstStyle>
            <a:defPPr algn="l">
              <a:defRPr sz="2625" b="1">
                <a:solidFill>
                  <a:srgbClr val="151515"/>
                </a:solidFill>
                <a:latin typeface="Consolas"/>
                <a:ea typeface="Consolas"/>
                <a:cs typeface="Consolas"/>
              </a:defRPr>
            </a:defPPr>
          </a:lstStyle>
          <a:p>
            <a:pPr algn="l">
              <a:lnSpc>
                <a:spcPct val="112000"/>
              </a:lnSpc>
              <a:buNone/>
              <a:defRPr sz="2625" b="1">
                <a:solidFill>
                  <a:srgbClr val="151515"/>
                </a:solidFill>
                <a:latin typeface="Consolas"/>
                <a:ea typeface="Consolas"/>
                <a:cs typeface="Consolas"/>
              </a:defRPr>
            </a:pPr>
            <a:r>
              <a:rPr sz="2625" b="1">
                <a:solidFill>
                  <a:srgbClr val="151515"/>
                </a:solidFill>
                <a:latin typeface="Consolas"/>
                <a:ea typeface="Consolas"/>
                <a:cs typeface="Consolas"/>
              </a:rPr>
              <a:t>0</a:t>
            </a:r>
          </a:p>
        </p:txBody>
      </p:sp>
      <p:sp>
        <p:nvSpPr>
          <p:cNvPr id="49" name="shape-124">
            <a:extLst>
              <a:ext uri="{FF2B5EF4-FFF2-40B4-BE49-F238E27FC236}">
                <a16:creationId xmlns:a16="http://schemas.microsoft.com/office/drawing/2014/main" id="{85A8CBF3-3D32-418E-A0D2-913C0287FCE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가로와 세로를 각각 절반으로 나눕니다. 4×4 전체에서 2×2 자식 네 개가 생깁니다.</a:t>
            </a:r>
          </a:p>
        </p:txBody>
      </p:sp>
    </p:spTree>
    <p:extLst>
      <p:ext uri="{BB962C8B-B14F-4D97-AF65-F5344CB8AC3E}">
        <p14:creationId xmlns:p14="http://schemas.microsoft.com/office/powerpoint/2010/main" val="420237800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shape-125">
            <a:extLst>
              <a:ext uri="{FF2B5EF4-FFF2-40B4-BE49-F238E27FC236}">
                <a16:creationId xmlns:a16="http://schemas.microsoft.com/office/drawing/2014/main" id="{07EA30D0-6E6F-426E-8B5E-31184E10A723}"/>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26">
            <a:extLst>
              <a:ext uri="{FF2B5EF4-FFF2-40B4-BE49-F238E27FC236}">
                <a16:creationId xmlns:a16="http://schemas.microsoft.com/office/drawing/2014/main" id="{4CACAEDF-94DB-4216-BB64-7F67A1E296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127">
            <a:extLst>
              <a:ext uri="{FF2B5EF4-FFF2-40B4-BE49-F238E27FC236}">
                <a16:creationId xmlns:a16="http://schemas.microsoft.com/office/drawing/2014/main" id="{6ECF7386-9DA0-440E-94C5-25CC2CAB70F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네 영역의 결과를 (0110)으로 기록</a:t>
            </a:r>
          </a:p>
        </p:txBody>
      </p:sp>
      <p:sp>
        <p:nvSpPr>
          <p:cNvPr id="4" name="shape-128">
            <a:extLst>
              <a:ext uri="{FF2B5EF4-FFF2-40B4-BE49-F238E27FC236}">
                <a16:creationId xmlns:a16="http://schemas.microsoft.com/office/drawing/2014/main" id="{EDAC5465-E994-47D6-B145-4F1DA0F0F017}"/>
              </a:ext>
            </a:extLst>
          </p:cNvPr>
          <p:cNvSpPr>
            <a:spLocks noGrp="1"/>
          </p:cNvSpPr>
          <p:nvPr/>
        </p:nvSpPr>
        <p:spPr>
          <a:xfrm>
            <a:off x="609600" y="1381125"/>
            <a:ext cx="10972800" cy="9525"/>
          </a:xfrm>
          <a:prstGeom prst="rect">
            <a:avLst/>
          </a:prstGeom>
          <a:solidFill>
            <a:srgbClr val="151515"/>
          </a:solidFill>
          <a:ln w="0">
            <a:noFill/>
          </a:ln>
        </p:spPr>
      </p:sp>
      <p:sp>
        <p:nvSpPr>
          <p:cNvPr id="5" name="shape-129">
            <a:extLst>
              <a:ext uri="{FF2B5EF4-FFF2-40B4-BE49-F238E27FC236}">
                <a16:creationId xmlns:a16="http://schemas.microsoft.com/office/drawing/2014/main" id="{F1790F2E-8E5E-4008-BE26-BC633BF461A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1E36FFF-FDC5-4E9A-B164-DE8C17063A7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186</a:t>
            </a:r>
            <a:endParaRPr sz="1050" b="0">
              <a:solidFill>
                <a:srgbClr val="151515"/>
              </a:solidFill>
              <a:latin typeface="Consolas"/>
              <a:ea typeface="Consolas"/>
              <a:cs typeface="Consolas"/>
            </a:endParaRPr>
          </a:p>
        </p:txBody>
      </p:sp>
      <p:sp>
        <p:nvSpPr>
          <p:cNvPr id="7" name="shape-131">
            <a:extLst>
              <a:ext uri="{FF2B5EF4-FFF2-40B4-BE49-F238E27FC236}">
                <a16:creationId xmlns:a16="http://schemas.microsoft.com/office/drawing/2014/main" id="{C9D5FC8F-E0E8-4E74-BD0E-63F28C580D54}"/>
              </a:ext>
            </a:extLst>
          </p:cNvPr>
          <p:cNvSpPr>
            <a:spLocks noGrp="1"/>
          </p:cNvSpPr>
          <p:nvPr/>
        </p:nvSpPr>
        <p:spPr>
          <a:xfrm>
            <a:off x="895350" y="2428875"/>
            <a:ext cx="695325" cy="695325"/>
          </a:xfrm>
          <a:prstGeom prst="rect">
            <a:avLst/>
          </a:prstGeom>
          <a:solidFill>
            <a:srgbClr val="FFFFFF"/>
          </a:solidFill>
          <a:ln w="9525">
            <a:solidFill>
              <a:srgbClr val="A9B1B6"/>
            </a:solidFill>
          </a:ln>
        </p:spPr>
      </p:sp>
      <p:sp>
        <p:nvSpPr>
          <p:cNvPr id="8" name="shape-132">
            <a:extLst>
              <a:ext uri="{FF2B5EF4-FFF2-40B4-BE49-F238E27FC236}">
                <a16:creationId xmlns:a16="http://schemas.microsoft.com/office/drawing/2014/main" id="{F354C747-A515-45E7-A7B0-D5C1592FAEB3}"/>
              </a:ext>
            </a:extLst>
          </p:cNvPr>
          <p:cNvSpPr>
            <a:spLocks noGrp="1"/>
          </p:cNvSpPr>
          <p:nvPr/>
        </p:nvSpPr>
        <p:spPr>
          <a:xfrm>
            <a:off x="895350" y="255403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9" name="shape-133">
            <a:extLst>
              <a:ext uri="{FF2B5EF4-FFF2-40B4-BE49-F238E27FC236}">
                <a16:creationId xmlns:a16="http://schemas.microsoft.com/office/drawing/2014/main" id="{670CF2CC-5376-409B-84EF-6C58957D5137}"/>
              </a:ext>
            </a:extLst>
          </p:cNvPr>
          <p:cNvSpPr>
            <a:spLocks noGrp="1"/>
          </p:cNvSpPr>
          <p:nvPr/>
        </p:nvSpPr>
        <p:spPr>
          <a:xfrm>
            <a:off x="1590675" y="2428875"/>
            <a:ext cx="695325" cy="695325"/>
          </a:xfrm>
          <a:prstGeom prst="rect">
            <a:avLst/>
          </a:prstGeom>
          <a:solidFill>
            <a:srgbClr val="FFFFFF"/>
          </a:solidFill>
          <a:ln w="9525">
            <a:solidFill>
              <a:srgbClr val="A9B1B6"/>
            </a:solidFill>
          </a:ln>
        </p:spPr>
      </p:sp>
      <p:sp>
        <p:nvSpPr>
          <p:cNvPr id="10" name="shape-134">
            <a:extLst>
              <a:ext uri="{FF2B5EF4-FFF2-40B4-BE49-F238E27FC236}">
                <a16:creationId xmlns:a16="http://schemas.microsoft.com/office/drawing/2014/main" id="{C638312D-0FAB-4C28-B828-586C08766E8F}"/>
              </a:ext>
            </a:extLst>
          </p:cNvPr>
          <p:cNvSpPr>
            <a:spLocks noGrp="1"/>
          </p:cNvSpPr>
          <p:nvPr/>
        </p:nvSpPr>
        <p:spPr>
          <a:xfrm>
            <a:off x="1590675" y="255403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11" name="shape-135">
            <a:extLst>
              <a:ext uri="{FF2B5EF4-FFF2-40B4-BE49-F238E27FC236}">
                <a16:creationId xmlns:a16="http://schemas.microsoft.com/office/drawing/2014/main" id="{BC698F12-9963-45A1-AE46-DB729C2F19C5}"/>
              </a:ext>
            </a:extLst>
          </p:cNvPr>
          <p:cNvSpPr>
            <a:spLocks noGrp="1"/>
          </p:cNvSpPr>
          <p:nvPr/>
        </p:nvSpPr>
        <p:spPr>
          <a:xfrm>
            <a:off x="2286000" y="2428875"/>
            <a:ext cx="695325" cy="695325"/>
          </a:xfrm>
          <a:prstGeom prst="rect">
            <a:avLst/>
          </a:prstGeom>
          <a:solidFill>
            <a:srgbClr val="26323B"/>
          </a:solidFill>
          <a:ln w="9525">
            <a:solidFill>
              <a:srgbClr val="A9B1B6"/>
            </a:solidFill>
          </a:ln>
        </p:spPr>
      </p:sp>
      <p:sp>
        <p:nvSpPr>
          <p:cNvPr id="12" name="shape-136">
            <a:extLst>
              <a:ext uri="{FF2B5EF4-FFF2-40B4-BE49-F238E27FC236}">
                <a16:creationId xmlns:a16="http://schemas.microsoft.com/office/drawing/2014/main" id="{4E188A2D-B5B1-4D18-B01B-59D4DF11B659}"/>
              </a:ext>
            </a:extLst>
          </p:cNvPr>
          <p:cNvSpPr>
            <a:spLocks noGrp="1"/>
          </p:cNvSpPr>
          <p:nvPr/>
        </p:nvSpPr>
        <p:spPr>
          <a:xfrm>
            <a:off x="2286000" y="255403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13" name="shape-137">
            <a:extLst>
              <a:ext uri="{FF2B5EF4-FFF2-40B4-BE49-F238E27FC236}">
                <a16:creationId xmlns:a16="http://schemas.microsoft.com/office/drawing/2014/main" id="{C0431629-5D56-4278-A4DB-4673223688C5}"/>
              </a:ext>
            </a:extLst>
          </p:cNvPr>
          <p:cNvSpPr>
            <a:spLocks noGrp="1"/>
          </p:cNvSpPr>
          <p:nvPr/>
        </p:nvSpPr>
        <p:spPr>
          <a:xfrm>
            <a:off x="2981325" y="2428875"/>
            <a:ext cx="695325" cy="695325"/>
          </a:xfrm>
          <a:prstGeom prst="rect">
            <a:avLst/>
          </a:prstGeom>
          <a:solidFill>
            <a:srgbClr val="26323B"/>
          </a:solidFill>
          <a:ln w="9525">
            <a:solidFill>
              <a:srgbClr val="A9B1B6"/>
            </a:solidFill>
          </a:ln>
        </p:spPr>
      </p:sp>
      <p:sp>
        <p:nvSpPr>
          <p:cNvPr id="14" name="shape-138">
            <a:extLst>
              <a:ext uri="{FF2B5EF4-FFF2-40B4-BE49-F238E27FC236}">
                <a16:creationId xmlns:a16="http://schemas.microsoft.com/office/drawing/2014/main" id="{0F8AD610-612B-466F-87EF-DBA4FC016FCB}"/>
              </a:ext>
            </a:extLst>
          </p:cNvPr>
          <p:cNvSpPr>
            <a:spLocks noGrp="1"/>
          </p:cNvSpPr>
          <p:nvPr/>
        </p:nvSpPr>
        <p:spPr>
          <a:xfrm>
            <a:off x="2981325" y="255403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15" name="shape-139">
            <a:extLst>
              <a:ext uri="{FF2B5EF4-FFF2-40B4-BE49-F238E27FC236}">
                <a16:creationId xmlns:a16="http://schemas.microsoft.com/office/drawing/2014/main" id="{680DB886-EAE4-429C-B234-F08EC7AF94A9}"/>
              </a:ext>
            </a:extLst>
          </p:cNvPr>
          <p:cNvSpPr>
            <a:spLocks noGrp="1"/>
          </p:cNvSpPr>
          <p:nvPr/>
        </p:nvSpPr>
        <p:spPr>
          <a:xfrm>
            <a:off x="895350" y="3124200"/>
            <a:ext cx="695325" cy="695325"/>
          </a:xfrm>
          <a:prstGeom prst="rect">
            <a:avLst/>
          </a:prstGeom>
          <a:solidFill>
            <a:srgbClr val="FFFFFF"/>
          </a:solidFill>
          <a:ln w="9525">
            <a:solidFill>
              <a:srgbClr val="A9B1B6"/>
            </a:solidFill>
          </a:ln>
        </p:spPr>
      </p:sp>
      <p:sp>
        <p:nvSpPr>
          <p:cNvPr id="16" name="shape-140">
            <a:extLst>
              <a:ext uri="{FF2B5EF4-FFF2-40B4-BE49-F238E27FC236}">
                <a16:creationId xmlns:a16="http://schemas.microsoft.com/office/drawing/2014/main" id="{57D02091-88DA-4505-9518-FF67B9EBCD89}"/>
              </a:ext>
            </a:extLst>
          </p:cNvPr>
          <p:cNvSpPr>
            <a:spLocks noGrp="1"/>
          </p:cNvSpPr>
          <p:nvPr/>
        </p:nvSpPr>
        <p:spPr>
          <a:xfrm>
            <a:off x="895350" y="324935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17" name="shape-141">
            <a:extLst>
              <a:ext uri="{FF2B5EF4-FFF2-40B4-BE49-F238E27FC236}">
                <a16:creationId xmlns:a16="http://schemas.microsoft.com/office/drawing/2014/main" id="{7E652DD9-E915-4D07-96A0-05BE79770674}"/>
              </a:ext>
            </a:extLst>
          </p:cNvPr>
          <p:cNvSpPr>
            <a:spLocks noGrp="1"/>
          </p:cNvSpPr>
          <p:nvPr/>
        </p:nvSpPr>
        <p:spPr>
          <a:xfrm>
            <a:off x="1590675" y="3124200"/>
            <a:ext cx="695325" cy="695325"/>
          </a:xfrm>
          <a:prstGeom prst="rect">
            <a:avLst/>
          </a:prstGeom>
          <a:solidFill>
            <a:srgbClr val="FFFFFF"/>
          </a:solidFill>
          <a:ln w="9525">
            <a:solidFill>
              <a:srgbClr val="A9B1B6"/>
            </a:solidFill>
          </a:ln>
        </p:spPr>
      </p:sp>
      <p:sp>
        <p:nvSpPr>
          <p:cNvPr id="18" name="shape-142">
            <a:extLst>
              <a:ext uri="{FF2B5EF4-FFF2-40B4-BE49-F238E27FC236}">
                <a16:creationId xmlns:a16="http://schemas.microsoft.com/office/drawing/2014/main" id="{D42FA4A1-4D67-40EB-97AF-B3E74385D034}"/>
              </a:ext>
            </a:extLst>
          </p:cNvPr>
          <p:cNvSpPr>
            <a:spLocks noGrp="1"/>
          </p:cNvSpPr>
          <p:nvPr/>
        </p:nvSpPr>
        <p:spPr>
          <a:xfrm>
            <a:off x="1590675" y="324935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19" name="shape-143">
            <a:extLst>
              <a:ext uri="{FF2B5EF4-FFF2-40B4-BE49-F238E27FC236}">
                <a16:creationId xmlns:a16="http://schemas.microsoft.com/office/drawing/2014/main" id="{77ADEE66-6AAF-400C-B664-411B726204EC}"/>
              </a:ext>
            </a:extLst>
          </p:cNvPr>
          <p:cNvSpPr>
            <a:spLocks noGrp="1"/>
          </p:cNvSpPr>
          <p:nvPr/>
        </p:nvSpPr>
        <p:spPr>
          <a:xfrm>
            <a:off x="2286000" y="3124200"/>
            <a:ext cx="695325" cy="695325"/>
          </a:xfrm>
          <a:prstGeom prst="rect">
            <a:avLst/>
          </a:prstGeom>
          <a:solidFill>
            <a:srgbClr val="26323B"/>
          </a:solidFill>
          <a:ln w="9525">
            <a:solidFill>
              <a:srgbClr val="A9B1B6"/>
            </a:solidFill>
          </a:ln>
        </p:spPr>
      </p:sp>
      <p:sp>
        <p:nvSpPr>
          <p:cNvPr id="20" name="shape-144">
            <a:extLst>
              <a:ext uri="{FF2B5EF4-FFF2-40B4-BE49-F238E27FC236}">
                <a16:creationId xmlns:a16="http://schemas.microsoft.com/office/drawing/2014/main" id="{8A8FEFB6-61B1-4FEC-9294-CDEF6980F17D}"/>
              </a:ext>
            </a:extLst>
          </p:cNvPr>
          <p:cNvSpPr>
            <a:spLocks noGrp="1"/>
          </p:cNvSpPr>
          <p:nvPr/>
        </p:nvSpPr>
        <p:spPr>
          <a:xfrm>
            <a:off x="2286000" y="324935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1" name="shape-145">
            <a:extLst>
              <a:ext uri="{FF2B5EF4-FFF2-40B4-BE49-F238E27FC236}">
                <a16:creationId xmlns:a16="http://schemas.microsoft.com/office/drawing/2014/main" id="{FB09C0D0-EB56-4E2B-8043-E045063CF1C9}"/>
              </a:ext>
            </a:extLst>
          </p:cNvPr>
          <p:cNvSpPr>
            <a:spLocks noGrp="1"/>
          </p:cNvSpPr>
          <p:nvPr/>
        </p:nvSpPr>
        <p:spPr>
          <a:xfrm>
            <a:off x="2981325" y="3124200"/>
            <a:ext cx="695325" cy="695325"/>
          </a:xfrm>
          <a:prstGeom prst="rect">
            <a:avLst/>
          </a:prstGeom>
          <a:solidFill>
            <a:srgbClr val="26323B"/>
          </a:solidFill>
          <a:ln w="9525">
            <a:solidFill>
              <a:srgbClr val="A9B1B6"/>
            </a:solidFill>
          </a:ln>
        </p:spPr>
      </p:sp>
      <p:sp>
        <p:nvSpPr>
          <p:cNvPr id="22" name="shape-146">
            <a:extLst>
              <a:ext uri="{FF2B5EF4-FFF2-40B4-BE49-F238E27FC236}">
                <a16:creationId xmlns:a16="http://schemas.microsoft.com/office/drawing/2014/main" id="{4D23F7EC-D8AD-4D1F-A609-78B3DEBF92C4}"/>
              </a:ext>
            </a:extLst>
          </p:cNvPr>
          <p:cNvSpPr>
            <a:spLocks noGrp="1"/>
          </p:cNvSpPr>
          <p:nvPr/>
        </p:nvSpPr>
        <p:spPr>
          <a:xfrm>
            <a:off x="2981325" y="324935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3" name="shape-147">
            <a:extLst>
              <a:ext uri="{FF2B5EF4-FFF2-40B4-BE49-F238E27FC236}">
                <a16:creationId xmlns:a16="http://schemas.microsoft.com/office/drawing/2014/main" id="{0DF0B2A1-9DE4-48CE-ABC6-BEA68394A0E6}"/>
              </a:ext>
            </a:extLst>
          </p:cNvPr>
          <p:cNvSpPr>
            <a:spLocks noGrp="1"/>
          </p:cNvSpPr>
          <p:nvPr/>
        </p:nvSpPr>
        <p:spPr>
          <a:xfrm>
            <a:off x="895350" y="3819525"/>
            <a:ext cx="695325" cy="695325"/>
          </a:xfrm>
          <a:prstGeom prst="rect">
            <a:avLst/>
          </a:prstGeom>
          <a:solidFill>
            <a:srgbClr val="26323B"/>
          </a:solidFill>
          <a:ln w="9525">
            <a:solidFill>
              <a:srgbClr val="A9B1B6"/>
            </a:solidFill>
          </a:ln>
        </p:spPr>
      </p:sp>
      <p:sp>
        <p:nvSpPr>
          <p:cNvPr id="24" name="shape-148">
            <a:extLst>
              <a:ext uri="{FF2B5EF4-FFF2-40B4-BE49-F238E27FC236}">
                <a16:creationId xmlns:a16="http://schemas.microsoft.com/office/drawing/2014/main" id="{BFF31D51-1E1E-4FDC-AE4B-8A9E46395357}"/>
              </a:ext>
            </a:extLst>
          </p:cNvPr>
          <p:cNvSpPr>
            <a:spLocks noGrp="1"/>
          </p:cNvSpPr>
          <p:nvPr/>
        </p:nvSpPr>
        <p:spPr>
          <a:xfrm>
            <a:off x="895350" y="394468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5" name="shape-149">
            <a:extLst>
              <a:ext uri="{FF2B5EF4-FFF2-40B4-BE49-F238E27FC236}">
                <a16:creationId xmlns:a16="http://schemas.microsoft.com/office/drawing/2014/main" id="{F459E623-6A17-419F-9FF8-95C3BEDFED3F}"/>
              </a:ext>
            </a:extLst>
          </p:cNvPr>
          <p:cNvSpPr>
            <a:spLocks noGrp="1"/>
          </p:cNvSpPr>
          <p:nvPr/>
        </p:nvSpPr>
        <p:spPr>
          <a:xfrm>
            <a:off x="1590675" y="3819525"/>
            <a:ext cx="695325" cy="695325"/>
          </a:xfrm>
          <a:prstGeom prst="rect">
            <a:avLst/>
          </a:prstGeom>
          <a:solidFill>
            <a:srgbClr val="26323B"/>
          </a:solidFill>
          <a:ln w="9525">
            <a:solidFill>
              <a:srgbClr val="A9B1B6"/>
            </a:solidFill>
          </a:ln>
        </p:spPr>
      </p:sp>
      <p:sp>
        <p:nvSpPr>
          <p:cNvPr id="26" name="shape-150">
            <a:extLst>
              <a:ext uri="{FF2B5EF4-FFF2-40B4-BE49-F238E27FC236}">
                <a16:creationId xmlns:a16="http://schemas.microsoft.com/office/drawing/2014/main" id="{8B5DE271-8D3D-4F54-8E84-C4C1F7732791}"/>
              </a:ext>
            </a:extLst>
          </p:cNvPr>
          <p:cNvSpPr>
            <a:spLocks noGrp="1"/>
          </p:cNvSpPr>
          <p:nvPr/>
        </p:nvSpPr>
        <p:spPr>
          <a:xfrm>
            <a:off x="1590675" y="3944684"/>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27" name="shape-151">
            <a:extLst>
              <a:ext uri="{FF2B5EF4-FFF2-40B4-BE49-F238E27FC236}">
                <a16:creationId xmlns:a16="http://schemas.microsoft.com/office/drawing/2014/main" id="{619126CE-8A43-444B-8698-1EEE7BBBB0AE}"/>
              </a:ext>
            </a:extLst>
          </p:cNvPr>
          <p:cNvSpPr>
            <a:spLocks noGrp="1"/>
          </p:cNvSpPr>
          <p:nvPr/>
        </p:nvSpPr>
        <p:spPr>
          <a:xfrm>
            <a:off x="2286000" y="3819525"/>
            <a:ext cx="695325" cy="695325"/>
          </a:xfrm>
          <a:prstGeom prst="rect">
            <a:avLst/>
          </a:prstGeom>
          <a:solidFill>
            <a:srgbClr val="FFFFFF"/>
          </a:solidFill>
          <a:ln w="9525">
            <a:solidFill>
              <a:srgbClr val="A9B1B6"/>
            </a:solidFill>
          </a:ln>
        </p:spPr>
      </p:sp>
      <p:sp>
        <p:nvSpPr>
          <p:cNvPr id="28" name="shape-152">
            <a:extLst>
              <a:ext uri="{FF2B5EF4-FFF2-40B4-BE49-F238E27FC236}">
                <a16:creationId xmlns:a16="http://schemas.microsoft.com/office/drawing/2014/main" id="{3F317028-FDE6-4368-8AC5-9BDF53E6B021}"/>
              </a:ext>
            </a:extLst>
          </p:cNvPr>
          <p:cNvSpPr>
            <a:spLocks noGrp="1"/>
          </p:cNvSpPr>
          <p:nvPr/>
        </p:nvSpPr>
        <p:spPr>
          <a:xfrm>
            <a:off x="2286000" y="394468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29" name="shape-153">
            <a:extLst>
              <a:ext uri="{FF2B5EF4-FFF2-40B4-BE49-F238E27FC236}">
                <a16:creationId xmlns:a16="http://schemas.microsoft.com/office/drawing/2014/main" id="{570C4A5B-369D-41E1-B894-AA5BD1B1F49B}"/>
              </a:ext>
            </a:extLst>
          </p:cNvPr>
          <p:cNvSpPr>
            <a:spLocks noGrp="1"/>
          </p:cNvSpPr>
          <p:nvPr/>
        </p:nvSpPr>
        <p:spPr>
          <a:xfrm>
            <a:off x="2981325" y="3819525"/>
            <a:ext cx="695325" cy="695325"/>
          </a:xfrm>
          <a:prstGeom prst="rect">
            <a:avLst/>
          </a:prstGeom>
          <a:solidFill>
            <a:srgbClr val="FFFFFF"/>
          </a:solidFill>
          <a:ln w="9525">
            <a:solidFill>
              <a:srgbClr val="A9B1B6"/>
            </a:solidFill>
          </a:ln>
        </p:spPr>
      </p:sp>
      <p:sp>
        <p:nvSpPr>
          <p:cNvPr id="30" name="shape-154">
            <a:extLst>
              <a:ext uri="{FF2B5EF4-FFF2-40B4-BE49-F238E27FC236}">
                <a16:creationId xmlns:a16="http://schemas.microsoft.com/office/drawing/2014/main" id="{8B963EDC-850C-45AD-94DD-53576F799D2D}"/>
              </a:ext>
            </a:extLst>
          </p:cNvPr>
          <p:cNvSpPr>
            <a:spLocks noGrp="1"/>
          </p:cNvSpPr>
          <p:nvPr/>
        </p:nvSpPr>
        <p:spPr>
          <a:xfrm>
            <a:off x="2981325" y="3944684"/>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31" name="shape-155">
            <a:extLst>
              <a:ext uri="{FF2B5EF4-FFF2-40B4-BE49-F238E27FC236}">
                <a16:creationId xmlns:a16="http://schemas.microsoft.com/office/drawing/2014/main" id="{B7E3D998-573E-4D20-A623-1C5E09B14940}"/>
              </a:ext>
            </a:extLst>
          </p:cNvPr>
          <p:cNvSpPr>
            <a:spLocks noGrp="1"/>
          </p:cNvSpPr>
          <p:nvPr/>
        </p:nvSpPr>
        <p:spPr>
          <a:xfrm>
            <a:off x="895350" y="4514850"/>
            <a:ext cx="695325" cy="695325"/>
          </a:xfrm>
          <a:prstGeom prst="rect">
            <a:avLst/>
          </a:prstGeom>
          <a:solidFill>
            <a:srgbClr val="26323B"/>
          </a:solidFill>
          <a:ln w="9525">
            <a:solidFill>
              <a:srgbClr val="A9B1B6"/>
            </a:solidFill>
          </a:ln>
        </p:spPr>
      </p:sp>
      <p:sp>
        <p:nvSpPr>
          <p:cNvPr id="32" name="shape-156">
            <a:extLst>
              <a:ext uri="{FF2B5EF4-FFF2-40B4-BE49-F238E27FC236}">
                <a16:creationId xmlns:a16="http://schemas.microsoft.com/office/drawing/2014/main" id="{93C1A4B4-F292-4789-A1AC-163270C1E122}"/>
              </a:ext>
            </a:extLst>
          </p:cNvPr>
          <p:cNvSpPr>
            <a:spLocks noGrp="1"/>
          </p:cNvSpPr>
          <p:nvPr/>
        </p:nvSpPr>
        <p:spPr>
          <a:xfrm>
            <a:off x="895350" y="464000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33" name="shape-157">
            <a:extLst>
              <a:ext uri="{FF2B5EF4-FFF2-40B4-BE49-F238E27FC236}">
                <a16:creationId xmlns:a16="http://schemas.microsoft.com/office/drawing/2014/main" id="{DD0BFD1F-1064-4899-933A-958C04392B5A}"/>
              </a:ext>
            </a:extLst>
          </p:cNvPr>
          <p:cNvSpPr>
            <a:spLocks noGrp="1"/>
          </p:cNvSpPr>
          <p:nvPr/>
        </p:nvSpPr>
        <p:spPr>
          <a:xfrm>
            <a:off x="1590675" y="4514850"/>
            <a:ext cx="695325" cy="695325"/>
          </a:xfrm>
          <a:prstGeom prst="rect">
            <a:avLst/>
          </a:prstGeom>
          <a:solidFill>
            <a:srgbClr val="26323B"/>
          </a:solidFill>
          <a:ln w="9525">
            <a:solidFill>
              <a:srgbClr val="A9B1B6"/>
            </a:solidFill>
          </a:ln>
        </p:spPr>
      </p:sp>
      <p:sp>
        <p:nvSpPr>
          <p:cNvPr id="34" name="shape-158">
            <a:extLst>
              <a:ext uri="{FF2B5EF4-FFF2-40B4-BE49-F238E27FC236}">
                <a16:creationId xmlns:a16="http://schemas.microsoft.com/office/drawing/2014/main" id="{690A96FA-E4FF-4240-8ED6-1C924602F241}"/>
              </a:ext>
            </a:extLst>
          </p:cNvPr>
          <p:cNvSpPr>
            <a:spLocks noGrp="1"/>
          </p:cNvSpPr>
          <p:nvPr/>
        </p:nvSpPr>
        <p:spPr>
          <a:xfrm>
            <a:off x="1590675" y="4640009"/>
            <a:ext cx="695325" cy="431102"/>
          </a:xfrm>
          <a:prstGeom prst="rect">
            <a:avLst/>
          </a:prstGeom>
          <a:noFill/>
          <a:ln w="0">
            <a:noFill/>
          </a:ln>
        </p:spPr>
        <p:txBody>
          <a:bodyPr wrap="none" lIns="0" tIns="0" rIns="0" bIns="0" anchor="t">
            <a:noAutofit/>
          </a:bodyPr>
          <a:lstStyle>
            <a:defPPr algn="ctr">
              <a:defRPr sz="2354" b="0">
                <a:solidFill>
                  <a:srgbClr val="FFFFFF"/>
                </a:solidFill>
                <a:latin typeface="Consolas"/>
                <a:ea typeface="Consolas"/>
                <a:cs typeface="Consolas"/>
              </a:defRPr>
            </a:defPPr>
          </a:lstStyle>
          <a:p>
            <a:pPr algn="ctr">
              <a:lnSpc>
                <a:spcPct val="112000"/>
              </a:lnSpc>
              <a:buNone/>
              <a:defRPr sz="2354" b="0">
                <a:solidFill>
                  <a:srgbClr val="FFFFFF"/>
                </a:solidFill>
                <a:latin typeface="Consolas"/>
                <a:ea typeface="Consolas"/>
                <a:cs typeface="Consolas"/>
              </a:defRPr>
            </a:pPr>
            <a:r>
              <a:rPr sz="2354" b="0">
                <a:solidFill>
                  <a:srgbClr val="FFFFFF"/>
                </a:solidFill>
                <a:latin typeface="Consolas"/>
                <a:ea typeface="Consolas"/>
                <a:cs typeface="Consolas"/>
              </a:rPr>
              <a:t>1</a:t>
            </a:r>
          </a:p>
        </p:txBody>
      </p:sp>
      <p:sp>
        <p:nvSpPr>
          <p:cNvPr id="35" name="shape-159">
            <a:extLst>
              <a:ext uri="{FF2B5EF4-FFF2-40B4-BE49-F238E27FC236}">
                <a16:creationId xmlns:a16="http://schemas.microsoft.com/office/drawing/2014/main" id="{7C737041-44E7-4CFA-B4CC-C4B6D6F878AE}"/>
              </a:ext>
            </a:extLst>
          </p:cNvPr>
          <p:cNvSpPr>
            <a:spLocks noGrp="1"/>
          </p:cNvSpPr>
          <p:nvPr/>
        </p:nvSpPr>
        <p:spPr>
          <a:xfrm>
            <a:off x="2286000" y="4514850"/>
            <a:ext cx="695325" cy="695325"/>
          </a:xfrm>
          <a:prstGeom prst="rect">
            <a:avLst/>
          </a:prstGeom>
          <a:solidFill>
            <a:srgbClr val="FFFFFF"/>
          </a:solidFill>
          <a:ln w="9525">
            <a:solidFill>
              <a:srgbClr val="A9B1B6"/>
            </a:solidFill>
          </a:ln>
        </p:spPr>
      </p:sp>
      <p:sp>
        <p:nvSpPr>
          <p:cNvPr id="36" name="shape-160">
            <a:extLst>
              <a:ext uri="{FF2B5EF4-FFF2-40B4-BE49-F238E27FC236}">
                <a16:creationId xmlns:a16="http://schemas.microsoft.com/office/drawing/2014/main" id="{1B2E3F79-0009-41EF-995C-D75EBD957A6D}"/>
              </a:ext>
            </a:extLst>
          </p:cNvPr>
          <p:cNvSpPr>
            <a:spLocks noGrp="1"/>
          </p:cNvSpPr>
          <p:nvPr/>
        </p:nvSpPr>
        <p:spPr>
          <a:xfrm>
            <a:off x="2286000" y="464000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37" name="shape-161">
            <a:extLst>
              <a:ext uri="{FF2B5EF4-FFF2-40B4-BE49-F238E27FC236}">
                <a16:creationId xmlns:a16="http://schemas.microsoft.com/office/drawing/2014/main" id="{EBAA869F-E580-4A30-9662-BDBB98D683F6}"/>
              </a:ext>
            </a:extLst>
          </p:cNvPr>
          <p:cNvSpPr>
            <a:spLocks noGrp="1"/>
          </p:cNvSpPr>
          <p:nvPr/>
        </p:nvSpPr>
        <p:spPr>
          <a:xfrm>
            <a:off x="2981325" y="4514850"/>
            <a:ext cx="695325" cy="695325"/>
          </a:xfrm>
          <a:prstGeom prst="rect">
            <a:avLst/>
          </a:prstGeom>
          <a:solidFill>
            <a:srgbClr val="FFFFFF"/>
          </a:solidFill>
          <a:ln w="9525">
            <a:solidFill>
              <a:srgbClr val="A9B1B6"/>
            </a:solidFill>
          </a:ln>
        </p:spPr>
      </p:sp>
      <p:sp>
        <p:nvSpPr>
          <p:cNvPr id="38" name="shape-162">
            <a:extLst>
              <a:ext uri="{FF2B5EF4-FFF2-40B4-BE49-F238E27FC236}">
                <a16:creationId xmlns:a16="http://schemas.microsoft.com/office/drawing/2014/main" id="{91348254-281E-4A0A-8EA3-3910C9DD01E2}"/>
              </a:ext>
            </a:extLst>
          </p:cNvPr>
          <p:cNvSpPr>
            <a:spLocks noGrp="1"/>
          </p:cNvSpPr>
          <p:nvPr/>
        </p:nvSpPr>
        <p:spPr>
          <a:xfrm>
            <a:off x="2981325" y="4640009"/>
            <a:ext cx="695325" cy="431102"/>
          </a:xfrm>
          <a:prstGeom prst="rect">
            <a:avLst/>
          </a:prstGeom>
          <a:noFill/>
          <a:ln w="0">
            <a:noFill/>
          </a:ln>
        </p:spPr>
        <p:txBody>
          <a:bodyPr wrap="none" lIns="0" tIns="0" rIns="0" bIns="0" anchor="t">
            <a:noAutofit/>
          </a:bodyPr>
          <a:lstStyle>
            <a:defPPr algn="ctr">
              <a:defRPr sz="2354" b="0">
                <a:solidFill>
                  <a:srgbClr val="151515"/>
                </a:solidFill>
                <a:latin typeface="Consolas"/>
                <a:ea typeface="Consolas"/>
                <a:cs typeface="Consolas"/>
              </a:defRPr>
            </a:defPPr>
          </a:lstStyle>
          <a:p>
            <a:pPr algn="ctr">
              <a:lnSpc>
                <a:spcPct val="112000"/>
              </a:lnSpc>
              <a:buNone/>
              <a:defRPr sz="2354" b="0">
                <a:solidFill>
                  <a:srgbClr val="151515"/>
                </a:solidFill>
                <a:latin typeface="Consolas"/>
                <a:ea typeface="Consolas"/>
                <a:cs typeface="Consolas"/>
              </a:defRPr>
            </a:pPr>
            <a:r>
              <a:rPr sz="2354" b="0">
                <a:solidFill>
                  <a:srgbClr val="151515"/>
                </a:solidFill>
                <a:latin typeface="Consolas"/>
                <a:ea typeface="Consolas"/>
                <a:cs typeface="Consolas"/>
              </a:rPr>
              <a:t>0</a:t>
            </a:r>
          </a:p>
        </p:txBody>
      </p:sp>
      <p:sp>
        <p:nvSpPr>
          <p:cNvPr id="39" name="shape-163">
            <a:extLst>
              <a:ext uri="{FF2B5EF4-FFF2-40B4-BE49-F238E27FC236}">
                <a16:creationId xmlns:a16="http://schemas.microsoft.com/office/drawing/2014/main" id="{E4B88817-0C49-402C-A094-277F28B720B7}"/>
              </a:ext>
            </a:extLst>
          </p:cNvPr>
          <p:cNvSpPr>
            <a:spLocks noGrp="1"/>
          </p:cNvSpPr>
          <p:nvPr/>
        </p:nvSpPr>
        <p:spPr>
          <a:xfrm>
            <a:off x="2271713" y="2428875"/>
            <a:ext cx="28575" cy="2781300"/>
          </a:xfrm>
          <a:prstGeom prst="rect">
            <a:avLst/>
          </a:prstGeom>
          <a:solidFill>
            <a:srgbClr val="146995"/>
          </a:solidFill>
          <a:ln w="0">
            <a:noFill/>
          </a:ln>
        </p:spPr>
      </p:sp>
      <p:sp>
        <p:nvSpPr>
          <p:cNvPr id="40" name="shape-164">
            <a:extLst>
              <a:ext uri="{FF2B5EF4-FFF2-40B4-BE49-F238E27FC236}">
                <a16:creationId xmlns:a16="http://schemas.microsoft.com/office/drawing/2014/main" id="{B058C74B-0B29-4086-9D81-011DA899075B}"/>
              </a:ext>
            </a:extLst>
          </p:cNvPr>
          <p:cNvSpPr>
            <a:spLocks noGrp="1"/>
          </p:cNvSpPr>
          <p:nvPr/>
        </p:nvSpPr>
        <p:spPr>
          <a:xfrm>
            <a:off x="895350" y="3805238"/>
            <a:ext cx="2781300" cy="28575"/>
          </a:xfrm>
          <a:prstGeom prst="rect">
            <a:avLst/>
          </a:prstGeom>
          <a:solidFill>
            <a:srgbClr val="146995"/>
          </a:solidFill>
          <a:ln w="0">
            <a:noFill/>
          </a:ln>
        </p:spPr>
      </p:sp>
      <p:sp>
        <p:nvSpPr>
          <p:cNvPr id="41" name="shape-165">
            <a:extLst>
              <a:ext uri="{FF2B5EF4-FFF2-40B4-BE49-F238E27FC236}">
                <a16:creationId xmlns:a16="http://schemas.microsoft.com/office/drawing/2014/main" id="{7C2124D3-AE04-4566-89F5-C29993165DC4}"/>
              </a:ext>
            </a:extLst>
          </p:cNvPr>
          <p:cNvSpPr>
            <a:spLocks noGrp="1"/>
          </p:cNvSpPr>
          <p:nvPr/>
        </p:nvSpPr>
        <p:spPr>
          <a:xfrm>
            <a:off x="7467600" y="1847850"/>
            <a:ext cx="2400300" cy="609600"/>
          </a:xfrm>
          <a:prstGeom prst="rect">
            <a:avLst/>
          </a:prstGeom>
          <a:solidFill>
            <a:srgbClr val="EEF5F8"/>
          </a:solidFill>
          <a:ln w="14288">
            <a:solidFill>
              <a:srgbClr val="146995"/>
            </a:solidFill>
          </a:ln>
        </p:spPr>
      </p:sp>
      <p:sp>
        <p:nvSpPr>
          <p:cNvPr id="42" name="shape-166">
            <a:extLst>
              <a:ext uri="{FF2B5EF4-FFF2-40B4-BE49-F238E27FC236}">
                <a16:creationId xmlns:a16="http://schemas.microsoft.com/office/drawing/2014/main" id="{BC3D6EAB-5032-407F-B6CF-D5D1D89B23E9}"/>
              </a:ext>
            </a:extLst>
          </p:cNvPr>
          <p:cNvSpPr>
            <a:spLocks noGrp="1"/>
          </p:cNvSpPr>
          <p:nvPr/>
        </p:nvSpPr>
        <p:spPr>
          <a:xfrm>
            <a:off x="7505700" y="1952625"/>
            <a:ext cx="23241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전체 4×4</a:t>
            </a:r>
          </a:p>
        </p:txBody>
      </p:sp>
      <p:sp>
        <p:nvSpPr>
          <p:cNvPr id="43" name="shape-167">
            <a:extLst>
              <a:ext uri="{FF2B5EF4-FFF2-40B4-BE49-F238E27FC236}">
                <a16:creationId xmlns:a16="http://schemas.microsoft.com/office/drawing/2014/main" id="{EBEA9518-A8EA-44A9-A95C-E637D7AAB4CB}"/>
              </a:ext>
            </a:extLst>
          </p:cNvPr>
          <p:cNvSpPr>
            <a:spLocks noGrp="1"/>
          </p:cNvSpPr>
          <p:nvPr/>
        </p:nvSpPr>
        <p:spPr>
          <a:xfrm>
            <a:off x="8667750" y="2457450"/>
            <a:ext cx="19050" cy="523875"/>
          </a:xfrm>
          <a:prstGeom prst="rect">
            <a:avLst/>
          </a:prstGeom>
          <a:solidFill>
            <a:srgbClr val="BBBBBB"/>
          </a:solidFill>
          <a:ln w="0">
            <a:noFill/>
          </a:ln>
        </p:spPr>
      </p:sp>
      <p:sp>
        <p:nvSpPr>
          <p:cNvPr id="44" name="shape-168">
            <a:extLst>
              <a:ext uri="{FF2B5EF4-FFF2-40B4-BE49-F238E27FC236}">
                <a16:creationId xmlns:a16="http://schemas.microsoft.com/office/drawing/2014/main" id="{22BF90A9-3230-421D-BF3C-507DF86CB166}"/>
              </a:ext>
            </a:extLst>
          </p:cNvPr>
          <p:cNvSpPr>
            <a:spLocks noGrp="1"/>
          </p:cNvSpPr>
          <p:nvPr/>
        </p:nvSpPr>
        <p:spPr>
          <a:xfrm>
            <a:off x="6000750" y="2981325"/>
            <a:ext cx="4686300" cy="19050"/>
          </a:xfrm>
          <a:prstGeom prst="rect">
            <a:avLst/>
          </a:prstGeom>
          <a:solidFill>
            <a:srgbClr val="BBBBBB"/>
          </a:solidFill>
          <a:ln w="0">
            <a:noFill/>
          </a:ln>
        </p:spPr>
      </p:sp>
      <p:sp>
        <p:nvSpPr>
          <p:cNvPr id="45" name="shape-169">
            <a:extLst>
              <a:ext uri="{FF2B5EF4-FFF2-40B4-BE49-F238E27FC236}">
                <a16:creationId xmlns:a16="http://schemas.microsoft.com/office/drawing/2014/main" id="{5F07B4D1-A436-4603-9240-0A75036FF06F}"/>
              </a:ext>
            </a:extLst>
          </p:cNvPr>
          <p:cNvSpPr>
            <a:spLocks noGrp="1"/>
          </p:cNvSpPr>
          <p:nvPr/>
        </p:nvSpPr>
        <p:spPr>
          <a:xfrm>
            <a:off x="6000750" y="2981325"/>
            <a:ext cx="19050" cy="523875"/>
          </a:xfrm>
          <a:prstGeom prst="rect">
            <a:avLst/>
          </a:prstGeom>
          <a:solidFill>
            <a:srgbClr val="BBBBBB"/>
          </a:solidFill>
          <a:ln w="0">
            <a:noFill/>
          </a:ln>
        </p:spPr>
      </p:sp>
      <p:sp>
        <p:nvSpPr>
          <p:cNvPr id="46" name="shape-170">
            <a:extLst>
              <a:ext uri="{FF2B5EF4-FFF2-40B4-BE49-F238E27FC236}">
                <a16:creationId xmlns:a16="http://schemas.microsoft.com/office/drawing/2014/main" id="{A0192B08-A758-4931-A4C7-E8DFDBA7BB3D}"/>
              </a:ext>
            </a:extLst>
          </p:cNvPr>
          <p:cNvSpPr>
            <a:spLocks noGrp="1"/>
          </p:cNvSpPr>
          <p:nvPr/>
        </p:nvSpPr>
        <p:spPr>
          <a:xfrm>
            <a:off x="7562850" y="2981325"/>
            <a:ext cx="19050" cy="523875"/>
          </a:xfrm>
          <a:prstGeom prst="rect">
            <a:avLst/>
          </a:prstGeom>
          <a:solidFill>
            <a:srgbClr val="BBBBBB"/>
          </a:solidFill>
          <a:ln w="0">
            <a:noFill/>
          </a:ln>
        </p:spPr>
      </p:sp>
      <p:sp>
        <p:nvSpPr>
          <p:cNvPr id="47" name="shape-171">
            <a:extLst>
              <a:ext uri="{FF2B5EF4-FFF2-40B4-BE49-F238E27FC236}">
                <a16:creationId xmlns:a16="http://schemas.microsoft.com/office/drawing/2014/main" id="{95DBA380-FDD9-4C1D-B3DE-F159B9F82263}"/>
              </a:ext>
            </a:extLst>
          </p:cNvPr>
          <p:cNvSpPr>
            <a:spLocks noGrp="1"/>
          </p:cNvSpPr>
          <p:nvPr/>
        </p:nvSpPr>
        <p:spPr>
          <a:xfrm>
            <a:off x="9124950" y="2981325"/>
            <a:ext cx="19050" cy="523875"/>
          </a:xfrm>
          <a:prstGeom prst="rect">
            <a:avLst/>
          </a:prstGeom>
          <a:solidFill>
            <a:srgbClr val="BBBBBB"/>
          </a:solidFill>
          <a:ln w="0">
            <a:noFill/>
          </a:ln>
        </p:spPr>
      </p:sp>
      <p:sp>
        <p:nvSpPr>
          <p:cNvPr id="48" name="shape-172">
            <a:extLst>
              <a:ext uri="{FF2B5EF4-FFF2-40B4-BE49-F238E27FC236}">
                <a16:creationId xmlns:a16="http://schemas.microsoft.com/office/drawing/2014/main" id="{376B76CE-1A0D-4DF3-877E-FC4092C3B802}"/>
              </a:ext>
            </a:extLst>
          </p:cNvPr>
          <p:cNvSpPr>
            <a:spLocks noGrp="1"/>
          </p:cNvSpPr>
          <p:nvPr/>
        </p:nvSpPr>
        <p:spPr>
          <a:xfrm>
            <a:off x="10687050" y="2981325"/>
            <a:ext cx="19050" cy="523875"/>
          </a:xfrm>
          <a:prstGeom prst="rect">
            <a:avLst/>
          </a:prstGeom>
          <a:solidFill>
            <a:srgbClr val="BBBBBB"/>
          </a:solidFill>
          <a:ln w="0">
            <a:noFill/>
          </a:ln>
        </p:spPr>
      </p:sp>
      <p:sp>
        <p:nvSpPr>
          <p:cNvPr id="49" name="shape-173">
            <a:extLst>
              <a:ext uri="{FF2B5EF4-FFF2-40B4-BE49-F238E27FC236}">
                <a16:creationId xmlns:a16="http://schemas.microsoft.com/office/drawing/2014/main" id="{8F98E808-1FA4-44B1-B673-A8AC6177A862}"/>
              </a:ext>
            </a:extLst>
          </p:cNvPr>
          <p:cNvSpPr>
            <a:spLocks noGrp="1"/>
          </p:cNvSpPr>
          <p:nvPr/>
        </p:nvSpPr>
        <p:spPr>
          <a:xfrm>
            <a:off x="5334000" y="3505200"/>
            <a:ext cx="1333500" cy="609600"/>
          </a:xfrm>
          <a:prstGeom prst="rect">
            <a:avLst/>
          </a:prstGeom>
          <a:solidFill>
            <a:srgbClr val="EEF5F8"/>
          </a:solidFill>
          <a:ln w="14288">
            <a:solidFill>
              <a:srgbClr val="146995"/>
            </a:solidFill>
          </a:ln>
        </p:spPr>
      </p:sp>
      <p:sp>
        <p:nvSpPr>
          <p:cNvPr id="50" name="shape-174">
            <a:extLst>
              <a:ext uri="{FF2B5EF4-FFF2-40B4-BE49-F238E27FC236}">
                <a16:creationId xmlns:a16="http://schemas.microsoft.com/office/drawing/2014/main" id="{6050BEBA-E697-48D4-BC93-464998B08D0D}"/>
              </a:ext>
            </a:extLst>
          </p:cNvPr>
          <p:cNvSpPr>
            <a:spLocks noGrp="1"/>
          </p:cNvSpPr>
          <p:nvPr/>
        </p:nvSpPr>
        <p:spPr>
          <a:xfrm>
            <a:off x="53721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0</a:t>
            </a:r>
          </a:p>
        </p:txBody>
      </p:sp>
      <p:sp>
        <p:nvSpPr>
          <p:cNvPr id="51" name="shape-175">
            <a:extLst>
              <a:ext uri="{FF2B5EF4-FFF2-40B4-BE49-F238E27FC236}">
                <a16:creationId xmlns:a16="http://schemas.microsoft.com/office/drawing/2014/main" id="{F6697361-2D4F-4D71-8CEA-0AE20F383FF7}"/>
              </a:ext>
            </a:extLst>
          </p:cNvPr>
          <p:cNvSpPr>
            <a:spLocks noGrp="1"/>
          </p:cNvSpPr>
          <p:nvPr/>
        </p:nvSpPr>
        <p:spPr>
          <a:xfrm>
            <a:off x="53340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좌상</a:t>
            </a:r>
          </a:p>
        </p:txBody>
      </p:sp>
      <p:sp>
        <p:nvSpPr>
          <p:cNvPr id="52" name="shape-176">
            <a:extLst>
              <a:ext uri="{FF2B5EF4-FFF2-40B4-BE49-F238E27FC236}">
                <a16:creationId xmlns:a16="http://schemas.microsoft.com/office/drawing/2014/main" id="{49B9360D-3C42-4796-A41E-B0AB33845BF5}"/>
              </a:ext>
            </a:extLst>
          </p:cNvPr>
          <p:cNvSpPr>
            <a:spLocks noGrp="1"/>
          </p:cNvSpPr>
          <p:nvPr/>
        </p:nvSpPr>
        <p:spPr>
          <a:xfrm>
            <a:off x="6896100" y="3505200"/>
            <a:ext cx="1333500" cy="609600"/>
          </a:xfrm>
          <a:prstGeom prst="rect">
            <a:avLst/>
          </a:prstGeom>
          <a:solidFill>
            <a:srgbClr val="EEF5F8"/>
          </a:solidFill>
          <a:ln w="14288">
            <a:solidFill>
              <a:srgbClr val="146995"/>
            </a:solidFill>
          </a:ln>
        </p:spPr>
      </p:sp>
      <p:sp>
        <p:nvSpPr>
          <p:cNvPr id="53" name="shape-177">
            <a:extLst>
              <a:ext uri="{FF2B5EF4-FFF2-40B4-BE49-F238E27FC236}">
                <a16:creationId xmlns:a16="http://schemas.microsoft.com/office/drawing/2014/main" id="{153D9CD2-E6A3-46C9-ACBD-EA7E29F7CF19}"/>
              </a:ext>
            </a:extLst>
          </p:cNvPr>
          <p:cNvSpPr>
            <a:spLocks noGrp="1"/>
          </p:cNvSpPr>
          <p:nvPr/>
        </p:nvSpPr>
        <p:spPr>
          <a:xfrm>
            <a:off x="69342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54" name="shape-178">
            <a:extLst>
              <a:ext uri="{FF2B5EF4-FFF2-40B4-BE49-F238E27FC236}">
                <a16:creationId xmlns:a16="http://schemas.microsoft.com/office/drawing/2014/main" id="{6869F126-8432-423C-89B2-519D509CD2AE}"/>
              </a:ext>
            </a:extLst>
          </p:cNvPr>
          <p:cNvSpPr>
            <a:spLocks noGrp="1"/>
          </p:cNvSpPr>
          <p:nvPr/>
        </p:nvSpPr>
        <p:spPr>
          <a:xfrm>
            <a:off x="68961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우상</a:t>
            </a:r>
          </a:p>
        </p:txBody>
      </p:sp>
      <p:sp>
        <p:nvSpPr>
          <p:cNvPr id="55" name="shape-179">
            <a:extLst>
              <a:ext uri="{FF2B5EF4-FFF2-40B4-BE49-F238E27FC236}">
                <a16:creationId xmlns:a16="http://schemas.microsoft.com/office/drawing/2014/main" id="{FA401815-AF2C-4F89-96EA-9678F8B75008}"/>
              </a:ext>
            </a:extLst>
          </p:cNvPr>
          <p:cNvSpPr>
            <a:spLocks noGrp="1"/>
          </p:cNvSpPr>
          <p:nvPr/>
        </p:nvSpPr>
        <p:spPr>
          <a:xfrm>
            <a:off x="8458200" y="3505200"/>
            <a:ext cx="1333500" cy="609600"/>
          </a:xfrm>
          <a:prstGeom prst="rect">
            <a:avLst/>
          </a:prstGeom>
          <a:solidFill>
            <a:srgbClr val="EEF5F8"/>
          </a:solidFill>
          <a:ln w="14288">
            <a:solidFill>
              <a:srgbClr val="146995"/>
            </a:solidFill>
          </a:ln>
        </p:spPr>
      </p:sp>
      <p:sp>
        <p:nvSpPr>
          <p:cNvPr id="56" name="shape-180">
            <a:extLst>
              <a:ext uri="{FF2B5EF4-FFF2-40B4-BE49-F238E27FC236}">
                <a16:creationId xmlns:a16="http://schemas.microsoft.com/office/drawing/2014/main" id="{BFB78A9B-2155-47CB-B606-CB6DD5B7308A}"/>
              </a:ext>
            </a:extLst>
          </p:cNvPr>
          <p:cNvSpPr>
            <a:spLocks noGrp="1"/>
          </p:cNvSpPr>
          <p:nvPr/>
        </p:nvSpPr>
        <p:spPr>
          <a:xfrm>
            <a:off x="84963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a:t>
            </a:r>
          </a:p>
        </p:txBody>
      </p:sp>
      <p:sp>
        <p:nvSpPr>
          <p:cNvPr id="57" name="shape-181">
            <a:extLst>
              <a:ext uri="{FF2B5EF4-FFF2-40B4-BE49-F238E27FC236}">
                <a16:creationId xmlns:a16="http://schemas.microsoft.com/office/drawing/2014/main" id="{987EB99B-5625-4002-8B6F-FD21C11BFA7A}"/>
              </a:ext>
            </a:extLst>
          </p:cNvPr>
          <p:cNvSpPr>
            <a:spLocks noGrp="1"/>
          </p:cNvSpPr>
          <p:nvPr/>
        </p:nvSpPr>
        <p:spPr>
          <a:xfrm>
            <a:off x="84582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좌하</a:t>
            </a:r>
          </a:p>
        </p:txBody>
      </p:sp>
      <p:sp>
        <p:nvSpPr>
          <p:cNvPr id="58" name="shape-182">
            <a:extLst>
              <a:ext uri="{FF2B5EF4-FFF2-40B4-BE49-F238E27FC236}">
                <a16:creationId xmlns:a16="http://schemas.microsoft.com/office/drawing/2014/main" id="{9A5B201A-EF5F-4FE4-B1E8-4DFC4266F0D2}"/>
              </a:ext>
            </a:extLst>
          </p:cNvPr>
          <p:cNvSpPr>
            <a:spLocks noGrp="1"/>
          </p:cNvSpPr>
          <p:nvPr/>
        </p:nvSpPr>
        <p:spPr>
          <a:xfrm>
            <a:off x="10020300" y="3505200"/>
            <a:ext cx="1333500" cy="609600"/>
          </a:xfrm>
          <a:prstGeom prst="rect">
            <a:avLst/>
          </a:prstGeom>
          <a:solidFill>
            <a:srgbClr val="EEF5F8"/>
          </a:solidFill>
          <a:ln w="14288">
            <a:solidFill>
              <a:srgbClr val="146995"/>
            </a:solidFill>
          </a:ln>
        </p:spPr>
      </p:sp>
      <p:sp>
        <p:nvSpPr>
          <p:cNvPr id="59" name="shape-183">
            <a:extLst>
              <a:ext uri="{FF2B5EF4-FFF2-40B4-BE49-F238E27FC236}">
                <a16:creationId xmlns:a16="http://schemas.microsoft.com/office/drawing/2014/main" id="{C4751EDF-720D-4BD2-A264-B582C0FB671E}"/>
              </a:ext>
            </a:extLst>
          </p:cNvPr>
          <p:cNvSpPr>
            <a:spLocks noGrp="1"/>
          </p:cNvSpPr>
          <p:nvPr/>
        </p:nvSpPr>
        <p:spPr>
          <a:xfrm>
            <a:off x="10058400" y="3609975"/>
            <a:ext cx="1257300" cy="466725"/>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0</a:t>
            </a:r>
          </a:p>
        </p:txBody>
      </p:sp>
      <p:sp>
        <p:nvSpPr>
          <p:cNvPr id="60" name="shape-184">
            <a:extLst>
              <a:ext uri="{FF2B5EF4-FFF2-40B4-BE49-F238E27FC236}">
                <a16:creationId xmlns:a16="http://schemas.microsoft.com/office/drawing/2014/main" id="{EEBBF8EB-13DF-488B-9F58-BEB89EEA08B7}"/>
              </a:ext>
            </a:extLst>
          </p:cNvPr>
          <p:cNvSpPr>
            <a:spLocks noGrp="1"/>
          </p:cNvSpPr>
          <p:nvPr/>
        </p:nvSpPr>
        <p:spPr>
          <a:xfrm>
            <a:off x="10020300" y="4343400"/>
            <a:ext cx="1333500" cy="342900"/>
          </a:xfrm>
          <a:prstGeom prst="rect">
            <a:avLst/>
          </a:prstGeom>
          <a:noFill/>
          <a:ln w="0">
            <a:noFill/>
          </a:ln>
        </p:spPr>
        <p:txBody>
          <a:bodyPr wrap="none" lIns="0" tIns="0" rIns="0" bIns="0" anchor="t">
            <a:noAutofit/>
          </a:bodyPr>
          <a:lstStyle>
            <a:defPPr algn="ctr">
              <a:defRPr sz="1875" b="0">
                <a:solidFill>
                  <a:srgbClr val="151515"/>
                </a:solidFill>
                <a:latin typeface="Malgun Gothic"/>
                <a:ea typeface="Malgun Gothic"/>
                <a:cs typeface="Malgun Gothic"/>
              </a:defRPr>
            </a:defPPr>
          </a:lstStyle>
          <a:p>
            <a:pPr algn="ctr">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우하</a:t>
            </a:r>
          </a:p>
        </p:txBody>
      </p:sp>
      <p:sp>
        <p:nvSpPr>
          <p:cNvPr id="61" name="shape-185">
            <a:extLst>
              <a:ext uri="{FF2B5EF4-FFF2-40B4-BE49-F238E27FC236}">
                <a16:creationId xmlns:a16="http://schemas.microsoft.com/office/drawing/2014/main" id="{CD28A4D1-6AAF-4080-8D53-65C73F5E99CC}"/>
              </a:ext>
            </a:extLst>
          </p:cNvPr>
          <p:cNvSpPr>
            <a:spLocks noGrp="1"/>
          </p:cNvSpPr>
          <p:nvPr/>
        </p:nvSpPr>
        <p:spPr>
          <a:xfrm>
            <a:off x="5876925" y="5095875"/>
            <a:ext cx="5524500" cy="590550"/>
          </a:xfrm>
          <a:prstGeom prst="rect">
            <a:avLst/>
          </a:prstGeom>
          <a:noFill/>
          <a:ln w="0">
            <a:noFill/>
          </a:ln>
        </p:spPr>
        <p:txBody>
          <a:bodyPr wrap="none" lIns="0" tIns="0" rIns="0" bIns="0" anchor="t">
            <a:noAutofit/>
          </a:bodyPr>
          <a:lstStyle>
            <a:defPPr algn="ctr">
              <a:defRPr sz="3450" b="1">
                <a:solidFill>
                  <a:srgbClr val="146995"/>
                </a:solidFill>
                <a:latin typeface="Consolas"/>
                <a:ea typeface="Consolas"/>
                <a:cs typeface="Consolas"/>
              </a:defRPr>
            </a:defPPr>
          </a:lstStyle>
          <a:p>
            <a:pPr algn="ctr">
              <a:lnSpc>
                <a:spcPct val="112000"/>
              </a:lnSpc>
              <a:buNone/>
              <a:defRPr sz="3450" b="1">
                <a:solidFill>
                  <a:srgbClr val="146995"/>
                </a:solidFill>
                <a:latin typeface="Consolas"/>
                <a:ea typeface="Consolas"/>
                <a:cs typeface="Consolas"/>
              </a:defRPr>
            </a:pPr>
            <a:r>
              <a:rPr sz="3450" b="1">
                <a:solidFill>
                  <a:srgbClr val="146995"/>
                </a:solidFill>
                <a:latin typeface="Consolas"/>
                <a:ea typeface="Consolas"/>
                <a:cs typeface="Consolas"/>
              </a:rPr>
              <a:t>( 0 1 1 0 )</a:t>
            </a:r>
          </a:p>
        </p:txBody>
      </p:sp>
      <p:sp>
        <p:nvSpPr>
          <p:cNvPr id="62" name="shape-186">
            <a:extLst>
              <a:ext uri="{FF2B5EF4-FFF2-40B4-BE49-F238E27FC236}">
                <a16:creationId xmlns:a16="http://schemas.microsoft.com/office/drawing/2014/main" id="{C6A627F2-1EE0-4431-B31F-6C4B064C901B}"/>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 는 네 부분으로 나눔, ) 는 그 부모의 네 결과가 끝남을 뜻합니다.</a:t>
            </a:r>
          </a:p>
        </p:txBody>
      </p:sp>
    </p:spTree>
    <p:extLst>
      <p:ext uri="{BB962C8B-B14F-4D97-AF65-F5344CB8AC3E}">
        <p14:creationId xmlns:p14="http://schemas.microsoft.com/office/powerpoint/2010/main" val="345644359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shape-187">
            <a:extLst>
              <a:ext uri="{FF2B5EF4-FFF2-40B4-BE49-F238E27FC236}">
                <a16:creationId xmlns:a16="http://schemas.microsoft.com/office/drawing/2014/main" id="{4D8A75E2-7BF9-4E38-93A6-0A9CF8A27108}"/>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188">
            <a:extLst>
              <a:ext uri="{FF2B5EF4-FFF2-40B4-BE49-F238E27FC236}">
                <a16:creationId xmlns:a16="http://schemas.microsoft.com/office/drawing/2014/main" id="{E8FC7683-548C-43C3-8B89-6C0698BE666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189">
            <a:extLst>
              <a:ext uri="{FF2B5EF4-FFF2-40B4-BE49-F238E27FC236}">
                <a16:creationId xmlns:a16="http://schemas.microsoft.com/office/drawing/2014/main" id="{BB053D4E-6D03-439F-9C58-A968D6DF252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(0110)을 읽어 원래 그림 그리기</a:t>
            </a:r>
          </a:p>
        </p:txBody>
      </p:sp>
      <p:sp>
        <p:nvSpPr>
          <p:cNvPr id="4" name="shape-190">
            <a:extLst>
              <a:ext uri="{FF2B5EF4-FFF2-40B4-BE49-F238E27FC236}">
                <a16:creationId xmlns:a16="http://schemas.microsoft.com/office/drawing/2014/main" id="{595F4C77-D4E8-4CDF-B1C2-C6AEC821ADC1}"/>
              </a:ext>
            </a:extLst>
          </p:cNvPr>
          <p:cNvSpPr>
            <a:spLocks noGrp="1"/>
          </p:cNvSpPr>
          <p:nvPr/>
        </p:nvSpPr>
        <p:spPr>
          <a:xfrm>
            <a:off x="609600" y="1381125"/>
            <a:ext cx="10972800" cy="9525"/>
          </a:xfrm>
          <a:prstGeom prst="rect">
            <a:avLst/>
          </a:prstGeom>
          <a:solidFill>
            <a:srgbClr val="151515"/>
          </a:solidFill>
          <a:ln w="0">
            <a:noFill/>
          </a:ln>
        </p:spPr>
      </p:sp>
      <p:sp>
        <p:nvSpPr>
          <p:cNvPr id="5" name="shape-191">
            <a:extLst>
              <a:ext uri="{FF2B5EF4-FFF2-40B4-BE49-F238E27FC236}">
                <a16:creationId xmlns:a16="http://schemas.microsoft.com/office/drawing/2014/main" id="{CE4DC609-B985-47E3-8ADB-3482E9F2FBB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A6D25A1-3AB7-4D6C-BB22-931DE09C85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187</a:t>
            </a:r>
            <a:endParaRPr sz="1050" b="0">
              <a:solidFill>
                <a:srgbClr val="151515"/>
              </a:solidFill>
              <a:latin typeface="Consolas"/>
              <a:ea typeface="Consolas"/>
              <a:cs typeface="Consolas"/>
            </a:endParaRPr>
          </a:p>
        </p:txBody>
      </p:sp>
      <p:sp>
        <p:nvSpPr>
          <p:cNvPr id="7" name="shape-193">
            <a:extLst>
              <a:ext uri="{FF2B5EF4-FFF2-40B4-BE49-F238E27FC236}">
                <a16:creationId xmlns:a16="http://schemas.microsoft.com/office/drawing/2014/main" id="{F000954B-DEA7-44BD-846A-463C0F93E7BA}"/>
              </a:ext>
            </a:extLst>
          </p:cNvPr>
          <p:cNvSpPr>
            <a:spLocks noGrp="1"/>
          </p:cNvSpPr>
          <p:nvPr/>
        </p:nvSpPr>
        <p:spPr>
          <a:xfrm>
            <a:off x="609600" y="1762125"/>
            <a:ext cx="10972800" cy="542925"/>
          </a:xfrm>
          <a:prstGeom prst="rect">
            <a:avLst/>
          </a:prstGeom>
          <a:noFill/>
          <a:ln w="0">
            <a:noFill/>
          </a:ln>
        </p:spPr>
        <p:txBody>
          <a:bodyPr wrap="none" lIns="0" tIns="0" rIns="0" bIns="0" anchor="t">
            <a:noAutofit/>
          </a:bodyPr>
          <a:lstStyle>
            <a:defPPr algn="l">
              <a:defRPr sz="2625" b="1">
                <a:solidFill>
                  <a:srgbClr val="146995"/>
                </a:solidFill>
                <a:latin typeface="Consolas"/>
                <a:ea typeface="Consolas"/>
                <a:cs typeface="Consolas"/>
              </a:defRPr>
            </a:defPPr>
          </a:lstStyle>
          <a:p>
            <a:pPr algn="l">
              <a:lnSpc>
                <a:spcPct val="112000"/>
              </a:lnSpc>
              <a:buNone/>
              <a:defRPr sz="2625" b="1">
                <a:solidFill>
                  <a:srgbClr val="146995"/>
                </a:solidFill>
                <a:latin typeface="Consolas"/>
                <a:ea typeface="Consolas"/>
                <a:cs typeface="Consolas"/>
              </a:defRPr>
            </a:pPr>
            <a:r>
              <a:rPr sz="2625" b="1">
                <a:solidFill>
                  <a:srgbClr val="146995"/>
                </a:solidFill>
                <a:latin typeface="Consolas"/>
                <a:ea typeface="Consolas"/>
                <a:cs typeface="Consolas"/>
              </a:rPr>
              <a:t>저장한 표현: ( 0 1 1 0 )</a:t>
            </a:r>
          </a:p>
        </p:txBody>
      </p:sp>
      <p:sp>
        <p:nvSpPr>
          <p:cNvPr id="8" name="shape-194">
            <a:extLst>
              <a:ext uri="{FF2B5EF4-FFF2-40B4-BE49-F238E27FC236}">
                <a16:creationId xmlns:a16="http://schemas.microsoft.com/office/drawing/2014/main" id="{9D384BF3-CADE-49CA-9EDB-C0E8DBE5FAB6}"/>
              </a:ext>
            </a:extLst>
          </p:cNvPr>
          <p:cNvSpPr>
            <a:spLocks noGrp="1"/>
          </p:cNvSpPr>
          <p:nvPr/>
        </p:nvSpPr>
        <p:spPr>
          <a:xfrm>
            <a:off x="933450" y="2819400"/>
            <a:ext cx="628650" cy="628650"/>
          </a:xfrm>
          <a:prstGeom prst="rect">
            <a:avLst/>
          </a:prstGeom>
          <a:solidFill>
            <a:srgbClr val="FFFFFF"/>
          </a:solidFill>
          <a:ln w="9525">
            <a:solidFill>
              <a:srgbClr val="A9B1B6"/>
            </a:solidFill>
          </a:ln>
        </p:spPr>
      </p:sp>
      <p:sp>
        <p:nvSpPr>
          <p:cNvPr id="9" name="shape-195">
            <a:extLst>
              <a:ext uri="{FF2B5EF4-FFF2-40B4-BE49-F238E27FC236}">
                <a16:creationId xmlns:a16="http://schemas.microsoft.com/office/drawing/2014/main" id="{29E1B7A6-AD98-4B6E-B155-7A275AA81693}"/>
              </a:ext>
            </a:extLst>
          </p:cNvPr>
          <p:cNvSpPr>
            <a:spLocks noGrp="1"/>
          </p:cNvSpPr>
          <p:nvPr/>
        </p:nvSpPr>
        <p:spPr>
          <a:xfrm>
            <a:off x="1562100" y="2819400"/>
            <a:ext cx="628650" cy="628650"/>
          </a:xfrm>
          <a:prstGeom prst="rect">
            <a:avLst/>
          </a:prstGeom>
          <a:solidFill>
            <a:srgbClr val="FFFFFF"/>
          </a:solidFill>
          <a:ln w="9525">
            <a:solidFill>
              <a:srgbClr val="A9B1B6"/>
            </a:solidFill>
          </a:ln>
        </p:spPr>
      </p:sp>
      <p:sp>
        <p:nvSpPr>
          <p:cNvPr id="10" name="shape-196">
            <a:extLst>
              <a:ext uri="{FF2B5EF4-FFF2-40B4-BE49-F238E27FC236}">
                <a16:creationId xmlns:a16="http://schemas.microsoft.com/office/drawing/2014/main" id="{B3504F54-7C8A-48D7-AE2D-375676F4BBE1}"/>
              </a:ext>
            </a:extLst>
          </p:cNvPr>
          <p:cNvSpPr>
            <a:spLocks noGrp="1"/>
          </p:cNvSpPr>
          <p:nvPr/>
        </p:nvSpPr>
        <p:spPr>
          <a:xfrm>
            <a:off x="2190750" y="2819400"/>
            <a:ext cx="628650" cy="628650"/>
          </a:xfrm>
          <a:prstGeom prst="rect">
            <a:avLst/>
          </a:prstGeom>
          <a:solidFill>
            <a:srgbClr val="E4E8EB"/>
          </a:solidFill>
          <a:ln w="9525">
            <a:solidFill>
              <a:srgbClr val="A9B1B6"/>
            </a:solidFill>
          </a:ln>
        </p:spPr>
      </p:sp>
      <p:sp>
        <p:nvSpPr>
          <p:cNvPr id="11" name="shape-197">
            <a:extLst>
              <a:ext uri="{FF2B5EF4-FFF2-40B4-BE49-F238E27FC236}">
                <a16:creationId xmlns:a16="http://schemas.microsoft.com/office/drawing/2014/main" id="{F682A4C5-8E69-4D6E-BA67-D30808F7CCFE}"/>
              </a:ext>
            </a:extLst>
          </p:cNvPr>
          <p:cNvSpPr>
            <a:spLocks noGrp="1"/>
          </p:cNvSpPr>
          <p:nvPr/>
        </p:nvSpPr>
        <p:spPr>
          <a:xfrm>
            <a:off x="2819400" y="2819400"/>
            <a:ext cx="628650" cy="628650"/>
          </a:xfrm>
          <a:prstGeom prst="rect">
            <a:avLst/>
          </a:prstGeom>
          <a:solidFill>
            <a:srgbClr val="E4E8EB"/>
          </a:solidFill>
          <a:ln w="9525">
            <a:solidFill>
              <a:srgbClr val="A9B1B6"/>
            </a:solidFill>
          </a:ln>
        </p:spPr>
      </p:sp>
      <p:sp>
        <p:nvSpPr>
          <p:cNvPr id="12" name="shape-198">
            <a:extLst>
              <a:ext uri="{FF2B5EF4-FFF2-40B4-BE49-F238E27FC236}">
                <a16:creationId xmlns:a16="http://schemas.microsoft.com/office/drawing/2014/main" id="{EACE9999-0B57-4B2F-82EB-2A72C814929F}"/>
              </a:ext>
            </a:extLst>
          </p:cNvPr>
          <p:cNvSpPr>
            <a:spLocks noGrp="1"/>
          </p:cNvSpPr>
          <p:nvPr/>
        </p:nvSpPr>
        <p:spPr>
          <a:xfrm>
            <a:off x="933450" y="3448050"/>
            <a:ext cx="628650" cy="628650"/>
          </a:xfrm>
          <a:prstGeom prst="rect">
            <a:avLst/>
          </a:prstGeom>
          <a:solidFill>
            <a:srgbClr val="FFFFFF"/>
          </a:solidFill>
          <a:ln w="9525">
            <a:solidFill>
              <a:srgbClr val="A9B1B6"/>
            </a:solidFill>
          </a:ln>
        </p:spPr>
      </p:sp>
      <p:sp>
        <p:nvSpPr>
          <p:cNvPr id="13" name="shape-199">
            <a:extLst>
              <a:ext uri="{FF2B5EF4-FFF2-40B4-BE49-F238E27FC236}">
                <a16:creationId xmlns:a16="http://schemas.microsoft.com/office/drawing/2014/main" id="{AB14B4F3-1183-4B26-A575-3332FF6BFE9A}"/>
              </a:ext>
            </a:extLst>
          </p:cNvPr>
          <p:cNvSpPr>
            <a:spLocks noGrp="1"/>
          </p:cNvSpPr>
          <p:nvPr/>
        </p:nvSpPr>
        <p:spPr>
          <a:xfrm>
            <a:off x="1562100" y="3448050"/>
            <a:ext cx="628650" cy="628650"/>
          </a:xfrm>
          <a:prstGeom prst="rect">
            <a:avLst/>
          </a:prstGeom>
          <a:solidFill>
            <a:srgbClr val="FFFFFF"/>
          </a:solidFill>
          <a:ln w="9525">
            <a:solidFill>
              <a:srgbClr val="A9B1B6"/>
            </a:solidFill>
          </a:ln>
        </p:spPr>
      </p:sp>
      <p:sp>
        <p:nvSpPr>
          <p:cNvPr id="14" name="shape-200">
            <a:extLst>
              <a:ext uri="{FF2B5EF4-FFF2-40B4-BE49-F238E27FC236}">
                <a16:creationId xmlns:a16="http://schemas.microsoft.com/office/drawing/2014/main" id="{D9A0E01B-D6D3-4A04-A4F3-C068583FE114}"/>
              </a:ext>
            </a:extLst>
          </p:cNvPr>
          <p:cNvSpPr>
            <a:spLocks noGrp="1"/>
          </p:cNvSpPr>
          <p:nvPr/>
        </p:nvSpPr>
        <p:spPr>
          <a:xfrm>
            <a:off x="2190750" y="3448050"/>
            <a:ext cx="628650" cy="628650"/>
          </a:xfrm>
          <a:prstGeom prst="rect">
            <a:avLst/>
          </a:prstGeom>
          <a:solidFill>
            <a:srgbClr val="E4E8EB"/>
          </a:solidFill>
          <a:ln w="9525">
            <a:solidFill>
              <a:srgbClr val="A9B1B6"/>
            </a:solidFill>
          </a:ln>
        </p:spPr>
      </p:sp>
      <p:sp>
        <p:nvSpPr>
          <p:cNvPr id="15" name="shape-201">
            <a:extLst>
              <a:ext uri="{FF2B5EF4-FFF2-40B4-BE49-F238E27FC236}">
                <a16:creationId xmlns:a16="http://schemas.microsoft.com/office/drawing/2014/main" id="{868D9D97-0528-45D2-B9B8-5C91EB1C30B6}"/>
              </a:ext>
            </a:extLst>
          </p:cNvPr>
          <p:cNvSpPr>
            <a:spLocks noGrp="1"/>
          </p:cNvSpPr>
          <p:nvPr/>
        </p:nvSpPr>
        <p:spPr>
          <a:xfrm>
            <a:off x="2819400" y="3448050"/>
            <a:ext cx="628650" cy="628650"/>
          </a:xfrm>
          <a:prstGeom prst="rect">
            <a:avLst/>
          </a:prstGeom>
          <a:solidFill>
            <a:srgbClr val="E4E8EB"/>
          </a:solidFill>
          <a:ln w="9525">
            <a:solidFill>
              <a:srgbClr val="A9B1B6"/>
            </a:solidFill>
          </a:ln>
        </p:spPr>
      </p:sp>
      <p:sp>
        <p:nvSpPr>
          <p:cNvPr id="16" name="shape-202">
            <a:extLst>
              <a:ext uri="{FF2B5EF4-FFF2-40B4-BE49-F238E27FC236}">
                <a16:creationId xmlns:a16="http://schemas.microsoft.com/office/drawing/2014/main" id="{28093332-E228-4E28-B687-206E4234CC2C}"/>
              </a:ext>
            </a:extLst>
          </p:cNvPr>
          <p:cNvSpPr>
            <a:spLocks noGrp="1"/>
          </p:cNvSpPr>
          <p:nvPr/>
        </p:nvSpPr>
        <p:spPr>
          <a:xfrm>
            <a:off x="933450" y="4076700"/>
            <a:ext cx="628650" cy="628650"/>
          </a:xfrm>
          <a:prstGeom prst="rect">
            <a:avLst/>
          </a:prstGeom>
          <a:solidFill>
            <a:srgbClr val="E4E8EB"/>
          </a:solidFill>
          <a:ln w="9525">
            <a:solidFill>
              <a:srgbClr val="A9B1B6"/>
            </a:solidFill>
          </a:ln>
        </p:spPr>
      </p:sp>
      <p:sp>
        <p:nvSpPr>
          <p:cNvPr id="17" name="shape-203">
            <a:extLst>
              <a:ext uri="{FF2B5EF4-FFF2-40B4-BE49-F238E27FC236}">
                <a16:creationId xmlns:a16="http://schemas.microsoft.com/office/drawing/2014/main" id="{62336EA8-43D3-4F94-9ACD-F8B18722D53B}"/>
              </a:ext>
            </a:extLst>
          </p:cNvPr>
          <p:cNvSpPr>
            <a:spLocks noGrp="1"/>
          </p:cNvSpPr>
          <p:nvPr/>
        </p:nvSpPr>
        <p:spPr>
          <a:xfrm>
            <a:off x="1562100" y="4076700"/>
            <a:ext cx="628650" cy="628650"/>
          </a:xfrm>
          <a:prstGeom prst="rect">
            <a:avLst/>
          </a:prstGeom>
          <a:solidFill>
            <a:srgbClr val="E4E8EB"/>
          </a:solidFill>
          <a:ln w="9525">
            <a:solidFill>
              <a:srgbClr val="A9B1B6"/>
            </a:solidFill>
          </a:ln>
        </p:spPr>
      </p:sp>
      <p:sp>
        <p:nvSpPr>
          <p:cNvPr id="18" name="shape-204">
            <a:extLst>
              <a:ext uri="{FF2B5EF4-FFF2-40B4-BE49-F238E27FC236}">
                <a16:creationId xmlns:a16="http://schemas.microsoft.com/office/drawing/2014/main" id="{0C1D0D18-0775-4011-942B-83B8CF3DA7DA}"/>
              </a:ext>
            </a:extLst>
          </p:cNvPr>
          <p:cNvSpPr>
            <a:spLocks noGrp="1"/>
          </p:cNvSpPr>
          <p:nvPr/>
        </p:nvSpPr>
        <p:spPr>
          <a:xfrm>
            <a:off x="2190750" y="4076700"/>
            <a:ext cx="628650" cy="628650"/>
          </a:xfrm>
          <a:prstGeom prst="rect">
            <a:avLst/>
          </a:prstGeom>
          <a:solidFill>
            <a:srgbClr val="E4E8EB"/>
          </a:solidFill>
          <a:ln w="9525">
            <a:solidFill>
              <a:srgbClr val="A9B1B6"/>
            </a:solidFill>
          </a:ln>
        </p:spPr>
      </p:sp>
      <p:sp>
        <p:nvSpPr>
          <p:cNvPr id="19" name="shape-205">
            <a:extLst>
              <a:ext uri="{FF2B5EF4-FFF2-40B4-BE49-F238E27FC236}">
                <a16:creationId xmlns:a16="http://schemas.microsoft.com/office/drawing/2014/main" id="{BF3ED379-FF44-47A3-9ED8-8CBB37B94695}"/>
              </a:ext>
            </a:extLst>
          </p:cNvPr>
          <p:cNvSpPr>
            <a:spLocks noGrp="1"/>
          </p:cNvSpPr>
          <p:nvPr/>
        </p:nvSpPr>
        <p:spPr>
          <a:xfrm>
            <a:off x="2819400" y="4076700"/>
            <a:ext cx="628650" cy="628650"/>
          </a:xfrm>
          <a:prstGeom prst="rect">
            <a:avLst/>
          </a:prstGeom>
          <a:solidFill>
            <a:srgbClr val="E4E8EB"/>
          </a:solidFill>
          <a:ln w="9525">
            <a:solidFill>
              <a:srgbClr val="A9B1B6"/>
            </a:solidFill>
          </a:ln>
        </p:spPr>
      </p:sp>
      <p:sp>
        <p:nvSpPr>
          <p:cNvPr id="20" name="shape-206">
            <a:extLst>
              <a:ext uri="{FF2B5EF4-FFF2-40B4-BE49-F238E27FC236}">
                <a16:creationId xmlns:a16="http://schemas.microsoft.com/office/drawing/2014/main" id="{2AB159B3-D6A5-4A5F-9D9F-4D8A7ACDB154}"/>
              </a:ext>
            </a:extLst>
          </p:cNvPr>
          <p:cNvSpPr>
            <a:spLocks noGrp="1"/>
          </p:cNvSpPr>
          <p:nvPr/>
        </p:nvSpPr>
        <p:spPr>
          <a:xfrm>
            <a:off x="933450" y="4705350"/>
            <a:ext cx="628650" cy="628650"/>
          </a:xfrm>
          <a:prstGeom prst="rect">
            <a:avLst/>
          </a:prstGeom>
          <a:solidFill>
            <a:srgbClr val="E4E8EB"/>
          </a:solidFill>
          <a:ln w="9525">
            <a:solidFill>
              <a:srgbClr val="A9B1B6"/>
            </a:solidFill>
          </a:ln>
        </p:spPr>
      </p:sp>
      <p:sp>
        <p:nvSpPr>
          <p:cNvPr id="21" name="shape-207">
            <a:extLst>
              <a:ext uri="{FF2B5EF4-FFF2-40B4-BE49-F238E27FC236}">
                <a16:creationId xmlns:a16="http://schemas.microsoft.com/office/drawing/2014/main" id="{4B6714C0-FF3F-4164-B867-ADD451E094C2}"/>
              </a:ext>
            </a:extLst>
          </p:cNvPr>
          <p:cNvSpPr>
            <a:spLocks noGrp="1"/>
          </p:cNvSpPr>
          <p:nvPr/>
        </p:nvSpPr>
        <p:spPr>
          <a:xfrm>
            <a:off x="1562100" y="4705350"/>
            <a:ext cx="628650" cy="628650"/>
          </a:xfrm>
          <a:prstGeom prst="rect">
            <a:avLst/>
          </a:prstGeom>
          <a:solidFill>
            <a:srgbClr val="E4E8EB"/>
          </a:solidFill>
          <a:ln w="9525">
            <a:solidFill>
              <a:srgbClr val="A9B1B6"/>
            </a:solidFill>
          </a:ln>
        </p:spPr>
      </p:sp>
      <p:sp>
        <p:nvSpPr>
          <p:cNvPr id="22" name="shape-208">
            <a:extLst>
              <a:ext uri="{FF2B5EF4-FFF2-40B4-BE49-F238E27FC236}">
                <a16:creationId xmlns:a16="http://schemas.microsoft.com/office/drawing/2014/main" id="{F45B1ECE-95AA-49A8-9B11-1D0FAE87415D}"/>
              </a:ext>
            </a:extLst>
          </p:cNvPr>
          <p:cNvSpPr>
            <a:spLocks noGrp="1"/>
          </p:cNvSpPr>
          <p:nvPr/>
        </p:nvSpPr>
        <p:spPr>
          <a:xfrm>
            <a:off x="2190750" y="4705350"/>
            <a:ext cx="628650" cy="628650"/>
          </a:xfrm>
          <a:prstGeom prst="rect">
            <a:avLst/>
          </a:prstGeom>
          <a:solidFill>
            <a:srgbClr val="E4E8EB"/>
          </a:solidFill>
          <a:ln w="9525">
            <a:solidFill>
              <a:srgbClr val="A9B1B6"/>
            </a:solidFill>
          </a:ln>
        </p:spPr>
      </p:sp>
      <p:sp>
        <p:nvSpPr>
          <p:cNvPr id="23" name="shape-209">
            <a:extLst>
              <a:ext uri="{FF2B5EF4-FFF2-40B4-BE49-F238E27FC236}">
                <a16:creationId xmlns:a16="http://schemas.microsoft.com/office/drawing/2014/main" id="{A00DEFCA-9D23-4760-8E86-664F3B11E020}"/>
              </a:ext>
            </a:extLst>
          </p:cNvPr>
          <p:cNvSpPr>
            <a:spLocks noGrp="1"/>
          </p:cNvSpPr>
          <p:nvPr/>
        </p:nvSpPr>
        <p:spPr>
          <a:xfrm>
            <a:off x="2819400" y="4705350"/>
            <a:ext cx="628650" cy="628650"/>
          </a:xfrm>
          <a:prstGeom prst="rect">
            <a:avLst/>
          </a:prstGeom>
          <a:solidFill>
            <a:srgbClr val="E4E8EB"/>
          </a:solidFill>
          <a:ln w="9525">
            <a:solidFill>
              <a:srgbClr val="A9B1B6"/>
            </a:solidFill>
          </a:ln>
        </p:spPr>
      </p:sp>
      <p:sp>
        <p:nvSpPr>
          <p:cNvPr id="24" name="shape-210">
            <a:extLst>
              <a:ext uri="{FF2B5EF4-FFF2-40B4-BE49-F238E27FC236}">
                <a16:creationId xmlns:a16="http://schemas.microsoft.com/office/drawing/2014/main" id="{F6FBBE16-5ADC-449E-B02D-BF7597C9992C}"/>
              </a:ext>
            </a:extLst>
          </p:cNvPr>
          <p:cNvSpPr>
            <a:spLocks noGrp="1"/>
          </p:cNvSpPr>
          <p:nvPr/>
        </p:nvSpPr>
        <p:spPr>
          <a:xfrm>
            <a:off x="800100" y="5572125"/>
            <a:ext cx="3228975" cy="3619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① 첫 0: 좌상 채움</a:t>
            </a:r>
          </a:p>
        </p:txBody>
      </p:sp>
      <p:sp>
        <p:nvSpPr>
          <p:cNvPr id="25" name="shape-211">
            <a:extLst>
              <a:ext uri="{FF2B5EF4-FFF2-40B4-BE49-F238E27FC236}">
                <a16:creationId xmlns:a16="http://schemas.microsoft.com/office/drawing/2014/main" id="{FD8ABB51-0EC3-42D3-831B-74D3A61787FC}"/>
              </a:ext>
            </a:extLst>
          </p:cNvPr>
          <p:cNvSpPr>
            <a:spLocks noGrp="1"/>
          </p:cNvSpPr>
          <p:nvPr/>
        </p:nvSpPr>
        <p:spPr>
          <a:xfrm>
            <a:off x="4676775" y="2819400"/>
            <a:ext cx="628650" cy="628650"/>
          </a:xfrm>
          <a:prstGeom prst="rect">
            <a:avLst/>
          </a:prstGeom>
          <a:solidFill>
            <a:srgbClr val="FFFFFF"/>
          </a:solidFill>
          <a:ln w="9525">
            <a:solidFill>
              <a:srgbClr val="A9B1B6"/>
            </a:solidFill>
          </a:ln>
        </p:spPr>
      </p:sp>
      <p:sp>
        <p:nvSpPr>
          <p:cNvPr id="26" name="shape-212">
            <a:extLst>
              <a:ext uri="{FF2B5EF4-FFF2-40B4-BE49-F238E27FC236}">
                <a16:creationId xmlns:a16="http://schemas.microsoft.com/office/drawing/2014/main" id="{85372E0F-55A4-45B1-BD4E-E9D7048D8DF8}"/>
              </a:ext>
            </a:extLst>
          </p:cNvPr>
          <p:cNvSpPr>
            <a:spLocks noGrp="1"/>
          </p:cNvSpPr>
          <p:nvPr/>
        </p:nvSpPr>
        <p:spPr>
          <a:xfrm>
            <a:off x="5305425" y="2819400"/>
            <a:ext cx="628650" cy="628650"/>
          </a:xfrm>
          <a:prstGeom prst="rect">
            <a:avLst/>
          </a:prstGeom>
          <a:solidFill>
            <a:srgbClr val="FFFFFF"/>
          </a:solidFill>
          <a:ln w="9525">
            <a:solidFill>
              <a:srgbClr val="A9B1B6"/>
            </a:solidFill>
          </a:ln>
        </p:spPr>
      </p:sp>
      <p:sp>
        <p:nvSpPr>
          <p:cNvPr id="27" name="shape-213">
            <a:extLst>
              <a:ext uri="{FF2B5EF4-FFF2-40B4-BE49-F238E27FC236}">
                <a16:creationId xmlns:a16="http://schemas.microsoft.com/office/drawing/2014/main" id="{B9D4A2EF-C2BE-41E7-9208-715F86ADF21D}"/>
              </a:ext>
            </a:extLst>
          </p:cNvPr>
          <p:cNvSpPr>
            <a:spLocks noGrp="1"/>
          </p:cNvSpPr>
          <p:nvPr/>
        </p:nvSpPr>
        <p:spPr>
          <a:xfrm>
            <a:off x="5934075" y="2819400"/>
            <a:ext cx="628650" cy="628650"/>
          </a:xfrm>
          <a:prstGeom prst="rect">
            <a:avLst/>
          </a:prstGeom>
          <a:solidFill>
            <a:srgbClr val="26323B"/>
          </a:solidFill>
          <a:ln w="9525">
            <a:solidFill>
              <a:srgbClr val="A9B1B6"/>
            </a:solidFill>
          </a:ln>
        </p:spPr>
      </p:sp>
      <p:sp>
        <p:nvSpPr>
          <p:cNvPr id="28" name="shape-214">
            <a:extLst>
              <a:ext uri="{FF2B5EF4-FFF2-40B4-BE49-F238E27FC236}">
                <a16:creationId xmlns:a16="http://schemas.microsoft.com/office/drawing/2014/main" id="{8309F51F-3913-4A92-976F-E53DB43E486D}"/>
              </a:ext>
            </a:extLst>
          </p:cNvPr>
          <p:cNvSpPr>
            <a:spLocks noGrp="1"/>
          </p:cNvSpPr>
          <p:nvPr/>
        </p:nvSpPr>
        <p:spPr>
          <a:xfrm>
            <a:off x="6562725" y="2819400"/>
            <a:ext cx="628650" cy="628650"/>
          </a:xfrm>
          <a:prstGeom prst="rect">
            <a:avLst/>
          </a:prstGeom>
          <a:solidFill>
            <a:srgbClr val="26323B"/>
          </a:solidFill>
          <a:ln w="9525">
            <a:solidFill>
              <a:srgbClr val="A9B1B6"/>
            </a:solidFill>
          </a:ln>
        </p:spPr>
      </p:sp>
      <p:sp>
        <p:nvSpPr>
          <p:cNvPr id="29" name="shape-215">
            <a:extLst>
              <a:ext uri="{FF2B5EF4-FFF2-40B4-BE49-F238E27FC236}">
                <a16:creationId xmlns:a16="http://schemas.microsoft.com/office/drawing/2014/main" id="{77B80D04-9AAA-4D46-B06A-30F158E535A9}"/>
              </a:ext>
            </a:extLst>
          </p:cNvPr>
          <p:cNvSpPr>
            <a:spLocks noGrp="1"/>
          </p:cNvSpPr>
          <p:nvPr/>
        </p:nvSpPr>
        <p:spPr>
          <a:xfrm>
            <a:off x="4676775" y="3448050"/>
            <a:ext cx="628650" cy="628650"/>
          </a:xfrm>
          <a:prstGeom prst="rect">
            <a:avLst/>
          </a:prstGeom>
          <a:solidFill>
            <a:srgbClr val="FFFFFF"/>
          </a:solidFill>
          <a:ln w="9525">
            <a:solidFill>
              <a:srgbClr val="A9B1B6"/>
            </a:solidFill>
          </a:ln>
        </p:spPr>
      </p:sp>
      <p:sp>
        <p:nvSpPr>
          <p:cNvPr id="30" name="shape-216">
            <a:extLst>
              <a:ext uri="{FF2B5EF4-FFF2-40B4-BE49-F238E27FC236}">
                <a16:creationId xmlns:a16="http://schemas.microsoft.com/office/drawing/2014/main" id="{C2E5F808-621D-4AE5-9E22-95C4DBE5DE16}"/>
              </a:ext>
            </a:extLst>
          </p:cNvPr>
          <p:cNvSpPr>
            <a:spLocks noGrp="1"/>
          </p:cNvSpPr>
          <p:nvPr/>
        </p:nvSpPr>
        <p:spPr>
          <a:xfrm>
            <a:off x="5305425" y="3448050"/>
            <a:ext cx="628650" cy="628650"/>
          </a:xfrm>
          <a:prstGeom prst="rect">
            <a:avLst/>
          </a:prstGeom>
          <a:solidFill>
            <a:srgbClr val="FFFFFF"/>
          </a:solidFill>
          <a:ln w="9525">
            <a:solidFill>
              <a:srgbClr val="A9B1B6"/>
            </a:solidFill>
          </a:ln>
        </p:spPr>
      </p:sp>
      <p:sp>
        <p:nvSpPr>
          <p:cNvPr id="31" name="shape-217">
            <a:extLst>
              <a:ext uri="{FF2B5EF4-FFF2-40B4-BE49-F238E27FC236}">
                <a16:creationId xmlns:a16="http://schemas.microsoft.com/office/drawing/2014/main" id="{066D0AE8-3606-45A8-BDE6-1D206FA6695E}"/>
              </a:ext>
            </a:extLst>
          </p:cNvPr>
          <p:cNvSpPr>
            <a:spLocks noGrp="1"/>
          </p:cNvSpPr>
          <p:nvPr/>
        </p:nvSpPr>
        <p:spPr>
          <a:xfrm>
            <a:off x="5934075" y="3448050"/>
            <a:ext cx="628650" cy="628650"/>
          </a:xfrm>
          <a:prstGeom prst="rect">
            <a:avLst/>
          </a:prstGeom>
          <a:solidFill>
            <a:srgbClr val="26323B"/>
          </a:solidFill>
          <a:ln w="9525">
            <a:solidFill>
              <a:srgbClr val="A9B1B6"/>
            </a:solidFill>
          </a:ln>
        </p:spPr>
      </p:sp>
      <p:sp>
        <p:nvSpPr>
          <p:cNvPr id="32" name="shape-218">
            <a:extLst>
              <a:ext uri="{FF2B5EF4-FFF2-40B4-BE49-F238E27FC236}">
                <a16:creationId xmlns:a16="http://schemas.microsoft.com/office/drawing/2014/main" id="{0AFFA09E-5B2E-4AB2-B0C9-E43040977DB6}"/>
              </a:ext>
            </a:extLst>
          </p:cNvPr>
          <p:cNvSpPr>
            <a:spLocks noGrp="1"/>
          </p:cNvSpPr>
          <p:nvPr/>
        </p:nvSpPr>
        <p:spPr>
          <a:xfrm>
            <a:off x="6562725" y="3448050"/>
            <a:ext cx="628650" cy="628650"/>
          </a:xfrm>
          <a:prstGeom prst="rect">
            <a:avLst/>
          </a:prstGeom>
          <a:solidFill>
            <a:srgbClr val="26323B"/>
          </a:solidFill>
          <a:ln w="9525">
            <a:solidFill>
              <a:srgbClr val="A9B1B6"/>
            </a:solidFill>
          </a:ln>
        </p:spPr>
      </p:sp>
      <p:sp>
        <p:nvSpPr>
          <p:cNvPr id="33" name="shape-219">
            <a:extLst>
              <a:ext uri="{FF2B5EF4-FFF2-40B4-BE49-F238E27FC236}">
                <a16:creationId xmlns:a16="http://schemas.microsoft.com/office/drawing/2014/main" id="{35DF293E-9AF4-4269-8201-C4341AD108E3}"/>
              </a:ext>
            </a:extLst>
          </p:cNvPr>
          <p:cNvSpPr>
            <a:spLocks noGrp="1"/>
          </p:cNvSpPr>
          <p:nvPr/>
        </p:nvSpPr>
        <p:spPr>
          <a:xfrm>
            <a:off x="4676775" y="4076700"/>
            <a:ext cx="628650" cy="628650"/>
          </a:xfrm>
          <a:prstGeom prst="rect">
            <a:avLst/>
          </a:prstGeom>
          <a:solidFill>
            <a:srgbClr val="E4E8EB"/>
          </a:solidFill>
          <a:ln w="9525">
            <a:solidFill>
              <a:srgbClr val="A9B1B6"/>
            </a:solidFill>
          </a:ln>
        </p:spPr>
      </p:sp>
      <p:sp>
        <p:nvSpPr>
          <p:cNvPr id="34" name="shape-220">
            <a:extLst>
              <a:ext uri="{FF2B5EF4-FFF2-40B4-BE49-F238E27FC236}">
                <a16:creationId xmlns:a16="http://schemas.microsoft.com/office/drawing/2014/main" id="{2EEE894B-1821-49DC-8CA5-6F05AA53A653}"/>
              </a:ext>
            </a:extLst>
          </p:cNvPr>
          <p:cNvSpPr>
            <a:spLocks noGrp="1"/>
          </p:cNvSpPr>
          <p:nvPr/>
        </p:nvSpPr>
        <p:spPr>
          <a:xfrm>
            <a:off x="5305425" y="4076700"/>
            <a:ext cx="628650" cy="628650"/>
          </a:xfrm>
          <a:prstGeom prst="rect">
            <a:avLst/>
          </a:prstGeom>
          <a:solidFill>
            <a:srgbClr val="E4E8EB"/>
          </a:solidFill>
          <a:ln w="9525">
            <a:solidFill>
              <a:srgbClr val="A9B1B6"/>
            </a:solidFill>
          </a:ln>
        </p:spPr>
      </p:sp>
      <p:sp>
        <p:nvSpPr>
          <p:cNvPr id="35" name="shape-221">
            <a:extLst>
              <a:ext uri="{FF2B5EF4-FFF2-40B4-BE49-F238E27FC236}">
                <a16:creationId xmlns:a16="http://schemas.microsoft.com/office/drawing/2014/main" id="{17A8A360-996B-4E5E-BECA-98EC79915740}"/>
              </a:ext>
            </a:extLst>
          </p:cNvPr>
          <p:cNvSpPr>
            <a:spLocks noGrp="1"/>
          </p:cNvSpPr>
          <p:nvPr/>
        </p:nvSpPr>
        <p:spPr>
          <a:xfrm>
            <a:off x="5934075" y="4076700"/>
            <a:ext cx="628650" cy="628650"/>
          </a:xfrm>
          <a:prstGeom prst="rect">
            <a:avLst/>
          </a:prstGeom>
          <a:solidFill>
            <a:srgbClr val="E4E8EB"/>
          </a:solidFill>
          <a:ln w="9525">
            <a:solidFill>
              <a:srgbClr val="A9B1B6"/>
            </a:solidFill>
          </a:ln>
        </p:spPr>
      </p:sp>
      <p:sp>
        <p:nvSpPr>
          <p:cNvPr id="36" name="shape-222">
            <a:extLst>
              <a:ext uri="{FF2B5EF4-FFF2-40B4-BE49-F238E27FC236}">
                <a16:creationId xmlns:a16="http://schemas.microsoft.com/office/drawing/2014/main" id="{291EE12F-61A2-4808-A453-24B067E80080}"/>
              </a:ext>
            </a:extLst>
          </p:cNvPr>
          <p:cNvSpPr>
            <a:spLocks noGrp="1"/>
          </p:cNvSpPr>
          <p:nvPr/>
        </p:nvSpPr>
        <p:spPr>
          <a:xfrm>
            <a:off x="6562725" y="4076700"/>
            <a:ext cx="628650" cy="628650"/>
          </a:xfrm>
          <a:prstGeom prst="rect">
            <a:avLst/>
          </a:prstGeom>
          <a:solidFill>
            <a:srgbClr val="E4E8EB"/>
          </a:solidFill>
          <a:ln w="9525">
            <a:solidFill>
              <a:srgbClr val="A9B1B6"/>
            </a:solidFill>
          </a:ln>
        </p:spPr>
      </p:sp>
      <p:sp>
        <p:nvSpPr>
          <p:cNvPr id="37" name="shape-223">
            <a:extLst>
              <a:ext uri="{FF2B5EF4-FFF2-40B4-BE49-F238E27FC236}">
                <a16:creationId xmlns:a16="http://schemas.microsoft.com/office/drawing/2014/main" id="{CDBF1A01-1E1F-499C-BB50-B433ACB3AD52}"/>
              </a:ext>
            </a:extLst>
          </p:cNvPr>
          <p:cNvSpPr>
            <a:spLocks noGrp="1"/>
          </p:cNvSpPr>
          <p:nvPr/>
        </p:nvSpPr>
        <p:spPr>
          <a:xfrm>
            <a:off x="4676775" y="4705350"/>
            <a:ext cx="628650" cy="628650"/>
          </a:xfrm>
          <a:prstGeom prst="rect">
            <a:avLst/>
          </a:prstGeom>
          <a:solidFill>
            <a:srgbClr val="E4E8EB"/>
          </a:solidFill>
          <a:ln w="9525">
            <a:solidFill>
              <a:srgbClr val="A9B1B6"/>
            </a:solidFill>
          </a:ln>
        </p:spPr>
      </p:sp>
      <p:sp>
        <p:nvSpPr>
          <p:cNvPr id="38" name="shape-224">
            <a:extLst>
              <a:ext uri="{FF2B5EF4-FFF2-40B4-BE49-F238E27FC236}">
                <a16:creationId xmlns:a16="http://schemas.microsoft.com/office/drawing/2014/main" id="{F1D99380-6601-4927-A1EE-2CC4FA8ABFED}"/>
              </a:ext>
            </a:extLst>
          </p:cNvPr>
          <p:cNvSpPr>
            <a:spLocks noGrp="1"/>
          </p:cNvSpPr>
          <p:nvPr/>
        </p:nvSpPr>
        <p:spPr>
          <a:xfrm>
            <a:off x="5305425" y="4705350"/>
            <a:ext cx="628650" cy="628650"/>
          </a:xfrm>
          <a:prstGeom prst="rect">
            <a:avLst/>
          </a:prstGeom>
          <a:solidFill>
            <a:srgbClr val="E4E8EB"/>
          </a:solidFill>
          <a:ln w="9525">
            <a:solidFill>
              <a:srgbClr val="A9B1B6"/>
            </a:solidFill>
          </a:ln>
        </p:spPr>
      </p:sp>
      <p:sp>
        <p:nvSpPr>
          <p:cNvPr id="39" name="shape-225">
            <a:extLst>
              <a:ext uri="{FF2B5EF4-FFF2-40B4-BE49-F238E27FC236}">
                <a16:creationId xmlns:a16="http://schemas.microsoft.com/office/drawing/2014/main" id="{4BC30B7E-6E5C-449C-899B-1CE6C4EC6BE0}"/>
              </a:ext>
            </a:extLst>
          </p:cNvPr>
          <p:cNvSpPr>
            <a:spLocks noGrp="1"/>
          </p:cNvSpPr>
          <p:nvPr/>
        </p:nvSpPr>
        <p:spPr>
          <a:xfrm>
            <a:off x="5934075" y="4705350"/>
            <a:ext cx="628650" cy="628650"/>
          </a:xfrm>
          <a:prstGeom prst="rect">
            <a:avLst/>
          </a:prstGeom>
          <a:solidFill>
            <a:srgbClr val="E4E8EB"/>
          </a:solidFill>
          <a:ln w="9525">
            <a:solidFill>
              <a:srgbClr val="A9B1B6"/>
            </a:solidFill>
          </a:ln>
        </p:spPr>
      </p:sp>
      <p:sp>
        <p:nvSpPr>
          <p:cNvPr id="40" name="shape-226">
            <a:extLst>
              <a:ext uri="{FF2B5EF4-FFF2-40B4-BE49-F238E27FC236}">
                <a16:creationId xmlns:a16="http://schemas.microsoft.com/office/drawing/2014/main" id="{F6448882-6D12-4AF4-B019-FE414CEA938E}"/>
              </a:ext>
            </a:extLst>
          </p:cNvPr>
          <p:cNvSpPr>
            <a:spLocks noGrp="1"/>
          </p:cNvSpPr>
          <p:nvPr/>
        </p:nvSpPr>
        <p:spPr>
          <a:xfrm>
            <a:off x="6562725" y="4705350"/>
            <a:ext cx="628650" cy="628650"/>
          </a:xfrm>
          <a:prstGeom prst="rect">
            <a:avLst/>
          </a:prstGeom>
          <a:solidFill>
            <a:srgbClr val="E4E8EB"/>
          </a:solidFill>
          <a:ln w="9525">
            <a:solidFill>
              <a:srgbClr val="A9B1B6"/>
            </a:solidFill>
          </a:ln>
        </p:spPr>
      </p:sp>
      <p:sp>
        <p:nvSpPr>
          <p:cNvPr id="41" name="shape-227">
            <a:extLst>
              <a:ext uri="{FF2B5EF4-FFF2-40B4-BE49-F238E27FC236}">
                <a16:creationId xmlns:a16="http://schemas.microsoft.com/office/drawing/2014/main" id="{DC5A2B6C-3A45-4BB5-86E6-AFA35E8FD176}"/>
              </a:ext>
            </a:extLst>
          </p:cNvPr>
          <p:cNvSpPr>
            <a:spLocks noGrp="1"/>
          </p:cNvSpPr>
          <p:nvPr/>
        </p:nvSpPr>
        <p:spPr>
          <a:xfrm>
            <a:off x="4543425" y="5572125"/>
            <a:ext cx="3228975" cy="3619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② 다음 1: 우상 채움</a:t>
            </a:r>
          </a:p>
        </p:txBody>
      </p:sp>
      <p:sp>
        <p:nvSpPr>
          <p:cNvPr id="42" name="shape-228">
            <a:extLst>
              <a:ext uri="{FF2B5EF4-FFF2-40B4-BE49-F238E27FC236}">
                <a16:creationId xmlns:a16="http://schemas.microsoft.com/office/drawing/2014/main" id="{257A95CE-68F1-49DF-A538-14E9CDE0244D}"/>
              </a:ext>
            </a:extLst>
          </p:cNvPr>
          <p:cNvSpPr>
            <a:spLocks noGrp="1"/>
          </p:cNvSpPr>
          <p:nvPr/>
        </p:nvSpPr>
        <p:spPr>
          <a:xfrm>
            <a:off x="8420100" y="2819400"/>
            <a:ext cx="628650" cy="628650"/>
          </a:xfrm>
          <a:prstGeom prst="rect">
            <a:avLst/>
          </a:prstGeom>
          <a:solidFill>
            <a:srgbClr val="FFFFFF"/>
          </a:solidFill>
          <a:ln w="9525">
            <a:solidFill>
              <a:srgbClr val="A9B1B6"/>
            </a:solidFill>
          </a:ln>
        </p:spPr>
      </p:sp>
      <p:sp>
        <p:nvSpPr>
          <p:cNvPr id="43" name="shape-229">
            <a:extLst>
              <a:ext uri="{FF2B5EF4-FFF2-40B4-BE49-F238E27FC236}">
                <a16:creationId xmlns:a16="http://schemas.microsoft.com/office/drawing/2014/main" id="{1A08632C-25CE-43F5-856E-8D60A7348459}"/>
              </a:ext>
            </a:extLst>
          </p:cNvPr>
          <p:cNvSpPr>
            <a:spLocks noGrp="1"/>
          </p:cNvSpPr>
          <p:nvPr/>
        </p:nvSpPr>
        <p:spPr>
          <a:xfrm>
            <a:off x="9048750" y="2819400"/>
            <a:ext cx="628650" cy="628650"/>
          </a:xfrm>
          <a:prstGeom prst="rect">
            <a:avLst/>
          </a:prstGeom>
          <a:solidFill>
            <a:srgbClr val="FFFFFF"/>
          </a:solidFill>
          <a:ln w="9525">
            <a:solidFill>
              <a:srgbClr val="A9B1B6"/>
            </a:solidFill>
          </a:ln>
        </p:spPr>
      </p:sp>
      <p:sp>
        <p:nvSpPr>
          <p:cNvPr id="44" name="shape-230">
            <a:extLst>
              <a:ext uri="{FF2B5EF4-FFF2-40B4-BE49-F238E27FC236}">
                <a16:creationId xmlns:a16="http://schemas.microsoft.com/office/drawing/2014/main" id="{90181037-DB5A-4B24-A286-433B935D10AC}"/>
              </a:ext>
            </a:extLst>
          </p:cNvPr>
          <p:cNvSpPr>
            <a:spLocks noGrp="1"/>
          </p:cNvSpPr>
          <p:nvPr/>
        </p:nvSpPr>
        <p:spPr>
          <a:xfrm>
            <a:off x="9677400" y="2819400"/>
            <a:ext cx="628650" cy="628650"/>
          </a:xfrm>
          <a:prstGeom prst="rect">
            <a:avLst/>
          </a:prstGeom>
          <a:solidFill>
            <a:srgbClr val="26323B"/>
          </a:solidFill>
          <a:ln w="9525">
            <a:solidFill>
              <a:srgbClr val="A9B1B6"/>
            </a:solidFill>
          </a:ln>
        </p:spPr>
      </p:sp>
      <p:sp>
        <p:nvSpPr>
          <p:cNvPr id="45" name="shape-231">
            <a:extLst>
              <a:ext uri="{FF2B5EF4-FFF2-40B4-BE49-F238E27FC236}">
                <a16:creationId xmlns:a16="http://schemas.microsoft.com/office/drawing/2014/main" id="{F3CD9D12-D0FE-4A7F-A806-6B410E984E52}"/>
              </a:ext>
            </a:extLst>
          </p:cNvPr>
          <p:cNvSpPr>
            <a:spLocks noGrp="1"/>
          </p:cNvSpPr>
          <p:nvPr/>
        </p:nvSpPr>
        <p:spPr>
          <a:xfrm>
            <a:off x="10306050" y="2819400"/>
            <a:ext cx="628650" cy="628650"/>
          </a:xfrm>
          <a:prstGeom prst="rect">
            <a:avLst/>
          </a:prstGeom>
          <a:solidFill>
            <a:srgbClr val="26323B"/>
          </a:solidFill>
          <a:ln w="9525">
            <a:solidFill>
              <a:srgbClr val="A9B1B6"/>
            </a:solidFill>
          </a:ln>
        </p:spPr>
      </p:sp>
      <p:sp>
        <p:nvSpPr>
          <p:cNvPr id="46" name="shape-232">
            <a:extLst>
              <a:ext uri="{FF2B5EF4-FFF2-40B4-BE49-F238E27FC236}">
                <a16:creationId xmlns:a16="http://schemas.microsoft.com/office/drawing/2014/main" id="{BBEB8580-C941-4CC3-9B78-A0082A6BCACA}"/>
              </a:ext>
            </a:extLst>
          </p:cNvPr>
          <p:cNvSpPr>
            <a:spLocks noGrp="1"/>
          </p:cNvSpPr>
          <p:nvPr/>
        </p:nvSpPr>
        <p:spPr>
          <a:xfrm>
            <a:off x="8420100" y="3448050"/>
            <a:ext cx="628650" cy="628650"/>
          </a:xfrm>
          <a:prstGeom prst="rect">
            <a:avLst/>
          </a:prstGeom>
          <a:solidFill>
            <a:srgbClr val="FFFFFF"/>
          </a:solidFill>
          <a:ln w="9525">
            <a:solidFill>
              <a:srgbClr val="A9B1B6"/>
            </a:solidFill>
          </a:ln>
        </p:spPr>
      </p:sp>
      <p:sp>
        <p:nvSpPr>
          <p:cNvPr id="47" name="shape-233">
            <a:extLst>
              <a:ext uri="{FF2B5EF4-FFF2-40B4-BE49-F238E27FC236}">
                <a16:creationId xmlns:a16="http://schemas.microsoft.com/office/drawing/2014/main" id="{57BFB5B5-918D-4B89-B4F2-3DEE8A370590}"/>
              </a:ext>
            </a:extLst>
          </p:cNvPr>
          <p:cNvSpPr>
            <a:spLocks noGrp="1"/>
          </p:cNvSpPr>
          <p:nvPr/>
        </p:nvSpPr>
        <p:spPr>
          <a:xfrm>
            <a:off x="9048750" y="3448050"/>
            <a:ext cx="628650" cy="628650"/>
          </a:xfrm>
          <a:prstGeom prst="rect">
            <a:avLst/>
          </a:prstGeom>
          <a:solidFill>
            <a:srgbClr val="FFFFFF"/>
          </a:solidFill>
          <a:ln w="9525">
            <a:solidFill>
              <a:srgbClr val="A9B1B6"/>
            </a:solidFill>
          </a:ln>
        </p:spPr>
      </p:sp>
      <p:sp>
        <p:nvSpPr>
          <p:cNvPr id="48" name="shape-234">
            <a:extLst>
              <a:ext uri="{FF2B5EF4-FFF2-40B4-BE49-F238E27FC236}">
                <a16:creationId xmlns:a16="http://schemas.microsoft.com/office/drawing/2014/main" id="{662622AA-984F-4C55-926F-7C469527C927}"/>
              </a:ext>
            </a:extLst>
          </p:cNvPr>
          <p:cNvSpPr>
            <a:spLocks noGrp="1"/>
          </p:cNvSpPr>
          <p:nvPr/>
        </p:nvSpPr>
        <p:spPr>
          <a:xfrm>
            <a:off x="9677400" y="3448050"/>
            <a:ext cx="628650" cy="628650"/>
          </a:xfrm>
          <a:prstGeom prst="rect">
            <a:avLst/>
          </a:prstGeom>
          <a:solidFill>
            <a:srgbClr val="26323B"/>
          </a:solidFill>
          <a:ln w="9525">
            <a:solidFill>
              <a:srgbClr val="A9B1B6"/>
            </a:solidFill>
          </a:ln>
        </p:spPr>
      </p:sp>
      <p:sp>
        <p:nvSpPr>
          <p:cNvPr id="49" name="shape-235">
            <a:extLst>
              <a:ext uri="{FF2B5EF4-FFF2-40B4-BE49-F238E27FC236}">
                <a16:creationId xmlns:a16="http://schemas.microsoft.com/office/drawing/2014/main" id="{EB018C47-FE95-4FC4-B68C-BC766C5EDC11}"/>
              </a:ext>
            </a:extLst>
          </p:cNvPr>
          <p:cNvSpPr>
            <a:spLocks noGrp="1"/>
          </p:cNvSpPr>
          <p:nvPr/>
        </p:nvSpPr>
        <p:spPr>
          <a:xfrm>
            <a:off x="10306050" y="3448050"/>
            <a:ext cx="628650" cy="628650"/>
          </a:xfrm>
          <a:prstGeom prst="rect">
            <a:avLst/>
          </a:prstGeom>
          <a:solidFill>
            <a:srgbClr val="26323B"/>
          </a:solidFill>
          <a:ln w="9525">
            <a:solidFill>
              <a:srgbClr val="A9B1B6"/>
            </a:solidFill>
          </a:ln>
        </p:spPr>
      </p:sp>
      <p:sp>
        <p:nvSpPr>
          <p:cNvPr id="50" name="shape-236">
            <a:extLst>
              <a:ext uri="{FF2B5EF4-FFF2-40B4-BE49-F238E27FC236}">
                <a16:creationId xmlns:a16="http://schemas.microsoft.com/office/drawing/2014/main" id="{2DB711BA-C6F5-4D8C-A84A-C0E11CC4DBDC}"/>
              </a:ext>
            </a:extLst>
          </p:cNvPr>
          <p:cNvSpPr>
            <a:spLocks noGrp="1"/>
          </p:cNvSpPr>
          <p:nvPr/>
        </p:nvSpPr>
        <p:spPr>
          <a:xfrm>
            <a:off x="8420100" y="4076700"/>
            <a:ext cx="628650" cy="628650"/>
          </a:xfrm>
          <a:prstGeom prst="rect">
            <a:avLst/>
          </a:prstGeom>
          <a:solidFill>
            <a:srgbClr val="26323B"/>
          </a:solidFill>
          <a:ln w="9525">
            <a:solidFill>
              <a:srgbClr val="A9B1B6"/>
            </a:solidFill>
          </a:ln>
        </p:spPr>
      </p:sp>
      <p:sp>
        <p:nvSpPr>
          <p:cNvPr id="51" name="shape-237">
            <a:extLst>
              <a:ext uri="{FF2B5EF4-FFF2-40B4-BE49-F238E27FC236}">
                <a16:creationId xmlns:a16="http://schemas.microsoft.com/office/drawing/2014/main" id="{6EF9BCB9-FF18-4E15-9AC1-676D275B79AD}"/>
              </a:ext>
            </a:extLst>
          </p:cNvPr>
          <p:cNvSpPr>
            <a:spLocks noGrp="1"/>
          </p:cNvSpPr>
          <p:nvPr/>
        </p:nvSpPr>
        <p:spPr>
          <a:xfrm>
            <a:off x="9048750" y="4076700"/>
            <a:ext cx="628650" cy="628650"/>
          </a:xfrm>
          <a:prstGeom prst="rect">
            <a:avLst/>
          </a:prstGeom>
          <a:solidFill>
            <a:srgbClr val="26323B"/>
          </a:solidFill>
          <a:ln w="9525">
            <a:solidFill>
              <a:srgbClr val="A9B1B6"/>
            </a:solidFill>
          </a:ln>
        </p:spPr>
      </p:sp>
      <p:sp>
        <p:nvSpPr>
          <p:cNvPr id="52" name="shape-238">
            <a:extLst>
              <a:ext uri="{FF2B5EF4-FFF2-40B4-BE49-F238E27FC236}">
                <a16:creationId xmlns:a16="http://schemas.microsoft.com/office/drawing/2014/main" id="{DB414C22-D2AB-47B1-9DE3-1178C6C2CE94}"/>
              </a:ext>
            </a:extLst>
          </p:cNvPr>
          <p:cNvSpPr>
            <a:spLocks noGrp="1"/>
          </p:cNvSpPr>
          <p:nvPr/>
        </p:nvSpPr>
        <p:spPr>
          <a:xfrm>
            <a:off x="9677400" y="4076700"/>
            <a:ext cx="628650" cy="628650"/>
          </a:xfrm>
          <a:prstGeom prst="rect">
            <a:avLst/>
          </a:prstGeom>
          <a:solidFill>
            <a:srgbClr val="FFFFFF"/>
          </a:solidFill>
          <a:ln w="9525">
            <a:solidFill>
              <a:srgbClr val="A9B1B6"/>
            </a:solidFill>
          </a:ln>
        </p:spPr>
      </p:sp>
      <p:sp>
        <p:nvSpPr>
          <p:cNvPr id="53" name="shape-239">
            <a:extLst>
              <a:ext uri="{FF2B5EF4-FFF2-40B4-BE49-F238E27FC236}">
                <a16:creationId xmlns:a16="http://schemas.microsoft.com/office/drawing/2014/main" id="{4F62CC6D-7709-40EF-93D3-02F70F0F478D}"/>
              </a:ext>
            </a:extLst>
          </p:cNvPr>
          <p:cNvSpPr>
            <a:spLocks noGrp="1"/>
          </p:cNvSpPr>
          <p:nvPr/>
        </p:nvSpPr>
        <p:spPr>
          <a:xfrm>
            <a:off x="10306050" y="4076700"/>
            <a:ext cx="628650" cy="628650"/>
          </a:xfrm>
          <a:prstGeom prst="rect">
            <a:avLst/>
          </a:prstGeom>
          <a:solidFill>
            <a:srgbClr val="FFFFFF"/>
          </a:solidFill>
          <a:ln w="9525">
            <a:solidFill>
              <a:srgbClr val="A9B1B6"/>
            </a:solidFill>
          </a:ln>
        </p:spPr>
      </p:sp>
      <p:sp>
        <p:nvSpPr>
          <p:cNvPr id="54" name="shape-240">
            <a:extLst>
              <a:ext uri="{FF2B5EF4-FFF2-40B4-BE49-F238E27FC236}">
                <a16:creationId xmlns:a16="http://schemas.microsoft.com/office/drawing/2014/main" id="{6B4209DE-366E-418E-BFB0-9B83FDD5ACC4}"/>
              </a:ext>
            </a:extLst>
          </p:cNvPr>
          <p:cNvSpPr>
            <a:spLocks noGrp="1"/>
          </p:cNvSpPr>
          <p:nvPr/>
        </p:nvSpPr>
        <p:spPr>
          <a:xfrm>
            <a:off x="8420100" y="4705350"/>
            <a:ext cx="628650" cy="628650"/>
          </a:xfrm>
          <a:prstGeom prst="rect">
            <a:avLst/>
          </a:prstGeom>
          <a:solidFill>
            <a:srgbClr val="26323B"/>
          </a:solidFill>
          <a:ln w="9525">
            <a:solidFill>
              <a:srgbClr val="A9B1B6"/>
            </a:solidFill>
          </a:ln>
        </p:spPr>
      </p:sp>
      <p:sp>
        <p:nvSpPr>
          <p:cNvPr id="55" name="shape-241">
            <a:extLst>
              <a:ext uri="{FF2B5EF4-FFF2-40B4-BE49-F238E27FC236}">
                <a16:creationId xmlns:a16="http://schemas.microsoft.com/office/drawing/2014/main" id="{3E246506-A1AD-40AC-BA8D-E4848996EF8A}"/>
              </a:ext>
            </a:extLst>
          </p:cNvPr>
          <p:cNvSpPr>
            <a:spLocks noGrp="1"/>
          </p:cNvSpPr>
          <p:nvPr/>
        </p:nvSpPr>
        <p:spPr>
          <a:xfrm>
            <a:off x="9048750" y="4705350"/>
            <a:ext cx="628650" cy="628650"/>
          </a:xfrm>
          <a:prstGeom prst="rect">
            <a:avLst/>
          </a:prstGeom>
          <a:solidFill>
            <a:srgbClr val="26323B"/>
          </a:solidFill>
          <a:ln w="9525">
            <a:solidFill>
              <a:srgbClr val="A9B1B6"/>
            </a:solidFill>
          </a:ln>
        </p:spPr>
      </p:sp>
      <p:sp>
        <p:nvSpPr>
          <p:cNvPr id="56" name="shape-242">
            <a:extLst>
              <a:ext uri="{FF2B5EF4-FFF2-40B4-BE49-F238E27FC236}">
                <a16:creationId xmlns:a16="http://schemas.microsoft.com/office/drawing/2014/main" id="{A594340A-1871-4A58-A1CD-058D1655DEC2}"/>
              </a:ext>
            </a:extLst>
          </p:cNvPr>
          <p:cNvSpPr>
            <a:spLocks noGrp="1"/>
          </p:cNvSpPr>
          <p:nvPr/>
        </p:nvSpPr>
        <p:spPr>
          <a:xfrm>
            <a:off x="9677400" y="4705350"/>
            <a:ext cx="628650" cy="628650"/>
          </a:xfrm>
          <a:prstGeom prst="rect">
            <a:avLst/>
          </a:prstGeom>
          <a:solidFill>
            <a:srgbClr val="FFFFFF"/>
          </a:solidFill>
          <a:ln w="9525">
            <a:solidFill>
              <a:srgbClr val="A9B1B6"/>
            </a:solidFill>
          </a:ln>
        </p:spPr>
      </p:sp>
      <p:sp>
        <p:nvSpPr>
          <p:cNvPr id="57" name="shape-243">
            <a:extLst>
              <a:ext uri="{FF2B5EF4-FFF2-40B4-BE49-F238E27FC236}">
                <a16:creationId xmlns:a16="http://schemas.microsoft.com/office/drawing/2014/main" id="{895943E0-D591-4DB5-A73F-E710E08BF319}"/>
              </a:ext>
            </a:extLst>
          </p:cNvPr>
          <p:cNvSpPr>
            <a:spLocks noGrp="1"/>
          </p:cNvSpPr>
          <p:nvPr/>
        </p:nvSpPr>
        <p:spPr>
          <a:xfrm>
            <a:off x="10306050" y="4705350"/>
            <a:ext cx="628650" cy="628650"/>
          </a:xfrm>
          <a:prstGeom prst="rect">
            <a:avLst/>
          </a:prstGeom>
          <a:solidFill>
            <a:srgbClr val="FFFFFF"/>
          </a:solidFill>
          <a:ln w="9525">
            <a:solidFill>
              <a:srgbClr val="A9B1B6"/>
            </a:solidFill>
          </a:ln>
        </p:spPr>
      </p:sp>
      <p:sp>
        <p:nvSpPr>
          <p:cNvPr id="58" name="shape-244">
            <a:extLst>
              <a:ext uri="{FF2B5EF4-FFF2-40B4-BE49-F238E27FC236}">
                <a16:creationId xmlns:a16="http://schemas.microsoft.com/office/drawing/2014/main" id="{EC517AD4-CBDD-4DD7-8208-37F3EA49AA7D}"/>
              </a:ext>
            </a:extLst>
          </p:cNvPr>
          <p:cNvSpPr>
            <a:spLocks noGrp="1"/>
          </p:cNvSpPr>
          <p:nvPr/>
        </p:nvSpPr>
        <p:spPr>
          <a:xfrm>
            <a:off x="8286750" y="5572125"/>
            <a:ext cx="3228975" cy="361950"/>
          </a:xfrm>
          <a:prstGeom prst="rect">
            <a:avLst/>
          </a:prstGeom>
          <a:noFill/>
          <a:ln w="0">
            <a:noFill/>
          </a:ln>
        </p:spPr>
        <p:txBody>
          <a:bodyPr wrap="none" lIns="0" tIns="0" rIns="0" bIns="0" anchor="t">
            <a:noAutofit/>
          </a:bodyPr>
          <a:lstStyle>
            <a:defPPr algn="l">
              <a:defRPr sz="1800" b="1">
                <a:solidFill>
                  <a:srgbClr val="151515"/>
                </a:solidFill>
                <a:latin typeface="Malgun Gothic"/>
                <a:ea typeface="Malgun Gothic"/>
                <a:cs typeface="Malgun Gothic"/>
              </a:defRPr>
            </a:defPPr>
          </a:lstStyle>
          <a:p>
            <a:pPr algn="l">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③ 나머지 1, 0도 채움</a:t>
            </a:r>
          </a:p>
        </p:txBody>
      </p:sp>
      <p:sp>
        <p:nvSpPr>
          <p:cNvPr id="59" name="shape-245">
            <a:extLst>
              <a:ext uri="{FF2B5EF4-FFF2-40B4-BE49-F238E27FC236}">
                <a16:creationId xmlns:a16="http://schemas.microsoft.com/office/drawing/2014/main" id="{15DE664A-CB78-42C8-B217-B9C93468C9C6}"/>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회색은 아직 채우지 않은 영역입니다. 마지막 그림은 입력의 16칸과 모두 같습니다.</a:t>
            </a:r>
          </a:p>
        </p:txBody>
      </p:sp>
    </p:spTree>
    <p:extLst>
      <p:ext uri="{BB962C8B-B14F-4D97-AF65-F5344CB8AC3E}">
        <p14:creationId xmlns:p14="http://schemas.microsoft.com/office/powerpoint/2010/main" val="389980208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shape-246">
            <a:extLst>
              <a:ext uri="{FF2B5EF4-FFF2-40B4-BE49-F238E27FC236}">
                <a16:creationId xmlns:a16="http://schemas.microsoft.com/office/drawing/2014/main" id="{EEF01CC7-AFCD-4244-983F-1C1568482AA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247">
            <a:extLst>
              <a:ext uri="{FF2B5EF4-FFF2-40B4-BE49-F238E27FC236}">
                <a16:creationId xmlns:a16="http://schemas.microsoft.com/office/drawing/2014/main" id="{10349573-8165-4177-8A70-C4CF41BAAD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248">
            <a:extLst>
              <a:ext uri="{FF2B5EF4-FFF2-40B4-BE49-F238E27FC236}">
                <a16:creationId xmlns:a16="http://schemas.microsoft.com/office/drawing/2014/main" id="{EF6DFD26-86C4-4F7B-BB8A-92D60BFEF7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섞인 자식도 같은 규칙으로 다시 나눕니다</a:t>
            </a:r>
          </a:p>
        </p:txBody>
      </p:sp>
      <p:sp>
        <p:nvSpPr>
          <p:cNvPr id="4" name="shape-249">
            <a:extLst>
              <a:ext uri="{FF2B5EF4-FFF2-40B4-BE49-F238E27FC236}">
                <a16:creationId xmlns:a16="http://schemas.microsoft.com/office/drawing/2014/main" id="{94886916-0055-45D9-ABF6-DBDC6D98ED92}"/>
              </a:ext>
            </a:extLst>
          </p:cNvPr>
          <p:cNvSpPr>
            <a:spLocks noGrp="1"/>
          </p:cNvSpPr>
          <p:nvPr/>
        </p:nvSpPr>
        <p:spPr>
          <a:xfrm>
            <a:off x="609600" y="1381125"/>
            <a:ext cx="10972800" cy="9525"/>
          </a:xfrm>
          <a:prstGeom prst="rect">
            <a:avLst/>
          </a:prstGeom>
          <a:solidFill>
            <a:srgbClr val="151515"/>
          </a:solidFill>
          <a:ln w="0">
            <a:noFill/>
          </a:ln>
        </p:spPr>
      </p:sp>
      <p:sp>
        <p:nvSpPr>
          <p:cNvPr id="5" name="shape-250">
            <a:extLst>
              <a:ext uri="{FF2B5EF4-FFF2-40B4-BE49-F238E27FC236}">
                <a16:creationId xmlns:a16="http://schemas.microsoft.com/office/drawing/2014/main" id="{158E1416-C9E1-477B-A883-37BFCDEDFA2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0E5D9E7-7E9B-402A-9C1A-0F1FAAE30E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188</a:t>
            </a:r>
            <a:endParaRPr sz="1050" b="0">
              <a:solidFill>
                <a:srgbClr val="151515"/>
              </a:solidFill>
              <a:latin typeface="Consolas"/>
              <a:ea typeface="Consolas"/>
              <a:cs typeface="Consolas"/>
            </a:endParaRPr>
          </a:p>
        </p:txBody>
      </p:sp>
      <p:sp>
        <p:nvSpPr>
          <p:cNvPr id="7" name="shape-252">
            <a:extLst>
              <a:ext uri="{FF2B5EF4-FFF2-40B4-BE49-F238E27FC236}">
                <a16:creationId xmlns:a16="http://schemas.microsoft.com/office/drawing/2014/main" id="{C9345FFC-6CA0-4657-965E-897EB6084289}"/>
              </a:ext>
            </a:extLst>
          </p:cNvPr>
          <p:cNvSpPr>
            <a:spLocks noGrp="1"/>
          </p:cNvSpPr>
          <p:nvPr/>
        </p:nvSpPr>
        <p:spPr>
          <a:xfrm>
            <a:off x="895350" y="2276475"/>
            <a:ext cx="790575" cy="790575"/>
          </a:xfrm>
          <a:prstGeom prst="rect">
            <a:avLst/>
          </a:prstGeom>
          <a:solidFill>
            <a:srgbClr val="FFFFFF"/>
          </a:solidFill>
          <a:ln w="9525">
            <a:solidFill>
              <a:srgbClr val="A9B1B6"/>
            </a:solidFill>
          </a:ln>
        </p:spPr>
      </p:sp>
      <p:sp>
        <p:nvSpPr>
          <p:cNvPr id="8" name="shape-253">
            <a:extLst>
              <a:ext uri="{FF2B5EF4-FFF2-40B4-BE49-F238E27FC236}">
                <a16:creationId xmlns:a16="http://schemas.microsoft.com/office/drawing/2014/main" id="{266BBCAA-288F-479C-8DA8-8B8A3DE5E9BC}"/>
              </a:ext>
            </a:extLst>
          </p:cNvPr>
          <p:cNvSpPr>
            <a:spLocks noGrp="1"/>
          </p:cNvSpPr>
          <p:nvPr/>
        </p:nvSpPr>
        <p:spPr>
          <a:xfrm>
            <a:off x="895350" y="241877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9" name="shape-254">
            <a:extLst>
              <a:ext uri="{FF2B5EF4-FFF2-40B4-BE49-F238E27FC236}">
                <a16:creationId xmlns:a16="http://schemas.microsoft.com/office/drawing/2014/main" id="{6913520A-79D5-4362-B6F1-8BC980D74B71}"/>
              </a:ext>
            </a:extLst>
          </p:cNvPr>
          <p:cNvSpPr>
            <a:spLocks noGrp="1"/>
          </p:cNvSpPr>
          <p:nvPr/>
        </p:nvSpPr>
        <p:spPr>
          <a:xfrm>
            <a:off x="1685925" y="2276475"/>
            <a:ext cx="790575" cy="790575"/>
          </a:xfrm>
          <a:prstGeom prst="rect">
            <a:avLst/>
          </a:prstGeom>
          <a:solidFill>
            <a:srgbClr val="FFFFFF"/>
          </a:solidFill>
          <a:ln w="9525">
            <a:solidFill>
              <a:srgbClr val="A9B1B6"/>
            </a:solidFill>
          </a:ln>
        </p:spPr>
      </p:sp>
      <p:sp>
        <p:nvSpPr>
          <p:cNvPr id="10" name="shape-255">
            <a:extLst>
              <a:ext uri="{FF2B5EF4-FFF2-40B4-BE49-F238E27FC236}">
                <a16:creationId xmlns:a16="http://schemas.microsoft.com/office/drawing/2014/main" id="{0C971A6A-88EA-4146-B933-ED48B440D7B9}"/>
              </a:ext>
            </a:extLst>
          </p:cNvPr>
          <p:cNvSpPr>
            <a:spLocks noGrp="1"/>
          </p:cNvSpPr>
          <p:nvPr/>
        </p:nvSpPr>
        <p:spPr>
          <a:xfrm>
            <a:off x="1685925" y="241877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11" name="shape-256">
            <a:extLst>
              <a:ext uri="{FF2B5EF4-FFF2-40B4-BE49-F238E27FC236}">
                <a16:creationId xmlns:a16="http://schemas.microsoft.com/office/drawing/2014/main" id="{1B44A094-856B-4D6F-8FA4-7DDB128B8B9C}"/>
              </a:ext>
            </a:extLst>
          </p:cNvPr>
          <p:cNvSpPr>
            <a:spLocks noGrp="1"/>
          </p:cNvSpPr>
          <p:nvPr/>
        </p:nvSpPr>
        <p:spPr>
          <a:xfrm>
            <a:off x="2476500" y="2276475"/>
            <a:ext cx="790575" cy="790575"/>
          </a:xfrm>
          <a:prstGeom prst="rect">
            <a:avLst/>
          </a:prstGeom>
          <a:solidFill>
            <a:srgbClr val="26323B"/>
          </a:solidFill>
          <a:ln w="9525">
            <a:solidFill>
              <a:srgbClr val="A9B1B6"/>
            </a:solidFill>
          </a:ln>
        </p:spPr>
      </p:sp>
      <p:sp>
        <p:nvSpPr>
          <p:cNvPr id="12" name="shape-257">
            <a:extLst>
              <a:ext uri="{FF2B5EF4-FFF2-40B4-BE49-F238E27FC236}">
                <a16:creationId xmlns:a16="http://schemas.microsoft.com/office/drawing/2014/main" id="{BAE5D107-F500-4DEC-ADAB-073EBE336464}"/>
              </a:ext>
            </a:extLst>
          </p:cNvPr>
          <p:cNvSpPr>
            <a:spLocks noGrp="1"/>
          </p:cNvSpPr>
          <p:nvPr/>
        </p:nvSpPr>
        <p:spPr>
          <a:xfrm>
            <a:off x="2476500" y="2418779"/>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13" name="shape-258">
            <a:extLst>
              <a:ext uri="{FF2B5EF4-FFF2-40B4-BE49-F238E27FC236}">
                <a16:creationId xmlns:a16="http://schemas.microsoft.com/office/drawing/2014/main" id="{B4EEB3C4-9F25-4BCF-99E0-52FFC01BC48E}"/>
              </a:ext>
            </a:extLst>
          </p:cNvPr>
          <p:cNvSpPr>
            <a:spLocks noGrp="1"/>
          </p:cNvSpPr>
          <p:nvPr/>
        </p:nvSpPr>
        <p:spPr>
          <a:xfrm>
            <a:off x="3267075" y="2276475"/>
            <a:ext cx="790575" cy="790575"/>
          </a:xfrm>
          <a:prstGeom prst="rect">
            <a:avLst/>
          </a:prstGeom>
          <a:solidFill>
            <a:srgbClr val="26323B"/>
          </a:solidFill>
          <a:ln w="9525">
            <a:solidFill>
              <a:srgbClr val="A9B1B6"/>
            </a:solidFill>
          </a:ln>
        </p:spPr>
      </p:sp>
      <p:sp>
        <p:nvSpPr>
          <p:cNvPr id="14" name="shape-259">
            <a:extLst>
              <a:ext uri="{FF2B5EF4-FFF2-40B4-BE49-F238E27FC236}">
                <a16:creationId xmlns:a16="http://schemas.microsoft.com/office/drawing/2014/main" id="{97CB04DA-23FF-4586-B35C-DAA05EFBD1A5}"/>
              </a:ext>
            </a:extLst>
          </p:cNvPr>
          <p:cNvSpPr>
            <a:spLocks noGrp="1"/>
          </p:cNvSpPr>
          <p:nvPr/>
        </p:nvSpPr>
        <p:spPr>
          <a:xfrm>
            <a:off x="3267075" y="2418779"/>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15" name="shape-260">
            <a:extLst>
              <a:ext uri="{FF2B5EF4-FFF2-40B4-BE49-F238E27FC236}">
                <a16:creationId xmlns:a16="http://schemas.microsoft.com/office/drawing/2014/main" id="{93F81C23-76BE-4DD0-90FE-C515D07880C5}"/>
              </a:ext>
            </a:extLst>
          </p:cNvPr>
          <p:cNvSpPr>
            <a:spLocks noGrp="1"/>
          </p:cNvSpPr>
          <p:nvPr/>
        </p:nvSpPr>
        <p:spPr>
          <a:xfrm>
            <a:off x="895350" y="3067050"/>
            <a:ext cx="790575" cy="790575"/>
          </a:xfrm>
          <a:prstGeom prst="rect">
            <a:avLst/>
          </a:prstGeom>
          <a:solidFill>
            <a:srgbClr val="FFFFFF"/>
          </a:solidFill>
          <a:ln w="9525">
            <a:solidFill>
              <a:srgbClr val="A9B1B6"/>
            </a:solidFill>
          </a:ln>
        </p:spPr>
      </p:sp>
      <p:sp>
        <p:nvSpPr>
          <p:cNvPr id="16" name="shape-261">
            <a:extLst>
              <a:ext uri="{FF2B5EF4-FFF2-40B4-BE49-F238E27FC236}">
                <a16:creationId xmlns:a16="http://schemas.microsoft.com/office/drawing/2014/main" id="{51E06189-3E47-4809-95C4-5478B2B49251}"/>
              </a:ext>
            </a:extLst>
          </p:cNvPr>
          <p:cNvSpPr>
            <a:spLocks noGrp="1"/>
          </p:cNvSpPr>
          <p:nvPr/>
        </p:nvSpPr>
        <p:spPr>
          <a:xfrm>
            <a:off x="895350" y="320935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17" name="shape-262">
            <a:extLst>
              <a:ext uri="{FF2B5EF4-FFF2-40B4-BE49-F238E27FC236}">
                <a16:creationId xmlns:a16="http://schemas.microsoft.com/office/drawing/2014/main" id="{12135C59-EA79-44FB-AB7A-CB0C16103C4F}"/>
              </a:ext>
            </a:extLst>
          </p:cNvPr>
          <p:cNvSpPr>
            <a:spLocks noGrp="1"/>
          </p:cNvSpPr>
          <p:nvPr/>
        </p:nvSpPr>
        <p:spPr>
          <a:xfrm>
            <a:off x="1685925" y="3067050"/>
            <a:ext cx="790575" cy="790575"/>
          </a:xfrm>
          <a:prstGeom prst="rect">
            <a:avLst/>
          </a:prstGeom>
          <a:solidFill>
            <a:srgbClr val="26323B"/>
          </a:solidFill>
          <a:ln w="9525">
            <a:solidFill>
              <a:srgbClr val="A9B1B6"/>
            </a:solidFill>
          </a:ln>
        </p:spPr>
      </p:sp>
      <p:sp>
        <p:nvSpPr>
          <p:cNvPr id="18" name="shape-263">
            <a:extLst>
              <a:ext uri="{FF2B5EF4-FFF2-40B4-BE49-F238E27FC236}">
                <a16:creationId xmlns:a16="http://schemas.microsoft.com/office/drawing/2014/main" id="{4BD4465B-893F-4A90-8513-0EA1EFDE8D4E}"/>
              </a:ext>
            </a:extLst>
          </p:cNvPr>
          <p:cNvSpPr>
            <a:spLocks noGrp="1"/>
          </p:cNvSpPr>
          <p:nvPr/>
        </p:nvSpPr>
        <p:spPr>
          <a:xfrm>
            <a:off x="1685925" y="3209354"/>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19" name="shape-264">
            <a:extLst>
              <a:ext uri="{FF2B5EF4-FFF2-40B4-BE49-F238E27FC236}">
                <a16:creationId xmlns:a16="http://schemas.microsoft.com/office/drawing/2014/main" id="{0034A98C-413E-4C73-88BD-1990F82C3F9B}"/>
              </a:ext>
            </a:extLst>
          </p:cNvPr>
          <p:cNvSpPr>
            <a:spLocks noGrp="1"/>
          </p:cNvSpPr>
          <p:nvPr/>
        </p:nvSpPr>
        <p:spPr>
          <a:xfrm>
            <a:off x="2476500" y="3067050"/>
            <a:ext cx="790575" cy="790575"/>
          </a:xfrm>
          <a:prstGeom prst="rect">
            <a:avLst/>
          </a:prstGeom>
          <a:solidFill>
            <a:srgbClr val="26323B"/>
          </a:solidFill>
          <a:ln w="9525">
            <a:solidFill>
              <a:srgbClr val="A9B1B6"/>
            </a:solidFill>
          </a:ln>
        </p:spPr>
      </p:sp>
      <p:sp>
        <p:nvSpPr>
          <p:cNvPr id="20" name="shape-265">
            <a:extLst>
              <a:ext uri="{FF2B5EF4-FFF2-40B4-BE49-F238E27FC236}">
                <a16:creationId xmlns:a16="http://schemas.microsoft.com/office/drawing/2014/main" id="{87721E55-663F-40B0-80E1-5897567C235B}"/>
              </a:ext>
            </a:extLst>
          </p:cNvPr>
          <p:cNvSpPr>
            <a:spLocks noGrp="1"/>
          </p:cNvSpPr>
          <p:nvPr/>
        </p:nvSpPr>
        <p:spPr>
          <a:xfrm>
            <a:off x="2476500" y="3209354"/>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21" name="shape-266">
            <a:extLst>
              <a:ext uri="{FF2B5EF4-FFF2-40B4-BE49-F238E27FC236}">
                <a16:creationId xmlns:a16="http://schemas.microsoft.com/office/drawing/2014/main" id="{8CA3A29A-BD46-4A41-9260-686159466249}"/>
              </a:ext>
            </a:extLst>
          </p:cNvPr>
          <p:cNvSpPr>
            <a:spLocks noGrp="1"/>
          </p:cNvSpPr>
          <p:nvPr/>
        </p:nvSpPr>
        <p:spPr>
          <a:xfrm>
            <a:off x="3267075" y="3067050"/>
            <a:ext cx="790575" cy="790575"/>
          </a:xfrm>
          <a:prstGeom prst="rect">
            <a:avLst/>
          </a:prstGeom>
          <a:solidFill>
            <a:srgbClr val="26323B"/>
          </a:solidFill>
          <a:ln w="9525">
            <a:solidFill>
              <a:srgbClr val="A9B1B6"/>
            </a:solidFill>
          </a:ln>
        </p:spPr>
      </p:sp>
      <p:sp>
        <p:nvSpPr>
          <p:cNvPr id="22" name="shape-267">
            <a:extLst>
              <a:ext uri="{FF2B5EF4-FFF2-40B4-BE49-F238E27FC236}">
                <a16:creationId xmlns:a16="http://schemas.microsoft.com/office/drawing/2014/main" id="{7307FDBC-18CE-4431-A214-6F1419819C7C}"/>
              </a:ext>
            </a:extLst>
          </p:cNvPr>
          <p:cNvSpPr>
            <a:spLocks noGrp="1"/>
          </p:cNvSpPr>
          <p:nvPr/>
        </p:nvSpPr>
        <p:spPr>
          <a:xfrm>
            <a:off x="3267075" y="3209354"/>
            <a:ext cx="790575" cy="490157"/>
          </a:xfrm>
          <a:prstGeom prst="rect">
            <a:avLst/>
          </a:prstGeom>
          <a:noFill/>
          <a:ln w="0">
            <a:noFill/>
          </a:ln>
        </p:spPr>
        <p:txBody>
          <a:bodyPr wrap="none" lIns="0" tIns="0" rIns="0" bIns="0" anchor="t">
            <a:noAutofit/>
          </a:bodyPr>
          <a:lstStyle>
            <a:defPPr algn="ctr">
              <a:defRPr sz="2677" b="0">
                <a:solidFill>
                  <a:srgbClr val="FFFFFF"/>
                </a:solidFill>
                <a:latin typeface="Consolas"/>
                <a:ea typeface="Consolas"/>
                <a:cs typeface="Consolas"/>
              </a:defRPr>
            </a:defPPr>
          </a:lstStyle>
          <a:p>
            <a:pPr algn="ctr">
              <a:lnSpc>
                <a:spcPct val="112000"/>
              </a:lnSpc>
              <a:buNone/>
              <a:defRPr sz="2677" b="0">
                <a:solidFill>
                  <a:srgbClr val="FFFFFF"/>
                </a:solidFill>
                <a:latin typeface="Consolas"/>
                <a:ea typeface="Consolas"/>
                <a:cs typeface="Consolas"/>
              </a:defRPr>
            </a:pPr>
            <a:r>
              <a:rPr sz="2677" b="0">
                <a:solidFill>
                  <a:srgbClr val="FFFFFF"/>
                </a:solidFill>
                <a:latin typeface="Consolas"/>
                <a:ea typeface="Consolas"/>
                <a:cs typeface="Consolas"/>
              </a:rPr>
              <a:t>1</a:t>
            </a:r>
          </a:p>
        </p:txBody>
      </p:sp>
      <p:sp>
        <p:nvSpPr>
          <p:cNvPr id="23" name="shape-268">
            <a:extLst>
              <a:ext uri="{FF2B5EF4-FFF2-40B4-BE49-F238E27FC236}">
                <a16:creationId xmlns:a16="http://schemas.microsoft.com/office/drawing/2014/main" id="{EC0E0EA7-90F7-478C-AB64-14164113D386}"/>
              </a:ext>
            </a:extLst>
          </p:cNvPr>
          <p:cNvSpPr>
            <a:spLocks noGrp="1"/>
          </p:cNvSpPr>
          <p:nvPr/>
        </p:nvSpPr>
        <p:spPr>
          <a:xfrm>
            <a:off x="895350" y="3857625"/>
            <a:ext cx="790575" cy="790575"/>
          </a:xfrm>
          <a:prstGeom prst="rect">
            <a:avLst/>
          </a:prstGeom>
          <a:solidFill>
            <a:srgbClr val="FFFFFF"/>
          </a:solidFill>
          <a:ln w="9525">
            <a:solidFill>
              <a:srgbClr val="A9B1B6"/>
            </a:solidFill>
          </a:ln>
        </p:spPr>
      </p:sp>
      <p:sp>
        <p:nvSpPr>
          <p:cNvPr id="24" name="shape-269">
            <a:extLst>
              <a:ext uri="{FF2B5EF4-FFF2-40B4-BE49-F238E27FC236}">
                <a16:creationId xmlns:a16="http://schemas.microsoft.com/office/drawing/2014/main" id="{1D00136A-E452-4B3B-9EAA-630E19639D01}"/>
              </a:ext>
            </a:extLst>
          </p:cNvPr>
          <p:cNvSpPr>
            <a:spLocks noGrp="1"/>
          </p:cNvSpPr>
          <p:nvPr/>
        </p:nvSpPr>
        <p:spPr>
          <a:xfrm>
            <a:off x="895350"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25" name="shape-270">
            <a:extLst>
              <a:ext uri="{FF2B5EF4-FFF2-40B4-BE49-F238E27FC236}">
                <a16:creationId xmlns:a16="http://schemas.microsoft.com/office/drawing/2014/main" id="{11799C44-49E7-4E2C-B437-B544F5E99F3F}"/>
              </a:ext>
            </a:extLst>
          </p:cNvPr>
          <p:cNvSpPr>
            <a:spLocks noGrp="1"/>
          </p:cNvSpPr>
          <p:nvPr/>
        </p:nvSpPr>
        <p:spPr>
          <a:xfrm>
            <a:off x="1685925" y="3857625"/>
            <a:ext cx="790575" cy="790575"/>
          </a:xfrm>
          <a:prstGeom prst="rect">
            <a:avLst/>
          </a:prstGeom>
          <a:solidFill>
            <a:srgbClr val="FFFFFF"/>
          </a:solidFill>
          <a:ln w="9525">
            <a:solidFill>
              <a:srgbClr val="A9B1B6"/>
            </a:solidFill>
          </a:ln>
        </p:spPr>
      </p:sp>
      <p:sp>
        <p:nvSpPr>
          <p:cNvPr id="26" name="shape-271">
            <a:extLst>
              <a:ext uri="{FF2B5EF4-FFF2-40B4-BE49-F238E27FC236}">
                <a16:creationId xmlns:a16="http://schemas.microsoft.com/office/drawing/2014/main" id="{748D750C-3C9B-45E1-8526-7AF4ABBFBE06}"/>
              </a:ext>
            </a:extLst>
          </p:cNvPr>
          <p:cNvSpPr>
            <a:spLocks noGrp="1"/>
          </p:cNvSpPr>
          <p:nvPr/>
        </p:nvSpPr>
        <p:spPr>
          <a:xfrm>
            <a:off x="1685925"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27" name="shape-272">
            <a:extLst>
              <a:ext uri="{FF2B5EF4-FFF2-40B4-BE49-F238E27FC236}">
                <a16:creationId xmlns:a16="http://schemas.microsoft.com/office/drawing/2014/main" id="{D5FAD09B-30AF-4261-8107-0DD7A9740414}"/>
              </a:ext>
            </a:extLst>
          </p:cNvPr>
          <p:cNvSpPr>
            <a:spLocks noGrp="1"/>
          </p:cNvSpPr>
          <p:nvPr/>
        </p:nvSpPr>
        <p:spPr>
          <a:xfrm>
            <a:off x="2476500" y="3857625"/>
            <a:ext cx="790575" cy="790575"/>
          </a:xfrm>
          <a:prstGeom prst="rect">
            <a:avLst/>
          </a:prstGeom>
          <a:solidFill>
            <a:srgbClr val="FFFFFF"/>
          </a:solidFill>
          <a:ln w="9525">
            <a:solidFill>
              <a:srgbClr val="A9B1B6"/>
            </a:solidFill>
          </a:ln>
        </p:spPr>
      </p:sp>
      <p:sp>
        <p:nvSpPr>
          <p:cNvPr id="28" name="shape-273">
            <a:extLst>
              <a:ext uri="{FF2B5EF4-FFF2-40B4-BE49-F238E27FC236}">
                <a16:creationId xmlns:a16="http://schemas.microsoft.com/office/drawing/2014/main" id="{9DA12D13-D31B-41CD-8C4A-418DB1551D39}"/>
              </a:ext>
            </a:extLst>
          </p:cNvPr>
          <p:cNvSpPr>
            <a:spLocks noGrp="1"/>
          </p:cNvSpPr>
          <p:nvPr/>
        </p:nvSpPr>
        <p:spPr>
          <a:xfrm>
            <a:off x="2476500"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29" name="shape-274">
            <a:extLst>
              <a:ext uri="{FF2B5EF4-FFF2-40B4-BE49-F238E27FC236}">
                <a16:creationId xmlns:a16="http://schemas.microsoft.com/office/drawing/2014/main" id="{33FB5B52-94A8-4EEA-AFF0-D8EBC8D40BF0}"/>
              </a:ext>
            </a:extLst>
          </p:cNvPr>
          <p:cNvSpPr>
            <a:spLocks noGrp="1"/>
          </p:cNvSpPr>
          <p:nvPr/>
        </p:nvSpPr>
        <p:spPr>
          <a:xfrm>
            <a:off x="3267075" y="3857625"/>
            <a:ext cx="790575" cy="790575"/>
          </a:xfrm>
          <a:prstGeom prst="rect">
            <a:avLst/>
          </a:prstGeom>
          <a:solidFill>
            <a:srgbClr val="FFFFFF"/>
          </a:solidFill>
          <a:ln w="9525">
            <a:solidFill>
              <a:srgbClr val="A9B1B6"/>
            </a:solidFill>
          </a:ln>
        </p:spPr>
      </p:sp>
      <p:sp>
        <p:nvSpPr>
          <p:cNvPr id="30" name="shape-275">
            <a:extLst>
              <a:ext uri="{FF2B5EF4-FFF2-40B4-BE49-F238E27FC236}">
                <a16:creationId xmlns:a16="http://schemas.microsoft.com/office/drawing/2014/main" id="{C94381F9-8093-4E5E-A8D0-D210D3BAB831}"/>
              </a:ext>
            </a:extLst>
          </p:cNvPr>
          <p:cNvSpPr>
            <a:spLocks noGrp="1"/>
          </p:cNvSpPr>
          <p:nvPr/>
        </p:nvSpPr>
        <p:spPr>
          <a:xfrm>
            <a:off x="3267075" y="3999929"/>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1" name="shape-276">
            <a:extLst>
              <a:ext uri="{FF2B5EF4-FFF2-40B4-BE49-F238E27FC236}">
                <a16:creationId xmlns:a16="http://schemas.microsoft.com/office/drawing/2014/main" id="{8D3E3BF7-82D1-4B3D-8DCA-47E02A725742}"/>
              </a:ext>
            </a:extLst>
          </p:cNvPr>
          <p:cNvSpPr>
            <a:spLocks noGrp="1"/>
          </p:cNvSpPr>
          <p:nvPr/>
        </p:nvSpPr>
        <p:spPr>
          <a:xfrm>
            <a:off x="895350" y="4648200"/>
            <a:ext cx="790575" cy="790575"/>
          </a:xfrm>
          <a:prstGeom prst="rect">
            <a:avLst/>
          </a:prstGeom>
          <a:solidFill>
            <a:srgbClr val="FFFFFF"/>
          </a:solidFill>
          <a:ln w="9525">
            <a:solidFill>
              <a:srgbClr val="A9B1B6"/>
            </a:solidFill>
          </a:ln>
        </p:spPr>
      </p:sp>
      <p:sp>
        <p:nvSpPr>
          <p:cNvPr id="32" name="shape-277">
            <a:extLst>
              <a:ext uri="{FF2B5EF4-FFF2-40B4-BE49-F238E27FC236}">
                <a16:creationId xmlns:a16="http://schemas.microsoft.com/office/drawing/2014/main" id="{ED35951A-BD1D-462D-95A0-66B6E9427046}"/>
              </a:ext>
            </a:extLst>
          </p:cNvPr>
          <p:cNvSpPr>
            <a:spLocks noGrp="1"/>
          </p:cNvSpPr>
          <p:nvPr/>
        </p:nvSpPr>
        <p:spPr>
          <a:xfrm>
            <a:off x="895350"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3" name="shape-278">
            <a:extLst>
              <a:ext uri="{FF2B5EF4-FFF2-40B4-BE49-F238E27FC236}">
                <a16:creationId xmlns:a16="http://schemas.microsoft.com/office/drawing/2014/main" id="{0A1CE25D-7F19-47E4-A9E4-8F0C91AEDCD5}"/>
              </a:ext>
            </a:extLst>
          </p:cNvPr>
          <p:cNvSpPr>
            <a:spLocks noGrp="1"/>
          </p:cNvSpPr>
          <p:nvPr/>
        </p:nvSpPr>
        <p:spPr>
          <a:xfrm>
            <a:off x="1685925" y="4648200"/>
            <a:ext cx="790575" cy="790575"/>
          </a:xfrm>
          <a:prstGeom prst="rect">
            <a:avLst/>
          </a:prstGeom>
          <a:solidFill>
            <a:srgbClr val="FFFFFF"/>
          </a:solidFill>
          <a:ln w="9525">
            <a:solidFill>
              <a:srgbClr val="A9B1B6"/>
            </a:solidFill>
          </a:ln>
        </p:spPr>
      </p:sp>
      <p:sp>
        <p:nvSpPr>
          <p:cNvPr id="34" name="shape-279">
            <a:extLst>
              <a:ext uri="{FF2B5EF4-FFF2-40B4-BE49-F238E27FC236}">
                <a16:creationId xmlns:a16="http://schemas.microsoft.com/office/drawing/2014/main" id="{21575360-CD3D-440E-B0CB-376885EDF032}"/>
              </a:ext>
            </a:extLst>
          </p:cNvPr>
          <p:cNvSpPr>
            <a:spLocks noGrp="1"/>
          </p:cNvSpPr>
          <p:nvPr/>
        </p:nvSpPr>
        <p:spPr>
          <a:xfrm>
            <a:off x="1685925"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5" name="shape-280">
            <a:extLst>
              <a:ext uri="{FF2B5EF4-FFF2-40B4-BE49-F238E27FC236}">
                <a16:creationId xmlns:a16="http://schemas.microsoft.com/office/drawing/2014/main" id="{60B02B80-5987-40EE-AEC8-4C9168F1E893}"/>
              </a:ext>
            </a:extLst>
          </p:cNvPr>
          <p:cNvSpPr>
            <a:spLocks noGrp="1"/>
          </p:cNvSpPr>
          <p:nvPr/>
        </p:nvSpPr>
        <p:spPr>
          <a:xfrm>
            <a:off x="2476500" y="4648200"/>
            <a:ext cx="790575" cy="790575"/>
          </a:xfrm>
          <a:prstGeom prst="rect">
            <a:avLst/>
          </a:prstGeom>
          <a:solidFill>
            <a:srgbClr val="FFFFFF"/>
          </a:solidFill>
          <a:ln w="9525">
            <a:solidFill>
              <a:srgbClr val="A9B1B6"/>
            </a:solidFill>
          </a:ln>
        </p:spPr>
      </p:sp>
      <p:sp>
        <p:nvSpPr>
          <p:cNvPr id="36" name="shape-281">
            <a:extLst>
              <a:ext uri="{FF2B5EF4-FFF2-40B4-BE49-F238E27FC236}">
                <a16:creationId xmlns:a16="http://schemas.microsoft.com/office/drawing/2014/main" id="{D5598A61-87F9-4A3B-8279-8C76C354FD61}"/>
              </a:ext>
            </a:extLst>
          </p:cNvPr>
          <p:cNvSpPr>
            <a:spLocks noGrp="1"/>
          </p:cNvSpPr>
          <p:nvPr/>
        </p:nvSpPr>
        <p:spPr>
          <a:xfrm>
            <a:off x="2476500"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7" name="shape-282">
            <a:extLst>
              <a:ext uri="{FF2B5EF4-FFF2-40B4-BE49-F238E27FC236}">
                <a16:creationId xmlns:a16="http://schemas.microsoft.com/office/drawing/2014/main" id="{8BE58784-4A02-41C7-9BA7-96D54E8F6D59}"/>
              </a:ext>
            </a:extLst>
          </p:cNvPr>
          <p:cNvSpPr>
            <a:spLocks noGrp="1"/>
          </p:cNvSpPr>
          <p:nvPr/>
        </p:nvSpPr>
        <p:spPr>
          <a:xfrm>
            <a:off x="3267075" y="4648200"/>
            <a:ext cx="790575" cy="790575"/>
          </a:xfrm>
          <a:prstGeom prst="rect">
            <a:avLst/>
          </a:prstGeom>
          <a:solidFill>
            <a:srgbClr val="FFFFFF"/>
          </a:solidFill>
          <a:ln w="9525">
            <a:solidFill>
              <a:srgbClr val="A9B1B6"/>
            </a:solidFill>
          </a:ln>
        </p:spPr>
      </p:sp>
      <p:sp>
        <p:nvSpPr>
          <p:cNvPr id="38" name="shape-283">
            <a:extLst>
              <a:ext uri="{FF2B5EF4-FFF2-40B4-BE49-F238E27FC236}">
                <a16:creationId xmlns:a16="http://schemas.microsoft.com/office/drawing/2014/main" id="{B6C7D73E-5A4E-4343-B60D-057ACACC3145}"/>
              </a:ext>
            </a:extLst>
          </p:cNvPr>
          <p:cNvSpPr>
            <a:spLocks noGrp="1"/>
          </p:cNvSpPr>
          <p:nvPr/>
        </p:nvSpPr>
        <p:spPr>
          <a:xfrm>
            <a:off x="3267075" y="4790504"/>
            <a:ext cx="790575" cy="490157"/>
          </a:xfrm>
          <a:prstGeom prst="rect">
            <a:avLst/>
          </a:prstGeom>
          <a:noFill/>
          <a:ln w="0">
            <a:noFill/>
          </a:ln>
        </p:spPr>
        <p:txBody>
          <a:bodyPr wrap="none" lIns="0" tIns="0" rIns="0" bIns="0" anchor="t">
            <a:noAutofit/>
          </a:bodyPr>
          <a:lstStyle>
            <a:defPPr algn="ctr">
              <a:defRPr sz="2677" b="0">
                <a:solidFill>
                  <a:srgbClr val="151515"/>
                </a:solidFill>
                <a:latin typeface="Consolas"/>
                <a:ea typeface="Consolas"/>
                <a:cs typeface="Consolas"/>
              </a:defRPr>
            </a:defPPr>
          </a:lstStyle>
          <a:p>
            <a:pPr algn="ctr">
              <a:lnSpc>
                <a:spcPct val="112000"/>
              </a:lnSpc>
              <a:buNone/>
              <a:defRPr sz="2677" b="0">
                <a:solidFill>
                  <a:srgbClr val="151515"/>
                </a:solidFill>
                <a:latin typeface="Consolas"/>
                <a:ea typeface="Consolas"/>
                <a:cs typeface="Consolas"/>
              </a:defRPr>
            </a:pPr>
            <a:r>
              <a:rPr sz="2677" b="0">
                <a:solidFill>
                  <a:srgbClr val="151515"/>
                </a:solidFill>
                <a:latin typeface="Consolas"/>
                <a:ea typeface="Consolas"/>
                <a:cs typeface="Consolas"/>
              </a:rPr>
              <a:t>0</a:t>
            </a:r>
          </a:p>
        </p:txBody>
      </p:sp>
      <p:sp>
        <p:nvSpPr>
          <p:cNvPr id="39" name="shape-284">
            <a:extLst>
              <a:ext uri="{FF2B5EF4-FFF2-40B4-BE49-F238E27FC236}">
                <a16:creationId xmlns:a16="http://schemas.microsoft.com/office/drawing/2014/main" id="{B2C40BC4-AC59-4F77-8C42-6771481CEE1A}"/>
              </a:ext>
            </a:extLst>
          </p:cNvPr>
          <p:cNvSpPr>
            <a:spLocks noGrp="1"/>
          </p:cNvSpPr>
          <p:nvPr/>
        </p:nvSpPr>
        <p:spPr>
          <a:xfrm>
            <a:off x="2462213" y="2276475"/>
            <a:ext cx="28575" cy="3162300"/>
          </a:xfrm>
          <a:prstGeom prst="rect">
            <a:avLst/>
          </a:prstGeom>
          <a:solidFill>
            <a:srgbClr val="146995"/>
          </a:solidFill>
          <a:ln w="0">
            <a:noFill/>
          </a:ln>
        </p:spPr>
      </p:sp>
      <p:sp>
        <p:nvSpPr>
          <p:cNvPr id="40" name="shape-285">
            <a:extLst>
              <a:ext uri="{FF2B5EF4-FFF2-40B4-BE49-F238E27FC236}">
                <a16:creationId xmlns:a16="http://schemas.microsoft.com/office/drawing/2014/main" id="{22A1D03F-DF49-4480-B013-9070F0DF9A6A}"/>
              </a:ext>
            </a:extLst>
          </p:cNvPr>
          <p:cNvSpPr>
            <a:spLocks noGrp="1"/>
          </p:cNvSpPr>
          <p:nvPr/>
        </p:nvSpPr>
        <p:spPr>
          <a:xfrm>
            <a:off x="895350" y="3843338"/>
            <a:ext cx="3162300" cy="28575"/>
          </a:xfrm>
          <a:prstGeom prst="rect">
            <a:avLst/>
          </a:prstGeom>
          <a:solidFill>
            <a:srgbClr val="146995"/>
          </a:solidFill>
          <a:ln w="0">
            <a:noFill/>
          </a:ln>
        </p:spPr>
      </p:sp>
      <p:sp>
        <p:nvSpPr>
          <p:cNvPr id="41" name="shape-286">
            <a:extLst>
              <a:ext uri="{FF2B5EF4-FFF2-40B4-BE49-F238E27FC236}">
                <a16:creationId xmlns:a16="http://schemas.microsoft.com/office/drawing/2014/main" id="{10DB54C6-E524-402D-8D0B-73B7354BF3EC}"/>
              </a:ext>
            </a:extLst>
          </p:cNvPr>
          <p:cNvSpPr>
            <a:spLocks noGrp="1"/>
          </p:cNvSpPr>
          <p:nvPr/>
        </p:nvSpPr>
        <p:spPr>
          <a:xfrm>
            <a:off x="895350" y="2276475"/>
            <a:ext cx="1581150" cy="1581150"/>
          </a:xfrm>
          <a:prstGeom prst="rect">
            <a:avLst/>
          </a:prstGeom>
          <a:noFill/>
          <a:ln w="38100">
            <a:solidFill>
              <a:srgbClr val="AD630C"/>
            </a:solidFill>
          </a:ln>
        </p:spPr>
      </p:sp>
      <p:sp>
        <p:nvSpPr>
          <p:cNvPr id="42" name="shape-287">
            <a:extLst>
              <a:ext uri="{FF2B5EF4-FFF2-40B4-BE49-F238E27FC236}">
                <a16:creationId xmlns:a16="http://schemas.microsoft.com/office/drawing/2014/main" id="{923C1F1E-B05F-4313-8277-1DCDD2F64E59}"/>
              </a:ext>
            </a:extLst>
          </p:cNvPr>
          <p:cNvSpPr>
            <a:spLocks noGrp="1"/>
          </p:cNvSpPr>
          <p:nvPr/>
        </p:nvSpPr>
        <p:spPr>
          <a:xfrm>
            <a:off x="5886450" y="1895475"/>
            <a:ext cx="5695950" cy="40957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12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위 2×2만 다시 분할</a:t>
            </a:r>
          </a:p>
        </p:txBody>
      </p:sp>
      <p:sp>
        <p:nvSpPr>
          <p:cNvPr id="43" name="shape-288">
            <a:extLst>
              <a:ext uri="{FF2B5EF4-FFF2-40B4-BE49-F238E27FC236}">
                <a16:creationId xmlns:a16="http://schemas.microsoft.com/office/drawing/2014/main" id="{C8A4BF12-E9DA-4236-8B31-CB219CB6F479}"/>
              </a:ext>
            </a:extLst>
          </p:cNvPr>
          <p:cNvSpPr>
            <a:spLocks noGrp="1"/>
          </p:cNvSpPr>
          <p:nvPr/>
        </p:nvSpPr>
        <p:spPr>
          <a:xfrm>
            <a:off x="6953250" y="2609850"/>
            <a:ext cx="904875" cy="904875"/>
          </a:xfrm>
          <a:prstGeom prst="rect">
            <a:avLst/>
          </a:prstGeom>
          <a:solidFill>
            <a:srgbClr val="FFFFFF"/>
          </a:solidFill>
          <a:ln w="9525">
            <a:solidFill>
              <a:srgbClr val="A9B1B6"/>
            </a:solidFill>
          </a:ln>
        </p:spPr>
      </p:sp>
      <p:sp>
        <p:nvSpPr>
          <p:cNvPr id="44" name="shape-289">
            <a:extLst>
              <a:ext uri="{FF2B5EF4-FFF2-40B4-BE49-F238E27FC236}">
                <a16:creationId xmlns:a16="http://schemas.microsoft.com/office/drawing/2014/main" id="{F2BA2C64-ED5F-446D-A9BB-CEB9803E7072}"/>
              </a:ext>
            </a:extLst>
          </p:cNvPr>
          <p:cNvSpPr>
            <a:spLocks noGrp="1"/>
          </p:cNvSpPr>
          <p:nvPr/>
        </p:nvSpPr>
        <p:spPr>
          <a:xfrm>
            <a:off x="6953250" y="2772728"/>
            <a:ext cx="904875" cy="561023"/>
          </a:xfrm>
          <a:prstGeom prst="rect">
            <a:avLst/>
          </a:prstGeom>
          <a:noFill/>
          <a:ln w="0">
            <a:noFill/>
          </a:ln>
        </p:spPr>
        <p:txBody>
          <a:bodyPr wrap="none" lIns="0" tIns="0" rIns="0" bIns="0" anchor="t">
            <a:noAutofit/>
          </a:bodyPr>
          <a:lstStyle>
            <a:defPPr algn="ctr">
              <a:defRPr sz="3064" b="0">
                <a:solidFill>
                  <a:srgbClr val="151515"/>
                </a:solidFill>
                <a:latin typeface="Consolas"/>
                <a:ea typeface="Consolas"/>
                <a:cs typeface="Consolas"/>
              </a:defRPr>
            </a:defPPr>
          </a:lstStyle>
          <a:p>
            <a:pPr algn="ctr">
              <a:lnSpc>
                <a:spcPct val="112000"/>
              </a:lnSpc>
              <a:buNone/>
              <a:defRPr sz="3064" b="0">
                <a:solidFill>
                  <a:srgbClr val="151515"/>
                </a:solidFill>
                <a:latin typeface="Consolas"/>
                <a:ea typeface="Consolas"/>
                <a:cs typeface="Consolas"/>
              </a:defRPr>
            </a:pPr>
            <a:r>
              <a:rPr sz="3064" b="0">
                <a:solidFill>
                  <a:srgbClr val="151515"/>
                </a:solidFill>
                <a:latin typeface="Consolas"/>
                <a:ea typeface="Consolas"/>
                <a:cs typeface="Consolas"/>
              </a:rPr>
              <a:t>0</a:t>
            </a:r>
          </a:p>
        </p:txBody>
      </p:sp>
      <p:sp>
        <p:nvSpPr>
          <p:cNvPr id="45" name="shape-290">
            <a:extLst>
              <a:ext uri="{FF2B5EF4-FFF2-40B4-BE49-F238E27FC236}">
                <a16:creationId xmlns:a16="http://schemas.microsoft.com/office/drawing/2014/main" id="{76D746F4-DE31-48D4-8163-115E6FF758E9}"/>
              </a:ext>
            </a:extLst>
          </p:cNvPr>
          <p:cNvSpPr>
            <a:spLocks noGrp="1"/>
          </p:cNvSpPr>
          <p:nvPr/>
        </p:nvSpPr>
        <p:spPr>
          <a:xfrm>
            <a:off x="7858125" y="2609850"/>
            <a:ext cx="904875" cy="904875"/>
          </a:xfrm>
          <a:prstGeom prst="rect">
            <a:avLst/>
          </a:prstGeom>
          <a:solidFill>
            <a:srgbClr val="FFFFFF"/>
          </a:solidFill>
          <a:ln w="9525">
            <a:solidFill>
              <a:srgbClr val="A9B1B6"/>
            </a:solidFill>
          </a:ln>
        </p:spPr>
      </p:sp>
      <p:sp>
        <p:nvSpPr>
          <p:cNvPr id="46" name="shape-291">
            <a:extLst>
              <a:ext uri="{FF2B5EF4-FFF2-40B4-BE49-F238E27FC236}">
                <a16:creationId xmlns:a16="http://schemas.microsoft.com/office/drawing/2014/main" id="{0FC49CA8-AA0F-41D2-BBA6-DE82FF3536B9}"/>
              </a:ext>
            </a:extLst>
          </p:cNvPr>
          <p:cNvSpPr>
            <a:spLocks noGrp="1"/>
          </p:cNvSpPr>
          <p:nvPr/>
        </p:nvSpPr>
        <p:spPr>
          <a:xfrm>
            <a:off x="7858125" y="2772728"/>
            <a:ext cx="904875" cy="561023"/>
          </a:xfrm>
          <a:prstGeom prst="rect">
            <a:avLst/>
          </a:prstGeom>
          <a:noFill/>
          <a:ln w="0">
            <a:noFill/>
          </a:ln>
        </p:spPr>
        <p:txBody>
          <a:bodyPr wrap="none" lIns="0" tIns="0" rIns="0" bIns="0" anchor="t">
            <a:noAutofit/>
          </a:bodyPr>
          <a:lstStyle>
            <a:defPPr algn="ctr">
              <a:defRPr sz="3064" b="0">
                <a:solidFill>
                  <a:srgbClr val="151515"/>
                </a:solidFill>
                <a:latin typeface="Consolas"/>
                <a:ea typeface="Consolas"/>
                <a:cs typeface="Consolas"/>
              </a:defRPr>
            </a:defPPr>
          </a:lstStyle>
          <a:p>
            <a:pPr algn="ctr">
              <a:lnSpc>
                <a:spcPct val="112000"/>
              </a:lnSpc>
              <a:buNone/>
              <a:defRPr sz="3064" b="0">
                <a:solidFill>
                  <a:srgbClr val="151515"/>
                </a:solidFill>
                <a:latin typeface="Consolas"/>
                <a:ea typeface="Consolas"/>
                <a:cs typeface="Consolas"/>
              </a:defRPr>
            </a:pPr>
            <a:r>
              <a:rPr sz="3064" b="0">
                <a:solidFill>
                  <a:srgbClr val="151515"/>
                </a:solidFill>
                <a:latin typeface="Consolas"/>
                <a:ea typeface="Consolas"/>
                <a:cs typeface="Consolas"/>
              </a:rPr>
              <a:t>0</a:t>
            </a:r>
          </a:p>
        </p:txBody>
      </p:sp>
      <p:sp>
        <p:nvSpPr>
          <p:cNvPr id="47" name="shape-292">
            <a:extLst>
              <a:ext uri="{FF2B5EF4-FFF2-40B4-BE49-F238E27FC236}">
                <a16:creationId xmlns:a16="http://schemas.microsoft.com/office/drawing/2014/main" id="{9497FEDB-9D27-4CCD-A3C4-4E0D08701331}"/>
              </a:ext>
            </a:extLst>
          </p:cNvPr>
          <p:cNvSpPr>
            <a:spLocks noGrp="1"/>
          </p:cNvSpPr>
          <p:nvPr/>
        </p:nvSpPr>
        <p:spPr>
          <a:xfrm>
            <a:off x="6953250" y="3514725"/>
            <a:ext cx="904875" cy="904875"/>
          </a:xfrm>
          <a:prstGeom prst="rect">
            <a:avLst/>
          </a:prstGeom>
          <a:solidFill>
            <a:srgbClr val="FFFFFF"/>
          </a:solidFill>
          <a:ln w="9525">
            <a:solidFill>
              <a:srgbClr val="A9B1B6"/>
            </a:solidFill>
          </a:ln>
        </p:spPr>
      </p:sp>
      <p:sp>
        <p:nvSpPr>
          <p:cNvPr id="48" name="shape-293">
            <a:extLst>
              <a:ext uri="{FF2B5EF4-FFF2-40B4-BE49-F238E27FC236}">
                <a16:creationId xmlns:a16="http://schemas.microsoft.com/office/drawing/2014/main" id="{C4A31702-E3CF-4C15-A052-C7C7DD4B6EE1}"/>
              </a:ext>
            </a:extLst>
          </p:cNvPr>
          <p:cNvSpPr>
            <a:spLocks noGrp="1"/>
          </p:cNvSpPr>
          <p:nvPr/>
        </p:nvSpPr>
        <p:spPr>
          <a:xfrm>
            <a:off x="6953250" y="3677603"/>
            <a:ext cx="904875" cy="561023"/>
          </a:xfrm>
          <a:prstGeom prst="rect">
            <a:avLst/>
          </a:prstGeom>
          <a:noFill/>
          <a:ln w="0">
            <a:noFill/>
          </a:ln>
        </p:spPr>
        <p:txBody>
          <a:bodyPr wrap="none" lIns="0" tIns="0" rIns="0" bIns="0" anchor="t">
            <a:noAutofit/>
          </a:bodyPr>
          <a:lstStyle>
            <a:defPPr algn="ctr">
              <a:defRPr sz="3064" b="0">
                <a:solidFill>
                  <a:srgbClr val="151515"/>
                </a:solidFill>
                <a:latin typeface="Consolas"/>
                <a:ea typeface="Consolas"/>
                <a:cs typeface="Consolas"/>
              </a:defRPr>
            </a:defPPr>
          </a:lstStyle>
          <a:p>
            <a:pPr algn="ctr">
              <a:lnSpc>
                <a:spcPct val="112000"/>
              </a:lnSpc>
              <a:buNone/>
              <a:defRPr sz="3064" b="0">
                <a:solidFill>
                  <a:srgbClr val="151515"/>
                </a:solidFill>
                <a:latin typeface="Consolas"/>
                <a:ea typeface="Consolas"/>
                <a:cs typeface="Consolas"/>
              </a:defRPr>
            </a:pPr>
            <a:r>
              <a:rPr sz="3064" b="0">
                <a:solidFill>
                  <a:srgbClr val="151515"/>
                </a:solidFill>
                <a:latin typeface="Consolas"/>
                <a:ea typeface="Consolas"/>
                <a:cs typeface="Consolas"/>
              </a:rPr>
              <a:t>0</a:t>
            </a:r>
          </a:p>
        </p:txBody>
      </p:sp>
      <p:sp>
        <p:nvSpPr>
          <p:cNvPr id="49" name="shape-294">
            <a:extLst>
              <a:ext uri="{FF2B5EF4-FFF2-40B4-BE49-F238E27FC236}">
                <a16:creationId xmlns:a16="http://schemas.microsoft.com/office/drawing/2014/main" id="{3750C0E8-F6B7-4FCF-A4C8-AD53AE73EEA1}"/>
              </a:ext>
            </a:extLst>
          </p:cNvPr>
          <p:cNvSpPr>
            <a:spLocks noGrp="1"/>
          </p:cNvSpPr>
          <p:nvPr/>
        </p:nvSpPr>
        <p:spPr>
          <a:xfrm>
            <a:off x="7858125" y="3514725"/>
            <a:ext cx="904875" cy="904875"/>
          </a:xfrm>
          <a:prstGeom prst="rect">
            <a:avLst/>
          </a:prstGeom>
          <a:solidFill>
            <a:srgbClr val="26323B"/>
          </a:solidFill>
          <a:ln w="9525">
            <a:solidFill>
              <a:srgbClr val="A9B1B6"/>
            </a:solidFill>
          </a:ln>
        </p:spPr>
      </p:sp>
      <p:sp>
        <p:nvSpPr>
          <p:cNvPr id="50" name="shape-295">
            <a:extLst>
              <a:ext uri="{FF2B5EF4-FFF2-40B4-BE49-F238E27FC236}">
                <a16:creationId xmlns:a16="http://schemas.microsoft.com/office/drawing/2014/main" id="{53D2BFB3-A7E9-4995-88FC-6DAC75E90C9F}"/>
              </a:ext>
            </a:extLst>
          </p:cNvPr>
          <p:cNvSpPr>
            <a:spLocks noGrp="1"/>
          </p:cNvSpPr>
          <p:nvPr/>
        </p:nvSpPr>
        <p:spPr>
          <a:xfrm>
            <a:off x="7858125" y="3677603"/>
            <a:ext cx="904875" cy="561023"/>
          </a:xfrm>
          <a:prstGeom prst="rect">
            <a:avLst/>
          </a:prstGeom>
          <a:noFill/>
          <a:ln w="0">
            <a:noFill/>
          </a:ln>
        </p:spPr>
        <p:txBody>
          <a:bodyPr wrap="none" lIns="0" tIns="0" rIns="0" bIns="0" anchor="t">
            <a:noAutofit/>
          </a:bodyPr>
          <a:lstStyle>
            <a:defPPr algn="ctr">
              <a:defRPr sz="3064" b="0">
                <a:solidFill>
                  <a:srgbClr val="FFFFFF"/>
                </a:solidFill>
                <a:latin typeface="Consolas"/>
                <a:ea typeface="Consolas"/>
                <a:cs typeface="Consolas"/>
              </a:defRPr>
            </a:defPPr>
          </a:lstStyle>
          <a:p>
            <a:pPr algn="ctr">
              <a:lnSpc>
                <a:spcPct val="112000"/>
              </a:lnSpc>
              <a:buNone/>
              <a:defRPr sz="3064" b="0">
                <a:solidFill>
                  <a:srgbClr val="FFFFFF"/>
                </a:solidFill>
                <a:latin typeface="Consolas"/>
                <a:ea typeface="Consolas"/>
                <a:cs typeface="Consolas"/>
              </a:defRPr>
            </a:pPr>
            <a:r>
              <a:rPr sz="3064" b="0">
                <a:solidFill>
                  <a:srgbClr val="FFFFFF"/>
                </a:solidFill>
                <a:latin typeface="Consolas"/>
                <a:ea typeface="Consolas"/>
                <a:cs typeface="Consolas"/>
              </a:rPr>
              <a:t>1</a:t>
            </a:r>
          </a:p>
        </p:txBody>
      </p:sp>
      <p:sp>
        <p:nvSpPr>
          <p:cNvPr id="51" name="shape-296">
            <a:extLst>
              <a:ext uri="{FF2B5EF4-FFF2-40B4-BE49-F238E27FC236}">
                <a16:creationId xmlns:a16="http://schemas.microsoft.com/office/drawing/2014/main" id="{08BFDCD5-B5F6-45F0-BD37-9D17F829A93C}"/>
              </a:ext>
            </a:extLst>
          </p:cNvPr>
          <p:cNvSpPr>
            <a:spLocks noGrp="1"/>
          </p:cNvSpPr>
          <p:nvPr/>
        </p:nvSpPr>
        <p:spPr>
          <a:xfrm>
            <a:off x="7843838" y="2609850"/>
            <a:ext cx="28575" cy="1809750"/>
          </a:xfrm>
          <a:prstGeom prst="rect">
            <a:avLst/>
          </a:prstGeom>
          <a:solidFill>
            <a:srgbClr val="146995"/>
          </a:solidFill>
          <a:ln w="0">
            <a:noFill/>
          </a:ln>
        </p:spPr>
      </p:sp>
      <p:sp>
        <p:nvSpPr>
          <p:cNvPr id="52" name="shape-297">
            <a:extLst>
              <a:ext uri="{FF2B5EF4-FFF2-40B4-BE49-F238E27FC236}">
                <a16:creationId xmlns:a16="http://schemas.microsoft.com/office/drawing/2014/main" id="{2DA84E56-C72C-419D-AE9E-ABD42E5A8CA7}"/>
              </a:ext>
            </a:extLst>
          </p:cNvPr>
          <p:cNvSpPr>
            <a:spLocks noGrp="1"/>
          </p:cNvSpPr>
          <p:nvPr/>
        </p:nvSpPr>
        <p:spPr>
          <a:xfrm>
            <a:off x="6953250" y="3500438"/>
            <a:ext cx="1809750" cy="28575"/>
          </a:xfrm>
          <a:prstGeom prst="rect">
            <a:avLst/>
          </a:prstGeom>
          <a:solidFill>
            <a:srgbClr val="146995"/>
          </a:solidFill>
          <a:ln w="0">
            <a:noFill/>
          </a:ln>
        </p:spPr>
      </p:sp>
      <p:sp>
        <p:nvSpPr>
          <p:cNvPr id="53" name="shape-298">
            <a:extLst>
              <a:ext uri="{FF2B5EF4-FFF2-40B4-BE49-F238E27FC236}">
                <a16:creationId xmlns:a16="http://schemas.microsoft.com/office/drawing/2014/main" id="{5299C933-5962-45BD-8643-9AA139B07529}"/>
              </a:ext>
            </a:extLst>
          </p:cNvPr>
          <p:cNvSpPr>
            <a:spLocks noGrp="1"/>
          </p:cNvSpPr>
          <p:nvPr/>
        </p:nvSpPr>
        <p:spPr>
          <a:xfrm>
            <a:off x="5886450" y="4772025"/>
            <a:ext cx="5695950" cy="400050"/>
          </a:xfrm>
          <a:prstGeom prst="rect">
            <a:avLst/>
          </a:prstGeom>
          <a:noFill/>
          <a:ln w="0">
            <a:noFill/>
          </a:ln>
        </p:spPr>
        <p:txBody>
          <a:bodyPr wrap="none" lIns="0" tIns="0" rIns="0" bIns="0" anchor="t">
            <a:noAutofit/>
          </a:bodyPr>
          <a:lstStyle>
            <a:defPPr algn="l">
              <a:defRPr sz="2250" b="1">
                <a:solidFill>
                  <a:srgbClr val="AD630C"/>
                </a:solidFill>
                <a:latin typeface="Consolas"/>
                <a:ea typeface="Consolas"/>
                <a:cs typeface="Consolas"/>
              </a:defRPr>
            </a:defPPr>
          </a:lstStyle>
          <a:p>
            <a:pPr algn="l">
              <a:lnSpc>
                <a:spcPct val="112000"/>
              </a:lnSpc>
              <a:buNone/>
              <a:defRPr sz="2250" b="1">
                <a:solidFill>
                  <a:srgbClr val="AD630C"/>
                </a:solidFill>
                <a:latin typeface="Consolas"/>
                <a:ea typeface="Consolas"/>
                <a:cs typeface="Consolas"/>
              </a:defRPr>
            </a:pPr>
            <a:r>
              <a:rPr sz="2250" b="1">
                <a:solidFill>
                  <a:srgbClr val="AD630C"/>
                </a:solidFill>
                <a:latin typeface="Consolas"/>
                <a:ea typeface="Consolas"/>
                <a:cs typeface="Consolas"/>
              </a:rPr>
              <a:t>첫 자식의 기록: (0001)</a:t>
            </a:r>
          </a:p>
        </p:txBody>
      </p:sp>
      <p:sp>
        <p:nvSpPr>
          <p:cNvPr id="54" name="shape-299">
            <a:extLst>
              <a:ext uri="{FF2B5EF4-FFF2-40B4-BE49-F238E27FC236}">
                <a16:creationId xmlns:a16="http://schemas.microsoft.com/office/drawing/2014/main" id="{CBAE8FFD-91E8-4DCF-89A2-29CF5CC336DB}"/>
              </a:ext>
            </a:extLst>
          </p:cNvPr>
          <p:cNvSpPr>
            <a:spLocks noGrp="1"/>
          </p:cNvSpPr>
          <p:nvPr/>
        </p:nvSpPr>
        <p:spPr>
          <a:xfrm>
            <a:off x="5886450" y="5381625"/>
            <a:ext cx="5695950" cy="457200"/>
          </a:xfrm>
          <a:prstGeom prst="rect">
            <a:avLst/>
          </a:prstGeom>
          <a:noFill/>
          <a:ln w="0">
            <a:noFill/>
          </a:ln>
        </p:spPr>
        <p:txBody>
          <a:bodyPr wrap="none" lIns="0" tIns="0" rIns="0" bIns="0" anchor="t">
            <a:noAutofit/>
          </a:bodyPr>
          <a:lstStyle>
            <a:defPPr algn="l">
              <a:defRPr sz="2475" b="1">
                <a:solidFill>
                  <a:srgbClr val="146995"/>
                </a:solidFill>
                <a:latin typeface="Consolas"/>
                <a:ea typeface="Consolas"/>
                <a:cs typeface="Consolas"/>
              </a:defRPr>
            </a:defPPr>
          </a:lstStyle>
          <a:p>
            <a:pPr algn="l">
              <a:lnSpc>
                <a:spcPct val="112000"/>
              </a:lnSpc>
              <a:buNone/>
              <a:defRPr sz="2475" b="1">
                <a:solidFill>
                  <a:srgbClr val="146995"/>
                </a:solidFill>
                <a:latin typeface="Consolas"/>
                <a:ea typeface="Consolas"/>
                <a:cs typeface="Consolas"/>
              </a:defRPr>
            </a:pPr>
            <a:r>
              <a:rPr sz="2475" b="1">
                <a:solidFill>
                  <a:srgbClr val="146995"/>
                </a:solidFill>
                <a:latin typeface="Consolas"/>
                <a:ea typeface="Consolas"/>
                <a:cs typeface="Consolas"/>
              </a:rPr>
              <a:t>전체: ((0001)100)</a:t>
            </a:r>
          </a:p>
        </p:txBody>
      </p:sp>
      <p:sp>
        <p:nvSpPr>
          <p:cNvPr id="55" name="shape-300">
            <a:extLst>
              <a:ext uri="{FF2B5EF4-FFF2-40B4-BE49-F238E27FC236}">
                <a16:creationId xmlns:a16="http://schemas.microsoft.com/office/drawing/2014/main" id="{640745E5-FE38-456B-BD61-C725E02B51E0}"/>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안쪽 괄호는 그 자식 영역의 분할입니다. 부모는 네 자식의 결과를 순서대로 묶습니다.</a:t>
            </a:r>
          </a:p>
        </p:txBody>
      </p:sp>
    </p:spTree>
    <p:extLst>
      <p:ext uri="{BB962C8B-B14F-4D97-AF65-F5344CB8AC3E}">
        <p14:creationId xmlns:p14="http://schemas.microsoft.com/office/powerpoint/2010/main" val="69866319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hape-301">
            <a:extLst>
              <a:ext uri="{FF2B5EF4-FFF2-40B4-BE49-F238E27FC236}">
                <a16:creationId xmlns:a16="http://schemas.microsoft.com/office/drawing/2014/main" id="{AF29515A-8F1C-4A7A-9D11-A37316605C9B}"/>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302">
            <a:extLst>
              <a:ext uri="{FF2B5EF4-FFF2-40B4-BE49-F238E27FC236}">
                <a16:creationId xmlns:a16="http://schemas.microsoft.com/office/drawing/2014/main" id="{6083FDE4-FC29-4C1B-BB9A-ECC60F6DAA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303">
            <a:extLst>
              <a:ext uri="{FF2B5EF4-FFF2-40B4-BE49-F238E27FC236}">
                <a16:creationId xmlns:a16="http://schemas.microsoft.com/office/drawing/2014/main" id="{947CCF00-F606-4CCC-B6DB-A3955F0C6C3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쿼드 트리로 남기는 정보</a:t>
            </a:r>
          </a:p>
        </p:txBody>
      </p:sp>
      <p:sp>
        <p:nvSpPr>
          <p:cNvPr id="4" name="shape-304">
            <a:extLst>
              <a:ext uri="{FF2B5EF4-FFF2-40B4-BE49-F238E27FC236}">
                <a16:creationId xmlns:a16="http://schemas.microsoft.com/office/drawing/2014/main" id="{93404282-8133-4F9B-B81E-68C6F84A0F74}"/>
              </a:ext>
            </a:extLst>
          </p:cNvPr>
          <p:cNvSpPr>
            <a:spLocks noGrp="1"/>
          </p:cNvSpPr>
          <p:nvPr/>
        </p:nvSpPr>
        <p:spPr>
          <a:xfrm>
            <a:off x="609600" y="1381125"/>
            <a:ext cx="10972800" cy="9525"/>
          </a:xfrm>
          <a:prstGeom prst="rect">
            <a:avLst/>
          </a:prstGeom>
          <a:solidFill>
            <a:srgbClr val="151515"/>
          </a:solidFill>
          <a:ln w="0">
            <a:noFill/>
          </a:ln>
        </p:spPr>
      </p:sp>
      <p:sp>
        <p:nvSpPr>
          <p:cNvPr id="5" name="shape-305">
            <a:extLst>
              <a:ext uri="{FF2B5EF4-FFF2-40B4-BE49-F238E27FC236}">
                <a16:creationId xmlns:a16="http://schemas.microsoft.com/office/drawing/2014/main" id="{729C3413-504E-4F64-937D-12330AC0F8D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1B9FD62-2DDC-4CA0-A20B-29455C21F0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189</a:t>
            </a:r>
            <a:endParaRPr sz="1050" b="0">
              <a:solidFill>
                <a:srgbClr val="151515"/>
              </a:solidFill>
              <a:latin typeface="Consolas"/>
              <a:ea typeface="Consolas"/>
              <a:cs typeface="Consolas"/>
            </a:endParaRPr>
          </a:p>
        </p:txBody>
      </p:sp>
      <p:sp>
        <p:nvSpPr>
          <p:cNvPr id="7" name="shape-307">
            <a:extLst>
              <a:ext uri="{FF2B5EF4-FFF2-40B4-BE49-F238E27FC236}">
                <a16:creationId xmlns:a16="http://schemas.microsoft.com/office/drawing/2014/main" id="{3FB4C493-0040-4785-8D7B-32A5660B61C4}"/>
              </a:ext>
            </a:extLst>
          </p:cNvPr>
          <p:cNvSpPr>
            <a:spLocks noGrp="1"/>
          </p:cNvSpPr>
          <p:nvPr/>
        </p:nvSpPr>
        <p:spPr>
          <a:xfrm>
            <a:off x="609600" y="1914525"/>
            <a:ext cx="6572250" cy="1057275"/>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색 한 글자: 현재 영역 전체의 색</a:t>
            </a:r>
          </a:p>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괄호: 네 자식으로 나눈 구조</a:t>
            </a:r>
          </a:p>
        </p:txBody>
      </p:sp>
      <p:sp>
        <p:nvSpPr>
          <p:cNvPr id="8" name="shape-308">
            <a:extLst>
              <a:ext uri="{FF2B5EF4-FFF2-40B4-BE49-F238E27FC236}">
                <a16:creationId xmlns:a16="http://schemas.microsoft.com/office/drawing/2014/main" id="{A29B1FF9-370E-4514-B4CE-FDBB04183B36}"/>
              </a:ext>
            </a:extLst>
          </p:cNvPr>
          <p:cNvSpPr>
            <a:spLocks noGrp="1"/>
          </p:cNvSpPr>
          <p:nvPr/>
        </p:nvSpPr>
        <p:spPr>
          <a:xfrm>
            <a:off x="609600" y="3733800"/>
            <a:ext cx="6515100" cy="1057275"/>
          </a:xfrm>
          <a:prstGeom prst="rect">
            <a:avLst/>
          </a:prstGeom>
          <a:noFill/>
          <a:ln w="0">
            <a:noFill/>
          </a:ln>
        </p:spPr>
        <p:txBody>
          <a:bodyPr wrap="none" lIns="0" tIns="0" rIns="0" bIns="0" anchor="t">
            <a:noAutofit/>
          </a:bodyPr>
          <a:lstStyle>
            <a:defPPr algn="l">
              <a:defRPr sz="2175" b="0">
                <a:solidFill>
                  <a:srgbClr val="146995"/>
                </a:solidFill>
                <a:latin typeface="Malgun Gothic"/>
                <a:ea typeface="Malgun Gothic"/>
                <a:cs typeface="Malgun Gothic"/>
              </a:defRPr>
            </a:defPPr>
          </a:lstStyle>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전체 크기와 자식 순서를 알면</a:t>
            </a:r>
          </a:p>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원래 그림의 색과 위치를 복원합니다.</a:t>
            </a:r>
          </a:p>
        </p:txBody>
      </p:sp>
      <p:pic>
        <p:nvPicPr>
          <p:cNvPr id="9" name="그림 8">
            <a:extLst>
              <a:ext uri="{FF2B5EF4-FFF2-40B4-BE49-F238E27FC236}">
                <a16:creationId xmlns:a16="http://schemas.microsoft.com/office/drawing/2014/main" id="{87E43F7E-8FB5-4333-B732-A0220B971678}"/>
              </a:ext>
            </a:extLst>
          </p:cNvPr>
          <p:cNvPicPr>
            <a:picLocks noChangeAspect="1"/>
          </p:cNvPicPr>
          <p:nvPr/>
        </p:nvPicPr>
        <p:blipFill>
          <a:blip r:embed="rId3"/>
          <a:stretch/>
        </p:blipFill>
        <p:spPr>
          <a:xfrm>
            <a:off x="7134225" y="2717800"/>
            <a:ext cx="4448175" cy="2965450"/>
          </a:xfrm>
          <a:prstGeom prst="rect">
            <a:avLst/>
          </a:prstGeom>
        </p:spPr>
      </p:pic>
      <p:sp>
        <p:nvSpPr>
          <p:cNvPr id="10" name="shape-309">
            <a:extLst>
              <a:ext uri="{FF2B5EF4-FFF2-40B4-BE49-F238E27FC236}">
                <a16:creationId xmlns:a16="http://schemas.microsoft.com/office/drawing/2014/main" id="{30411E2F-4FB5-49D5-80CB-CD049DD777D1}"/>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다음 8×8 예제도 같은 규칙입니다. 단색 영역은 끝내고, 섞인 영역만 다시 나눕니다.</a:t>
            </a:r>
          </a:p>
        </p:txBody>
      </p:sp>
    </p:spTree>
    <p:extLst>
      <p:ext uri="{BB962C8B-B14F-4D97-AF65-F5344CB8AC3E}">
        <p14:creationId xmlns:p14="http://schemas.microsoft.com/office/powerpoint/2010/main" val="136227394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C72271B-754F-4887-915B-63410BB6CDD0}"/>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AC3687E-FAF1-4E2F-B2D2-D1949CB208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DE30144-4CD2-48D6-8421-5BD2EC08D8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색이면 하나로, 섞이면 네 조각</a:t>
            </a:r>
          </a:p>
        </p:txBody>
      </p:sp>
      <p:sp>
        <p:nvSpPr>
          <p:cNvPr id="4" name="line-49">
            <a:extLst>
              <a:ext uri="{FF2B5EF4-FFF2-40B4-BE49-F238E27FC236}">
                <a16:creationId xmlns:a16="http://schemas.microsoft.com/office/drawing/2014/main" id="{2D3FFFFD-7FD4-4A2E-B7BA-B03E6800214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19688D3-CEF0-4F04-8957-D87683F6B1A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AA6AD73-32FA-4D68-84D1-0B79FF4B48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190</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AECF331F-2009-4879-8F8F-CC1FF93893DF}"/>
              </a:ext>
            </a:extLst>
          </p:cNvPr>
          <p:cNvSpPr>
            <a:spLocks noGrp="1"/>
          </p:cNvSpPr>
          <p:nvPr/>
        </p:nvSpPr>
        <p:spPr>
          <a:xfrm>
            <a:off x="609600" y="1695450"/>
            <a:ext cx="1097280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균일한 영역은 0 또는 1. 혼합 영역만 네 부분으로 나눕니다.</a:t>
            </a:r>
          </a:p>
        </p:txBody>
      </p:sp>
      <p:pic>
        <p:nvPicPr>
          <p:cNvPr id="8" name="그림 7">
            <a:extLst>
              <a:ext uri="{FF2B5EF4-FFF2-40B4-BE49-F238E27FC236}">
                <a16:creationId xmlns:a16="http://schemas.microsoft.com/office/drawing/2014/main" id="{621FDC3B-DBF7-4D7B-A433-D89F01C11CEC}"/>
              </a:ext>
            </a:extLst>
          </p:cNvPr>
          <p:cNvPicPr>
            <a:picLocks noChangeAspect="1"/>
          </p:cNvPicPr>
          <p:nvPr/>
        </p:nvPicPr>
        <p:blipFill>
          <a:blip r:embed="rId3"/>
          <a:stretch/>
        </p:blipFill>
        <p:spPr>
          <a:xfrm>
            <a:off x="1475210" y="2238375"/>
            <a:ext cx="9241580" cy="3695700"/>
          </a:xfrm>
          <a:prstGeom prst="rect">
            <a:avLst/>
          </a:prstGeom>
        </p:spPr>
      </p:pic>
      <p:sp>
        <p:nvSpPr>
          <p:cNvPr id="9" name="caption">
            <a:extLst>
              <a:ext uri="{FF2B5EF4-FFF2-40B4-BE49-F238E27FC236}">
                <a16:creationId xmlns:a16="http://schemas.microsoft.com/office/drawing/2014/main" id="{A0E23481-5322-4C13-9053-D1C38023998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좌상 → 우상 → 좌하 → 우하 순서를 저장과 복원에서 똑같이 사용합니다.</a:t>
            </a:r>
          </a:p>
        </p:txBody>
      </p:sp>
    </p:spTree>
    <p:extLst>
      <p:ext uri="{BB962C8B-B14F-4D97-AF65-F5344CB8AC3E}">
        <p14:creationId xmlns:p14="http://schemas.microsoft.com/office/powerpoint/2010/main" val="212292494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4F6F3851-9156-44BD-BF7D-0D4EF02166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7B39E21-CDFE-463E-90EE-D82085D46AC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3DE006-310F-40CC-8DED-2399E3916B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입력 영상: 검은 칸의 위치부터 확인합니다</a:t>
            </a:r>
          </a:p>
        </p:txBody>
      </p:sp>
      <p:sp>
        <p:nvSpPr>
          <p:cNvPr id="4" name="line-50">
            <a:extLst>
              <a:ext uri="{FF2B5EF4-FFF2-40B4-BE49-F238E27FC236}">
                <a16:creationId xmlns:a16="http://schemas.microsoft.com/office/drawing/2014/main" id="{69DB7642-10AA-4F40-9675-DDA9D1A78E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E354936-601B-440B-8672-431AE541CB6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B207DB9-4510-490F-B543-923F76BC0D1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191</a:t>
            </a:r>
            <a:endParaRPr sz="1050" b="0">
              <a:solidFill>
                <a:srgbClr val="151515"/>
              </a:solidFill>
              <a:latin typeface="Consolas"/>
              <a:ea typeface="Consolas"/>
              <a:cs typeface="Consolas"/>
            </a:endParaRPr>
          </a:p>
        </p:txBody>
      </p:sp>
      <p:sp>
        <p:nvSpPr>
          <p:cNvPr id="7" name="pixel-51">
            <a:extLst>
              <a:ext uri="{FF2B5EF4-FFF2-40B4-BE49-F238E27FC236}">
                <a16:creationId xmlns:a16="http://schemas.microsoft.com/office/drawing/2014/main" id="{4CC11E1D-21BA-48D2-9F5A-67480F9B99B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2">
            <a:extLst>
              <a:ext uri="{FF2B5EF4-FFF2-40B4-BE49-F238E27FC236}">
                <a16:creationId xmlns:a16="http://schemas.microsoft.com/office/drawing/2014/main" id="{A3D523E6-CA20-4D9C-BC1C-A67347B8BC89}"/>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3">
            <a:extLst>
              <a:ext uri="{FF2B5EF4-FFF2-40B4-BE49-F238E27FC236}">
                <a16:creationId xmlns:a16="http://schemas.microsoft.com/office/drawing/2014/main" id="{37A5A75C-12B3-4C73-A261-0E7B012BDAE0}"/>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4">
            <a:extLst>
              <a:ext uri="{FF2B5EF4-FFF2-40B4-BE49-F238E27FC236}">
                <a16:creationId xmlns:a16="http://schemas.microsoft.com/office/drawing/2014/main" id="{74A56297-3389-45C6-87E8-D0FB1927CBAC}"/>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5">
            <a:extLst>
              <a:ext uri="{FF2B5EF4-FFF2-40B4-BE49-F238E27FC236}">
                <a16:creationId xmlns:a16="http://schemas.microsoft.com/office/drawing/2014/main" id="{8563FA5D-A581-423B-9377-A95807437184}"/>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6">
            <a:extLst>
              <a:ext uri="{FF2B5EF4-FFF2-40B4-BE49-F238E27FC236}">
                <a16:creationId xmlns:a16="http://schemas.microsoft.com/office/drawing/2014/main" id="{5D0746C2-80DD-46E9-9BD0-06E381C6BD26}"/>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7">
            <a:extLst>
              <a:ext uri="{FF2B5EF4-FFF2-40B4-BE49-F238E27FC236}">
                <a16:creationId xmlns:a16="http://schemas.microsoft.com/office/drawing/2014/main" id="{7DFA7C83-B127-4761-AE08-A1C7A4733A5D}"/>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8">
            <a:extLst>
              <a:ext uri="{FF2B5EF4-FFF2-40B4-BE49-F238E27FC236}">
                <a16:creationId xmlns:a16="http://schemas.microsoft.com/office/drawing/2014/main" id="{055FC4C6-D2B1-445A-8D29-69A53ACDEAE9}"/>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9">
            <a:extLst>
              <a:ext uri="{FF2B5EF4-FFF2-40B4-BE49-F238E27FC236}">
                <a16:creationId xmlns:a16="http://schemas.microsoft.com/office/drawing/2014/main" id="{C8E585FE-2CC5-477F-AC1F-28AFA5CB0571}"/>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0">
            <a:extLst>
              <a:ext uri="{FF2B5EF4-FFF2-40B4-BE49-F238E27FC236}">
                <a16:creationId xmlns:a16="http://schemas.microsoft.com/office/drawing/2014/main" id="{67E0239C-AB93-4CED-81A6-A1532D4F2AA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1">
            <a:extLst>
              <a:ext uri="{FF2B5EF4-FFF2-40B4-BE49-F238E27FC236}">
                <a16:creationId xmlns:a16="http://schemas.microsoft.com/office/drawing/2014/main" id="{5E905B27-1662-4F16-9B22-42BA46086354}"/>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2">
            <a:extLst>
              <a:ext uri="{FF2B5EF4-FFF2-40B4-BE49-F238E27FC236}">
                <a16:creationId xmlns:a16="http://schemas.microsoft.com/office/drawing/2014/main" id="{B5008235-087E-4DD9-8022-426E0A0167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3">
            <a:extLst>
              <a:ext uri="{FF2B5EF4-FFF2-40B4-BE49-F238E27FC236}">
                <a16:creationId xmlns:a16="http://schemas.microsoft.com/office/drawing/2014/main" id="{DABD99A5-AFEE-4DB8-96BB-19E3FD66232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4">
            <a:extLst>
              <a:ext uri="{FF2B5EF4-FFF2-40B4-BE49-F238E27FC236}">
                <a16:creationId xmlns:a16="http://schemas.microsoft.com/office/drawing/2014/main" id="{8792D27D-7963-40B9-A3AA-50288F40B4A8}"/>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5">
            <a:extLst>
              <a:ext uri="{FF2B5EF4-FFF2-40B4-BE49-F238E27FC236}">
                <a16:creationId xmlns:a16="http://schemas.microsoft.com/office/drawing/2014/main" id="{73BE3340-20FF-4D37-9277-DD8BA60803CD}"/>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
            <a:extLst>
              <a:ext uri="{FF2B5EF4-FFF2-40B4-BE49-F238E27FC236}">
                <a16:creationId xmlns:a16="http://schemas.microsoft.com/office/drawing/2014/main" id="{2F4FE875-FF27-41B7-8BA1-4B92E29FFD9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7">
            <a:extLst>
              <a:ext uri="{FF2B5EF4-FFF2-40B4-BE49-F238E27FC236}">
                <a16:creationId xmlns:a16="http://schemas.microsoft.com/office/drawing/2014/main" id="{F26C7D44-D4FB-4035-990D-6215E0D3E419}"/>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8">
            <a:extLst>
              <a:ext uri="{FF2B5EF4-FFF2-40B4-BE49-F238E27FC236}">
                <a16:creationId xmlns:a16="http://schemas.microsoft.com/office/drawing/2014/main" id="{58D5B25E-7B5F-4BE9-A3BF-11422460125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9">
            <a:extLst>
              <a:ext uri="{FF2B5EF4-FFF2-40B4-BE49-F238E27FC236}">
                <a16:creationId xmlns:a16="http://schemas.microsoft.com/office/drawing/2014/main" id="{26CA9D5B-0911-4B4E-B7AF-5555F0966EE8}"/>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70">
            <a:extLst>
              <a:ext uri="{FF2B5EF4-FFF2-40B4-BE49-F238E27FC236}">
                <a16:creationId xmlns:a16="http://schemas.microsoft.com/office/drawing/2014/main" id="{0BF896D6-B734-4B05-9D70-574C4672A078}"/>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71">
            <a:extLst>
              <a:ext uri="{FF2B5EF4-FFF2-40B4-BE49-F238E27FC236}">
                <a16:creationId xmlns:a16="http://schemas.microsoft.com/office/drawing/2014/main" id="{BB8F5EB5-8BD0-40E7-B101-0286587045DB}"/>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72">
            <a:extLst>
              <a:ext uri="{FF2B5EF4-FFF2-40B4-BE49-F238E27FC236}">
                <a16:creationId xmlns:a16="http://schemas.microsoft.com/office/drawing/2014/main" id="{69A2ECCC-D04C-4039-AC62-49509202EBB7}"/>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73">
            <a:extLst>
              <a:ext uri="{FF2B5EF4-FFF2-40B4-BE49-F238E27FC236}">
                <a16:creationId xmlns:a16="http://schemas.microsoft.com/office/drawing/2014/main" id="{6CD57CF7-A917-4860-87A8-4D3526EC4AE2}"/>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74">
            <a:extLst>
              <a:ext uri="{FF2B5EF4-FFF2-40B4-BE49-F238E27FC236}">
                <a16:creationId xmlns:a16="http://schemas.microsoft.com/office/drawing/2014/main" id="{F47740DE-A594-4255-AEC8-844D2254E380}"/>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75">
            <a:extLst>
              <a:ext uri="{FF2B5EF4-FFF2-40B4-BE49-F238E27FC236}">
                <a16:creationId xmlns:a16="http://schemas.microsoft.com/office/drawing/2014/main" id="{AF8AE33D-52CE-45B7-8088-7738C2B3D4B8}"/>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76">
            <a:extLst>
              <a:ext uri="{FF2B5EF4-FFF2-40B4-BE49-F238E27FC236}">
                <a16:creationId xmlns:a16="http://schemas.microsoft.com/office/drawing/2014/main" id="{C680D0E9-F049-4F0E-9E18-651B87F196A6}"/>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77">
            <a:extLst>
              <a:ext uri="{FF2B5EF4-FFF2-40B4-BE49-F238E27FC236}">
                <a16:creationId xmlns:a16="http://schemas.microsoft.com/office/drawing/2014/main" id="{9E6EB903-CCA7-47DD-8F30-DB70E124FCE4}"/>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78">
            <a:extLst>
              <a:ext uri="{FF2B5EF4-FFF2-40B4-BE49-F238E27FC236}">
                <a16:creationId xmlns:a16="http://schemas.microsoft.com/office/drawing/2014/main" id="{D42ECF87-C3DA-4815-9C14-D7B18342DC5C}"/>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79">
            <a:extLst>
              <a:ext uri="{FF2B5EF4-FFF2-40B4-BE49-F238E27FC236}">
                <a16:creationId xmlns:a16="http://schemas.microsoft.com/office/drawing/2014/main" id="{57E1039F-2DAA-45B6-9446-ECF5D6885849}"/>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80">
            <a:extLst>
              <a:ext uri="{FF2B5EF4-FFF2-40B4-BE49-F238E27FC236}">
                <a16:creationId xmlns:a16="http://schemas.microsoft.com/office/drawing/2014/main" id="{5E073552-3250-40BD-B9D9-4FD4E89FA351}"/>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81">
            <a:extLst>
              <a:ext uri="{FF2B5EF4-FFF2-40B4-BE49-F238E27FC236}">
                <a16:creationId xmlns:a16="http://schemas.microsoft.com/office/drawing/2014/main" id="{04A0E1F9-57C7-4E54-AD57-E652D2E0E973}"/>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82">
            <a:extLst>
              <a:ext uri="{FF2B5EF4-FFF2-40B4-BE49-F238E27FC236}">
                <a16:creationId xmlns:a16="http://schemas.microsoft.com/office/drawing/2014/main" id="{21BC26F0-1192-4F99-A249-7DBB72CA3E2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83">
            <a:extLst>
              <a:ext uri="{FF2B5EF4-FFF2-40B4-BE49-F238E27FC236}">
                <a16:creationId xmlns:a16="http://schemas.microsoft.com/office/drawing/2014/main" id="{E6C0A5E2-E84C-4F2C-82E6-112E435BA748}"/>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84">
            <a:extLst>
              <a:ext uri="{FF2B5EF4-FFF2-40B4-BE49-F238E27FC236}">
                <a16:creationId xmlns:a16="http://schemas.microsoft.com/office/drawing/2014/main" id="{E6C497DE-F0CC-463D-9DF1-AA8D1CD1487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85">
            <a:extLst>
              <a:ext uri="{FF2B5EF4-FFF2-40B4-BE49-F238E27FC236}">
                <a16:creationId xmlns:a16="http://schemas.microsoft.com/office/drawing/2014/main" id="{C1471D1B-9C6F-475C-9C50-608730DA7CF7}"/>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86">
            <a:extLst>
              <a:ext uri="{FF2B5EF4-FFF2-40B4-BE49-F238E27FC236}">
                <a16:creationId xmlns:a16="http://schemas.microsoft.com/office/drawing/2014/main" id="{4BDFE59D-290F-4009-9D1F-2389FD8876BF}"/>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87">
            <a:extLst>
              <a:ext uri="{FF2B5EF4-FFF2-40B4-BE49-F238E27FC236}">
                <a16:creationId xmlns:a16="http://schemas.microsoft.com/office/drawing/2014/main" id="{681EFCC8-620D-4C2B-840B-23E469E08091}"/>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88">
            <a:extLst>
              <a:ext uri="{FF2B5EF4-FFF2-40B4-BE49-F238E27FC236}">
                <a16:creationId xmlns:a16="http://schemas.microsoft.com/office/drawing/2014/main" id="{8924657E-09BE-4D64-B86C-9C14E9788B7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89">
            <a:extLst>
              <a:ext uri="{FF2B5EF4-FFF2-40B4-BE49-F238E27FC236}">
                <a16:creationId xmlns:a16="http://schemas.microsoft.com/office/drawing/2014/main" id="{4AF96CD0-894E-48DE-A456-75C2A0CD9C4D}"/>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90">
            <a:extLst>
              <a:ext uri="{FF2B5EF4-FFF2-40B4-BE49-F238E27FC236}">
                <a16:creationId xmlns:a16="http://schemas.microsoft.com/office/drawing/2014/main" id="{0126A432-4AD1-4A96-AA67-8A5D91404219}"/>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91">
            <a:extLst>
              <a:ext uri="{FF2B5EF4-FFF2-40B4-BE49-F238E27FC236}">
                <a16:creationId xmlns:a16="http://schemas.microsoft.com/office/drawing/2014/main" id="{E63E83E3-8E3D-4653-A6BF-6DD292612AD8}"/>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92">
            <a:extLst>
              <a:ext uri="{FF2B5EF4-FFF2-40B4-BE49-F238E27FC236}">
                <a16:creationId xmlns:a16="http://schemas.microsoft.com/office/drawing/2014/main" id="{AF23663E-A67E-487F-B88F-A2DEE62C70A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93">
            <a:extLst>
              <a:ext uri="{FF2B5EF4-FFF2-40B4-BE49-F238E27FC236}">
                <a16:creationId xmlns:a16="http://schemas.microsoft.com/office/drawing/2014/main" id="{9E6AA534-D855-4573-AA23-69FDCAFEFD07}"/>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94">
            <a:extLst>
              <a:ext uri="{FF2B5EF4-FFF2-40B4-BE49-F238E27FC236}">
                <a16:creationId xmlns:a16="http://schemas.microsoft.com/office/drawing/2014/main" id="{A8DDD36A-E427-498D-B3D1-D0D88DFB833D}"/>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95">
            <a:extLst>
              <a:ext uri="{FF2B5EF4-FFF2-40B4-BE49-F238E27FC236}">
                <a16:creationId xmlns:a16="http://schemas.microsoft.com/office/drawing/2014/main" id="{D6E93181-5CB6-4B1C-A041-6291841E273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96">
            <a:extLst>
              <a:ext uri="{FF2B5EF4-FFF2-40B4-BE49-F238E27FC236}">
                <a16:creationId xmlns:a16="http://schemas.microsoft.com/office/drawing/2014/main" id="{BAC7777E-B03E-4B37-8460-10A9AF5D5D8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97">
            <a:extLst>
              <a:ext uri="{FF2B5EF4-FFF2-40B4-BE49-F238E27FC236}">
                <a16:creationId xmlns:a16="http://schemas.microsoft.com/office/drawing/2014/main" id="{EDEA719D-FBCF-413B-9A5A-5A2D69CF9CD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98">
            <a:extLst>
              <a:ext uri="{FF2B5EF4-FFF2-40B4-BE49-F238E27FC236}">
                <a16:creationId xmlns:a16="http://schemas.microsoft.com/office/drawing/2014/main" id="{6CEB748A-3741-41BE-9746-5D3A12EB5059}"/>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99">
            <a:extLst>
              <a:ext uri="{FF2B5EF4-FFF2-40B4-BE49-F238E27FC236}">
                <a16:creationId xmlns:a16="http://schemas.microsoft.com/office/drawing/2014/main" id="{EF15E377-00A1-483D-8FE5-88589AF2F947}"/>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0">
            <a:extLst>
              <a:ext uri="{FF2B5EF4-FFF2-40B4-BE49-F238E27FC236}">
                <a16:creationId xmlns:a16="http://schemas.microsoft.com/office/drawing/2014/main" id="{CAC04C8E-2375-42B0-A344-DB648643810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1">
            <a:extLst>
              <a:ext uri="{FF2B5EF4-FFF2-40B4-BE49-F238E27FC236}">
                <a16:creationId xmlns:a16="http://schemas.microsoft.com/office/drawing/2014/main" id="{59E3C100-BC6C-45FE-AC02-2627A42C193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2">
            <a:extLst>
              <a:ext uri="{FF2B5EF4-FFF2-40B4-BE49-F238E27FC236}">
                <a16:creationId xmlns:a16="http://schemas.microsoft.com/office/drawing/2014/main" id="{B023787D-C439-44C5-A82E-DDF20E8FEC9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
            <a:extLst>
              <a:ext uri="{FF2B5EF4-FFF2-40B4-BE49-F238E27FC236}">
                <a16:creationId xmlns:a16="http://schemas.microsoft.com/office/drawing/2014/main" id="{27D3D829-1CC8-4551-BBF8-1DA36CD70A9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4">
            <a:extLst>
              <a:ext uri="{FF2B5EF4-FFF2-40B4-BE49-F238E27FC236}">
                <a16:creationId xmlns:a16="http://schemas.microsoft.com/office/drawing/2014/main" id="{53382754-4AFB-48DB-8EF4-999E8E902EA1}"/>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5">
            <a:extLst>
              <a:ext uri="{FF2B5EF4-FFF2-40B4-BE49-F238E27FC236}">
                <a16:creationId xmlns:a16="http://schemas.microsoft.com/office/drawing/2014/main" id="{DD0AAD76-20B3-4E3C-92E1-DE55816DA37F}"/>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6">
            <a:extLst>
              <a:ext uri="{FF2B5EF4-FFF2-40B4-BE49-F238E27FC236}">
                <a16:creationId xmlns:a16="http://schemas.microsoft.com/office/drawing/2014/main" id="{67C7C9F8-09A0-4F96-917F-D81DF723E19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7">
            <a:extLst>
              <a:ext uri="{FF2B5EF4-FFF2-40B4-BE49-F238E27FC236}">
                <a16:creationId xmlns:a16="http://schemas.microsoft.com/office/drawing/2014/main" id="{4FFCE82A-905E-4456-9F4D-76FF98E6A09B}"/>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8">
            <a:extLst>
              <a:ext uri="{FF2B5EF4-FFF2-40B4-BE49-F238E27FC236}">
                <a16:creationId xmlns:a16="http://schemas.microsoft.com/office/drawing/2014/main" id="{57FA2460-2CBF-4339-BA31-38D9A92E897D}"/>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9">
            <a:extLst>
              <a:ext uri="{FF2B5EF4-FFF2-40B4-BE49-F238E27FC236}">
                <a16:creationId xmlns:a16="http://schemas.microsoft.com/office/drawing/2014/main" id="{284151B6-6CA1-4CF2-98CB-5872E937D78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0">
            <a:extLst>
              <a:ext uri="{FF2B5EF4-FFF2-40B4-BE49-F238E27FC236}">
                <a16:creationId xmlns:a16="http://schemas.microsoft.com/office/drawing/2014/main" id="{D9CB85D8-09CB-4CB4-953E-47B68FBD8961}"/>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1">
            <a:extLst>
              <a:ext uri="{FF2B5EF4-FFF2-40B4-BE49-F238E27FC236}">
                <a16:creationId xmlns:a16="http://schemas.microsoft.com/office/drawing/2014/main" id="{30F3DB57-6C5E-42DB-80C6-D0325AF99825}"/>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2">
            <a:extLst>
              <a:ext uri="{FF2B5EF4-FFF2-40B4-BE49-F238E27FC236}">
                <a16:creationId xmlns:a16="http://schemas.microsoft.com/office/drawing/2014/main" id="{6ADFF19D-F732-4773-BB2C-B67AB4012A1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3">
            <a:extLst>
              <a:ext uri="{FF2B5EF4-FFF2-40B4-BE49-F238E27FC236}">
                <a16:creationId xmlns:a16="http://schemas.microsoft.com/office/drawing/2014/main" id="{C31EE99A-7246-44CE-AE60-C2D4F4F6D80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4">
            <a:extLst>
              <a:ext uri="{FF2B5EF4-FFF2-40B4-BE49-F238E27FC236}">
                <a16:creationId xmlns:a16="http://schemas.microsoft.com/office/drawing/2014/main" id="{6AA44C95-3AC8-4D09-A267-398D6F52BA74}"/>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5">
            <a:extLst>
              <a:ext uri="{FF2B5EF4-FFF2-40B4-BE49-F238E27FC236}">
                <a16:creationId xmlns:a16="http://schemas.microsoft.com/office/drawing/2014/main" id="{83EBFC2E-BD10-4683-9980-3C416560BE0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6">
            <a:extLst>
              <a:ext uri="{FF2B5EF4-FFF2-40B4-BE49-F238E27FC236}">
                <a16:creationId xmlns:a16="http://schemas.microsoft.com/office/drawing/2014/main" id="{73A0CADC-FF69-4294-8F93-52462BB3895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7">
            <a:extLst>
              <a:ext uri="{FF2B5EF4-FFF2-40B4-BE49-F238E27FC236}">
                <a16:creationId xmlns:a16="http://schemas.microsoft.com/office/drawing/2014/main" id="{0416326F-9673-4DBD-8CBC-39B5A06ED96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8">
            <a:extLst>
              <a:ext uri="{FF2B5EF4-FFF2-40B4-BE49-F238E27FC236}">
                <a16:creationId xmlns:a16="http://schemas.microsoft.com/office/drawing/2014/main" id="{1625D86B-94B5-4DB2-B7DE-1B245A7099C0}"/>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19">
            <a:extLst>
              <a:ext uri="{FF2B5EF4-FFF2-40B4-BE49-F238E27FC236}">
                <a16:creationId xmlns:a16="http://schemas.microsoft.com/office/drawing/2014/main" id="{3910A4FB-D85F-45C1-9B6C-97CCE758C8A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
            <a:extLst>
              <a:ext uri="{FF2B5EF4-FFF2-40B4-BE49-F238E27FC236}">
                <a16:creationId xmlns:a16="http://schemas.microsoft.com/office/drawing/2014/main" id="{505CE48C-2D2A-445E-951A-91227D5D30D6}"/>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1">
            <a:extLst>
              <a:ext uri="{FF2B5EF4-FFF2-40B4-BE49-F238E27FC236}">
                <a16:creationId xmlns:a16="http://schemas.microsoft.com/office/drawing/2014/main" id="{1942A2A3-171D-4578-9623-5FD802B1E376}"/>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2">
            <a:extLst>
              <a:ext uri="{FF2B5EF4-FFF2-40B4-BE49-F238E27FC236}">
                <a16:creationId xmlns:a16="http://schemas.microsoft.com/office/drawing/2014/main" id="{3F53D596-964C-4142-BD4C-1D63574B74D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3">
            <a:extLst>
              <a:ext uri="{FF2B5EF4-FFF2-40B4-BE49-F238E27FC236}">
                <a16:creationId xmlns:a16="http://schemas.microsoft.com/office/drawing/2014/main" id="{0278F3A9-BDE3-4A0C-B919-98E507049515}"/>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4">
            <a:extLst>
              <a:ext uri="{FF2B5EF4-FFF2-40B4-BE49-F238E27FC236}">
                <a16:creationId xmlns:a16="http://schemas.microsoft.com/office/drawing/2014/main" id="{C14312C6-5A42-4BCF-841A-7010E2F9B7C7}"/>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5">
            <a:extLst>
              <a:ext uri="{FF2B5EF4-FFF2-40B4-BE49-F238E27FC236}">
                <a16:creationId xmlns:a16="http://schemas.microsoft.com/office/drawing/2014/main" id="{3BE6E39C-54D9-40C2-9C82-C2B7DA93ABAF}"/>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6">
            <a:extLst>
              <a:ext uri="{FF2B5EF4-FFF2-40B4-BE49-F238E27FC236}">
                <a16:creationId xmlns:a16="http://schemas.microsoft.com/office/drawing/2014/main" id="{DDBA5866-DCEC-4610-B7B7-C5763E9433B0}"/>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7">
            <a:extLst>
              <a:ext uri="{FF2B5EF4-FFF2-40B4-BE49-F238E27FC236}">
                <a16:creationId xmlns:a16="http://schemas.microsoft.com/office/drawing/2014/main" id="{5FE30280-29EB-4109-BBB8-AE7DC18B3FF1}"/>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8">
            <a:extLst>
              <a:ext uri="{FF2B5EF4-FFF2-40B4-BE49-F238E27FC236}">
                <a16:creationId xmlns:a16="http://schemas.microsoft.com/office/drawing/2014/main" id="{185C12A6-77A2-4ADB-B702-B8D5AD1D75B8}"/>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9">
            <a:extLst>
              <a:ext uri="{FF2B5EF4-FFF2-40B4-BE49-F238E27FC236}">
                <a16:creationId xmlns:a16="http://schemas.microsoft.com/office/drawing/2014/main" id="{478F7381-C67F-43C5-B433-2D42F7603CBC}"/>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30">
            <a:extLst>
              <a:ext uri="{FF2B5EF4-FFF2-40B4-BE49-F238E27FC236}">
                <a16:creationId xmlns:a16="http://schemas.microsoft.com/office/drawing/2014/main" id="{90B69858-8A20-4931-9521-71675A8CC02E}"/>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31">
            <a:extLst>
              <a:ext uri="{FF2B5EF4-FFF2-40B4-BE49-F238E27FC236}">
                <a16:creationId xmlns:a16="http://schemas.microsoft.com/office/drawing/2014/main" id="{7F9BE937-F935-4599-8950-35261F8C3DE2}"/>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32">
            <a:extLst>
              <a:ext uri="{FF2B5EF4-FFF2-40B4-BE49-F238E27FC236}">
                <a16:creationId xmlns:a16="http://schemas.microsoft.com/office/drawing/2014/main" id="{F466CAFE-9BB3-43E6-92A0-CE6D7B21D67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33">
            <a:extLst>
              <a:ext uri="{FF2B5EF4-FFF2-40B4-BE49-F238E27FC236}">
                <a16:creationId xmlns:a16="http://schemas.microsoft.com/office/drawing/2014/main" id="{BED2C51E-AAB7-426E-A75D-39B2784C05E5}"/>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34">
            <a:extLst>
              <a:ext uri="{FF2B5EF4-FFF2-40B4-BE49-F238E27FC236}">
                <a16:creationId xmlns:a16="http://schemas.microsoft.com/office/drawing/2014/main" id="{978C6E6E-7DF6-4F16-9813-CAAEF2558C65}"/>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35">
            <a:extLst>
              <a:ext uri="{FF2B5EF4-FFF2-40B4-BE49-F238E27FC236}">
                <a16:creationId xmlns:a16="http://schemas.microsoft.com/office/drawing/2014/main" id="{F131347D-0BFF-4CEC-9197-7966F336D1C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36">
            <a:extLst>
              <a:ext uri="{FF2B5EF4-FFF2-40B4-BE49-F238E27FC236}">
                <a16:creationId xmlns:a16="http://schemas.microsoft.com/office/drawing/2014/main" id="{EEB37814-4041-4F40-88D0-6FEC991F7067}"/>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37">
            <a:extLst>
              <a:ext uri="{FF2B5EF4-FFF2-40B4-BE49-F238E27FC236}">
                <a16:creationId xmlns:a16="http://schemas.microsoft.com/office/drawing/2014/main" id="{B54684D2-F593-4466-9C42-8C5C15B20A05}"/>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38">
            <a:extLst>
              <a:ext uri="{FF2B5EF4-FFF2-40B4-BE49-F238E27FC236}">
                <a16:creationId xmlns:a16="http://schemas.microsoft.com/office/drawing/2014/main" id="{A9476256-A97C-450D-91AF-0C7769A374AE}"/>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39">
            <a:extLst>
              <a:ext uri="{FF2B5EF4-FFF2-40B4-BE49-F238E27FC236}">
                <a16:creationId xmlns:a16="http://schemas.microsoft.com/office/drawing/2014/main" id="{0A1A5FD1-0A75-4BE7-8317-BE72A8A7A86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0">
            <a:extLst>
              <a:ext uri="{FF2B5EF4-FFF2-40B4-BE49-F238E27FC236}">
                <a16:creationId xmlns:a16="http://schemas.microsoft.com/office/drawing/2014/main" id="{7A6574A2-FEC3-4F9D-9B8B-320F02AEAD5C}"/>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1">
            <a:extLst>
              <a:ext uri="{FF2B5EF4-FFF2-40B4-BE49-F238E27FC236}">
                <a16:creationId xmlns:a16="http://schemas.microsoft.com/office/drawing/2014/main" id="{830DD438-6F5A-48F5-AAD9-D889C7C44615}"/>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2">
            <a:extLst>
              <a:ext uri="{FF2B5EF4-FFF2-40B4-BE49-F238E27FC236}">
                <a16:creationId xmlns:a16="http://schemas.microsoft.com/office/drawing/2014/main" id="{AC965A5E-1B38-4659-921C-B228E8BDC783}"/>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3">
            <a:extLst>
              <a:ext uri="{FF2B5EF4-FFF2-40B4-BE49-F238E27FC236}">
                <a16:creationId xmlns:a16="http://schemas.microsoft.com/office/drawing/2014/main" id="{DDED518A-DE71-472C-97A8-C9B2AE293D25}"/>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4">
            <a:extLst>
              <a:ext uri="{FF2B5EF4-FFF2-40B4-BE49-F238E27FC236}">
                <a16:creationId xmlns:a16="http://schemas.microsoft.com/office/drawing/2014/main" id="{D37CE93E-2B89-4477-A6FC-6DF685F8DB79}"/>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5">
            <a:extLst>
              <a:ext uri="{FF2B5EF4-FFF2-40B4-BE49-F238E27FC236}">
                <a16:creationId xmlns:a16="http://schemas.microsoft.com/office/drawing/2014/main" id="{F8BC961D-683B-4D7A-BA96-265AEC4D9F45}"/>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6">
            <a:extLst>
              <a:ext uri="{FF2B5EF4-FFF2-40B4-BE49-F238E27FC236}">
                <a16:creationId xmlns:a16="http://schemas.microsoft.com/office/drawing/2014/main" id="{D081B734-9BC1-4ED8-894A-46ED009E932D}"/>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
            <a:extLst>
              <a:ext uri="{FF2B5EF4-FFF2-40B4-BE49-F238E27FC236}">
                <a16:creationId xmlns:a16="http://schemas.microsoft.com/office/drawing/2014/main" id="{BC3E42C8-8B65-4A15-85E3-8D58730024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8">
            <a:extLst>
              <a:ext uri="{FF2B5EF4-FFF2-40B4-BE49-F238E27FC236}">
                <a16:creationId xmlns:a16="http://schemas.microsoft.com/office/drawing/2014/main" id="{B782D1CE-0708-4B10-AC22-589BBC21E4F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9">
            <a:extLst>
              <a:ext uri="{FF2B5EF4-FFF2-40B4-BE49-F238E27FC236}">
                <a16:creationId xmlns:a16="http://schemas.microsoft.com/office/drawing/2014/main" id="{866FECFF-7155-4192-908C-79ADE526AB22}"/>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50">
            <a:extLst>
              <a:ext uri="{FF2B5EF4-FFF2-40B4-BE49-F238E27FC236}">
                <a16:creationId xmlns:a16="http://schemas.microsoft.com/office/drawing/2014/main" id="{84AA0A20-D887-4816-933D-C40E93FB50E8}"/>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51">
            <a:extLst>
              <a:ext uri="{FF2B5EF4-FFF2-40B4-BE49-F238E27FC236}">
                <a16:creationId xmlns:a16="http://schemas.microsoft.com/office/drawing/2014/main" id="{027EFAC0-C803-4CDB-8E3E-9E874EBD9C68}"/>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52">
            <a:extLst>
              <a:ext uri="{FF2B5EF4-FFF2-40B4-BE49-F238E27FC236}">
                <a16:creationId xmlns:a16="http://schemas.microsoft.com/office/drawing/2014/main" id="{926C70B7-AF3F-4205-B324-32D43F5DBCB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53">
            <a:extLst>
              <a:ext uri="{FF2B5EF4-FFF2-40B4-BE49-F238E27FC236}">
                <a16:creationId xmlns:a16="http://schemas.microsoft.com/office/drawing/2014/main" id="{CD8CCED0-9F40-4639-B500-6F3061827A40}"/>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54">
            <a:extLst>
              <a:ext uri="{FF2B5EF4-FFF2-40B4-BE49-F238E27FC236}">
                <a16:creationId xmlns:a16="http://schemas.microsoft.com/office/drawing/2014/main" id="{5E348E02-9353-48E6-95DD-50B63820AEDA}"/>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55">
            <a:extLst>
              <a:ext uri="{FF2B5EF4-FFF2-40B4-BE49-F238E27FC236}">
                <a16:creationId xmlns:a16="http://schemas.microsoft.com/office/drawing/2014/main" id="{DD4BE283-425E-4846-B8D7-122F90C6A230}"/>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56">
            <a:extLst>
              <a:ext uri="{FF2B5EF4-FFF2-40B4-BE49-F238E27FC236}">
                <a16:creationId xmlns:a16="http://schemas.microsoft.com/office/drawing/2014/main" id="{884048EF-9FDB-476F-BF9D-5521FC34358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57">
            <a:extLst>
              <a:ext uri="{FF2B5EF4-FFF2-40B4-BE49-F238E27FC236}">
                <a16:creationId xmlns:a16="http://schemas.microsoft.com/office/drawing/2014/main" id="{C45A1F26-A36D-442E-AEFF-D6C1FC1A99A5}"/>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58">
            <a:extLst>
              <a:ext uri="{FF2B5EF4-FFF2-40B4-BE49-F238E27FC236}">
                <a16:creationId xmlns:a16="http://schemas.microsoft.com/office/drawing/2014/main" id="{BD645119-A759-46DB-9CD8-9F0097E8DA7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59">
            <a:extLst>
              <a:ext uri="{FF2B5EF4-FFF2-40B4-BE49-F238E27FC236}">
                <a16:creationId xmlns:a16="http://schemas.microsoft.com/office/drawing/2014/main" id="{45481AD9-BB02-41FF-B959-62F4FBD1F960}"/>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60">
            <a:extLst>
              <a:ext uri="{FF2B5EF4-FFF2-40B4-BE49-F238E27FC236}">
                <a16:creationId xmlns:a16="http://schemas.microsoft.com/office/drawing/2014/main" id="{7ED88498-987C-4ABA-9962-A21FFFB240B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61">
            <a:extLst>
              <a:ext uri="{FF2B5EF4-FFF2-40B4-BE49-F238E27FC236}">
                <a16:creationId xmlns:a16="http://schemas.microsoft.com/office/drawing/2014/main" id="{4578D7A6-C760-4031-A207-207577B379E8}"/>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62">
            <a:extLst>
              <a:ext uri="{FF2B5EF4-FFF2-40B4-BE49-F238E27FC236}">
                <a16:creationId xmlns:a16="http://schemas.microsoft.com/office/drawing/2014/main" id="{0F41A8FA-46E7-468E-88A4-8C9F2CCEB7C2}"/>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63">
            <a:extLst>
              <a:ext uri="{FF2B5EF4-FFF2-40B4-BE49-F238E27FC236}">
                <a16:creationId xmlns:a16="http://schemas.microsoft.com/office/drawing/2014/main" id="{4F3FB3D5-427B-46EE-B3E5-54459D80E45A}"/>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64">
            <a:extLst>
              <a:ext uri="{FF2B5EF4-FFF2-40B4-BE49-F238E27FC236}">
                <a16:creationId xmlns:a16="http://schemas.microsoft.com/office/drawing/2014/main" id="{A78F3CBB-D121-4A19-9E4E-7448CC3E69B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65">
            <a:extLst>
              <a:ext uri="{FF2B5EF4-FFF2-40B4-BE49-F238E27FC236}">
                <a16:creationId xmlns:a16="http://schemas.microsoft.com/office/drawing/2014/main" id="{E6C49361-4506-4F0E-97E8-49D8EC0A06BD}"/>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66">
            <a:extLst>
              <a:ext uri="{FF2B5EF4-FFF2-40B4-BE49-F238E27FC236}">
                <a16:creationId xmlns:a16="http://schemas.microsoft.com/office/drawing/2014/main" id="{A3844753-C0B7-47D3-9F68-BF7A0D517E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67">
            <a:extLst>
              <a:ext uri="{FF2B5EF4-FFF2-40B4-BE49-F238E27FC236}">
                <a16:creationId xmlns:a16="http://schemas.microsoft.com/office/drawing/2014/main" id="{7F50FC48-7B26-4848-9EEA-28C1F30A898A}"/>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68">
            <a:extLst>
              <a:ext uri="{FF2B5EF4-FFF2-40B4-BE49-F238E27FC236}">
                <a16:creationId xmlns:a16="http://schemas.microsoft.com/office/drawing/2014/main" id="{4E1572E2-7B68-4EF5-A1EA-C93DD18558F7}"/>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69">
            <a:extLst>
              <a:ext uri="{FF2B5EF4-FFF2-40B4-BE49-F238E27FC236}">
                <a16:creationId xmlns:a16="http://schemas.microsoft.com/office/drawing/2014/main" id="{3626EF80-83AC-4662-9197-0B9A9012E11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70">
            <a:extLst>
              <a:ext uri="{FF2B5EF4-FFF2-40B4-BE49-F238E27FC236}">
                <a16:creationId xmlns:a16="http://schemas.microsoft.com/office/drawing/2014/main" id="{42DD0ADB-B467-48D0-BFBC-6FBAB36542B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71">
            <a:extLst>
              <a:ext uri="{FF2B5EF4-FFF2-40B4-BE49-F238E27FC236}">
                <a16:creationId xmlns:a16="http://schemas.microsoft.com/office/drawing/2014/main" id="{2995F983-4D61-4A8F-984A-263EB90477F3}"/>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72">
            <a:extLst>
              <a:ext uri="{FF2B5EF4-FFF2-40B4-BE49-F238E27FC236}">
                <a16:creationId xmlns:a16="http://schemas.microsoft.com/office/drawing/2014/main" id="{E63F7095-CE9B-4B1A-9B48-ED612F4F9E54}"/>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73">
            <a:extLst>
              <a:ext uri="{FF2B5EF4-FFF2-40B4-BE49-F238E27FC236}">
                <a16:creationId xmlns:a16="http://schemas.microsoft.com/office/drawing/2014/main" id="{2F1E117F-E4E4-4914-AFE3-C7F04CE256A6}"/>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74">
            <a:extLst>
              <a:ext uri="{FF2B5EF4-FFF2-40B4-BE49-F238E27FC236}">
                <a16:creationId xmlns:a16="http://schemas.microsoft.com/office/drawing/2014/main" id="{2268A5CF-3A6E-467A-9A78-1E8FE982B04B}"/>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75">
            <a:extLst>
              <a:ext uri="{FF2B5EF4-FFF2-40B4-BE49-F238E27FC236}">
                <a16:creationId xmlns:a16="http://schemas.microsoft.com/office/drawing/2014/main" id="{B83E4383-A2B3-4B42-8F06-8C99FEED37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76">
            <a:extLst>
              <a:ext uri="{FF2B5EF4-FFF2-40B4-BE49-F238E27FC236}">
                <a16:creationId xmlns:a16="http://schemas.microsoft.com/office/drawing/2014/main" id="{D52FB7FC-01BA-49BC-9B59-C6963ADB698C}"/>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77">
            <a:extLst>
              <a:ext uri="{FF2B5EF4-FFF2-40B4-BE49-F238E27FC236}">
                <a16:creationId xmlns:a16="http://schemas.microsoft.com/office/drawing/2014/main" id="{5CA2EF4F-6905-4CDD-B81D-76CA671FF220}"/>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78">
            <a:extLst>
              <a:ext uri="{FF2B5EF4-FFF2-40B4-BE49-F238E27FC236}">
                <a16:creationId xmlns:a16="http://schemas.microsoft.com/office/drawing/2014/main" id="{1B2DF797-53CD-4AC1-B807-D1A31AE9DDDD}"/>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79">
            <a:extLst>
              <a:ext uri="{FF2B5EF4-FFF2-40B4-BE49-F238E27FC236}">
                <a16:creationId xmlns:a16="http://schemas.microsoft.com/office/drawing/2014/main" id="{419462DE-1F8F-4FD5-A6E6-116EE26AEBFF}"/>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80">
            <a:extLst>
              <a:ext uri="{FF2B5EF4-FFF2-40B4-BE49-F238E27FC236}">
                <a16:creationId xmlns:a16="http://schemas.microsoft.com/office/drawing/2014/main" id="{FBDBA569-891F-4406-AE86-30CCF75183B9}"/>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81">
            <a:extLst>
              <a:ext uri="{FF2B5EF4-FFF2-40B4-BE49-F238E27FC236}">
                <a16:creationId xmlns:a16="http://schemas.microsoft.com/office/drawing/2014/main" id="{852820B2-8DA4-494D-9664-1CB27D203C93}"/>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82">
            <a:extLst>
              <a:ext uri="{FF2B5EF4-FFF2-40B4-BE49-F238E27FC236}">
                <a16:creationId xmlns:a16="http://schemas.microsoft.com/office/drawing/2014/main" id="{BEC828C3-777D-4472-BFAC-C9D98E07C99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83">
            <a:extLst>
              <a:ext uri="{FF2B5EF4-FFF2-40B4-BE49-F238E27FC236}">
                <a16:creationId xmlns:a16="http://schemas.microsoft.com/office/drawing/2014/main" id="{6A322C0D-65D1-4C03-92A8-70114DC7E19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84">
            <a:extLst>
              <a:ext uri="{FF2B5EF4-FFF2-40B4-BE49-F238E27FC236}">
                <a16:creationId xmlns:a16="http://schemas.microsoft.com/office/drawing/2014/main" id="{155268D1-38EC-4320-84CE-3D7FAD3F4A25}"/>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85">
            <a:extLst>
              <a:ext uri="{FF2B5EF4-FFF2-40B4-BE49-F238E27FC236}">
                <a16:creationId xmlns:a16="http://schemas.microsoft.com/office/drawing/2014/main" id="{98511579-6ABB-45D0-A1DC-EF2E605F53C1}"/>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86">
            <a:extLst>
              <a:ext uri="{FF2B5EF4-FFF2-40B4-BE49-F238E27FC236}">
                <a16:creationId xmlns:a16="http://schemas.microsoft.com/office/drawing/2014/main" id="{19EC7A4A-15A6-4A30-9FF7-7FF874776955}"/>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87">
            <a:extLst>
              <a:ext uri="{FF2B5EF4-FFF2-40B4-BE49-F238E27FC236}">
                <a16:creationId xmlns:a16="http://schemas.microsoft.com/office/drawing/2014/main" id="{532E434C-2074-4BDD-BD1E-D72412EC21F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88">
            <a:extLst>
              <a:ext uri="{FF2B5EF4-FFF2-40B4-BE49-F238E27FC236}">
                <a16:creationId xmlns:a16="http://schemas.microsoft.com/office/drawing/2014/main" id="{A2273DE6-B3D8-443D-8AED-D83A052BD073}"/>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89">
            <a:extLst>
              <a:ext uri="{FF2B5EF4-FFF2-40B4-BE49-F238E27FC236}">
                <a16:creationId xmlns:a16="http://schemas.microsoft.com/office/drawing/2014/main" id="{2848526E-B255-4D8C-9412-8B0EFF17A49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90">
            <a:extLst>
              <a:ext uri="{FF2B5EF4-FFF2-40B4-BE49-F238E27FC236}">
                <a16:creationId xmlns:a16="http://schemas.microsoft.com/office/drawing/2014/main" id="{12ED3EFB-316D-48AE-B93E-5D5B160D5F17}"/>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91">
            <a:extLst>
              <a:ext uri="{FF2B5EF4-FFF2-40B4-BE49-F238E27FC236}">
                <a16:creationId xmlns:a16="http://schemas.microsoft.com/office/drawing/2014/main" id="{5A137C5A-B51F-47E0-B648-85D7BE93F98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92">
            <a:extLst>
              <a:ext uri="{FF2B5EF4-FFF2-40B4-BE49-F238E27FC236}">
                <a16:creationId xmlns:a16="http://schemas.microsoft.com/office/drawing/2014/main" id="{3845AFC2-0D1C-45DE-842E-77041F011AE4}"/>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93">
            <a:extLst>
              <a:ext uri="{FF2B5EF4-FFF2-40B4-BE49-F238E27FC236}">
                <a16:creationId xmlns:a16="http://schemas.microsoft.com/office/drawing/2014/main" id="{D9247673-73F6-4363-8E25-85A44B0153E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94">
            <a:extLst>
              <a:ext uri="{FF2B5EF4-FFF2-40B4-BE49-F238E27FC236}">
                <a16:creationId xmlns:a16="http://schemas.microsoft.com/office/drawing/2014/main" id="{44377144-FF00-4A17-80C9-1B29A64D9DB9}"/>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95">
            <a:extLst>
              <a:ext uri="{FF2B5EF4-FFF2-40B4-BE49-F238E27FC236}">
                <a16:creationId xmlns:a16="http://schemas.microsoft.com/office/drawing/2014/main" id="{15874EB6-31F7-445B-A360-4408DBCA121C}"/>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96">
            <a:extLst>
              <a:ext uri="{FF2B5EF4-FFF2-40B4-BE49-F238E27FC236}">
                <a16:creationId xmlns:a16="http://schemas.microsoft.com/office/drawing/2014/main" id="{256444ED-01FD-455E-8E0F-FD149814934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호출: (행 0, 열 0, 크기 8)</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 위는 전부 1입니다.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추가 검은 칸: 행 5, 열 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전체는 0과 1이 섞였습니다.</a:t>
            </a:r>
          </a:p>
        </p:txBody>
      </p:sp>
      <p:sp>
        <p:nvSpPr>
          <p:cNvPr id="153" name="banner-197">
            <a:extLst>
              <a:ext uri="{FF2B5EF4-FFF2-40B4-BE49-F238E27FC236}">
                <a16:creationId xmlns:a16="http://schemas.microsoft.com/office/drawing/2014/main" id="{CB8D293D-4366-4546-99E0-F1EFEE36D378}"/>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98">
            <a:extLst>
              <a:ext uri="{FF2B5EF4-FFF2-40B4-BE49-F238E27FC236}">
                <a16:creationId xmlns:a16="http://schemas.microsoft.com/office/drawing/2014/main" id="{18C615A1-9218-4965-8CFB-512039F3F33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전체는 혼합 → 네 부분으로 분할</a:t>
            </a:r>
          </a:p>
        </p:txBody>
      </p:sp>
      <p:sp>
        <p:nvSpPr>
          <p:cNvPr id="155" name="caption">
            <a:extLst>
              <a:ext uri="{FF2B5EF4-FFF2-40B4-BE49-F238E27FC236}">
                <a16:creationId xmlns:a16="http://schemas.microsoft.com/office/drawing/2014/main" id="{58CB3AAE-BB1B-4A48-B6BF-BEBB0BFB286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73574136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ection">
            <a:extLst>
              <a:ext uri="{FF2B5EF4-FFF2-40B4-BE49-F238E27FC236}">
                <a16:creationId xmlns:a16="http://schemas.microsoft.com/office/drawing/2014/main" id="{513B822C-B27E-4B85-B3F7-8AE1B0A4339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697DB17-9AC2-4448-8A81-89A21A1D0D9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D92B77-1654-4C07-8529-430BE28F32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첫 분할: 네 호출의 좌표를 정합니다</a:t>
            </a:r>
          </a:p>
        </p:txBody>
      </p:sp>
      <p:sp>
        <p:nvSpPr>
          <p:cNvPr id="4" name="line-199">
            <a:extLst>
              <a:ext uri="{FF2B5EF4-FFF2-40B4-BE49-F238E27FC236}">
                <a16:creationId xmlns:a16="http://schemas.microsoft.com/office/drawing/2014/main" id="{D99F813C-9060-45E6-9A15-32A8351DBB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CBDE91D-3452-4B73-9FA0-B9484C04D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6BB6DFD-BB93-4208-9442-B14572728F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192</a:t>
            </a:r>
            <a:endParaRPr sz="1050" b="0">
              <a:solidFill>
                <a:srgbClr val="151515"/>
              </a:solidFill>
              <a:latin typeface="Consolas"/>
              <a:ea typeface="Consolas"/>
              <a:cs typeface="Consolas"/>
            </a:endParaRPr>
          </a:p>
        </p:txBody>
      </p:sp>
      <p:sp>
        <p:nvSpPr>
          <p:cNvPr id="7" name="pixel-200">
            <a:extLst>
              <a:ext uri="{FF2B5EF4-FFF2-40B4-BE49-F238E27FC236}">
                <a16:creationId xmlns:a16="http://schemas.microsoft.com/office/drawing/2014/main" id="{134C03D3-86FB-4A49-93A3-8E8D5310722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201">
            <a:extLst>
              <a:ext uri="{FF2B5EF4-FFF2-40B4-BE49-F238E27FC236}">
                <a16:creationId xmlns:a16="http://schemas.microsoft.com/office/drawing/2014/main" id="{9C7E2443-7A05-4C74-94C5-ABC39FD83FE3}"/>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202">
            <a:extLst>
              <a:ext uri="{FF2B5EF4-FFF2-40B4-BE49-F238E27FC236}">
                <a16:creationId xmlns:a16="http://schemas.microsoft.com/office/drawing/2014/main" id="{2FF23D59-4DC7-41CD-83CC-84B3127E7B4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203">
            <a:extLst>
              <a:ext uri="{FF2B5EF4-FFF2-40B4-BE49-F238E27FC236}">
                <a16:creationId xmlns:a16="http://schemas.microsoft.com/office/drawing/2014/main" id="{486C7CB0-2175-4113-9D1E-5304D6582FD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204">
            <a:extLst>
              <a:ext uri="{FF2B5EF4-FFF2-40B4-BE49-F238E27FC236}">
                <a16:creationId xmlns:a16="http://schemas.microsoft.com/office/drawing/2014/main" id="{CFDC847F-5596-4A0A-843D-3EBCB980439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205">
            <a:extLst>
              <a:ext uri="{FF2B5EF4-FFF2-40B4-BE49-F238E27FC236}">
                <a16:creationId xmlns:a16="http://schemas.microsoft.com/office/drawing/2014/main" id="{5EC46620-0823-4133-9109-FD91AA346AF8}"/>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206">
            <a:extLst>
              <a:ext uri="{FF2B5EF4-FFF2-40B4-BE49-F238E27FC236}">
                <a16:creationId xmlns:a16="http://schemas.microsoft.com/office/drawing/2014/main" id="{11ADB0ED-DBEB-46B2-85CF-7B4B4AC77DF4}"/>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207">
            <a:extLst>
              <a:ext uri="{FF2B5EF4-FFF2-40B4-BE49-F238E27FC236}">
                <a16:creationId xmlns:a16="http://schemas.microsoft.com/office/drawing/2014/main" id="{6BDF38D5-03BF-402D-8EC2-BD41CB064A93}"/>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208">
            <a:extLst>
              <a:ext uri="{FF2B5EF4-FFF2-40B4-BE49-F238E27FC236}">
                <a16:creationId xmlns:a16="http://schemas.microsoft.com/office/drawing/2014/main" id="{A753917C-3C8F-46AE-8FFB-7C5D4588FA26}"/>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209">
            <a:extLst>
              <a:ext uri="{FF2B5EF4-FFF2-40B4-BE49-F238E27FC236}">
                <a16:creationId xmlns:a16="http://schemas.microsoft.com/office/drawing/2014/main" id="{44D281F8-0A78-4F93-9459-C658773BA689}"/>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210">
            <a:extLst>
              <a:ext uri="{FF2B5EF4-FFF2-40B4-BE49-F238E27FC236}">
                <a16:creationId xmlns:a16="http://schemas.microsoft.com/office/drawing/2014/main" id="{7FC925D1-0887-4278-8EFF-819BA24C86B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211">
            <a:extLst>
              <a:ext uri="{FF2B5EF4-FFF2-40B4-BE49-F238E27FC236}">
                <a16:creationId xmlns:a16="http://schemas.microsoft.com/office/drawing/2014/main" id="{A3F03B32-61A7-4189-A069-369A1F82C36A}"/>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212">
            <a:extLst>
              <a:ext uri="{FF2B5EF4-FFF2-40B4-BE49-F238E27FC236}">
                <a16:creationId xmlns:a16="http://schemas.microsoft.com/office/drawing/2014/main" id="{73E6ECFB-ACA0-4BD8-8C90-F9A2740C725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213">
            <a:extLst>
              <a:ext uri="{FF2B5EF4-FFF2-40B4-BE49-F238E27FC236}">
                <a16:creationId xmlns:a16="http://schemas.microsoft.com/office/drawing/2014/main" id="{87D96D1B-5C53-4A14-9500-4B15A276FF2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214">
            <a:extLst>
              <a:ext uri="{FF2B5EF4-FFF2-40B4-BE49-F238E27FC236}">
                <a16:creationId xmlns:a16="http://schemas.microsoft.com/office/drawing/2014/main" id="{E5B31A84-A509-4015-AAEE-B53493346B61}"/>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215">
            <a:extLst>
              <a:ext uri="{FF2B5EF4-FFF2-40B4-BE49-F238E27FC236}">
                <a16:creationId xmlns:a16="http://schemas.microsoft.com/office/drawing/2014/main" id="{6FD21C72-7DBD-441B-B3F5-93D0D7936D0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216">
            <a:extLst>
              <a:ext uri="{FF2B5EF4-FFF2-40B4-BE49-F238E27FC236}">
                <a16:creationId xmlns:a16="http://schemas.microsoft.com/office/drawing/2014/main" id="{6BE151EB-DF1D-4E22-9883-90ACDD51D2E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217">
            <a:extLst>
              <a:ext uri="{FF2B5EF4-FFF2-40B4-BE49-F238E27FC236}">
                <a16:creationId xmlns:a16="http://schemas.microsoft.com/office/drawing/2014/main" id="{61625566-DF73-4150-ADD3-32B13EAFC013}"/>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218">
            <a:extLst>
              <a:ext uri="{FF2B5EF4-FFF2-40B4-BE49-F238E27FC236}">
                <a16:creationId xmlns:a16="http://schemas.microsoft.com/office/drawing/2014/main" id="{E4A6FC8F-83B2-466F-B972-74BA7317477A}"/>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219">
            <a:extLst>
              <a:ext uri="{FF2B5EF4-FFF2-40B4-BE49-F238E27FC236}">
                <a16:creationId xmlns:a16="http://schemas.microsoft.com/office/drawing/2014/main" id="{9668169A-99F6-4BFF-966D-D971B24DC2EB}"/>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220">
            <a:extLst>
              <a:ext uri="{FF2B5EF4-FFF2-40B4-BE49-F238E27FC236}">
                <a16:creationId xmlns:a16="http://schemas.microsoft.com/office/drawing/2014/main" id="{75E9B6ED-1E34-433C-AC47-2A141CAB56E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221">
            <a:extLst>
              <a:ext uri="{FF2B5EF4-FFF2-40B4-BE49-F238E27FC236}">
                <a16:creationId xmlns:a16="http://schemas.microsoft.com/office/drawing/2014/main" id="{C9D0A852-5BFF-4146-895A-B0A3498B4035}"/>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222">
            <a:extLst>
              <a:ext uri="{FF2B5EF4-FFF2-40B4-BE49-F238E27FC236}">
                <a16:creationId xmlns:a16="http://schemas.microsoft.com/office/drawing/2014/main" id="{274A190A-E4CC-4597-85D0-1A6ADD0C6D9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223">
            <a:extLst>
              <a:ext uri="{FF2B5EF4-FFF2-40B4-BE49-F238E27FC236}">
                <a16:creationId xmlns:a16="http://schemas.microsoft.com/office/drawing/2014/main" id="{36BA5F33-232F-4A39-8274-FC39A607AD3B}"/>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224">
            <a:extLst>
              <a:ext uri="{FF2B5EF4-FFF2-40B4-BE49-F238E27FC236}">
                <a16:creationId xmlns:a16="http://schemas.microsoft.com/office/drawing/2014/main" id="{FADF0CC8-FE04-4DEF-AC37-EFC6DEAC71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225">
            <a:extLst>
              <a:ext uri="{FF2B5EF4-FFF2-40B4-BE49-F238E27FC236}">
                <a16:creationId xmlns:a16="http://schemas.microsoft.com/office/drawing/2014/main" id="{32AB41B9-F477-47AF-A4BB-5AACC649334F}"/>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226">
            <a:extLst>
              <a:ext uri="{FF2B5EF4-FFF2-40B4-BE49-F238E27FC236}">
                <a16:creationId xmlns:a16="http://schemas.microsoft.com/office/drawing/2014/main" id="{66206ACA-850B-46C7-A335-DA111FFD43D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227">
            <a:extLst>
              <a:ext uri="{FF2B5EF4-FFF2-40B4-BE49-F238E27FC236}">
                <a16:creationId xmlns:a16="http://schemas.microsoft.com/office/drawing/2014/main" id="{574B75E3-47A1-4C21-8C5D-41B36F736246}"/>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228">
            <a:extLst>
              <a:ext uri="{FF2B5EF4-FFF2-40B4-BE49-F238E27FC236}">
                <a16:creationId xmlns:a16="http://schemas.microsoft.com/office/drawing/2014/main" id="{59C35B6C-8363-4C91-A7AF-61B1B2A697B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229">
            <a:extLst>
              <a:ext uri="{FF2B5EF4-FFF2-40B4-BE49-F238E27FC236}">
                <a16:creationId xmlns:a16="http://schemas.microsoft.com/office/drawing/2014/main" id="{FADAF0C8-8E90-4874-A4C5-897BB5AFC617}"/>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230">
            <a:extLst>
              <a:ext uri="{FF2B5EF4-FFF2-40B4-BE49-F238E27FC236}">
                <a16:creationId xmlns:a16="http://schemas.microsoft.com/office/drawing/2014/main" id="{70779862-C60F-4A65-9D2B-D0BAEE6264CC}"/>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231">
            <a:extLst>
              <a:ext uri="{FF2B5EF4-FFF2-40B4-BE49-F238E27FC236}">
                <a16:creationId xmlns:a16="http://schemas.microsoft.com/office/drawing/2014/main" id="{A2F50B4F-D31D-4C9B-868C-253190A8C15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232">
            <a:extLst>
              <a:ext uri="{FF2B5EF4-FFF2-40B4-BE49-F238E27FC236}">
                <a16:creationId xmlns:a16="http://schemas.microsoft.com/office/drawing/2014/main" id="{D0EF932C-A8B8-4AC6-91D0-A6A92C75EADC}"/>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233">
            <a:extLst>
              <a:ext uri="{FF2B5EF4-FFF2-40B4-BE49-F238E27FC236}">
                <a16:creationId xmlns:a16="http://schemas.microsoft.com/office/drawing/2014/main" id="{F8B2E69E-D24C-4A1E-B97B-9D03E3A45B8E}"/>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234">
            <a:extLst>
              <a:ext uri="{FF2B5EF4-FFF2-40B4-BE49-F238E27FC236}">
                <a16:creationId xmlns:a16="http://schemas.microsoft.com/office/drawing/2014/main" id="{F9826B35-B9C5-432D-917A-B70F94295DA3}"/>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235">
            <a:extLst>
              <a:ext uri="{FF2B5EF4-FFF2-40B4-BE49-F238E27FC236}">
                <a16:creationId xmlns:a16="http://schemas.microsoft.com/office/drawing/2014/main" id="{40E855F1-31A3-41D1-A989-1D1994D4335D}"/>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236">
            <a:extLst>
              <a:ext uri="{FF2B5EF4-FFF2-40B4-BE49-F238E27FC236}">
                <a16:creationId xmlns:a16="http://schemas.microsoft.com/office/drawing/2014/main" id="{6079EA9C-13CF-4398-84DC-9DB6BFEAF8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237">
            <a:extLst>
              <a:ext uri="{FF2B5EF4-FFF2-40B4-BE49-F238E27FC236}">
                <a16:creationId xmlns:a16="http://schemas.microsoft.com/office/drawing/2014/main" id="{F1E533A3-9BFE-42FE-B307-9F2CD4DB8C51}"/>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238">
            <a:extLst>
              <a:ext uri="{FF2B5EF4-FFF2-40B4-BE49-F238E27FC236}">
                <a16:creationId xmlns:a16="http://schemas.microsoft.com/office/drawing/2014/main" id="{6791C1A8-BAC8-4105-8DCD-15239EEA3F2A}"/>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239">
            <a:extLst>
              <a:ext uri="{FF2B5EF4-FFF2-40B4-BE49-F238E27FC236}">
                <a16:creationId xmlns:a16="http://schemas.microsoft.com/office/drawing/2014/main" id="{8E15B21F-4AE9-47E6-B139-E86175951297}"/>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240">
            <a:extLst>
              <a:ext uri="{FF2B5EF4-FFF2-40B4-BE49-F238E27FC236}">
                <a16:creationId xmlns:a16="http://schemas.microsoft.com/office/drawing/2014/main" id="{5F298D2A-8848-423E-AB95-DE9F7A99152A}"/>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241">
            <a:extLst>
              <a:ext uri="{FF2B5EF4-FFF2-40B4-BE49-F238E27FC236}">
                <a16:creationId xmlns:a16="http://schemas.microsoft.com/office/drawing/2014/main" id="{3B68B441-1942-4E54-B417-80A033DE5D83}"/>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242">
            <a:extLst>
              <a:ext uri="{FF2B5EF4-FFF2-40B4-BE49-F238E27FC236}">
                <a16:creationId xmlns:a16="http://schemas.microsoft.com/office/drawing/2014/main" id="{B6FA0539-B129-4624-BBAF-C59B62213D34}"/>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243">
            <a:extLst>
              <a:ext uri="{FF2B5EF4-FFF2-40B4-BE49-F238E27FC236}">
                <a16:creationId xmlns:a16="http://schemas.microsoft.com/office/drawing/2014/main" id="{03233514-04DA-46E7-B19F-5EF58600A7B8}"/>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244">
            <a:extLst>
              <a:ext uri="{FF2B5EF4-FFF2-40B4-BE49-F238E27FC236}">
                <a16:creationId xmlns:a16="http://schemas.microsoft.com/office/drawing/2014/main" id="{3EC6440B-66DC-49A9-9E36-A748488D72DA}"/>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245">
            <a:extLst>
              <a:ext uri="{FF2B5EF4-FFF2-40B4-BE49-F238E27FC236}">
                <a16:creationId xmlns:a16="http://schemas.microsoft.com/office/drawing/2014/main" id="{50BE6309-20C9-4485-83E2-673AFFE1A17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246">
            <a:extLst>
              <a:ext uri="{FF2B5EF4-FFF2-40B4-BE49-F238E27FC236}">
                <a16:creationId xmlns:a16="http://schemas.microsoft.com/office/drawing/2014/main" id="{356C1BED-9193-4517-BCEF-AA9C19E96141}"/>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247">
            <a:extLst>
              <a:ext uri="{FF2B5EF4-FFF2-40B4-BE49-F238E27FC236}">
                <a16:creationId xmlns:a16="http://schemas.microsoft.com/office/drawing/2014/main" id="{2C24FF81-1F36-4E03-9F00-07515F30B38F}"/>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248">
            <a:extLst>
              <a:ext uri="{FF2B5EF4-FFF2-40B4-BE49-F238E27FC236}">
                <a16:creationId xmlns:a16="http://schemas.microsoft.com/office/drawing/2014/main" id="{3C8B6BAC-7EBD-445D-A98B-6353A010E439}"/>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249">
            <a:extLst>
              <a:ext uri="{FF2B5EF4-FFF2-40B4-BE49-F238E27FC236}">
                <a16:creationId xmlns:a16="http://schemas.microsoft.com/office/drawing/2014/main" id="{9C42DCAE-F520-4600-A976-9E3684E0CFDE}"/>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250">
            <a:extLst>
              <a:ext uri="{FF2B5EF4-FFF2-40B4-BE49-F238E27FC236}">
                <a16:creationId xmlns:a16="http://schemas.microsoft.com/office/drawing/2014/main" id="{D50B2E4F-5A9B-4722-9EB4-11C5BD505C2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251">
            <a:extLst>
              <a:ext uri="{FF2B5EF4-FFF2-40B4-BE49-F238E27FC236}">
                <a16:creationId xmlns:a16="http://schemas.microsoft.com/office/drawing/2014/main" id="{509AB671-B791-4081-A988-BD55BE64B52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252">
            <a:extLst>
              <a:ext uri="{FF2B5EF4-FFF2-40B4-BE49-F238E27FC236}">
                <a16:creationId xmlns:a16="http://schemas.microsoft.com/office/drawing/2014/main" id="{0A394E0C-B246-4C19-8DB5-AC25444D35A2}"/>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253">
            <a:extLst>
              <a:ext uri="{FF2B5EF4-FFF2-40B4-BE49-F238E27FC236}">
                <a16:creationId xmlns:a16="http://schemas.microsoft.com/office/drawing/2014/main" id="{E80D909A-473E-4B3C-933B-257645AFC893}"/>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254">
            <a:extLst>
              <a:ext uri="{FF2B5EF4-FFF2-40B4-BE49-F238E27FC236}">
                <a16:creationId xmlns:a16="http://schemas.microsoft.com/office/drawing/2014/main" id="{7313DFB1-2B4D-4A6B-A0B0-9E05DBB2D3A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255">
            <a:extLst>
              <a:ext uri="{FF2B5EF4-FFF2-40B4-BE49-F238E27FC236}">
                <a16:creationId xmlns:a16="http://schemas.microsoft.com/office/drawing/2014/main" id="{00A7B6CD-362E-494F-A3BA-D7FE474AACB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256">
            <a:extLst>
              <a:ext uri="{FF2B5EF4-FFF2-40B4-BE49-F238E27FC236}">
                <a16:creationId xmlns:a16="http://schemas.microsoft.com/office/drawing/2014/main" id="{BBB909F5-1CE2-48F9-B6D8-097600DB83C9}"/>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257">
            <a:extLst>
              <a:ext uri="{FF2B5EF4-FFF2-40B4-BE49-F238E27FC236}">
                <a16:creationId xmlns:a16="http://schemas.microsoft.com/office/drawing/2014/main" id="{2680F9E1-98F5-4CF2-B9FB-B525A7D7D34E}"/>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258">
            <a:extLst>
              <a:ext uri="{FF2B5EF4-FFF2-40B4-BE49-F238E27FC236}">
                <a16:creationId xmlns:a16="http://schemas.microsoft.com/office/drawing/2014/main" id="{B26B80C6-F917-4722-B26D-4BE5A98D1463}"/>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259">
            <a:extLst>
              <a:ext uri="{FF2B5EF4-FFF2-40B4-BE49-F238E27FC236}">
                <a16:creationId xmlns:a16="http://schemas.microsoft.com/office/drawing/2014/main" id="{D0751CDD-F454-4991-BEE9-4B190F87C84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260">
            <a:extLst>
              <a:ext uri="{FF2B5EF4-FFF2-40B4-BE49-F238E27FC236}">
                <a16:creationId xmlns:a16="http://schemas.microsoft.com/office/drawing/2014/main" id="{AB63F0DE-1EAE-4E72-9176-DFBE71E3681D}"/>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261">
            <a:extLst>
              <a:ext uri="{FF2B5EF4-FFF2-40B4-BE49-F238E27FC236}">
                <a16:creationId xmlns:a16="http://schemas.microsoft.com/office/drawing/2014/main" id="{0F6D5BA7-CD81-4116-B388-32C391FF56B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262">
            <a:extLst>
              <a:ext uri="{FF2B5EF4-FFF2-40B4-BE49-F238E27FC236}">
                <a16:creationId xmlns:a16="http://schemas.microsoft.com/office/drawing/2014/main" id="{C0D801A2-06A9-4EBA-B3B7-41EF6C9752ED}"/>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263">
            <a:extLst>
              <a:ext uri="{FF2B5EF4-FFF2-40B4-BE49-F238E27FC236}">
                <a16:creationId xmlns:a16="http://schemas.microsoft.com/office/drawing/2014/main" id="{EF71FD62-7669-45BF-8926-11B43648D4A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264">
            <a:extLst>
              <a:ext uri="{FF2B5EF4-FFF2-40B4-BE49-F238E27FC236}">
                <a16:creationId xmlns:a16="http://schemas.microsoft.com/office/drawing/2014/main" id="{81E5BE37-3F4A-4B22-9690-6207D6F843DC}"/>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265">
            <a:extLst>
              <a:ext uri="{FF2B5EF4-FFF2-40B4-BE49-F238E27FC236}">
                <a16:creationId xmlns:a16="http://schemas.microsoft.com/office/drawing/2014/main" id="{49909054-F82E-465C-80A4-C7BFC4A3D6DB}"/>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266">
            <a:extLst>
              <a:ext uri="{FF2B5EF4-FFF2-40B4-BE49-F238E27FC236}">
                <a16:creationId xmlns:a16="http://schemas.microsoft.com/office/drawing/2014/main" id="{3DC016DD-8FE2-49F4-843C-382192EEA9B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267">
            <a:extLst>
              <a:ext uri="{FF2B5EF4-FFF2-40B4-BE49-F238E27FC236}">
                <a16:creationId xmlns:a16="http://schemas.microsoft.com/office/drawing/2014/main" id="{43938906-01BE-4B49-9483-BF63681A914A}"/>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268">
            <a:extLst>
              <a:ext uri="{FF2B5EF4-FFF2-40B4-BE49-F238E27FC236}">
                <a16:creationId xmlns:a16="http://schemas.microsoft.com/office/drawing/2014/main" id="{BB6C32EF-FFF3-4BBC-9FE7-BF8C4983CE0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269">
            <a:extLst>
              <a:ext uri="{FF2B5EF4-FFF2-40B4-BE49-F238E27FC236}">
                <a16:creationId xmlns:a16="http://schemas.microsoft.com/office/drawing/2014/main" id="{98A29C50-982E-4FE0-B793-4257BF5E9D4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270">
            <a:extLst>
              <a:ext uri="{FF2B5EF4-FFF2-40B4-BE49-F238E27FC236}">
                <a16:creationId xmlns:a16="http://schemas.microsoft.com/office/drawing/2014/main" id="{A071A5CC-3FED-410E-91D8-0F52B7EE282E}"/>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271">
            <a:extLst>
              <a:ext uri="{FF2B5EF4-FFF2-40B4-BE49-F238E27FC236}">
                <a16:creationId xmlns:a16="http://schemas.microsoft.com/office/drawing/2014/main" id="{B72BF0AB-629B-44AE-B3B4-85BF102BB464}"/>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272">
            <a:extLst>
              <a:ext uri="{FF2B5EF4-FFF2-40B4-BE49-F238E27FC236}">
                <a16:creationId xmlns:a16="http://schemas.microsoft.com/office/drawing/2014/main" id="{C050E3BA-219B-4A6A-A5CC-22A4A7CD3909}"/>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273">
            <a:extLst>
              <a:ext uri="{FF2B5EF4-FFF2-40B4-BE49-F238E27FC236}">
                <a16:creationId xmlns:a16="http://schemas.microsoft.com/office/drawing/2014/main" id="{CB16D48D-A089-4B60-B1E8-6E4192A91040}"/>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274">
            <a:extLst>
              <a:ext uri="{FF2B5EF4-FFF2-40B4-BE49-F238E27FC236}">
                <a16:creationId xmlns:a16="http://schemas.microsoft.com/office/drawing/2014/main" id="{FB2A34DE-D2F3-41EC-B833-DDA3C48E405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275">
            <a:extLst>
              <a:ext uri="{FF2B5EF4-FFF2-40B4-BE49-F238E27FC236}">
                <a16:creationId xmlns:a16="http://schemas.microsoft.com/office/drawing/2014/main" id="{5FEEB679-1CE9-48CF-9D45-ED0F56E45ADD}"/>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276">
            <a:extLst>
              <a:ext uri="{FF2B5EF4-FFF2-40B4-BE49-F238E27FC236}">
                <a16:creationId xmlns:a16="http://schemas.microsoft.com/office/drawing/2014/main" id="{6B45D97F-516D-4CFB-9C5E-2DB5CF1FF624}"/>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277">
            <a:extLst>
              <a:ext uri="{FF2B5EF4-FFF2-40B4-BE49-F238E27FC236}">
                <a16:creationId xmlns:a16="http://schemas.microsoft.com/office/drawing/2014/main" id="{08DB9DC6-B4FA-4289-84A6-6555B6FC3DF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278">
            <a:extLst>
              <a:ext uri="{FF2B5EF4-FFF2-40B4-BE49-F238E27FC236}">
                <a16:creationId xmlns:a16="http://schemas.microsoft.com/office/drawing/2014/main" id="{BB1DD95A-9DA9-4A6A-9E7E-D11B5CB2A393}"/>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279">
            <a:extLst>
              <a:ext uri="{FF2B5EF4-FFF2-40B4-BE49-F238E27FC236}">
                <a16:creationId xmlns:a16="http://schemas.microsoft.com/office/drawing/2014/main" id="{42545727-0405-469D-A9AE-D97A609E52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280">
            <a:extLst>
              <a:ext uri="{FF2B5EF4-FFF2-40B4-BE49-F238E27FC236}">
                <a16:creationId xmlns:a16="http://schemas.microsoft.com/office/drawing/2014/main" id="{F2037294-01CA-4E4B-808F-D5A7F808F89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281">
            <a:extLst>
              <a:ext uri="{FF2B5EF4-FFF2-40B4-BE49-F238E27FC236}">
                <a16:creationId xmlns:a16="http://schemas.microsoft.com/office/drawing/2014/main" id="{1DE4BB1C-2B50-410E-AC41-DC42DFC38D2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282">
            <a:extLst>
              <a:ext uri="{FF2B5EF4-FFF2-40B4-BE49-F238E27FC236}">
                <a16:creationId xmlns:a16="http://schemas.microsoft.com/office/drawing/2014/main" id="{DA024790-93EE-42EC-9B48-FBEB18822884}"/>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283">
            <a:extLst>
              <a:ext uri="{FF2B5EF4-FFF2-40B4-BE49-F238E27FC236}">
                <a16:creationId xmlns:a16="http://schemas.microsoft.com/office/drawing/2014/main" id="{9E772A13-8BE6-4091-AC67-831B0032E4DF}"/>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284">
            <a:extLst>
              <a:ext uri="{FF2B5EF4-FFF2-40B4-BE49-F238E27FC236}">
                <a16:creationId xmlns:a16="http://schemas.microsoft.com/office/drawing/2014/main" id="{47D57FEB-2510-4237-9A57-665A06F384A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285">
            <a:extLst>
              <a:ext uri="{FF2B5EF4-FFF2-40B4-BE49-F238E27FC236}">
                <a16:creationId xmlns:a16="http://schemas.microsoft.com/office/drawing/2014/main" id="{F554FD85-CCDC-4958-A55E-C89F65E44F20}"/>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286">
            <a:extLst>
              <a:ext uri="{FF2B5EF4-FFF2-40B4-BE49-F238E27FC236}">
                <a16:creationId xmlns:a16="http://schemas.microsoft.com/office/drawing/2014/main" id="{B7999720-5318-4F27-8777-0EA60E26516C}"/>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287">
            <a:extLst>
              <a:ext uri="{FF2B5EF4-FFF2-40B4-BE49-F238E27FC236}">
                <a16:creationId xmlns:a16="http://schemas.microsoft.com/office/drawing/2014/main" id="{E41A0F45-A614-45D3-B98A-F21C167AD3B5}"/>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288">
            <a:extLst>
              <a:ext uri="{FF2B5EF4-FFF2-40B4-BE49-F238E27FC236}">
                <a16:creationId xmlns:a16="http://schemas.microsoft.com/office/drawing/2014/main" id="{7A4A9C87-9339-4711-BA65-102C8166DECC}"/>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289">
            <a:extLst>
              <a:ext uri="{FF2B5EF4-FFF2-40B4-BE49-F238E27FC236}">
                <a16:creationId xmlns:a16="http://schemas.microsoft.com/office/drawing/2014/main" id="{828D688A-8C2B-4A20-A794-BD6FC006284A}"/>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290">
            <a:extLst>
              <a:ext uri="{FF2B5EF4-FFF2-40B4-BE49-F238E27FC236}">
                <a16:creationId xmlns:a16="http://schemas.microsoft.com/office/drawing/2014/main" id="{01AFDBB6-9888-440E-8036-C923CA8565BF}"/>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291">
            <a:extLst>
              <a:ext uri="{FF2B5EF4-FFF2-40B4-BE49-F238E27FC236}">
                <a16:creationId xmlns:a16="http://schemas.microsoft.com/office/drawing/2014/main" id="{80E55B4F-C230-4BFD-A9F6-0DDEE8FDE428}"/>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292">
            <a:extLst>
              <a:ext uri="{FF2B5EF4-FFF2-40B4-BE49-F238E27FC236}">
                <a16:creationId xmlns:a16="http://schemas.microsoft.com/office/drawing/2014/main" id="{8F415AB4-4481-4117-BB83-9B04EE04C32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293">
            <a:extLst>
              <a:ext uri="{FF2B5EF4-FFF2-40B4-BE49-F238E27FC236}">
                <a16:creationId xmlns:a16="http://schemas.microsoft.com/office/drawing/2014/main" id="{33F31272-E90A-4EEA-8591-2129C62A408B}"/>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294">
            <a:extLst>
              <a:ext uri="{FF2B5EF4-FFF2-40B4-BE49-F238E27FC236}">
                <a16:creationId xmlns:a16="http://schemas.microsoft.com/office/drawing/2014/main" id="{49C2E440-2932-4B47-AC33-F4DC9635ECB6}"/>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295">
            <a:extLst>
              <a:ext uri="{FF2B5EF4-FFF2-40B4-BE49-F238E27FC236}">
                <a16:creationId xmlns:a16="http://schemas.microsoft.com/office/drawing/2014/main" id="{C32A57F9-B7DD-4F69-AE2A-32426AF1142E}"/>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296">
            <a:extLst>
              <a:ext uri="{FF2B5EF4-FFF2-40B4-BE49-F238E27FC236}">
                <a16:creationId xmlns:a16="http://schemas.microsoft.com/office/drawing/2014/main" id="{9EA60820-1380-4A2E-BA21-C694590D8870}"/>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297">
            <a:extLst>
              <a:ext uri="{FF2B5EF4-FFF2-40B4-BE49-F238E27FC236}">
                <a16:creationId xmlns:a16="http://schemas.microsoft.com/office/drawing/2014/main" id="{98A7641D-E63E-4DC4-8641-7E118112F97C}"/>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298">
            <a:extLst>
              <a:ext uri="{FF2B5EF4-FFF2-40B4-BE49-F238E27FC236}">
                <a16:creationId xmlns:a16="http://schemas.microsoft.com/office/drawing/2014/main" id="{C70B7DB2-357B-4788-A04E-E95958C5C50B}"/>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299">
            <a:extLst>
              <a:ext uri="{FF2B5EF4-FFF2-40B4-BE49-F238E27FC236}">
                <a16:creationId xmlns:a16="http://schemas.microsoft.com/office/drawing/2014/main" id="{A367A5BE-13E2-4572-9D67-7F8C17C75BD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300">
            <a:extLst>
              <a:ext uri="{FF2B5EF4-FFF2-40B4-BE49-F238E27FC236}">
                <a16:creationId xmlns:a16="http://schemas.microsoft.com/office/drawing/2014/main" id="{D6B08560-BC1B-4142-B9F1-65833A63B80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301">
            <a:extLst>
              <a:ext uri="{FF2B5EF4-FFF2-40B4-BE49-F238E27FC236}">
                <a16:creationId xmlns:a16="http://schemas.microsoft.com/office/drawing/2014/main" id="{A29BA196-D1B6-4093-B5E3-29286C4960C5}"/>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302">
            <a:extLst>
              <a:ext uri="{FF2B5EF4-FFF2-40B4-BE49-F238E27FC236}">
                <a16:creationId xmlns:a16="http://schemas.microsoft.com/office/drawing/2014/main" id="{278EC5BE-6235-439D-9BAE-F86381F0CF08}"/>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303">
            <a:extLst>
              <a:ext uri="{FF2B5EF4-FFF2-40B4-BE49-F238E27FC236}">
                <a16:creationId xmlns:a16="http://schemas.microsoft.com/office/drawing/2014/main" id="{F8C7BDCE-42DE-4BC1-804C-9D4D7094745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304">
            <a:extLst>
              <a:ext uri="{FF2B5EF4-FFF2-40B4-BE49-F238E27FC236}">
                <a16:creationId xmlns:a16="http://schemas.microsoft.com/office/drawing/2014/main" id="{CA7FE199-0184-4E9D-8BF0-A780265DF988}"/>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305">
            <a:extLst>
              <a:ext uri="{FF2B5EF4-FFF2-40B4-BE49-F238E27FC236}">
                <a16:creationId xmlns:a16="http://schemas.microsoft.com/office/drawing/2014/main" id="{B706C64C-939A-4E4A-84A3-3AA53CACFACB}"/>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306">
            <a:extLst>
              <a:ext uri="{FF2B5EF4-FFF2-40B4-BE49-F238E27FC236}">
                <a16:creationId xmlns:a16="http://schemas.microsoft.com/office/drawing/2014/main" id="{644698ED-B146-49D0-89FD-9825E674333C}"/>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307">
            <a:extLst>
              <a:ext uri="{FF2B5EF4-FFF2-40B4-BE49-F238E27FC236}">
                <a16:creationId xmlns:a16="http://schemas.microsoft.com/office/drawing/2014/main" id="{C6CBFC17-AC23-4560-8099-B7364933E36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308">
            <a:extLst>
              <a:ext uri="{FF2B5EF4-FFF2-40B4-BE49-F238E27FC236}">
                <a16:creationId xmlns:a16="http://schemas.microsoft.com/office/drawing/2014/main" id="{D196D1B8-559C-49AB-9FC4-A3C92D8B584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309">
            <a:extLst>
              <a:ext uri="{FF2B5EF4-FFF2-40B4-BE49-F238E27FC236}">
                <a16:creationId xmlns:a16="http://schemas.microsoft.com/office/drawing/2014/main" id="{4A87E99A-5202-4016-8796-21902AA951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310">
            <a:extLst>
              <a:ext uri="{FF2B5EF4-FFF2-40B4-BE49-F238E27FC236}">
                <a16:creationId xmlns:a16="http://schemas.microsoft.com/office/drawing/2014/main" id="{3A40608E-CA1B-4D91-8499-F75ED4B3362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311">
            <a:extLst>
              <a:ext uri="{FF2B5EF4-FFF2-40B4-BE49-F238E27FC236}">
                <a16:creationId xmlns:a16="http://schemas.microsoft.com/office/drawing/2014/main" id="{148C22C0-EE49-47FD-9FB2-EA1AFEE02181}"/>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312">
            <a:extLst>
              <a:ext uri="{FF2B5EF4-FFF2-40B4-BE49-F238E27FC236}">
                <a16:creationId xmlns:a16="http://schemas.microsoft.com/office/drawing/2014/main" id="{1EEFF0E1-7F7F-4270-BC4B-1C5ABF14523E}"/>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313">
            <a:extLst>
              <a:ext uri="{FF2B5EF4-FFF2-40B4-BE49-F238E27FC236}">
                <a16:creationId xmlns:a16="http://schemas.microsoft.com/office/drawing/2014/main" id="{BF44BBDB-1F86-4CBA-9DBA-48477AA8404D}"/>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314">
            <a:extLst>
              <a:ext uri="{FF2B5EF4-FFF2-40B4-BE49-F238E27FC236}">
                <a16:creationId xmlns:a16="http://schemas.microsoft.com/office/drawing/2014/main" id="{0BFFD371-491F-4744-A956-D9F097A29D11}"/>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315">
            <a:extLst>
              <a:ext uri="{FF2B5EF4-FFF2-40B4-BE49-F238E27FC236}">
                <a16:creationId xmlns:a16="http://schemas.microsoft.com/office/drawing/2014/main" id="{D8FB867F-5C55-406F-9575-72DF1FEADF72}"/>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316">
            <a:extLst>
              <a:ext uri="{FF2B5EF4-FFF2-40B4-BE49-F238E27FC236}">
                <a16:creationId xmlns:a16="http://schemas.microsoft.com/office/drawing/2014/main" id="{96786487-EA15-4628-81C1-FE1D76FAFB54}"/>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317">
            <a:extLst>
              <a:ext uri="{FF2B5EF4-FFF2-40B4-BE49-F238E27FC236}">
                <a16:creationId xmlns:a16="http://schemas.microsoft.com/office/drawing/2014/main" id="{FFFA92A1-27E4-4A22-AE10-B50720FC011F}"/>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318">
            <a:extLst>
              <a:ext uri="{FF2B5EF4-FFF2-40B4-BE49-F238E27FC236}">
                <a16:creationId xmlns:a16="http://schemas.microsoft.com/office/drawing/2014/main" id="{D83AA56F-75CF-4CEB-9BCC-6FA337C504F1}"/>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319">
            <a:extLst>
              <a:ext uri="{FF2B5EF4-FFF2-40B4-BE49-F238E27FC236}">
                <a16:creationId xmlns:a16="http://schemas.microsoft.com/office/drawing/2014/main" id="{3809EAA6-04C3-44E5-B97C-72AEA3DF134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320">
            <a:extLst>
              <a:ext uri="{FF2B5EF4-FFF2-40B4-BE49-F238E27FC236}">
                <a16:creationId xmlns:a16="http://schemas.microsoft.com/office/drawing/2014/main" id="{93D42B5E-2E2A-44A2-886B-051F40AB5AF1}"/>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321">
            <a:extLst>
              <a:ext uri="{FF2B5EF4-FFF2-40B4-BE49-F238E27FC236}">
                <a16:creationId xmlns:a16="http://schemas.microsoft.com/office/drawing/2014/main" id="{89104A49-D4D8-433B-9D27-BF4D1728DC71}"/>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322">
            <a:extLst>
              <a:ext uri="{FF2B5EF4-FFF2-40B4-BE49-F238E27FC236}">
                <a16:creationId xmlns:a16="http://schemas.microsoft.com/office/drawing/2014/main" id="{238F6735-1466-4421-BADE-D5674AF911C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323">
            <a:extLst>
              <a:ext uri="{FF2B5EF4-FFF2-40B4-BE49-F238E27FC236}">
                <a16:creationId xmlns:a16="http://schemas.microsoft.com/office/drawing/2014/main" id="{24F6C61C-70FA-4C45-A06F-4A4A5C4F4F7F}"/>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324">
            <a:extLst>
              <a:ext uri="{FF2B5EF4-FFF2-40B4-BE49-F238E27FC236}">
                <a16:creationId xmlns:a16="http://schemas.microsoft.com/office/drawing/2014/main" id="{87278048-06E7-416D-8348-2B559A8C2F2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325">
            <a:extLst>
              <a:ext uri="{FF2B5EF4-FFF2-40B4-BE49-F238E27FC236}">
                <a16:creationId xmlns:a16="http://schemas.microsoft.com/office/drawing/2014/main" id="{9CA31AC2-86D6-4E95-AA95-B7183E5B4487}"/>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326">
            <a:extLst>
              <a:ext uri="{FF2B5EF4-FFF2-40B4-BE49-F238E27FC236}">
                <a16:creationId xmlns:a16="http://schemas.microsoft.com/office/drawing/2014/main" id="{E0ACC350-F647-4DED-B3E5-702114A7E3CE}"/>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327">
            <a:extLst>
              <a:ext uri="{FF2B5EF4-FFF2-40B4-BE49-F238E27FC236}">
                <a16:creationId xmlns:a16="http://schemas.microsoft.com/office/drawing/2014/main" id="{F7AE10B3-F126-4032-9D4A-14CE8EB154F7}"/>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328">
            <a:extLst>
              <a:ext uri="{FF2B5EF4-FFF2-40B4-BE49-F238E27FC236}">
                <a16:creationId xmlns:a16="http://schemas.microsoft.com/office/drawing/2014/main" id="{15610D1B-9BF6-4AF4-8694-D782FB84315E}"/>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329">
            <a:extLst>
              <a:ext uri="{FF2B5EF4-FFF2-40B4-BE49-F238E27FC236}">
                <a16:creationId xmlns:a16="http://schemas.microsoft.com/office/drawing/2014/main" id="{B922315C-E89C-45FB-B24A-3424FDEDF90A}"/>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330">
            <a:extLst>
              <a:ext uri="{FF2B5EF4-FFF2-40B4-BE49-F238E27FC236}">
                <a16:creationId xmlns:a16="http://schemas.microsoft.com/office/drawing/2014/main" id="{650CD1F7-4378-4A23-8779-6886E0AF6065}"/>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331">
            <a:extLst>
              <a:ext uri="{FF2B5EF4-FFF2-40B4-BE49-F238E27FC236}">
                <a16:creationId xmlns:a16="http://schemas.microsoft.com/office/drawing/2014/main" id="{28AABD42-B8D7-4A78-8906-7A65112F8081}"/>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332">
            <a:extLst>
              <a:ext uri="{FF2B5EF4-FFF2-40B4-BE49-F238E27FC236}">
                <a16:creationId xmlns:a16="http://schemas.microsoft.com/office/drawing/2014/main" id="{DA2440E6-3F20-43C9-B57A-B18D2D8ABB63}"/>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333">
            <a:extLst>
              <a:ext uri="{FF2B5EF4-FFF2-40B4-BE49-F238E27FC236}">
                <a16:creationId xmlns:a16="http://schemas.microsoft.com/office/drawing/2014/main" id="{FAB25453-FA95-4AFA-AE18-4E7750AD936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334">
            <a:extLst>
              <a:ext uri="{FF2B5EF4-FFF2-40B4-BE49-F238E27FC236}">
                <a16:creationId xmlns:a16="http://schemas.microsoft.com/office/drawing/2014/main" id="{3E6D24B4-0026-40E0-9387-B42D89EFE294}"/>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335">
            <a:extLst>
              <a:ext uri="{FF2B5EF4-FFF2-40B4-BE49-F238E27FC236}">
                <a16:creationId xmlns:a16="http://schemas.microsoft.com/office/drawing/2014/main" id="{B2877234-C280-4B8B-BE47-F150888C2BB1}"/>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336">
            <a:extLst>
              <a:ext uri="{FF2B5EF4-FFF2-40B4-BE49-F238E27FC236}">
                <a16:creationId xmlns:a16="http://schemas.microsoft.com/office/drawing/2014/main" id="{7AD2E133-4655-4C61-93D9-4FE1AFB0DD0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337">
            <a:extLst>
              <a:ext uri="{FF2B5EF4-FFF2-40B4-BE49-F238E27FC236}">
                <a16:creationId xmlns:a16="http://schemas.microsoft.com/office/drawing/2014/main" id="{BA574129-F023-4F45-964A-D819153672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338">
            <a:extLst>
              <a:ext uri="{FF2B5EF4-FFF2-40B4-BE49-F238E27FC236}">
                <a16:creationId xmlns:a16="http://schemas.microsoft.com/office/drawing/2014/main" id="{E5264BFF-A053-4415-9E53-B710854C1CE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339">
            <a:extLst>
              <a:ext uri="{FF2B5EF4-FFF2-40B4-BE49-F238E27FC236}">
                <a16:creationId xmlns:a16="http://schemas.microsoft.com/office/drawing/2014/main" id="{A5C6341E-75D7-43B4-8CAC-73222ECF699E}"/>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340">
            <a:extLst>
              <a:ext uri="{FF2B5EF4-FFF2-40B4-BE49-F238E27FC236}">
                <a16:creationId xmlns:a16="http://schemas.microsoft.com/office/drawing/2014/main" id="{C73DA7F4-3D48-4480-9930-FF8BE581F58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341">
            <a:extLst>
              <a:ext uri="{FF2B5EF4-FFF2-40B4-BE49-F238E27FC236}">
                <a16:creationId xmlns:a16="http://schemas.microsoft.com/office/drawing/2014/main" id="{E5923828-ACEA-4570-B48C-4F10B48DEC2F}"/>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342">
            <a:extLst>
              <a:ext uri="{FF2B5EF4-FFF2-40B4-BE49-F238E27FC236}">
                <a16:creationId xmlns:a16="http://schemas.microsoft.com/office/drawing/2014/main" id="{4F4078F2-0EE2-49FF-BEC9-FB1258697100}"/>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343">
            <a:extLst>
              <a:ext uri="{FF2B5EF4-FFF2-40B4-BE49-F238E27FC236}">
                <a16:creationId xmlns:a16="http://schemas.microsoft.com/office/drawing/2014/main" id="{5C042B40-8ECD-4982-9219-8E19AFBBCF4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344">
            <a:extLst>
              <a:ext uri="{FF2B5EF4-FFF2-40B4-BE49-F238E27FC236}">
                <a16:creationId xmlns:a16="http://schemas.microsoft.com/office/drawing/2014/main" id="{DB502A59-A5FE-45DB-9ECA-26F1DE6F43F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line-345">
            <a:extLst>
              <a:ext uri="{FF2B5EF4-FFF2-40B4-BE49-F238E27FC236}">
                <a16:creationId xmlns:a16="http://schemas.microsoft.com/office/drawing/2014/main" id="{3EF0EDA5-D346-46A0-B452-5B06B0A30824}"/>
              </a:ext>
            </a:extLst>
          </p:cNvPr>
          <p:cNvSpPr>
            <a:spLocks noGrp="1"/>
          </p:cNvSpPr>
          <p:nvPr/>
        </p:nvSpPr>
        <p:spPr>
          <a:xfrm>
            <a:off x="2714625" y="2095500"/>
            <a:ext cx="19050" cy="3505200"/>
          </a:xfrm>
          <a:prstGeom prst="rect">
            <a:avLst/>
          </a:prstGeom>
          <a:solidFill>
            <a:srgbClr val="146995"/>
          </a:solidFill>
          <a:ln w="0">
            <a:noFill/>
          </a:ln>
        </p:spPr>
      </p:sp>
      <p:sp>
        <p:nvSpPr>
          <p:cNvPr id="153" name="line-346">
            <a:extLst>
              <a:ext uri="{FF2B5EF4-FFF2-40B4-BE49-F238E27FC236}">
                <a16:creationId xmlns:a16="http://schemas.microsoft.com/office/drawing/2014/main" id="{99369693-04B6-45DB-B958-7024A3979F8B}"/>
              </a:ext>
            </a:extLst>
          </p:cNvPr>
          <p:cNvSpPr>
            <a:spLocks noGrp="1"/>
          </p:cNvSpPr>
          <p:nvPr/>
        </p:nvSpPr>
        <p:spPr>
          <a:xfrm>
            <a:off x="971550" y="3838575"/>
            <a:ext cx="3505200" cy="19050"/>
          </a:xfrm>
          <a:prstGeom prst="rect">
            <a:avLst/>
          </a:prstGeom>
          <a:solidFill>
            <a:srgbClr val="146995"/>
          </a:solidFill>
          <a:ln w="0">
            <a:noFill/>
          </a:ln>
        </p:spPr>
      </p:sp>
      <p:sp>
        <p:nvSpPr>
          <p:cNvPr id="154" name="prose-347">
            <a:extLst>
              <a:ext uri="{FF2B5EF4-FFF2-40B4-BE49-F238E27FC236}">
                <a16:creationId xmlns:a16="http://schemas.microsoft.com/office/drawing/2014/main" id="{0B464BE8-B3D5-4F24-9369-832D76E07DED}"/>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half = 8 // 2 =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(0, 4,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(4, 4, 4)</a:t>
            </a:r>
          </a:p>
        </p:txBody>
      </p:sp>
      <p:sp>
        <p:nvSpPr>
          <p:cNvPr id="155" name="banner-348">
            <a:extLst>
              <a:ext uri="{FF2B5EF4-FFF2-40B4-BE49-F238E27FC236}">
                <a16:creationId xmlns:a16="http://schemas.microsoft.com/office/drawing/2014/main" id="{602C7AAA-9FFC-4AA8-89B6-DC303AC46E1E}"/>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6" name="banner-text-349">
            <a:extLst>
              <a:ext uri="{FF2B5EF4-FFF2-40B4-BE49-F238E27FC236}">
                <a16:creationId xmlns:a16="http://schemas.microsoft.com/office/drawing/2014/main" id="{0A4063B9-FB4E-445D-A491-7EDE6D9CC72C}"/>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 결과의 틀: ( ? ? ? ? )</a:t>
            </a:r>
          </a:p>
        </p:txBody>
      </p:sp>
      <p:sp>
        <p:nvSpPr>
          <p:cNvPr id="157" name="caption">
            <a:extLst>
              <a:ext uri="{FF2B5EF4-FFF2-40B4-BE49-F238E27FC236}">
                <a16:creationId xmlns:a16="http://schemas.microsoft.com/office/drawing/2014/main" id="{7D62DC95-B041-4EAE-8BBF-8358C967E9C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20044621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7DC36E1B-B547-48CE-9FE3-5B4EC46EC21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41725053-19A3-4840-9567-AC1D41B19D4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604CEC-156A-40AA-93B0-588182047C2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좌상: 16칸을 0 하나로 반환</a:t>
            </a:r>
          </a:p>
        </p:txBody>
      </p:sp>
      <p:sp>
        <p:nvSpPr>
          <p:cNvPr id="4" name="line-350">
            <a:extLst>
              <a:ext uri="{FF2B5EF4-FFF2-40B4-BE49-F238E27FC236}">
                <a16:creationId xmlns:a16="http://schemas.microsoft.com/office/drawing/2014/main" id="{9AA87E8B-CDD6-407A-8604-C11C63C4F41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7BE08BC-0614-4F99-A3B4-E8C39316E0F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A2FD13E-BE62-4D00-9633-DFCFA740A82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193</a:t>
            </a:r>
            <a:endParaRPr sz="1050" b="0">
              <a:solidFill>
                <a:srgbClr val="151515"/>
              </a:solidFill>
              <a:latin typeface="Consolas"/>
              <a:ea typeface="Consolas"/>
              <a:cs typeface="Consolas"/>
            </a:endParaRPr>
          </a:p>
        </p:txBody>
      </p:sp>
      <p:sp>
        <p:nvSpPr>
          <p:cNvPr id="7" name="pixel-351">
            <a:extLst>
              <a:ext uri="{FF2B5EF4-FFF2-40B4-BE49-F238E27FC236}">
                <a16:creationId xmlns:a16="http://schemas.microsoft.com/office/drawing/2014/main" id="{056CC5F1-60EA-4327-978A-06945D545B4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352">
            <a:extLst>
              <a:ext uri="{FF2B5EF4-FFF2-40B4-BE49-F238E27FC236}">
                <a16:creationId xmlns:a16="http://schemas.microsoft.com/office/drawing/2014/main" id="{FBB143CD-02DF-4F81-B03A-F116F236B06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353">
            <a:extLst>
              <a:ext uri="{FF2B5EF4-FFF2-40B4-BE49-F238E27FC236}">
                <a16:creationId xmlns:a16="http://schemas.microsoft.com/office/drawing/2014/main" id="{997C6793-6EB6-4D0A-B617-D12887F0F78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354">
            <a:extLst>
              <a:ext uri="{FF2B5EF4-FFF2-40B4-BE49-F238E27FC236}">
                <a16:creationId xmlns:a16="http://schemas.microsoft.com/office/drawing/2014/main" id="{F271AF5B-4C28-4D5F-B043-E6F36E65DAFB}"/>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355">
            <a:extLst>
              <a:ext uri="{FF2B5EF4-FFF2-40B4-BE49-F238E27FC236}">
                <a16:creationId xmlns:a16="http://schemas.microsoft.com/office/drawing/2014/main" id="{9801FA2C-3878-4A06-9565-40C7F4CB574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356">
            <a:extLst>
              <a:ext uri="{FF2B5EF4-FFF2-40B4-BE49-F238E27FC236}">
                <a16:creationId xmlns:a16="http://schemas.microsoft.com/office/drawing/2014/main" id="{50870E34-FA9E-4444-B3D1-FB93F4674AE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357">
            <a:extLst>
              <a:ext uri="{FF2B5EF4-FFF2-40B4-BE49-F238E27FC236}">
                <a16:creationId xmlns:a16="http://schemas.microsoft.com/office/drawing/2014/main" id="{2E874600-6DAB-4938-ACFA-FDF9934235FC}"/>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358">
            <a:extLst>
              <a:ext uri="{FF2B5EF4-FFF2-40B4-BE49-F238E27FC236}">
                <a16:creationId xmlns:a16="http://schemas.microsoft.com/office/drawing/2014/main" id="{1E630470-9E8D-43FF-A90B-8B2480767227}"/>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359">
            <a:extLst>
              <a:ext uri="{FF2B5EF4-FFF2-40B4-BE49-F238E27FC236}">
                <a16:creationId xmlns:a16="http://schemas.microsoft.com/office/drawing/2014/main" id="{CD5C4C6F-2829-4715-B747-3E473F642943}"/>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360">
            <a:extLst>
              <a:ext uri="{FF2B5EF4-FFF2-40B4-BE49-F238E27FC236}">
                <a16:creationId xmlns:a16="http://schemas.microsoft.com/office/drawing/2014/main" id="{2B2655D1-7920-4C5F-9082-919A65AAE24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361">
            <a:extLst>
              <a:ext uri="{FF2B5EF4-FFF2-40B4-BE49-F238E27FC236}">
                <a16:creationId xmlns:a16="http://schemas.microsoft.com/office/drawing/2014/main" id="{5F3F98DA-8D15-434C-B5E8-B40AF6D09DE1}"/>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362">
            <a:extLst>
              <a:ext uri="{FF2B5EF4-FFF2-40B4-BE49-F238E27FC236}">
                <a16:creationId xmlns:a16="http://schemas.microsoft.com/office/drawing/2014/main" id="{F2D2DA07-34BE-4F22-966F-4E1B222FBD4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363">
            <a:extLst>
              <a:ext uri="{FF2B5EF4-FFF2-40B4-BE49-F238E27FC236}">
                <a16:creationId xmlns:a16="http://schemas.microsoft.com/office/drawing/2014/main" id="{5C47105D-C094-4A65-ABEC-0D398A8063E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364">
            <a:extLst>
              <a:ext uri="{FF2B5EF4-FFF2-40B4-BE49-F238E27FC236}">
                <a16:creationId xmlns:a16="http://schemas.microsoft.com/office/drawing/2014/main" id="{1765196F-6121-4673-A541-FE05CC2FF98F}"/>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365">
            <a:extLst>
              <a:ext uri="{FF2B5EF4-FFF2-40B4-BE49-F238E27FC236}">
                <a16:creationId xmlns:a16="http://schemas.microsoft.com/office/drawing/2014/main" id="{56D33D4C-CE09-4769-898A-04C185DCB2C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366">
            <a:extLst>
              <a:ext uri="{FF2B5EF4-FFF2-40B4-BE49-F238E27FC236}">
                <a16:creationId xmlns:a16="http://schemas.microsoft.com/office/drawing/2014/main" id="{CD43298C-8A76-4DDC-A72C-233DC3A91844}"/>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367">
            <a:extLst>
              <a:ext uri="{FF2B5EF4-FFF2-40B4-BE49-F238E27FC236}">
                <a16:creationId xmlns:a16="http://schemas.microsoft.com/office/drawing/2014/main" id="{EAFEB364-23B5-49C3-8210-FCBA37DD1CD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368">
            <a:extLst>
              <a:ext uri="{FF2B5EF4-FFF2-40B4-BE49-F238E27FC236}">
                <a16:creationId xmlns:a16="http://schemas.microsoft.com/office/drawing/2014/main" id="{3FE27CF0-57BD-4C38-B7A5-412816ADF48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369">
            <a:extLst>
              <a:ext uri="{FF2B5EF4-FFF2-40B4-BE49-F238E27FC236}">
                <a16:creationId xmlns:a16="http://schemas.microsoft.com/office/drawing/2014/main" id="{FAC396CB-20CD-4B53-AE57-926199DB2F93}"/>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370">
            <a:extLst>
              <a:ext uri="{FF2B5EF4-FFF2-40B4-BE49-F238E27FC236}">
                <a16:creationId xmlns:a16="http://schemas.microsoft.com/office/drawing/2014/main" id="{397D615A-6B48-4A8C-8952-9DE0BA54BE93}"/>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371">
            <a:extLst>
              <a:ext uri="{FF2B5EF4-FFF2-40B4-BE49-F238E27FC236}">
                <a16:creationId xmlns:a16="http://schemas.microsoft.com/office/drawing/2014/main" id="{69D88923-72E3-4487-A2FA-F0EA6E4FD227}"/>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372">
            <a:extLst>
              <a:ext uri="{FF2B5EF4-FFF2-40B4-BE49-F238E27FC236}">
                <a16:creationId xmlns:a16="http://schemas.microsoft.com/office/drawing/2014/main" id="{09EC721F-544E-4675-A9C5-B7077099F33D}"/>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373">
            <a:extLst>
              <a:ext uri="{FF2B5EF4-FFF2-40B4-BE49-F238E27FC236}">
                <a16:creationId xmlns:a16="http://schemas.microsoft.com/office/drawing/2014/main" id="{0C6DFD99-2B03-49FF-AFC5-3471181C0E18}"/>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374">
            <a:extLst>
              <a:ext uri="{FF2B5EF4-FFF2-40B4-BE49-F238E27FC236}">
                <a16:creationId xmlns:a16="http://schemas.microsoft.com/office/drawing/2014/main" id="{179BB522-7919-4B6C-89BE-EA729122843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375">
            <a:extLst>
              <a:ext uri="{FF2B5EF4-FFF2-40B4-BE49-F238E27FC236}">
                <a16:creationId xmlns:a16="http://schemas.microsoft.com/office/drawing/2014/main" id="{170A636E-0059-48AE-8DA2-29A168D9D32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376">
            <a:extLst>
              <a:ext uri="{FF2B5EF4-FFF2-40B4-BE49-F238E27FC236}">
                <a16:creationId xmlns:a16="http://schemas.microsoft.com/office/drawing/2014/main" id="{89FCEB7B-5C9F-4FF9-B70B-A8DE6F4E487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377">
            <a:extLst>
              <a:ext uri="{FF2B5EF4-FFF2-40B4-BE49-F238E27FC236}">
                <a16:creationId xmlns:a16="http://schemas.microsoft.com/office/drawing/2014/main" id="{767B3DC8-C88D-454D-8BDD-6BB566FFACE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378">
            <a:extLst>
              <a:ext uri="{FF2B5EF4-FFF2-40B4-BE49-F238E27FC236}">
                <a16:creationId xmlns:a16="http://schemas.microsoft.com/office/drawing/2014/main" id="{62410C17-E909-43A5-A470-C324457BFE6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379">
            <a:extLst>
              <a:ext uri="{FF2B5EF4-FFF2-40B4-BE49-F238E27FC236}">
                <a16:creationId xmlns:a16="http://schemas.microsoft.com/office/drawing/2014/main" id="{E7FE915F-0DC5-408A-9467-3461D021310A}"/>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380">
            <a:extLst>
              <a:ext uri="{FF2B5EF4-FFF2-40B4-BE49-F238E27FC236}">
                <a16:creationId xmlns:a16="http://schemas.microsoft.com/office/drawing/2014/main" id="{C2DD0330-6512-492A-8C09-448AB36F8513}"/>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381">
            <a:extLst>
              <a:ext uri="{FF2B5EF4-FFF2-40B4-BE49-F238E27FC236}">
                <a16:creationId xmlns:a16="http://schemas.microsoft.com/office/drawing/2014/main" id="{A46342DA-EA73-4809-8CAB-C990667DA84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382">
            <a:extLst>
              <a:ext uri="{FF2B5EF4-FFF2-40B4-BE49-F238E27FC236}">
                <a16:creationId xmlns:a16="http://schemas.microsoft.com/office/drawing/2014/main" id="{757CD902-E4A8-490F-A65D-B9D5FE5FC198}"/>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383">
            <a:extLst>
              <a:ext uri="{FF2B5EF4-FFF2-40B4-BE49-F238E27FC236}">
                <a16:creationId xmlns:a16="http://schemas.microsoft.com/office/drawing/2014/main" id="{00C61AF4-C0C8-4ED5-8B15-02BD3C014CD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384">
            <a:extLst>
              <a:ext uri="{FF2B5EF4-FFF2-40B4-BE49-F238E27FC236}">
                <a16:creationId xmlns:a16="http://schemas.microsoft.com/office/drawing/2014/main" id="{ACF7F3CC-DDDD-430C-8287-BB1F160491DC}"/>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385">
            <a:extLst>
              <a:ext uri="{FF2B5EF4-FFF2-40B4-BE49-F238E27FC236}">
                <a16:creationId xmlns:a16="http://schemas.microsoft.com/office/drawing/2014/main" id="{1E2AD4FC-BC39-4104-8096-56026D037EB0}"/>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386">
            <a:extLst>
              <a:ext uri="{FF2B5EF4-FFF2-40B4-BE49-F238E27FC236}">
                <a16:creationId xmlns:a16="http://schemas.microsoft.com/office/drawing/2014/main" id="{1AF96136-2A8F-4A7F-8465-BF5A6F401D20}"/>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387">
            <a:extLst>
              <a:ext uri="{FF2B5EF4-FFF2-40B4-BE49-F238E27FC236}">
                <a16:creationId xmlns:a16="http://schemas.microsoft.com/office/drawing/2014/main" id="{F10F5D31-0C03-42C8-B274-61061805516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388">
            <a:extLst>
              <a:ext uri="{FF2B5EF4-FFF2-40B4-BE49-F238E27FC236}">
                <a16:creationId xmlns:a16="http://schemas.microsoft.com/office/drawing/2014/main" id="{A51C206D-6D39-4560-AFAE-F5137337F0D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389">
            <a:extLst>
              <a:ext uri="{FF2B5EF4-FFF2-40B4-BE49-F238E27FC236}">
                <a16:creationId xmlns:a16="http://schemas.microsoft.com/office/drawing/2014/main" id="{589B655A-D6B8-477E-9604-DFF6F6C74154}"/>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390">
            <a:extLst>
              <a:ext uri="{FF2B5EF4-FFF2-40B4-BE49-F238E27FC236}">
                <a16:creationId xmlns:a16="http://schemas.microsoft.com/office/drawing/2014/main" id="{FA208A0A-0F85-407D-81AE-1D8AEF6CB7B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391">
            <a:extLst>
              <a:ext uri="{FF2B5EF4-FFF2-40B4-BE49-F238E27FC236}">
                <a16:creationId xmlns:a16="http://schemas.microsoft.com/office/drawing/2014/main" id="{16241D71-F08D-4945-BA05-87F1EEB40CB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392">
            <a:extLst>
              <a:ext uri="{FF2B5EF4-FFF2-40B4-BE49-F238E27FC236}">
                <a16:creationId xmlns:a16="http://schemas.microsoft.com/office/drawing/2014/main" id="{426DEDB5-8119-4F8F-87D3-81631C227AE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393">
            <a:extLst>
              <a:ext uri="{FF2B5EF4-FFF2-40B4-BE49-F238E27FC236}">
                <a16:creationId xmlns:a16="http://schemas.microsoft.com/office/drawing/2014/main" id="{D18D2C5E-269C-4908-87DE-BF8DB94A45A6}"/>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394">
            <a:extLst>
              <a:ext uri="{FF2B5EF4-FFF2-40B4-BE49-F238E27FC236}">
                <a16:creationId xmlns:a16="http://schemas.microsoft.com/office/drawing/2014/main" id="{5E07ED07-419D-43DC-A3C5-F3394A99291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395">
            <a:extLst>
              <a:ext uri="{FF2B5EF4-FFF2-40B4-BE49-F238E27FC236}">
                <a16:creationId xmlns:a16="http://schemas.microsoft.com/office/drawing/2014/main" id="{77210BF4-4829-4C07-8428-F83AF3EDC40E}"/>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396">
            <a:extLst>
              <a:ext uri="{FF2B5EF4-FFF2-40B4-BE49-F238E27FC236}">
                <a16:creationId xmlns:a16="http://schemas.microsoft.com/office/drawing/2014/main" id="{1D1F5AFC-AF6B-47F1-BFD1-240A1224285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397">
            <a:extLst>
              <a:ext uri="{FF2B5EF4-FFF2-40B4-BE49-F238E27FC236}">
                <a16:creationId xmlns:a16="http://schemas.microsoft.com/office/drawing/2014/main" id="{D9448523-C555-466F-B376-11E70BE850E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398">
            <a:extLst>
              <a:ext uri="{FF2B5EF4-FFF2-40B4-BE49-F238E27FC236}">
                <a16:creationId xmlns:a16="http://schemas.microsoft.com/office/drawing/2014/main" id="{6110306F-D489-4B75-B6E2-BB02EA20C6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399">
            <a:extLst>
              <a:ext uri="{FF2B5EF4-FFF2-40B4-BE49-F238E27FC236}">
                <a16:creationId xmlns:a16="http://schemas.microsoft.com/office/drawing/2014/main" id="{7C41F101-C41A-4B85-8DE0-6AAF072B830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400">
            <a:extLst>
              <a:ext uri="{FF2B5EF4-FFF2-40B4-BE49-F238E27FC236}">
                <a16:creationId xmlns:a16="http://schemas.microsoft.com/office/drawing/2014/main" id="{A17EC3F3-47FA-4405-9A7B-EB14441AF97B}"/>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401">
            <a:extLst>
              <a:ext uri="{FF2B5EF4-FFF2-40B4-BE49-F238E27FC236}">
                <a16:creationId xmlns:a16="http://schemas.microsoft.com/office/drawing/2014/main" id="{587BE2CB-5BEE-45F9-B433-6769325B754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402">
            <a:extLst>
              <a:ext uri="{FF2B5EF4-FFF2-40B4-BE49-F238E27FC236}">
                <a16:creationId xmlns:a16="http://schemas.microsoft.com/office/drawing/2014/main" id="{C92185A9-6686-43B0-9868-35557E7B4B25}"/>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403">
            <a:extLst>
              <a:ext uri="{FF2B5EF4-FFF2-40B4-BE49-F238E27FC236}">
                <a16:creationId xmlns:a16="http://schemas.microsoft.com/office/drawing/2014/main" id="{7A73BE16-1FD0-4C14-9D23-C51B168341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404">
            <a:extLst>
              <a:ext uri="{FF2B5EF4-FFF2-40B4-BE49-F238E27FC236}">
                <a16:creationId xmlns:a16="http://schemas.microsoft.com/office/drawing/2014/main" id="{1A5A710D-EBA0-45AC-8171-FE97D0314FD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405">
            <a:extLst>
              <a:ext uri="{FF2B5EF4-FFF2-40B4-BE49-F238E27FC236}">
                <a16:creationId xmlns:a16="http://schemas.microsoft.com/office/drawing/2014/main" id="{3B897893-069D-414B-96B7-27DBEFBF0E8A}"/>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406">
            <a:extLst>
              <a:ext uri="{FF2B5EF4-FFF2-40B4-BE49-F238E27FC236}">
                <a16:creationId xmlns:a16="http://schemas.microsoft.com/office/drawing/2014/main" id="{8EE0B25C-B7EE-4800-91DD-24DE89FE3A5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407">
            <a:extLst>
              <a:ext uri="{FF2B5EF4-FFF2-40B4-BE49-F238E27FC236}">
                <a16:creationId xmlns:a16="http://schemas.microsoft.com/office/drawing/2014/main" id="{B30DC6B9-B106-446D-BEC6-6679991A5D96}"/>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408">
            <a:extLst>
              <a:ext uri="{FF2B5EF4-FFF2-40B4-BE49-F238E27FC236}">
                <a16:creationId xmlns:a16="http://schemas.microsoft.com/office/drawing/2014/main" id="{3D229057-EA02-436E-99BB-CED106B2BC5C}"/>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409">
            <a:extLst>
              <a:ext uri="{FF2B5EF4-FFF2-40B4-BE49-F238E27FC236}">
                <a16:creationId xmlns:a16="http://schemas.microsoft.com/office/drawing/2014/main" id="{3E919310-3903-4736-8FE0-9A3E566ED3BB}"/>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410">
            <a:extLst>
              <a:ext uri="{FF2B5EF4-FFF2-40B4-BE49-F238E27FC236}">
                <a16:creationId xmlns:a16="http://schemas.microsoft.com/office/drawing/2014/main" id="{DB7BD7F9-AE9A-4E28-BA31-241D030699AE}"/>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411">
            <a:extLst>
              <a:ext uri="{FF2B5EF4-FFF2-40B4-BE49-F238E27FC236}">
                <a16:creationId xmlns:a16="http://schemas.microsoft.com/office/drawing/2014/main" id="{7B45BBCC-FF17-4730-B973-848B3B9A631E}"/>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412">
            <a:extLst>
              <a:ext uri="{FF2B5EF4-FFF2-40B4-BE49-F238E27FC236}">
                <a16:creationId xmlns:a16="http://schemas.microsoft.com/office/drawing/2014/main" id="{9AD3B631-B7F1-4BF1-A712-F12676322538}"/>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413">
            <a:extLst>
              <a:ext uri="{FF2B5EF4-FFF2-40B4-BE49-F238E27FC236}">
                <a16:creationId xmlns:a16="http://schemas.microsoft.com/office/drawing/2014/main" id="{E2459DAB-D340-4299-B31D-434F024E585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414">
            <a:extLst>
              <a:ext uri="{FF2B5EF4-FFF2-40B4-BE49-F238E27FC236}">
                <a16:creationId xmlns:a16="http://schemas.microsoft.com/office/drawing/2014/main" id="{0BFDD59F-79DD-4E93-82E3-52104C45024D}"/>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415">
            <a:extLst>
              <a:ext uri="{FF2B5EF4-FFF2-40B4-BE49-F238E27FC236}">
                <a16:creationId xmlns:a16="http://schemas.microsoft.com/office/drawing/2014/main" id="{EA058A64-7855-4F62-BA57-145C0EB8D9AE}"/>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416">
            <a:extLst>
              <a:ext uri="{FF2B5EF4-FFF2-40B4-BE49-F238E27FC236}">
                <a16:creationId xmlns:a16="http://schemas.microsoft.com/office/drawing/2014/main" id="{24257635-41BD-48D9-A19C-943B60F7426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417">
            <a:extLst>
              <a:ext uri="{FF2B5EF4-FFF2-40B4-BE49-F238E27FC236}">
                <a16:creationId xmlns:a16="http://schemas.microsoft.com/office/drawing/2014/main" id="{DF9E388C-1FC7-48FE-A907-65B36AAA75CC}"/>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418">
            <a:extLst>
              <a:ext uri="{FF2B5EF4-FFF2-40B4-BE49-F238E27FC236}">
                <a16:creationId xmlns:a16="http://schemas.microsoft.com/office/drawing/2014/main" id="{476C97AA-1437-47F7-B3B2-E199232773D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419">
            <a:extLst>
              <a:ext uri="{FF2B5EF4-FFF2-40B4-BE49-F238E27FC236}">
                <a16:creationId xmlns:a16="http://schemas.microsoft.com/office/drawing/2014/main" id="{83CE9A6E-73F9-44ED-87DE-D4FAB8FB0BCD}"/>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420">
            <a:extLst>
              <a:ext uri="{FF2B5EF4-FFF2-40B4-BE49-F238E27FC236}">
                <a16:creationId xmlns:a16="http://schemas.microsoft.com/office/drawing/2014/main" id="{0AD928CE-7C77-45EC-BE3C-643AC6332344}"/>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421">
            <a:extLst>
              <a:ext uri="{FF2B5EF4-FFF2-40B4-BE49-F238E27FC236}">
                <a16:creationId xmlns:a16="http://schemas.microsoft.com/office/drawing/2014/main" id="{BB406DDA-B86E-4BD9-9EB4-541A6814E71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422">
            <a:extLst>
              <a:ext uri="{FF2B5EF4-FFF2-40B4-BE49-F238E27FC236}">
                <a16:creationId xmlns:a16="http://schemas.microsoft.com/office/drawing/2014/main" id="{62C331AD-BCEE-4710-806F-A89261F254C9}"/>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423">
            <a:extLst>
              <a:ext uri="{FF2B5EF4-FFF2-40B4-BE49-F238E27FC236}">
                <a16:creationId xmlns:a16="http://schemas.microsoft.com/office/drawing/2014/main" id="{EAC00548-D0B9-436A-98F8-F1F185B1B1B1}"/>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424">
            <a:extLst>
              <a:ext uri="{FF2B5EF4-FFF2-40B4-BE49-F238E27FC236}">
                <a16:creationId xmlns:a16="http://schemas.microsoft.com/office/drawing/2014/main" id="{29BA900E-B09F-40D2-A610-07AF0EE4FF0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425">
            <a:extLst>
              <a:ext uri="{FF2B5EF4-FFF2-40B4-BE49-F238E27FC236}">
                <a16:creationId xmlns:a16="http://schemas.microsoft.com/office/drawing/2014/main" id="{76422E9E-2A11-4C47-8744-6F4D62226EE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426">
            <a:extLst>
              <a:ext uri="{FF2B5EF4-FFF2-40B4-BE49-F238E27FC236}">
                <a16:creationId xmlns:a16="http://schemas.microsoft.com/office/drawing/2014/main" id="{6D4BF5B3-1CFB-4E02-AD1D-385250F17F72}"/>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427">
            <a:extLst>
              <a:ext uri="{FF2B5EF4-FFF2-40B4-BE49-F238E27FC236}">
                <a16:creationId xmlns:a16="http://schemas.microsoft.com/office/drawing/2014/main" id="{8A4B6865-79C5-4C0A-BFAA-DD7E11750583}"/>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428">
            <a:extLst>
              <a:ext uri="{FF2B5EF4-FFF2-40B4-BE49-F238E27FC236}">
                <a16:creationId xmlns:a16="http://schemas.microsoft.com/office/drawing/2014/main" id="{74A8FD2A-3315-4863-A6A0-161E25F17996}"/>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429">
            <a:extLst>
              <a:ext uri="{FF2B5EF4-FFF2-40B4-BE49-F238E27FC236}">
                <a16:creationId xmlns:a16="http://schemas.microsoft.com/office/drawing/2014/main" id="{5AB6A5BD-B44D-4C34-AA04-A1A1234447F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430">
            <a:extLst>
              <a:ext uri="{FF2B5EF4-FFF2-40B4-BE49-F238E27FC236}">
                <a16:creationId xmlns:a16="http://schemas.microsoft.com/office/drawing/2014/main" id="{13B0CEF8-AEA6-4FF8-B63E-D7B83A925FF9}"/>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431">
            <a:extLst>
              <a:ext uri="{FF2B5EF4-FFF2-40B4-BE49-F238E27FC236}">
                <a16:creationId xmlns:a16="http://schemas.microsoft.com/office/drawing/2014/main" id="{FF8BB285-5854-438B-BC93-9B8C53450831}"/>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432">
            <a:extLst>
              <a:ext uri="{FF2B5EF4-FFF2-40B4-BE49-F238E27FC236}">
                <a16:creationId xmlns:a16="http://schemas.microsoft.com/office/drawing/2014/main" id="{4F5CC3AD-AB57-4A49-B586-3A73F2F3AA78}"/>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433">
            <a:extLst>
              <a:ext uri="{FF2B5EF4-FFF2-40B4-BE49-F238E27FC236}">
                <a16:creationId xmlns:a16="http://schemas.microsoft.com/office/drawing/2014/main" id="{5773BA7F-97E3-4143-80E0-5D72E6CDB52E}"/>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434">
            <a:extLst>
              <a:ext uri="{FF2B5EF4-FFF2-40B4-BE49-F238E27FC236}">
                <a16:creationId xmlns:a16="http://schemas.microsoft.com/office/drawing/2014/main" id="{80E2BF91-63F5-47C7-AC1F-498A45671F04}"/>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435">
            <a:extLst>
              <a:ext uri="{FF2B5EF4-FFF2-40B4-BE49-F238E27FC236}">
                <a16:creationId xmlns:a16="http://schemas.microsoft.com/office/drawing/2014/main" id="{C01D2728-26E2-42EF-A259-A5299C50A6C5}"/>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436">
            <a:extLst>
              <a:ext uri="{FF2B5EF4-FFF2-40B4-BE49-F238E27FC236}">
                <a16:creationId xmlns:a16="http://schemas.microsoft.com/office/drawing/2014/main" id="{FD7E04EC-021D-4914-9148-6AAA10E4B435}"/>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437">
            <a:extLst>
              <a:ext uri="{FF2B5EF4-FFF2-40B4-BE49-F238E27FC236}">
                <a16:creationId xmlns:a16="http://schemas.microsoft.com/office/drawing/2014/main" id="{5B54B3E7-EE36-41B3-8C2E-F8F4EC1B5718}"/>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438">
            <a:extLst>
              <a:ext uri="{FF2B5EF4-FFF2-40B4-BE49-F238E27FC236}">
                <a16:creationId xmlns:a16="http://schemas.microsoft.com/office/drawing/2014/main" id="{EE131C59-41C3-4965-BA85-C3FCCC274058}"/>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439">
            <a:extLst>
              <a:ext uri="{FF2B5EF4-FFF2-40B4-BE49-F238E27FC236}">
                <a16:creationId xmlns:a16="http://schemas.microsoft.com/office/drawing/2014/main" id="{76D3A0EB-2530-47D5-84E6-6685E22C6C37}"/>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440">
            <a:extLst>
              <a:ext uri="{FF2B5EF4-FFF2-40B4-BE49-F238E27FC236}">
                <a16:creationId xmlns:a16="http://schemas.microsoft.com/office/drawing/2014/main" id="{F4BD03AD-42AD-4E1D-A68A-37DBF64B39F5}"/>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441">
            <a:extLst>
              <a:ext uri="{FF2B5EF4-FFF2-40B4-BE49-F238E27FC236}">
                <a16:creationId xmlns:a16="http://schemas.microsoft.com/office/drawing/2014/main" id="{D64DD87E-9F4B-47B9-9747-F308346BF01B}"/>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442">
            <a:extLst>
              <a:ext uri="{FF2B5EF4-FFF2-40B4-BE49-F238E27FC236}">
                <a16:creationId xmlns:a16="http://schemas.microsoft.com/office/drawing/2014/main" id="{74FE50A2-A330-4BE4-8F33-CAF0837379D6}"/>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443">
            <a:extLst>
              <a:ext uri="{FF2B5EF4-FFF2-40B4-BE49-F238E27FC236}">
                <a16:creationId xmlns:a16="http://schemas.microsoft.com/office/drawing/2014/main" id="{26B3F778-1F20-4530-810B-521AD3266AF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444">
            <a:extLst>
              <a:ext uri="{FF2B5EF4-FFF2-40B4-BE49-F238E27FC236}">
                <a16:creationId xmlns:a16="http://schemas.microsoft.com/office/drawing/2014/main" id="{F17053F7-6611-4FAC-B51A-7AB528F1DC21}"/>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445">
            <a:extLst>
              <a:ext uri="{FF2B5EF4-FFF2-40B4-BE49-F238E27FC236}">
                <a16:creationId xmlns:a16="http://schemas.microsoft.com/office/drawing/2014/main" id="{3BCEADAA-BD32-4E9E-AEFF-10BBC65BD18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446">
            <a:extLst>
              <a:ext uri="{FF2B5EF4-FFF2-40B4-BE49-F238E27FC236}">
                <a16:creationId xmlns:a16="http://schemas.microsoft.com/office/drawing/2014/main" id="{9A06BF26-B8AF-4F54-B0F3-22EB2E15585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447">
            <a:extLst>
              <a:ext uri="{FF2B5EF4-FFF2-40B4-BE49-F238E27FC236}">
                <a16:creationId xmlns:a16="http://schemas.microsoft.com/office/drawing/2014/main" id="{74FFC08B-6970-4657-8127-462B2AD0844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448">
            <a:extLst>
              <a:ext uri="{FF2B5EF4-FFF2-40B4-BE49-F238E27FC236}">
                <a16:creationId xmlns:a16="http://schemas.microsoft.com/office/drawing/2014/main" id="{ED69E769-60AD-405F-AFD5-20B454151B5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449">
            <a:extLst>
              <a:ext uri="{FF2B5EF4-FFF2-40B4-BE49-F238E27FC236}">
                <a16:creationId xmlns:a16="http://schemas.microsoft.com/office/drawing/2014/main" id="{5E616631-71A5-436B-9180-840854970875}"/>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450">
            <a:extLst>
              <a:ext uri="{FF2B5EF4-FFF2-40B4-BE49-F238E27FC236}">
                <a16:creationId xmlns:a16="http://schemas.microsoft.com/office/drawing/2014/main" id="{77A62FEA-5C3A-4E0A-9C12-00603AF3450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451">
            <a:extLst>
              <a:ext uri="{FF2B5EF4-FFF2-40B4-BE49-F238E27FC236}">
                <a16:creationId xmlns:a16="http://schemas.microsoft.com/office/drawing/2014/main" id="{6DC51FED-199F-4154-980E-B540FE352FC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452">
            <a:extLst>
              <a:ext uri="{FF2B5EF4-FFF2-40B4-BE49-F238E27FC236}">
                <a16:creationId xmlns:a16="http://schemas.microsoft.com/office/drawing/2014/main" id="{E5EABC71-E428-4893-863C-B4B041176B02}"/>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453">
            <a:extLst>
              <a:ext uri="{FF2B5EF4-FFF2-40B4-BE49-F238E27FC236}">
                <a16:creationId xmlns:a16="http://schemas.microsoft.com/office/drawing/2014/main" id="{3D7572DC-90EA-4AC9-B667-2AAE338D2BDF}"/>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454">
            <a:extLst>
              <a:ext uri="{FF2B5EF4-FFF2-40B4-BE49-F238E27FC236}">
                <a16:creationId xmlns:a16="http://schemas.microsoft.com/office/drawing/2014/main" id="{11858026-A476-47F6-B3AF-24188F8FF81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455">
            <a:extLst>
              <a:ext uri="{FF2B5EF4-FFF2-40B4-BE49-F238E27FC236}">
                <a16:creationId xmlns:a16="http://schemas.microsoft.com/office/drawing/2014/main" id="{DB1E9DE6-39C3-4483-B59B-B7871B316AF9}"/>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456">
            <a:extLst>
              <a:ext uri="{FF2B5EF4-FFF2-40B4-BE49-F238E27FC236}">
                <a16:creationId xmlns:a16="http://schemas.microsoft.com/office/drawing/2014/main" id="{A00E65CD-1A56-42CF-8FEF-289563958F4A}"/>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457">
            <a:extLst>
              <a:ext uri="{FF2B5EF4-FFF2-40B4-BE49-F238E27FC236}">
                <a16:creationId xmlns:a16="http://schemas.microsoft.com/office/drawing/2014/main" id="{542B93F9-CAD9-4523-B59F-11A6C390AAA2}"/>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458">
            <a:extLst>
              <a:ext uri="{FF2B5EF4-FFF2-40B4-BE49-F238E27FC236}">
                <a16:creationId xmlns:a16="http://schemas.microsoft.com/office/drawing/2014/main" id="{A78267ED-713C-4AAE-96B2-7DCDDEBEBE5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459">
            <a:extLst>
              <a:ext uri="{FF2B5EF4-FFF2-40B4-BE49-F238E27FC236}">
                <a16:creationId xmlns:a16="http://schemas.microsoft.com/office/drawing/2014/main" id="{95D1A1F1-F41D-48B3-8501-54B2ADA0FB0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460">
            <a:extLst>
              <a:ext uri="{FF2B5EF4-FFF2-40B4-BE49-F238E27FC236}">
                <a16:creationId xmlns:a16="http://schemas.microsoft.com/office/drawing/2014/main" id="{97A16E76-634F-4A7A-BCB1-A3C787B468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461">
            <a:extLst>
              <a:ext uri="{FF2B5EF4-FFF2-40B4-BE49-F238E27FC236}">
                <a16:creationId xmlns:a16="http://schemas.microsoft.com/office/drawing/2014/main" id="{0E5066C8-8211-41FA-8B6E-2B07ADBCDE5A}"/>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462">
            <a:extLst>
              <a:ext uri="{FF2B5EF4-FFF2-40B4-BE49-F238E27FC236}">
                <a16:creationId xmlns:a16="http://schemas.microsoft.com/office/drawing/2014/main" id="{F2024B35-895B-4F81-8A91-35461A6E96D4}"/>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463">
            <a:extLst>
              <a:ext uri="{FF2B5EF4-FFF2-40B4-BE49-F238E27FC236}">
                <a16:creationId xmlns:a16="http://schemas.microsoft.com/office/drawing/2014/main" id="{0AA315CD-BF2C-46C0-97F3-83CA357FD0D5}"/>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464">
            <a:extLst>
              <a:ext uri="{FF2B5EF4-FFF2-40B4-BE49-F238E27FC236}">
                <a16:creationId xmlns:a16="http://schemas.microsoft.com/office/drawing/2014/main" id="{52493858-A6C9-48F3-BD65-C1870BFE9761}"/>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465">
            <a:extLst>
              <a:ext uri="{FF2B5EF4-FFF2-40B4-BE49-F238E27FC236}">
                <a16:creationId xmlns:a16="http://schemas.microsoft.com/office/drawing/2014/main" id="{1C9FD603-5822-4608-AA59-1DBEF73C04D7}"/>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466">
            <a:extLst>
              <a:ext uri="{FF2B5EF4-FFF2-40B4-BE49-F238E27FC236}">
                <a16:creationId xmlns:a16="http://schemas.microsoft.com/office/drawing/2014/main" id="{67656CF0-A69F-4646-BC26-1BB6FB31A3A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467">
            <a:extLst>
              <a:ext uri="{FF2B5EF4-FFF2-40B4-BE49-F238E27FC236}">
                <a16:creationId xmlns:a16="http://schemas.microsoft.com/office/drawing/2014/main" id="{0FD15642-3705-4D67-AD01-50B13B19E062}"/>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468">
            <a:extLst>
              <a:ext uri="{FF2B5EF4-FFF2-40B4-BE49-F238E27FC236}">
                <a16:creationId xmlns:a16="http://schemas.microsoft.com/office/drawing/2014/main" id="{78ECD2C5-6F73-493A-A648-1003B4BD5CB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469">
            <a:extLst>
              <a:ext uri="{FF2B5EF4-FFF2-40B4-BE49-F238E27FC236}">
                <a16:creationId xmlns:a16="http://schemas.microsoft.com/office/drawing/2014/main" id="{130527FC-ACD9-4E01-8A58-8C5CC099D72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470">
            <a:extLst>
              <a:ext uri="{FF2B5EF4-FFF2-40B4-BE49-F238E27FC236}">
                <a16:creationId xmlns:a16="http://schemas.microsoft.com/office/drawing/2014/main" id="{2527486C-0CCC-45FE-B771-B02CEC60197A}"/>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471">
            <a:extLst>
              <a:ext uri="{FF2B5EF4-FFF2-40B4-BE49-F238E27FC236}">
                <a16:creationId xmlns:a16="http://schemas.microsoft.com/office/drawing/2014/main" id="{0CD4AE2D-D491-46DD-B210-E64214DFB6D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472">
            <a:extLst>
              <a:ext uri="{FF2B5EF4-FFF2-40B4-BE49-F238E27FC236}">
                <a16:creationId xmlns:a16="http://schemas.microsoft.com/office/drawing/2014/main" id="{5DD4EF14-D1A9-43CF-BEB6-72F68DCA4EA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473">
            <a:extLst>
              <a:ext uri="{FF2B5EF4-FFF2-40B4-BE49-F238E27FC236}">
                <a16:creationId xmlns:a16="http://schemas.microsoft.com/office/drawing/2014/main" id="{DB429719-4B8F-4707-912F-B9F0AACC6AA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474">
            <a:extLst>
              <a:ext uri="{FF2B5EF4-FFF2-40B4-BE49-F238E27FC236}">
                <a16:creationId xmlns:a16="http://schemas.microsoft.com/office/drawing/2014/main" id="{27FB9198-AEA9-436F-9800-77B422B75AC5}"/>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475">
            <a:extLst>
              <a:ext uri="{FF2B5EF4-FFF2-40B4-BE49-F238E27FC236}">
                <a16:creationId xmlns:a16="http://schemas.microsoft.com/office/drawing/2014/main" id="{8E42A0AF-7CFE-4FB5-AD95-F6AC1844EE49}"/>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476">
            <a:extLst>
              <a:ext uri="{FF2B5EF4-FFF2-40B4-BE49-F238E27FC236}">
                <a16:creationId xmlns:a16="http://schemas.microsoft.com/office/drawing/2014/main" id="{410D5670-20EA-4FF9-BB1B-1E487FA48ACF}"/>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477">
            <a:extLst>
              <a:ext uri="{FF2B5EF4-FFF2-40B4-BE49-F238E27FC236}">
                <a16:creationId xmlns:a16="http://schemas.microsoft.com/office/drawing/2014/main" id="{123CBC7E-DC4E-4B75-9C09-B661947E4D23}"/>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478">
            <a:extLst>
              <a:ext uri="{FF2B5EF4-FFF2-40B4-BE49-F238E27FC236}">
                <a16:creationId xmlns:a16="http://schemas.microsoft.com/office/drawing/2014/main" id="{2B7C6AF2-AB3F-4C5A-8FF7-C649EA9B1F64}"/>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479">
            <a:extLst>
              <a:ext uri="{FF2B5EF4-FFF2-40B4-BE49-F238E27FC236}">
                <a16:creationId xmlns:a16="http://schemas.microsoft.com/office/drawing/2014/main" id="{89D9A459-8E06-4704-B325-168CB3EA6952}"/>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480">
            <a:extLst>
              <a:ext uri="{FF2B5EF4-FFF2-40B4-BE49-F238E27FC236}">
                <a16:creationId xmlns:a16="http://schemas.microsoft.com/office/drawing/2014/main" id="{FF688057-A209-4C7C-AAAB-A29236486724}"/>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481">
            <a:extLst>
              <a:ext uri="{FF2B5EF4-FFF2-40B4-BE49-F238E27FC236}">
                <a16:creationId xmlns:a16="http://schemas.microsoft.com/office/drawing/2014/main" id="{62990EE2-FD05-4C2D-8D9A-7011F8314AEF}"/>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482">
            <a:extLst>
              <a:ext uri="{FF2B5EF4-FFF2-40B4-BE49-F238E27FC236}">
                <a16:creationId xmlns:a16="http://schemas.microsoft.com/office/drawing/2014/main" id="{AA800499-B63C-4336-A725-81CB3B0EBCED}"/>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483">
            <a:extLst>
              <a:ext uri="{FF2B5EF4-FFF2-40B4-BE49-F238E27FC236}">
                <a16:creationId xmlns:a16="http://schemas.microsoft.com/office/drawing/2014/main" id="{388B596F-D844-4946-9319-64C6A9AB9346}"/>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484">
            <a:extLst>
              <a:ext uri="{FF2B5EF4-FFF2-40B4-BE49-F238E27FC236}">
                <a16:creationId xmlns:a16="http://schemas.microsoft.com/office/drawing/2014/main" id="{219D72FA-B7EB-4DED-B2B3-BF0CA2CDEE9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485">
            <a:extLst>
              <a:ext uri="{FF2B5EF4-FFF2-40B4-BE49-F238E27FC236}">
                <a16:creationId xmlns:a16="http://schemas.microsoft.com/office/drawing/2014/main" id="{9CCEA13E-9893-4B65-88CB-FF4FE3B22068}"/>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486">
            <a:extLst>
              <a:ext uri="{FF2B5EF4-FFF2-40B4-BE49-F238E27FC236}">
                <a16:creationId xmlns:a16="http://schemas.microsoft.com/office/drawing/2014/main" id="{FBF46167-E09C-4A91-B447-7EB20FB4A358}"/>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487">
            <a:extLst>
              <a:ext uri="{FF2B5EF4-FFF2-40B4-BE49-F238E27FC236}">
                <a16:creationId xmlns:a16="http://schemas.microsoft.com/office/drawing/2014/main" id="{B7A39269-5EB3-4047-9345-6C00FBFB826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488">
            <a:extLst>
              <a:ext uri="{FF2B5EF4-FFF2-40B4-BE49-F238E27FC236}">
                <a16:creationId xmlns:a16="http://schemas.microsoft.com/office/drawing/2014/main" id="{1F4A9D7E-49CE-4B8F-9C14-698187C6D95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489">
            <a:extLst>
              <a:ext uri="{FF2B5EF4-FFF2-40B4-BE49-F238E27FC236}">
                <a16:creationId xmlns:a16="http://schemas.microsoft.com/office/drawing/2014/main" id="{AF266858-D6E3-4EBA-AB57-CA5152C97163}"/>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490">
            <a:extLst>
              <a:ext uri="{FF2B5EF4-FFF2-40B4-BE49-F238E27FC236}">
                <a16:creationId xmlns:a16="http://schemas.microsoft.com/office/drawing/2014/main" id="{7E74DE9E-43E0-4B2E-B064-E053E9A25B6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491">
            <a:extLst>
              <a:ext uri="{FF2B5EF4-FFF2-40B4-BE49-F238E27FC236}">
                <a16:creationId xmlns:a16="http://schemas.microsoft.com/office/drawing/2014/main" id="{285CCE7F-9476-48E0-BA77-10A9EDF5056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492">
            <a:extLst>
              <a:ext uri="{FF2B5EF4-FFF2-40B4-BE49-F238E27FC236}">
                <a16:creationId xmlns:a16="http://schemas.microsoft.com/office/drawing/2014/main" id="{E96325BE-76AE-4C93-9AB3-A4BA66A38E21}"/>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493">
            <a:extLst>
              <a:ext uri="{FF2B5EF4-FFF2-40B4-BE49-F238E27FC236}">
                <a16:creationId xmlns:a16="http://schemas.microsoft.com/office/drawing/2014/main" id="{3D53E631-5CDA-4272-B836-2807CD67B2C8}"/>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494">
            <a:extLst>
              <a:ext uri="{FF2B5EF4-FFF2-40B4-BE49-F238E27FC236}">
                <a16:creationId xmlns:a16="http://schemas.microsoft.com/office/drawing/2014/main" id="{A8953B94-E729-43F9-A871-06626EECA92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495">
            <a:extLst>
              <a:ext uri="{FF2B5EF4-FFF2-40B4-BE49-F238E27FC236}">
                <a16:creationId xmlns:a16="http://schemas.microsoft.com/office/drawing/2014/main" id="{9EFA8037-7D11-404C-8B47-4001918D6699}"/>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496">
            <a:extLst>
              <a:ext uri="{FF2B5EF4-FFF2-40B4-BE49-F238E27FC236}">
                <a16:creationId xmlns:a16="http://schemas.microsoft.com/office/drawing/2014/main" id="{4C5C7BD8-4E03-4969-B68D-16963DD8D558}"/>
              </a:ext>
            </a:extLst>
          </p:cNvPr>
          <p:cNvSpPr>
            <a:spLocks noGrp="1"/>
          </p:cNvSpPr>
          <p:nvPr/>
        </p:nvSpPr>
        <p:spPr>
          <a:xfrm>
            <a:off x="971550" y="2095500"/>
            <a:ext cx="1752600" cy="1752600"/>
          </a:xfrm>
          <a:prstGeom prst="rect">
            <a:avLst/>
          </a:prstGeom>
          <a:noFill/>
          <a:ln w="47625">
            <a:solidFill>
              <a:srgbClr val="E58C22"/>
            </a:solidFill>
          </a:ln>
        </p:spPr>
      </p:sp>
      <p:sp>
        <p:nvSpPr>
          <p:cNvPr id="153" name="prose-497">
            <a:extLst>
              <a:ext uri="{FF2B5EF4-FFF2-40B4-BE49-F238E27FC236}">
                <a16:creationId xmlns:a16="http://schemas.microsoft.com/office/drawing/2014/main" id="{E22D4C5B-D9B7-476B-BD64-B3D1CF51B85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498">
            <a:extLst>
              <a:ext uri="{FF2B5EF4-FFF2-40B4-BE49-F238E27FC236}">
                <a16:creationId xmlns:a16="http://schemas.microsoft.com/office/drawing/2014/main" id="{29B84952-D6BE-4343-BB30-5AFF2AD6B38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499">
            <a:extLst>
              <a:ext uri="{FF2B5EF4-FFF2-40B4-BE49-F238E27FC236}">
                <a16:creationId xmlns:a16="http://schemas.microsoft.com/office/drawing/2014/main" id="{6175C525-E46E-46E8-999C-845E5BF41019}"/>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 ? ? )</a:t>
            </a:r>
          </a:p>
        </p:txBody>
      </p:sp>
      <p:sp>
        <p:nvSpPr>
          <p:cNvPr id="156" name="caption">
            <a:extLst>
              <a:ext uri="{FF2B5EF4-FFF2-40B4-BE49-F238E27FC236}">
                <a16:creationId xmlns:a16="http://schemas.microsoft.com/office/drawing/2014/main" id="{235E85BA-5431-4A3D-A8B8-14D2CA9F9BAC}"/>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9403129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B6B1F4D0-2577-4619-AFE7-56CF5335D8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E8DA0EA4-398F-4262-8E5A-AADFD48F6B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FA40AD-0B82-4B54-AAEB-857C009340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우상: 16칸을 1 하나로 반환</a:t>
            </a:r>
          </a:p>
        </p:txBody>
      </p:sp>
      <p:sp>
        <p:nvSpPr>
          <p:cNvPr id="4" name="line-500">
            <a:extLst>
              <a:ext uri="{FF2B5EF4-FFF2-40B4-BE49-F238E27FC236}">
                <a16:creationId xmlns:a16="http://schemas.microsoft.com/office/drawing/2014/main" id="{F895FFD4-D014-487A-B052-E2D4ACF380F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C88F1AC-B291-404A-9E64-B66AF1591C4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58B6C0C-AC26-4169-92DD-E5C57B5FE70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194</a:t>
            </a:r>
            <a:endParaRPr sz="1050" b="0">
              <a:solidFill>
                <a:srgbClr val="151515"/>
              </a:solidFill>
              <a:latin typeface="Consolas"/>
              <a:ea typeface="Consolas"/>
              <a:cs typeface="Consolas"/>
            </a:endParaRPr>
          </a:p>
        </p:txBody>
      </p:sp>
      <p:sp>
        <p:nvSpPr>
          <p:cNvPr id="7" name="pixel-501">
            <a:extLst>
              <a:ext uri="{FF2B5EF4-FFF2-40B4-BE49-F238E27FC236}">
                <a16:creationId xmlns:a16="http://schemas.microsoft.com/office/drawing/2014/main" id="{0B8A1575-59A0-457D-9795-7DF5AB9B53F0}"/>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02">
            <a:extLst>
              <a:ext uri="{FF2B5EF4-FFF2-40B4-BE49-F238E27FC236}">
                <a16:creationId xmlns:a16="http://schemas.microsoft.com/office/drawing/2014/main" id="{C7566240-20A7-4F63-9705-7D3D6131775F}"/>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03">
            <a:extLst>
              <a:ext uri="{FF2B5EF4-FFF2-40B4-BE49-F238E27FC236}">
                <a16:creationId xmlns:a16="http://schemas.microsoft.com/office/drawing/2014/main" id="{53AC8FCF-35E4-41D9-960F-02F208D8786B}"/>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04">
            <a:extLst>
              <a:ext uri="{FF2B5EF4-FFF2-40B4-BE49-F238E27FC236}">
                <a16:creationId xmlns:a16="http://schemas.microsoft.com/office/drawing/2014/main" id="{D73E6026-B4A0-4DEA-82DB-FE236174B71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05">
            <a:extLst>
              <a:ext uri="{FF2B5EF4-FFF2-40B4-BE49-F238E27FC236}">
                <a16:creationId xmlns:a16="http://schemas.microsoft.com/office/drawing/2014/main" id="{464BF01B-AF0A-4CE5-8439-26E07B2AB18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06">
            <a:extLst>
              <a:ext uri="{FF2B5EF4-FFF2-40B4-BE49-F238E27FC236}">
                <a16:creationId xmlns:a16="http://schemas.microsoft.com/office/drawing/2014/main" id="{2D8CEEFF-7916-44DA-9375-41CD5BD5EF83}"/>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07">
            <a:extLst>
              <a:ext uri="{FF2B5EF4-FFF2-40B4-BE49-F238E27FC236}">
                <a16:creationId xmlns:a16="http://schemas.microsoft.com/office/drawing/2014/main" id="{1CD7497A-E6A1-4734-AC28-68694BC7DB2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08">
            <a:extLst>
              <a:ext uri="{FF2B5EF4-FFF2-40B4-BE49-F238E27FC236}">
                <a16:creationId xmlns:a16="http://schemas.microsoft.com/office/drawing/2014/main" id="{6CF94057-30A1-4DFA-A048-F2166C0C84E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09">
            <a:extLst>
              <a:ext uri="{FF2B5EF4-FFF2-40B4-BE49-F238E27FC236}">
                <a16:creationId xmlns:a16="http://schemas.microsoft.com/office/drawing/2014/main" id="{CB26A0BE-F3E6-4F6E-BA4E-E848D1630E48}"/>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510">
            <a:extLst>
              <a:ext uri="{FF2B5EF4-FFF2-40B4-BE49-F238E27FC236}">
                <a16:creationId xmlns:a16="http://schemas.microsoft.com/office/drawing/2014/main" id="{93332365-1059-4B6D-AA71-6A55EBFA707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511">
            <a:extLst>
              <a:ext uri="{FF2B5EF4-FFF2-40B4-BE49-F238E27FC236}">
                <a16:creationId xmlns:a16="http://schemas.microsoft.com/office/drawing/2014/main" id="{6E2C7EB4-D2E8-40AA-87F3-A87F144609A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512">
            <a:extLst>
              <a:ext uri="{FF2B5EF4-FFF2-40B4-BE49-F238E27FC236}">
                <a16:creationId xmlns:a16="http://schemas.microsoft.com/office/drawing/2014/main" id="{0D50CA07-F0B4-4A26-BED4-5D294012BFC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513">
            <a:extLst>
              <a:ext uri="{FF2B5EF4-FFF2-40B4-BE49-F238E27FC236}">
                <a16:creationId xmlns:a16="http://schemas.microsoft.com/office/drawing/2014/main" id="{61C3562A-F1F9-4010-9C1D-52607CE063C3}"/>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514">
            <a:extLst>
              <a:ext uri="{FF2B5EF4-FFF2-40B4-BE49-F238E27FC236}">
                <a16:creationId xmlns:a16="http://schemas.microsoft.com/office/drawing/2014/main" id="{480C411E-F278-47D0-86CE-DF8C493CC8A2}"/>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515">
            <a:extLst>
              <a:ext uri="{FF2B5EF4-FFF2-40B4-BE49-F238E27FC236}">
                <a16:creationId xmlns:a16="http://schemas.microsoft.com/office/drawing/2014/main" id="{575B1C0C-B381-40E3-96C6-1FC6A1CA9CC2}"/>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516">
            <a:extLst>
              <a:ext uri="{FF2B5EF4-FFF2-40B4-BE49-F238E27FC236}">
                <a16:creationId xmlns:a16="http://schemas.microsoft.com/office/drawing/2014/main" id="{3FE9312D-57B4-452C-B34D-C9BCE677E7D3}"/>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517">
            <a:extLst>
              <a:ext uri="{FF2B5EF4-FFF2-40B4-BE49-F238E27FC236}">
                <a16:creationId xmlns:a16="http://schemas.microsoft.com/office/drawing/2014/main" id="{6D1FFB12-08ED-4990-9E60-4E922F37299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518">
            <a:extLst>
              <a:ext uri="{FF2B5EF4-FFF2-40B4-BE49-F238E27FC236}">
                <a16:creationId xmlns:a16="http://schemas.microsoft.com/office/drawing/2014/main" id="{8BB44915-3E98-4431-B7D0-402BA3FBEF6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519">
            <a:extLst>
              <a:ext uri="{FF2B5EF4-FFF2-40B4-BE49-F238E27FC236}">
                <a16:creationId xmlns:a16="http://schemas.microsoft.com/office/drawing/2014/main" id="{4D54FAE6-5CC7-421D-95E5-0F39C04A84A2}"/>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520">
            <a:extLst>
              <a:ext uri="{FF2B5EF4-FFF2-40B4-BE49-F238E27FC236}">
                <a16:creationId xmlns:a16="http://schemas.microsoft.com/office/drawing/2014/main" id="{1C7E50E7-DA71-478F-A43C-DB5058423DFD}"/>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521">
            <a:extLst>
              <a:ext uri="{FF2B5EF4-FFF2-40B4-BE49-F238E27FC236}">
                <a16:creationId xmlns:a16="http://schemas.microsoft.com/office/drawing/2014/main" id="{1721254E-ED96-4156-80B3-2A7EDB5EE6A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522">
            <a:extLst>
              <a:ext uri="{FF2B5EF4-FFF2-40B4-BE49-F238E27FC236}">
                <a16:creationId xmlns:a16="http://schemas.microsoft.com/office/drawing/2014/main" id="{7E739EB6-FF4F-48B0-935F-C491617D3FF0}"/>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523">
            <a:extLst>
              <a:ext uri="{FF2B5EF4-FFF2-40B4-BE49-F238E27FC236}">
                <a16:creationId xmlns:a16="http://schemas.microsoft.com/office/drawing/2014/main" id="{06F922AF-B64D-4966-8E62-1DE5EECBF77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524">
            <a:extLst>
              <a:ext uri="{FF2B5EF4-FFF2-40B4-BE49-F238E27FC236}">
                <a16:creationId xmlns:a16="http://schemas.microsoft.com/office/drawing/2014/main" id="{F6FFAE69-1181-4BF6-BAE9-CD92B583FE1C}"/>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525">
            <a:extLst>
              <a:ext uri="{FF2B5EF4-FFF2-40B4-BE49-F238E27FC236}">
                <a16:creationId xmlns:a16="http://schemas.microsoft.com/office/drawing/2014/main" id="{3D15080E-F10F-41B8-8076-0A3BA3EEB27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526">
            <a:extLst>
              <a:ext uri="{FF2B5EF4-FFF2-40B4-BE49-F238E27FC236}">
                <a16:creationId xmlns:a16="http://schemas.microsoft.com/office/drawing/2014/main" id="{2D49F7F1-DA63-4259-8800-AC046E3C99C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527">
            <a:extLst>
              <a:ext uri="{FF2B5EF4-FFF2-40B4-BE49-F238E27FC236}">
                <a16:creationId xmlns:a16="http://schemas.microsoft.com/office/drawing/2014/main" id="{6B047EAD-A2BA-4DDF-BD03-8CCE3D4CFDB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528">
            <a:extLst>
              <a:ext uri="{FF2B5EF4-FFF2-40B4-BE49-F238E27FC236}">
                <a16:creationId xmlns:a16="http://schemas.microsoft.com/office/drawing/2014/main" id="{3A096C42-BF9D-47C4-894E-CD2EB841B8F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529">
            <a:extLst>
              <a:ext uri="{FF2B5EF4-FFF2-40B4-BE49-F238E27FC236}">
                <a16:creationId xmlns:a16="http://schemas.microsoft.com/office/drawing/2014/main" id="{91E1318C-A21B-4374-8282-4E8858D14CA8}"/>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530">
            <a:extLst>
              <a:ext uri="{FF2B5EF4-FFF2-40B4-BE49-F238E27FC236}">
                <a16:creationId xmlns:a16="http://schemas.microsoft.com/office/drawing/2014/main" id="{8A584DB9-7772-4993-9C26-5DEBA14AF8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531">
            <a:extLst>
              <a:ext uri="{FF2B5EF4-FFF2-40B4-BE49-F238E27FC236}">
                <a16:creationId xmlns:a16="http://schemas.microsoft.com/office/drawing/2014/main" id="{A7F90163-D7BD-4EC0-86B0-BC54140F59B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532">
            <a:extLst>
              <a:ext uri="{FF2B5EF4-FFF2-40B4-BE49-F238E27FC236}">
                <a16:creationId xmlns:a16="http://schemas.microsoft.com/office/drawing/2014/main" id="{7760330A-9452-4B47-B589-66F3182DA2DB}"/>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533">
            <a:extLst>
              <a:ext uri="{FF2B5EF4-FFF2-40B4-BE49-F238E27FC236}">
                <a16:creationId xmlns:a16="http://schemas.microsoft.com/office/drawing/2014/main" id="{6C916F19-1813-4E23-90E7-4916327FC12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534">
            <a:extLst>
              <a:ext uri="{FF2B5EF4-FFF2-40B4-BE49-F238E27FC236}">
                <a16:creationId xmlns:a16="http://schemas.microsoft.com/office/drawing/2014/main" id="{9B20DD51-E1EF-42B8-BD8D-A6C8B9FEBB2D}"/>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535">
            <a:extLst>
              <a:ext uri="{FF2B5EF4-FFF2-40B4-BE49-F238E27FC236}">
                <a16:creationId xmlns:a16="http://schemas.microsoft.com/office/drawing/2014/main" id="{33B9ADA8-0F21-45E8-B5A4-475050EB69BA}"/>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536">
            <a:extLst>
              <a:ext uri="{FF2B5EF4-FFF2-40B4-BE49-F238E27FC236}">
                <a16:creationId xmlns:a16="http://schemas.microsoft.com/office/drawing/2014/main" id="{C01D46AC-E806-4149-907E-E23B9E703318}"/>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537">
            <a:extLst>
              <a:ext uri="{FF2B5EF4-FFF2-40B4-BE49-F238E27FC236}">
                <a16:creationId xmlns:a16="http://schemas.microsoft.com/office/drawing/2014/main" id="{D3C5AA5E-0742-4774-8658-C028648C3D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538">
            <a:extLst>
              <a:ext uri="{FF2B5EF4-FFF2-40B4-BE49-F238E27FC236}">
                <a16:creationId xmlns:a16="http://schemas.microsoft.com/office/drawing/2014/main" id="{43BD489C-F533-4EB1-940F-06C507D78ACA}"/>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539">
            <a:extLst>
              <a:ext uri="{FF2B5EF4-FFF2-40B4-BE49-F238E27FC236}">
                <a16:creationId xmlns:a16="http://schemas.microsoft.com/office/drawing/2014/main" id="{B762D955-7784-450D-B01F-336607CA3E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540">
            <a:extLst>
              <a:ext uri="{FF2B5EF4-FFF2-40B4-BE49-F238E27FC236}">
                <a16:creationId xmlns:a16="http://schemas.microsoft.com/office/drawing/2014/main" id="{0038A636-23C4-4CFC-A95B-895103508016}"/>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541">
            <a:extLst>
              <a:ext uri="{FF2B5EF4-FFF2-40B4-BE49-F238E27FC236}">
                <a16:creationId xmlns:a16="http://schemas.microsoft.com/office/drawing/2014/main" id="{9808428D-FE74-471D-94E0-DC47155F47FD}"/>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542">
            <a:extLst>
              <a:ext uri="{FF2B5EF4-FFF2-40B4-BE49-F238E27FC236}">
                <a16:creationId xmlns:a16="http://schemas.microsoft.com/office/drawing/2014/main" id="{03BEB897-34DD-4CA3-8F94-C1D6ECA7380B}"/>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543">
            <a:extLst>
              <a:ext uri="{FF2B5EF4-FFF2-40B4-BE49-F238E27FC236}">
                <a16:creationId xmlns:a16="http://schemas.microsoft.com/office/drawing/2014/main" id="{571F1BE4-BDFC-4BD7-8BB4-69D0D9BA34C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544">
            <a:extLst>
              <a:ext uri="{FF2B5EF4-FFF2-40B4-BE49-F238E27FC236}">
                <a16:creationId xmlns:a16="http://schemas.microsoft.com/office/drawing/2014/main" id="{8DD2C4A4-264D-490D-A998-C66A33A0BFE7}"/>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545">
            <a:extLst>
              <a:ext uri="{FF2B5EF4-FFF2-40B4-BE49-F238E27FC236}">
                <a16:creationId xmlns:a16="http://schemas.microsoft.com/office/drawing/2014/main" id="{2A9B8CA6-55B1-4770-B364-2D949D273016}"/>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546">
            <a:extLst>
              <a:ext uri="{FF2B5EF4-FFF2-40B4-BE49-F238E27FC236}">
                <a16:creationId xmlns:a16="http://schemas.microsoft.com/office/drawing/2014/main" id="{8C58491D-B274-4643-B77B-1CEA6E4AC8F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547">
            <a:extLst>
              <a:ext uri="{FF2B5EF4-FFF2-40B4-BE49-F238E27FC236}">
                <a16:creationId xmlns:a16="http://schemas.microsoft.com/office/drawing/2014/main" id="{271F2211-4D06-4F87-A5E7-93FB3124E13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548">
            <a:extLst>
              <a:ext uri="{FF2B5EF4-FFF2-40B4-BE49-F238E27FC236}">
                <a16:creationId xmlns:a16="http://schemas.microsoft.com/office/drawing/2014/main" id="{892E3A5E-DB13-42CD-965C-BF538478DF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549">
            <a:extLst>
              <a:ext uri="{FF2B5EF4-FFF2-40B4-BE49-F238E27FC236}">
                <a16:creationId xmlns:a16="http://schemas.microsoft.com/office/drawing/2014/main" id="{8EEB7386-9F0B-4D21-BAA6-F58DD45BB85A}"/>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550">
            <a:extLst>
              <a:ext uri="{FF2B5EF4-FFF2-40B4-BE49-F238E27FC236}">
                <a16:creationId xmlns:a16="http://schemas.microsoft.com/office/drawing/2014/main" id="{6F6CBB65-4662-4688-B75B-F99BF3020805}"/>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551">
            <a:extLst>
              <a:ext uri="{FF2B5EF4-FFF2-40B4-BE49-F238E27FC236}">
                <a16:creationId xmlns:a16="http://schemas.microsoft.com/office/drawing/2014/main" id="{20D4EEE9-174B-41C2-A916-F9AD6960B97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552">
            <a:extLst>
              <a:ext uri="{FF2B5EF4-FFF2-40B4-BE49-F238E27FC236}">
                <a16:creationId xmlns:a16="http://schemas.microsoft.com/office/drawing/2014/main" id="{0F9E2254-AAD1-42DA-9760-3D1391C4C1EF}"/>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553">
            <a:extLst>
              <a:ext uri="{FF2B5EF4-FFF2-40B4-BE49-F238E27FC236}">
                <a16:creationId xmlns:a16="http://schemas.microsoft.com/office/drawing/2014/main" id="{60C10B86-E064-4CFB-816D-A78C4867CF38}"/>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554">
            <a:extLst>
              <a:ext uri="{FF2B5EF4-FFF2-40B4-BE49-F238E27FC236}">
                <a16:creationId xmlns:a16="http://schemas.microsoft.com/office/drawing/2014/main" id="{704FB0AB-FCE8-43DE-A2EE-C773F08F4384}"/>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555">
            <a:extLst>
              <a:ext uri="{FF2B5EF4-FFF2-40B4-BE49-F238E27FC236}">
                <a16:creationId xmlns:a16="http://schemas.microsoft.com/office/drawing/2014/main" id="{4C934AC4-71FE-4976-A1F0-41360502918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556">
            <a:extLst>
              <a:ext uri="{FF2B5EF4-FFF2-40B4-BE49-F238E27FC236}">
                <a16:creationId xmlns:a16="http://schemas.microsoft.com/office/drawing/2014/main" id="{0F096C01-E4BF-4820-BB4D-CFE4BBE30B55}"/>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557">
            <a:extLst>
              <a:ext uri="{FF2B5EF4-FFF2-40B4-BE49-F238E27FC236}">
                <a16:creationId xmlns:a16="http://schemas.microsoft.com/office/drawing/2014/main" id="{3AF13ED6-EA23-48E1-9017-0C7451A5A81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558">
            <a:extLst>
              <a:ext uri="{FF2B5EF4-FFF2-40B4-BE49-F238E27FC236}">
                <a16:creationId xmlns:a16="http://schemas.microsoft.com/office/drawing/2014/main" id="{736246A1-815D-4D90-B557-CCF69702F989}"/>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559">
            <a:extLst>
              <a:ext uri="{FF2B5EF4-FFF2-40B4-BE49-F238E27FC236}">
                <a16:creationId xmlns:a16="http://schemas.microsoft.com/office/drawing/2014/main" id="{AC84E64A-5EE2-427C-92E6-DB888C2D277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560">
            <a:extLst>
              <a:ext uri="{FF2B5EF4-FFF2-40B4-BE49-F238E27FC236}">
                <a16:creationId xmlns:a16="http://schemas.microsoft.com/office/drawing/2014/main" id="{B0CEAF27-F074-4F8B-AC38-1B2D3931AD34}"/>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561">
            <a:extLst>
              <a:ext uri="{FF2B5EF4-FFF2-40B4-BE49-F238E27FC236}">
                <a16:creationId xmlns:a16="http://schemas.microsoft.com/office/drawing/2014/main" id="{6F5CA9F6-B369-448F-A791-C3AB03113F5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562">
            <a:extLst>
              <a:ext uri="{FF2B5EF4-FFF2-40B4-BE49-F238E27FC236}">
                <a16:creationId xmlns:a16="http://schemas.microsoft.com/office/drawing/2014/main" id="{D32CA298-27D9-455D-9EF8-C9ECA335FD5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563">
            <a:extLst>
              <a:ext uri="{FF2B5EF4-FFF2-40B4-BE49-F238E27FC236}">
                <a16:creationId xmlns:a16="http://schemas.microsoft.com/office/drawing/2014/main" id="{DBC4CBE6-2AC2-4BEA-852B-78E1B3C5A425}"/>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564">
            <a:extLst>
              <a:ext uri="{FF2B5EF4-FFF2-40B4-BE49-F238E27FC236}">
                <a16:creationId xmlns:a16="http://schemas.microsoft.com/office/drawing/2014/main" id="{79F5A4F4-665D-4EA9-AC49-55BE18D1AC37}"/>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565">
            <a:extLst>
              <a:ext uri="{FF2B5EF4-FFF2-40B4-BE49-F238E27FC236}">
                <a16:creationId xmlns:a16="http://schemas.microsoft.com/office/drawing/2014/main" id="{12BB6BA8-664B-41F3-8D1F-0FCBCCA4FE50}"/>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566">
            <a:extLst>
              <a:ext uri="{FF2B5EF4-FFF2-40B4-BE49-F238E27FC236}">
                <a16:creationId xmlns:a16="http://schemas.microsoft.com/office/drawing/2014/main" id="{12DCE767-ECA8-44D2-93DC-8D5C9A33362A}"/>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567">
            <a:extLst>
              <a:ext uri="{FF2B5EF4-FFF2-40B4-BE49-F238E27FC236}">
                <a16:creationId xmlns:a16="http://schemas.microsoft.com/office/drawing/2014/main" id="{1983B7F5-82D8-4FC6-BFC8-078545D4E3CA}"/>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568">
            <a:extLst>
              <a:ext uri="{FF2B5EF4-FFF2-40B4-BE49-F238E27FC236}">
                <a16:creationId xmlns:a16="http://schemas.microsoft.com/office/drawing/2014/main" id="{1DCA3487-7013-428A-8E22-7FE693F814F4}"/>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569">
            <a:extLst>
              <a:ext uri="{FF2B5EF4-FFF2-40B4-BE49-F238E27FC236}">
                <a16:creationId xmlns:a16="http://schemas.microsoft.com/office/drawing/2014/main" id="{C932F6CE-8A93-4FE4-B74C-C607DFC83D7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570">
            <a:extLst>
              <a:ext uri="{FF2B5EF4-FFF2-40B4-BE49-F238E27FC236}">
                <a16:creationId xmlns:a16="http://schemas.microsoft.com/office/drawing/2014/main" id="{D16281AD-FBE0-4DD2-AF30-C6D3C540FC5D}"/>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571">
            <a:extLst>
              <a:ext uri="{FF2B5EF4-FFF2-40B4-BE49-F238E27FC236}">
                <a16:creationId xmlns:a16="http://schemas.microsoft.com/office/drawing/2014/main" id="{AEEC69AA-39A7-46E9-87EE-983E8EE45204}"/>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572">
            <a:extLst>
              <a:ext uri="{FF2B5EF4-FFF2-40B4-BE49-F238E27FC236}">
                <a16:creationId xmlns:a16="http://schemas.microsoft.com/office/drawing/2014/main" id="{B0D1DF99-647D-46D2-9502-F263683EDD2E}"/>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573">
            <a:extLst>
              <a:ext uri="{FF2B5EF4-FFF2-40B4-BE49-F238E27FC236}">
                <a16:creationId xmlns:a16="http://schemas.microsoft.com/office/drawing/2014/main" id="{432BE25B-74F8-450F-9B28-06EEA16F6807}"/>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574">
            <a:extLst>
              <a:ext uri="{FF2B5EF4-FFF2-40B4-BE49-F238E27FC236}">
                <a16:creationId xmlns:a16="http://schemas.microsoft.com/office/drawing/2014/main" id="{069E0E0E-AF19-43E5-B137-5EC25C2405C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575">
            <a:extLst>
              <a:ext uri="{FF2B5EF4-FFF2-40B4-BE49-F238E27FC236}">
                <a16:creationId xmlns:a16="http://schemas.microsoft.com/office/drawing/2014/main" id="{79AAE38C-ADE2-4D2E-B723-BC8C246AB84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576">
            <a:extLst>
              <a:ext uri="{FF2B5EF4-FFF2-40B4-BE49-F238E27FC236}">
                <a16:creationId xmlns:a16="http://schemas.microsoft.com/office/drawing/2014/main" id="{74DB0BEC-DA75-4D61-B4B6-6941FDB254F4}"/>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577">
            <a:extLst>
              <a:ext uri="{FF2B5EF4-FFF2-40B4-BE49-F238E27FC236}">
                <a16:creationId xmlns:a16="http://schemas.microsoft.com/office/drawing/2014/main" id="{F377D394-0191-41BB-ABF1-D7E590F64BE0}"/>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578">
            <a:extLst>
              <a:ext uri="{FF2B5EF4-FFF2-40B4-BE49-F238E27FC236}">
                <a16:creationId xmlns:a16="http://schemas.microsoft.com/office/drawing/2014/main" id="{786C6BF2-5F6A-4568-B4DC-D0AF31C8D505}"/>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579">
            <a:extLst>
              <a:ext uri="{FF2B5EF4-FFF2-40B4-BE49-F238E27FC236}">
                <a16:creationId xmlns:a16="http://schemas.microsoft.com/office/drawing/2014/main" id="{A0FB24B0-82B1-4945-8FF8-9B2C70CE085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580">
            <a:extLst>
              <a:ext uri="{FF2B5EF4-FFF2-40B4-BE49-F238E27FC236}">
                <a16:creationId xmlns:a16="http://schemas.microsoft.com/office/drawing/2014/main" id="{2C9F6C8E-2D99-457F-93F4-C59A312486C5}"/>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581">
            <a:extLst>
              <a:ext uri="{FF2B5EF4-FFF2-40B4-BE49-F238E27FC236}">
                <a16:creationId xmlns:a16="http://schemas.microsoft.com/office/drawing/2014/main" id="{A336F723-34C5-4C70-B574-21F09F59DF07}"/>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582">
            <a:extLst>
              <a:ext uri="{FF2B5EF4-FFF2-40B4-BE49-F238E27FC236}">
                <a16:creationId xmlns:a16="http://schemas.microsoft.com/office/drawing/2014/main" id="{F4E55373-4B00-4054-91CD-AE466A53A4F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583">
            <a:extLst>
              <a:ext uri="{FF2B5EF4-FFF2-40B4-BE49-F238E27FC236}">
                <a16:creationId xmlns:a16="http://schemas.microsoft.com/office/drawing/2014/main" id="{D6440114-B80E-4B4F-9AEF-A992ECC9307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584">
            <a:extLst>
              <a:ext uri="{FF2B5EF4-FFF2-40B4-BE49-F238E27FC236}">
                <a16:creationId xmlns:a16="http://schemas.microsoft.com/office/drawing/2014/main" id="{9116EABC-1FEE-47CA-825C-14296957359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585">
            <a:extLst>
              <a:ext uri="{FF2B5EF4-FFF2-40B4-BE49-F238E27FC236}">
                <a16:creationId xmlns:a16="http://schemas.microsoft.com/office/drawing/2014/main" id="{B181B2C9-0362-4DF6-9AAF-795F5D3EB6E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586">
            <a:extLst>
              <a:ext uri="{FF2B5EF4-FFF2-40B4-BE49-F238E27FC236}">
                <a16:creationId xmlns:a16="http://schemas.microsoft.com/office/drawing/2014/main" id="{DF02212B-8F5D-4F5F-A80B-0518FCA23963}"/>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587">
            <a:extLst>
              <a:ext uri="{FF2B5EF4-FFF2-40B4-BE49-F238E27FC236}">
                <a16:creationId xmlns:a16="http://schemas.microsoft.com/office/drawing/2014/main" id="{FCBBCE9E-4A1C-414D-AD40-F3F984B596AF}"/>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588">
            <a:extLst>
              <a:ext uri="{FF2B5EF4-FFF2-40B4-BE49-F238E27FC236}">
                <a16:creationId xmlns:a16="http://schemas.microsoft.com/office/drawing/2014/main" id="{91995314-5776-48A2-B813-34F0685C2A9A}"/>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589">
            <a:extLst>
              <a:ext uri="{FF2B5EF4-FFF2-40B4-BE49-F238E27FC236}">
                <a16:creationId xmlns:a16="http://schemas.microsoft.com/office/drawing/2014/main" id="{4F034D38-D826-42AA-A503-4D90849A26AD}"/>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590">
            <a:extLst>
              <a:ext uri="{FF2B5EF4-FFF2-40B4-BE49-F238E27FC236}">
                <a16:creationId xmlns:a16="http://schemas.microsoft.com/office/drawing/2014/main" id="{308C61BB-B019-43B0-9FB6-FC5007CEE3B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591">
            <a:extLst>
              <a:ext uri="{FF2B5EF4-FFF2-40B4-BE49-F238E27FC236}">
                <a16:creationId xmlns:a16="http://schemas.microsoft.com/office/drawing/2014/main" id="{81B80A88-D026-4A11-B8CC-F63F6F50144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592">
            <a:extLst>
              <a:ext uri="{FF2B5EF4-FFF2-40B4-BE49-F238E27FC236}">
                <a16:creationId xmlns:a16="http://schemas.microsoft.com/office/drawing/2014/main" id="{27EA9C0F-CC5C-4A91-826A-C75B15CD36A0}"/>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593">
            <a:extLst>
              <a:ext uri="{FF2B5EF4-FFF2-40B4-BE49-F238E27FC236}">
                <a16:creationId xmlns:a16="http://schemas.microsoft.com/office/drawing/2014/main" id="{786F006D-EDB6-43B7-9C59-38E8AB6AB9D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594">
            <a:extLst>
              <a:ext uri="{FF2B5EF4-FFF2-40B4-BE49-F238E27FC236}">
                <a16:creationId xmlns:a16="http://schemas.microsoft.com/office/drawing/2014/main" id="{ECD12977-98E1-4BE4-BC1E-BA21F6E4B4CF}"/>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595">
            <a:extLst>
              <a:ext uri="{FF2B5EF4-FFF2-40B4-BE49-F238E27FC236}">
                <a16:creationId xmlns:a16="http://schemas.microsoft.com/office/drawing/2014/main" id="{7DE91F56-FD04-4EE8-81A9-36FFB3036B99}"/>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596">
            <a:extLst>
              <a:ext uri="{FF2B5EF4-FFF2-40B4-BE49-F238E27FC236}">
                <a16:creationId xmlns:a16="http://schemas.microsoft.com/office/drawing/2014/main" id="{AFB9134C-5A40-4BA8-9B47-D01BF789EA3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597">
            <a:extLst>
              <a:ext uri="{FF2B5EF4-FFF2-40B4-BE49-F238E27FC236}">
                <a16:creationId xmlns:a16="http://schemas.microsoft.com/office/drawing/2014/main" id="{ACA19EE4-CDF6-47BA-B360-0D5D7222B5F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598">
            <a:extLst>
              <a:ext uri="{FF2B5EF4-FFF2-40B4-BE49-F238E27FC236}">
                <a16:creationId xmlns:a16="http://schemas.microsoft.com/office/drawing/2014/main" id="{61D10E48-1D9F-4ABF-9FD3-5B8CF238A1C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599">
            <a:extLst>
              <a:ext uri="{FF2B5EF4-FFF2-40B4-BE49-F238E27FC236}">
                <a16:creationId xmlns:a16="http://schemas.microsoft.com/office/drawing/2014/main" id="{8BE5E499-1011-4794-BD94-817A7833E301}"/>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600">
            <a:extLst>
              <a:ext uri="{FF2B5EF4-FFF2-40B4-BE49-F238E27FC236}">
                <a16:creationId xmlns:a16="http://schemas.microsoft.com/office/drawing/2014/main" id="{2D984ADB-10C7-4E6D-8AC2-8E7CEA0387F6}"/>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601">
            <a:extLst>
              <a:ext uri="{FF2B5EF4-FFF2-40B4-BE49-F238E27FC236}">
                <a16:creationId xmlns:a16="http://schemas.microsoft.com/office/drawing/2014/main" id="{04E89CCA-BCC7-4079-885F-E28CFF839E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602">
            <a:extLst>
              <a:ext uri="{FF2B5EF4-FFF2-40B4-BE49-F238E27FC236}">
                <a16:creationId xmlns:a16="http://schemas.microsoft.com/office/drawing/2014/main" id="{D581B2E2-27B3-4AF6-B13E-695BFE88B041}"/>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603">
            <a:extLst>
              <a:ext uri="{FF2B5EF4-FFF2-40B4-BE49-F238E27FC236}">
                <a16:creationId xmlns:a16="http://schemas.microsoft.com/office/drawing/2014/main" id="{70441D5F-3DE2-4DAE-8BB7-AAF03A50DFB2}"/>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604">
            <a:extLst>
              <a:ext uri="{FF2B5EF4-FFF2-40B4-BE49-F238E27FC236}">
                <a16:creationId xmlns:a16="http://schemas.microsoft.com/office/drawing/2014/main" id="{663DF38A-B757-41B9-8FDD-A0E4A55A8476}"/>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605">
            <a:extLst>
              <a:ext uri="{FF2B5EF4-FFF2-40B4-BE49-F238E27FC236}">
                <a16:creationId xmlns:a16="http://schemas.microsoft.com/office/drawing/2014/main" id="{7DC4E057-EC8C-4C5E-AFCA-091D4312D8B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606">
            <a:extLst>
              <a:ext uri="{FF2B5EF4-FFF2-40B4-BE49-F238E27FC236}">
                <a16:creationId xmlns:a16="http://schemas.microsoft.com/office/drawing/2014/main" id="{B27CF2BF-B083-442D-9853-E1CBB885901C}"/>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607">
            <a:extLst>
              <a:ext uri="{FF2B5EF4-FFF2-40B4-BE49-F238E27FC236}">
                <a16:creationId xmlns:a16="http://schemas.microsoft.com/office/drawing/2014/main" id="{6B272FB9-2F9D-4138-8C99-98B5A3155DC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608">
            <a:extLst>
              <a:ext uri="{FF2B5EF4-FFF2-40B4-BE49-F238E27FC236}">
                <a16:creationId xmlns:a16="http://schemas.microsoft.com/office/drawing/2014/main" id="{E0EFF839-E792-4844-8713-2E7FC798E4C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609">
            <a:extLst>
              <a:ext uri="{FF2B5EF4-FFF2-40B4-BE49-F238E27FC236}">
                <a16:creationId xmlns:a16="http://schemas.microsoft.com/office/drawing/2014/main" id="{D05F142D-B248-4C39-BDA7-8EFEDF0C5141}"/>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610">
            <a:extLst>
              <a:ext uri="{FF2B5EF4-FFF2-40B4-BE49-F238E27FC236}">
                <a16:creationId xmlns:a16="http://schemas.microsoft.com/office/drawing/2014/main" id="{4BC54892-9548-4C3A-B2C1-9D8D8EB8870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611">
            <a:extLst>
              <a:ext uri="{FF2B5EF4-FFF2-40B4-BE49-F238E27FC236}">
                <a16:creationId xmlns:a16="http://schemas.microsoft.com/office/drawing/2014/main" id="{40CDF15D-A25C-460C-92CA-9791FFF4D5F1}"/>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612">
            <a:extLst>
              <a:ext uri="{FF2B5EF4-FFF2-40B4-BE49-F238E27FC236}">
                <a16:creationId xmlns:a16="http://schemas.microsoft.com/office/drawing/2014/main" id="{A9795062-CB5C-411D-A298-A17BB093BD2C}"/>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613">
            <a:extLst>
              <a:ext uri="{FF2B5EF4-FFF2-40B4-BE49-F238E27FC236}">
                <a16:creationId xmlns:a16="http://schemas.microsoft.com/office/drawing/2014/main" id="{3356A33C-D647-4E9E-AE2B-B4E1AD92C79F}"/>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614">
            <a:extLst>
              <a:ext uri="{FF2B5EF4-FFF2-40B4-BE49-F238E27FC236}">
                <a16:creationId xmlns:a16="http://schemas.microsoft.com/office/drawing/2014/main" id="{4A1F23AF-6061-4FE7-A346-F103CA879E6C}"/>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615">
            <a:extLst>
              <a:ext uri="{FF2B5EF4-FFF2-40B4-BE49-F238E27FC236}">
                <a16:creationId xmlns:a16="http://schemas.microsoft.com/office/drawing/2014/main" id="{BB8532F9-7B75-4084-B3ED-925335D40EF5}"/>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616">
            <a:extLst>
              <a:ext uri="{FF2B5EF4-FFF2-40B4-BE49-F238E27FC236}">
                <a16:creationId xmlns:a16="http://schemas.microsoft.com/office/drawing/2014/main" id="{A9E1E4FD-BC23-45E4-A973-22D242AD739C}"/>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617">
            <a:extLst>
              <a:ext uri="{FF2B5EF4-FFF2-40B4-BE49-F238E27FC236}">
                <a16:creationId xmlns:a16="http://schemas.microsoft.com/office/drawing/2014/main" id="{51ED9113-C7A5-4ADA-8921-92978E05DE4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618">
            <a:extLst>
              <a:ext uri="{FF2B5EF4-FFF2-40B4-BE49-F238E27FC236}">
                <a16:creationId xmlns:a16="http://schemas.microsoft.com/office/drawing/2014/main" id="{CAF6C60B-E809-4876-82FC-F8375424CF11}"/>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619">
            <a:extLst>
              <a:ext uri="{FF2B5EF4-FFF2-40B4-BE49-F238E27FC236}">
                <a16:creationId xmlns:a16="http://schemas.microsoft.com/office/drawing/2014/main" id="{BADC7CB4-9550-4E50-A5A7-100926866204}"/>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620">
            <a:extLst>
              <a:ext uri="{FF2B5EF4-FFF2-40B4-BE49-F238E27FC236}">
                <a16:creationId xmlns:a16="http://schemas.microsoft.com/office/drawing/2014/main" id="{72E5E96F-F1A4-46C6-B74B-8C06E0BD5936}"/>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621">
            <a:extLst>
              <a:ext uri="{FF2B5EF4-FFF2-40B4-BE49-F238E27FC236}">
                <a16:creationId xmlns:a16="http://schemas.microsoft.com/office/drawing/2014/main" id="{003C4024-B924-4A11-AE1F-02CF536E7739}"/>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622">
            <a:extLst>
              <a:ext uri="{FF2B5EF4-FFF2-40B4-BE49-F238E27FC236}">
                <a16:creationId xmlns:a16="http://schemas.microsoft.com/office/drawing/2014/main" id="{145FF15C-CA7A-4D77-865A-A46792296372}"/>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623">
            <a:extLst>
              <a:ext uri="{FF2B5EF4-FFF2-40B4-BE49-F238E27FC236}">
                <a16:creationId xmlns:a16="http://schemas.microsoft.com/office/drawing/2014/main" id="{65B12D84-9FDC-47ED-982E-5B73C6E8C0E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624">
            <a:extLst>
              <a:ext uri="{FF2B5EF4-FFF2-40B4-BE49-F238E27FC236}">
                <a16:creationId xmlns:a16="http://schemas.microsoft.com/office/drawing/2014/main" id="{6747ABC2-F12A-438D-BA99-16BE357553F8}"/>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625">
            <a:extLst>
              <a:ext uri="{FF2B5EF4-FFF2-40B4-BE49-F238E27FC236}">
                <a16:creationId xmlns:a16="http://schemas.microsoft.com/office/drawing/2014/main" id="{D1944165-E395-43CB-8A7B-12FB925E6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626">
            <a:extLst>
              <a:ext uri="{FF2B5EF4-FFF2-40B4-BE49-F238E27FC236}">
                <a16:creationId xmlns:a16="http://schemas.microsoft.com/office/drawing/2014/main" id="{EE2B3900-8DDE-49C4-9ABA-8E1A64F6531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627">
            <a:extLst>
              <a:ext uri="{FF2B5EF4-FFF2-40B4-BE49-F238E27FC236}">
                <a16:creationId xmlns:a16="http://schemas.microsoft.com/office/drawing/2014/main" id="{74892FB7-102F-4757-A89D-75E31228B6FC}"/>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628">
            <a:extLst>
              <a:ext uri="{FF2B5EF4-FFF2-40B4-BE49-F238E27FC236}">
                <a16:creationId xmlns:a16="http://schemas.microsoft.com/office/drawing/2014/main" id="{266C0E99-68E7-48A2-B7E4-31383DBB7FCA}"/>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629">
            <a:extLst>
              <a:ext uri="{FF2B5EF4-FFF2-40B4-BE49-F238E27FC236}">
                <a16:creationId xmlns:a16="http://schemas.microsoft.com/office/drawing/2014/main" id="{0A87F283-1805-46FB-A57B-3CBD3839D9B7}"/>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630">
            <a:extLst>
              <a:ext uri="{FF2B5EF4-FFF2-40B4-BE49-F238E27FC236}">
                <a16:creationId xmlns:a16="http://schemas.microsoft.com/office/drawing/2014/main" id="{F093CC86-DE15-4713-9642-36D933114C2D}"/>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631">
            <a:extLst>
              <a:ext uri="{FF2B5EF4-FFF2-40B4-BE49-F238E27FC236}">
                <a16:creationId xmlns:a16="http://schemas.microsoft.com/office/drawing/2014/main" id="{2D4DA69E-D240-45CF-85F3-258F6B6ACF2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632">
            <a:extLst>
              <a:ext uri="{FF2B5EF4-FFF2-40B4-BE49-F238E27FC236}">
                <a16:creationId xmlns:a16="http://schemas.microsoft.com/office/drawing/2014/main" id="{81E7DF86-3EC7-4E11-A079-A5E53E1A468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633">
            <a:extLst>
              <a:ext uri="{FF2B5EF4-FFF2-40B4-BE49-F238E27FC236}">
                <a16:creationId xmlns:a16="http://schemas.microsoft.com/office/drawing/2014/main" id="{4E4EB297-9604-4492-B521-B0E2CD7421CF}"/>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634">
            <a:extLst>
              <a:ext uri="{FF2B5EF4-FFF2-40B4-BE49-F238E27FC236}">
                <a16:creationId xmlns:a16="http://schemas.microsoft.com/office/drawing/2014/main" id="{C3F8089A-F858-4891-8A2A-0AD0B17AC03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635">
            <a:extLst>
              <a:ext uri="{FF2B5EF4-FFF2-40B4-BE49-F238E27FC236}">
                <a16:creationId xmlns:a16="http://schemas.microsoft.com/office/drawing/2014/main" id="{D08DBF86-E548-4AB4-927F-67E1A88A6893}"/>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636">
            <a:extLst>
              <a:ext uri="{FF2B5EF4-FFF2-40B4-BE49-F238E27FC236}">
                <a16:creationId xmlns:a16="http://schemas.microsoft.com/office/drawing/2014/main" id="{D44ABF75-D81D-4A0D-A09E-5D848EF4D6D0}"/>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637">
            <a:extLst>
              <a:ext uri="{FF2B5EF4-FFF2-40B4-BE49-F238E27FC236}">
                <a16:creationId xmlns:a16="http://schemas.microsoft.com/office/drawing/2014/main" id="{5CF5377C-7C3E-445F-ABFB-572D5F212203}"/>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638">
            <a:extLst>
              <a:ext uri="{FF2B5EF4-FFF2-40B4-BE49-F238E27FC236}">
                <a16:creationId xmlns:a16="http://schemas.microsoft.com/office/drawing/2014/main" id="{759873AB-10BE-445D-84E2-EE2944195F2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639">
            <a:extLst>
              <a:ext uri="{FF2B5EF4-FFF2-40B4-BE49-F238E27FC236}">
                <a16:creationId xmlns:a16="http://schemas.microsoft.com/office/drawing/2014/main" id="{50EE0D8A-5B3D-4BA4-A464-C0020D39516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640">
            <a:extLst>
              <a:ext uri="{FF2B5EF4-FFF2-40B4-BE49-F238E27FC236}">
                <a16:creationId xmlns:a16="http://schemas.microsoft.com/office/drawing/2014/main" id="{734D4FE0-1A14-49C8-A24B-3B5747D7A909}"/>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641">
            <a:extLst>
              <a:ext uri="{FF2B5EF4-FFF2-40B4-BE49-F238E27FC236}">
                <a16:creationId xmlns:a16="http://schemas.microsoft.com/office/drawing/2014/main" id="{3920CF10-5B81-493D-B895-DE347D7BF5D9}"/>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642">
            <a:extLst>
              <a:ext uri="{FF2B5EF4-FFF2-40B4-BE49-F238E27FC236}">
                <a16:creationId xmlns:a16="http://schemas.microsoft.com/office/drawing/2014/main" id="{C84F5918-F021-497B-A51B-7E71C5E5B6DB}"/>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643">
            <a:extLst>
              <a:ext uri="{FF2B5EF4-FFF2-40B4-BE49-F238E27FC236}">
                <a16:creationId xmlns:a16="http://schemas.microsoft.com/office/drawing/2014/main" id="{A6ACDDC5-FBD7-4692-81EE-60A3E0A4060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644">
            <a:extLst>
              <a:ext uri="{FF2B5EF4-FFF2-40B4-BE49-F238E27FC236}">
                <a16:creationId xmlns:a16="http://schemas.microsoft.com/office/drawing/2014/main" id="{4DB3C735-A825-4B16-86DD-740B84772C4E}"/>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645">
            <a:extLst>
              <a:ext uri="{FF2B5EF4-FFF2-40B4-BE49-F238E27FC236}">
                <a16:creationId xmlns:a16="http://schemas.microsoft.com/office/drawing/2014/main" id="{41216421-8314-46A7-B511-5A068B8EE2D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646">
            <a:extLst>
              <a:ext uri="{FF2B5EF4-FFF2-40B4-BE49-F238E27FC236}">
                <a16:creationId xmlns:a16="http://schemas.microsoft.com/office/drawing/2014/main" id="{E852B508-CF8F-4D46-A03A-70B68EA8500C}"/>
              </a:ext>
            </a:extLst>
          </p:cNvPr>
          <p:cNvSpPr>
            <a:spLocks noGrp="1"/>
          </p:cNvSpPr>
          <p:nvPr/>
        </p:nvSpPr>
        <p:spPr>
          <a:xfrm>
            <a:off x="2724150" y="2095500"/>
            <a:ext cx="1752600" cy="1752600"/>
          </a:xfrm>
          <a:prstGeom prst="rect">
            <a:avLst/>
          </a:prstGeom>
          <a:noFill/>
          <a:ln w="47625">
            <a:solidFill>
              <a:srgbClr val="E58C22"/>
            </a:solidFill>
          </a:ln>
        </p:spPr>
      </p:sp>
      <p:sp>
        <p:nvSpPr>
          <p:cNvPr id="153" name="prose-647">
            <a:extLst>
              <a:ext uri="{FF2B5EF4-FFF2-40B4-BE49-F238E27FC236}">
                <a16:creationId xmlns:a16="http://schemas.microsoft.com/office/drawing/2014/main" id="{88B5E222-9094-4610-B2E7-0E5E0FDC02A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"1"</a:t>
            </a:r>
          </a:p>
        </p:txBody>
      </p:sp>
      <p:sp>
        <p:nvSpPr>
          <p:cNvPr id="154" name="banner-648">
            <a:extLst>
              <a:ext uri="{FF2B5EF4-FFF2-40B4-BE49-F238E27FC236}">
                <a16:creationId xmlns:a16="http://schemas.microsoft.com/office/drawing/2014/main" id="{C3BD98F5-88FC-4ACD-9171-CFF6D0D89D3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649">
            <a:extLst>
              <a:ext uri="{FF2B5EF4-FFF2-40B4-BE49-F238E27FC236}">
                <a16:creationId xmlns:a16="http://schemas.microsoft.com/office/drawing/2014/main" id="{E7790B31-9CC1-48EA-A409-2CEFBCA3CD7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1 ? ? )</a:t>
            </a:r>
          </a:p>
        </p:txBody>
      </p:sp>
      <p:sp>
        <p:nvSpPr>
          <p:cNvPr id="156" name="caption">
            <a:extLst>
              <a:ext uri="{FF2B5EF4-FFF2-40B4-BE49-F238E27FC236}">
                <a16:creationId xmlns:a16="http://schemas.microsoft.com/office/drawing/2014/main" id="{6A26704E-21FD-4C78-A03C-C4607D5E976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763499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5D83CE2-3F82-4AE3-B63B-E543844301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A0E178A-C08D-416C-89AF-0D9F92D5226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3E15BB3-1281-43C2-89DE-58F15D5549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좌하: 검은 칸이 있어 다시 나눕니다</a:t>
            </a:r>
          </a:p>
        </p:txBody>
      </p:sp>
      <p:sp>
        <p:nvSpPr>
          <p:cNvPr id="4" name="line-650">
            <a:extLst>
              <a:ext uri="{FF2B5EF4-FFF2-40B4-BE49-F238E27FC236}">
                <a16:creationId xmlns:a16="http://schemas.microsoft.com/office/drawing/2014/main" id="{962879D9-A417-46B7-952C-2A614C42FD3C}"/>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D1879FC-2141-4B1A-B3C4-D1A79A26ED8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C68908C-2F12-40AB-A684-C0F5AC394A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195</a:t>
            </a:r>
            <a:endParaRPr sz="1050" b="0">
              <a:solidFill>
                <a:srgbClr val="151515"/>
              </a:solidFill>
              <a:latin typeface="Consolas"/>
              <a:ea typeface="Consolas"/>
              <a:cs typeface="Consolas"/>
            </a:endParaRPr>
          </a:p>
        </p:txBody>
      </p:sp>
      <p:sp>
        <p:nvSpPr>
          <p:cNvPr id="7" name="pixel-651">
            <a:extLst>
              <a:ext uri="{FF2B5EF4-FFF2-40B4-BE49-F238E27FC236}">
                <a16:creationId xmlns:a16="http://schemas.microsoft.com/office/drawing/2014/main" id="{6790645B-8C28-4253-8B97-02D4FA1F40A2}"/>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652">
            <a:extLst>
              <a:ext uri="{FF2B5EF4-FFF2-40B4-BE49-F238E27FC236}">
                <a16:creationId xmlns:a16="http://schemas.microsoft.com/office/drawing/2014/main" id="{0CBE80DE-A6D9-4A99-90BC-ACDFCDE63A11}"/>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653">
            <a:extLst>
              <a:ext uri="{FF2B5EF4-FFF2-40B4-BE49-F238E27FC236}">
                <a16:creationId xmlns:a16="http://schemas.microsoft.com/office/drawing/2014/main" id="{57593738-DCC8-4911-BE59-8B93DF457939}"/>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654">
            <a:extLst>
              <a:ext uri="{FF2B5EF4-FFF2-40B4-BE49-F238E27FC236}">
                <a16:creationId xmlns:a16="http://schemas.microsoft.com/office/drawing/2014/main" id="{11A3CA31-9529-43B7-B85C-004DBE4369C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655">
            <a:extLst>
              <a:ext uri="{FF2B5EF4-FFF2-40B4-BE49-F238E27FC236}">
                <a16:creationId xmlns:a16="http://schemas.microsoft.com/office/drawing/2014/main" id="{CDD52D89-F30F-41FD-B96C-96F3A60751B5}"/>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656">
            <a:extLst>
              <a:ext uri="{FF2B5EF4-FFF2-40B4-BE49-F238E27FC236}">
                <a16:creationId xmlns:a16="http://schemas.microsoft.com/office/drawing/2014/main" id="{C18B0A8C-8C26-41AF-9936-EB9A7B39F269}"/>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657">
            <a:extLst>
              <a:ext uri="{FF2B5EF4-FFF2-40B4-BE49-F238E27FC236}">
                <a16:creationId xmlns:a16="http://schemas.microsoft.com/office/drawing/2014/main" id="{FF43AACF-7840-4411-8CEF-DDA7B06CF453}"/>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658">
            <a:extLst>
              <a:ext uri="{FF2B5EF4-FFF2-40B4-BE49-F238E27FC236}">
                <a16:creationId xmlns:a16="http://schemas.microsoft.com/office/drawing/2014/main" id="{AEC50CA0-F211-414B-8EA8-46290216B46E}"/>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659">
            <a:extLst>
              <a:ext uri="{FF2B5EF4-FFF2-40B4-BE49-F238E27FC236}">
                <a16:creationId xmlns:a16="http://schemas.microsoft.com/office/drawing/2014/main" id="{2EF5A955-324B-498A-BE36-1C3DA3A0F8F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60">
            <a:extLst>
              <a:ext uri="{FF2B5EF4-FFF2-40B4-BE49-F238E27FC236}">
                <a16:creationId xmlns:a16="http://schemas.microsoft.com/office/drawing/2014/main" id="{A7A457EC-2357-41AA-826F-51B214F030A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61">
            <a:extLst>
              <a:ext uri="{FF2B5EF4-FFF2-40B4-BE49-F238E27FC236}">
                <a16:creationId xmlns:a16="http://schemas.microsoft.com/office/drawing/2014/main" id="{718B2D02-370E-4C36-90EC-10FCAF396DC8}"/>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62">
            <a:extLst>
              <a:ext uri="{FF2B5EF4-FFF2-40B4-BE49-F238E27FC236}">
                <a16:creationId xmlns:a16="http://schemas.microsoft.com/office/drawing/2014/main" id="{39267B6C-3E30-46D0-9F7A-CE947AA1AA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63">
            <a:extLst>
              <a:ext uri="{FF2B5EF4-FFF2-40B4-BE49-F238E27FC236}">
                <a16:creationId xmlns:a16="http://schemas.microsoft.com/office/drawing/2014/main" id="{4BE69F6B-EAB5-4FC6-8A37-1E6A1F820F11}"/>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64">
            <a:extLst>
              <a:ext uri="{FF2B5EF4-FFF2-40B4-BE49-F238E27FC236}">
                <a16:creationId xmlns:a16="http://schemas.microsoft.com/office/drawing/2014/main" id="{881BA47B-2D2B-4A52-B710-9E6853EF5067}"/>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65">
            <a:extLst>
              <a:ext uri="{FF2B5EF4-FFF2-40B4-BE49-F238E27FC236}">
                <a16:creationId xmlns:a16="http://schemas.microsoft.com/office/drawing/2014/main" id="{8758F4AE-AB4D-4873-9F19-865F3BB9F3D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6">
            <a:extLst>
              <a:ext uri="{FF2B5EF4-FFF2-40B4-BE49-F238E27FC236}">
                <a16:creationId xmlns:a16="http://schemas.microsoft.com/office/drawing/2014/main" id="{4ACEEB53-4F7F-434B-88F2-F7F97F8F43C2}"/>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67">
            <a:extLst>
              <a:ext uri="{FF2B5EF4-FFF2-40B4-BE49-F238E27FC236}">
                <a16:creationId xmlns:a16="http://schemas.microsoft.com/office/drawing/2014/main" id="{7E8D7F3A-4963-4613-9711-5B818ACCEBD8}"/>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68">
            <a:extLst>
              <a:ext uri="{FF2B5EF4-FFF2-40B4-BE49-F238E27FC236}">
                <a16:creationId xmlns:a16="http://schemas.microsoft.com/office/drawing/2014/main" id="{34CA9557-D50F-4C25-BF9B-605D56E6BBD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69">
            <a:extLst>
              <a:ext uri="{FF2B5EF4-FFF2-40B4-BE49-F238E27FC236}">
                <a16:creationId xmlns:a16="http://schemas.microsoft.com/office/drawing/2014/main" id="{E19FC3F1-BB02-4135-983F-FF262DEA6DA1}"/>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670">
            <a:extLst>
              <a:ext uri="{FF2B5EF4-FFF2-40B4-BE49-F238E27FC236}">
                <a16:creationId xmlns:a16="http://schemas.microsoft.com/office/drawing/2014/main" id="{6C9AFEAB-ECD8-4D92-97A7-219A10BD3064}"/>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671">
            <a:extLst>
              <a:ext uri="{FF2B5EF4-FFF2-40B4-BE49-F238E27FC236}">
                <a16:creationId xmlns:a16="http://schemas.microsoft.com/office/drawing/2014/main" id="{BEA4C4AF-CC23-4F46-8B75-7D257135FFC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672">
            <a:extLst>
              <a:ext uri="{FF2B5EF4-FFF2-40B4-BE49-F238E27FC236}">
                <a16:creationId xmlns:a16="http://schemas.microsoft.com/office/drawing/2014/main" id="{452FDF9F-E194-4CE2-B9BC-BF6A3E769C4B}"/>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673">
            <a:extLst>
              <a:ext uri="{FF2B5EF4-FFF2-40B4-BE49-F238E27FC236}">
                <a16:creationId xmlns:a16="http://schemas.microsoft.com/office/drawing/2014/main" id="{556E1667-021A-4026-8507-CB8EDAFF2F3D}"/>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674">
            <a:extLst>
              <a:ext uri="{FF2B5EF4-FFF2-40B4-BE49-F238E27FC236}">
                <a16:creationId xmlns:a16="http://schemas.microsoft.com/office/drawing/2014/main" id="{F8408085-C911-445A-BE98-345A9C520167}"/>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675">
            <a:extLst>
              <a:ext uri="{FF2B5EF4-FFF2-40B4-BE49-F238E27FC236}">
                <a16:creationId xmlns:a16="http://schemas.microsoft.com/office/drawing/2014/main" id="{06AD4B21-6D37-40C1-AF6A-222DCE413CD1}"/>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676">
            <a:extLst>
              <a:ext uri="{FF2B5EF4-FFF2-40B4-BE49-F238E27FC236}">
                <a16:creationId xmlns:a16="http://schemas.microsoft.com/office/drawing/2014/main" id="{C3047D32-80B0-485D-BE72-8E6BB84318E5}"/>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677">
            <a:extLst>
              <a:ext uri="{FF2B5EF4-FFF2-40B4-BE49-F238E27FC236}">
                <a16:creationId xmlns:a16="http://schemas.microsoft.com/office/drawing/2014/main" id="{C2B2C849-6E95-4A63-A407-388CB6208CBD}"/>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678">
            <a:extLst>
              <a:ext uri="{FF2B5EF4-FFF2-40B4-BE49-F238E27FC236}">
                <a16:creationId xmlns:a16="http://schemas.microsoft.com/office/drawing/2014/main" id="{6DA57FF0-F1DD-4B34-9817-81AFB9A45024}"/>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679">
            <a:extLst>
              <a:ext uri="{FF2B5EF4-FFF2-40B4-BE49-F238E27FC236}">
                <a16:creationId xmlns:a16="http://schemas.microsoft.com/office/drawing/2014/main" id="{CA92B428-0505-4DA7-970D-993F660CA8BD}"/>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680">
            <a:extLst>
              <a:ext uri="{FF2B5EF4-FFF2-40B4-BE49-F238E27FC236}">
                <a16:creationId xmlns:a16="http://schemas.microsoft.com/office/drawing/2014/main" id="{66AD1F05-F5FF-4D06-B268-9A94428AC708}"/>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681">
            <a:extLst>
              <a:ext uri="{FF2B5EF4-FFF2-40B4-BE49-F238E27FC236}">
                <a16:creationId xmlns:a16="http://schemas.microsoft.com/office/drawing/2014/main" id="{AFAC096D-C12A-4501-BD23-796EC0111729}"/>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682">
            <a:extLst>
              <a:ext uri="{FF2B5EF4-FFF2-40B4-BE49-F238E27FC236}">
                <a16:creationId xmlns:a16="http://schemas.microsoft.com/office/drawing/2014/main" id="{E8810646-7E3A-49F9-947D-2090FDA13F43}"/>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683">
            <a:extLst>
              <a:ext uri="{FF2B5EF4-FFF2-40B4-BE49-F238E27FC236}">
                <a16:creationId xmlns:a16="http://schemas.microsoft.com/office/drawing/2014/main" id="{6B9CC37C-8582-4477-ADD4-5625D7048F4D}"/>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684">
            <a:extLst>
              <a:ext uri="{FF2B5EF4-FFF2-40B4-BE49-F238E27FC236}">
                <a16:creationId xmlns:a16="http://schemas.microsoft.com/office/drawing/2014/main" id="{181170CB-F6AD-435E-82F5-CD7408BAD4C7}"/>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685">
            <a:extLst>
              <a:ext uri="{FF2B5EF4-FFF2-40B4-BE49-F238E27FC236}">
                <a16:creationId xmlns:a16="http://schemas.microsoft.com/office/drawing/2014/main" id="{FADFA706-E1BF-449B-A6B2-3E6354CD16F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686">
            <a:extLst>
              <a:ext uri="{FF2B5EF4-FFF2-40B4-BE49-F238E27FC236}">
                <a16:creationId xmlns:a16="http://schemas.microsoft.com/office/drawing/2014/main" id="{3461D63F-96B1-4C20-B7DE-0ED8D8514195}"/>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687">
            <a:extLst>
              <a:ext uri="{FF2B5EF4-FFF2-40B4-BE49-F238E27FC236}">
                <a16:creationId xmlns:a16="http://schemas.microsoft.com/office/drawing/2014/main" id="{BF314157-1DBC-4D8C-B51C-CE72D24AFFC7}"/>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688">
            <a:extLst>
              <a:ext uri="{FF2B5EF4-FFF2-40B4-BE49-F238E27FC236}">
                <a16:creationId xmlns:a16="http://schemas.microsoft.com/office/drawing/2014/main" id="{A15E8999-C93B-450B-9F53-1D5CB5A135F8}"/>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689">
            <a:extLst>
              <a:ext uri="{FF2B5EF4-FFF2-40B4-BE49-F238E27FC236}">
                <a16:creationId xmlns:a16="http://schemas.microsoft.com/office/drawing/2014/main" id="{01893CC7-4933-45CB-AB4D-01A507566B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690">
            <a:extLst>
              <a:ext uri="{FF2B5EF4-FFF2-40B4-BE49-F238E27FC236}">
                <a16:creationId xmlns:a16="http://schemas.microsoft.com/office/drawing/2014/main" id="{C3816E2B-DB19-4520-B112-F97C38B676E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691">
            <a:extLst>
              <a:ext uri="{FF2B5EF4-FFF2-40B4-BE49-F238E27FC236}">
                <a16:creationId xmlns:a16="http://schemas.microsoft.com/office/drawing/2014/main" id="{57B13163-2CDE-4B97-9211-D91F6234355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692">
            <a:extLst>
              <a:ext uri="{FF2B5EF4-FFF2-40B4-BE49-F238E27FC236}">
                <a16:creationId xmlns:a16="http://schemas.microsoft.com/office/drawing/2014/main" id="{F9A28A52-A333-4231-9B8F-3B7AD766E22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693">
            <a:extLst>
              <a:ext uri="{FF2B5EF4-FFF2-40B4-BE49-F238E27FC236}">
                <a16:creationId xmlns:a16="http://schemas.microsoft.com/office/drawing/2014/main" id="{318EF106-98AD-4663-A017-89B811DC7C0C}"/>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694">
            <a:extLst>
              <a:ext uri="{FF2B5EF4-FFF2-40B4-BE49-F238E27FC236}">
                <a16:creationId xmlns:a16="http://schemas.microsoft.com/office/drawing/2014/main" id="{0917AF42-B8C6-497F-8981-A2A6596AC9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695">
            <a:extLst>
              <a:ext uri="{FF2B5EF4-FFF2-40B4-BE49-F238E27FC236}">
                <a16:creationId xmlns:a16="http://schemas.microsoft.com/office/drawing/2014/main" id="{38FECD26-3A09-404C-BB28-2468260259C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696">
            <a:extLst>
              <a:ext uri="{FF2B5EF4-FFF2-40B4-BE49-F238E27FC236}">
                <a16:creationId xmlns:a16="http://schemas.microsoft.com/office/drawing/2014/main" id="{933B3EA6-06E3-42F6-AEA7-18C9DFBD609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697">
            <a:extLst>
              <a:ext uri="{FF2B5EF4-FFF2-40B4-BE49-F238E27FC236}">
                <a16:creationId xmlns:a16="http://schemas.microsoft.com/office/drawing/2014/main" id="{5FC10106-08DB-443C-A93B-32DF7545C258}"/>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698">
            <a:extLst>
              <a:ext uri="{FF2B5EF4-FFF2-40B4-BE49-F238E27FC236}">
                <a16:creationId xmlns:a16="http://schemas.microsoft.com/office/drawing/2014/main" id="{DB806F9B-4CD7-4DBA-A2D0-93F35F19A442}"/>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699">
            <a:extLst>
              <a:ext uri="{FF2B5EF4-FFF2-40B4-BE49-F238E27FC236}">
                <a16:creationId xmlns:a16="http://schemas.microsoft.com/office/drawing/2014/main" id="{B4471C56-128C-4DB9-82E0-856A00CD8260}"/>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700">
            <a:extLst>
              <a:ext uri="{FF2B5EF4-FFF2-40B4-BE49-F238E27FC236}">
                <a16:creationId xmlns:a16="http://schemas.microsoft.com/office/drawing/2014/main" id="{05289BDB-9CC4-482A-9FFA-FD5EDB02E04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701">
            <a:extLst>
              <a:ext uri="{FF2B5EF4-FFF2-40B4-BE49-F238E27FC236}">
                <a16:creationId xmlns:a16="http://schemas.microsoft.com/office/drawing/2014/main" id="{6235E41D-6217-47CC-8FA6-BD22CF2A4A1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702">
            <a:extLst>
              <a:ext uri="{FF2B5EF4-FFF2-40B4-BE49-F238E27FC236}">
                <a16:creationId xmlns:a16="http://schemas.microsoft.com/office/drawing/2014/main" id="{10C2413D-31B4-4D26-B290-EA0E9EA69AFA}"/>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703">
            <a:extLst>
              <a:ext uri="{FF2B5EF4-FFF2-40B4-BE49-F238E27FC236}">
                <a16:creationId xmlns:a16="http://schemas.microsoft.com/office/drawing/2014/main" id="{1C99726E-DAFB-412A-95E6-F4C1D1AF84AD}"/>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704">
            <a:extLst>
              <a:ext uri="{FF2B5EF4-FFF2-40B4-BE49-F238E27FC236}">
                <a16:creationId xmlns:a16="http://schemas.microsoft.com/office/drawing/2014/main" id="{1C12E951-40F9-45A7-8259-30A12FF998C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705">
            <a:extLst>
              <a:ext uri="{FF2B5EF4-FFF2-40B4-BE49-F238E27FC236}">
                <a16:creationId xmlns:a16="http://schemas.microsoft.com/office/drawing/2014/main" id="{04D68A55-79A4-4864-9180-A784349B428E}"/>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706">
            <a:extLst>
              <a:ext uri="{FF2B5EF4-FFF2-40B4-BE49-F238E27FC236}">
                <a16:creationId xmlns:a16="http://schemas.microsoft.com/office/drawing/2014/main" id="{953F4FCB-C030-4AAC-9E71-619F64A1EBC1}"/>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707">
            <a:extLst>
              <a:ext uri="{FF2B5EF4-FFF2-40B4-BE49-F238E27FC236}">
                <a16:creationId xmlns:a16="http://schemas.microsoft.com/office/drawing/2014/main" id="{6EA02D02-F27F-4F7E-B677-55D18C0CDD80}"/>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708">
            <a:extLst>
              <a:ext uri="{FF2B5EF4-FFF2-40B4-BE49-F238E27FC236}">
                <a16:creationId xmlns:a16="http://schemas.microsoft.com/office/drawing/2014/main" id="{C31E4675-DC6D-474A-B22E-28469121D646}"/>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709">
            <a:extLst>
              <a:ext uri="{FF2B5EF4-FFF2-40B4-BE49-F238E27FC236}">
                <a16:creationId xmlns:a16="http://schemas.microsoft.com/office/drawing/2014/main" id="{5A06625E-5C3B-414E-BA86-92A04EECB4C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710">
            <a:extLst>
              <a:ext uri="{FF2B5EF4-FFF2-40B4-BE49-F238E27FC236}">
                <a16:creationId xmlns:a16="http://schemas.microsoft.com/office/drawing/2014/main" id="{76FD0694-7871-4120-8944-21D9782908F5}"/>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711">
            <a:extLst>
              <a:ext uri="{FF2B5EF4-FFF2-40B4-BE49-F238E27FC236}">
                <a16:creationId xmlns:a16="http://schemas.microsoft.com/office/drawing/2014/main" id="{1ECDDC78-3EE4-4B2F-8A5B-45CE80D4242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712">
            <a:extLst>
              <a:ext uri="{FF2B5EF4-FFF2-40B4-BE49-F238E27FC236}">
                <a16:creationId xmlns:a16="http://schemas.microsoft.com/office/drawing/2014/main" id="{BCB18AB2-D14E-49BD-AC0E-9F2888ACBB62}"/>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713">
            <a:extLst>
              <a:ext uri="{FF2B5EF4-FFF2-40B4-BE49-F238E27FC236}">
                <a16:creationId xmlns:a16="http://schemas.microsoft.com/office/drawing/2014/main" id="{DBE364FC-9555-47D6-9A9B-9FD678AD4EE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714">
            <a:extLst>
              <a:ext uri="{FF2B5EF4-FFF2-40B4-BE49-F238E27FC236}">
                <a16:creationId xmlns:a16="http://schemas.microsoft.com/office/drawing/2014/main" id="{1EB0F06B-A65E-4ECC-948F-1FEE848DFFF5}"/>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715">
            <a:extLst>
              <a:ext uri="{FF2B5EF4-FFF2-40B4-BE49-F238E27FC236}">
                <a16:creationId xmlns:a16="http://schemas.microsoft.com/office/drawing/2014/main" id="{6B47B676-E2F4-4F6D-BFB2-16D54A03AAA1}"/>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716">
            <a:extLst>
              <a:ext uri="{FF2B5EF4-FFF2-40B4-BE49-F238E27FC236}">
                <a16:creationId xmlns:a16="http://schemas.microsoft.com/office/drawing/2014/main" id="{FB265AAE-1DEC-475E-9397-8DABA19E833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717">
            <a:extLst>
              <a:ext uri="{FF2B5EF4-FFF2-40B4-BE49-F238E27FC236}">
                <a16:creationId xmlns:a16="http://schemas.microsoft.com/office/drawing/2014/main" id="{D2149FC6-FDE9-4ACB-93E3-A3DAC3CEB322}"/>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718">
            <a:extLst>
              <a:ext uri="{FF2B5EF4-FFF2-40B4-BE49-F238E27FC236}">
                <a16:creationId xmlns:a16="http://schemas.microsoft.com/office/drawing/2014/main" id="{6AD70C0E-16BC-4E80-803B-663DC0DA7E05}"/>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719">
            <a:extLst>
              <a:ext uri="{FF2B5EF4-FFF2-40B4-BE49-F238E27FC236}">
                <a16:creationId xmlns:a16="http://schemas.microsoft.com/office/drawing/2014/main" id="{CD679398-AFB2-4C31-A87A-972FB648FB7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720">
            <a:extLst>
              <a:ext uri="{FF2B5EF4-FFF2-40B4-BE49-F238E27FC236}">
                <a16:creationId xmlns:a16="http://schemas.microsoft.com/office/drawing/2014/main" id="{27AB1915-07D3-45F0-AF09-7CF983D8BFA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721">
            <a:extLst>
              <a:ext uri="{FF2B5EF4-FFF2-40B4-BE49-F238E27FC236}">
                <a16:creationId xmlns:a16="http://schemas.microsoft.com/office/drawing/2014/main" id="{BEFC5B4D-EDD5-46DD-95BE-5DADC5242867}"/>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722">
            <a:extLst>
              <a:ext uri="{FF2B5EF4-FFF2-40B4-BE49-F238E27FC236}">
                <a16:creationId xmlns:a16="http://schemas.microsoft.com/office/drawing/2014/main" id="{7843141B-E678-4790-99DE-4541AEF66E9D}"/>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723">
            <a:extLst>
              <a:ext uri="{FF2B5EF4-FFF2-40B4-BE49-F238E27FC236}">
                <a16:creationId xmlns:a16="http://schemas.microsoft.com/office/drawing/2014/main" id="{FE49CF6B-9D2E-4450-9275-59EABDA5DF4F}"/>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724">
            <a:extLst>
              <a:ext uri="{FF2B5EF4-FFF2-40B4-BE49-F238E27FC236}">
                <a16:creationId xmlns:a16="http://schemas.microsoft.com/office/drawing/2014/main" id="{65CC4799-945B-4E7C-940A-72E09F2AC3B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725">
            <a:extLst>
              <a:ext uri="{FF2B5EF4-FFF2-40B4-BE49-F238E27FC236}">
                <a16:creationId xmlns:a16="http://schemas.microsoft.com/office/drawing/2014/main" id="{915B6C1D-B24B-48BF-9888-1F36F300E04A}"/>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726">
            <a:extLst>
              <a:ext uri="{FF2B5EF4-FFF2-40B4-BE49-F238E27FC236}">
                <a16:creationId xmlns:a16="http://schemas.microsoft.com/office/drawing/2014/main" id="{C7980BC0-8AED-4B12-B5E5-6BD1D1C35B33}"/>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727">
            <a:extLst>
              <a:ext uri="{FF2B5EF4-FFF2-40B4-BE49-F238E27FC236}">
                <a16:creationId xmlns:a16="http://schemas.microsoft.com/office/drawing/2014/main" id="{CF37E151-A0A0-45A3-9A61-9C06F68989D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728">
            <a:extLst>
              <a:ext uri="{FF2B5EF4-FFF2-40B4-BE49-F238E27FC236}">
                <a16:creationId xmlns:a16="http://schemas.microsoft.com/office/drawing/2014/main" id="{73332BA0-8B69-4EE8-8FDB-C9A53FB5DE0D}"/>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729">
            <a:extLst>
              <a:ext uri="{FF2B5EF4-FFF2-40B4-BE49-F238E27FC236}">
                <a16:creationId xmlns:a16="http://schemas.microsoft.com/office/drawing/2014/main" id="{A02D8450-15ED-4476-949E-7DECFAB3FEB1}"/>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730">
            <a:extLst>
              <a:ext uri="{FF2B5EF4-FFF2-40B4-BE49-F238E27FC236}">
                <a16:creationId xmlns:a16="http://schemas.microsoft.com/office/drawing/2014/main" id="{537A4D06-6D47-4B56-9F80-C791CF21AD00}"/>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731">
            <a:extLst>
              <a:ext uri="{FF2B5EF4-FFF2-40B4-BE49-F238E27FC236}">
                <a16:creationId xmlns:a16="http://schemas.microsoft.com/office/drawing/2014/main" id="{4085A21B-AF54-4CC4-A988-9A536E9D1FA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732">
            <a:extLst>
              <a:ext uri="{FF2B5EF4-FFF2-40B4-BE49-F238E27FC236}">
                <a16:creationId xmlns:a16="http://schemas.microsoft.com/office/drawing/2014/main" id="{ADDBAFA0-712A-4E26-8A46-9C35C5833D6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733">
            <a:extLst>
              <a:ext uri="{FF2B5EF4-FFF2-40B4-BE49-F238E27FC236}">
                <a16:creationId xmlns:a16="http://schemas.microsoft.com/office/drawing/2014/main" id="{075BA830-B04F-4ADF-B4F6-94C70E9469A0}"/>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734">
            <a:extLst>
              <a:ext uri="{FF2B5EF4-FFF2-40B4-BE49-F238E27FC236}">
                <a16:creationId xmlns:a16="http://schemas.microsoft.com/office/drawing/2014/main" id="{65A18287-81AE-47B0-B00D-1B66C2FC778D}"/>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735">
            <a:extLst>
              <a:ext uri="{FF2B5EF4-FFF2-40B4-BE49-F238E27FC236}">
                <a16:creationId xmlns:a16="http://schemas.microsoft.com/office/drawing/2014/main" id="{32C6761C-D00B-4375-99F6-D66B45298C0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736">
            <a:extLst>
              <a:ext uri="{FF2B5EF4-FFF2-40B4-BE49-F238E27FC236}">
                <a16:creationId xmlns:a16="http://schemas.microsoft.com/office/drawing/2014/main" id="{FFCA97EF-1663-4EFB-B17B-A5EF75A3AD6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737">
            <a:extLst>
              <a:ext uri="{FF2B5EF4-FFF2-40B4-BE49-F238E27FC236}">
                <a16:creationId xmlns:a16="http://schemas.microsoft.com/office/drawing/2014/main" id="{D4D96EA2-0E07-4F74-BB1F-94BF6879D980}"/>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738">
            <a:extLst>
              <a:ext uri="{FF2B5EF4-FFF2-40B4-BE49-F238E27FC236}">
                <a16:creationId xmlns:a16="http://schemas.microsoft.com/office/drawing/2014/main" id="{4AAADD5A-B81A-4325-A9ED-E67650FB1BE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739">
            <a:extLst>
              <a:ext uri="{FF2B5EF4-FFF2-40B4-BE49-F238E27FC236}">
                <a16:creationId xmlns:a16="http://schemas.microsoft.com/office/drawing/2014/main" id="{BFAE000F-F067-4F41-8DA3-13BD1FDC4B30}"/>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740">
            <a:extLst>
              <a:ext uri="{FF2B5EF4-FFF2-40B4-BE49-F238E27FC236}">
                <a16:creationId xmlns:a16="http://schemas.microsoft.com/office/drawing/2014/main" id="{21F3F857-21D3-4190-9B79-48CA58EA1BA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741">
            <a:extLst>
              <a:ext uri="{FF2B5EF4-FFF2-40B4-BE49-F238E27FC236}">
                <a16:creationId xmlns:a16="http://schemas.microsoft.com/office/drawing/2014/main" id="{90DEE142-268B-49B5-9A09-4DBEEB2BB62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742">
            <a:extLst>
              <a:ext uri="{FF2B5EF4-FFF2-40B4-BE49-F238E27FC236}">
                <a16:creationId xmlns:a16="http://schemas.microsoft.com/office/drawing/2014/main" id="{BAB71967-9AFA-4664-9029-A697A01D0F4C}"/>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743">
            <a:extLst>
              <a:ext uri="{FF2B5EF4-FFF2-40B4-BE49-F238E27FC236}">
                <a16:creationId xmlns:a16="http://schemas.microsoft.com/office/drawing/2014/main" id="{94C5BD77-A59A-49F7-A89D-BFD28CCEF9A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744">
            <a:extLst>
              <a:ext uri="{FF2B5EF4-FFF2-40B4-BE49-F238E27FC236}">
                <a16:creationId xmlns:a16="http://schemas.microsoft.com/office/drawing/2014/main" id="{35CA998F-47F8-4748-8AEF-960E3F5A0126}"/>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745">
            <a:extLst>
              <a:ext uri="{FF2B5EF4-FFF2-40B4-BE49-F238E27FC236}">
                <a16:creationId xmlns:a16="http://schemas.microsoft.com/office/drawing/2014/main" id="{7385C24A-6347-4EBE-945E-E3A9D7D04020}"/>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746">
            <a:extLst>
              <a:ext uri="{FF2B5EF4-FFF2-40B4-BE49-F238E27FC236}">
                <a16:creationId xmlns:a16="http://schemas.microsoft.com/office/drawing/2014/main" id="{4B215A6F-AE16-4ECB-B786-C364247C8348}"/>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747">
            <a:extLst>
              <a:ext uri="{FF2B5EF4-FFF2-40B4-BE49-F238E27FC236}">
                <a16:creationId xmlns:a16="http://schemas.microsoft.com/office/drawing/2014/main" id="{E37DA615-3657-468B-9D72-AA5D4B6ED9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748">
            <a:extLst>
              <a:ext uri="{FF2B5EF4-FFF2-40B4-BE49-F238E27FC236}">
                <a16:creationId xmlns:a16="http://schemas.microsoft.com/office/drawing/2014/main" id="{72709973-34DE-4E82-A036-795BD3FAC2E5}"/>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749">
            <a:extLst>
              <a:ext uri="{FF2B5EF4-FFF2-40B4-BE49-F238E27FC236}">
                <a16:creationId xmlns:a16="http://schemas.microsoft.com/office/drawing/2014/main" id="{BD529BFC-184C-4AD3-8229-A59A6242769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750">
            <a:extLst>
              <a:ext uri="{FF2B5EF4-FFF2-40B4-BE49-F238E27FC236}">
                <a16:creationId xmlns:a16="http://schemas.microsoft.com/office/drawing/2014/main" id="{AE939501-CEEB-4A7E-A422-50D6C158F454}"/>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751">
            <a:extLst>
              <a:ext uri="{FF2B5EF4-FFF2-40B4-BE49-F238E27FC236}">
                <a16:creationId xmlns:a16="http://schemas.microsoft.com/office/drawing/2014/main" id="{412D278D-F207-4EC6-84C7-7B5FD1D26375}"/>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752">
            <a:extLst>
              <a:ext uri="{FF2B5EF4-FFF2-40B4-BE49-F238E27FC236}">
                <a16:creationId xmlns:a16="http://schemas.microsoft.com/office/drawing/2014/main" id="{3D50C809-5EA9-4666-A5E2-0B820F5C57DD}"/>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753">
            <a:extLst>
              <a:ext uri="{FF2B5EF4-FFF2-40B4-BE49-F238E27FC236}">
                <a16:creationId xmlns:a16="http://schemas.microsoft.com/office/drawing/2014/main" id="{4CD0379A-AEEE-40E6-A85D-AC0192BFD41D}"/>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754">
            <a:extLst>
              <a:ext uri="{FF2B5EF4-FFF2-40B4-BE49-F238E27FC236}">
                <a16:creationId xmlns:a16="http://schemas.microsoft.com/office/drawing/2014/main" id="{6704649D-DE02-43D6-8451-EF1F95BA78AB}"/>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755">
            <a:extLst>
              <a:ext uri="{FF2B5EF4-FFF2-40B4-BE49-F238E27FC236}">
                <a16:creationId xmlns:a16="http://schemas.microsoft.com/office/drawing/2014/main" id="{9B201BBD-7A89-4596-BD83-1333C1897B7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756">
            <a:extLst>
              <a:ext uri="{FF2B5EF4-FFF2-40B4-BE49-F238E27FC236}">
                <a16:creationId xmlns:a16="http://schemas.microsoft.com/office/drawing/2014/main" id="{FF682043-3BBA-4391-9683-4534FE546F32}"/>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757">
            <a:extLst>
              <a:ext uri="{FF2B5EF4-FFF2-40B4-BE49-F238E27FC236}">
                <a16:creationId xmlns:a16="http://schemas.microsoft.com/office/drawing/2014/main" id="{3898D81B-90EA-489E-99B0-945930DB7731}"/>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758">
            <a:extLst>
              <a:ext uri="{FF2B5EF4-FFF2-40B4-BE49-F238E27FC236}">
                <a16:creationId xmlns:a16="http://schemas.microsoft.com/office/drawing/2014/main" id="{5BEF73BB-82EF-4E9C-B289-A096CBAD4211}"/>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759">
            <a:extLst>
              <a:ext uri="{FF2B5EF4-FFF2-40B4-BE49-F238E27FC236}">
                <a16:creationId xmlns:a16="http://schemas.microsoft.com/office/drawing/2014/main" id="{F5A46F31-DF3B-440A-8095-A4AC89494BE5}"/>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760">
            <a:extLst>
              <a:ext uri="{FF2B5EF4-FFF2-40B4-BE49-F238E27FC236}">
                <a16:creationId xmlns:a16="http://schemas.microsoft.com/office/drawing/2014/main" id="{B7B45294-5796-4AEF-A2B5-682E5A19572C}"/>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761">
            <a:extLst>
              <a:ext uri="{FF2B5EF4-FFF2-40B4-BE49-F238E27FC236}">
                <a16:creationId xmlns:a16="http://schemas.microsoft.com/office/drawing/2014/main" id="{185FF981-34A4-46D1-BA54-739D8D86483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762">
            <a:extLst>
              <a:ext uri="{FF2B5EF4-FFF2-40B4-BE49-F238E27FC236}">
                <a16:creationId xmlns:a16="http://schemas.microsoft.com/office/drawing/2014/main" id="{674DF4BE-D4F8-44F9-B8A0-3237D0A84B23}"/>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763">
            <a:extLst>
              <a:ext uri="{FF2B5EF4-FFF2-40B4-BE49-F238E27FC236}">
                <a16:creationId xmlns:a16="http://schemas.microsoft.com/office/drawing/2014/main" id="{B4B116FC-27D8-4FC8-BB29-709DCDCB9DE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764">
            <a:extLst>
              <a:ext uri="{FF2B5EF4-FFF2-40B4-BE49-F238E27FC236}">
                <a16:creationId xmlns:a16="http://schemas.microsoft.com/office/drawing/2014/main" id="{63F507E8-17DE-4371-8EA6-A612E363D8D9}"/>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765">
            <a:extLst>
              <a:ext uri="{FF2B5EF4-FFF2-40B4-BE49-F238E27FC236}">
                <a16:creationId xmlns:a16="http://schemas.microsoft.com/office/drawing/2014/main" id="{14D026EA-BE80-4D42-8DBD-A0B1E6F38B1F}"/>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766">
            <a:extLst>
              <a:ext uri="{FF2B5EF4-FFF2-40B4-BE49-F238E27FC236}">
                <a16:creationId xmlns:a16="http://schemas.microsoft.com/office/drawing/2014/main" id="{35DDD749-3A56-4106-A755-DEF391A6E1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767">
            <a:extLst>
              <a:ext uri="{FF2B5EF4-FFF2-40B4-BE49-F238E27FC236}">
                <a16:creationId xmlns:a16="http://schemas.microsoft.com/office/drawing/2014/main" id="{633CE383-2C48-4490-BD35-91DB7BC5338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768">
            <a:extLst>
              <a:ext uri="{FF2B5EF4-FFF2-40B4-BE49-F238E27FC236}">
                <a16:creationId xmlns:a16="http://schemas.microsoft.com/office/drawing/2014/main" id="{6E7B8414-2874-4D93-AB05-8052C9B2B8A5}"/>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769">
            <a:extLst>
              <a:ext uri="{FF2B5EF4-FFF2-40B4-BE49-F238E27FC236}">
                <a16:creationId xmlns:a16="http://schemas.microsoft.com/office/drawing/2014/main" id="{2A6D4559-0168-4860-91C6-7BAA029FE880}"/>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770">
            <a:extLst>
              <a:ext uri="{FF2B5EF4-FFF2-40B4-BE49-F238E27FC236}">
                <a16:creationId xmlns:a16="http://schemas.microsoft.com/office/drawing/2014/main" id="{A219529C-AD5A-46EE-B0F8-268F7D4152F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771">
            <a:extLst>
              <a:ext uri="{FF2B5EF4-FFF2-40B4-BE49-F238E27FC236}">
                <a16:creationId xmlns:a16="http://schemas.microsoft.com/office/drawing/2014/main" id="{C0268E73-E462-4EE5-94EA-953E3612333A}"/>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772">
            <a:extLst>
              <a:ext uri="{FF2B5EF4-FFF2-40B4-BE49-F238E27FC236}">
                <a16:creationId xmlns:a16="http://schemas.microsoft.com/office/drawing/2014/main" id="{94379D2B-7364-4107-AC49-04A5DA673B0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773">
            <a:extLst>
              <a:ext uri="{FF2B5EF4-FFF2-40B4-BE49-F238E27FC236}">
                <a16:creationId xmlns:a16="http://schemas.microsoft.com/office/drawing/2014/main" id="{0B0D8840-D2AB-4BC7-A19E-01CDEF38276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774">
            <a:extLst>
              <a:ext uri="{FF2B5EF4-FFF2-40B4-BE49-F238E27FC236}">
                <a16:creationId xmlns:a16="http://schemas.microsoft.com/office/drawing/2014/main" id="{470C9CE9-3B37-4D10-9680-8BF68C178B1A}"/>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775">
            <a:extLst>
              <a:ext uri="{FF2B5EF4-FFF2-40B4-BE49-F238E27FC236}">
                <a16:creationId xmlns:a16="http://schemas.microsoft.com/office/drawing/2014/main" id="{E18927E4-4A8F-4E17-B070-729F13CF20C6}"/>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776">
            <a:extLst>
              <a:ext uri="{FF2B5EF4-FFF2-40B4-BE49-F238E27FC236}">
                <a16:creationId xmlns:a16="http://schemas.microsoft.com/office/drawing/2014/main" id="{6DAE38BF-3CE0-476D-8F76-50F78979F93E}"/>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777">
            <a:extLst>
              <a:ext uri="{FF2B5EF4-FFF2-40B4-BE49-F238E27FC236}">
                <a16:creationId xmlns:a16="http://schemas.microsoft.com/office/drawing/2014/main" id="{32AF1272-D213-4670-8D74-FCC22C1FC3E7}"/>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778">
            <a:extLst>
              <a:ext uri="{FF2B5EF4-FFF2-40B4-BE49-F238E27FC236}">
                <a16:creationId xmlns:a16="http://schemas.microsoft.com/office/drawing/2014/main" id="{5503E7DA-4225-43D8-9389-68B4F3B80DB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779">
            <a:extLst>
              <a:ext uri="{FF2B5EF4-FFF2-40B4-BE49-F238E27FC236}">
                <a16:creationId xmlns:a16="http://schemas.microsoft.com/office/drawing/2014/main" id="{7E492B6C-F0AE-4E8E-BE8D-E2DA20367C7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780">
            <a:extLst>
              <a:ext uri="{FF2B5EF4-FFF2-40B4-BE49-F238E27FC236}">
                <a16:creationId xmlns:a16="http://schemas.microsoft.com/office/drawing/2014/main" id="{5B672819-DF98-403F-AEBC-17DCF3209EA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781">
            <a:extLst>
              <a:ext uri="{FF2B5EF4-FFF2-40B4-BE49-F238E27FC236}">
                <a16:creationId xmlns:a16="http://schemas.microsoft.com/office/drawing/2014/main" id="{1EAC10CD-20DB-4317-AF23-4B5663EA5FA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782">
            <a:extLst>
              <a:ext uri="{FF2B5EF4-FFF2-40B4-BE49-F238E27FC236}">
                <a16:creationId xmlns:a16="http://schemas.microsoft.com/office/drawing/2014/main" id="{9FF57685-FDB2-4B7D-9D28-739517E5A4E4}"/>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783">
            <a:extLst>
              <a:ext uri="{FF2B5EF4-FFF2-40B4-BE49-F238E27FC236}">
                <a16:creationId xmlns:a16="http://schemas.microsoft.com/office/drawing/2014/main" id="{51C28A56-87A7-4664-BA5B-E923760B686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784">
            <a:extLst>
              <a:ext uri="{FF2B5EF4-FFF2-40B4-BE49-F238E27FC236}">
                <a16:creationId xmlns:a16="http://schemas.microsoft.com/office/drawing/2014/main" id="{FE66D9BA-FCEA-456C-8710-1E283CAF0A2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785">
            <a:extLst>
              <a:ext uri="{FF2B5EF4-FFF2-40B4-BE49-F238E27FC236}">
                <a16:creationId xmlns:a16="http://schemas.microsoft.com/office/drawing/2014/main" id="{F90B5882-C9E8-4D43-B074-937DA8F6D739}"/>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786">
            <a:extLst>
              <a:ext uri="{FF2B5EF4-FFF2-40B4-BE49-F238E27FC236}">
                <a16:creationId xmlns:a16="http://schemas.microsoft.com/office/drawing/2014/main" id="{4BE89821-470B-4E87-9DA6-C4E6465B5DD4}"/>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787">
            <a:extLst>
              <a:ext uri="{FF2B5EF4-FFF2-40B4-BE49-F238E27FC236}">
                <a16:creationId xmlns:a16="http://schemas.microsoft.com/office/drawing/2014/main" id="{E706F4E9-0192-4363-93C4-4D0AE0C5F57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788">
            <a:extLst>
              <a:ext uri="{FF2B5EF4-FFF2-40B4-BE49-F238E27FC236}">
                <a16:creationId xmlns:a16="http://schemas.microsoft.com/office/drawing/2014/main" id="{B1F59695-3B9C-4A83-BB06-18C6F9D84A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789">
            <a:extLst>
              <a:ext uri="{FF2B5EF4-FFF2-40B4-BE49-F238E27FC236}">
                <a16:creationId xmlns:a16="http://schemas.microsoft.com/office/drawing/2014/main" id="{9D616852-D067-442A-8AA1-41F2616F9700}"/>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790">
            <a:extLst>
              <a:ext uri="{FF2B5EF4-FFF2-40B4-BE49-F238E27FC236}">
                <a16:creationId xmlns:a16="http://schemas.microsoft.com/office/drawing/2014/main" id="{60A8BFBD-FF91-40A6-8C93-92BB2265B71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791">
            <a:extLst>
              <a:ext uri="{FF2B5EF4-FFF2-40B4-BE49-F238E27FC236}">
                <a16:creationId xmlns:a16="http://schemas.microsoft.com/office/drawing/2014/main" id="{4EA8350E-558E-426F-9145-A3D1C159BC18}"/>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792">
            <a:extLst>
              <a:ext uri="{FF2B5EF4-FFF2-40B4-BE49-F238E27FC236}">
                <a16:creationId xmlns:a16="http://schemas.microsoft.com/office/drawing/2014/main" id="{B1E7033D-4DF8-4B93-9056-0AD8C876D069}"/>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793">
            <a:extLst>
              <a:ext uri="{FF2B5EF4-FFF2-40B4-BE49-F238E27FC236}">
                <a16:creationId xmlns:a16="http://schemas.microsoft.com/office/drawing/2014/main" id="{635C0D7F-8094-46EE-9566-3F5B2DBDA6A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794">
            <a:extLst>
              <a:ext uri="{FF2B5EF4-FFF2-40B4-BE49-F238E27FC236}">
                <a16:creationId xmlns:a16="http://schemas.microsoft.com/office/drawing/2014/main" id="{2311088A-BD61-4713-B8E1-46BEB1122770}"/>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795">
            <a:extLst>
              <a:ext uri="{FF2B5EF4-FFF2-40B4-BE49-F238E27FC236}">
                <a16:creationId xmlns:a16="http://schemas.microsoft.com/office/drawing/2014/main" id="{D6A4F289-807D-4051-BDB6-F3D122AC1827}"/>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796">
            <a:extLst>
              <a:ext uri="{FF2B5EF4-FFF2-40B4-BE49-F238E27FC236}">
                <a16:creationId xmlns:a16="http://schemas.microsoft.com/office/drawing/2014/main" id="{7BF30EE3-1935-4E34-9D1E-0B6E7BD401F3}"/>
              </a:ext>
            </a:extLst>
          </p:cNvPr>
          <p:cNvSpPr>
            <a:spLocks noGrp="1"/>
          </p:cNvSpPr>
          <p:nvPr/>
        </p:nvSpPr>
        <p:spPr>
          <a:xfrm>
            <a:off x="971550" y="3848100"/>
            <a:ext cx="1752600" cy="1752600"/>
          </a:xfrm>
          <a:prstGeom prst="rect">
            <a:avLst/>
          </a:prstGeom>
          <a:noFill/>
          <a:ln w="47625">
            <a:solidFill>
              <a:srgbClr val="E58C22"/>
            </a:solidFill>
          </a:ln>
        </p:spPr>
      </p:sp>
      <p:sp>
        <p:nvSpPr>
          <p:cNvPr id="153" name="prose-797">
            <a:extLst>
              <a:ext uri="{FF2B5EF4-FFF2-40B4-BE49-F238E27FC236}">
                <a16:creationId xmlns:a16="http://schemas.microsoft.com/office/drawing/2014/main" id="{D30CF5F2-65C9-4602-A8AA-8310FB91FB4A}"/>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행 5, 열 1의 값이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다른 칸은 0 → 혼합입니다.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다시 크기 2의 네 영역으로 분할</a:t>
            </a:r>
          </a:p>
        </p:txBody>
      </p:sp>
      <p:sp>
        <p:nvSpPr>
          <p:cNvPr id="154" name="banner-798">
            <a:extLst>
              <a:ext uri="{FF2B5EF4-FFF2-40B4-BE49-F238E27FC236}">
                <a16:creationId xmlns:a16="http://schemas.microsoft.com/office/drawing/2014/main" id="{8496966B-A179-4EC0-AC8C-90C99EECB63A}"/>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799">
            <a:extLst>
              <a:ext uri="{FF2B5EF4-FFF2-40B4-BE49-F238E27FC236}">
                <a16:creationId xmlns:a16="http://schemas.microsoft.com/office/drawing/2014/main" id="{65B935F4-39E2-4EB1-96D5-0122363E5AA4}"/>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루트는 좌하의 결과를 기다립니다.</a:t>
            </a:r>
          </a:p>
        </p:txBody>
      </p:sp>
      <p:sp>
        <p:nvSpPr>
          <p:cNvPr id="156" name="caption">
            <a:extLst>
              <a:ext uri="{FF2B5EF4-FFF2-40B4-BE49-F238E27FC236}">
                <a16:creationId xmlns:a16="http://schemas.microsoft.com/office/drawing/2014/main" id="{36EBB69B-8EA8-4D85-9F33-187986FE971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101419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section">
            <a:extLst>
              <a:ext uri="{FF2B5EF4-FFF2-40B4-BE49-F238E27FC236}">
                <a16:creationId xmlns:a16="http://schemas.microsoft.com/office/drawing/2014/main" id="{00F3DC0F-6AC6-40EE-BAD6-489BA4B7255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02F3E1D-538A-44DC-A328-B941247F51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2CAE2F9-91DC-407D-988B-B7C8D1EAEC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네 부분: 첫 2×2만 혼합입니다</a:t>
            </a:r>
          </a:p>
        </p:txBody>
      </p:sp>
      <p:sp>
        <p:nvSpPr>
          <p:cNvPr id="4" name="line-800">
            <a:extLst>
              <a:ext uri="{FF2B5EF4-FFF2-40B4-BE49-F238E27FC236}">
                <a16:creationId xmlns:a16="http://schemas.microsoft.com/office/drawing/2014/main" id="{339EC23F-1360-4847-8569-D1C4A71556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5716E340-1C9D-4760-8F0E-1C3B4E9198F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3530BDA-A58C-49DB-8A9A-3573BF59E4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196</a:t>
            </a:r>
            <a:endParaRPr sz="1050" b="0">
              <a:solidFill>
                <a:srgbClr val="151515"/>
              </a:solidFill>
              <a:latin typeface="Consolas"/>
              <a:ea typeface="Consolas"/>
              <a:cs typeface="Consolas"/>
            </a:endParaRPr>
          </a:p>
        </p:txBody>
      </p:sp>
      <p:sp>
        <p:nvSpPr>
          <p:cNvPr id="7" name="pixel-801">
            <a:extLst>
              <a:ext uri="{FF2B5EF4-FFF2-40B4-BE49-F238E27FC236}">
                <a16:creationId xmlns:a16="http://schemas.microsoft.com/office/drawing/2014/main" id="{6A6BB671-1AF0-4872-BB85-1A0842115F0B}"/>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02">
            <a:extLst>
              <a:ext uri="{FF2B5EF4-FFF2-40B4-BE49-F238E27FC236}">
                <a16:creationId xmlns:a16="http://schemas.microsoft.com/office/drawing/2014/main" id="{2A01A72F-9805-4DCC-B73D-2BC8C249D9FF}"/>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03">
            <a:extLst>
              <a:ext uri="{FF2B5EF4-FFF2-40B4-BE49-F238E27FC236}">
                <a16:creationId xmlns:a16="http://schemas.microsoft.com/office/drawing/2014/main" id="{A2C995EF-C781-43C4-A0FF-50FB16B0A6DF}"/>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04">
            <a:extLst>
              <a:ext uri="{FF2B5EF4-FFF2-40B4-BE49-F238E27FC236}">
                <a16:creationId xmlns:a16="http://schemas.microsoft.com/office/drawing/2014/main" id="{3F668099-C0E3-4C00-9B0B-A9597FBA4DA8}"/>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05">
            <a:extLst>
              <a:ext uri="{FF2B5EF4-FFF2-40B4-BE49-F238E27FC236}">
                <a16:creationId xmlns:a16="http://schemas.microsoft.com/office/drawing/2014/main" id="{07051AEA-7B5C-4924-A038-2C734E871210}"/>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06">
            <a:extLst>
              <a:ext uri="{FF2B5EF4-FFF2-40B4-BE49-F238E27FC236}">
                <a16:creationId xmlns:a16="http://schemas.microsoft.com/office/drawing/2014/main" id="{31A25E10-38E7-40A3-A7A9-6E752BEFD30D}"/>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07">
            <a:extLst>
              <a:ext uri="{FF2B5EF4-FFF2-40B4-BE49-F238E27FC236}">
                <a16:creationId xmlns:a16="http://schemas.microsoft.com/office/drawing/2014/main" id="{7ED63D41-A3CE-4194-BF46-AA7D1580A9A8}"/>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08">
            <a:extLst>
              <a:ext uri="{FF2B5EF4-FFF2-40B4-BE49-F238E27FC236}">
                <a16:creationId xmlns:a16="http://schemas.microsoft.com/office/drawing/2014/main" id="{7A19F417-A0E4-4772-AA30-FD6FFC393A34}"/>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09">
            <a:extLst>
              <a:ext uri="{FF2B5EF4-FFF2-40B4-BE49-F238E27FC236}">
                <a16:creationId xmlns:a16="http://schemas.microsoft.com/office/drawing/2014/main" id="{D25AC3E0-39C7-4214-B77F-0E0DBE9E204A}"/>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10">
            <a:extLst>
              <a:ext uri="{FF2B5EF4-FFF2-40B4-BE49-F238E27FC236}">
                <a16:creationId xmlns:a16="http://schemas.microsoft.com/office/drawing/2014/main" id="{AF381C45-FCA9-4F1C-9CAF-6C7DA0FC24D5}"/>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11">
            <a:extLst>
              <a:ext uri="{FF2B5EF4-FFF2-40B4-BE49-F238E27FC236}">
                <a16:creationId xmlns:a16="http://schemas.microsoft.com/office/drawing/2014/main" id="{5C6D31EE-42B3-4EAA-B053-783FD230CCA6}"/>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12">
            <a:extLst>
              <a:ext uri="{FF2B5EF4-FFF2-40B4-BE49-F238E27FC236}">
                <a16:creationId xmlns:a16="http://schemas.microsoft.com/office/drawing/2014/main" id="{577E095D-209C-4169-B37D-CE536C82A84A}"/>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813">
            <a:extLst>
              <a:ext uri="{FF2B5EF4-FFF2-40B4-BE49-F238E27FC236}">
                <a16:creationId xmlns:a16="http://schemas.microsoft.com/office/drawing/2014/main" id="{C7BBEF4B-58E8-410B-A1E4-3598721A2E3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814">
            <a:extLst>
              <a:ext uri="{FF2B5EF4-FFF2-40B4-BE49-F238E27FC236}">
                <a16:creationId xmlns:a16="http://schemas.microsoft.com/office/drawing/2014/main" id="{5FF17C54-A912-443C-ADC0-BBEF77F5BA82}"/>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815">
            <a:extLst>
              <a:ext uri="{FF2B5EF4-FFF2-40B4-BE49-F238E27FC236}">
                <a16:creationId xmlns:a16="http://schemas.microsoft.com/office/drawing/2014/main" id="{A43DAA2E-7B33-41FA-BD64-0BC5036D3DD5}"/>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816">
            <a:extLst>
              <a:ext uri="{FF2B5EF4-FFF2-40B4-BE49-F238E27FC236}">
                <a16:creationId xmlns:a16="http://schemas.microsoft.com/office/drawing/2014/main" id="{EFA49C71-163C-4B05-8CA0-E2BA60D20729}"/>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817">
            <a:extLst>
              <a:ext uri="{FF2B5EF4-FFF2-40B4-BE49-F238E27FC236}">
                <a16:creationId xmlns:a16="http://schemas.microsoft.com/office/drawing/2014/main" id="{AF8105FC-1D3D-4329-A4D7-195F98098321}"/>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818">
            <a:extLst>
              <a:ext uri="{FF2B5EF4-FFF2-40B4-BE49-F238E27FC236}">
                <a16:creationId xmlns:a16="http://schemas.microsoft.com/office/drawing/2014/main" id="{41FA8E7B-EE8C-4369-ACEF-C15309D047BF}"/>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819">
            <a:extLst>
              <a:ext uri="{FF2B5EF4-FFF2-40B4-BE49-F238E27FC236}">
                <a16:creationId xmlns:a16="http://schemas.microsoft.com/office/drawing/2014/main" id="{DEFA42C8-4A78-448D-8B23-BE0C22AA5A83}"/>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820">
            <a:extLst>
              <a:ext uri="{FF2B5EF4-FFF2-40B4-BE49-F238E27FC236}">
                <a16:creationId xmlns:a16="http://schemas.microsoft.com/office/drawing/2014/main" id="{64A3C312-AFC0-4ABD-B80E-F05F450CEEB9}"/>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821">
            <a:extLst>
              <a:ext uri="{FF2B5EF4-FFF2-40B4-BE49-F238E27FC236}">
                <a16:creationId xmlns:a16="http://schemas.microsoft.com/office/drawing/2014/main" id="{0E1B6097-D8D3-483C-B09D-08F1239581A9}"/>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822">
            <a:extLst>
              <a:ext uri="{FF2B5EF4-FFF2-40B4-BE49-F238E27FC236}">
                <a16:creationId xmlns:a16="http://schemas.microsoft.com/office/drawing/2014/main" id="{707E9464-9A3E-49CD-965F-AF564A848106}"/>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823">
            <a:extLst>
              <a:ext uri="{FF2B5EF4-FFF2-40B4-BE49-F238E27FC236}">
                <a16:creationId xmlns:a16="http://schemas.microsoft.com/office/drawing/2014/main" id="{D3F1DF6D-8B3B-4C5C-B696-DA323DC99755}"/>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824">
            <a:extLst>
              <a:ext uri="{FF2B5EF4-FFF2-40B4-BE49-F238E27FC236}">
                <a16:creationId xmlns:a16="http://schemas.microsoft.com/office/drawing/2014/main" id="{7A6F7F1F-DE90-40B3-A1C8-D950C9957901}"/>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825">
            <a:extLst>
              <a:ext uri="{FF2B5EF4-FFF2-40B4-BE49-F238E27FC236}">
                <a16:creationId xmlns:a16="http://schemas.microsoft.com/office/drawing/2014/main" id="{59A7D87C-E80B-418C-834C-1F61C3D80746}"/>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826">
            <a:extLst>
              <a:ext uri="{FF2B5EF4-FFF2-40B4-BE49-F238E27FC236}">
                <a16:creationId xmlns:a16="http://schemas.microsoft.com/office/drawing/2014/main" id="{4E944637-61DB-4424-8841-BA2722B0491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827">
            <a:extLst>
              <a:ext uri="{FF2B5EF4-FFF2-40B4-BE49-F238E27FC236}">
                <a16:creationId xmlns:a16="http://schemas.microsoft.com/office/drawing/2014/main" id="{257E0102-73D7-4F16-95CC-6981ED0B0DC7}"/>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828">
            <a:extLst>
              <a:ext uri="{FF2B5EF4-FFF2-40B4-BE49-F238E27FC236}">
                <a16:creationId xmlns:a16="http://schemas.microsoft.com/office/drawing/2014/main" id="{B3C6250B-BAA2-4B3E-A33A-2A7E2ACDB21B}"/>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829">
            <a:extLst>
              <a:ext uri="{FF2B5EF4-FFF2-40B4-BE49-F238E27FC236}">
                <a16:creationId xmlns:a16="http://schemas.microsoft.com/office/drawing/2014/main" id="{BBB89F42-E6AD-4040-B3C2-7446D4D27A22}"/>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830">
            <a:extLst>
              <a:ext uri="{FF2B5EF4-FFF2-40B4-BE49-F238E27FC236}">
                <a16:creationId xmlns:a16="http://schemas.microsoft.com/office/drawing/2014/main" id="{82A4F106-CE3C-4C2B-A8A9-A93096BB7E2F}"/>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831">
            <a:extLst>
              <a:ext uri="{FF2B5EF4-FFF2-40B4-BE49-F238E27FC236}">
                <a16:creationId xmlns:a16="http://schemas.microsoft.com/office/drawing/2014/main" id="{C5E777A3-B7D5-4646-8723-C7E2410025F0}"/>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832">
            <a:extLst>
              <a:ext uri="{FF2B5EF4-FFF2-40B4-BE49-F238E27FC236}">
                <a16:creationId xmlns:a16="http://schemas.microsoft.com/office/drawing/2014/main" id="{3B0E1486-F35B-4CC6-8EB8-C9958ADE1DC0}"/>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833">
            <a:extLst>
              <a:ext uri="{FF2B5EF4-FFF2-40B4-BE49-F238E27FC236}">
                <a16:creationId xmlns:a16="http://schemas.microsoft.com/office/drawing/2014/main" id="{E23DF2B3-F319-438D-91CB-8A9DC7681DF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834">
            <a:extLst>
              <a:ext uri="{FF2B5EF4-FFF2-40B4-BE49-F238E27FC236}">
                <a16:creationId xmlns:a16="http://schemas.microsoft.com/office/drawing/2014/main" id="{38ABFF6C-DD18-4A5D-91B1-DD686509295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835">
            <a:extLst>
              <a:ext uri="{FF2B5EF4-FFF2-40B4-BE49-F238E27FC236}">
                <a16:creationId xmlns:a16="http://schemas.microsoft.com/office/drawing/2014/main" id="{1CB65938-6E4F-4096-9561-4D8D3FFB4F49}"/>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836">
            <a:extLst>
              <a:ext uri="{FF2B5EF4-FFF2-40B4-BE49-F238E27FC236}">
                <a16:creationId xmlns:a16="http://schemas.microsoft.com/office/drawing/2014/main" id="{2EBBCEC0-37F2-40DD-8BD0-25E6FB7CB36D}"/>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837">
            <a:extLst>
              <a:ext uri="{FF2B5EF4-FFF2-40B4-BE49-F238E27FC236}">
                <a16:creationId xmlns:a16="http://schemas.microsoft.com/office/drawing/2014/main" id="{1D424303-7DE6-4DFB-9C68-302E15125492}"/>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838">
            <a:extLst>
              <a:ext uri="{FF2B5EF4-FFF2-40B4-BE49-F238E27FC236}">
                <a16:creationId xmlns:a16="http://schemas.microsoft.com/office/drawing/2014/main" id="{072F5D6E-A7E0-43AB-8389-960564F4FBB3}"/>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839">
            <a:extLst>
              <a:ext uri="{FF2B5EF4-FFF2-40B4-BE49-F238E27FC236}">
                <a16:creationId xmlns:a16="http://schemas.microsoft.com/office/drawing/2014/main" id="{84E1BA83-E20F-406C-9AC3-DA4A189E87AC}"/>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840">
            <a:extLst>
              <a:ext uri="{FF2B5EF4-FFF2-40B4-BE49-F238E27FC236}">
                <a16:creationId xmlns:a16="http://schemas.microsoft.com/office/drawing/2014/main" id="{A4E088C1-625B-4A1A-8733-4344780D3EFE}"/>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841">
            <a:extLst>
              <a:ext uri="{FF2B5EF4-FFF2-40B4-BE49-F238E27FC236}">
                <a16:creationId xmlns:a16="http://schemas.microsoft.com/office/drawing/2014/main" id="{907331C4-1641-4FB9-97B2-7E7E29BF025F}"/>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highlight-842">
            <a:extLst>
              <a:ext uri="{FF2B5EF4-FFF2-40B4-BE49-F238E27FC236}">
                <a16:creationId xmlns:a16="http://schemas.microsoft.com/office/drawing/2014/main" id="{F0A4B6AB-9AB5-437C-AADD-1EE4D5478EDA}"/>
              </a:ext>
            </a:extLst>
          </p:cNvPr>
          <p:cNvSpPr>
            <a:spLocks noGrp="1"/>
          </p:cNvSpPr>
          <p:nvPr/>
        </p:nvSpPr>
        <p:spPr>
          <a:xfrm>
            <a:off x="971550" y="2162175"/>
            <a:ext cx="1657350" cy="1657350"/>
          </a:xfrm>
          <a:prstGeom prst="rect">
            <a:avLst/>
          </a:prstGeom>
          <a:noFill/>
          <a:ln w="47625">
            <a:solidFill>
              <a:srgbClr val="E58C22"/>
            </a:solidFill>
          </a:ln>
        </p:spPr>
      </p:sp>
      <p:sp>
        <p:nvSpPr>
          <p:cNvPr id="49" name="line-843">
            <a:extLst>
              <a:ext uri="{FF2B5EF4-FFF2-40B4-BE49-F238E27FC236}">
                <a16:creationId xmlns:a16="http://schemas.microsoft.com/office/drawing/2014/main" id="{A393831D-1814-41EE-8FA3-DA798B6B8EF7}"/>
              </a:ext>
            </a:extLst>
          </p:cNvPr>
          <p:cNvSpPr>
            <a:spLocks noGrp="1"/>
          </p:cNvSpPr>
          <p:nvPr/>
        </p:nvSpPr>
        <p:spPr>
          <a:xfrm>
            <a:off x="2619375" y="2162175"/>
            <a:ext cx="19050" cy="3314700"/>
          </a:xfrm>
          <a:prstGeom prst="rect">
            <a:avLst/>
          </a:prstGeom>
          <a:solidFill>
            <a:srgbClr val="146995"/>
          </a:solidFill>
          <a:ln w="0">
            <a:noFill/>
          </a:ln>
        </p:spPr>
      </p:sp>
      <p:sp>
        <p:nvSpPr>
          <p:cNvPr id="50" name="line-844">
            <a:extLst>
              <a:ext uri="{FF2B5EF4-FFF2-40B4-BE49-F238E27FC236}">
                <a16:creationId xmlns:a16="http://schemas.microsoft.com/office/drawing/2014/main" id="{F1FE35E3-74FB-4455-A1F2-1D27266BA675}"/>
              </a:ext>
            </a:extLst>
          </p:cNvPr>
          <p:cNvSpPr>
            <a:spLocks noGrp="1"/>
          </p:cNvSpPr>
          <p:nvPr/>
        </p:nvSpPr>
        <p:spPr>
          <a:xfrm>
            <a:off x="971550" y="3810000"/>
            <a:ext cx="3314700" cy="19050"/>
          </a:xfrm>
          <a:prstGeom prst="rect">
            <a:avLst/>
          </a:prstGeom>
          <a:solidFill>
            <a:srgbClr val="146995"/>
          </a:solidFill>
          <a:ln w="0">
            <a:noFill/>
          </a:ln>
        </p:spPr>
      </p:sp>
      <p:sp>
        <p:nvSpPr>
          <p:cNvPr id="51" name="prose-845">
            <a:extLst>
              <a:ext uri="{FF2B5EF4-FFF2-40B4-BE49-F238E27FC236}">
                <a16:creationId xmlns:a16="http://schemas.microsoft.com/office/drawing/2014/main" id="{C67D9752-8413-4609-9D2E-62D672757807}"/>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크기 2의 자식들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2): 혼합</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전부 0</a:t>
            </a:r>
          </a:p>
        </p:txBody>
      </p:sp>
      <p:sp>
        <p:nvSpPr>
          <p:cNvPr id="52" name="banner-846">
            <a:extLst>
              <a:ext uri="{FF2B5EF4-FFF2-40B4-BE49-F238E27FC236}">
                <a16:creationId xmlns:a16="http://schemas.microsoft.com/office/drawing/2014/main" id="{18921F81-C359-4268-B051-90C11E6E21F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3" name="banner-text-847">
            <a:extLst>
              <a:ext uri="{FF2B5EF4-FFF2-40B4-BE49-F238E27FC236}">
                <a16:creationId xmlns:a16="http://schemas.microsoft.com/office/drawing/2014/main" id="{A4DB5A42-AAA5-43BA-963D-DB9E080D678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먼저 (4, 0, 2)를 처리합니다.</a:t>
            </a:r>
          </a:p>
        </p:txBody>
      </p:sp>
      <p:sp>
        <p:nvSpPr>
          <p:cNvPr id="54" name="caption">
            <a:extLst>
              <a:ext uri="{FF2B5EF4-FFF2-40B4-BE49-F238E27FC236}">
                <a16:creationId xmlns:a16="http://schemas.microsoft.com/office/drawing/2014/main" id="{64FB06A2-EFD6-4A41-A33A-34FFCC087E5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11661295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49D521B7-4C33-4465-99DD-59654FEEE22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D5B4C1F9-CF68-46A9-8374-E97FCB6804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BF98554-4C67-4451-B2ED-D2CD093CDA2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혼합된 2×2: 네 픽셀을 순서대로 읽습니다</a:t>
            </a:r>
          </a:p>
        </p:txBody>
      </p:sp>
      <p:sp>
        <p:nvSpPr>
          <p:cNvPr id="4" name="line-848">
            <a:extLst>
              <a:ext uri="{FF2B5EF4-FFF2-40B4-BE49-F238E27FC236}">
                <a16:creationId xmlns:a16="http://schemas.microsoft.com/office/drawing/2014/main" id="{69DCECDF-0C68-479F-85AB-38FD8F7BBE1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3F71A0B-3F7B-455A-A119-CB4AD5220C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2FEF300-32AA-4F16-AAC4-EA2B5933105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197</a:t>
            </a:r>
            <a:endParaRPr sz="1050" b="0">
              <a:solidFill>
                <a:srgbClr val="151515"/>
              </a:solidFill>
              <a:latin typeface="Consolas"/>
              <a:ea typeface="Consolas"/>
              <a:cs typeface="Consolas"/>
            </a:endParaRPr>
          </a:p>
        </p:txBody>
      </p:sp>
      <p:sp>
        <p:nvSpPr>
          <p:cNvPr id="7" name="pixel-849">
            <a:extLst>
              <a:ext uri="{FF2B5EF4-FFF2-40B4-BE49-F238E27FC236}">
                <a16:creationId xmlns:a16="http://schemas.microsoft.com/office/drawing/2014/main" id="{50FADBD2-0875-4731-842C-34677EEEB146}"/>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50">
            <a:extLst>
              <a:ext uri="{FF2B5EF4-FFF2-40B4-BE49-F238E27FC236}">
                <a16:creationId xmlns:a16="http://schemas.microsoft.com/office/drawing/2014/main" id="{39F264D8-A269-4CBF-80BB-D65FE5D88FF4}"/>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51">
            <a:extLst>
              <a:ext uri="{FF2B5EF4-FFF2-40B4-BE49-F238E27FC236}">
                <a16:creationId xmlns:a16="http://schemas.microsoft.com/office/drawing/2014/main" id="{19FA9DE8-5804-4E6F-94EA-9220730B7B7D}"/>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52">
            <a:extLst>
              <a:ext uri="{FF2B5EF4-FFF2-40B4-BE49-F238E27FC236}">
                <a16:creationId xmlns:a16="http://schemas.microsoft.com/office/drawing/2014/main" id="{F2A5F442-3A18-42FF-9FA0-81B0BBAB88CA}"/>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53">
            <a:extLst>
              <a:ext uri="{FF2B5EF4-FFF2-40B4-BE49-F238E27FC236}">
                <a16:creationId xmlns:a16="http://schemas.microsoft.com/office/drawing/2014/main" id="{58B744FD-B002-4829-B3D5-D8CF895B7C76}"/>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54">
            <a:extLst>
              <a:ext uri="{FF2B5EF4-FFF2-40B4-BE49-F238E27FC236}">
                <a16:creationId xmlns:a16="http://schemas.microsoft.com/office/drawing/2014/main" id="{934BF4BC-03B1-481D-A6BF-77ADBB7F163E}"/>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55">
            <a:extLst>
              <a:ext uri="{FF2B5EF4-FFF2-40B4-BE49-F238E27FC236}">
                <a16:creationId xmlns:a16="http://schemas.microsoft.com/office/drawing/2014/main" id="{CB73B721-742A-4BD1-A31B-521A94A4B5E5}"/>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56">
            <a:extLst>
              <a:ext uri="{FF2B5EF4-FFF2-40B4-BE49-F238E27FC236}">
                <a16:creationId xmlns:a16="http://schemas.microsoft.com/office/drawing/2014/main" id="{DDCA8E68-41B2-4AC4-977A-5CDEC38412AC}"/>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57">
            <a:extLst>
              <a:ext uri="{FF2B5EF4-FFF2-40B4-BE49-F238E27FC236}">
                <a16:creationId xmlns:a16="http://schemas.microsoft.com/office/drawing/2014/main" id="{9C4EFDB9-621F-4B8E-8B4C-BD55D88934BA}"/>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58">
            <a:extLst>
              <a:ext uri="{FF2B5EF4-FFF2-40B4-BE49-F238E27FC236}">
                <a16:creationId xmlns:a16="http://schemas.microsoft.com/office/drawing/2014/main" id="{93D0DD8B-33DE-4244-9F54-E5EB87266A8D}"/>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59">
            <a:extLst>
              <a:ext uri="{FF2B5EF4-FFF2-40B4-BE49-F238E27FC236}">
                <a16:creationId xmlns:a16="http://schemas.microsoft.com/office/drawing/2014/main" id="{875D5374-E924-44AD-B2FF-459A19D9F8DE}"/>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60">
            <a:extLst>
              <a:ext uri="{FF2B5EF4-FFF2-40B4-BE49-F238E27FC236}">
                <a16:creationId xmlns:a16="http://schemas.microsoft.com/office/drawing/2014/main" id="{22726C0C-3BE2-4999-A977-E684F9D6CDAD}"/>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61">
            <a:extLst>
              <a:ext uri="{FF2B5EF4-FFF2-40B4-BE49-F238E27FC236}">
                <a16:creationId xmlns:a16="http://schemas.microsoft.com/office/drawing/2014/main" id="{9FF47FA7-F1CE-4CB0-BFEE-AFD0FDE7233F}"/>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62">
            <a:extLst>
              <a:ext uri="{FF2B5EF4-FFF2-40B4-BE49-F238E27FC236}">
                <a16:creationId xmlns:a16="http://schemas.microsoft.com/office/drawing/2014/main" id="{CFF0CFFA-7257-4EED-BDAB-758DA35FA466}"/>
              </a:ext>
            </a:extLst>
          </p:cNvPr>
          <p:cNvSpPr>
            <a:spLocks noGrp="1"/>
          </p:cNvSpPr>
          <p:nvPr/>
        </p:nvSpPr>
        <p:spPr>
          <a:xfrm>
            <a:off x="2619375" y="2314575"/>
            <a:ext cx="19050" cy="2743200"/>
          </a:xfrm>
          <a:prstGeom prst="rect">
            <a:avLst/>
          </a:prstGeom>
          <a:solidFill>
            <a:srgbClr val="146995"/>
          </a:solidFill>
          <a:ln w="0">
            <a:noFill/>
          </a:ln>
        </p:spPr>
      </p:sp>
      <p:sp>
        <p:nvSpPr>
          <p:cNvPr id="21" name="line-863">
            <a:extLst>
              <a:ext uri="{FF2B5EF4-FFF2-40B4-BE49-F238E27FC236}">
                <a16:creationId xmlns:a16="http://schemas.microsoft.com/office/drawing/2014/main" id="{0F879851-FC27-4A7A-8A4F-9A4A97CA205B}"/>
              </a:ext>
            </a:extLst>
          </p:cNvPr>
          <p:cNvSpPr>
            <a:spLocks noGrp="1"/>
          </p:cNvSpPr>
          <p:nvPr/>
        </p:nvSpPr>
        <p:spPr>
          <a:xfrm>
            <a:off x="1257300" y="3676650"/>
            <a:ext cx="2743200" cy="19050"/>
          </a:xfrm>
          <a:prstGeom prst="rect">
            <a:avLst/>
          </a:prstGeom>
          <a:solidFill>
            <a:srgbClr val="146995"/>
          </a:solidFill>
          <a:ln w="0">
            <a:noFill/>
          </a:ln>
        </p:spPr>
      </p:sp>
      <p:sp>
        <p:nvSpPr>
          <p:cNvPr id="22" name="prose-864">
            <a:extLst>
              <a:ext uri="{FF2B5EF4-FFF2-40B4-BE49-F238E27FC236}">
                <a16:creationId xmlns:a16="http://schemas.microsoft.com/office/drawing/2014/main" id="{40D7AE80-8F1C-42E4-8AE6-7228F5FAD01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2)</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1):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(5,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(5, 1): 1</a:t>
            </a:r>
          </a:p>
        </p:txBody>
      </p:sp>
      <p:sp>
        <p:nvSpPr>
          <p:cNvPr id="23" name="banner-865">
            <a:extLst>
              <a:ext uri="{FF2B5EF4-FFF2-40B4-BE49-F238E27FC236}">
                <a16:creationId xmlns:a16="http://schemas.microsoft.com/office/drawing/2014/main" id="{3B2BEB55-7ADC-43AF-B70F-14B2EFA022A5}"/>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66">
            <a:extLst>
              <a:ext uri="{FF2B5EF4-FFF2-40B4-BE49-F238E27FC236}">
                <a16:creationId xmlns:a16="http://schemas.microsoft.com/office/drawing/2014/main" id="{013A6098-B00E-4DBF-AD32-A4008EA913A7}"/>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자식의 색 순서: 0 → 0 → 0 → 1</a:t>
            </a:r>
          </a:p>
        </p:txBody>
      </p:sp>
      <p:sp>
        <p:nvSpPr>
          <p:cNvPr id="25" name="caption">
            <a:extLst>
              <a:ext uri="{FF2B5EF4-FFF2-40B4-BE49-F238E27FC236}">
                <a16:creationId xmlns:a16="http://schemas.microsoft.com/office/drawing/2014/main" id="{5742291E-C481-4EED-9E69-951C536C695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48717909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EBB70FD0-CA77-4135-A265-F0E339C77B3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F515A7C7-0730-4B54-9F5B-03B29C42917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2FD285A-065E-4744-89E5-E50E9C6D368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크기 1의 네 호출: 각각 즉시 끝납니다</a:t>
            </a:r>
          </a:p>
        </p:txBody>
      </p:sp>
      <p:sp>
        <p:nvSpPr>
          <p:cNvPr id="4" name="line-867">
            <a:extLst>
              <a:ext uri="{FF2B5EF4-FFF2-40B4-BE49-F238E27FC236}">
                <a16:creationId xmlns:a16="http://schemas.microsoft.com/office/drawing/2014/main" id="{6DE69822-3697-43B7-8A33-A268CDBC132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BBFE28-C25F-4FA0-8F61-6D764708DF0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C415B37-0607-4145-BB7C-8CF34462BA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198</a:t>
            </a:r>
            <a:endParaRPr sz="1050" b="0">
              <a:solidFill>
                <a:srgbClr val="151515"/>
              </a:solidFill>
              <a:latin typeface="Consolas"/>
              <a:ea typeface="Consolas"/>
              <a:cs typeface="Consolas"/>
            </a:endParaRPr>
          </a:p>
        </p:txBody>
      </p:sp>
      <p:sp>
        <p:nvSpPr>
          <p:cNvPr id="7" name="unit-0">
            <a:extLst>
              <a:ext uri="{FF2B5EF4-FFF2-40B4-BE49-F238E27FC236}">
                <a16:creationId xmlns:a16="http://schemas.microsoft.com/office/drawing/2014/main" id="{2B6541DB-4058-49EB-9BF2-BDD8A554A98D}"/>
              </a:ext>
            </a:extLst>
          </p:cNvPr>
          <p:cNvSpPr>
            <a:spLocks noGrp="1"/>
          </p:cNvSpPr>
          <p:nvPr/>
        </p:nvSpPr>
        <p:spPr>
          <a:xfrm>
            <a:off x="609600" y="2247900"/>
            <a:ext cx="2552700" cy="2609850"/>
          </a:xfrm>
          <a:prstGeom prst="rect">
            <a:avLst/>
          </a:prstGeom>
          <a:solidFill>
            <a:srgbClr val="F4F6F7"/>
          </a:solidFill>
          <a:ln w="9525">
            <a:solidFill>
              <a:srgbClr val="CCCCCC"/>
            </a:solidFill>
          </a:ln>
        </p:spPr>
      </p:sp>
      <p:sp>
        <p:nvSpPr>
          <p:cNvPr id="8" name="call-0">
            <a:extLst>
              <a:ext uri="{FF2B5EF4-FFF2-40B4-BE49-F238E27FC236}">
                <a16:creationId xmlns:a16="http://schemas.microsoft.com/office/drawing/2014/main" id="{5F1ABDA4-F3BA-4675-809F-7BD5CC33F995}"/>
              </a:ext>
            </a:extLst>
          </p:cNvPr>
          <p:cNvSpPr>
            <a:spLocks noGrp="1"/>
          </p:cNvSpPr>
          <p:nvPr/>
        </p:nvSpPr>
        <p:spPr>
          <a:xfrm>
            <a:off x="8001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(4, 0, 1)</a:t>
            </a:r>
          </a:p>
        </p:txBody>
      </p:sp>
      <p:sp>
        <p:nvSpPr>
          <p:cNvPr id="9" name="color-0">
            <a:extLst>
              <a:ext uri="{FF2B5EF4-FFF2-40B4-BE49-F238E27FC236}">
                <a16:creationId xmlns:a16="http://schemas.microsoft.com/office/drawing/2014/main" id="{FF3290DD-B089-4FC8-BAE8-7AE061EA267D}"/>
              </a:ext>
            </a:extLst>
          </p:cNvPr>
          <p:cNvSpPr>
            <a:spLocks noGrp="1"/>
          </p:cNvSpPr>
          <p:nvPr/>
        </p:nvSpPr>
        <p:spPr>
          <a:xfrm>
            <a:off x="1371600" y="3124200"/>
            <a:ext cx="1028700" cy="1028700"/>
          </a:xfrm>
          <a:prstGeom prst="rect">
            <a:avLst/>
          </a:prstGeom>
          <a:solidFill>
            <a:srgbClr val="FFFFFF"/>
          </a:solidFill>
          <a:ln w="9525">
            <a:solidFill>
              <a:srgbClr val="98A1AA"/>
            </a:solidFill>
          </a:ln>
        </p:spPr>
      </p:sp>
      <p:sp>
        <p:nvSpPr>
          <p:cNvPr id="10" name="color-text-0">
            <a:extLst>
              <a:ext uri="{FF2B5EF4-FFF2-40B4-BE49-F238E27FC236}">
                <a16:creationId xmlns:a16="http://schemas.microsoft.com/office/drawing/2014/main" id="{E8D1ACC6-C796-43CA-9DF3-D19AB0FED93C}"/>
              </a:ext>
            </a:extLst>
          </p:cNvPr>
          <p:cNvSpPr>
            <a:spLocks noGrp="1"/>
          </p:cNvSpPr>
          <p:nvPr/>
        </p:nvSpPr>
        <p:spPr>
          <a:xfrm>
            <a:off x="13716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1" name="return-0">
            <a:extLst>
              <a:ext uri="{FF2B5EF4-FFF2-40B4-BE49-F238E27FC236}">
                <a16:creationId xmlns:a16="http://schemas.microsoft.com/office/drawing/2014/main" id="{F430FBAC-D3B0-4A8A-8622-A407498A6F9A}"/>
              </a:ext>
            </a:extLst>
          </p:cNvPr>
          <p:cNvSpPr>
            <a:spLocks noGrp="1"/>
          </p:cNvSpPr>
          <p:nvPr/>
        </p:nvSpPr>
        <p:spPr>
          <a:xfrm>
            <a:off x="8001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2" name="unit-1">
            <a:extLst>
              <a:ext uri="{FF2B5EF4-FFF2-40B4-BE49-F238E27FC236}">
                <a16:creationId xmlns:a16="http://schemas.microsoft.com/office/drawing/2014/main" id="{6D0E1A32-7E3A-4D29-8640-1F6DCC5ABB71}"/>
              </a:ext>
            </a:extLst>
          </p:cNvPr>
          <p:cNvSpPr>
            <a:spLocks noGrp="1"/>
          </p:cNvSpPr>
          <p:nvPr/>
        </p:nvSpPr>
        <p:spPr>
          <a:xfrm>
            <a:off x="3409950" y="2247900"/>
            <a:ext cx="2552700" cy="2609850"/>
          </a:xfrm>
          <a:prstGeom prst="rect">
            <a:avLst/>
          </a:prstGeom>
          <a:solidFill>
            <a:srgbClr val="F4F6F7"/>
          </a:solidFill>
          <a:ln w="9525">
            <a:solidFill>
              <a:srgbClr val="CCCCCC"/>
            </a:solidFill>
          </a:ln>
        </p:spPr>
      </p:sp>
      <p:sp>
        <p:nvSpPr>
          <p:cNvPr id="13" name="call-1">
            <a:extLst>
              <a:ext uri="{FF2B5EF4-FFF2-40B4-BE49-F238E27FC236}">
                <a16:creationId xmlns:a16="http://schemas.microsoft.com/office/drawing/2014/main" id="{DFB1366B-F55C-4D4B-815F-1A6106DCC0EB}"/>
              </a:ext>
            </a:extLst>
          </p:cNvPr>
          <p:cNvSpPr>
            <a:spLocks noGrp="1"/>
          </p:cNvSpPr>
          <p:nvPr/>
        </p:nvSpPr>
        <p:spPr>
          <a:xfrm>
            <a:off x="36004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(4, 1, 1)</a:t>
            </a:r>
          </a:p>
        </p:txBody>
      </p:sp>
      <p:sp>
        <p:nvSpPr>
          <p:cNvPr id="14" name="color-1">
            <a:extLst>
              <a:ext uri="{FF2B5EF4-FFF2-40B4-BE49-F238E27FC236}">
                <a16:creationId xmlns:a16="http://schemas.microsoft.com/office/drawing/2014/main" id="{A691381D-6F0E-476B-B78F-FBAFBAABBDC5}"/>
              </a:ext>
            </a:extLst>
          </p:cNvPr>
          <p:cNvSpPr>
            <a:spLocks noGrp="1"/>
          </p:cNvSpPr>
          <p:nvPr/>
        </p:nvSpPr>
        <p:spPr>
          <a:xfrm>
            <a:off x="4171950" y="3124200"/>
            <a:ext cx="1028700" cy="1028700"/>
          </a:xfrm>
          <a:prstGeom prst="rect">
            <a:avLst/>
          </a:prstGeom>
          <a:solidFill>
            <a:srgbClr val="FFFFFF"/>
          </a:solidFill>
          <a:ln w="9525">
            <a:solidFill>
              <a:srgbClr val="98A1AA"/>
            </a:solidFill>
          </a:ln>
        </p:spPr>
      </p:sp>
      <p:sp>
        <p:nvSpPr>
          <p:cNvPr id="15" name="color-text-1">
            <a:extLst>
              <a:ext uri="{FF2B5EF4-FFF2-40B4-BE49-F238E27FC236}">
                <a16:creationId xmlns:a16="http://schemas.microsoft.com/office/drawing/2014/main" id="{EB24F0F0-B5AB-41C2-9F2D-0F75F3053287}"/>
              </a:ext>
            </a:extLst>
          </p:cNvPr>
          <p:cNvSpPr>
            <a:spLocks noGrp="1"/>
          </p:cNvSpPr>
          <p:nvPr/>
        </p:nvSpPr>
        <p:spPr>
          <a:xfrm>
            <a:off x="417195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6" name="return-1">
            <a:extLst>
              <a:ext uri="{FF2B5EF4-FFF2-40B4-BE49-F238E27FC236}">
                <a16:creationId xmlns:a16="http://schemas.microsoft.com/office/drawing/2014/main" id="{8C59C75C-3EEF-4E03-9A67-E40951AC1B99}"/>
              </a:ext>
            </a:extLst>
          </p:cNvPr>
          <p:cNvSpPr>
            <a:spLocks noGrp="1"/>
          </p:cNvSpPr>
          <p:nvPr/>
        </p:nvSpPr>
        <p:spPr>
          <a:xfrm>
            <a:off x="36004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7" name="unit-2">
            <a:extLst>
              <a:ext uri="{FF2B5EF4-FFF2-40B4-BE49-F238E27FC236}">
                <a16:creationId xmlns:a16="http://schemas.microsoft.com/office/drawing/2014/main" id="{93C10014-93A2-44F7-9654-47095821C57E}"/>
              </a:ext>
            </a:extLst>
          </p:cNvPr>
          <p:cNvSpPr>
            <a:spLocks noGrp="1"/>
          </p:cNvSpPr>
          <p:nvPr/>
        </p:nvSpPr>
        <p:spPr>
          <a:xfrm>
            <a:off x="6210300" y="2247900"/>
            <a:ext cx="2552700" cy="2609850"/>
          </a:xfrm>
          <a:prstGeom prst="rect">
            <a:avLst/>
          </a:prstGeom>
          <a:solidFill>
            <a:srgbClr val="F4F6F7"/>
          </a:solidFill>
          <a:ln w="9525">
            <a:solidFill>
              <a:srgbClr val="CCCCCC"/>
            </a:solidFill>
          </a:ln>
        </p:spPr>
      </p:sp>
      <p:sp>
        <p:nvSpPr>
          <p:cNvPr id="18" name="call-2">
            <a:extLst>
              <a:ext uri="{FF2B5EF4-FFF2-40B4-BE49-F238E27FC236}">
                <a16:creationId xmlns:a16="http://schemas.microsoft.com/office/drawing/2014/main" id="{F5B7AC4E-CC51-4419-9EE8-1CB0FBDC0AD7}"/>
              </a:ext>
            </a:extLst>
          </p:cNvPr>
          <p:cNvSpPr>
            <a:spLocks noGrp="1"/>
          </p:cNvSpPr>
          <p:nvPr/>
        </p:nvSpPr>
        <p:spPr>
          <a:xfrm>
            <a:off x="64008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(5, 0, 1)</a:t>
            </a:r>
          </a:p>
        </p:txBody>
      </p:sp>
      <p:sp>
        <p:nvSpPr>
          <p:cNvPr id="19" name="color-2">
            <a:extLst>
              <a:ext uri="{FF2B5EF4-FFF2-40B4-BE49-F238E27FC236}">
                <a16:creationId xmlns:a16="http://schemas.microsoft.com/office/drawing/2014/main" id="{3FEEF290-76B5-4BEF-BF13-107BE8BF3152}"/>
              </a:ext>
            </a:extLst>
          </p:cNvPr>
          <p:cNvSpPr>
            <a:spLocks noGrp="1"/>
          </p:cNvSpPr>
          <p:nvPr/>
        </p:nvSpPr>
        <p:spPr>
          <a:xfrm>
            <a:off x="6972300" y="3124200"/>
            <a:ext cx="1028700" cy="1028700"/>
          </a:xfrm>
          <a:prstGeom prst="rect">
            <a:avLst/>
          </a:prstGeom>
          <a:solidFill>
            <a:srgbClr val="FFFFFF"/>
          </a:solidFill>
          <a:ln w="9525">
            <a:solidFill>
              <a:srgbClr val="98A1AA"/>
            </a:solidFill>
          </a:ln>
        </p:spPr>
      </p:sp>
      <p:sp>
        <p:nvSpPr>
          <p:cNvPr id="20" name="color-text-2">
            <a:extLst>
              <a:ext uri="{FF2B5EF4-FFF2-40B4-BE49-F238E27FC236}">
                <a16:creationId xmlns:a16="http://schemas.microsoft.com/office/drawing/2014/main" id="{71481B45-C086-401F-9BE7-1C9ED0BA3303}"/>
              </a:ext>
            </a:extLst>
          </p:cNvPr>
          <p:cNvSpPr>
            <a:spLocks noGrp="1"/>
          </p:cNvSpPr>
          <p:nvPr/>
        </p:nvSpPr>
        <p:spPr>
          <a:xfrm>
            <a:off x="69723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21" name="return-2">
            <a:extLst>
              <a:ext uri="{FF2B5EF4-FFF2-40B4-BE49-F238E27FC236}">
                <a16:creationId xmlns:a16="http://schemas.microsoft.com/office/drawing/2014/main" id="{EC818768-5696-491B-85E4-508501408D03}"/>
              </a:ext>
            </a:extLst>
          </p:cNvPr>
          <p:cNvSpPr>
            <a:spLocks noGrp="1"/>
          </p:cNvSpPr>
          <p:nvPr/>
        </p:nvSpPr>
        <p:spPr>
          <a:xfrm>
            <a:off x="64008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22" name="unit-3">
            <a:extLst>
              <a:ext uri="{FF2B5EF4-FFF2-40B4-BE49-F238E27FC236}">
                <a16:creationId xmlns:a16="http://schemas.microsoft.com/office/drawing/2014/main" id="{226DDC8B-8E0E-49BE-8DC2-E4DA45D6BB8C}"/>
              </a:ext>
            </a:extLst>
          </p:cNvPr>
          <p:cNvSpPr>
            <a:spLocks noGrp="1"/>
          </p:cNvSpPr>
          <p:nvPr/>
        </p:nvSpPr>
        <p:spPr>
          <a:xfrm>
            <a:off x="9010650" y="2247900"/>
            <a:ext cx="2552700" cy="2609850"/>
          </a:xfrm>
          <a:prstGeom prst="rect">
            <a:avLst/>
          </a:prstGeom>
          <a:solidFill>
            <a:srgbClr val="F4F6F7"/>
          </a:solidFill>
          <a:ln w="9525">
            <a:solidFill>
              <a:srgbClr val="CCCCCC"/>
            </a:solidFill>
          </a:ln>
        </p:spPr>
      </p:sp>
      <p:sp>
        <p:nvSpPr>
          <p:cNvPr id="23" name="call-3">
            <a:extLst>
              <a:ext uri="{FF2B5EF4-FFF2-40B4-BE49-F238E27FC236}">
                <a16:creationId xmlns:a16="http://schemas.microsoft.com/office/drawing/2014/main" id="{AB0A68C8-80F0-4DBE-AA6F-A946E8F2B1B1}"/>
              </a:ext>
            </a:extLst>
          </p:cNvPr>
          <p:cNvSpPr>
            <a:spLocks noGrp="1"/>
          </p:cNvSpPr>
          <p:nvPr/>
        </p:nvSpPr>
        <p:spPr>
          <a:xfrm>
            <a:off x="92011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(5, 1, 1)</a:t>
            </a:r>
          </a:p>
        </p:txBody>
      </p:sp>
      <p:sp>
        <p:nvSpPr>
          <p:cNvPr id="24" name="color-3">
            <a:extLst>
              <a:ext uri="{FF2B5EF4-FFF2-40B4-BE49-F238E27FC236}">
                <a16:creationId xmlns:a16="http://schemas.microsoft.com/office/drawing/2014/main" id="{4A8BF89F-E8A1-405C-AE26-F4DCBB484824}"/>
              </a:ext>
            </a:extLst>
          </p:cNvPr>
          <p:cNvSpPr>
            <a:spLocks noGrp="1"/>
          </p:cNvSpPr>
          <p:nvPr/>
        </p:nvSpPr>
        <p:spPr>
          <a:xfrm>
            <a:off x="9772650" y="3124200"/>
            <a:ext cx="1028700" cy="1028700"/>
          </a:xfrm>
          <a:prstGeom prst="rect">
            <a:avLst/>
          </a:prstGeom>
          <a:solidFill>
            <a:srgbClr val="303841"/>
          </a:solidFill>
          <a:ln w="9525">
            <a:solidFill>
              <a:srgbClr val="98A1AA"/>
            </a:solidFill>
          </a:ln>
        </p:spPr>
      </p:sp>
      <p:sp>
        <p:nvSpPr>
          <p:cNvPr id="25" name="color-text-3">
            <a:extLst>
              <a:ext uri="{FF2B5EF4-FFF2-40B4-BE49-F238E27FC236}">
                <a16:creationId xmlns:a16="http://schemas.microsoft.com/office/drawing/2014/main" id="{EAA4DD09-A782-4321-A180-6C35143BB981}"/>
              </a:ext>
            </a:extLst>
          </p:cNvPr>
          <p:cNvSpPr>
            <a:spLocks noGrp="1"/>
          </p:cNvSpPr>
          <p:nvPr/>
        </p:nvSpPr>
        <p:spPr>
          <a:xfrm>
            <a:off x="9772650" y="3324225"/>
            <a:ext cx="1028700" cy="628650"/>
          </a:xfrm>
          <a:prstGeom prst="rect">
            <a:avLst/>
          </a:prstGeom>
          <a:noFill/>
          <a:ln w="0">
            <a:noFill/>
          </a:ln>
        </p:spPr>
        <p:txBody>
          <a:bodyPr wrap="none" lIns="0" tIns="0" rIns="0" bIns="0" anchor="t">
            <a:noAutofit/>
          </a:bodyPr>
          <a:lstStyle>
            <a:defPPr algn="ctr">
              <a:defRPr sz="3225" b="0">
                <a:solidFill>
                  <a:srgbClr val="FFFFFF"/>
                </a:solidFill>
                <a:latin typeface="Consolas"/>
                <a:ea typeface="Consolas"/>
                <a:cs typeface="Consolas"/>
              </a:defRPr>
            </a:defPPr>
          </a:lstStyle>
          <a:p>
            <a:pPr algn="ctr">
              <a:lnSpc>
                <a:spcPct val="112000"/>
              </a:lnSpc>
              <a:buNone/>
              <a:defRPr sz="3225" b="0">
                <a:solidFill>
                  <a:srgbClr val="FFFFFF"/>
                </a:solidFill>
                <a:latin typeface="Consolas"/>
                <a:ea typeface="Consolas"/>
                <a:cs typeface="Consolas"/>
              </a:defRPr>
            </a:pPr>
            <a:r>
              <a:rPr sz="3225" b="0">
                <a:solidFill>
                  <a:srgbClr val="FFFFFF"/>
                </a:solidFill>
                <a:latin typeface="Consolas"/>
                <a:ea typeface="Consolas"/>
                <a:cs typeface="Consolas"/>
              </a:rPr>
              <a:t>1</a:t>
            </a:r>
          </a:p>
        </p:txBody>
      </p:sp>
      <p:sp>
        <p:nvSpPr>
          <p:cNvPr id="26" name="return-3">
            <a:extLst>
              <a:ext uri="{FF2B5EF4-FFF2-40B4-BE49-F238E27FC236}">
                <a16:creationId xmlns:a16="http://schemas.microsoft.com/office/drawing/2014/main" id="{109C7225-E25B-4859-BCF2-F2D2228E1340}"/>
              </a:ext>
            </a:extLst>
          </p:cNvPr>
          <p:cNvSpPr>
            <a:spLocks noGrp="1"/>
          </p:cNvSpPr>
          <p:nvPr/>
        </p:nvSpPr>
        <p:spPr>
          <a:xfrm>
            <a:off x="92011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"1"</a:t>
            </a:r>
          </a:p>
        </p:txBody>
      </p:sp>
      <p:sp>
        <p:nvSpPr>
          <p:cNvPr id="27" name="caption">
            <a:extLst>
              <a:ext uri="{FF2B5EF4-FFF2-40B4-BE49-F238E27FC236}">
                <a16:creationId xmlns:a16="http://schemas.microsoft.com/office/drawing/2014/main" id="{A0BFA94F-7A2E-41A0-A9B3-3CA3B8718D0E}"/>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한 칸은 반드시 균일합니다. 크기 1 아래로는 더 나누지 않습니다.</a:t>
            </a:r>
          </a:p>
        </p:txBody>
      </p:sp>
    </p:spTree>
    <p:extLst>
      <p:ext uri="{BB962C8B-B14F-4D97-AF65-F5344CB8AC3E}">
        <p14:creationId xmlns:p14="http://schemas.microsoft.com/office/powerpoint/2010/main" val="122788921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8A1F5467-9528-40B3-BE90-50879A2A5C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0D296599-1568-4742-8373-FC37FC8F27E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420D56-3B73-46BD-8575-78BCB461D6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2×2의 답: (0001)을 반환합니다</a:t>
            </a:r>
          </a:p>
        </p:txBody>
      </p:sp>
      <p:sp>
        <p:nvSpPr>
          <p:cNvPr id="4" name="line-868">
            <a:extLst>
              <a:ext uri="{FF2B5EF4-FFF2-40B4-BE49-F238E27FC236}">
                <a16:creationId xmlns:a16="http://schemas.microsoft.com/office/drawing/2014/main" id="{784DDFBF-EAE0-458A-B96B-098676C2F90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2E6D297-5092-4433-9F0F-5B1201CECA9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EB76BBE-C489-49E4-ADD6-86E6555D94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199</a:t>
            </a:r>
            <a:endParaRPr sz="1050" b="0">
              <a:solidFill>
                <a:srgbClr val="151515"/>
              </a:solidFill>
              <a:latin typeface="Consolas"/>
              <a:ea typeface="Consolas"/>
              <a:cs typeface="Consolas"/>
            </a:endParaRPr>
          </a:p>
        </p:txBody>
      </p:sp>
      <p:sp>
        <p:nvSpPr>
          <p:cNvPr id="7" name="pixel-869">
            <a:extLst>
              <a:ext uri="{FF2B5EF4-FFF2-40B4-BE49-F238E27FC236}">
                <a16:creationId xmlns:a16="http://schemas.microsoft.com/office/drawing/2014/main" id="{CFC00971-F49C-471D-AE2E-8D54E173A86C}"/>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70">
            <a:extLst>
              <a:ext uri="{FF2B5EF4-FFF2-40B4-BE49-F238E27FC236}">
                <a16:creationId xmlns:a16="http://schemas.microsoft.com/office/drawing/2014/main" id="{AF546359-5B7A-4E1E-80DB-AB838B366027}"/>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71">
            <a:extLst>
              <a:ext uri="{FF2B5EF4-FFF2-40B4-BE49-F238E27FC236}">
                <a16:creationId xmlns:a16="http://schemas.microsoft.com/office/drawing/2014/main" id="{39AB4227-A3BD-4F48-A476-27C9195159CB}"/>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72">
            <a:extLst>
              <a:ext uri="{FF2B5EF4-FFF2-40B4-BE49-F238E27FC236}">
                <a16:creationId xmlns:a16="http://schemas.microsoft.com/office/drawing/2014/main" id="{3BF8B347-B086-4FC8-A7C6-08DEF79927EB}"/>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73">
            <a:extLst>
              <a:ext uri="{FF2B5EF4-FFF2-40B4-BE49-F238E27FC236}">
                <a16:creationId xmlns:a16="http://schemas.microsoft.com/office/drawing/2014/main" id="{1E5F4E2C-EDA3-43B5-843C-AC64B27CED13}"/>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74">
            <a:extLst>
              <a:ext uri="{FF2B5EF4-FFF2-40B4-BE49-F238E27FC236}">
                <a16:creationId xmlns:a16="http://schemas.microsoft.com/office/drawing/2014/main" id="{6167CB09-3332-4739-9D67-85080E5E2B09}"/>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75">
            <a:extLst>
              <a:ext uri="{FF2B5EF4-FFF2-40B4-BE49-F238E27FC236}">
                <a16:creationId xmlns:a16="http://schemas.microsoft.com/office/drawing/2014/main" id="{57416E0D-634D-468B-AB23-885A29D0A3DC}"/>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76">
            <a:extLst>
              <a:ext uri="{FF2B5EF4-FFF2-40B4-BE49-F238E27FC236}">
                <a16:creationId xmlns:a16="http://schemas.microsoft.com/office/drawing/2014/main" id="{AF09E90A-B296-4606-9356-C4A6B058E87F}"/>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77">
            <a:extLst>
              <a:ext uri="{FF2B5EF4-FFF2-40B4-BE49-F238E27FC236}">
                <a16:creationId xmlns:a16="http://schemas.microsoft.com/office/drawing/2014/main" id="{B1F86BB2-5C0F-43C4-B83C-144677DE9939}"/>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78">
            <a:extLst>
              <a:ext uri="{FF2B5EF4-FFF2-40B4-BE49-F238E27FC236}">
                <a16:creationId xmlns:a16="http://schemas.microsoft.com/office/drawing/2014/main" id="{98636053-B7F0-45A0-A844-3C39F4D861EC}"/>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79">
            <a:extLst>
              <a:ext uri="{FF2B5EF4-FFF2-40B4-BE49-F238E27FC236}">
                <a16:creationId xmlns:a16="http://schemas.microsoft.com/office/drawing/2014/main" id="{1334C581-FC0C-4F1F-A9C2-3570A92AAED2}"/>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80">
            <a:extLst>
              <a:ext uri="{FF2B5EF4-FFF2-40B4-BE49-F238E27FC236}">
                <a16:creationId xmlns:a16="http://schemas.microsoft.com/office/drawing/2014/main" id="{A377EB71-67A0-4462-BFED-E7D1ED9B66E8}"/>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81">
            <a:extLst>
              <a:ext uri="{FF2B5EF4-FFF2-40B4-BE49-F238E27FC236}">
                <a16:creationId xmlns:a16="http://schemas.microsoft.com/office/drawing/2014/main" id="{E3A2DD68-380A-46B2-A7C5-A0963B586AA3}"/>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82">
            <a:extLst>
              <a:ext uri="{FF2B5EF4-FFF2-40B4-BE49-F238E27FC236}">
                <a16:creationId xmlns:a16="http://schemas.microsoft.com/office/drawing/2014/main" id="{61025307-FEFE-49B7-BCE9-76762199035F}"/>
              </a:ext>
            </a:extLst>
          </p:cNvPr>
          <p:cNvSpPr>
            <a:spLocks noGrp="1"/>
          </p:cNvSpPr>
          <p:nvPr/>
        </p:nvSpPr>
        <p:spPr>
          <a:xfrm>
            <a:off x="2619375" y="2314575"/>
            <a:ext cx="19050" cy="2743200"/>
          </a:xfrm>
          <a:prstGeom prst="rect">
            <a:avLst/>
          </a:prstGeom>
          <a:solidFill>
            <a:srgbClr val="146995"/>
          </a:solidFill>
          <a:ln w="0">
            <a:noFill/>
          </a:ln>
        </p:spPr>
      </p:sp>
      <p:sp>
        <p:nvSpPr>
          <p:cNvPr id="21" name="line-883">
            <a:extLst>
              <a:ext uri="{FF2B5EF4-FFF2-40B4-BE49-F238E27FC236}">
                <a16:creationId xmlns:a16="http://schemas.microsoft.com/office/drawing/2014/main" id="{118A0D78-4960-4DDA-AC74-4D41FFDCDF4D}"/>
              </a:ext>
            </a:extLst>
          </p:cNvPr>
          <p:cNvSpPr>
            <a:spLocks noGrp="1"/>
          </p:cNvSpPr>
          <p:nvPr/>
        </p:nvSpPr>
        <p:spPr>
          <a:xfrm>
            <a:off x="1257300" y="3676650"/>
            <a:ext cx="2743200" cy="19050"/>
          </a:xfrm>
          <a:prstGeom prst="rect">
            <a:avLst/>
          </a:prstGeom>
          <a:solidFill>
            <a:srgbClr val="146995"/>
          </a:solidFill>
          <a:ln w="0">
            <a:noFill/>
          </a:ln>
        </p:spPr>
      </p:sp>
      <p:sp>
        <p:nvSpPr>
          <p:cNvPr id="22" name="prose-884">
            <a:extLst>
              <a:ext uri="{FF2B5EF4-FFF2-40B4-BE49-F238E27FC236}">
                <a16:creationId xmlns:a16="http://schemas.microsoft.com/office/drawing/2014/main" id="{DE84D4EB-3710-422D-9934-E36284BD95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번째 층의 혼합 영역</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여는 괄호: (</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자식 결과: 0 0 0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닫는 괄호: )</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합치면 "(0001)"</a:t>
            </a:r>
          </a:p>
        </p:txBody>
      </p:sp>
      <p:sp>
        <p:nvSpPr>
          <p:cNvPr id="23" name="banner-885">
            <a:extLst>
              <a:ext uri="{FF2B5EF4-FFF2-40B4-BE49-F238E27FC236}">
                <a16:creationId xmlns:a16="http://schemas.microsoft.com/office/drawing/2014/main" id="{0C65639D-F7E4-4893-91C6-3EEC4ED7A336}"/>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86">
            <a:extLst>
              <a:ext uri="{FF2B5EF4-FFF2-40B4-BE49-F238E27FC236}">
                <a16:creationId xmlns:a16="http://schemas.microsoft.com/office/drawing/2014/main" id="{AB1B4242-E2E2-4655-A805-D23B4F01390D}"/>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좌하 4×4의 첫 자식 답: (0001)</a:t>
            </a:r>
          </a:p>
        </p:txBody>
      </p:sp>
      <p:sp>
        <p:nvSpPr>
          <p:cNvPr id="25" name="caption">
            <a:extLst>
              <a:ext uri="{FF2B5EF4-FFF2-40B4-BE49-F238E27FC236}">
                <a16:creationId xmlns:a16="http://schemas.microsoft.com/office/drawing/2014/main" id="{37A9409B-E0DA-4B58-A5B5-F2B2EC80CAF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92703919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541FD8D1-A14E-4F66-93B4-A017484A415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4848D2A-389E-4432-93E4-EC0AE110B3C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9F88429-92C4-45B6-9D8A-E04019A836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나머지 세 영역은 모두 0입니다</a:t>
            </a:r>
          </a:p>
        </p:txBody>
      </p:sp>
      <p:sp>
        <p:nvSpPr>
          <p:cNvPr id="4" name="line-887">
            <a:extLst>
              <a:ext uri="{FF2B5EF4-FFF2-40B4-BE49-F238E27FC236}">
                <a16:creationId xmlns:a16="http://schemas.microsoft.com/office/drawing/2014/main" id="{3F536ACB-1891-4B1B-9272-93DF60B22F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E962002-2169-42A9-810F-9B41E1015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9EFD9E9-EE4E-4D80-ABCD-1CB4C673CA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200</a:t>
            </a:r>
            <a:endParaRPr sz="1050" b="0">
              <a:solidFill>
                <a:srgbClr val="151515"/>
              </a:solidFill>
              <a:latin typeface="Consolas"/>
              <a:ea typeface="Consolas"/>
              <a:cs typeface="Consolas"/>
            </a:endParaRPr>
          </a:p>
        </p:txBody>
      </p:sp>
      <p:sp>
        <p:nvSpPr>
          <p:cNvPr id="7" name="pixel-888">
            <a:extLst>
              <a:ext uri="{FF2B5EF4-FFF2-40B4-BE49-F238E27FC236}">
                <a16:creationId xmlns:a16="http://schemas.microsoft.com/office/drawing/2014/main" id="{7A0AD835-B084-4C52-88C9-F12994D65173}"/>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89">
            <a:extLst>
              <a:ext uri="{FF2B5EF4-FFF2-40B4-BE49-F238E27FC236}">
                <a16:creationId xmlns:a16="http://schemas.microsoft.com/office/drawing/2014/main" id="{6E3831C4-753D-4FE3-A9BA-0316F2CDFAC0}"/>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90">
            <a:extLst>
              <a:ext uri="{FF2B5EF4-FFF2-40B4-BE49-F238E27FC236}">
                <a16:creationId xmlns:a16="http://schemas.microsoft.com/office/drawing/2014/main" id="{8A80BA8F-21F6-43F4-B713-FC44F26921D4}"/>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91">
            <a:extLst>
              <a:ext uri="{FF2B5EF4-FFF2-40B4-BE49-F238E27FC236}">
                <a16:creationId xmlns:a16="http://schemas.microsoft.com/office/drawing/2014/main" id="{65F2F3F4-8316-42E4-B670-60F0829A11A1}"/>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92">
            <a:extLst>
              <a:ext uri="{FF2B5EF4-FFF2-40B4-BE49-F238E27FC236}">
                <a16:creationId xmlns:a16="http://schemas.microsoft.com/office/drawing/2014/main" id="{10F94705-7EB7-4DAB-9215-E3AB8916C97A}"/>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93">
            <a:extLst>
              <a:ext uri="{FF2B5EF4-FFF2-40B4-BE49-F238E27FC236}">
                <a16:creationId xmlns:a16="http://schemas.microsoft.com/office/drawing/2014/main" id="{AE0A23F9-6D0F-4DD7-B5B7-B1ED932DAD05}"/>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94">
            <a:extLst>
              <a:ext uri="{FF2B5EF4-FFF2-40B4-BE49-F238E27FC236}">
                <a16:creationId xmlns:a16="http://schemas.microsoft.com/office/drawing/2014/main" id="{C675E688-CC5E-416B-90F4-BC6CB1784DBA}"/>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95">
            <a:extLst>
              <a:ext uri="{FF2B5EF4-FFF2-40B4-BE49-F238E27FC236}">
                <a16:creationId xmlns:a16="http://schemas.microsoft.com/office/drawing/2014/main" id="{5210C01D-D599-49D1-B2E3-66951C7F113B}"/>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96">
            <a:extLst>
              <a:ext uri="{FF2B5EF4-FFF2-40B4-BE49-F238E27FC236}">
                <a16:creationId xmlns:a16="http://schemas.microsoft.com/office/drawing/2014/main" id="{C8F0B9F1-89E0-4605-B8FF-1F553E650579}"/>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97">
            <a:extLst>
              <a:ext uri="{FF2B5EF4-FFF2-40B4-BE49-F238E27FC236}">
                <a16:creationId xmlns:a16="http://schemas.microsoft.com/office/drawing/2014/main" id="{F895CFD8-435C-4C74-B330-54A488CFDC86}"/>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98">
            <a:extLst>
              <a:ext uri="{FF2B5EF4-FFF2-40B4-BE49-F238E27FC236}">
                <a16:creationId xmlns:a16="http://schemas.microsoft.com/office/drawing/2014/main" id="{C799682C-66C1-4CEE-8215-11D931E1D7AF}"/>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99">
            <a:extLst>
              <a:ext uri="{FF2B5EF4-FFF2-40B4-BE49-F238E27FC236}">
                <a16:creationId xmlns:a16="http://schemas.microsoft.com/office/drawing/2014/main" id="{7218F127-8BC3-45B9-9211-99BE0163A596}"/>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00">
            <a:extLst>
              <a:ext uri="{FF2B5EF4-FFF2-40B4-BE49-F238E27FC236}">
                <a16:creationId xmlns:a16="http://schemas.microsoft.com/office/drawing/2014/main" id="{B137C50A-4674-4190-BE9F-B740F1243C2A}"/>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01">
            <a:extLst>
              <a:ext uri="{FF2B5EF4-FFF2-40B4-BE49-F238E27FC236}">
                <a16:creationId xmlns:a16="http://schemas.microsoft.com/office/drawing/2014/main" id="{2D14B01D-D440-4468-A13B-08296FF55DA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02">
            <a:extLst>
              <a:ext uri="{FF2B5EF4-FFF2-40B4-BE49-F238E27FC236}">
                <a16:creationId xmlns:a16="http://schemas.microsoft.com/office/drawing/2014/main" id="{9B15B22E-3AD9-4D0A-AD81-8D6C67B0FB0B}"/>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03">
            <a:extLst>
              <a:ext uri="{FF2B5EF4-FFF2-40B4-BE49-F238E27FC236}">
                <a16:creationId xmlns:a16="http://schemas.microsoft.com/office/drawing/2014/main" id="{07D6153A-F428-44CC-B9F3-C7AE8624EB64}"/>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04">
            <a:extLst>
              <a:ext uri="{FF2B5EF4-FFF2-40B4-BE49-F238E27FC236}">
                <a16:creationId xmlns:a16="http://schemas.microsoft.com/office/drawing/2014/main" id="{0927D6EC-CA71-434F-B98D-37F449CD4B3C}"/>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05">
            <a:extLst>
              <a:ext uri="{FF2B5EF4-FFF2-40B4-BE49-F238E27FC236}">
                <a16:creationId xmlns:a16="http://schemas.microsoft.com/office/drawing/2014/main" id="{3AA76532-119D-4174-8C78-98817E717F3B}"/>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06">
            <a:extLst>
              <a:ext uri="{FF2B5EF4-FFF2-40B4-BE49-F238E27FC236}">
                <a16:creationId xmlns:a16="http://schemas.microsoft.com/office/drawing/2014/main" id="{8F6E6A8D-27EE-40F4-AC7D-7D03AEEC00E0}"/>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07">
            <a:extLst>
              <a:ext uri="{FF2B5EF4-FFF2-40B4-BE49-F238E27FC236}">
                <a16:creationId xmlns:a16="http://schemas.microsoft.com/office/drawing/2014/main" id="{F2FFD67F-AC9A-44DC-B066-0EA71126C4C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08">
            <a:extLst>
              <a:ext uri="{FF2B5EF4-FFF2-40B4-BE49-F238E27FC236}">
                <a16:creationId xmlns:a16="http://schemas.microsoft.com/office/drawing/2014/main" id="{495A392C-1E46-41E1-BDFC-5C1721D24431}"/>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09">
            <a:extLst>
              <a:ext uri="{FF2B5EF4-FFF2-40B4-BE49-F238E27FC236}">
                <a16:creationId xmlns:a16="http://schemas.microsoft.com/office/drawing/2014/main" id="{8352E553-D13C-420E-B6AB-AABF0458EC8E}"/>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10">
            <a:extLst>
              <a:ext uri="{FF2B5EF4-FFF2-40B4-BE49-F238E27FC236}">
                <a16:creationId xmlns:a16="http://schemas.microsoft.com/office/drawing/2014/main" id="{DAD5AD97-1770-47F5-ABFB-C289E2BAFA57}"/>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11">
            <a:extLst>
              <a:ext uri="{FF2B5EF4-FFF2-40B4-BE49-F238E27FC236}">
                <a16:creationId xmlns:a16="http://schemas.microsoft.com/office/drawing/2014/main" id="{25D4E98B-B1C5-4DE4-821C-07214A75111E}"/>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12">
            <a:extLst>
              <a:ext uri="{FF2B5EF4-FFF2-40B4-BE49-F238E27FC236}">
                <a16:creationId xmlns:a16="http://schemas.microsoft.com/office/drawing/2014/main" id="{64BC6FB6-3A86-477F-A367-CEC9DB288E0B}"/>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13">
            <a:extLst>
              <a:ext uri="{FF2B5EF4-FFF2-40B4-BE49-F238E27FC236}">
                <a16:creationId xmlns:a16="http://schemas.microsoft.com/office/drawing/2014/main" id="{C63C91DE-5713-4868-AFC6-E6E80E941C75}"/>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14">
            <a:extLst>
              <a:ext uri="{FF2B5EF4-FFF2-40B4-BE49-F238E27FC236}">
                <a16:creationId xmlns:a16="http://schemas.microsoft.com/office/drawing/2014/main" id="{6B6B51B2-7931-4396-A1E6-9D84E4AAC54C}"/>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15">
            <a:extLst>
              <a:ext uri="{FF2B5EF4-FFF2-40B4-BE49-F238E27FC236}">
                <a16:creationId xmlns:a16="http://schemas.microsoft.com/office/drawing/2014/main" id="{75C13B50-3646-43F0-B2F4-2FC1D65CE23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16">
            <a:extLst>
              <a:ext uri="{FF2B5EF4-FFF2-40B4-BE49-F238E27FC236}">
                <a16:creationId xmlns:a16="http://schemas.microsoft.com/office/drawing/2014/main" id="{93B7CF56-8315-4597-B61C-525D238A0EC3}"/>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17">
            <a:extLst>
              <a:ext uri="{FF2B5EF4-FFF2-40B4-BE49-F238E27FC236}">
                <a16:creationId xmlns:a16="http://schemas.microsoft.com/office/drawing/2014/main" id="{546EFA5C-CEEA-465D-827C-948BDAEDB5B8}"/>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18">
            <a:extLst>
              <a:ext uri="{FF2B5EF4-FFF2-40B4-BE49-F238E27FC236}">
                <a16:creationId xmlns:a16="http://schemas.microsoft.com/office/drawing/2014/main" id="{1A58974E-18BA-4BE9-8A6D-A4BE29C2C518}"/>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19">
            <a:extLst>
              <a:ext uri="{FF2B5EF4-FFF2-40B4-BE49-F238E27FC236}">
                <a16:creationId xmlns:a16="http://schemas.microsoft.com/office/drawing/2014/main" id="{21E155AB-B19F-4169-A10C-F4840EF9F91F}"/>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20">
            <a:extLst>
              <a:ext uri="{FF2B5EF4-FFF2-40B4-BE49-F238E27FC236}">
                <a16:creationId xmlns:a16="http://schemas.microsoft.com/office/drawing/2014/main" id="{33DE1FA9-3C81-4117-825A-C96D39DF0BB8}"/>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21">
            <a:extLst>
              <a:ext uri="{FF2B5EF4-FFF2-40B4-BE49-F238E27FC236}">
                <a16:creationId xmlns:a16="http://schemas.microsoft.com/office/drawing/2014/main" id="{F5BC124F-8895-460B-8B1C-FA61FF84D6D5}"/>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22">
            <a:extLst>
              <a:ext uri="{FF2B5EF4-FFF2-40B4-BE49-F238E27FC236}">
                <a16:creationId xmlns:a16="http://schemas.microsoft.com/office/drawing/2014/main" id="{2AE01536-FE8E-4994-A860-E44FBE79726F}"/>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23">
            <a:extLst>
              <a:ext uri="{FF2B5EF4-FFF2-40B4-BE49-F238E27FC236}">
                <a16:creationId xmlns:a16="http://schemas.microsoft.com/office/drawing/2014/main" id="{1E5EB77F-58D4-4CD4-B4D9-9A3B9862A55A}"/>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24">
            <a:extLst>
              <a:ext uri="{FF2B5EF4-FFF2-40B4-BE49-F238E27FC236}">
                <a16:creationId xmlns:a16="http://schemas.microsoft.com/office/drawing/2014/main" id="{D521CCD7-BC87-4570-A83B-39C6AB7C5249}"/>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25">
            <a:extLst>
              <a:ext uri="{FF2B5EF4-FFF2-40B4-BE49-F238E27FC236}">
                <a16:creationId xmlns:a16="http://schemas.microsoft.com/office/drawing/2014/main" id="{769D8F33-CC48-4498-8E04-40D5FB2BB048}"/>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26">
            <a:extLst>
              <a:ext uri="{FF2B5EF4-FFF2-40B4-BE49-F238E27FC236}">
                <a16:creationId xmlns:a16="http://schemas.microsoft.com/office/drawing/2014/main" id="{0AFFE5B3-F373-4029-AF3F-98CF88B6D4CB}"/>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27">
            <a:extLst>
              <a:ext uri="{FF2B5EF4-FFF2-40B4-BE49-F238E27FC236}">
                <a16:creationId xmlns:a16="http://schemas.microsoft.com/office/drawing/2014/main" id="{8B468956-E324-4626-8946-0EC885C4FD39}"/>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28">
            <a:extLst>
              <a:ext uri="{FF2B5EF4-FFF2-40B4-BE49-F238E27FC236}">
                <a16:creationId xmlns:a16="http://schemas.microsoft.com/office/drawing/2014/main" id="{A8156B6B-C565-4C2A-AB69-ADAD58BDB6E1}"/>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29">
            <a:extLst>
              <a:ext uri="{FF2B5EF4-FFF2-40B4-BE49-F238E27FC236}">
                <a16:creationId xmlns:a16="http://schemas.microsoft.com/office/drawing/2014/main" id="{A5D6D794-0C6C-4BB8-BE16-4C9A8859239D}"/>
              </a:ext>
            </a:extLst>
          </p:cNvPr>
          <p:cNvSpPr>
            <a:spLocks noGrp="1"/>
          </p:cNvSpPr>
          <p:nvPr/>
        </p:nvSpPr>
        <p:spPr>
          <a:xfrm>
            <a:off x="2619375" y="2162175"/>
            <a:ext cx="19050" cy="3314700"/>
          </a:xfrm>
          <a:prstGeom prst="rect">
            <a:avLst/>
          </a:prstGeom>
          <a:solidFill>
            <a:srgbClr val="146995"/>
          </a:solidFill>
          <a:ln w="0">
            <a:noFill/>
          </a:ln>
        </p:spPr>
      </p:sp>
      <p:sp>
        <p:nvSpPr>
          <p:cNvPr id="49" name="line-930">
            <a:extLst>
              <a:ext uri="{FF2B5EF4-FFF2-40B4-BE49-F238E27FC236}">
                <a16:creationId xmlns:a16="http://schemas.microsoft.com/office/drawing/2014/main" id="{18CC3C72-57A4-4908-8DB4-8E7EA80F0DD8}"/>
              </a:ext>
            </a:extLst>
          </p:cNvPr>
          <p:cNvSpPr>
            <a:spLocks noGrp="1"/>
          </p:cNvSpPr>
          <p:nvPr/>
        </p:nvSpPr>
        <p:spPr>
          <a:xfrm>
            <a:off x="971550" y="3810000"/>
            <a:ext cx="3314700" cy="19050"/>
          </a:xfrm>
          <a:prstGeom prst="rect">
            <a:avLst/>
          </a:prstGeom>
          <a:solidFill>
            <a:srgbClr val="146995"/>
          </a:solidFill>
          <a:ln w="0">
            <a:noFill/>
          </a:ln>
        </p:spPr>
      </p:sp>
      <p:sp>
        <p:nvSpPr>
          <p:cNvPr id="50" name="prose-931">
            <a:extLst>
              <a:ext uri="{FF2B5EF4-FFF2-40B4-BE49-F238E27FC236}">
                <a16:creationId xmlns:a16="http://schemas.microsoft.com/office/drawing/2014/main" id="{AD0F9273-4FC0-441B-81CB-C74AB01995E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자식: (0001)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 "0"</a:t>
            </a:r>
          </a:p>
        </p:txBody>
      </p:sp>
      <p:sp>
        <p:nvSpPr>
          <p:cNvPr id="51" name="banner-932">
            <a:extLst>
              <a:ext uri="{FF2B5EF4-FFF2-40B4-BE49-F238E27FC236}">
                <a16:creationId xmlns:a16="http://schemas.microsoft.com/office/drawing/2014/main" id="{1CD94C77-D01E-47CB-8283-E248DF6B2F49}"/>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33">
            <a:extLst>
              <a:ext uri="{FF2B5EF4-FFF2-40B4-BE49-F238E27FC236}">
                <a16:creationId xmlns:a16="http://schemas.microsoft.com/office/drawing/2014/main" id="{2E263340-78E9-410B-96ED-1E4C850007B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답을 모두 받았습니다.</a:t>
            </a:r>
          </a:p>
        </p:txBody>
      </p:sp>
      <p:sp>
        <p:nvSpPr>
          <p:cNvPr id="53" name="caption">
            <a:extLst>
              <a:ext uri="{FF2B5EF4-FFF2-40B4-BE49-F238E27FC236}">
                <a16:creationId xmlns:a16="http://schemas.microsoft.com/office/drawing/2014/main" id="{00191B00-D910-4791-AECA-2C84E832B600}"/>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20615312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6A40B0D-366E-41A7-9988-B4C10D0E41C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16BC19E6-2B11-4647-857D-8D3EFCF901D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78461F4-9E8D-47D3-BCCB-7692A67675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 4×4의 답: ((0001)000)</a:t>
            </a:r>
          </a:p>
        </p:txBody>
      </p:sp>
      <p:sp>
        <p:nvSpPr>
          <p:cNvPr id="4" name="line-934">
            <a:extLst>
              <a:ext uri="{FF2B5EF4-FFF2-40B4-BE49-F238E27FC236}">
                <a16:creationId xmlns:a16="http://schemas.microsoft.com/office/drawing/2014/main" id="{6FEF0381-448A-45BD-BEA0-5F0E4801178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AC4A0E4-C0BA-411A-BACC-F8AEA3119AF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4F2CA1F-7DC5-47B6-9576-127C2E0849D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201</a:t>
            </a:r>
            <a:endParaRPr sz="1050" b="0">
              <a:solidFill>
                <a:srgbClr val="151515"/>
              </a:solidFill>
              <a:latin typeface="Consolas"/>
              <a:ea typeface="Consolas"/>
              <a:cs typeface="Consolas"/>
            </a:endParaRPr>
          </a:p>
        </p:txBody>
      </p:sp>
      <p:sp>
        <p:nvSpPr>
          <p:cNvPr id="7" name="pixel-935">
            <a:extLst>
              <a:ext uri="{FF2B5EF4-FFF2-40B4-BE49-F238E27FC236}">
                <a16:creationId xmlns:a16="http://schemas.microsoft.com/office/drawing/2014/main" id="{F4DC1227-AE9F-4EB0-A8AF-BA85A665BBDF}"/>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936">
            <a:extLst>
              <a:ext uri="{FF2B5EF4-FFF2-40B4-BE49-F238E27FC236}">
                <a16:creationId xmlns:a16="http://schemas.microsoft.com/office/drawing/2014/main" id="{E04F6B2B-9706-4192-AF70-DB77E6277E0C}"/>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937">
            <a:extLst>
              <a:ext uri="{FF2B5EF4-FFF2-40B4-BE49-F238E27FC236}">
                <a16:creationId xmlns:a16="http://schemas.microsoft.com/office/drawing/2014/main" id="{44C2235E-639E-431E-B49D-A83F7039A580}"/>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938">
            <a:extLst>
              <a:ext uri="{FF2B5EF4-FFF2-40B4-BE49-F238E27FC236}">
                <a16:creationId xmlns:a16="http://schemas.microsoft.com/office/drawing/2014/main" id="{0B207A8B-157B-4DD8-8932-6DE7ADB34F9E}"/>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939">
            <a:extLst>
              <a:ext uri="{FF2B5EF4-FFF2-40B4-BE49-F238E27FC236}">
                <a16:creationId xmlns:a16="http://schemas.microsoft.com/office/drawing/2014/main" id="{2E1ED3F0-0CEA-427E-B9E9-1540150FBF1B}"/>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940">
            <a:extLst>
              <a:ext uri="{FF2B5EF4-FFF2-40B4-BE49-F238E27FC236}">
                <a16:creationId xmlns:a16="http://schemas.microsoft.com/office/drawing/2014/main" id="{C41C86D9-6591-4D3E-B110-1459C44BC42A}"/>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941">
            <a:extLst>
              <a:ext uri="{FF2B5EF4-FFF2-40B4-BE49-F238E27FC236}">
                <a16:creationId xmlns:a16="http://schemas.microsoft.com/office/drawing/2014/main" id="{FE296893-8C0E-4ADB-A21C-0611AF0B1346}"/>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942">
            <a:extLst>
              <a:ext uri="{FF2B5EF4-FFF2-40B4-BE49-F238E27FC236}">
                <a16:creationId xmlns:a16="http://schemas.microsoft.com/office/drawing/2014/main" id="{7509E92D-E0C7-4EBA-85A1-37685F638227}"/>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943">
            <a:extLst>
              <a:ext uri="{FF2B5EF4-FFF2-40B4-BE49-F238E27FC236}">
                <a16:creationId xmlns:a16="http://schemas.microsoft.com/office/drawing/2014/main" id="{46458D29-2C2F-4223-8955-48DEE477D7E1}"/>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944">
            <a:extLst>
              <a:ext uri="{FF2B5EF4-FFF2-40B4-BE49-F238E27FC236}">
                <a16:creationId xmlns:a16="http://schemas.microsoft.com/office/drawing/2014/main" id="{5E7548A5-9BD6-48B9-9FB3-1299CFD8E31D}"/>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945">
            <a:extLst>
              <a:ext uri="{FF2B5EF4-FFF2-40B4-BE49-F238E27FC236}">
                <a16:creationId xmlns:a16="http://schemas.microsoft.com/office/drawing/2014/main" id="{FD6BF189-878D-47D8-BD23-E034CC916630}"/>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946">
            <a:extLst>
              <a:ext uri="{FF2B5EF4-FFF2-40B4-BE49-F238E27FC236}">
                <a16:creationId xmlns:a16="http://schemas.microsoft.com/office/drawing/2014/main" id="{E9CEECB5-7BEA-4FF2-BB44-E1F599F3924B}"/>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47">
            <a:extLst>
              <a:ext uri="{FF2B5EF4-FFF2-40B4-BE49-F238E27FC236}">
                <a16:creationId xmlns:a16="http://schemas.microsoft.com/office/drawing/2014/main" id="{69AC0E98-2DB9-4166-A493-16959064247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48">
            <a:extLst>
              <a:ext uri="{FF2B5EF4-FFF2-40B4-BE49-F238E27FC236}">
                <a16:creationId xmlns:a16="http://schemas.microsoft.com/office/drawing/2014/main" id="{99A6A76A-8ED9-417A-A217-BF73F31C43C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49">
            <a:extLst>
              <a:ext uri="{FF2B5EF4-FFF2-40B4-BE49-F238E27FC236}">
                <a16:creationId xmlns:a16="http://schemas.microsoft.com/office/drawing/2014/main" id="{1774373A-6CB3-4204-BD4D-0A7BC64FA663}"/>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50">
            <a:extLst>
              <a:ext uri="{FF2B5EF4-FFF2-40B4-BE49-F238E27FC236}">
                <a16:creationId xmlns:a16="http://schemas.microsoft.com/office/drawing/2014/main" id="{91E87A78-73BB-42C7-84BC-8EB9E135FE4C}"/>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51">
            <a:extLst>
              <a:ext uri="{FF2B5EF4-FFF2-40B4-BE49-F238E27FC236}">
                <a16:creationId xmlns:a16="http://schemas.microsoft.com/office/drawing/2014/main" id="{18D01F58-6BD8-4063-AFA0-59E1B3008AE9}"/>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52">
            <a:extLst>
              <a:ext uri="{FF2B5EF4-FFF2-40B4-BE49-F238E27FC236}">
                <a16:creationId xmlns:a16="http://schemas.microsoft.com/office/drawing/2014/main" id="{1F58A3D6-231D-4E45-AB36-CCF1791D9E17}"/>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53">
            <a:extLst>
              <a:ext uri="{FF2B5EF4-FFF2-40B4-BE49-F238E27FC236}">
                <a16:creationId xmlns:a16="http://schemas.microsoft.com/office/drawing/2014/main" id="{C89195B9-8CAB-4174-8966-D9099BFA700E}"/>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54">
            <a:extLst>
              <a:ext uri="{FF2B5EF4-FFF2-40B4-BE49-F238E27FC236}">
                <a16:creationId xmlns:a16="http://schemas.microsoft.com/office/drawing/2014/main" id="{F3151B67-DB64-49C0-B5B2-38E1306EBC3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55">
            <a:extLst>
              <a:ext uri="{FF2B5EF4-FFF2-40B4-BE49-F238E27FC236}">
                <a16:creationId xmlns:a16="http://schemas.microsoft.com/office/drawing/2014/main" id="{EF761B50-4FC9-401B-AB5B-1834A9903C55}"/>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56">
            <a:extLst>
              <a:ext uri="{FF2B5EF4-FFF2-40B4-BE49-F238E27FC236}">
                <a16:creationId xmlns:a16="http://schemas.microsoft.com/office/drawing/2014/main" id="{81AE220A-6FBF-4041-AA09-F589962C8A82}"/>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57">
            <a:extLst>
              <a:ext uri="{FF2B5EF4-FFF2-40B4-BE49-F238E27FC236}">
                <a16:creationId xmlns:a16="http://schemas.microsoft.com/office/drawing/2014/main" id="{3A8B9A35-8AFE-46E9-A122-A7A877D056EA}"/>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58">
            <a:extLst>
              <a:ext uri="{FF2B5EF4-FFF2-40B4-BE49-F238E27FC236}">
                <a16:creationId xmlns:a16="http://schemas.microsoft.com/office/drawing/2014/main" id="{E22709B5-09C4-488D-92E9-6A9A3D66A495}"/>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59">
            <a:extLst>
              <a:ext uri="{FF2B5EF4-FFF2-40B4-BE49-F238E27FC236}">
                <a16:creationId xmlns:a16="http://schemas.microsoft.com/office/drawing/2014/main" id="{103D4A8F-A1D1-42B9-BBFF-FE3C9C850FB9}"/>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60">
            <a:extLst>
              <a:ext uri="{FF2B5EF4-FFF2-40B4-BE49-F238E27FC236}">
                <a16:creationId xmlns:a16="http://schemas.microsoft.com/office/drawing/2014/main" id="{418941F2-B8FC-481E-AF30-C9BC8CF1887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61">
            <a:extLst>
              <a:ext uri="{FF2B5EF4-FFF2-40B4-BE49-F238E27FC236}">
                <a16:creationId xmlns:a16="http://schemas.microsoft.com/office/drawing/2014/main" id="{BCD41A28-A354-4D21-87D5-6189D34137FD}"/>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62">
            <a:extLst>
              <a:ext uri="{FF2B5EF4-FFF2-40B4-BE49-F238E27FC236}">
                <a16:creationId xmlns:a16="http://schemas.microsoft.com/office/drawing/2014/main" id="{8C99D499-20A4-420B-8A9A-9CD495B045A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63">
            <a:extLst>
              <a:ext uri="{FF2B5EF4-FFF2-40B4-BE49-F238E27FC236}">
                <a16:creationId xmlns:a16="http://schemas.microsoft.com/office/drawing/2014/main" id="{8D997423-0817-4340-BCB3-88A0B72BDC96}"/>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64">
            <a:extLst>
              <a:ext uri="{FF2B5EF4-FFF2-40B4-BE49-F238E27FC236}">
                <a16:creationId xmlns:a16="http://schemas.microsoft.com/office/drawing/2014/main" id="{1CE22F94-AEC5-45A6-B563-8C80C03C36D2}"/>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65">
            <a:extLst>
              <a:ext uri="{FF2B5EF4-FFF2-40B4-BE49-F238E27FC236}">
                <a16:creationId xmlns:a16="http://schemas.microsoft.com/office/drawing/2014/main" id="{A98B709F-4199-4375-8CE8-9B23EBDA8C64}"/>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66">
            <a:extLst>
              <a:ext uri="{FF2B5EF4-FFF2-40B4-BE49-F238E27FC236}">
                <a16:creationId xmlns:a16="http://schemas.microsoft.com/office/drawing/2014/main" id="{27C0A786-FC22-4117-8B19-B9FA8E125E93}"/>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67">
            <a:extLst>
              <a:ext uri="{FF2B5EF4-FFF2-40B4-BE49-F238E27FC236}">
                <a16:creationId xmlns:a16="http://schemas.microsoft.com/office/drawing/2014/main" id="{128A989E-9CF3-4C2F-B631-F91991FAD3B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68">
            <a:extLst>
              <a:ext uri="{FF2B5EF4-FFF2-40B4-BE49-F238E27FC236}">
                <a16:creationId xmlns:a16="http://schemas.microsoft.com/office/drawing/2014/main" id="{5F158B26-4BC6-4624-B65F-6EAFAEE9739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69">
            <a:extLst>
              <a:ext uri="{FF2B5EF4-FFF2-40B4-BE49-F238E27FC236}">
                <a16:creationId xmlns:a16="http://schemas.microsoft.com/office/drawing/2014/main" id="{254D3333-42AB-4CC1-A982-66D668D192E0}"/>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70">
            <a:extLst>
              <a:ext uri="{FF2B5EF4-FFF2-40B4-BE49-F238E27FC236}">
                <a16:creationId xmlns:a16="http://schemas.microsoft.com/office/drawing/2014/main" id="{48D9AE6E-CCFF-45F6-95E0-88791C7D59F4}"/>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71">
            <a:extLst>
              <a:ext uri="{FF2B5EF4-FFF2-40B4-BE49-F238E27FC236}">
                <a16:creationId xmlns:a16="http://schemas.microsoft.com/office/drawing/2014/main" id="{23B02DCB-9EC6-4CA0-8A94-1008DCC6D46F}"/>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72">
            <a:extLst>
              <a:ext uri="{FF2B5EF4-FFF2-40B4-BE49-F238E27FC236}">
                <a16:creationId xmlns:a16="http://schemas.microsoft.com/office/drawing/2014/main" id="{0CDC353F-1812-41D8-B83B-EB632941F1A0}"/>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73">
            <a:extLst>
              <a:ext uri="{FF2B5EF4-FFF2-40B4-BE49-F238E27FC236}">
                <a16:creationId xmlns:a16="http://schemas.microsoft.com/office/drawing/2014/main" id="{98CC8F0D-D8CD-49C9-8A38-CF9AEB254ED7}"/>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74">
            <a:extLst>
              <a:ext uri="{FF2B5EF4-FFF2-40B4-BE49-F238E27FC236}">
                <a16:creationId xmlns:a16="http://schemas.microsoft.com/office/drawing/2014/main" id="{25D76CA5-10DF-4C8A-802A-7958B21D3FED}"/>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75">
            <a:extLst>
              <a:ext uri="{FF2B5EF4-FFF2-40B4-BE49-F238E27FC236}">
                <a16:creationId xmlns:a16="http://schemas.microsoft.com/office/drawing/2014/main" id="{9383FE7A-F3B1-4A29-9A3A-7BA772731D25}"/>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76">
            <a:extLst>
              <a:ext uri="{FF2B5EF4-FFF2-40B4-BE49-F238E27FC236}">
                <a16:creationId xmlns:a16="http://schemas.microsoft.com/office/drawing/2014/main" id="{BC1B1F0F-D0C6-4985-A4CB-B0009B6A354F}"/>
              </a:ext>
            </a:extLst>
          </p:cNvPr>
          <p:cNvSpPr>
            <a:spLocks noGrp="1"/>
          </p:cNvSpPr>
          <p:nvPr/>
        </p:nvSpPr>
        <p:spPr>
          <a:xfrm>
            <a:off x="2619375" y="2162175"/>
            <a:ext cx="19050" cy="3314700"/>
          </a:xfrm>
          <a:prstGeom prst="rect">
            <a:avLst/>
          </a:prstGeom>
          <a:solidFill>
            <a:srgbClr val="146995"/>
          </a:solidFill>
          <a:ln w="0">
            <a:noFill/>
          </a:ln>
        </p:spPr>
      </p:sp>
      <p:sp>
        <p:nvSpPr>
          <p:cNvPr id="49" name="line-977">
            <a:extLst>
              <a:ext uri="{FF2B5EF4-FFF2-40B4-BE49-F238E27FC236}">
                <a16:creationId xmlns:a16="http://schemas.microsoft.com/office/drawing/2014/main" id="{874861DF-B29A-45A0-9132-B69B5A3077CB}"/>
              </a:ext>
            </a:extLst>
          </p:cNvPr>
          <p:cNvSpPr>
            <a:spLocks noGrp="1"/>
          </p:cNvSpPr>
          <p:nvPr/>
        </p:nvSpPr>
        <p:spPr>
          <a:xfrm>
            <a:off x="971550" y="3810000"/>
            <a:ext cx="3314700" cy="19050"/>
          </a:xfrm>
          <a:prstGeom prst="rect">
            <a:avLst/>
          </a:prstGeom>
          <a:solidFill>
            <a:srgbClr val="146995"/>
          </a:solidFill>
          <a:ln w="0">
            <a:noFill/>
          </a:ln>
        </p:spPr>
      </p:sp>
      <p:sp>
        <p:nvSpPr>
          <p:cNvPr id="50" name="prose-978">
            <a:extLst>
              <a:ext uri="{FF2B5EF4-FFF2-40B4-BE49-F238E27FC236}">
                <a16:creationId xmlns:a16="http://schemas.microsoft.com/office/drawing/2014/main" id="{1FD89F90-C7E5-4055-BD2E-CFB435E1DF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4×4가 받은 네 결과</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(0001) / 0 / 0 /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자기 괄호로 한 번 더 묶습니다.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"((0001)000)"</a:t>
            </a:r>
          </a:p>
        </p:txBody>
      </p:sp>
      <p:sp>
        <p:nvSpPr>
          <p:cNvPr id="51" name="banner-979">
            <a:extLst>
              <a:ext uri="{FF2B5EF4-FFF2-40B4-BE49-F238E27FC236}">
                <a16:creationId xmlns:a16="http://schemas.microsoft.com/office/drawing/2014/main" id="{65FB461B-0995-49B6-A5C8-BF0B2EA9BEB4}"/>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80">
            <a:extLst>
              <a:ext uri="{FF2B5EF4-FFF2-40B4-BE49-F238E27FC236}">
                <a16:creationId xmlns:a16="http://schemas.microsoft.com/office/drawing/2014/main" id="{9B9F2529-8D39-492C-9F76-17BB77D355E5}"/>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 ( 0 1 ((0001)000) ? )</a:t>
            </a:r>
          </a:p>
        </p:txBody>
      </p:sp>
      <p:sp>
        <p:nvSpPr>
          <p:cNvPr id="53" name="caption">
            <a:extLst>
              <a:ext uri="{FF2B5EF4-FFF2-40B4-BE49-F238E27FC236}">
                <a16:creationId xmlns:a16="http://schemas.microsoft.com/office/drawing/2014/main" id="{E829E4B7-703E-46F2-824F-1902359D8D36}"/>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3273725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0111E4B-0FF2-45E7-9FF2-0BB293FF5DD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6055661-C357-4D70-B395-988711E1E4D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FCC3DA-CDC8-4FEA-9967-B4ADF8E8A9A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우하: 마지막 16칸도 0 하나</a:t>
            </a:r>
          </a:p>
        </p:txBody>
      </p:sp>
      <p:sp>
        <p:nvSpPr>
          <p:cNvPr id="4" name="line-981">
            <a:extLst>
              <a:ext uri="{FF2B5EF4-FFF2-40B4-BE49-F238E27FC236}">
                <a16:creationId xmlns:a16="http://schemas.microsoft.com/office/drawing/2014/main" id="{D1DAFF3C-6689-4BE2-A3A5-682B0B6FFF3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836F95C-E377-4459-A41E-B4680EE417D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B1D4B05-C493-4F9E-856A-930FF6A86A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202</a:t>
            </a:r>
            <a:endParaRPr sz="1050" b="0">
              <a:solidFill>
                <a:srgbClr val="151515"/>
              </a:solidFill>
              <a:latin typeface="Consolas"/>
              <a:ea typeface="Consolas"/>
              <a:cs typeface="Consolas"/>
            </a:endParaRPr>
          </a:p>
        </p:txBody>
      </p:sp>
      <p:sp>
        <p:nvSpPr>
          <p:cNvPr id="7" name="pixel-982">
            <a:extLst>
              <a:ext uri="{FF2B5EF4-FFF2-40B4-BE49-F238E27FC236}">
                <a16:creationId xmlns:a16="http://schemas.microsoft.com/office/drawing/2014/main" id="{1AD35F28-06CF-4AC6-926F-9408C9EA9EC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983">
            <a:extLst>
              <a:ext uri="{FF2B5EF4-FFF2-40B4-BE49-F238E27FC236}">
                <a16:creationId xmlns:a16="http://schemas.microsoft.com/office/drawing/2014/main" id="{662AEECD-FC7A-47C2-96EB-16E1B6CB16AB}"/>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984">
            <a:extLst>
              <a:ext uri="{FF2B5EF4-FFF2-40B4-BE49-F238E27FC236}">
                <a16:creationId xmlns:a16="http://schemas.microsoft.com/office/drawing/2014/main" id="{BF5266F7-5A2A-4422-A972-25971EF4351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985">
            <a:extLst>
              <a:ext uri="{FF2B5EF4-FFF2-40B4-BE49-F238E27FC236}">
                <a16:creationId xmlns:a16="http://schemas.microsoft.com/office/drawing/2014/main" id="{50464146-3245-45A4-84C7-5EBBE8EA1103}"/>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986">
            <a:extLst>
              <a:ext uri="{FF2B5EF4-FFF2-40B4-BE49-F238E27FC236}">
                <a16:creationId xmlns:a16="http://schemas.microsoft.com/office/drawing/2014/main" id="{559746B7-BD7B-48A0-A358-8396D1318B72}"/>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987">
            <a:extLst>
              <a:ext uri="{FF2B5EF4-FFF2-40B4-BE49-F238E27FC236}">
                <a16:creationId xmlns:a16="http://schemas.microsoft.com/office/drawing/2014/main" id="{95ADFC0B-B15A-4ECC-BE67-817C652FABB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988">
            <a:extLst>
              <a:ext uri="{FF2B5EF4-FFF2-40B4-BE49-F238E27FC236}">
                <a16:creationId xmlns:a16="http://schemas.microsoft.com/office/drawing/2014/main" id="{506015C8-98C7-436A-909D-F8A906A91D3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989">
            <a:extLst>
              <a:ext uri="{FF2B5EF4-FFF2-40B4-BE49-F238E27FC236}">
                <a16:creationId xmlns:a16="http://schemas.microsoft.com/office/drawing/2014/main" id="{06A659F5-3B8A-4DAF-91A4-3DF216E30F5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990">
            <a:extLst>
              <a:ext uri="{FF2B5EF4-FFF2-40B4-BE49-F238E27FC236}">
                <a16:creationId xmlns:a16="http://schemas.microsoft.com/office/drawing/2014/main" id="{B0E76AEC-DCFC-4419-A0E5-9DA0CCFAC479}"/>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991">
            <a:extLst>
              <a:ext uri="{FF2B5EF4-FFF2-40B4-BE49-F238E27FC236}">
                <a16:creationId xmlns:a16="http://schemas.microsoft.com/office/drawing/2014/main" id="{98BCE6A0-45D6-4E2B-81BB-189DAEB9BCC2}"/>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992">
            <a:extLst>
              <a:ext uri="{FF2B5EF4-FFF2-40B4-BE49-F238E27FC236}">
                <a16:creationId xmlns:a16="http://schemas.microsoft.com/office/drawing/2014/main" id="{3E82A568-4D1D-4194-A9CC-575728CAB52B}"/>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993">
            <a:extLst>
              <a:ext uri="{FF2B5EF4-FFF2-40B4-BE49-F238E27FC236}">
                <a16:creationId xmlns:a16="http://schemas.microsoft.com/office/drawing/2014/main" id="{163DB628-FE9B-441F-8702-3861CB4CC63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994">
            <a:extLst>
              <a:ext uri="{FF2B5EF4-FFF2-40B4-BE49-F238E27FC236}">
                <a16:creationId xmlns:a16="http://schemas.microsoft.com/office/drawing/2014/main" id="{FE6559CD-E68A-4207-9179-BA2EF0D9F16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995">
            <a:extLst>
              <a:ext uri="{FF2B5EF4-FFF2-40B4-BE49-F238E27FC236}">
                <a16:creationId xmlns:a16="http://schemas.microsoft.com/office/drawing/2014/main" id="{94EF4341-9E83-4E4F-B855-8264DF297E7E}"/>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996">
            <a:extLst>
              <a:ext uri="{FF2B5EF4-FFF2-40B4-BE49-F238E27FC236}">
                <a16:creationId xmlns:a16="http://schemas.microsoft.com/office/drawing/2014/main" id="{961A4012-C070-4B4B-BDB5-6AE8FFAE70BC}"/>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997">
            <a:extLst>
              <a:ext uri="{FF2B5EF4-FFF2-40B4-BE49-F238E27FC236}">
                <a16:creationId xmlns:a16="http://schemas.microsoft.com/office/drawing/2014/main" id="{67DAD5BE-F41D-4574-A8B2-873AFA8BA3BD}"/>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998">
            <a:extLst>
              <a:ext uri="{FF2B5EF4-FFF2-40B4-BE49-F238E27FC236}">
                <a16:creationId xmlns:a16="http://schemas.microsoft.com/office/drawing/2014/main" id="{336D82A1-A86E-41BD-901A-B7A577B1F93C}"/>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999">
            <a:extLst>
              <a:ext uri="{FF2B5EF4-FFF2-40B4-BE49-F238E27FC236}">
                <a16:creationId xmlns:a16="http://schemas.microsoft.com/office/drawing/2014/main" id="{A639A5E0-BCD1-4E65-9FE0-234F78F6A09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000">
            <a:extLst>
              <a:ext uri="{FF2B5EF4-FFF2-40B4-BE49-F238E27FC236}">
                <a16:creationId xmlns:a16="http://schemas.microsoft.com/office/drawing/2014/main" id="{B89EB9C9-15F3-46BB-A398-989EC7AD513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001">
            <a:extLst>
              <a:ext uri="{FF2B5EF4-FFF2-40B4-BE49-F238E27FC236}">
                <a16:creationId xmlns:a16="http://schemas.microsoft.com/office/drawing/2014/main" id="{49CF461E-41CB-4C6B-8B57-B35EA7E48FC5}"/>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002">
            <a:extLst>
              <a:ext uri="{FF2B5EF4-FFF2-40B4-BE49-F238E27FC236}">
                <a16:creationId xmlns:a16="http://schemas.microsoft.com/office/drawing/2014/main" id="{86FFDFD3-A083-446F-9C28-D7AD98A59540}"/>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003">
            <a:extLst>
              <a:ext uri="{FF2B5EF4-FFF2-40B4-BE49-F238E27FC236}">
                <a16:creationId xmlns:a16="http://schemas.microsoft.com/office/drawing/2014/main" id="{E501F492-D8C5-48AF-9880-4AB048C7826F}"/>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004">
            <a:extLst>
              <a:ext uri="{FF2B5EF4-FFF2-40B4-BE49-F238E27FC236}">
                <a16:creationId xmlns:a16="http://schemas.microsoft.com/office/drawing/2014/main" id="{1E1F7974-773A-4F6D-8316-9360A8FC03B3}"/>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005">
            <a:extLst>
              <a:ext uri="{FF2B5EF4-FFF2-40B4-BE49-F238E27FC236}">
                <a16:creationId xmlns:a16="http://schemas.microsoft.com/office/drawing/2014/main" id="{777CB1BC-E529-4D71-9415-14B8FFEBE10D}"/>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006">
            <a:extLst>
              <a:ext uri="{FF2B5EF4-FFF2-40B4-BE49-F238E27FC236}">
                <a16:creationId xmlns:a16="http://schemas.microsoft.com/office/drawing/2014/main" id="{69528A49-C2A1-4CF9-8ED3-555C41757A1D}"/>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007">
            <a:extLst>
              <a:ext uri="{FF2B5EF4-FFF2-40B4-BE49-F238E27FC236}">
                <a16:creationId xmlns:a16="http://schemas.microsoft.com/office/drawing/2014/main" id="{FD1388E6-1106-47CF-A58A-6FFB2F967F94}"/>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008">
            <a:extLst>
              <a:ext uri="{FF2B5EF4-FFF2-40B4-BE49-F238E27FC236}">
                <a16:creationId xmlns:a16="http://schemas.microsoft.com/office/drawing/2014/main" id="{955FD4F8-527C-48A1-9F62-758DEA0E776E}"/>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009">
            <a:extLst>
              <a:ext uri="{FF2B5EF4-FFF2-40B4-BE49-F238E27FC236}">
                <a16:creationId xmlns:a16="http://schemas.microsoft.com/office/drawing/2014/main" id="{A34912D1-656A-4226-A5E0-625E940E7A05}"/>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010">
            <a:extLst>
              <a:ext uri="{FF2B5EF4-FFF2-40B4-BE49-F238E27FC236}">
                <a16:creationId xmlns:a16="http://schemas.microsoft.com/office/drawing/2014/main" id="{C92D60F1-A5C1-4D7F-B814-F7CC41871F6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011">
            <a:extLst>
              <a:ext uri="{FF2B5EF4-FFF2-40B4-BE49-F238E27FC236}">
                <a16:creationId xmlns:a16="http://schemas.microsoft.com/office/drawing/2014/main" id="{1232BB1E-055A-4E81-B711-695DC3C9B139}"/>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012">
            <a:extLst>
              <a:ext uri="{FF2B5EF4-FFF2-40B4-BE49-F238E27FC236}">
                <a16:creationId xmlns:a16="http://schemas.microsoft.com/office/drawing/2014/main" id="{794FCAD2-87A0-4661-BB2E-BCE1CD38A0F4}"/>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013">
            <a:extLst>
              <a:ext uri="{FF2B5EF4-FFF2-40B4-BE49-F238E27FC236}">
                <a16:creationId xmlns:a16="http://schemas.microsoft.com/office/drawing/2014/main" id="{76A11792-FAA8-4370-B365-4D722C8EC842}"/>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014">
            <a:extLst>
              <a:ext uri="{FF2B5EF4-FFF2-40B4-BE49-F238E27FC236}">
                <a16:creationId xmlns:a16="http://schemas.microsoft.com/office/drawing/2014/main" id="{971080B6-5D47-45C8-B4B0-2326B71927B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015">
            <a:extLst>
              <a:ext uri="{FF2B5EF4-FFF2-40B4-BE49-F238E27FC236}">
                <a16:creationId xmlns:a16="http://schemas.microsoft.com/office/drawing/2014/main" id="{784D6BD8-12AE-4144-9814-0434FC73934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016">
            <a:extLst>
              <a:ext uri="{FF2B5EF4-FFF2-40B4-BE49-F238E27FC236}">
                <a16:creationId xmlns:a16="http://schemas.microsoft.com/office/drawing/2014/main" id="{1C425218-99C5-429C-939F-4C88E57D491C}"/>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017">
            <a:extLst>
              <a:ext uri="{FF2B5EF4-FFF2-40B4-BE49-F238E27FC236}">
                <a16:creationId xmlns:a16="http://schemas.microsoft.com/office/drawing/2014/main" id="{CBAB9626-C6EE-484C-872B-D7DBF3835A22}"/>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018">
            <a:extLst>
              <a:ext uri="{FF2B5EF4-FFF2-40B4-BE49-F238E27FC236}">
                <a16:creationId xmlns:a16="http://schemas.microsoft.com/office/drawing/2014/main" id="{2DB8B4B9-46BF-482C-B364-7FD39A5EC59C}"/>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019">
            <a:extLst>
              <a:ext uri="{FF2B5EF4-FFF2-40B4-BE49-F238E27FC236}">
                <a16:creationId xmlns:a16="http://schemas.microsoft.com/office/drawing/2014/main" id="{CC3D046F-8B48-4101-8E78-0971615CDB80}"/>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020">
            <a:extLst>
              <a:ext uri="{FF2B5EF4-FFF2-40B4-BE49-F238E27FC236}">
                <a16:creationId xmlns:a16="http://schemas.microsoft.com/office/drawing/2014/main" id="{324A4923-4350-43D1-94BC-9791459FC919}"/>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021">
            <a:extLst>
              <a:ext uri="{FF2B5EF4-FFF2-40B4-BE49-F238E27FC236}">
                <a16:creationId xmlns:a16="http://schemas.microsoft.com/office/drawing/2014/main" id="{2C273ACD-87EF-4016-8027-CEB84A08F49E}"/>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022">
            <a:extLst>
              <a:ext uri="{FF2B5EF4-FFF2-40B4-BE49-F238E27FC236}">
                <a16:creationId xmlns:a16="http://schemas.microsoft.com/office/drawing/2014/main" id="{DF37EF12-2873-466A-ADEF-B30116A76974}"/>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023">
            <a:extLst>
              <a:ext uri="{FF2B5EF4-FFF2-40B4-BE49-F238E27FC236}">
                <a16:creationId xmlns:a16="http://schemas.microsoft.com/office/drawing/2014/main" id="{C0DD1210-6AD5-4B26-BBC7-1501B323475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024">
            <a:extLst>
              <a:ext uri="{FF2B5EF4-FFF2-40B4-BE49-F238E27FC236}">
                <a16:creationId xmlns:a16="http://schemas.microsoft.com/office/drawing/2014/main" id="{29E44DC5-0186-4B08-B35D-97DD05730D3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025">
            <a:extLst>
              <a:ext uri="{FF2B5EF4-FFF2-40B4-BE49-F238E27FC236}">
                <a16:creationId xmlns:a16="http://schemas.microsoft.com/office/drawing/2014/main" id="{834B0CED-0F76-4C47-A003-DEE8F1D006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026">
            <a:extLst>
              <a:ext uri="{FF2B5EF4-FFF2-40B4-BE49-F238E27FC236}">
                <a16:creationId xmlns:a16="http://schemas.microsoft.com/office/drawing/2014/main" id="{3B4FF5EA-F91F-41E6-AE6E-A5CE3A41C45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027">
            <a:extLst>
              <a:ext uri="{FF2B5EF4-FFF2-40B4-BE49-F238E27FC236}">
                <a16:creationId xmlns:a16="http://schemas.microsoft.com/office/drawing/2014/main" id="{2AA3CEF8-6CF3-4E58-BD74-F78F55EF125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028">
            <a:extLst>
              <a:ext uri="{FF2B5EF4-FFF2-40B4-BE49-F238E27FC236}">
                <a16:creationId xmlns:a16="http://schemas.microsoft.com/office/drawing/2014/main" id="{881F1040-D76F-4BBD-9D49-5458A3062B8C}"/>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029">
            <a:extLst>
              <a:ext uri="{FF2B5EF4-FFF2-40B4-BE49-F238E27FC236}">
                <a16:creationId xmlns:a16="http://schemas.microsoft.com/office/drawing/2014/main" id="{0347EA44-B970-46E6-9370-E300F1D33D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030">
            <a:extLst>
              <a:ext uri="{FF2B5EF4-FFF2-40B4-BE49-F238E27FC236}">
                <a16:creationId xmlns:a16="http://schemas.microsoft.com/office/drawing/2014/main" id="{B0C3BC7E-A4EF-46D7-A12E-DD3E28CD7CB2}"/>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31">
            <a:extLst>
              <a:ext uri="{FF2B5EF4-FFF2-40B4-BE49-F238E27FC236}">
                <a16:creationId xmlns:a16="http://schemas.microsoft.com/office/drawing/2014/main" id="{5B72CD04-C0AE-4971-8190-0C57C6019A5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32">
            <a:extLst>
              <a:ext uri="{FF2B5EF4-FFF2-40B4-BE49-F238E27FC236}">
                <a16:creationId xmlns:a16="http://schemas.microsoft.com/office/drawing/2014/main" id="{2D1AF4E5-FE5B-44CA-987E-778BFFD5CB96}"/>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33">
            <a:extLst>
              <a:ext uri="{FF2B5EF4-FFF2-40B4-BE49-F238E27FC236}">
                <a16:creationId xmlns:a16="http://schemas.microsoft.com/office/drawing/2014/main" id="{2AEA1597-A01D-4658-A399-4A71FA9FA090}"/>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4">
            <a:extLst>
              <a:ext uri="{FF2B5EF4-FFF2-40B4-BE49-F238E27FC236}">
                <a16:creationId xmlns:a16="http://schemas.microsoft.com/office/drawing/2014/main" id="{A0BB4245-205F-4BD9-94F3-87D77FCE4A4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35">
            <a:extLst>
              <a:ext uri="{FF2B5EF4-FFF2-40B4-BE49-F238E27FC236}">
                <a16:creationId xmlns:a16="http://schemas.microsoft.com/office/drawing/2014/main" id="{026C854B-6596-439B-8D82-969B78730D39}"/>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36">
            <a:extLst>
              <a:ext uri="{FF2B5EF4-FFF2-40B4-BE49-F238E27FC236}">
                <a16:creationId xmlns:a16="http://schemas.microsoft.com/office/drawing/2014/main" id="{275D8698-D63B-41A1-B354-64805C56250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37">
            <a:extLst>
              <a:ext uri="{FF2B5EF4-FFF2-40B4-BE49-F238E27FC236}">
                <a16:creationId xmlns:a16="http://schemas.microsoft.com/office/drawing/2014/main" id="{FF076814-C5FC-4460-A628-12F15DB6B89D}"/>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38">
            <a:extLst>
              <a:ext uri="{FF2B5EF4-FFF2-40B4-BE49-F238E27FC236}">
                <a16:creationId xmlns:a16="http://schemas.microsoft.com/office/drawing/2014/main" id="{2F220B96-0503-4BD8-BC55-980B84387BD4}"/>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39">
            <a:extLst>
              <a:ext uri="{FF2B5EF4-FFF2-40B4-BE49-F238E27FC236}">
                <a16:creationId xmlns:a16="http://schemas.microsoft.com/office/drawing/2014/main" id="{F796C12B-5B40-494E-8CE6-FE6888BD6B75}"/>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40">
            <a:extLst>
              <a:ext uri="{FF2B5EF4-FFF2-40B4-BE49-F238E27FC236}">
                <a16:creationId xmlns:a16="http://schemas.microsoft.com/office/drawing/2014/main" id="{C81E505F-FA3A-47EA-AF61-04D80BE6B63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041">
            <a:extLst>
              <a:ext uri="{FF2B5EF4-FFF2-40B4-BE49-F238E27FC236}">
                <a16:creationId xmlns:a16="http://schemas.microsoft.com/office/drawing/2014/main" id="{DEAC5669-B506-4A90-96DC-2474F6F2EFFF}"/>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042">
            <a:extLst>
              <a:ext uri="{FF2B5EF4-FFF2-40B4-BE49-F238E27FC236}">
                <a16:creationId xmlns:a16="http://schemas.microsoft.com/office/drawing/2014/main" id="{D8CEFAB4-AD1E-4B66-A2CB-A24B829F6BE6}"/>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043">
            <a:extLst>
              <a:ext uri="{FF2B5EF4-FFF2-40B4-BE49-F238E27FC236}">
                <a16:creationId xmlns:a16="http://schemas.microsoft.com/office/drawing/2014/main" id="{963C0D07-9F57-4665-88AD-CFCAEFCE04BF}"/>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044">
            <a:extLst>
              <a:ext uri="{FF2B5EF4-FFF2-40B4-BE49-F238E27FC236}">
                <a16:creationId xmlns:a16="http://schemas.microsoft.com/office/drawing/2014/main" id="{B003D29C-AC2C-423D-B8D5-E075DA200BBC}"/>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045">
            <a:extLst>
              <a:ext uri="{FF2B5EF4-FFF2-40B4-BE49-F238E27FC236}">
                <a16:creationId xmlns:a16="http://schemas.microsoft.com/office/drawing/2014/main" id="{762EBFBB-D3F3-4387-89B6-7EBD59E155B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046">
            <a:extLst>
              <a:ext uri="{FF2B5EF4-FFF2-40B4-BE49-F238E27FC236}">
                <a16:creationId xmlns:a16="http://schemas.microsoft.com/office/drawing/2014/main" id="{E96F5A63-CDA4-4AFE-9AD1-383DCE403FF3}"/>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047">
            <a:extLst>
              <a:ext uri="{FF2B5EF4-FFF2-40B4-BE49-F238E27FC236}">
                <a16:creationId xmlns:a16="http://schemas.microsoft.com/office/drawing/2014/main" id="{95902C90-4BD3-479D-B503-84225FF182E8}"/>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048">
            <a:extLst>
              <a:ext uri="{FF2B5EF4-FFF2-40B4-BE49-F238E27FC236}">
                <a16:creationId xmlns:a16="http://schemas.microsoft.com/office/drawing/2014/main" id="{DDE9A7A8-5BBE-4527-A631-A4E335D629E6}"/>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049">
            <a:extLst>
              <a:ext uri="{FF2B5EF4-FFF2-40B4-BE49-F238E27FC236}">
                <a16:creationId xmlns:a16="http://schemas.microsoft.com/office/drawing/2014/main" id="{9C329776-C775-4AC1-B295-B364F42E96FC}"/>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050">
            <a:extLst>
              <a:ext uri="{FF2B5EF4-FFF2-40B4-BE49-F238E27FC236}">
                <a16:creationId xmlns:a16="http://schemas.microsoft.com/office/drawing/2014/main" id="{8C9F1FAB-9EC3-498C-A94B-13D6C60594B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051">
            <a:extLst>
              <a:ext uri="{FF2B5EF4-FFF2-40B4-BE49-F238E27FC236}">
                <a16:creationId xmlns:a16="http://schemas.microsoft.com/office/drawing/2014/main" id="{D02BD140-D466-45D9-A1F1-61B1FFAB9918}"/>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052">
            <a:extLst>
              <a:ext uri="{FF2B5EF4-FFF2-40B4-BE49-F238E27FC236}">
                <a16:creationId xmlns:a16="http://schemas.microsoft.com/office/drawing/2014/main" id="{81304DFA-9090-49AE-8CB6-69699350F4C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053">
            <a:extLst>
              <a:ext uri="{FF2B5EF4-FFF2-40B4-BE49-F238E27FC236}">
                <a16:creationId xmlns:a16="http://schemas.microsoft.com/office/drawing/2014/main" id="{8B8314BE-7F8E-4897-B234-542C6308CB51}"/>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054">
            <a:extLst>
              <a:ext uri="{FF2B5EF4-FFF2-40B4-BE49-F238E27FC236}">
                <a16:creationId xmlns:a16="http://schemas.microsoft.com/office/drawing/2014/main" id="{B033BF76-DD1C-4B64-A5B0-BFA5ACC1A34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055">
            <a:extLst>
              <a:ext uri="{FF2B5EF4-FFF2-40B4-BE49-F238E27FC236}">
                <a16:creationId xmlns:a16="http://schemas.microsoft.com/office/drawing/2014/main" id="{198734D4-104F-4D3E-8988-82BE8DBEEE1F}"/>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056">
            <a:extLst>
              <a:ext uri="{FF2B5EF4-FFF2-40B4-BE49-F238E27FC236}">
                <a16:creationId xmlns:a16="http://schemas.microsoft.com/office/drawing/2014/main" id="{FA29A9DA-1373-46AA-AC19-F427ED2EE65D}"/>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057">
            <a:extLst>
              <a:ext uri="{FF2B5EF4-FFF2-40B4-BE49-F238E27FC236}">
                <a16:creationId xmlns:a16="http://schemas.microsoft.com/office/drawing/2014/main" id="{D1FD7452-7FFD-4C82-BDE2-9AC22EDFD919}"/>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058">
            <a:extLst>
              <a:ext uri="{FF2B5EF4-FFF2-40B4-BE49-F238E27FC236}">
                <a16:creationId xmlns:a16="http://schemas.microsoft.com/office/drawing/2014/main" id="{8861D18A-3155-4CFF-B819-2597CB5B6FFB}"/>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059">
            <a:extLst>
              <a:ext uri="{FF2B5EF4-FFF2-40B4-BE49-F238E27FC236}">
                <a16:creationId xmlns:a16="http://schemas.microsoft.com/office/drawing/2014/main" id="{5ADF1EB6-C9C2-48A5-A45D-3A64FDAEFED2}"/>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060">
            <a:extLst>
              <a:ext uri="{FF2B5EF4-FFF2-40B4-BE49-F238E27FC236}">
                <a16:creationId xmlns:a16="http://schemas.microsoft.com/office/drawing/2014/main" id="{880AF3E1-7A23-476E-936E-4C937E95D2B6}"/>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061">
            <a:extLst>
              <a:ext uri="{FF2B5EF4-FFF2-40B4-BE49-F238E27FC236}">
                <a16:creationId xmlns:a16="http://schemas.microsoft.com/office/drawing/2014/main" id="{57F196A1-708E-488E-8D08-BD12FE747A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062">
            <a:extLst>
              <a:ext uri="{FF2B5EF4-FFF2-40B4-BE49-F238E27FC236}">
                <a16:creationId xmlns:a16="http://schemas.microsoft.com/office/drawing/2014/main" id="{5351443E-C188-4D1B-A7B3-F8379D4B231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063">
            <a:extLst>
              <a:ext uri="{FF2B5EF4-FFF2-40B4-BE49-F238E27FC236}">
                <a16:creationId xmlns:a16="http://schemas.microsoft.com/office/drawing/2014/main" id="{3A8B15B0-15E0-4BD7-B422-03954D4202AD}"/>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064">
            <a:extLst>
              <a:ext uri="{FF2B5EF4-FFF2-40B4-BE49-F238E27FC236}">
                <a16:creationId xmlns:a16="http://schemas.microsoft.com/office/drawing/2014/main" id="{DBF84D1B-D171-4789-99E1-28957E13D3A9}"/>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065">
            <a:extLst>
              <a:ext uri="{FF2B5EF4-FFF2-40B4-BE49-F238E27FC236}">
                <a16:creationId xmlns:a16="http://schemas.microsoft.com/office/drawing/2014/main" id="{9C39B817-004B-4EBB-8C8D-A5F58AD773A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066">
            <a:extLst>
              <a:ext uri="{FF2B5EF4-FFF2-40B4-BE49-F238E27FC236}">
                <a16:creationId xmlns:a16="http://schemas.microsoft.com/office/drawing/2014/main" id="{0772FF90-9B60-46D7-9500-75A17855EA4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067">
            <a:extLst>
              <a:ext uri="{FF2B5EF4-FFF2-40B4-BE49-F238E27FC236}">
                <a16:creationId xmlns:a16="http://schemas.microsoft.com/office/drawing/2014/main" id="{23AFA5DA-B53F-4BAE-B73A-5B1FDAE4BA3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068">
            <a:extLst>
              <a:ext uri="{FF2B5EF4-FFF2-40B4-BE49-F238E27FC236}">
                <a16:creationId xmlns:a16="http://schemas.microsoft.com/office/drawing/2014/main" id="{AC3EF7E6-DD48-4369-A779-89E5E075915A}"/>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069">
            <a:extLst>
              <a:ext uri="{FF2B5EF4-FFF2-40B4-BE49-F238E27FC236}">
                <a16:creationId xmlns:a16="http://schemas.microsoft.com/office/drawing/2014/main" id="{4C47553C-ADF9-4A92-860B-5A2C2219A703}"/>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070">
            <a:extLst>
              <a:ext uri="{FF2B5EF4-FFF2-40B4-BE49-F238E27FC236}">
                <a16:creationId xmlns:a16="http://schemas.microsoft.com/office/drawing/2014/main" id="{467695E8-37CD-4B98-AD12-DA8C193542B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071">
            <a:extLst>
              <a:ext uri="{FF2B5EF4-FFF2-40B4-BE49-F238E27FC236}">
                <a16:creationId xmlns:a16="http://schemas.microsoft.com/office/drawing/2014/main" id="{97786905-C607-4283-8923-CB4184089203}"/>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072">
            <a:extLst>
              <a:ext uri="{FF2B5EF4-FFF2-40B4-BE49-F238E27FC236}">
                <a16:creationId xmlns:a16="http://schemas.microsoft.com/office/drawing/2014/main" id="{551CD405-9715-4689-883E-A9AA0795D626}"/>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073">
            <a:extLst>
              <a:ext uri="{FF2B5EF4-FFF2-40B4-BE49-F238E27FC236}">
                <a16:creationId xmlns:a16="http://schemas.microsoft.com/office/drawing/2014/main" id="{01F334F4-AE86-4915-9E32-BCD45FC9F7AB}"/>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074">
            <a:extLst>
              <a:ext uri="{FF2B5EF4-FFF2-40B4-BE49-F238E27FC236}">
                <a16:creationId xmlns:a16="http://schemas.microsoft.com/office/drawing/2014/main" id="{E98C95F9-C251-46D0-8C14-4348EEE00788}"/>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075">
            <a:extLst>
              <a:ext uri="{FF2B5EF4-FFF2-40B4-BE49-F238E27FC236}">
                <a16:creationId xmlns:a16="http://schemas.microsoft.com/office/drawing/2014/main" id="{5CA28FF6-BAC6-40CA-8E38-970FADEEEFEA}"/>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076">
            <a:extLst>
              <a:ext uri="{FF2B5EF4-FFF2-40B4-BE49-F238E27FC236}">
                <a16:creationId xmlns:a16="http://schemas.microsoft.com/office/drawing/2014/main" id="{3B0DCAE4-CAC4-4481-909E-1FB62F3CF3AD}"/>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077">
            <a:extLst>
              <a:ext uri="{FF2B5EF4-FFF2-40B4-BE49-F238E27FC236}">
                <a16:creationId xmlns:a16="http://schemas.microsoft.com/office/drawing/2014/main" id="{EBA39C04-859F-4120-9486-91661E0A9CBC}"/>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078">
            <a:extLst>
              <a:ext uri="{FF2B5EF4-FFF2-40B4-BE49-F238E27FC236}">
                <a16:creationId xmlns:a16="http://schemas.microsoft.com/office/drawing/2014/main" id="{9CE2BBBE-FF52-42D9-82A6-D4D58B87232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079">
            <a:extLst>
              <a:ext uri="{FF2B5EF4-FFF2-40B4-BE49-F238E27FC236}">
                <a16:creationId xmlns:a16="http://schemas.microsoft.com/office/drawing/2014/main" id="{213A4545-6501-4A57-919E-28085FED43E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080">
            <a:extLst>
              <a:ext uri="{FF2B5EF4-FFF2-40B4-BE49-F238E27FC236}">
                <a16:creationId xmlns:a16="http://schemas.microsoft.com/office/drawing/2014/main" id="{A7AFDE10-051E-4322-BD6C-4AC1B8D0B13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081">
            <a:extLst>
              <a:ext uri="{FF2B5EF4-FFF2-40B4-BE49-F238E27FC236}">
                <a16:creationId xmlns:a16="http://schemas.microsoft.com/office/drawing/2014/main" id="{C925A4E8-4A24-4CC3-8D01-FBA5395C8DE0}"/>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082">
            <a:extLst>
              <a:ext uri="{FF2B5EF4-FFF2-40B4-BE49-F238E27FC236}">
                <a16:creationId xmlns:a16="http://schemas.microsoft.com/office/drawing/2014/main" id="{85FFDE40-7A4B-436A-8519-4F1D080970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083">
            <a:extLst>
              <a:ext uri="{FF2B5EF4-FFF2-40B4-BE49-F238E27FC236}">
                <a16:creationId xmlns:a16="http://schemas.microsoft.com/office/drawing/2014/main" id="{74E4E2C0-0808-4B5F-AF9E-7235414673E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084">
            <a:extLst>
              <a:ext uri="{FF2B5EF4-FFF2-40B4-BE49-F238E27FC236}">
                <a16:creationId xmlns:a16="http://schemas.microsoft.com/office/drawing/2014/main" id="{D65E1220-43ED-4304-9122-41ECD5D61B8E}"/>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085">
            <a:extLst>
              <a:ext uri="{FF2B5EF4-FFF2-40B4-BE49-F238E27FC236}">
                <a16:creationId xmlns:a16="http://schemas.microsoft.com/office/drawing/2014/main" id="{7DDFD916-77F7-4B73-8487-528296D9276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086">
            <a:extLst>
              <a:ext uri="{FF2B5EF4-FFF2-40B4-BE49-F238E27FC236}">
                <a16:creationId xmlns:a16="http://schemas.microsoft.com/office/drawing/2014/main" id="{80DBEBE1-558B-4BD2-A23C-09767707837C}"/>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087">
            <a:extLst>
              <a:ext uri="{FF2B5EF4-FFF2-40B4-BE49-F238E27FC236}">
                <a16:creationId xmlns:a16="http://schemas.microsoft.com/office/drawing/2014/main" id="{D0FB1C87-29A2-40C4-83B7-19EEF4C73230}"/>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088">
            <a:extLst>
              <a:ext uri="{FF2B5EF4-FFF2-40B4-BE49-F238E27FC236}">
                <a16:creationId xmlns:a16="http://schemas.microsoft.com/office/drawing/2014/main" id="{344711E3-A733-4F69-B03A-DA82115DF50F}"/>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089">
            <a:extLst>
              <a:ext uri="{FF2B5EF4-FFF2-40B4-BE49-F238E27FC236}">
                <a16:creationId xmlns:a16="http://schemas.microsoft.com/office/drawing/2014/main" id="{166FEE09-7A7C-473A-B8FE-B9533377AD1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090">
            <a:extLst>
              <a:ext uri="{FF2B5EF4-FFF2-40B4-BE49-F238E27FC236}">
                <a16:creationId xmlns:a16="http://schemas.microsoft.com/office/drawing/2014/main" id="{359A98EE-B474-4B2C-9292-8748184C5E86}"/>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091">
            <a:extLst>
              <a:ext uri="{FF2B5EF4-FFF2-40B4-BE49-F238E27FC236}">
                <a16:creationId xmlns:a16="http://schemas.microsoft.com/office/drawing/2014/main" id="{B7D873FB-6487-440C-B53E-4F78AD7F1333}"/>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092">
            <a:extLst>
              <a:ext uri="{FF2B5EF4-FFF2-40B4-BE49-F238E27FC236}">
                <a16:creationId xmlns:a16="http://schemas.microsoft.com/office/drawing/2014/main" id="{DDB6C373-8D64-456D-AC75-D2B76F6A7F1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093">
            <a:extLst>
              <a:ext uri="{FF2B5EF4-FFF2-40B4-BE49-F238E27FC236}">
                <a16:creationId xmlns:a16="http://schemas.microsoft.com/office/drawing/2014/main" id="{F80FB672-A50C-4A6E-BA8A-CAF0259235EA}"/>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094">
            <a:extLst>
              <a:ext uri="{FF2B5EF4-FFF2-40B4-BE49-F238E27FC236}">
                <a16:creationId xmlns:a16="http://schemas.microsoft.com/office/drawing/2014/main" id="{D9077D0C-F5A7-486F-8694-F99BBA92F79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095">
            <a:extLst>
              <a:ext uri="{FF2B5EF4-FFF2-40B4-BE49-F238E27FC236}">
                <a16:creationId xmlns:a16="http://schemas.microsoft.com/office/drawing/2014/main" id="{F53E496B-014D-4299-897E-520BE2AD8106}"/>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096">
            <a:extLst>
              <a:ext uri="{FF2B5EF4-FFF2-40B4-BE49-F238E27FC236}">
                <a16:creationId xmlns:a16="http://schemas.microsoft.com/office/drawing/2014/main" id="{DA2B4CBF-F079-40E2-B80F-4B830F0C5422}"/>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097">
            <a:extLst>
              <a:ext uri="{FF2B5EF4-FFF2-40B4-BE49-F238E27FC236}">
                <a16:creationId xmlns:a16="http://schemas.microsoft.com/office/drawing/2014/main" id="{8830D004-9024-449E-AA05-0897A0FFC9E6}"/>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098">
            <a:extLst>
              <a:ext uri="{FF2B5EF4-FFF2-40B4-BE49-F238E27FC236}">
                <a16:creationId xmlns:a16="http://schemas.microsoft.com/office/drawing/2014/main" id="{0CE99B95-94E4-408C-B973-ECCCEBE682AE}"/>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099">
            <a:extLst>
              <a:ext uri="{FF2B5EF4-FFF2-40B4-BE49-F238E27FC236}">
                <a16:creationId xmlns:a16="http://schemas.microsoft.com/office/drawing/2014/main" id="{25CAEB16-72A7-4C45-9EDA-FC6CB02C4558}"/>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100">
            <a:extLst>
              <a:ext uri="{FF2B5EF4-FFF2-40B4-BE49-F238E27FC236}">
                <a16:creationId xmlns:a16="http://schemas.microsoft.com/office/drawing/2014/main" id="{8291890E-7501-4515-858C-393491F0B72A}"/>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101">
            <a:extLst>
              <a:ext uri="{FF2B5EF4-FFF2-40B4-BE49-F238E27FC236}">
                <a16:creationId xmlns:a16="http://schemas.microsoft.com/office/drawing/2014/main" id="{4D610FDE-A37C-4972-BCCD-5AB70199257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102">
            <a:extLst>
              <a:ext uri="{FF2B5EF4-FFF2-40B4-BE49-F238E27FC236}">
                <a16:creationId xmlns:a16="http://schemas.microsoft.com/office/drawing/2014/main" id="{5652C022-9CEA-4FAE-BF93-E4FFFD7B1FF5}"/>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103">
            <a:extLst>
              <a:ext uri="{FF2B5EF4-FFF2-40B4-BE49-F238E27FC236}">
                <a16:creationId xmlns:a16="http://schemas.microsoft.com/office/drawing/2014/main" id="{C964A7D3-C937-4AB6-8ABB-8B6A05D42F1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104">
            <a:extLst>
              <a:ext uri="{FF2B5EF4-FFF2-40B4-BE49-F238E27FC236}">
                <a16:creationId xmlns:a16="http://schemas.microsoft.com/office/drawing/2014/main" id="{BB2F57C6-E4C6-4369-B7A5-6564AF06C31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105">
            <a:extLst>
              <a:ext uri="{FF2B5EF4-FFF2-40B4-BE49-F238E27FC236}">
                <a16:creationId xmlns:a16="http://schemas.microsoft.com/office/drawing/2014/main" id="{D977C1B0-18B3-4973-A2FE-E4E62B6637E6}"/>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106">
            <a:extLst>
              <a:ext uri="{FF2B5EF4-FFF2-40B4-BE49-F238E27FC236}">
                <a16:creationId xmlns:a16="http://schemas.microsoft.com/office/drawing/2014/main" id="{FCDD48D1-E409-4C37-B858-9A8B051F2CB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107">
            <a:extLst>
              <a:ext uri="{FF2B5EF4-FFF2-40B4-BE49-F238E27FC236}">
                <a16:creationId xmlns:a16="http://schemas.microsoft.com/office/drawing/2014/main" id="{C7FB2920-83BF-40DF-8F57-1771D50939A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108">
            <a:extLst>
              <a:ext uri="{FF2B5EF4-FFF2-40B4-BE49-F238E27FC236}">
                <a16:creationId xmlns:a16="http://schemas.microsoft.com/office/drawing/2014/main" id="{55AE6331-8DD8-43BB-97E8-640EB100906D}"/>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109">
            <a:extLst>
              <a:ext uri="{FF2B5EF4-FFF2-40B4-BE49-F238E27FC236}">
                <a16:creationId xmlns:a16="http://schemas.microsoft.com/office/drawing/2014/main" id="{B4148C8D-500E-475C-A40A-B8DC00BEB79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110">
            <a:extLst>
              <a:ext uri="{FF2B5EF4-FFF2-40B4-BE49-F238E27FC236}">
                <a16:creationId xmlns:a16="http://schemas.microsoft.com/office/drawing/2014/main" id="{D0997029-CC8E-46EA-8E63-64C92B861224}"/>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111">
            <a:extLst>
              <a:ext uri="{FF2B5EF4-FFF2-40B4-BE49-F238E27FC236}">
                <a16:creationId xmlns:a16="http://schemas.microsoft.com/office/drawing/2014/main" id="{0504DDC2-C565-4E60-AE8B-9F5AA6085DF1}"/>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112">
            <a:extLst>
              <a:ext uri="{FF2B5EF4-FFF2-40B4-BE49-F238E27FC236}">
                <a16:creationId xmlns:a16="http://schemas.microsoft.com/office/drawing/2014/main" id="{86B68F23-E5B2-4C6F-A5CB-7DE9F6644EAA}"/>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113">
            <a:extLst>
              <a:ext uri="{FF2B5EF4-FFF2-40B4-BE49-F238E27FC236}">
                <a16:creationId xmlns:a16="http://schemas.microsoft.com/office/drawing/2014/main" id="{58AA73BF-E722-4A9D-9CC2-C4A5782F5C8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114">
            <a:extLst>
              <a:ext uri="{FF2B5EF4-FFF2-40B4-BE49-F238E27FC236}">
                <a16:creationId xmlns:a16="http://schemas.microsoft.com/office/drawing/2014/main" id="{996C76C9-F887-4363-91F0-17064C3BD990}"/>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115">
            <a:extLst>
              <a:ext uri="{FF2B5EF4-FFF2-40B4-BE49-F238E27FC236}">
                <a16:creationId xmlns:a16="http://schemas.microsoft.com/office/drawing/2014/main" id="{290DCF47-CFBB-452B-BEE2-6AF6E9EA5F47}"/>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116">
            <a:extLst>
              <a:ext uri="{FF2B5EF4-FFF2-40B4-BE49-F238E27FC236}">
                <a16:creationId xmlns:a16="http://schemas.microsoft.com/office/drawing/2014/main" id="{36F1A94C-A2E9-4442-8DA5-5F4393D9087B}"/>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117">
            <a:extLst>
              <a:ext uri="{FF2B5EF4-FFF2-40B4-BE49-F238E27FC236}">
                <a16:creationId xmlns:a16="http://schemas.microsoft.com/office/drawing/2014/main" id="{FD149656-3C27-4AE0-A0FB-0D6C709EA682}"/>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118">
            <a:extLst>
              <a:ext uri="{FF2B5EF4-FFF2-40B4-BE49-F238E27FC236}">
                <a16:creationId xmlns:a16="http://schemas.microsoft.com/office/drawing/2014/main" id="{520768E5-0358-4A31-8E6D-73093F8292B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119">
            <a:extLst>
              <a:ext uri="{FF2B5EF4-FFF2-40B4-BE49-F238E27FC236}">
                <a16:creationId xmlns:a16="http://schemas.microsoft.com/office/drawing/2014/main" id="{A06A8F92-E5F6-4015-9CE2-89BBE9101809}"/>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120">
            <a:extLst>
              <a:ext uri="{FF2B5EF4-FFF2-40B4-BE49-F238E27FC236}">
                <a16:creationId xmlns:a16="http://schemas.microsoft.com/office/drawing/2014/main" id="{CC885FBF-32DA-4C2E-BD96-6051D8768CB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121">
            <a:extLst>
              <a:ext uri="{FF2B5EF4-FFF2-40B4-BE49-F238E27FC236}">
                <a16:creationId xmlns:a16="http://schemas.microsoft.com/office/drawing/2014/main" id="{771EF779-8122-4DCE-8D87-538999782C7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122">
            <a:extLst>
              <a:ext uri="{FF2B5EF4-FFF2-40B4-BE49-F238E27FC236}">
                <a16:creationId xmlns:a16="http://schemas.microsoft.com/office/drawing/2014/main" id="{BF349832-169F-4F5C-9C7B-6F272AFE602C}"/>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123">
            <a:extLst>
              <a:ext uri="{FF2B5EF4-FFF2-40B4-BE49-F238E27FC236}">
                <a16:creationId xmlns:a16="http://schemas.microsoft.com/office/drawing/2014/main" id="{1054839B-8395-4EBD-9BE1-2C7FDB6AA992}"/>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124">
            <a:extLst>
              <a:ext uri="{FF2B5EF4-FFF2-40B4-BE49-F238E27FC236}">
                <a16:creationId xmlns:a16="http://schemas.microsoft.com/office/drawing/2014/main" id="{FDEF893C-195D-480B-9CF7-1865DAC25FD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125">
            <a:extLst>
              <a:ext uri="{FF2B5EF4-FFF2-40B4-BE49-F238E27FC236}">
                <a16:creationId xmlns:a16="http://schemas.microsoft.com/office/drawing/2014/main" id="{2A96D563-22E2-4916-AA3B-7D94B220C2EF}"/>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126">
            <a:extLst>
              <a:ext uri="{FF2B5EF4-FFF2-40B4-BE49-F238E27FC236}">
                <a16:creationId xmlns:a16="http://schemas.microsoft.com/office/drawing/2014/main" id="{D867DD87-608A-48C1-838C-103D4532E996}"/>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1127">
            <a:extLst>
              <a:ext uri="{FF2B5EF4-FFF2-40B4-BE49-F238E27FC236}">
                <a16:creationId xmlns:a16="http://schemas.microsoft.com/office/drawing/2014/main" id="{B28C9DA4-E5D8-4A4D-A872-2C8CEB8C84FE}"/>
              </a:ext>
            </a:extLst>
          </p:cNvPr>
          <p:cNvSpPr>
            <a:spLocks noGrp="1"/>
          </p:cNvSpPr>
          <p:nvPr/>
        </p:nvSpPr>
        <p:spPr>
          <a:xfrm>
            <a:off x="2724150" y="3848100"/>
            <a:ext cx="1752600" cy="1752600"/>
          </a:xfrm>
          <a:prstGeom prst="rect">
            <a:avLst/>
          </a:prstGeom>
          <a:noFill/>
          <a:ln w="47625">
            <a:solidFill>
              <a:srgbClr val="E58C22"/>
            </a:solidFill>
          </a:ln>
        </p:spPr>
      </p:sp>
      <p:sp>
        <p:nvSpPr>
          <p:cNvPr id="153" name="prose-1128">
            <a:extLst>
              <a:ext uri="{FF2B5EF4-FFF2-40B4-BE49-F238E27FC236}">
                <a16:creationId xmlns:a16="http://schemas.microsoft.com/office/drawing/2014/main" id="{93E83125-59AE-434F-BAF7-346E4954FF99}"/>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1129">
            <a:extLst>
              <a:ext uri="{FF2B5EF4-FFF2-40B4-BE49-F238E27FC236}">
                <a16:creationId xmlns:a16="http://schemas.microsoft.com/office/drawing/2014/main" id="{63CABECE-D4BC-4D7B-8A4E-10DF034195A1}"/>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1130">
            <a:extLst>
              <a:ext uri="{FF2B5EF4-FFF2-40B4-BE49-F238E27FC236}">
                <a16:creationId xmlns:a16="http://schemas.microsoft.com/office/drawing/2014/main" id="{590ABDDF-2325-4DAC-9CCD-B01B9FC7F31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루트의 네 자식 결과가 완성되었습니다.</a:t>
            </a:r>
          </a:p>
        </p:txBody>
      </p:sp>
      <p:sp>
        <p:nvSpPr>
          <p:cNvPr id="156" name="caption">
            <a:extLst>
              <a:ext uri="{FF2B5EF4-FFF2-40B4-BE49-F238E27FC236}">
                <a16:creationId xmlns:a16="http://schemas.microsoft.com/office/drawing/2014/main" id="{D777D746-999F-481F-95B5-877D42919EB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80451490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560ABE41-2EC1-4A13-A9F8-AD9DAC54917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3A9607CC-E30F-4840-9CFA-2BE7BCA564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2854B5-EA54-4127-B1C4-F0C9A236CD5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결과: (01((0001)000)0)</a:t>
            </a:r>
          </a:p>
        </p:txBody>
      </p:sp>
      <p:sp>
        <p:nvSpPr>
          <p:cNvPr id="4" name="line-1131">
            <a:extLst>
              <a:ext uri="{FF2B5EF4-FFF2-40B4-BE49-F238E27FC236}">
                <a16:creationId xmlns:a16="http://schemas.microsoft.com/office/drawing/2014/main" id="{FC06DAAD-428F-44BF-B386-AFB3DEEBB09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AC3E8F3-6194-4B53-B105-0A5231F5D3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F62960-11B6-4806-8DFE-66E85A884E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203</a:t>
            </a:r>
            <a:endParaRPr sz="1050" b="0">
              <a:solidFill>
                <a:srgbClr val="151515"/>
              </a:solidFill>
              <a:latin typeface="Consolas"/>
              <a:ea typeface="Consolas"/>
              <a:cs typeface="Consolas"/>
            </a:endParaRPr>
          </a:p>
        </p:txBody>
      </p:sp>
      <p:sp>
        <p:nvSpPr>
          <p:cNvPr id="7" name="pixel-1132">
            <a:extLst>
              <a:ext uri="{FF2B5EF4-FFF2-40B4-BE49-F238E27FC236}">
                <a16:creationId xmlns:a16="http://schemas.microsoft.com/office/drawing/2014/main" id="{F22AFCA8-B4FF-49B6-8796-E939F4B6471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133">
            <a:extLst>
              <a:ext uri="{FF2B5EF4-FFF2-40B4-BE49-F238E27FC236}">
                <a16:creationId xmlns:a16="http://schemas.microsoft.com/office/drawing/2014/main" id="{1E552679-0D86-4ADA-883B-4343CE03D9A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134">
            <a:extLst>
              <a:ext uri="{FF2B5EF4-FFF2-40B4-BE49-F238E27FC236}">
                <a16:creationId xmlns:a16="http://schemas.microsoft.com/office/drawing/2014/main" id="{4C56BE81-E245-49AA-934B-41C32B5E7941}"/>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135">
            <a:extLst>
              <a:ext uri="{FF2B5EF4-FFF2-40B4-BE49-F238E27FC236}">
                <a16:creationId xmlns:a16="http://schemas.microsoft.com/office/drawing/2014/main" id="{CFF46A06-F26D-44A3-8476-BE583372F43D}"/>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136">
            <a:extLst>
              <a:ext uri="{FF2B5EF4-FFF2-40B4-BE49-F238E27FC236}">
                <a16:creationId xmlns:a16="http://schemas.microsoft.com/office/drawing/2014/main" id="{C808AC1A-A6E9-4D40-AE58-465FF026413E}"/>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137">
            <a:extLst>
              <a:ext uri="{FF2B5EF4-FFF2-40B4-BE49-F238E27FC236}">
                <a16:creationId xmlns:a16="http://schemas.microsoft.com/office/drawing/2014/main" id="{894FAFA3-5B52-46AA-A187-3FF22F7663C4}"/>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138">
            <a:extLst>
              <a:ext uri="{FF2B5EF4-FFF2-40B4-BE49-F238E27FC236}">
                <a16:creationId xmlns:a16="http://schemas.microsoft.com/office/drawing/2014/main" id="{C4A60A6B-C93B-4591-97EF-3E7DEE6CBBA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139">
            <a:extLst>
              <a:ext uri="{FF2B5EF4-FFF2-40B4-BE49-F238E27FC236}">
                <a16:creationId xmlns:a16="http://schemas.microsoft.com/office/drawing/2014/main" id="{223AF9C6-E9DB-466A-A5EA-762E5D6680A5}"/>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140">
            <a:extLst>
              <a:ext uri="{FF2B5EF4-FFF2-40B4-BE49-F238E27FC236}">
                <a16:creationId xmlns:a16="http://schemas.microsoft.com/office/drawing/2014/main" id="{9F1816FD-05AD-4283-A4F1-F37E900E27F4}"/>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141">
            <a:extLst>
              <a:ext uri="{FF2B5EF4-FFF2-40B4-BE49-F238E27FC236}">
                <a16:creationId xmlns:a16="http://schemas.microsoft.com/office/drawing/2014/main" id="{58210E9B-0AAA-418D-9992-1BE78175796F}"/>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142">
            <a:extLst>
              <a:ext uri="{FF2B5EF4-FFF2-40B4-BE49-F238E27FC236}">
                <a16:creationId xmlns:a16="http://schemas.microsoft.com/office/drawing/2014/main" id="{FAC08D70-C357-4C2D-AFBF-5CD3F6FE6AEC}"/>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143">
            <a:extLst>
              <a:ext uri="{FF2B5EF4-FFF2-40B4-BE49-F238E27FC236}">
                <a16:creationId xmlns:a16="http://schemas.microsoft.com/office/drawing/2014/main" id="{C4F4FB1F-C2FA-4400-86DE-2E67C623940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144">
            <a:extLst>
              <a:ext uri="{FF2B5EF4-FFF2-40B4-BE49-F238E27FC236}">
                <a16:creationId xmlns:a16="http://schemas.microsoft.com/office/drawing/2014/main" id="{15CA122E-28AE-45C9-B1C3-7A9E0F336F79}"/>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145">
            <a:extLst>
              <a:ext uri="{FF2B5EF4-FFF2-40B4-BE49-F238E27FC236}">
                <a16:creationId xmlns:a16="http://schemas.microsoft.com/office/drawing/2014/main" id="{7778DB69-EB60-4F58-832C-08365AD5A55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146">
            <a:extLst>
              <a:ext uri="{FF2B5EF4-FFF2-40B4-BE49-F238E27FC236}">
                <a16:creationId xmlns:a16="http://schemas.microsoft.com/office/drawing/2014/main" id="{5F4B3FCF-78DE-4E13-8289-44F323FD8B4F}"/>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147">
            <a:extLst>
              <a:ext uri="{FF2B5EF4-FFF2-40B4-BE49-F238E27FC236}">
                <a16:creationId xmlns:a16="http://schemas.microsoft.com/office/drawing/2014/main" id="{3ECB4A55-EC89-49F9-B239-C72CB6BDCD25}"/>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148">
            <a:extLst>
              <a:ext uri="{FF2B5EF4-FFF2-40B4-BE49-F238E27FC236}">
                <a16:creationId xmlns:a16="http://schemas.microsoft.com/office/drawing/2014/main" id="{08FB8C27-4BB2-4FD1-8669-CF163F1903E6}"/>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149">
            <a:extLst>
              <a:ext uri="{FF2B5EF4-FFF2-40B4-BE49-F238E27FC236}">
                <a16:creationId xmlns:a16="http://schemas.microsoft.com/office/drawing/2014/main" id="{CC458A32-65AE-4DDE-9C24-503C76B0ABDE}"/>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150">
            <a:extLst>
              <a:ext uri="{FF2B5EF4-FFF2-40B4-BE49-F238E27FC236}">
                <a16:creationId xmlns:a16="http://schemas.microsoft.com/office/drawing/2014/main" id="{C0078993-CADC-4968-B19D-5A7A1E0AE446}"/>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151">
            <a:extLst>
              <a:ext uri="{FF2B5EF4-FFF2-40B4-BE49-F238E27FC236}">
                <a16:creationId xmlns:a16="http://schemas.microsoft.com/office/drawing/2014/main" id="{0E2C235A-4621-465C-B927-FD1ED153FF92}"/>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152">
            <a:extLst>
              <a:ext uri="{FF2B5EF4-FFF2-40B4-BE49-F238E27FC236}">
                <a16:creationId xmlns:a16="http://schemas.microsoft.com/office/drawing/2014/main" id="{E5B59C37-7E71-4CAC-83FC-741605049D11}"/>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153">
            <a:extLst>
              <a:ext uri="{FF2B5EF4-FFF2-40B4-BE49-F238E27FC236}">
                <a16:creationId xmlns:a16="http://schemas.microsoft.com/office/drawing/2014/main" id="{A1447C35-7370-4E77-AE90-396CEE368A43}"/>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154">
            <a:extLst>
              <a:ext uri="{FF2B5EF4-FFF2-40B4-BE49-F238E27FC236}">
                <a16:creationId xmlns:a16="http://schemas.microsoft.com/office/drawing/2014/main" id="{5D2502A1-EF9A-4117-8A15-2051CEC0CB69}"/>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155">
            <a:extLst>
              <a:ext uri="{FF2B5EF4-FFF2-40B4-BE49-F238E27FC236}">
                <a16:creationId xmlns:a16="http://schemas.microsoft.com/office/drawing/2014/main" id="{EE7945A3-8C53-4D53-BCA8-1860EF0F0619}"/>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156">
            <a:extLst>
              <a:ext uri="{FF2B5EF4-FFF2-40B4-BE49-F238E27FC236}">
                <a16:creationId xmlns:a16="http://schemas.microsoft.com/office/drawing/2014/main" id="{7D41E04C-16CA-44B1-BB06-188CF7250F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157">
            <a:extLst>
              <a:ext uri="{FF2B5EF4-FFF2-40B4-BE49-F238E27FC236}">
                <a16:creationId xmlns:a16="http://schemas.microsoft.com/office/drawing/2014/main" id="{D385EE1D-8552-47C9-9B6F-6CA6AFC701DA}"/>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158">
            <a:extLst>
              <a:ext uri="{FF2B5EF4-FFF2-40B4-BE49-F238E27FC236}">
                <a16:creationId xmlns:a16="http://schemas.microsoft.com/office/drawing/2014/main" id="{5B1851E8-40F9-4979-9B3F-B55798B25173}"/>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159">
            <a:extLst>
              <a:ext uri="{FF2B5EF4-FFF2-40B4-BE49-F238E27FC236}">
                <a16:creationId xmlns:a16="http://schemas.microsoft.com/office/drawing/2014/main" id="{8EF692A6-99ED-40C2-9921-3D348C4334BF}"/>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160">
            <a:extLst>
              <a:ext uri="{FF2B5EF4-FFF2-40B4-BE49-F238E27FC236}">
                <a16:creationId xmlns:a16="http://schemas.microsoft.com/office/drawing/2014/main" id="{BF1F8B2A-5190-483D-A445-7A164D124A0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161">
            <a:extLst>
              <a:ext uri="{FF2B5EF4-FFF2-40B4-BE49-F238E27FC236}">
                <a16:creationId xmlns:a16="http://schemas.microsoft.com/office/drawing/2014/main" id="{23F72CA0-9D94-436E-A381-7F54FA074B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162">
            <a:extLst>
              <a:ext uri="{FF2B5EF4-FFF2-40B4-BE49-F238E27FC236}">
                <a16:creationId xmlns:a16="http://schemas.microsoft.com/office/drawing/2014/main" id="{0ED9F073-9543-43F8-8310-1419CD3C74C7}"/>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163">
            <a:extLst>
              <a:ext uri="{FF2B5EF4-FFF2-40B4-BE49-F238E27FC236}">
                <a16:creationId xmlns:a16="http://schemas.microsoft.com/office/drawing/2014/main" id="{9BD9A187-D286-4240-90C4-41E35410603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164">
            <a:extLst>
              <a:ext uri="{FF2B5EF4-FFF2-40B4-BE49-F238E27FC236}">
                <a16:creationId xmlns:a16="http://schemas.microsoft.com/office/drawing/2014/main" id="{17D838C5-6091-49FD-9579-0AF8A5312440}"/>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165">
            <a:extLst>
              <a:ext uri="{FF2B5EF4-FFF2-40B4-BE49-F238E27FC236}">
                <a16:creationId xmlns:a16="http://schemas.microsoft.com/office/drawing/2014/main" id="{44A7A245-668B-4870-BA43-ED40AF63DB88}"/>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166">
            <a:extLst>
              <a:ext uri="{FF2B5EF4-FFF2-40B4-BE49-F238E27FC236}">
                <a16:creationId xmlns:a16="http://schemas.microsoft.com/office/drawing/2014/main" id="{F3FB5C48-9D1A-4DA3-8337-BE2E1778534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167">
            <a:extLst>
              <a:ext uri="{FF2B5EF4-FFF2-40B4-BE49-F238E27FC236}">
                <a16:creationId xmlns:a16="http://schemas.microsoft.com/office/drawing/2014/main" id="{463DB1DA-394C-4230-A4AD-1D9ED720836A}"/>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168">
            <a:extLst>
              <a:ext uri="{FF2B5EF4-FFF2-40B4-BE49-F238E27FC236}">
                <a16:creationId xmlns:a16="http://schemas.microsoft.com/office/drawing/2014/main" id="{78132C08-1D08-431B-A53F-E2EE0D0FB88B}"/>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169">
            <a:extLst>
              <a:ext uri="{FF2B5EF4-FFF2-40B4-BE49-F238E27FC236}">
                <a16:creationId xmlns:a16="http://schemas.microsoft.com/office/drawing/2014/main" id="{8F95DB41-8071-4B58-968E-F462250A6F5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170">
            <a:extLst>
              <a:ext uri="{FF2B5EF4-FFF2-40B4-BE49-F238E27FC236}">
                <a16:creationId xmlns:a16="http://schemas.microsoft.com/office/drawing/2014/main" id="{02C7E09F-FC23-48C7-AABC-F8E25C95603E}"/>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171">
            <a:extLst>
              <a:ext uri="{FF2B5EF4-FFF2-40B4-BE49-F238E27FC236}">
                <a16:creationId xmlns:a16="http://schemas.microsoft.com/office/drawing/2014/main" id="{894A9326-2F5F-4AF1-9A92-03566435425B}"/>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172">
            <a:extLst>
              <a:ext uri="{FF2B5EF4-FFF2-40B4-BE49-F238E27FC236}">
                <a16:creationId xmlns:a16="http://schemas.microsoft.com/office/drawing/2014/main" id="{91049F80-A355-43E7-B6E5-BC27DFE0C75F}"/>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173">
            <a:extLst>
              <a:ext uri="{FF2B5EF4-FFF2-40B4-BE49-F238E27FC236}">
                <a16:creationId xmlns:a16="http://schemas.microsoft.com/office/drawing/2014/main" id="{E38B1D1A-2C3D-4E3B-B8F9-0706EC58A66E}"/>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174">
            <a:extLst>
              <a:ext uri="{FF2B5EF4-FFF2-40B4-BE49-F238E27FC236}">
                <a16:creationId xmlns:a16="http://schemas.microsoft.com/office/drawing/2014/main" id="{9699FF27-DF7D-453C-AF84-A2D61F3CBC5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175">
            <a:extLst>
              <a:ext uri="{FF2B5EF4-FFF2-40B4-BE49-F238E27FC236}">
                <a16:creationId xmlns:a16="http://schemas.microsoft.com/office/drawing/2014/main" id="{EE1F370A-71C5-497B-832D-EC04BDC0C0E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176">
            <a:extLst>
              <a:ext uri="{FF2B5EF4-FFF2-40B4-BE49-F238E27FC236}">
                <a16:creationId xmlns:a16="http://schemas.microsoft.com/office/drawing/2014/main" id="{83C48263-D389-4567-A21B-863043E8DF82}"/>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177">
            <a:extLst>
              <a:ext uri="{FF2B5EF4-FFF2-40B4-BE49-F238E27FC236}">
                <a16:creationId xmlns:a16="http://schemas.microsoft.com/office/drawing/2014/main" id="{EA05CC54-8F66-4DDF-A773-61438814670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178">
            <a:extLst>
              <a:ext uri="{FF2B5EF4-FFF2-40B4-BE49-F238E27FC236}">
                <a16:creationId xmlns:a16="http://schemas.microsoft.com/office/drawing/2014/main" id="{9977D112-32E7-45ED-B827-C1D819CF2C0D}"/>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179">
            <a:extLst>
              <a:ext uri="{FF2B5EF4-FFF2-40B4-BE49-F238E27FC236}">
                <a16:creationId xmlns:a16="http://schemas.microsoft.com/office/drawing/2014/main" id="{1AC9C297-E16C-4680-A89D-47FFF79A23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180">
            <a:extLst>
              <a:ext uri="{FF2B5EF4-FFF2-40B4-BE49-F238E27FC236}">
                <a16:creationId xmlns:a16="http://schemas.microsoft.com/office/drawing/2014/main" id="{8477F7BD-7FCB-45E6-B849-E9792F9CA44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181">
            <a:extLst>
              <a:ext uri="{FF2B5EF4-FFF2-40B4-BE49-F238E27FC236}">
                <a16:creationId xmlns:a16="http://schemas.microsoft.com/office/drawing/2014/main" id="{271183C3-9B45-4496-9274-40C4C3C8B68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182">
            <a:extLst>
              <a:ext uri="{FF2B5EF4-FFF2-40B4-BE49-F238E27FC236}">
                <a16:creationId xmlns:a16="http://schemas.microsoft.com/office/drawing/2014/main" id="{D393ADE9-8183-4C96-B1A5-52C2544F2BE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183">
            <a:extLst>
              <a:ext uri="{FF2B5EF4-FFF2-40B4-BE49-F238E27FC236}">
                <a16:creationId xmlns:a16="http://schemas.microsoft.com/office/drawing/2014/main" id="{69C3FECC-AA5A-4824-BA43-63DDC1AE1A1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184">
            <a:extLst>
              <a:ext uri="{FF2B5EF4-FFF2-40B4-BE49-F238E27FC236}">
                <a16:creationId xmlns:a16="http://schemas.microsoft.com/office/drawing/2014/main" id="{6EA55100-E73C-4760-B0A7-3498D36020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185">
            <a:extLst>
              <a:ext uri="{FF2B5EF4-FFF2-40B4-BE49-F238E27FC236}">
                <a16:creationId xmlns:a16="http://schemas.microsoft.com/office/drawing/2014/main" id="{22D10D6E-87D3-4FA7-BCB3-F03289196F1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186">
            <a:extLst>
              <a:ext uri="{FF2B5EF4-FFF2-40B4-BE49-F238E27FC236}">
                <a16:creationId xmlns:a16="http://schemas.microsoft.com/office/drawing/2014/main" id="{D8079D9F-6C50-4875-8EB2-9DA3770723B7}"/>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187">
            <a:extLst>
              <a:ext uri="{FF2B5EF4-FFF2-40B4-BE49-F238E27FC236}">
                <a16:creationId xmlns:a16="http://schemas.microsoft.com/office/drawing/2014/main" id="{D4A0C885-C3C5-4856-818D-DDB43C709292}"/>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188">
            <a:extLst>
              <a:ext uri="{FF2B5EF4-FFF2-40B4-BE49-F238E27FC236}">
                <a16:creationId xmlns:a16="http://schemas.microsoft.com/office/drawing/2014/main" id="{F68207DC-BF80-4359-9280-586A3D1FA8A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189">
            <a:extLst>
              <a:ext uri="{FF2B5EF4-FFF2-40B4-BE49-F238E27FC236}">
                <a16:creationId xmlns:a16="http://schemas.microsoft.com/office/drawing/2014/main" id="{E23E94CE-526D-4AA5-BC6C-5EE68D432BCA}"/>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190">
            <a:extLst>
              <a:ext uri="{FF2B5EF4-FFF2-40B4-BE49-F238E27FC236}">
                <a16:creationId xmlns:a16="http://schemas.microsoft.com/office/drawing/2014/main" id="{99DDB061-8DDC-4B9A-B614-2B3F4CFF6115}"/>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91">
            <a:extLst>
              <a:ext uri="{FF2B5EF4-FFF2-40B4-BE49-F238E27FC236}">
                <a16:creationId xmlns:a16="http://schemas.microsoft.com/office/drawing/2014/main" id="{0B5FD203-D5AA-47A8-9F16-23ECACA511C0}"/>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92">
            <a:extLst>
              <a:ext uri="{FF2B5EF4-FFF2-40B4-BE49-F238E27FC236}">
                <a16:creationId xmlns:a16="http://schemas.microsoft.com/office/drawing/2014/main" id="{4FEDD265-6761-432C-AA42-0BD35F18E694}"/>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93">
            <a:extLst>
              <a:ext uri="{FF2B5EF4-FFF2-40B4-BE49-F238E27FC236}">
                <a16:creationId xmlns:a16="http://schemas.microsoft.com/office/drawing/2014/main" id="{7A509BBB-611F-4ECD-B761-AB33A10DAC14}"/>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94">
            <a:extLst>
              <a:ext uri="{FF2B5EF4-FFF2-40B4-BE49-F238E27FC236}">
                <a16:creationId xmlns:a16="http://schemas.microsoft.com/office/drawing/2014/main" id="{12CB07CA-003A-419A-8EBA-60454264DC14}"/>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95">
            <a:extLst>
              <a:ext uri="{FF2B5EF4-FFF2-40B4-BE49-F238E27FC236}">
                <a16:creationId xmlns:a16="http://schemas.microsoft.com/office/drawing/2014/main" id="{1FB1DB2A-8710-4A0F-B603-B4A843FEF696}"/>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96">
            <a:extLst>
              <a:ext uri="{FF2B5EF4-FFF2-40B4-BE49-F238E27FC236}">
                <a16:creationId xmlns:a16="http://schemas.microsoft.com/office/drawing/2014/main" id="{E8F31BAB-ED3F-4A6F-9607-117AB17761B4}"/>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97">
            <a:extLst>
              <a:ext uri="{FF2B5EF4-FFF2-40B4-BE49-F238E27FC236}">
                <a16:creationId xmlns:a16="http://schemas.microsoft.com/office/drawing/2014/main" id="{2B5682A3-1D68-4AF5-BA10-63098740877D}"/>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98">
            <a:extLst>
              <a:ext uri="{FF2B5EF4-FFF2-40B4-BE49-F238E27FC236}">
                <a16:creationId xmlns:a16="http://schemas.microsoft.com/office/drawing/2014/main" id="{8975127C-81DF-45F1-AA0E-6F8C95749A25}"/>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99">
            <a:extLst>
              <a:ext uri="{FF2B5EF4-FFF2-40B4-BE49-F238E27FC236}">
                <a16:creationId xmlns:a16="http://schemas.microsoft.com/office/drawing/2014/main" id="{8A8FB74E-451F-405E-BD98-DF6C01F1CAA8}"/>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200">
            <a:extLst>
              <a:ext uri="{FF2B5EF4-FFF2-40B4-BE49-F238E27FC236}">
                <a16:creationId xmlns:a16="http://schemas.microsoft.com/office/drawing/2014/main" id="{34CEB82B-F6A4-4284-B0D1-E6A59E4A9E0A}"/>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1">
            <a:extLst>
              <a:ext uri="{FF2B5EF4-FFF2-40B4-BE49-F238E27FC236}">
                <a16:creationId xmlns:a16="http://schemas.microsoft.com/office/drawing/2014/main" id="{D09CED29-96AF-4C26-9750-8F50488F8189}"/>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02">
            <a:extLst>
              <a:ext uri="{FF2B5EF4-FFF2-40B4-BE49-F238E27FC236}">
                <a16:creationId xmlns:a16="http://schemas.microsoft.com/office/drawing/2014/main" id="{386828A6-E486-4DA3-BD8F-351A0C4C5462}"/>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03">
            <a:extLst>
              <a:ext uri="{FF2B5EF4-FFF2-40B4-BE49-F238E27FC236}">
                <a16:creationId xmlns:a16="http://schemas.microsoft.com/office/drawing/2014/main" id="{EC0F6194-361A-4F63-A04F-220517A1A833}"/>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04">
            <a:extLst>
              <a:ext uri="{FF2B5EF4-FFF2-40B4-BE49-F238E27FC236}">
                <a16:creationId xmlns:a16="http://schemas.microsoft.com/office/drawing/2014/main" id="{F5E03F90-AB1E-44F8-99EA-CE6C566B29A0}"/>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05">
            <a:extLst>
              <a:ext uri="{FF2B5EF4-FFF2-40B4-BE49-F238E27FC236}">
                <a16:creationId xmlns:a16="http://schemas.microsoft.com/office/drawing/2014/main" id="{4F016184-95AC-4FE9-AED4-5F1303B4BB46}"/>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06">
            <a:extLst>
              <a:ext uri="{FF2B5EF4-FFF2-40B4-BE49-F238E27FC236}">
                <a16:creationId xmlns:a16="http://schemas.microsoft.com/office/drawing/2014/main" id="{046FA6DF-9F24-40B1-A218-687CCF1F972C}"/>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07">
            <a:extLst>
              <a:ext uri="{FF2B5EF4-FFF2-40B4-BE49-F238E27FC236}">
                <a16:creationId xmlns:a16="http://schemas.microsoft.com/office/drawing/2014/main" id="{E8C4B924-38A1-438D-9C4A-C4791E7B2196}"/>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08">
            <a:extLst>
              <a:ext uri="{FF2B5EF4-FFF2-40B4-BE49-F238E27FC236}">
                <a16:creationId xmlns:a16="http://schemas.microsoft.com/office/drawing/2014/main" id="{F5EAFB8C-8B54-4423-80F4-D6E29751B26C}"/>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09">
            <a:extLst>
              <a:ext uri="{FF2B5EF4-FFF2-40B4-BE49-F238E27FC236}">
                <a16:creationId xmlns:a16="http://schemas.microsoft.com/office/drawing/2014/main" id="{977E9C60-8D85-41D7-BD5A-79C54501296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10">
            <a:extLst>
              <a:ext uri="{FF2B5EF4-FFF2-40B4-BE49-F238E27FC236}">
                <a16:creationId xmlns:a16="http://schemas.microsoft.com/office/drawing/2014/main" id="{59787DA6-479A-445E-AFAE-B63D2B42037E}"/>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211">
            <a:extLst>
              <a:ext uri="{FF2B5EF4-FFF2-40B4-BE49-F238E27FC236}">
                <a16:creationId xmlns:a16="http://schemas.microsoft.com/office/drawing/2014/main" id="{54F664F0-5DDA-415B-880C-514988DF2947}"/>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212">
            <a:extLst>
              <a:ext uri="{FF2B5EF4-FFF2-40B4-BE49-F238E27FC236}">
                <a16:creationId xmlns:a16="http://schemas.microsoft.com/office/drawing/2014/main" id="{239A838E-A304-461D-99FF-0C38DE385B3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213">
            <a:extLst>
              <a:ext uri="{FF2B5EF4-FFF2-40B4-BE49-F238E27FC236}">
                <a16:creationId xmlns:a16="http://schemas.microsoft.com/office/drawing/2014/main" id="{B0D55A6E-1B37-482A-9E5C-76726F73FA4E}"/>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214">
            <a:extLst>
              <a:ext uri="{FF2B5EF4-FFF2-40B4-BE49-F238E27FC236}">
                <a16:creationId xmlns:a16="http://schemas.microsoft.com/office/drawing/2014/main" id="{4EDD4ABA-3FB4-4DC1-8919-199E4BF9898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215">
            <a:extLst>
              <a:ext uri="{FF2B5EF4-FFF2-40B4-BE49-F238E27FC236}">
                <a16:creationId xmlns:a16="http://schemas.microsoft.com/office/drawing/2014/main" id="{2F41ABE7-85A1-4EF3-BC3F-90982183BC01}"/>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216">
            <a:extLst>
              <a:ext uri="{FF2B5EF4-FFF2-40B4-BE49-F238E27FC236}">
                <a16:creationId xmlns:a16="http://schemas.microsoft.com/office/drawing/2014/main" id="{DD638AEF-CBAE-46E5-A9BB-34BBAC5417C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217">
            <a:extLst>
              <a:ext uri="{FF2B5EF4-FFF2-40B4-BE49-F238E27FC236}">
                <a16:creationId xmlns:a16="http://schemas.microsoft.com/office/drawing/2014/main" id="{7709FB6F-6923-4AEB-9C08-9FED747CCBB8}"/>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218">
            <a:extLst>
              <a:ext uri="{FF2B5EF4-FFF2-40B4-BE49-F238E27FC236}">
                <a16:creationId xmlns:a16="http://schemas.microsoft.com/office/drawing/2014/main" id="{A46ACFA4-4562-439B-B389-842C8E947837}"/>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219">
            <a:extLst>
              <a:ext uri="{FF2B5EF4-FFF2-40B4-BE49-F238E27FC236}">
                <a16:creationId xmlns:a16="http://schemas.microsoft.com/office/drawing/2014/main" id="{711F158D-90A2-4E87-9001-1B3FEA47BB96}"/>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220">
            <a:extLst>
              <a:ext uri="{FF2B5EF4-FFF2-40B4-BE49-F238E27FC236}">
                <a16:creationId xmlns:a16="http://schemas.microsoft.com/office/drawing/2014/main" id="{2CD8546A-F626-4AD9-9205-55C9A52F92C4}"/>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221">
            <a:extLst>
              <a:ext uri="{FF2B5EF4-FFF2-40B4-BE49-F238E27FC236}">
                <a16:creationId xmlns:a16="http://schemas.microsoft.com/office/drawing/2014/main" id="{0804D375-5698-4AC7-BA39-38A425762A4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222">
            <a:extLst>
              <a:ext uri="{FF2B5EF4-FFF2-40B4-BE49-F238E27FC236}">
                <a16:creationId xmlns:a16="http://schemas.microsoft.com/office/drawing/2014/main" id="{DE085ED4-4971-471E-8ACC-47F455F35E27}"/>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223">
            <a:extLst>
              <a:ext uri="{FF2B5EF4-FFF2-40B4-BE49-F238E27FC236}">
                <a16:creationId xmlns:a16="http://schemas.microsoft.com/office/drawing/2014/main" id="{0FCCAD0F-EFF8-4C89-9F75-9228C200EDDE}"/>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224">
            <a:extLst>
              <a:ext uri="{FF2B5EF4-FFF2-40B4-BE49-F238E27FC236}">
                <a16:creationId xmlns:a16="http://schemas.microsoft.com/office/drawing/2014/main" id="{5243AF25-D218-4E42-B6A6-7765C72CC88F}"/>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225">
            <a:extLst>
              <a:ext uri="{FF2B5EF4-FFF2-40B4-BE49-F238E27FC236}">
                <a16:creationId xmlns:a16="http://schemas.microsoft.com/office/drawing/2014/main" id="{5B9B487A-E0A9-42C2-8FDB-C6B20D81B2C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226">
            <a:extLst>
              <a:ext uri="{FF2B5EF4-FFF2-40B4-BE49-F238E27FC236}">
                <a16:creationId xmlns:a16="http://schemas.microsoft.com/office/drawing/2014/main" id="{97F30891-3C9C-4E8D-AA3F-E25C05E17ED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227">
            <a:extLst>
              <a:ext uri="{FF2B5EF4-FFF2-40B4-BE49-F238E27FC236}">
                <a16:creationId xmlns:a16="http://schemas.microsoft.com/office/drawing/2014/main" id="{41632EAA-AEEC-4EDA-8673-5DC2C2DC8172}"/>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228">
            <a:extLst>
              <a:ext uri="{FF2B5EF4-FFF2-40B4-BE49-F238E27FC236}">
                <a16:creationId xmlns:a16="http://schemas.microsoft.com/office/drawing/2014/main" id="{ABA13E7E-4AAC-4F3E-A9E2-3959F99A4FFD}"/>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229">
            <a:extLst>
              <a:ext uri="{FF2B5EF4-FFF2-40B4-BE49-F238E27FC236}">
                <a16:creationId xmlns:a16="http://schemas.microsoft.com/office/drawing/2014/main" id="{4514820E-5F8A-40C3-A32D-F963A11C228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230">
            <a:extLst>
              <a:ext uri="{FF2B5EF4-FFF2-40B4-BE49-F238E27FC236}">
                <a16:creationId xmlns:a16="http://schemas.microsoft.com/office/drawing/2014/main" id="{B068DA32-76E6-41DB-9883-6B03EA96B41C}"/>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231">
            <a:extLst>
              <a:ext uri="{FF2B5EF4-FFF2-40B4-BE49-F238E27FC236}">
                <a16:creationId xmlns:a16="http://schemas.microsoft.com/office/drawing/2014/main" id="{EFDD0FC4-BF5D-4462-8E99-D9B68D574337}"/>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232">
            <a:extLst>
              <a:ext uri="{FF2B5EF4-FFF2-40B4-BE49-F238E27FC236}">
                <a16:creationId xmlns:a16="http://schemas.microsoft.com/office/drawing/2014/main" id="{76A3B80F-707A-42B8-823B-CC66D8B0255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233">
            <a:extLst>
              <a:ext uri="{FF2B5EF4-FFF2-40B4-BE49-F238E27FC236}">
                <a16:creationId xmlns:a16="http://schemas.microsoft.com/office/drawing/2014/main" id="{AA6D0734-D420-42B4-895D-2B41A9271728}"/>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234">
            <a:extLst>
              <a:ext uri="{FF2B5EF4-FFF2-40B4-BE49-F238E27FC236}">
                <a16:creationId xmlns:a16="http://schemas.microsoft.com/office/drawing/2014/main" id="{9BE98807-F012-4195-9DB0-79852D235EF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235">
            <a:extLst>
              <a:ext uri="{FF2B5EF4-FFF2-40B4-BE49-F238E27FC236}">
                <a16:creationId xmlns:a16="http://schemas.microsoft.com/office/drawing/2014/main" id="{D67D5709-B17A-4D27-B1F8-3A5FA74CC95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236">
            <a:extLst>
              <a:ext uri="{FF2B5EF4-FFF2-40B4-BE49-F238E27FC236}">
                <a16:creationId xmlns:a16="http://schemas.microsoft.com/office/drawing/2014/main" id="{0D9A64BA-360D-441A-B001-CFDCDB489196}"/>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237">
            <a:extLst>
              <a:ext uri="{FF2B5EF4-FFF2-40B4-BE49-F238E27FC236}">
                <a16:creationId xmlns:a16="http://schemas.microsoft.com/office/drawing/2014/main" id="{E1A5D427-E71C-40AE-87A7-B89B2A73323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238">
            <a:extLst>
              <a:ext uri="{FF2B5EF4-FFF2-40B4-BE49-F238E27FC236}">
                <a16:creationId xmlns:a16="http://schemas.microsoft.com/office/drawing/2014/main" id="{E7D411A5-E7FE-46D7-AD5C-64D94CEB43E7}"/>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239">
            <a:extLst>
              <a:ext uri="{FF2B5EF4-FFF2-40B4-BE49-F238E27FC236}">
                <a16:creationId xmlns:a16="http://schemas.microsoft.com/office/drawing/2014/main" id="{E143FA16-294D-4FDA-BFD9-72042C415892}"/>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240">
            <a:extLst>
              <a:ext uri="{FF2B5EF4-FFF2-40B4-BE49-F238E27FC236}">
                <a16:creationId xmlns:a16="http://schemas.microsoft.com/office/drawing/2014/main" id="{9BDFD3BF-03F1-4A17-B146-1A9DDA99803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241">
            <a:extLst>
              <a:ext uri="{FF2B5EF4-FFF2-40B4-BE49-F238E27FC236}">
                <a16:creationId xmlns:a16="http://schemas.microsoft.com/office/drawing/2014/main" id="{576705BD-2DF0-45E8-A292-A8CAD472AED8}"/>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242">
            <a:extLst>
              <a:ext uri="{FF2B5EF4-FFF2-40B4-BE49-F238E27FC236}">
                <a16:creationId xmlns:a16="http://schemas.microsoft.com/office/drawing/2014/main" id="{FEFC03E1-F5A3-4367-B306-87C4C8434DA9}"/>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243">
            <a:extLst>
              <a:ext uri="{FF2B5EF4-FFF2-40B4-BE49-F238E27FC236}">
                <a16:creationId xmlns:a16="http://schemas.microsoft.com/office/drawing/2014/main" id="{0B3CFD34-4228-4A2C-8C8B-6171D6423599}"/>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244">
            <a:extLst>
              <a:ext uri="{FF2B5EF4-FFF2-40B4-BE49-F238E27FC236}">
                <a16:creationId xmlns:a16="http://schemas.microsoft.com/office/drawing/2014/main" id="{6842623D-5E28-4344-9114-989E9BE104B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245">
            <a:extLst>
              <a:ext uri="{FF2B5EF4-FFF2-40B4-BE49-F238E27FC236}">
                <a16:creationId xmlns:a16="http://schemas.microsoft.com/office/drawing/2014/main" id="{A4785D1D-547C-44CA-9B56-672B015F6AA8}"/>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246">
            <a:extLst>
              <a:ext uri="{FF2B5EF4-FFF2-40B4-BE49-F238E27FC236}">
                <a16:creationId xmlns:a16="http://schemas.microsoft.com/office/drawing/2014/main" id="{9610CF38-696E-4770-928B-16C99EE51FDC}"/>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247">
            <a:extLst>
              <a:ext uri="{FF2B5EF4-FFF2-40B4-BE49-F238E27FC236}">
                <a16:creationId xmlns:a16="http://schemas.microsoft.com/office/drawing/2014/main" id="{D4321FBA-7E00-4587-A7A4-53D1BC5C1FE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248">
            <a:extLst>
              <a:ext uri="{FF2B5EF4-FFF2-40B4-BE49-F238E27FC236}">
                <a16:creationId xmlns:a16="http://schemas.microsoft.com/office/drawing/2014/main" id="{8B1667EF-8497-4DD1-A1A5-892A0CD68B3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249">
            <a:extLst>
              <a:ext uri="{FF2B5EF4-FFF2-40B4-BE49-F238E27FC236}">
                <a16:creationId xmlns:a16="http://schemas.microsoft.com/office/drawing/2014/main" id="{46E01022-182F-4376-9815-C86AF87DE0C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250">
            <a:extLst>
              <a:ext uri="{FF2B5EF4-FFF2-40B4-BE49-F238E27FC236}">
                <a16:creationId xmlns:a16="http://schemas.microsoft.com/office/drawing/2014/main" id="{1422A69A-68AB-429A-9F0C-3E9047A3B1EC}"/>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251">
            <a:extLst>
              <a:ext uri="{FF2B5EF4-FFF2-40B4-BE49-F238E27FC236}">
                <a16:creationId xmlns:a16="http://schemas.microsoft.com/office/drawing/2014/main" id="{12B2C5D3-424A-4B3D-940B-95A14C3DC100}"/>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252">
            <a:extLst>
              <a:ext uri="{FF2B5EF4-FFF2-40B4-BE49-F238E27FC236}">
                <a16:creationId xmlns:a16="http://schemas.microsoft.com/office/drawing/2014/main" id="{5B258F8D-78A9-4242-A751-73F097855BC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253">
            <a:extLst>
              <a:ext uri="{FF2B5EF4-FFF2-40B4-BE49-F238E27FC236}">
                <a16:creationId xmlns:a16="http://schemas.microsoft.com/office/drawing/2014/main" id="{6893FC9A-C407-45D2-9D16-46D77060712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254">
            <a:extLst>
              <a:ext uri="{FF2B5EF4-FFF2-40B4-BE49-F238E27FC236}">
                <a16:creationId xmlns:a16="http://schemas.microsoft.com/office/drawing/2014/main" id="{06523E7A-F493-4CE9-8993-288984FA4D6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255">
            <a:extLst>
              <a:ext uri="{FF2B5EF4-FFF2-40B4-BE49-F238E27FC236}">
                <a16:creationId xmlns:a16="http://schemas.microsoft.com/office/drawing/2014/main" id="{EF680933-BCF8-4FBC-BE17-449DB9CEAC94}"/>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256">
            <a:extLst>
              <a:ext uri="{FF2B5EF4-FFF2-40B4-BE49-F238E27FC236}">
                <a16:creationId xmlns:a16="http://schemas.microsoft.com/office/drawing/2014/main" id="{F22B5BEE-0ADC-4C2D-8C2B-D0414A2ED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257">
            <a:extLst>
              <a:ext uri="{FF2B5EF4-FFF2-40B4-BE49-F238E27FC236}">
                <a16:creationId xmlns:a16="http://schemas.microsoft.com/office/drawing/2014/main" id="{13F56E11-4D30-45F2-9873-8F159C5F846D}"/>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258">
            <a:extLst>
              <a:ext uri="{FF2B5EF4-FFF2-40B4-BE49-F238E27FC236}">
                <a16:creationId xmlns:a16="http://schemas.microsoft.com/office/drawing/2014/main" id="{A40286B0-C4E8-4B89-94EE-1E6E4D585358}"/>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259">
            <a:extLst>
              <a:ext uri="{FF2B5EF4-FFF2-40B4-BE49-F238E27FC236}">
                <a16:creationId xmlns:a16="http://schemas.microsoft.com/office/drawing/2014/main" id="{8CE6D36E-7C80-4CA5-A006-F896425D1FE1}"/>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260">
            <a:extLst>
              <a:ext uri="{FF2B5EF4-FFF2-40B4-BE49-F238E27FC236}">
                <a16:creationId xmlns:a16="http://schemas.microsoft.com/office/drawing/2014/main" id="{099B6D8B-6D87-40DA-A595-7F3740CD2B3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261">
            <a:extLst>
              <a:ext uri="{FF2B5EF4-FFF2-40B4-BE49-F238E27FC236}">
                <a16:creationId xmlns:a16="http://schemas.microsoft.com/office/drawing/2014/main" id="{F38A6DBD-4AF2-4BF2-A201-C4B5762D0CF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262">
            <a:extLst>
              <a:ext uri="{FF2B5EF4-FFF2-40B4-BE49-F238E27FC236}">
                <a16:creationId xmlns:a16="http://schemas.microsoft.com/office/drawing/2014/main" id="{EB0A9C4D-DFEF-47C0-9034-EBC4E37A263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263">
            <a:extLst>
              <a:ext uri="{FF2B5EF4-FFF2-40B4-BE49-F238E27FC236}">
                <a16:creationId xmlns:a16="http://schemas.microsoft.com/office/drawing/2014/main" id="{2853A3B1-D641-466F-B9CA-B8B13308E6D6}"/>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264">
            <a:extLst>
              <a:ext uri="{FF2B5EF4-FFF2-40B4-BE49-F238E27FC236}">
                <a16:creationId xmlns:a16="http://schemas.microsoft.com/office/drawing/2014/main" id="{4472CCEA-4046-40B3-A844-C96979F2D185}"/>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265">
            <a:extLst>
              <a:ext uri="{FF2B5EF4-FFF2-40B4-BE49-F238E27FC236}">
                <a16:creationId xmlns:a16="http://schemas.microsoft.com/office/drawing/2014/main" id="{46A0C656-E776-484D-A574-83F04229BB6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266">
            <a:extLst>
              <a:ext uri="{FF2B5EF4-FFF2-40B4-BE49-F238E27FC236}">
                <a16:creationId xmlns:a16="http://schemas.microsoft.com/office/drawing/2014/main" id="{6E3ACAAE-3CA3-43F9-83D7-7C485191D146}"/>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267">
            <a:extLst>
              <a:ext uri="{FF2B5EF4-FFF2-40B4-BE49-F238E27FC236}">
                <a16:creationId xmlns:a16="http://schemas.microsoft.com/office/drawing/2014/main" id="{10CE9021-C4C1-4F2C-9048-7F601B4621FE}"/>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268">
            <a:extLst>
              <a:ext uri="{FF2B5EF4-FFF2-40B4-BE49-F238E27FC236}">
                <a16:creationId xmlns:a16="http://schemas.microsoft.com/office/drawing/2014/main" id="{8C80C66C-3A16-47AB-9FB4-492D56A113DF}"/>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269">
            <a:extLst>
              <a:ext uri="{FF2B5EF4-FFF2-40B4-BE49-F238E27FC236}">
                <a16:creationId xmlns:a16="http://schemas.microsoft.com/office/drawing/2014/main" id="{25863472-C924-4BEC-9D50-E698C5FE5FD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270">
            <a:extLst>
              <a:ext uri="{FF2B5EF4-FFF2-40B4-BE49-F238E27FC236}">
                <a16:creationId xmlns:a16="http://schemas.microsoft.com/office/drawing/2014/main" id="{0CF3E1AE-D481-472F-94A4-BB42564814E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271">
            <a:extLst>
              <a:ext uri="{FF2B5EF4-FFF2-40B4-BE49-F238E27FC236}">
                <a16:creationId xmlns:a16="http://schemas.microsoft.com/office/drawing/2014/main" id="{77BC3C4D-5176-4921-AC99-48FCBCB197F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272">
            <a:extLst>
              <a:ext uri="{FF2B5EF4-FFF2-40B4-BE49-F238E27FC236}">
                <a16:creationId xmlns:a16="http://schemas.microsoft.com/office/drawing/2014/main" id="{6F55FD7E-A66B-49B7-9B21-970C5C2DBF2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273">
            <a:extLst>
              <a:ext uri="{FF2B5EF4-FFF2-40B4-BE49-F238E27FC236}">
                <a16:creationId xmlns:a16="http://schemas.microsoft.com/office/drawing/2014/main" id="{6BA54969-7C68-45AB-B510-868AF4DFBA40}"/>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274">
            <a:extLst>
              <a:ext uri="{FF2B5EF4-FFF2-40B4-BE49-F238E27FC236}">
                <a16:creationId xmlns:a16="http://schemas.microsoft.com/office/drawing/2014/main" id="{97C25503-94A2-4551-98B3-45B11399115D}"/>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275">
            <a:extLst>
              <a:ext uri="{FF2B5EF4-FFF2-40B4-BE49-F238E27FC236}">
                <a16:creationId xmlns:a16="http://schemas.microsoft.com/office/drawing/2014/main" id="{F2FE52F6-A9D8-4690-8A70-5E90BA675E22}"/>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276">
            <a:extLst>
              <a:ext uri="{FF2B5EF4-FFF2-40B4-BE49-F238E27FC236}">
                <a16:creationId xmlns:a16="http://schemas.microsoft.com/office/drawing/2014/main" id="{0184CC10-2515-48F5-82EF-711BDAC2C41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277">
            <a:extLst>
              <a:ext uri="{FF2B5EF4-FFF2-40B4-BE49-F238E27FC236}">
                <a16:creationId xmlns:a16="http://schemas.microsoft.com/office/drawing/2014/main" id="{6805F3C4-D5BB-42B7-8FD5-342EA550773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((0001)000)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전체를 괄호로 묶습니다.</a:t>
            </a:r>
          </a:p>
        </p:txBody>
      </p:sp>
      <p:sp>
        <p:nvSpPr>
          <p:cNvPr id="153" name="banner-1278">
            <a:extLst>
              <a:ext uri="{FF2B5EF4-FFF2-40B4-BE49-F238E27FC236}">
                <a16:creationId xmlns:a16="http://schemas.microsoft.com/office/drawing/2014/main" id="{6A2FC1E6-5D8C-4584-9E2D-70F9DDB4E66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279">
            <a:extLst>
              <a:ext uri="{FF2B5EF4-FFF2-40B4-BE49-F238E27FC236}">
                <a16:creationId xmlns:a16="http://schemas.microsoft.com/office/drawing/2014/main" id="{AB6A6953-E41B-4C72-98B3-E3428B414493}"/>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완성: (01((0001)000)0)</a:t>
            </a:r>
          </a:p>
        </p:txBody>
      </p:sp>
      <p:sp>
        <p:nvSpPr>
          <p:cNvPr id="155" name="caption">
            <a:extLst>
              <a:ext uri="{FF2B5EF4-FFF2-40B4-BE49-F238E27FC236}">
                <a16:creationId xmlns:a16="http://schemas.microsoft.com/office/drawing/2014/main" id="{99ADCC02-709D-447C-8E88-678B2ACEC4C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966245320"/>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section">
            <a:extLst>
              <a:ext uri="{FF2B5EF4-FFF2-40B4-BE49-F238E27FC236}">
                <a16:creationId xmlns:a16="http://schemas.microsoft.com/office/drawing/2014/main" id="{0A826A89-6983-4137-B5F8-1E43605F6E1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B65D864-B68F-465B-A1A1-472D83E09E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005ECB-DC12-40B0-B55F-349E30813C3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재귀 트리: 나눈 곳만 자식 네 개</a:t>
            </a:r>
          </a:p>
        </p:txBody>
      </p:sp>
      <p:sp>
        <p:nvSpPr>
          <p:cNvPr id="4" name="line-1280">
            <a:extLst>
              <a:ext uri="{FF2B5EF4-FFF2-40B4-BE49-F238E27FC236}">
                <a16:creationId xmlns:a16="http://schemas.microsoft.com/office/drawing/2014/main" id="{E202FD35-26E4-44B9-88C6-E6C87B0BE3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C2D0244-8A8D-4154-A4F2-D1A4A926D74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9CBD2C-7916-48BF-9713-868F6572CC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204</a:t>
            </a:r>
            <a:endParaRPr sz="1050" b="0">
              <a:solidFill>
                <a:srgbClr val="151515"/>
              </a:solidFill>
              <a:latin typeface="Consolas"/>
              <a:ea typeface="Consolas"/>
              <a:cs typeface="Consolas"/>
            </a:endParaRPr>
          </a:p>
        </p:txBody>
      </p:sp>
      <p:sp>
        <p:nvSpPr>
          <p:cNvPr id="7" name="line-1281">
            <a:extLst>
              <a:ext uri="{FF2B5EF4-FFF2-40B4-BE49-F238E27FC236}">
                <a16:creationId xmlns:a16="http://schemas.microsoft.com/office/drawing/2014/main" id="{D55A219C-5EA5-4B20-8752-DFA7BCD312C8}"/>
              </a:ext>
            </a:extLst>
          </p:cNvPr>
          <p:cNvSpPr>
            <a:spLocks noGrp="1"/>
          </p:cNvSpPr>
          <p:nvPr/>
        </p:nvSpPr>
        <p:spPr>
          <a:xfrm>
            <a:off x="6096000" y="2228850"/>
            <a:ext cx="19050" cy="242888"/>
          </a:xfrm>
          <a:prstGeom prst="rect">
            <a:avLst/>
          </a:prstGeom>
          <a:solidFill>
            <a:srgbClr val="146995"/>
          </a:solidFill>
          <a:ln w="0">
            <a:noFill/>
          </a:ln>
        </p:spPr>
      </p:sp>
      <p:sp>
        <p:nvSpPr>
          <p:cNvPr id="8" name="line-1282">
            <a:extLst>
              <a:ext uri="{FF2B5EF4-FFF2-40B4-BE49-F238E27FC236}">
                <a16:creationId xmlns:a16="http://schemas.microsoft.com/office/drawing/2014/main" id="{7FDAA4B3-1D69-4ACD-90E5-65276509D63D}"/>
              </a:ext>
            </a:extLst>
          </p:cNvPr>
          <p:cNvSpPr>
            <a:spLocks noGrp="1"/>
          </p:cNvSpPr>
          <p:nvPr/>
        </p:nvSpPr>
        <p:spPr>
          <a:xfrm>
            <a:off x="1905000" y="2471738"/>
            <a:ext cx="8382000" cy="19050"/>
          </a:xfrm>
          <a:prstGeom prst="rect">
            <a:avLst/>
          </a:prstGeom>
          <a:solidFill>
            <a:srgbClr val="146995"/>
          </a:solidFill>
          <a:ln w="0">
            <a:noFill/>
          </a:ln>
        </p:spPr>
      </p:sp>
      <p:sp>
        <p:nvSpPr>
          <p:cNvPr id="9" name="line-1283">
            <a:extLst>
              <a:ext uri="{FF2B5EF4-FFF2-40B4-BE49-F238E27FC236}">
                <a16:creationId xmlns:a16="http://schemas.microsoft.com/office/drawing/2014/main" id="{5A3D4D6E-4A0E-44FA-8027-630ADC910C28}"/>
              </a:ext>
            </a:extLst>
          </p:cNvPr>
          <p:cNvSpPr>
            <a:spLocks noGrp="1"/>
          </p:cNvSpPr>
          <p:nvPr/>
        </p:nvSpPr>
        <p:spPr>
          <a:xfrm>
            <a:off x="1905000" y="2471738"/>
            <a:ext cx="19050" cy="242888"/>
          </a:xfrm>
          <a:prstGeom prst="rect">
            <a:avLst/>
          </a:prstGeom>
          <a:solidFill>
            <a:srgbClr val="146995"/>
          </a:solidFill>
          <a:ln w="0">
            <a:noFill/>
          </a:ln>
        </p:spPr>
      </p:sp>
      <p:sp>
        <p:nvSpPr>
          <p:cNvPr id="10" name="line-1284">
            <a:extLst>
              <a:ext uri="{FF2B5EF4-FFF2-40B4-BE49-F238E27FC236}">
                <a16:creationId xmlns:a16="http://schemas.microsoft.com/office/drawing/2014/main" id="{A2CFBBD9-4BC4-4BBC-BFC9-617FBD656F94}"/>
              </a:ext>
            </a:extLst>
          </p:cNvPr>
          <p:cNvSpPr>
            <a:spLocks noGrp="1"/>
          </p:cNvSpPr>
          <p:nvPr/>
        </p:nvSpPr>
        <p:spPr>
          <a:xfrm>
            <a:off x="4381500" y="2471738"/>
            <a:ext cx="19050" cy="242888"/>
          </a:xfrm>
          <a:prstGeom prst="rect">
            <a:avLst/>
          </a:prstGeom>
          <a:solidFill>
            <a:srgbClr val="146995"/>
          </a:solidFill>
          <a:ln w="0">
            <a:noFill/>
          </a:ln>
        </p:spPr>
      </p:sp>
      <p:sp>
        <p:nvSpPr>
          <p:cNvPr id="11" name="line-1285">
            <a:extLst>
              <a:ext uri="{FF2B5EF4-FFF2-40B4-BE49-F238E27FC236}">
                <a16:creationId xmlns:a16="http://schemas.microsoft.com/office/drawing/2014/main" id="{4D1EA08A-802B-4642-A866-4A7F5935EF67}"/>
              </a:ext>
            </a:extLst>
          </p:cNvPr>
          <p:cNvSpPr>
            <a:spLocks noGrp="1"/>
          </p:cNvSpPr>
          <p:nvPr/>
        </p:nvSpPr>
        <p:spPr>
          <a:xfrm>
            <a:off x="7429500" y="2471738"/>
            <a:ext cx="19050" cy="242888"/>
          </a:xfrm>
          <a:prstGeom prst="rect">
            <a:avLst/>
          </a:prstGeom>
          <a:solidFill>
            <a:srgbClr val="146995"/>
          </a:solidFill>
          <a:ln w="0">
            <a:noFill/>
          </a:ln>
        </p:spPr>
      </p:sp>
      <p:sp>
        <p:nvSpPr>
          <p:cNvPr id="12" name="line-1286">
            <a:extLst>
              <a:ext uri="{FF2B5EF4-FFF2-40B4-BE49-F238E27FC236}">
                <a16:creationId xmlns:a16="http://schemas.microsoft.com/office/drawing/2014/main" id="{80EFC03E-630B-4240-BAF7-279A55C2301D}"/>
              </a:ext>
            </a:extLst>
          </p:cNvPr>
          <p:cNvSpPr>
            <a:spLocks noGrp="1"/>
          </p:cNvSpPr>
          <p:nvPr/>
        </p:nvSpPr>
        <p:spPr>
          <a:xfrm>
            <a:off x="10287000" y="2471738"/>
            <a:ext cx="19050" cy="242888"/>
          </a:xfrm>
          <a:prstGeom prst="rect">
            <a:avLst/>
          </a:prstGeom>
          <a:solidFill>
            <a:srgbClr val="146995"/>
          </a:solidFill>
          <a:ln w="0">
            <a:noFill/>
          </a:ln>
        </p:spPr>
      </p:sp>
      <p:sp>
        <p:nvSpPr>
          <p:cNvPr id="13" name="line-1287">
            <a:extLst>
              <a:ext uri="{FF2B5EF4-FFF2-40B4-BE49-F238E27FC236}">
                <a16:creationId xmlns:a16="http://schemas.microsoft.com/office/drawing/2014/main" id="{5B6100B9-4265-44DE-8288-EE743FCAD008}"/>
              </a:ext>
            </a:extLst>
          </p:cNvPr>
          <p:cNvSpPr>
            <a:spLocks noGrp="1"/>
          </p:cNvSpPr>
          <p:nvPr/>
        </p:nvSpPr>
        <p:spPr>
          <a:xfrm>
            <a:off x="7429500" y="3248025"/>
            <a:ext cx="19050" cy="266700"/>
          </a:xfrm>
          <a:prstGeom prst="rect">
            <a:avLst/>
          </a:prstGeom>
          <a:solidFill>
            <a:srgbClr val="146995"/>
          </a:solidFill>
          <a:ln w="0">
            <a:noFill/>
          </a:ln>
        </p:spPr>
      </p:sp>
      <p:sp>
        <p:nvSpPr>
          <p:cNvPr id="14" name="line-1288">
            <a:extLst>
              <a:ext uri="{FF2B5EF4-FFF2-40B4-BE49-F238E27FC236}">
                <a16:creationId xmlns:a16="http://schemas.microsoft.com/office/drawing/2014/main" id="{1830C838-1458-43FF-A2A0-0B3A7F1CF29D}"/>
              </a:ext>
            </a:extLst>
          </p:cNvPr>
          <p:cNvSpPr>
            <a:spLocks noGrp="1"/>
          </p:cNvSpPr>
          <p:nvPr/>
        </p:nvSpPr>
        <p:spPr>
          <a:xfrm>
            <a:off x="6191250" y="3514725"/>
            <a:ext cx="4286250" cy="19050"/>
          </a:xfrm>
          <a:prstGeom prst="rect">
            <a:avLst/>
          </a:prstGeom>
          <a:solidFill>
            <a:srgbClr val="146995"/>
          </a:solidFill>
          <a:ln w="0">
            <a:noFill/>
          </a:ln>
        </p:spPr>
      </p:sp>
      <p:sp>
        <p:nvSpPr>
          <p:cNvPr id="15" name="line-1289">
            <a:extLst>
              <a:ext uri="{FF2B5EF4-FFF2-40B4-BE49-F238E27FC236}">
                <a16:creationId xmlns:a16="http://schemas.microsoft.com/office/drawing/2014/main" id="{A1215098-4EA8-4E0F-A628-C56E2634B006}"/>
              </a:ext>
            </a:extLst>
          </p:cNvPr>
          <p:cNvSpPr>
            <a:spLocks noGrp="1"/>
          </p:cNvSpPr>
          <p:nvPr/>
        </p:nvSpPr>
        <p:spPr>
          <a:xfrm>
            <a:off x="6191250" y="3514725"/>
            <a:ext cx="19050" cy="266700"/>
          </a:xfrm>
          <a:prstGeom prst="rect">
            <a:avLst/>
          </a:prstGeom>
          <a:solidFill>
            <a:srgbClr val="146995"/>
          </a:solidFill>
          <a:ln w="0">
            <a:noFill/>
          </a:ln>
        </p:spPr>
      </p:sp>
      <p:sp>
        <p:nvSpPr>
          <p:cNvPr id="16" name="line-1290">
            <a:extLst>
              <a:ext uri="{FF2B5EF4-FFF2-40B4-BE49-F238E27FC236}">
                <a16:creationId xmlns:a16="http://schemas.microsoft.com/office/drawing/2014/main" id="{2338A9AC-A156-480A-A0DA-359ADDE212CA}"/>
              </a:ext>
            </a:extLst>
          </p:cNvPr>
          <p:cNvSpPr>
            <a:spLocks noGrp="1"/>
          </p:cNvSpPr>
          <p:nvPr/>
        </p:nvSpPr>
        <p:spPr>
          <a:xfrm>
            <a:off x="7620000" y="3514725"/>
            <a:ext cx="19050" cy="266700"/>
          </a:xfrm>
          <a:prstGeom prst="rect">
            <a:avLst/>
          </a:prstGeom>
          <a:solidFill>
            <a:srgbClr val="146995"/>
          </a:solidFill>
          <a:ln w="0">
            <a:noFill/>
          </a:ln>
        </p:spPr>
      </p:sp>
      <p:sp>
        <p:nvSpPr>
          <p:cNvPr id="17" name="line-1291">
            <a:extLst>
              <a:ext uri="{FF2B5EF4-FFF2-40B4-BE49-F238E27FC236}">
                <a16:creationId xmlns:a16="http://schemas.microsoft.com/office/drawing/2014/main" id="{CC60DCD9-1AC9-4FE7-83DE-EB27DC267301}"/>
              </a:ext>
            </a:extLst>
          </p:cNvPr>
          <p:cNvSpPr>
            <a:spLocks noGrp="1"/>
          </p:cNvSpPr>
          <p:nvPr/>
        </p:nvSpPr>
        <p:spPr>
          <a:xfrm>
            <a:off x="9048750" y="3514725"/>
            <a:ext cx="19050" cy="266700"/>
          </a:xfrm>
          <a:prstGeom prst="rect">
            <a:avLst/>
          </a:prstGeom>
          <a:solidFill>
            <a:srgbClr val="146995"/>
          </a:solidFill>
          <a:ln w="0">
            <a:noFill/>
          </a:ln>
        </p:spPr>
      </p:sp>
      <p:sp>
        <p:nvSpPr>
          <p:cNvPr id="18" name="line-1292">
            <a:extLst>
              <a:ext uri="{FF2B5EF4-FFF2-40B4-BE49-F238E27FC236}">
                <a16:creationId xmlns:a16="http://schemas.microsoft.com/office/drawing/2014/main" id="{E55AB377-8C71-4904-95BE-335466CA4415}"/>
              </a:ext>
            </a:extLst>
          </p:cNvPr>
          <p:cNvSpPr>
            <a:spLocks noGrp="1"/>
          </p:cNvSpPr>
          <p:nvPr/>
        </p:nvSpPr>
        <p:spPr>
          <a:xfrm>
            <a:off x="10477500" y="3514725"/>
            <a:ext cx="19050" cy="266700"/>
          </a:xfrm>
          <a:prstGeom prst="rect">
            <a:avLst/>
          </a:prstGeom>
          <a:solidFill>
            <a:srgbClr val="146995"/>
          </a:solidFill>
          <a:ln w="0">
            <a:noFill/>
          </a:ln>
        </p:spPr>
      </p:sp>
      <p:sp>
        <p:nvSpPr>
          <p:cNvPr id="19" name="line-1293">
            <a:extLst>
              <a:ext uri="{FF2B5EF4-FFF2-40B4-BE49-F238E27FC236}">
                <a16:creationId xmlns:a16="http://schemas.microsoft.com/office/drawing/2014/main" id="{80F6FF35-4D8C-4CB4-BB30-A3DF1CA30B36}"/>
              </a:ext>
            </a:extLst>
          </p:cNvPr>
          <p:cNvSpPr>
            <a:spLocks noGrp="1"/>
          </p:cNvSpPr>
          <p:nvPr/>
        </p:nvSpPr>
        <p:spPr>
          <a:xfrm>
            <a:off x="6191250" y="4314825"/>
            <a:ext cx="19050" cy="247650"/>
          </a:xfrm>
          <a:prstGeom prst="rect">
            <a:avLst/>
          </a:prstGeom>
          <a:solidFill>
            <a:srgbClr val="146995"/>
          </a:solidFill>
          <a:ln w="0">
            <a:noFill/>
          </a:ln>
        </p:spPr>
      </p:sp>
      <p:sp>
        <p:nvSpPr>
          <p:cNvPr id="20" name="line-1294">
            <a:extLst>
              <a:ext uri="{FF2B5EF4-FFF2-40B4-BE49-F238E27FC236}">
                <a16:creationId xmlns:a16="http://schemas.microsoft.com/office/drawing/2014/main" id="{031F4177-A42F-47A3-953A-23377D32AB8F}"/>
              </a:ext>
            </a:extLst>
          </p:cNvPr>
          <p:cNvSpPr>
            <a:spLocks noGrp="1"/>
          </p:cNvSpPr>
          <p:nvPr/>
        </p:nvSpPr>
        <p:spPr>
          <a:xfrm>
            <a:off x="5619750" y="4562475"/>
            <a:ext cx="2571750" cy="19050"/>
          </a:xfrm>
          <a:prstGeom prst="rect">
            <a:avLst/>
          </a:prstGeom>
          <a:solidFill>
            <a:srgbClr val="146995"/>
          </a:solidFill>
          <a:ln w="0">
            <a:noFill/>
          </a:ln>
        </p:spPr>
      </p:sp>
      <p:sp>
        <p:nvSpPr>
          <p:cNvPr id="21" name="line-1295">
            <a:extLst>
              <a:ext uri="{FF2B5EF4-FFF2-40B4-BE49-F238E27FC236}">
                <a16:creationId xmlns:a16="http://schemas.microsoft.com/office/drawing/2014/main" id="{3A4A86D0-1A3A-4603-8DEA-C7FECC94BBAC}"/>
              </a:ext>
            </a:extLst>
          </p:cNvPr>
          <p:cNvSpPr>
            <a:spLocks noGrp="1"/>
          </p:cNvSpPr>
          <p:nvPr/>
        </p:nvSpPr>
        <p:spPr>
          <a:xfrm>
            <a:off x="5619750" y="4562475"/>
            <a:ext cx="19050" cy="247650"/>
          </a:xfrm>
          <a:prstGeom prst="rect">
            <a:avLst/>
          </a:prstGeom>
          <a:solidFill>
            <a:srgbClr val="146995"/>
          </a:solidFill>
          <a:ln w="0">
            <a:noFill/>
          </a:ln>
        </p:spPr>
      </p:sp>
      <p:sp>
        <p:nvSpPr>
          <p:cNvPr id="22" name="line-1296">
            <a:extLst>
              <a:ext uri="{FF2B5EF4-FFF2-40B4-BE49-F238E27FC236}">
                <a16:creationId xmlns:a16="http://schemas.microsoft.com/office/drawing/2014/main" id="{C8898C01-F0A4-430E-8732-C02E71E6EB9F}"/>
              </a:ext>
            </a:extLst>
          </p:cNvPr>
          <p:cNvSpPr>
            <a:spLocks noGrp="1"/>
          </p:cNvSpPr>
          <p:nvPr/>
        </p:nvSpPr>
        <p:spPr>
          <a:xfrm>
            <a:off x="6477000" y="4562475"/>
            <a:ext cx="19050" cy="247650"/>
          </a:xfrm>
          <a:prstGeom prst="rect">
            <a:avLst/>
          </a:prstGeom>
          <a:solidFill>
            <a:srgbClr val="146995"/>
          </a:solidFill>
          <a:ln w="0">
            <a:noFill/>
          </a:ln>
        </p:spPr>
      </p:sp>
      <p:sp>
        <p:nvSpPr>
          <p:cNvPr id="23" name="line-1297">
            <a:extLst>
              <a:ext uri="{FF2B5EF4-FFF2-40B4-BE49-F238E27FC236}">
                <a16:creationId xmlns:a16="http://schemas.microsoft.com/office/drawing/2014/main" id="{271478BC-D83B-4E23-9755-B39AEF8FA6F2}"/>
              </a:ext>
            </a:extLst>
          </p:cNvPr>
          <p:cNvSpPr>
            <a:spLocks noGrp="1"/>
          </p:cNvSpPr>
          <p:nvPr/>
        </p:nvSpPr>
        <p:spPr>
          <a:xfrm>
            <a:off x="7334250" y="4562475"/>
            <a:ext cx="19050" cy="247650"/>
          </a:xfrm>
          <a:prstGeom prst="rect">
            <a:avLst/>
          </a:prstGeom>
          <a:solidFill>
            <a:srgbClr val="146995"/>
          </a:solidFill>
          <a:ln w="0">
            <a:noFill/>
          </a:ln>
        </p:spPr>
      </p:sp>
      <p:sp>
        <p:nvSpPr>
          <p:cNvPr id="24" name="line-1298">
            <a:extLst>
              <a:ext uri="{FF2B5EF4-FFF2-40B4-BE49-F238E27FC236}">
                <a16:creationId xmlns:a16="http://schemas.microsoft.com/office/drawing/2014/main" id="{B96E37AF-0D54-4829-9D56-FE08D7B0A0D4}"/>
              </a:ext>
            </a:extLst>
          </p:cNvPr>
          <p:cNvSpPr>
            <a:spLocks noGrp="1"/>
          </p:cNvSpPr>
          <p:nvPr/>
        </p:nvSpPr>
        <p:spPr>
          <a:xfrm>
            <a:off x="8191500" y="4562475"/>
            <a:ext cx="19050" cy="247650"/>
          </a:xfrm>
          <a:prstGeom prst="rect">
            <a:avLst/>
          </a:prstGeom>
          <a:solidFill>
            <a:srgbClr val="146995"/>
          </a:solidFill>
          <a:ln w="0">
            <a:noFill/>
          </a:ln>
        </p:spPr>
      </p:sp>
      <p:sp>
        <p:nvSpPr>
          <p:cNvPr id="25" name="tree-node-1299">
            <a:extLst>
              <a:ext uri="{FF2B5EF4-FFF2-40B4-BE49-F238E27FC236}">
                <a16:creationId xmlns:a16="http://schemas.microsoft.com/office/drawing/2014/main" id="{986B81E6-D22B-4D52-903D-F0BA35D4E5A3}"/>
              </a:ext>
            </a:extLst>
          </p:cNvPr>
          <p:cNvSpPr>
            <a:spLocks noGrp="1"/>
          </p:cNvSpPr>
          <p:nvPr/>
        </p:nvSpPr>
        <p:spPr>
          <a:xfrm>
            <a:off x="4905375" y="1695450"/>
            <a:ext cx="2381250" cy="533400"/>
          </a:xfrm>
          <a:prstGeom prst="rect">
            <a:avLst/>
          </a:prstGeom>
          <a:solidFill>
            <a:srgbClr val="D5E6EF"/>
          </a:solidFill>
          <a:ln w="9525">
            <a:solidFill>
              <a:srgbClr val="146995"/>
            </a:solidFill>
          </a:ln>
        </p:spPr>
      </p:sp>
      <p:sp>
        <p:nvSpPr>
          <p:cNvPr id="26" name="tree-label-1300">
            <a:extLst>
              <a:ext uri="{FF2B5EF4-FFF2-40B4-BE49-F238E27FC236}">
                <a16:creationId xmlns:a16="http://schemas.microsoft.com/office/drawing/2014/main" id="{ACFDDE02-F513-44D0-8DA3-9219CA7310FA}"/>
              </a:ext>
            </a:extLst>
          </p:cNvPr>
          <p:cNvSpPr>
            <a:spLocks noGrp="1"/>
          </p:cNvSpPr>
          <p:nvPr/>
        </p:nvSpPr>
        <p:spPr>
          <a:xfrm>
            <a:off x="4905375" y="1828800"/>
            <a:ext cx="23812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전체 8×8</a:t>
            </a:r>
          </a:p>
        </p:txBody>
      </p:sp>
      <p:sp>
        <p:nvSpPr>
          <p:cNvPr id="27" name="tree-node-1301">
            <a:extLst>
              <a:ext uri="{FF2B5EF4-FFF2-40B4-BE49-F238E27FC236}">
                <a16:creationId xmlns:a16="http://schemas.microsoft.com/office/drawing/2014/main" id="{43E0C47E-3462-470F-9611-299678971E00}"/>
              </a:ext>
            </a:extLst>
          </p:cNvPr>
          <p:cNvSpPr>
            <a:spLocks noGrp="1"/>
          </p:cNvSpPr>
          <p:nvPr/>
        </p:nvSpPr>
        <p:spPr>
          <a:xfrm>
            <a:off x="1000125" y="2714625"/>
            <a:ext cx="1809750" cy="533400"/>
          </a:xfrm>
          <a:prstGeom prst="rect">
            <a:avLst/>
          </a:prstGeom>
          <a:solidFill>
            <a:srgbClr val="F5F5F5"/>
          </a:solidFill>
          <a:ln w="9525">
            <a:solidFill>
              <a:srgbClr val="999999"/>
            </a:solidFill>
          </a:ln>
        </p:spPr>
      </p:sp>
      <p:sp>
        <p:nvSpPr>
          <p:cNvPr id="28" name="tree-label-1302">
            <a:extLst>
              <a:ext uri="{FF2B5EF4-FFF2-40B4-BE49-F238E27FC236}">
                <a16:creationId xmlns:a16="http://schemas.microsoft.com/office/drawing/2014/main" id="{1B2D5E75-4236-42F6-BD52-5A63645C89B6}"/>
              </a:ext>
            </a:extLst>
          </p:cNvPr>
          <p:cNvSpPr>
            <a:spLocks noGrp="1"/>
          </p:cNvSpPr>
          <p:nvPr/>
        </p:nvSpPr>
        <p:spPr>
          <a:xfrm>
            <a:off x="1000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좌상: 0</a:t>
            </a:r>
          </a:p>
        </p:txBody>
      </p:sp>
      <p:sp>
        <p:nvSpPr>
          <p:cNvPr id="29" name="tree-node-1303">
            <a:extLst>
              <a:ext uri="{FF2B5EF4-FFF2-40B4-BE49-F238E27FC236}">
                <a16:creationId xmlns:a16="http://schemas.microsoft.com/office/drawing/2014/main" id="{E6C19B4A-0841-4AD6-9CEA-5A76C2FE349E}"/>
              </a:ext>
            </a:extLst>
          </p:cNvPr>
          <p:cNvSpPr>
            <a:spLocks noGrp="1"/>
          </p:cNvSpPr>
          <p:nvPr/>
        </p:nvSpPr>
        <p:spPr>
          <a:xfrm>
            <a:off x="3476625" y="2714625"/>
            <a:ext cx="1809750" cy="533400"/>
          </a:xfrm>
          <a:prstGeom prst="rect">
            <a:avLst/>
          </a:prstGeom>
          <a:solidFill>
            <a:srgbClr val="F5F5F5"/>
          </a:solidFill>
          <a:ln w="9525">
            <a:solidFill>
              <a:srgbClr val="999999"/>
            </a:solidFill>
          </a:ln>
        </p:spPr>
      </p:sp>
      <p:sp>
        <p:nvSpPr>
          <p:cNvPr id="30" name="tree-label-1304">
            <a:extLst>
              <a:ext uri="{FF2B5EF4-FFF2-40B4-BE49-F238E27FC236}">
                <a16:creationId xmlns:a16="http://schemas.microsoft.com/office/drawing/2014/main" id="{5A353E79-AE6F-436F-9B85-FCB28FAB42C0}"/>
              </a:ext>
            </a:extLst>
          </p:cNvPr>
          <p:cNvSpPr>
            <a:spLocks noGrp="1"/>
          </p:cNvSpPr>
          <p:nvPr/>
        </p:nvSpPr>
        <p:spPr>
          <a:xfrm>
            <a:off x="34766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우상: 1</a:t>
            </a:r>
          </a:p>
        </p:txBody>
      </p:sp>
      <p:sp>
        <p:nvSpPr>
          <p:cNvPr id="31" name="tree-node-1305">
            <a:extLst>
              <a:ext uri="{FF2B5EF4-FFF2-40B4-BE49-F238E27FC236}">
                <a16:creationId xmlns:a16="http://schemas.microsoft.com/office/drawing/2014/main" id="{0C6380E7-22CC-4ED9-941C-B6834DA3A95B}"/>
              </a:ext>
            </a:extLst>
          </p:cNvPr>
          <p:cNvSpPr>
            <a:spLocks noGrp="1"/>
          </p:cNvSpPr>
          <p:nvPr/>
        </p:nvSpPr>
        <p:spPr>
          <a:xfrm>
            <a:off x="6524625" y="2714625"/>
            <a:ext cx="1809750" cy="533400"/>
          </a:xfrm>
          <a:prstGeom prst="rect">
            <a:avLst/>
          </a:prstGeom>
          <a:solidFill>
            <a:srgbClr val="D5E6EF"/>
          </a:solidFill>
          <a:ln w="9525">
            <a:solidFill>
              <a:srgbClr val="146995"/>
            </a:solidFill>
          </a:ln>
        </p:spPr>
      </p:sp>
      <p:sp>
        <p:nvSpPr>
          <p:cNvPr id="32" name="tree-label-1306">
            <a:extLst>
              <a:ext uri="{FF2B5EF4-FFF2-40B4-BE49-F238E27FC236}">
                <a16:creationId xmlns:a16="http://schemas.microsoft.com/office/drawing/2014/main" id="{1A319BA9-42FB-4536-893E-097CD7510E7E}"/>
              </a:ext>
            </a:extLst>
          </p:cNvPr>
          <p:cNvSpPr>
            <a:spLocks noGrp="1"/>
          </p:cNvSpPr>
          <p:nvPr/>
        </p:nvSpPr>
        <p:spPr>
          <a:xfrm>
            <a:off x="6524625" y="2847975"/>
            <a:ext cx="18097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좌하 4×4</a:t>
            </a:r>
          </a:p>
        </p:txBody>
      </p:sp>
      <p:sp>
        <p:nvSpPr>
          <p:cNvPr id="33" name="tree-node-1307">
            <a:extLst>
              <a:ext uri="{FF2B5EF4-FFF2-40B4-BE49-F238E27FC236}">
                <a16:creationId xmlns:a16="http://schemas.microsoft.com/office/drawing/2014/main" id="{3699800C-0199-411F-912F-083AF8189ED2}"/>
              </a:ext>
            </a:extLst>
          </p:cNvPr>
          <p:cNvSpPr>
            <a:spLocks noGrp="1"/>
          </p:cNvSpPr>
          <p:nvPr/>
        </p:nvSpPr>
        <p:spPr>
          <a:xfrm>
            <a:off x="9382125" y="2714625"/>
            <a:ext cx="1809750" cy="533400"/>
          </a:xfrm>
          <a:prstGeom prst="rect">
            <a:avLst/>
          </a:prstGeom>
          <a:solidFill>
            <a:srgbClr val="F5F5F5"/>
          </a:solidFill>
          <a:ln w="9525">
            <a:solidFill>
              <a:srgbClr val="999999"/>
            </a:solidFill>
          </a:ln>
        </p:spPr>
      </p:sp>
      <p:sp>
        <p:nvSpPr>
          <p:cNvPr id="34" name="tree-label-1308">
            <a:extLst>
              <a:ext uri="{FF2B5EF4-FFF2-40B4-BE49-F238E27FC236}">
                <a16:creationId xmlns:a16="http://schemas.microsoft.com/office/drawing/2014/main" id="{B8AEE778-3CE1-445D-860E-B34D1F94E9F7}"/>
              </a:ext>
            </a:extLst>
          </p:cNvPr>
          <p:cNvSpPr>
            <a:spLocks noGrp="1"/>
          </p:cNvSpPr>
          <p:nvPr/>
        </p:nvSpPr>
        <p:spPr>
          <a:xfrm>
            <a:off x="9382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우하: 0</a:t>
            </a:r>
          </a:p>
        </p:txBody>
      </p:sp>
      <p:sp>
        <p:nvSpPr>
          <p:cNvPr id="35" name="tree-node-1309">
            <a:extLst>
              <a:ext uri="{FF2B5EF4-FFF2-40B4-BE49-F238E27FC236}">
                <a16:creationId xmlns:a16="http://schemas.microsoft.com/office/drawing/2014/main" id="{FAB10415-F304-44FC-AAB6-BB7D0EFFFCA5}"/>
              </a:ext>
            </a:extLst>
          </p:cNvPr>
          <p:cNvSpPr>
            <a:spLocks noGrp="1"/>
          </p:cNvSpPr>
          <p:nvPr/>
        </p:nvSpPr>
        <p:spPr>
          <a:xfrm>
            <a:off x="5543550" y="3781425"/>
            <a:ext cx="1295400" cy="533400"/>
          </a:xfrm>
          <a:prstGeom prst="rect">
            <a:avLst/>
          </a:prstGeom>
          <a:solidFill>
            <a:srgbClr val="D5E6EF"/>
          </a:solidFill>
          <a:ln w="9525">
            <a:solidFill>
              <a:srgbClr val="146995"/>
            </a:solidFill>
          </a:ln>
        </p:spPr>
      </p:sp>
      <p:sp>
        <p:nvSpPr>
          <p:cNvPr id="36" name="tree-label-1310">
            <a:extLst>
              <a:ext uri="{FF2B5EF4-FFF2-40B4-BE49-F238E27FC236}">
                <a16:creationId xmlns:a16="http://schemas.microsoft.com/office/drawing/2014/main" id="{73A248B4-A4A8-4104-92D0-264CD5C4BBCD}"/>
              </a:ext>
            </a:extLst>
          </p:cNvPr>
          <p:cNvSpPr>
            <a:spLocks noGrp="1"/>
          </p:cNvSpPr>
          <p:nvPr/>
        </p:nvSpPr>
        <p:spPr>
          <a:xfrm>
            <a:off x="5543550" y="3914775"/>
            <a:ext cx="1295400" cy="371475"/>
          </a:xfrm>
          <a:prstGeom prst="rect">
            <a:avLst/>
          </a:prstGeom>
          <a:noFill/>
          <a:ln w="0">
            <a:noFill/>
          </a:ln>
        </p:spPr>
        <p:txBody>
          <a:bodyPr wrap="none" lIns="0" tIns="0" rIns="0" bIns="0" anchor="t">
            <a:noAutofit/>
          </a:bodyPr>
          <a:lstStyle>
            <a:defPPr algn="ctr">
              <a:defRPr sz="1650" b="1">
                <a:solidFill>
                  <a:srgbClr val="146995"/>
                </a:solidFill>
                <a:latin typeface="Malgun Gothic"/>
                <a:ea typeface="Malgun Gothic"/>
                <a:cs typeface="Malgun Gothic"/>
              </a:defRPr>
            </a:defPPr>
          </a:lstStyle>
          <a:p>
            <a:pPr algn="ctr">
              <a:lnSpc>
                <a:spcPct val="112000"/>
              </a:lnSpc>
              <a:buNone/>
              <a:defRPr sz="1650" b="1">
                <a:solidFill>
                  <a:srgbClr val="146995"/>
                </a:solidFill>
                <a:latin typeface="Malgun Gothic"/>
                <a:ea typeface="Malgun Gothic"/>
                <a:cs typeface="Malgun Gothic"/>
              </a:defRPr>
            </a:pPr>
            <a:r>
              <a:rPr sz="1650" b="1">
                <a:solidFill>
                  <a:srgbClr val="146995"/>
                </a:solidFill>
                <a:latin typeface="Malgun Gothic"/>
                <a:ea typeface="Malgun Gothic"/>
                <a:cs typeface="Malgun Gothic"/>
              </a:rPr>
              <a:t>좌상 2×2</a:t>
            </a:r>
          </a:p>
        </p:txBody>
      </p:sp>
      <p:sp>
        <p:nvSpPr>
          <p:cNvPr id="37" name="tree-node-1311">
            <a:extLst>
              <a:ext uri="{FF2B5EF4-FFF2-40B4-BE49-F238E27FC236}">
                <a16:creationId xmlns:a16="http://schemas.microsoft.com/office/drawing/2014/main" id="{4E59EA4D-3D2D-47F7-B6CF-23BC4CCFC9F5}"/>
              </a:ext>
            </a:extLst>
          </p:cNvPr>
          <p:cNvSpPr>
            <a:spLocks noGrp="1"/>
          </p:cNvSpPr>
          <p:nvPr/>
        </p:nvSpPr>
        <p:spPr>
          <a:xfrm>
            <a:off x="6972300" y="3781425"/>
            <a:ext cx="1295400" cy="533400"/>
          </a:xfrm>
          <a:prstGeom prst="rect">
            <a:avLst/>
          </a:prstGeom>
          <a:solidFill>
            <a:srgbClr val="F5F5F5"/>
          </a:solidFill>
          <a:ln w="9525">
            <a:solidFill>
              <a:srgbClr val="999999"/>
            </a:solidFill>
          </a:ln>
        </p:spPr>
      </p:sp>
      <p:sp>
        <p:nvSpPr>
          <p:cNvPr id="38" name="tree-label-1312">
            <a:extLst>
              <a:ext uri="{FF2B5EF4-FFF2-40B4-BE49-F238E27FC236}">
                <a16:creationId xmlns:a16="http://schemas.microsoft.com/office/drawing/2014/main" id="{47FF70E5-FBD6-4DDE-904D-3096FA18076D}"/>
              </a:ext>
            </a:extLst>
          </p:cNvPr>
          <p:cNvSpPr>
            <a:spLocks noGrp="1"/>
          </p:cNvSpPr>
          <p:nvPr/>
        </p:nvSpPr>
        <p:spPr>
          <a:xfrm>
            <a:off x="69723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우상: 0</a:t>
            </a:r>
          </a:p>
        </p:txBody>
      </p:sp>
      <p:sp>
        <p:nvSpPr>
          <p:cNvPr id="39" name="tree-node-1313">
            <a:extLst>
              <a:ext uri="{FF2B5EF4-FFF2-40B4-BE49-F238E27FC236}">
                <a16:creationId xmlns:a16="http://schemas.microsoft.com/office/drawing/2014/main" id="{648F4F07-6CBD-48D0-8666-D069B097678A}"/>
              </a:ext>
            </a:extLst>
          </p:cNvPr>
          <p:cNvSpPr>
            <a:spLocks noGrp="1"/>
          </p:cNvSpPr>
          <p:nvPr/>
        </p:nvSpPr>
        <p:spPr>
          <a:xfrm>
            <a:off x="8401050" y="3781425"/>
            <a:ext cx="1295400" cy="533400"/>
          </a:xfrm>
          <a:prstGeom prst="rect">
            <a:avLst/>
          </a:prstGeom>
          <a:solidFill>
            <a:srgbClr val="F5F5F5"/>
          </a:solidFill>
          <a:ln w="9525">
            <a:solidFill>
              <a:srgbClr val="999999"/>
            </a:solidFill>
          </a:ln>
        </p:spPr>
      </p:sp>
      <p:sp>
        <p:nvSpPr>
          <p:cNvPr id="40" name="tree-label-1314">
            <a:extLst>
              <a:ext uri="{FF2B5EF4-FFF2-40B4-BE49-F238E27FC236}">
                <a16:creationId xmlns:a16="http://schemas.microsoft.com/office/drawing/2014/main" id="{0A18EC98-B50B-4754-80DA-97A6E6402E06}"/>
              </a:ext>
            </a:extLst>
          </p:cNvPr>
          <p:cNvSpPr>
            <a:spLocks noGrp="1"/>
          </p:cNvSpPr>
          <p:nvPr/>
        </p:nvSpPr>
        <p:spPr>
          <a:xfrm>
            <a:off x="840105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좌하: 0</a:t>
            </a:r>
          </a:p>
        </p:txBody>
      </p:sp>
      <p:sp>
        <p:nvSpPr>
          <p:cNvPr id="41" name="tree-node-1315">
            <a:extLst>
              <a:ext uri="{FF2B5EF4-FFF2-40B4-BE49-F238E27FC236}">
                <a16:creationId xmlns:a16="http://schemas.microsoft.com/office/drawing/2014/main" id="{9A468068-0228-4DD2-B9F5-BFE249F6739D}"/>
              </a:ext>
            </a:extLst>
          </p:cNvPr>
          <p:cNvSpPr>
            <a:spLocks noGrp="1"/>
          </p:cNvSpPr>
          <p:nvPr/>
        </p:nvSpPr>
        <p:spPr>
          <a:xfrm>
            <a:off x="9829800" y="3781425"/>
            <a:ext cx="1295400" cy="533400"/>
          </a:xfrm>
          <a:prstGeom prst="rect">
            <a:avLst/>
          </a:prstGeom>
          <a:solidFill>
            <a:srgbClr val="F5F5F5"/>
          </a:solidFill>
          <a:ln w="9525">
            <a:solidFill>
              <a:srgbClr val="999999"/>
            </a:solidFill>
          </a:ln>
        </p:spPr>
      </p:sp>
      <p:sp>
        <p:nvSpPr>
          <p:cNvPr id="42" name="tree-label-1316">
            <a:extLst>
              <a:ext uri="{FF2B5EF4-FFF2-40B4-BE49-F238E27FC236}">
                <a16:creationId xmlns:a16="http://schemas.microsoft.com/office/drawing/2014/main" id="{5D1A674A-41A6-4E51-96D5-375CCF73F92D}"/>
              </a:ext>
            </a:extLst>
          </p:cNvPr>
          <p:cNvSpPr>
            <a:spLocks noGrp="1"/>
          </p:cNvSpPr>
          <p:nvPr/>
        </p:nvSpPr>
        <p:spPr>
          <a:xfrm>
            <a:off x="98298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우하: 0</a:t>
            </a:r>
          </a:p>
        </p:txBody>
      </p:sp>
      <p:sp>
        <p:nvSpPr>
          <p:cNvPr id="43" name="tree-node-1317">
            <a:extLst>
              <a:ext uri="{FF2B5EF4-FFF2-40B4-BE49-F238E27FC236}">
                <a16:creationId xmlns:a16="http://schemas.microsoft.com/office/drawing/2014/main" id="{CF26A9D5-3831-4C9D-89A9-BD4671B0F9D6}"/>
              </a:ext>
            </a:extLst>
          </p:cNvPr>
          <p:cNvSpPr>
            <a:spLocks noGrp="1"/>
          </p:cNvSpPr>
          <p:nvPr/>
        </p:nvSpPr>
        <p:spPr>
          <a:xfrm>
            <a:off x="5314950" y="4810125"/>
            <a:ext cx="609600" cy="533400"/>
          </a:xfrm>
          <a:prstGeom prst="rect">
            <a:avLst/>
          </a:prstGeom>
          <a:solidFill>
            <a:srgbClr val="F5F5F5"/>
          </a:solidFill>
          <a:ln w="9525">
            <a:solidFill>
              <a:srgbClr val="999999"/>
            </a:solidFill>
          </a:ln>
        </p:spPr>
      </p:sp>
      <p:sp>
        <p:nvSpPr>
          <p:cNvPr id="44" name="tree-label-1318">
            <a:extLst>
              <a:ext uri="{FF2B5EF4-FFF2-40B4-BE49-F238E27FC236}">
                <a16:creationId xmlns:a16="http://schemas.microsoft.com/office/drawing/2014/main" id="{23A84F71-31D4-4592-8D1E-1407F298C945}"/>
              </a:ext>
            </a:extLst>
          </p:cNvPr>
          <p:cNvSpPr>
            <a:spLocks noGrp="1"/>
          </p:cNvSpPr>
          <p:nvPr/>
        </p:nvSpPr>
        <p:spPr>
          <a:xfrm>
            <a:off x="53149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5" name="tree-node-1319">
            <a:extLst>
              <a:ext uri="{FF2B5EF4-FFF2-40B4-BE49-F238E27FC236}">
                <a16:creationId xmlns:a16="http://schemas.microsoft.com/office/drawing/2014/main" id="{EA5D9FF1-65DE-46D0-A24A-1E5E9E4CAA33}"/>
              </a:ext>
            </a:extLst>
          </p:cNvPr>
          <p:cNvSpPr>
            <a:spLocks noGrp="1"/>
          </p:cNvSpPr>
          <p:nvPr/>
        </p:nvSpPr>
        <p:spPr>
          <a:xfrm>
            <a:off x="6172200" y="4810125"/>
            <a:ext cx="609600" cy="533400"/>
          </a:xfrm>
          <a:prstGeom prst="rect">
            <a:avLst/>
          </a:prstGeom>
          <a:solidFill>
            <a:srgbClr val="F5F5F5"/>
          </a:solidFill>
          <a:ln w="9525">
            <a:solidFill>
              <a:srgbClr val="999999"/>
            </a:solidFill>
          </a:ln>
        </p:spPr>
      </p:sp>
      <p:sp>
        <p:nvSpPr>
          <p:cNvPr id="46" name="tree-label-1320">
            <a:extLst>
              <a:ext uri="{FF2B5EF4-FFF2-40B4-BE49-F238E27FC236}">
                <a16:creationId xmlns:a16="http://schemas.microsoft.com/office/drawing/2014/main" id="{1144D424-19F3-43C3-9F25-CC9424E92F4F}"/>
              </a:ext>
            </a:extLst>
          </p:cNvPr>
          <p:cNvSpPr>
            <a:spLocks noGrp="1"/>
          </p:cNvSpPr>
          <p:nvPr/>
        </p:nvSpPr>
        <p:spPr>
          <a:xfrm>
            <a:off x="61722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7" name="tree-node-1321">
            <a:extLst>
              <a:ext uri="{FF2B5EF4-FFF2-40B4-BE49-F238E27FC236}">
                <a16:creationId xmlns:a16="http://schemas.microsoft.com/office/drawing/2014/main" id="{B174C0F1-2B41-4A02-AF00-16224496B29B}"/>
              </a:ext>
            </a:extLst>
          </p:cNvPr>
          <p:cNvSpPr>
            <a:spLocks noGrp="1"/>
          </p:cNvSpPr>
          <p:nvPr/>
        </p:nvSpPr>
        <p:spPr>
          <a:xfrm>
            <a:off x="7029450" y="4810125"/>
            <a:ext cx="609600" cy="533400"/>
          </a:xfrm>
          <a:prstGeom prst="rect">
            <a:avLst/>
          </a:prstGeom>
          <a:solidFill>
            <a:srgbClr val="F5F5F5"/>
          </a:solidFill>
          <a:ln w="9525">
            <a:solidFill>
              <a:srgbClr val="999999"/>
            </a:solidFill>
          </a:ln>
        </p:spPr>
      </p:sp>
      <p:sp>
        <p:nvSpPr>
          <p:cNvPr id="48" name="tree-label-1322">
            <a:extLst>
              <a:ext uri="{FF2B5EF4-FFF2-40B4-BE49-F238E27FC236}">
                <a16:creationId xmlns:a16="http://schemas.microsoft.com/office/drawing/2014/main" id="{65051962-0C25-4DAA-87BB-F0872475121F}"/>
              </a:ext>
            </a:extLst>
          </p:cNvPr>
          <p:cNvSpPr>
            <a:spLocks noGrp="1"/>
          </p:cNvSpPr>
          <p:nvPr/>
        </p:nvSpPr>
        <p:spPr>
          <a:xfrm>
            <a:off x="70294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9" name="tree-node-1323">
            <a:extLst>
              <a:ext uri="{FF2B5EF4-FFF2-40B4-BE49-F238E27FC236}">
                <a16:creationId xmlns:a16="http://schemas.microsoft.com/office/drawing/2014/main" id="{B86B8018-9561-4F57-9304-753D1DF1C5A1}"/>
              </a:ext>
            </a:extLst>
          </p:cNvPr>
          <p:cNvSpPr>
            <a:spLocks noGrp="1"/>
          </p:cNvSpPr>
          <p:nvPr/>
        </p:nvSpPr>
        <p:spPr>
          <a:xfrm>
            <a:off x="7886700" y="4810125"/>
            <a:ext cx="609600" cy="533400"/>
          </a:xfrm>
          <a:prstGeom prst="rect">
            <a:avLst/>
          </a:prstGeom>
          <a:solidFill>
            <a:srgbClr val="F5F5F5"/>
          </a:solidFill>
          <a:ln w="9525">
            <a:solidFill>
              <a:srgbClr val="999999"/>
            </a:solidFill>
          </a:ln>
        </p:spPr>
      </p:sp>
      <p:sp>
        <p:nvSpPr>
          <p:cNvPr id="50" name="tree-label-1324">
            <a:extLst>
              <a:ext uri="{FF2B5EF4-FFF2-40B4-BE49-F238E27FC236}">
                <a16:creationId xmlns:a16="http://schemas.microsoft.com/office/drawing/2014/main" id="{0228AC62-5E88-4E1F-89A6-55115FB04696}"/>
              </a:ext>
            </a:extLst>
          </p:cNvPr>
          <p:cNvSpPr>
            <a:spLocks noGrp="1"/>
          </p:cNvSpPr>
          <p:nvPr/>
        </p:nvSpPr>
        <p:spPr>
          <a:xfrm>
            <a:off x="78867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a:t>
            </a:r>
          </a:p>
        </p:txBody>
      </p:sp>
      <p:sp>
        <p:nvSpPr>
          <p:cNvPr id="51" name="counts">
            <a:extLst>
              <a:ext uri="{FF2B5EF4-FFF2-40B4-BE49-F238E27FC236}">
                <a16:creationId xmlns:a16="http://schemas.microsoft.com/office/drawing/2014/main" id="{81068D32-6159-4902-8144-A1A2F7C1C547}"/>
              </a:ext>
            </a:extLst>
          </p:cNvPr>
          <p:cNvSpPr>
            <a:spLocks noGrp="1"/>
          </p:cNvSpPr>
          <p:nvPr/>
        </p:nvSpPr>
        <p:spPr>
          <a:xfrm>
            <a:off x="609600" y="5667375"/>
            <a:ext cx="10972800" cy="37147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혼합 노드 3개 + 단색 리프 10개 = 총 13회 호출</a:t>
            </a:r>
          </a:p>
        </p:txBody>
      </p:sp>
      <p:sp>
        <p:nvSpPr>
          <p:cNvPr id="52" name="caption">
            <a:extLst>
              <a:ext uri="{FF2B5EF4-FFF2-40B4-BE49-F238E27FC236}">
                <a16:creationId xmlns:a16="http://schemas.microsoft.com/office/drawing/2014/main" id="{BA065C5B-1C8C-4E7C-9322-D9D7998028F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선이 이어진 부모만 네 자식으로 나눕니다. 파란 상자 3개는 각각 괄호 1쌍입니다.</a:t>
            </a:r>
          </a:p>
        </p:txBody>
      </p:sp>
    </p:spTree>
    <p:extLst>
      <p:ext uri="{BB962C8B-B14F-4D97-AF65-F5344CB8AC3E}">
        <p14:creationId xmlns:p14="http://schemas.microsoft.com/office/powerpoint/2010/main" val="23953295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E7BB730-340A-4F93-91DA-4D6549614EC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A7D7538C-C95F-4B0D-B6F0-F0B958F2C2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CD786E0-9659-4E03-885F-B8C93D55358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①: 괄호를 만나면 네 영역으로</a:t>
            </a:r>
          </a:p>
        </p:txBody>
      </p:sp>
      <p:sp>
        <p:nvSpPr>
          <p:cNvPr id="4" name="line-1325">
            <a:extLst>
              <a:ext uri="{FF2B5EF4-FFF2-40B4-BE49-F238E27FC236}">
                <a16:creationId xmlns:a16="http://schemas.microsoft.com/office/drawing/2014/main" id="{082D91C2-3B5C-4043-9417-B24D8D511C1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2461F71-E9B1-4D91-BCCE-0C2B6A6DB69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5DB8610-E823-4C54-9B00-6C37E9F613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205</a:t>
            </a:r>
            <a:endParaRPr sz="1050" b="0">
              <a:solidFill>
                <a:srgbClr val="151515"/>
              </a:solidFill>
              <a:latin typeface="Consolas"/>
              <a:ea typeface="Consolas"/>
              <a:cs typeface="Consolas"/>
            </a:endParaRPr>
          </a:p>
        </p:txBody>
      </p:sp>
      <p:sp>
        <p:nvSpPr>
          <p:cNvPr id="7" name="encoded">
            <a:extLst>
              <a:ext uri="{FF2B5EF4-FFF2-40B4-BE49-F238E27FC236}">
                <a16:creationId xmlns:a16="http://schemas.microsoft.com/office/drawing/2014/main" id="{CC593A02-DEC6-4CFC-B612-F796C6AC8DFC}"/>
              </a:ext>
            </a:extLst>
          </p:cNvPr>
          <p:cNvSpPr>
            <a:spLocks noGrp="1"/>
          </p:cNvSpPr>
          <p:nvPr/>
        </p:nvSpPr>
        <p:spPr>
          <a:xfrm>
            <a:off x="609600" y="1943100"/>
            <a:ext cx="10972800" cy="542925"/>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( 0 1 ((0001)000) 0 )</a:t>
            </a:r>
          </a:p>
        </p:txBody>
      </p:sp>
      <p:graphicFrame>
        <p:nvGraphicFramePr>
          <p:cNvPr id="8" name="표 7">
            <a:extLst>
              <a:ext uri="{FF2B5EF4-FFF2-40B4-BE49-F238E27FC236}">
                <a16:creationId xmlns:a16="http://schemas.microsoft.com/office/drawing/2014/main" id="{3651987F-D01A-403A-80AF-FB6A3FBC4FDC}"/>
              </a:ext>
            </a:extLst>
          </p:cNvPr>
          <p:cNvGraphicFramePr/>
          <p:nvPr/>
        </p:nvGraphicFramePr>
        <p:xfrm>
          <a:off x="609600" y="2800350"/>
          <a:ext cx="10972800" cy="2800350"/>
        </p:xfrm>
        <a:graphic>
          <a:graphicData uri="http://schemas.openxmlformats.org/drawingml/2006/table">
            <a:tbl>
              <a:tblPr/>
              <a:tblGrid>
                <a:gridCol w="219075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5638800">
                  <a:extLst>
                    <a:ext uri="{9D8B030D-6E8A-4147-A177-3AD203B41FA5}">
                      <a16:colId xmlns:a16="http://schemas.microsoft.com/office/drawing/2014/main" val="20002"/>
                    </a:ext>
                  </a:extLst>
                </a:gridCol>
              </a:tblGrid>
              <a:tr h="560070">
                <a:tc>
                  <a:txBody>
                    <a:bodyPr/>
                    <a:lstStyle/>
                    <a:p>
                      <a:pPr algn="ctr"/>
                      <a:r>
                        <a:rPr sz="1800" b="1">
                          <a:solidFill>
                            <a:srgbClr val="FFFFFF"/>
                          </a:solidFill>
                          <a:latin typeface="Malgun Gothic"/>
                          <a:ea typeface="Malgun Gothic"/>
                          <a:cs typeface="Malgun Gothic"/>
                        </a:rPr>
                        <a:t>읽은 표현</a:t>
                      </a:r>
                    </a:p>
                  </a:txBody>
                  <a:tcPr anchor="ctr">
                    <a:solidFill>
                      <a:srgbClr val="151515"/>
                    </a:solidFill>
                  </a:tcPr>
                </a:tc>
                <a:tc>
                  <a:txBody>
                    <a:bodyPr/>
                    <a:lstStyle/>
                    <a:p>
                      <a:pPr algn="ctr"/>
                      <a:r>
                        <a:rPr sz="1800" b="1">
                          <a:solidFill>
                            <a:srgbClr val="FFFFFF"/>
                          </a:solidFill>
                          <a:latin typeface="Malgun Gothic"/>
                          <a:ea typeface="Malgun Gothic"/>
                          <a:cs typeface="Malgun Gothic"/>
                        </a:rPr>
                        <a:t>복원할 위치</a:t>
                      </a:r>
                    </a:p>
                  </a:txBody>
                  <a:tcPr anchor="ctr">
                    <a:solidFill>
                      <a:srgbClr val="151515"/>
                    </a:solidFill>
                  </a:tcPr>
                </a:tc>
                <a:tc>
                  <a:txBody>
                    <a:bodyPr/>
                    <a:lstStyle/>
                    <a:p>
                      <a:pPr algn="ctr"/>
                      <a:r>
                        <a:rPr sz="1800" b="1">
                          <a:solidFill>
                            <a:srgbClr val="FFFFFF"/>
                          </a:solidFill>
                          <a:latin typeface="Malgun Gothic"/>
                          <a:ea typeface="Malgun Gothic"/>
                          <a:cs typeface="Malgun Gothic"/>
                        </a:rPr>
                        <a:t>하는 일</a:t>
                      </a:r>
                    </a:p>
                  </a:txBody>
                  <a:tcPr anchor="ctr">
                    <a:solidFill>
                      <a:srgbClr val="151515"/>
                    </a:solidFill>
                  </a:tcPr>
                </a:tc>
                <a:extLst>
                  <a:ext uri="{0D108BD9-81ED-4DB2-BD59-A6C34878D82A}">
                    <a16:rowId xmlns:a16="http://schemas.microsoft.com/office/drawing/2014/main" val="10000"/>
                  </a:ext>
                </a:extLst>
              </a:tr>
              <a:tr h="560070">
                <a:tc>
                  <a:txBody>
                    <a:bodyPr/>
                    <a:lstStyle/>
                    <a:p>
                      <a:pPr algn="ctr"/>
                      <a:r>
                        <a:rPr sz="1800" b="0">
                          <a:solidFill>
                            <a:srgbClr val="151515"/>
                          </a:solidFill>
                          <a:latin typeface="Malgun Gothic"/>
                          <a:ea typeface="Malgun Gothic"/>
                          <a:cs typeface="Malgun Gothic"/>
                        </a:rPr>
                        <a:t>첫 (</a:t>
                      </a:r>
                    </a:p>
                  </a:txBody>
                  <a:tcPr anchor="ctr">
                    <a:solidFill>
                      <a:srgbClr val="FFFFFF"/>
                    </a:solidFill>
                  </a:tcPr>
                </a:tc>
                <a:tc>
                  <a:txBody>
                    <a:bodyPr/>
                    <a:lstStyle/>
                    <a:p>
                      <a:pPr algn="ctr"/>
                      <a:r>
                        <a:rPr sz="1800" b="0">
                          <a:solidFill>
                            <a:srgbClr val="151515"/>
                          </a:solidFill>
                          <a:latin typeface="Malgun Gothic"/>
                          <a:ea typeface="Malgun Gothic"/>
                          <a:cs typeface="Malgun Gothic"/>
                        </a:rPr>
                        <a:t>전체 8×8</a:t>
                      </a:r>
                    </a:p>
                  </a:txBody>
                  <a:tcPr anchor="ctr">
                    <a:solidFill>
                      <a:srgbClr val="FFFFFF"/>
                    </a:solidFill>
                  </a:tcPr>
                </a:tc>
                <a:tc>
                  <a:txBody>
                    <a:bodyPr/>
                    <a:lstStyle/>
                    <a:p>
                      <a:pPr algn="ctr"/>
                      <a:r>
                        <a:rPr sz="1800" b="0">
                          <a:solidFill>
                            <a:srgbClr val="151515"/>
                          </a:solidFill>
                          <a:latin typeface="Malgun Gothic"/>
                          <a:ea typeface="Malgun Gothic"/>
                          <a:cs typeface="Malgun Gothic"/>
                        </a:rPr>
                        <a:t>크기 4의 네 자식으로 내려감</a:t>
                      </a:r>
                    </a:p>
                  </a:txBody>
                  <a:tcPr anchor="ctr">
                    <a:solidFill>
                      <a:srgbClr val="FFFFFF"/>
                    </a:solidFill>
                  </a:tcPr>
                </a:tc>
                <a:extLst>
                  <a:ext uri="{0D108BD9-81ED-4DB2-BD59-A6C34878D82A}">
                    <a16:rowId xmlns:a16="http://schemas.microsoft.com/office/drawing/2014/main" val="10001"/>
                  </a:ext>
                </a:extLst>
              </a:tr>
              <a:tr h="560070">
                <a:tc>
                  <a:txBody>
                    <a:bodyPr/>
                    <a:lstStyle/>
                    <a:p>
                      <a:pPr algn="ctr"/>
                      <a:r>
                        <a:rPr sz="1800" b="0">
                          <a:solidFill>
                            <a:srgbClr val="151515"/>
                          </a:solidFill>
                          <a:latin typeface="Malgun Gothic"/>
                          <a:ea typeface="Malgun Gothic"/>
                          <a:cs typeface="Malgun Gothic"/>
                        </a:rPr>
                        <a:t>0</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좌상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16칸을 모두 0으로 채움</a:t>
                      </a:r>
                    </a:p>
                  </a:txBody>
                  <a:tcPr anchor="ctr">
                    <a:solidFill>
                      <a:srgbClr val="F1F4F6"/>
                    </a:solidFill>
                  </a:tcPr>
                </a:tc>
                <a:extLst>
                  <a:ext uri="{0D108BD9-81ED-4DB2-BD59-A6C34878D82A}">
                    <a16:rowId xmlns:a16="http://schemas.microsoft.com/office/drawing/2014/main" val="10002"/>
                  </a:ext>
                </a:extLst>
              </a:tr>
              <a:tr h="560070">
                <a:tc>
                  <a:txBody>
                    <a:bodyPr/>
                    <a:lstStyle/>
                    <a:p>
                      <a:pPr algn="ctr"/>
                      <a:r>
                        <a:rPr sz="1800" b="0">
                          <a:solidFill>
                            <a:srgbClr val="151515"/>
                          </a:solidFill>
                          <a:latin typeface="Malgun Gothic"/>
                          <a:ea typeface="Malgun Gothic"/>
                          <a:cs typeface="Malgun Gothic"/>
                        </a:rPr>
                        <a:t>1</a:t>
                      </a:r>
                    </a:p>
                  </a:txBody>
                  <a:tcPr anchor="ctr">
                    <a:solidFill>
                      <a:srgbClr val="FFFFFF"/>
                    </a:solidFill>
                  </a:tcPr>
                </a:tc>
                <a:tc>
                  <a:txBody>
                    <a:bodyPr/>
                    <a:lstStyle/>
                    <a:p>
                      <a:pPr algn="ctr"/>
                      <a:r>
                        <a:rPr sz="1800" b="0">
                          <a:solidFill>
                            <a:srgbClr val="151515"/>
                          </a:solidFill>
                          <a:latin typeface="Malgun Gothic"/>
                          <a:ea typeface="Malgun Gothic"/>
                          <a:cs typeface="Malgun Gothic"/>
                        </a:rPr>
                        <a:t>우상 4×4</a:t>
                      </a:r>
                    </a:p>
                  </a:txBody>
                  <a:tcPr anchor="ctr">
                    <a:solidFill>
                      <a:srgbClr val="FFFFFF"/>
                    </a:solidFill>
                  </a:tcPr>
                </a:tc>
                <a:tc>
                  <a:txBody>
                    <a:bodyPr/>
                    <a:lstStyle/>
                    <a:p>
                      <a:pPr algn="ctr"/>
                      <a:r>
                        <a:rPr sz="1800" b="0">
                          <a:solidFill>
                            <a:srgbClr val="151515"/>
                          </a:solidFill>
                          <a:latin typeface="Malgun Gothic"/>
                          <a:ea typeface="Malgun Gothic"/>
                          <a:cs typeface="Malgun Gothic"/>
                        </a:rPr>
                        <a:t>16칸을 모두 1로 채움</a:t>
                      </a:r>
                    </a:p>
                  </a:txBody>
                  <a:tcPr anchor="ctr">
                    <a:solidFill>
                      <a:srgbClr val="FFFFFF"/>
                    </a:solidFill>
                  </a:tcPr>
                </a:tc>
                <a:extLst>
                  <a:ext uri="{0D108BD9-81ED-4DB2-BD59-A6C34878D82A}">
                    <a16:rowId xmlns:a16="http://schemas.microsoft.com/office/drawing/2014/main" val="10003"/>
                  </a:ext>
                </a:extLst>
              </a:tr>
              <a:tr h="560070">
                <a:tc>
                  <a:txBody>
                    <a:bodyPr/>
                    <a:lstStyle/>
                    <a:p>
                      <a:pPr algn="ctr"/>
                      <a:r>
                        <a:rPr sz="1800" b="0">
                          <a:solidFill>
                            <a:srgbClr val="151515"/>
                          </a:solidFill>
                          <a:latin typeface="Malgun Gothic"/>
                          <a:ea typeface="Malgun Gothic"/>
                          <a:cs typeface="Malgun Gothic"/>
                        </a:rPr>
                        <a:t>다음 (</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좌하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크기 2의 네 자식으로 내려감</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caption">
            <a:extLst>
              <a:ext uri="{FF2B5EF4-FFF2-40B4-BE49-F238E27FC236}">
                <a16:creationId xmlns:a16="http://schemas.microsoft.com/office/drawing/2014/main" id="{2E36E388-03A9-4D4F-8F97-8A028579D7E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복원은 위치와 크기를 함께 전달합니다. 색 한 글자는 현재 영역 전체를 채웁니다.</a:t>
            </a:r>
          </a:p>
        </p:txBody>
      </p:sp>
    </p:spTree>
    <p:extLst>
      <p:ext uri="{BB962C8B-B14F-4D97-AF65-F5344CB8AC3E}">
        <p14:creationId xmlns:p14="http://schemas.microsoft.com/office/powerpoint/2010/main" val="318634082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C6D8F59-5B3C-4F7D-AFC8-2F627EDC4EB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6311358-1424-4E78-8969-EB9C36A962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D843F7A-5223-4F37-8A6C-FED2DA464DF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②: 좌하의 겹친 괄호를 읽습니다</a:t>
            </a:r>
          </a:p>
        </p:txBody>
      </p:sp>
      <p:sp>
        <p:nvSpPr>
          <p:cNvPr id="4" name="line-1327">
            <a:extLst>
              <a:ext uri="{FF2B5EF4-FFF2-40B4-BE49-F238E27FC236}">
                <a16:creationId xmlns:a16="http://schemas.microsoft.com/office/drawing/2014/main" id="{3970C897-3A9D-4B4C-8678-CAB2A9BDD6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2432EEE-F5D2-4332-BAA9-57F610CC8CB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48527C-07FC-4D39-9C41-FE7E9B33E44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206</a:t>
            </a:r>
            <a:endParaRPr sz="1050" b="0">
              <a:solidFill>
                <a:srgbClr val="151515"/>
              </a:solidFill>
              <a:latin typeface="Consolas"/>
              <a:ea typeface="Consolas"/>
              <a:cs typeface="Consolas"/>
            </a:endParaRPr>
          </a:p>
        </p:txBody>
      </p:sp>
      <p:sp>
        <p:nvSpPr>
          <p:cNvPr id="7" name="pixel-1328">
            <a:extLst>
              <a:ext uri="{FF2B5EF4-FFF2-40B4-BE49-F238E27FC236}">
                <a16:creationId xmlns:a16="http://schemas.microsoft.com/office/drawing/2014/main" id="{A6CCA17E-F08D-49DC-8EEB-477958610949}"/>
              </a:ext>
            </a:extLst>
          </p:cNvPr>
          <p:cNvSpPr>
            <a:spLocks noGrp="1"/>
          </p:cNvSpPr>
          <p:nvPr/>
        </p:nvSpPr>
        <p:spPr>
          <a:xfrm>
            <a:off x="971550" y="2276475"/>
            <a:ext cx="809625" cy="809625"/>
          </a:xfrm>
          <a:prstGeom prst="rect">
            <a:avLst/>
          </a:prstGeom>
          <a:solidFill>
            <a:srgbClr val="FFFFFF"/>
          </a:solidFill>
          <a:ln w="7144">
            <a:solidFill>
              <a:srgbClr val="98A1AA"/>
            </a:solidFill>
          </a:ln>
        </p:spPr>
      </p:sp>
      <p:sp>
        <p:nvSpPr>
          <p:cNvPr id="8" name="pixel-value-1329">
            <a:extLst>
              <a:ext uri="{FF2B5EF4-FFF2-40B4-BE49-F238E27FC236}">
                <a16:creationId xmlns:a16="http://schemas.microsoft.com/office/drawing/2014/main" id="{8D06277E-DC6D-44F6-83F4-17A65957E3C3}"/>
              </a:ext>
            </a:extLst>
          </p:cNvPr>
          <p:cNvSpPr>
            <a:spLocks noGrp="1"/>
          </p:cNvSpPr>
          <p:nvPr/>
        </p:nvSpPr>
        <p:spPr>
          <a:xfrm>
            <a:off x="97155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330">
            <a:extLst>
              <a:ext uri="{FF2B5EF4-FFF2-40B4-BE49-F238E27FC236}">
                <a16:creationId xmlns:a16="http://schemas.microsoft.com/office/drawing/2014/main" id="{9C8F4EC3-BF62-41A6-BC4F-6609CE1260B3}"/>
              </a:ext>
            </a:extLst>
          </p:cNvPr>
          <p:cNvSpPr>
            <a:spLocks noGrp="1"/>
          </p:cNvSpPr>
          <p:nvPr/>
        </p:nvSpPr>
        <p:spPr>
          <a:xfrm>
            <a:off x="1781175" y="2276475"/>
            <a:ext cx="809625" cy="809625"/>
          </a:xfrm>
          <a:prstGeom prst="rect">
            <a:avLst/>
          </a:prstGeom>
          <a:solidFill>
            <a:srgbClr val="FFFFFF"/>
          </a:solidFill>
          <a:ln w="7144">
            <a:solidFill>
              <a:srgbClr val="98A1AA"/>
            </a:solidFill>
          </a:ln>
        </p:spPr>
      </p:sp>
      <p:sp>
        <p:nvSpPr>
          <p:cNvPr id="10" name="pixel-value-1331">
            <a:extLst>
              <a:ext uri="{FF2B5EF4-FFF2-40B4-BE49-F238E27FC236}">
                <a16:creationId xmlns:a16="http://schemas.microsoft.com/office/drawing/2014/main" id="{5AC9CDA3-D5DA-4ED9-BF6E-7175029E33E5}"/>
              </a:ext>
            </a:extLst>
          </p:cNvPr>
          <p:cNvSpPr>
            <a:spLocks noGrp="1"/>
          </p:cNvSpPr>
          <p:nvPr/>
        </p:nvSpPr>
        <p:spPr>
          <a:xfrm>
            <a:off x="178117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332">
            <a:extLst>
              <a:ext uri="{FF2B5EF4-FFF2-40B4-BE49-F238E27FC236}">
                <a16:creationId xmlns:a16="http://schemas.microsoft.com/office/drawing/2014/main" id="{6CE12FEF-35DB-4C9F-9218-080BFD9CDA9D}"/>
              </a:ext>
            </a:extLst>
          </p:cNvPr>
          <p:cNvSpPr>
            <a:spLocks noGrp="1"/>
          </p:cNvSpPr>
          <p:nvPr/>
        </p:nvSpPr>
        <p:spPr>
          <a:xfrm>
            <a:off x="2590800" y="2276475"/>
            <a:ext cx="809625" cy="809625"/>
          </a:xfrm>
          <a:prstGeom prst="rect">
            <a:avLst/>
          </a:prstGeom>
          <a:solidFill>
            <a:srgbClr val="FFFFFF"/>
          </a:solidFill>
          <a:ln w="7144">
            <a:solidFill>
              <a:srgbClr val="98A1AA"/>
            </a:solidFill>
          </a:ln>
        </p:spPr>
      </p:sp>
      <p:sp>
        <p:nvSpPr>
          <p:cNvPr id="12" name="pixel-value-1333">
            <a:extLst>
              <a:ext uri="{FF2B5EF4-FFF2-40B4-BE49-F238E27FC236}">
                <a16:creationId xmlns:a16="http://schemas.microsoft.com/office/drawing/2014/main" id="{5DA4F46D-3CCF-44C4-9552-6518A32B50CF}"/>
              </a:ext>
            </a:extLst>
          </p:cNvPr>
          <p:cNvSpPr>
            <a:spLocks noGrp="1"/>
          </p:cNvSpPr>
          <p:nvPr/>
        </p:nvSpPr>
        <p:spPr>
          <a:xfrm>
            <a:off x="259080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334">
            <a:extLst>
              <a:ext uri="{FF2B5EF4-FFF2-40B4-BE49-F238E27FC236}">
                <a16:creationId xmlns:a16="http://schemas.microsoft.com/office/drawing/2014/main" id="{04D1FEE3-A62F-4CE5-8313-4E7F8C05D6A9}"/>
              </a:ext>
            </a:extLst>
          </p:cNvPr>
          <p:cNvSpPr>
            <a:spLocks noGrp="1"/>
          </p:cNvSpPr>
          <p:nvPr/>
        </p:nvSpPr>
        <p:spPr>
          <a:xfrm>
            <a:off x="3400425" y="2276475"/>
            <a:ext cx="809625" cy="809625"/>
          </a:xfrm>
          <a:prstGeom prst="rect">
            <a:avLst/>
          </a:prstGeom>
          <a:solidFill>
            <a:srgbClr val="FFFFFF"/>
          </a:solidFill>
          <a:ln w="7144">
            <a:solidFill>
              <a:srgbClr val="98A1AA"/>
            </a:solidFill>
          </a:ln>
        </p:spPr>
      </p:sp>
      <p:sp>
        <p:nvSpPr>
          <p:cNvPr id="14" name="pixel-value-1335">
            <a:extLst>
              <a:ext uri="{FF2B5EF4-FFF2-40B4-BE49-F238E27FC236}">
                <a16:creationId xmlns:a16="http://schemas.microsoft.com/office/drawing/2014/main" id="{4DA604AF-1E86-444F-A989-414E3B3621A4}"/>
              </a:ext>
            </a:extLst>
          </p:cNvPr>
          <p:cNvSpPr>
            <a:spLocks noGrp="1"/>
          </p:cNvSpPr>
          <p:nvPr/>
        </p:nvSpPr>
        <p:spPr>
          <a:xfrm>
            <a:off x="340042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336">
            <a:extLst>
              <a:ext uri="{FF2B5EF4-FFF2-40B4-BE49-F238E27FC236}">
                <a16:creationId xmlns:a16="http://schemas.microsoft.com/office/drawing/2014/main" id="{643760E1-2A5D-4C04-B0BE-8C4ED7269A2F}"/>
              </a:ext>
            </a:extLst>
          </p:cNvPr>
          <p:cNvSpPr>
            <a:spLocks noGrp="1"/>
          </p:cNvSpPr>
          <p:nvPr/>
        </p:nvSpPr>
        <p:spPr>
          <a:xfrm>
            <a:off x="971550" y="3086100"/>
            <a:ext cx="809625" cy="809625"/>
          </a:xfrm>
          <a:prstGeom prst="rect">
            <a:avLst/>
          </a:prstGeom>
          <a:solidFill>
            <a:srgbClr val="FFFFFF"/>
          </a:solidFill>
          <a:ln w="7144">
            <a:solidFill>
              <a:srgbClr val="98A1AA"/>
            </a:solidFill>
          </a:ln>
        </p:spPr>
      </p:sp>
      <p:sp>
        <p:nvSpPr>
          <p:cNvPr id="16" name="pixel-value-1337">
            <a:extLst>
              <a:ext uri="{FF2B5EF4-FFF2-40B4-BE49-F238E27FC236}">
                <a16:creationId xmlns:a16="http://schemas.microsoft.com/office/drawing/2014/main" id="{AEFF7FFE-522B-425C-9884-D9F65EEB79E3}"/>
              </a:ext>
            </a:extLst>
          </p:cNvPr>
          <p:cNvSpPr>
            <a:spLocks noGrp="1"/>
          </p:cNvSpPr>
          <p:nvPr/>
        </p:nvSpPr>
        <p:spPr>
          <a:xfrm>
            <a:off x="97155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338">
            <a:extLst>
              <a:ext uri="{FF2B5EF4-FFF2-40B4-BE49-F238E27FC236}">
                <a16:creationId xmlns:a16="http://schemas.microsoft.com/office/drawing/2014/main" id="{505A37D6-BA9B-4733-9F8C-4CC5BBEC2D7C}"/>
              </a:ext>
            </a:extLst>
          </p:cNvPr>
          <p:cNvSpPr>
            <a:spLocks noGrp="1"/>
          </p:cNvSpPr>
          <p:nvPr/>
        </p:nvSpPr>
        <p:spPr>
          <a:xfrm>
            <a:off x="1781175" y="3086100"/>
            <a:ext cx="809625" cy="809625"/>
          </a:xfrm>
          <a:prstGeom prst="rect">
            <a:avLst/>
          </a:prstGeom>
          <a:solidFill>
            <a:srgbClr val="303841"/>
          </a:solidFill>
          <a:ln w="7144">
            <a:solidFill>
              <a:srgbClr val="98A1AA"/>
            </a:solidFill>
          </a:ln>
        </p:spPr>
      </p:sp>
      <p:sp>
        <p:nvSpPr>
          <p:cNvPr id="18" name="pixel-value-1339">
            <a:extLst>
              <a:ext uri="{FF2B5EF4-FFF2-40B4-BE49-F238E27FC236}">
                <a16:creationId xmlns:a16="http://schemas.microsoft.com/office/drawing/2014/main" id="{6CD1BB34-7CC0-49E1-814D-A24C19E778CB}"/>
              </a:ext>
            </a:extLst>
          </p:cNvPr>
          <p:cNvSpPr>
            <a:spLocks noGrp="1"/>
          </p:cNvSpPr>
          <p:nvPr/>
        </p:nvSpPr>
        <p:spPr>
          <a:xfrm>
            <a:off x="1781175" y="3248025"/>
            <a:ext cx="809625" cy="48577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340">
            <a:extLst>
              <a:ext uri="{FF2B5EF4-FFF2-40B4-BE49-F238E27FC236}">
                <a16:creationId xmlns:a16="http://schemas.microsoft.com/office/drawing/2014/main" id="{419BB7B1-BD59-49CB-9A5D-090B6F6BC397}"/>
              </a:ext>
            </a:extLst>
          </p:cNvPr>
          <p:cNvSpPr>
            <a:spLocks noGrp="1"/>
          </p:cNvSpPr>
          <p:nvPr/>
        </p:nvSpPr>
        <p:spPr>
          <a:xfrm>
            <a:off x="2590800" y="3086100"/>
            <a:ext cx="809625" cy="809625"/>
          </a:xfrm>
          <a:prstGeom prst="rect">
            <a:avLst/>
          </a:prstGeom>
          <a:solidFill>
            <a:srgbClr val="FFFFFF"/>
          </a:solidFill>
          <a:ln w="7144">
            <a:solidFill>
              <a:srgbClr val="98A1AA"/>
            </a:solidFill>
          </a:ln>
        </p:spPr>
      </p:sp>
      <p:sp>
        <p:nvSpPr>
          <p:cNvPr id="20" name="pixel-value-1341">
            <a:extLst>
              <a:ext uri="{FF2B5EF4-FFF2-40B4-BE49-F238E27FC236}">
                <a16:creationId xmlns:a16="http://schemas.microsoft.com/office/drawing/2014/main" id="{346F34D5-C80A-4DBF-AE34-CD262E015124}"/>
              </a:ext>
            </a:extLst>
          </p:cNvPr>
          <p:cNvSpPr>
            <a:spLocks noGrp="1"/>
          </p:cNvSpPr>
          <p:nvPr/>
        </p:nvSpPr>
        <p:spPr>
          <a:xfrm>
            <a:off x="259080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342">
            <a:extLst>
              <a:ext uri="{FF2B5EF4-FFF2-40B4-BE49-F238E27FC236}">
                <a16:creationId xmlns:a16="http://schemas.microsoft.com/office/drawing/2014/main" id="{80DC14E6-55E7-466A-993D-C951F753BAC9}"/>
              </a:ext>
            </a:extLst>
          </p:cNvPr>
          <p:cNvSpPr>
            <a:spLocks noGrp="1"/>
          </p:cNvSpPr>
          <p:nvPr/>
        </p:nvSpPr>
        <p:spPr>
          <a:xfrm>
            <a:off x="3400425" y="3086100"/>
            <a:ext cx="809625" cy="809625"/>
          </a:xfrm>
          <a:prstGeom prst="rect">
            <a:avLst/>
          </a:prstGeom>
          <a:solidFill>
            <a:srgbClr val="FFFFFF"/>
          </a:solidFill>
          <a:ln w="7144">
            <a:solidFill>
              <a:srgbClr val="98A1AA"/>
            </a:solidFill>
          </a:ln>
        </p:spPr>
      </p:sp>
      <p:sp>
        <p:nvSpPr>
          <p:cNvPr id="22" name="pixel-value-1343">
            <a:extLst>
              <a:ext uri="{FF2B5EF4-FFF2-40B4-BE49-F238E27FC236}">
                <a16:creationId xmlns:a16="http://schemas.microsoft.com/office/drawing/2014/main" id="{2B410542-2DE6-4148-A56B-11BBD5FE547F}"/>
              </a:ext>
            </a:extLst>
          </p:cNvPr>
          <p:cNvSpPr>
            <a:spLocks noGrp="1"/>
          </p:cNvSpPr>
          <p:nvPr/>
        </p:nvSpPr>
        <p:spPr>
          <a:xfrm>
            <a:off x="3400425"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344">
            <a:extLst>
              <a:ext uri="{FF2B5EF4-FFF2-40B4-BE49-F238E27FC236}">
                <a16:creationId xmlns:a16="http://schemas.microsoft.com/office/drawing/2014/main" id="{1ED1F170-20F7-4EFD-841D-9E00D7FFD438}"/>
              </a:ext>
            </a:extLst>
          </p:cNvPr>
          <p:cNvSpPr>
            <a:spLocks noGrp="1"/>
          </p:cNvSpPr>
          <p:nvPr/>
        </p:nvSpPr>
        <p:spPr>
          <a:xfrm>
            <a:off x="971550" y="3895725"/>
            <a:ext cx="809625" cy="809625"/>
          </a:xfrm>
          <a:prstGeom prst="rect">
            <a:avLst/>
          </a:prstGeom>
          <a:solidFill>
            <a:srgbClr val="FFFFFF"/>
          </a:solidFill>
          <a:ln w="7144">
            <a:solidFill>
              <a:srgbClr val="98A1AA"/>
            </a:solidFill>
          </a:ln>
        </p:spPr>
      </p:sp>
      <p:sp>
        <p:nvSpPr>
          <p:cNvPr id="24" name="pixel-value-1345">
            <a:extLst>
              <a:ext uri="{FF2B5EF4-FFF2-40B4-BE49-F238E27FC236}">
                <a16:creationId xmlns:a16="http://schemas.microsoft.com/office/drawing/2014/main" id="{4CD0CE9C-F91F-42E2-A489-B2C18A21647C}"/>
              </a:ext>
            </a:extLst>
          </p:cNvPr>
          <p:cNvSpPr>
            <a:spLocks noGrp="1"/>
          </p:cNvSpPr>
          <p:nvPr/>
        </p:nvSpPr>
        <p:spPr>
          <a:xfrm>
            <a:off x="97155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346">
            <a:extLst>
              <a:ext uri="{FF2B5EF4-FFF2-40B4-BE49-F238E27FC236}">
                <a16:creationId xmlns:a16="http://schemas.microsoft.com/office/drawing/2014/main" id="{714C4E05-5435-45B2-B284-B3A2916A1202}"/>
              </a:ext>
            </a:extLst>
          </p:cNvPr>
          <p:cNvSpPr>
            <a:spLocks noGrp="1"/>
          </p:cNvSpPr>
          <p:nvPr/>
        </p:nvSpPr>
        <p:spPr>
          <a:xfrm>
            <a:off x="1781175" y="3895725"/>
            <a:ext cx="809625" cy="809625"/>
          </a:xfrm>
          <a:prstGeom prst="rect">
            <a:avLst/>
          </a:prstGeom>
          <a:solidFill>
            <a:srgbClr val="FFFFFF"/>
          </a:solidFill>
          <a:ln w="7144">
            <a:solidFill>
              <a:srgbClr val="98A1AA"/>
            </a:solidFill>
          </a:ln>
        </p:spPr>
      </p:sp>
      <p:sp>
        <p:nvSpPr>
          <p:cNvPr id="26" name="pixel-value-1347">
            <a:extLst>
              <a:ext uri="{FF2B5EF4-FFF2-40B4-BE49-F238E27FC236}">
                <a16:creationId xmlns:a16="http://schemas.microsoft.com/office/drawing/2014/main" id="{020404F8-71CB-4862-8518-794909CCB71C}"/>
              </a:ext>
            </a:extLst>
          </p:cNvPr>
          <p:cNvSpPr>
            <a:spLocks noGrp="1"/>
          </p:cNvSpPr>
          <p:nvPr/>
        </p:nvSpPr>
        <p:spPr>
          <a:xfrm>
            <a:off x="178117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348">
            <a:extLst>
              <a:ext uri="{FF2B5EF4-FFF2-40B4-BE49-F238E27FC236}">
                <a16:creationId xmlns:a16="http://schemas.microsoft.com/office/drawing/2014/main" id="{36AC8315-A92C-4BBB-9C54-7EF4987BCE0F}"/>
              </a:ext>
            </a:extLst>
          </p:cNvPr>
          <p:cNvSpPr>
            <a:spLocks noGrp="1"/>
          </p:cNvSpPr>
          <p:nvPr/>
        </p:nvSpPr>
        <p:spPr>
          <a:xfrm>
            <a:off x="2590800" y="3895725"/>
            <a:ext cx="809625" cy="809625"/>
          </a:xfrm>
          <a:prstGeom prst="rect">
            <a:avLst/>
          </a:prstGeom>
          <a:solidFill>
            <a:srgbClr val="FFFFFF"/>
          </a:solidFill>
          <a:ln w="7144">
            <a:solidFill>
              <a:srgbClr val="98A1AA"/>
            </a:solidFill>
          </a:ln>
        </p:spPr>
      </p:sp>
      <p:sp>
        <p:nvSpPr>
          <p:cNvPr id="28" name="pixel-value-1349">
            <a:extLst>
              <a:ext uri="{FF2B5EF4-FFF2-40B4-BE49-F238E27FC236}">
                <a16:creationId xmlns:a16="http://schemas.microsoft.com/office/drawing/2014/main" id="{F0028CB2-E0AB-4838-9C0D-BE836C7691FF}"/>
              </a:ext>
            </a:extLst>
          </p:cNvPr>
          <p:cNvSpPr>
            <a:spLocks noGrp="1"/>
          </p:cNvSpPr>
          <p:nvPr/>
        </p:nvSpPr>
        <p:spPr>
          <a:xfrm>
            <a:off x="259080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350">
            <a:extLst>
              <a:ext uri="{FF2B5EF4-FFF2-40B4-BE49-F238E27FC236}">
                <a16:creationId xmlns:a16="http://schemas.microsoft.com/office/drawing/2014/main" id="{ACE89C3B-21DB-4623-9CA2-2A46153B72FB}"/>
              </a:ext>
            </a:extLst>
          </p:cNvPr>
          <p:cNvSpPr>
            <a:spLocks noGrp="1"/>
          </p:cNvSpPr>
          <p:nvPr/>
        </p:nvSpPr>
        <p:spPr>
          <a:xfrm>
            <a:off x="3400425" y="3895725"/>
            <a:ext cx="809625" cy="809625"/>
          </a:xfrm>
          <a:prstGeom prst="rect">
            <a:avLst/>
          </a:prstGeom>
          <a:solidFill>
            <a:srgbClr val="FFFFFF"/>
          </a:solidFill>
          <a:ln w="7144">
            <a:solidFill>
              <a:srgbClr val="98A1AA"/>
            </a:solidFill>
          </a:ln>
        </p:spPr>
      </p:sp>
      <p:sp>
        <p:nvSpPr>
          <p:cNvPr id="30" name="pixel-value-1351">
            <a:extLst>
              <a:ext uri="{FF2B5EF4-FFF2-40B4-BE49-F238E27FC236}">
                <a16:creationId xmlns:a16="http://schemas.microsoft.com/office/drawing/2014/main" id="{90AB7B15-E9CB-4A44-B0C4-48F6317B5DEF}"/>
              </a:ext>
            </a:extLst>
          </p:cNvPr>
          <p:cNvSpPr>
            <a:spLocks noGrp="1"/>
          </p:cNvSpPr>
          <p:nvPr/>
        </p:nvSpPr>
        <p:spPr>
          <a:xfrm>
            <a:off x="340042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352">
            <a:extLst>
              <a:ext uri="{FF2B5EF4-FFF2-40B4-BE49-F238E27FC236}">
                <a16:creationId xmlns:a16="http://schemas.microsoft.com/office/drawing/2014/main" id="{C282F9E4-9665-48C9-A2D6-681D650A9FAD}"/>
              </a:ext>
            </a:extLst>
          </p:cNvPr>
          <p:cNvSpPr>
            <a:spLocks noGrp="1"/>
          </p:cNvSpPr>
          <p:nvPr/>
        </p:nvSpPr>
        <p:spPr>
          <a:xfrm>
            <a:off x="971550" y="4705350"/>
            <a:ext cx="809625" cy="809625"/>
          </a:xfrm>
          <a:prstGeom prst="rect">
            <a:avLst/>
          </a:prstGeom>
          <a:solidFill>
            <a:srgbClr val="FFFFFF"/>
          </a:solidFill>
          <a:ln w="7144">
            <a:solidFill>
              <a:srgbClr val="98A1AA"/>
            </a:solidFill>
          </a:ln>
        </p:spPr>
      </p:sp>
      <p:sp>
        <p:nvSpPr>
          <p:cNvPr id="32" name="pixel-value-1353">
            <a:extLst>
              <a:ext uri="{FF2B5EF4-FFF2-40B4-BE49-F238E27FC236}">
                <a16:creationId xmlns:a16="http://schemas.microsoft.com/office/drawing/2014/main" id="{2EC1DDDD-132A-4AEE-A861-3C3AA28373B9}"/>
              </a:ext>
            </a:extLst>
          </p:cNvPr>
          <p:cNvSpPr>
            <a:spLocks noGrp="1"/>
          </p:cNvSpPr>
          <p:nvPr/>
        </p:nvSpPr>
        <p:spPr>
          <a:xfrm>
            <a:off x="97155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354">
            <a:extLst>
              <a:ext uri="{FF2B5EF4-FFF2-40B4-BE49-F238E27FC236}">
                <a16:creationId xmlns:a16="http://schemas.microsoft.com/office/drawing/2014/main" id="{EB0E5599-4D7D-4580-9DE7-6D7373206A3E}"/>
              </a:ext>
            </a:extLst>
          </p:cNvPr>
          <p:cNvSpPr>
            <a:spLocks noGrp="1"/>
          </p:cNvSpPr>
          <p:nvPr/>
        </p:nvSpPr>
        <p:spPr>
          <a:xfrm>
            <a:off x="1781175" y="4705350"/>
            <a:ext cx="809625" cy="809625"/>
          </a:xfrm>
          <a:prstGeom prst="rect">
            <a:avLst/>
          </a:prstGeom>
          <a:solidFill>
            <a:srgbClr val="FFFFFF"/>
          </a:solidFill>
          <a:ln w="7144">
            <a:solidFill>
              <a:srgbClr val="98A1AA"/>
            </a:solidFill>
          </a:ln>
        </p:spPr>
      </p:sp>
      <p:sp>
        <p:nvSpPr>
          <p:cNvPr id="34" name="pixel-value-1355">
            <a:extLst>
              <a:ext uri="{FF2B5EF4-FFF2-40B4-BE49-F238E27FC236}">
                <a16:creationId xmlns:a16="http://schemas.microsoft.com/office/drawing/2014/main" id="{3FCA7679-982C-4E82-A350-26C99793AC97}"/>
              </a:ext>
            </a:extLst>
          </p:cNvPr>
          <p:cNvSpPr>
            <a:spLocks noGrp="1"/>
          </p:cNvSpPr>
          <p:nvPr/>
        </p:nvSpPr>
        <p:spPr>
          <a:xfrm>
            <a:off x="178117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356">
            <a:extLst>
              <a:ext uri="{FF2B5EF4-FFF2-40B4-BE49-F238E27FC236}">
                <a16:creationId xmlns:a16="http://schemas.microsoft.com/office/drawing/2014/main" id="{D13AA3C2-2222-48F1-A998-3154D9BAABE6}"/>
              </a:ext>
            </a:extLst>
          </p:cNvPr>
          <p:cNvSpPr>
            <a:spLocks noGrp="1"/>
          </p:cNvSpPr>
          <p:nvPr/>
        </p:nvSpPr>
        <p:spPr>
          <a:xfrm>
            <a:off x="2590800" y="4705350"/>
            <a:ext cx="809625" cy="809625"/>
          </a:xfrm>
          <a:prstGeom prst="rect">
            <a:avLst/>
          </a:prstGeom>
          <a:solidFill>
            <a:srgbClr val="FFFFFF"/>
          </a:solidFill>
          <a:ln w="7144">
            <a:solidFill>
              <a:srgbClr val="98A1AA"/>
            </a:solidFill>
          </a:ln>
        </p:spPr>
      </p:sp>
      <p:sp>
        <p:nvSpPr>
          <p:cNvPr id="36" name="pixel-value-1357">
            <a:extLst>
              <a:ext uri="{FF2B5EF4-FFF2-40B4-BE49-F238E27FC236}">
                <a16:creationId xmlns:a16="http://schemas.microsoft.com/office/drawing/2014/main" id="{0EA20FCA-3268-4FEF-99A9-F0C999FED23F}"/>
              </a:ext>
            </a:extLst>
          </p:cNvPr>
          <p:cNvSpPr>
            <a:spLocks noGrp="1"/>
          </p:cNvSpPr>
          <p:nvPr/>
        </p:nvSpPr>
        <p:spPr>
          <a:xfrm>
            <a:off x="259080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358">
            <a:extLst>
              <a:ext uri="{FF2B5EF4-FFF2-40B4-BE49-F238E27FC236}">
                <a16:creationId xmlns:a16="http://schemas.microsoft.com/office/drawing/2014/main" id="{26ABC5AE-2B3C-4E1E-9D45-5F57B1259760}"/>
              </a:ext>
            </a:extLst>
          </p:cNvPr>
          <p:cNvSpPr>
            <a:spLocks noGrp="1"/>
          </p:cNvSpPr>
          <p:nvPr/>
        </p:nvSpPr>
        <p:spPr>
          <a:xfrm>
            <a:off x="3400425" y="4705350"/>
            <a:ext cx="809625" cy="809625"/>
          </a:xfrm>
          <a:prstGeom prst="rect">
            <a:avLst/>
          </a:prstGeom>
          <a:solidFill>
            <a:srgbClr val="FFFFFF"/>
          </a:solidFill>
          <a:ln w="7144">
            <a:solidFill>
              <a:srgbClr val="98A1AA"/>
            </a:solidFill>
          </a:ln>
        </p:spPr>
      </p:sp>
      <p:sp>
        <p:nvSpPr>
          <p:cNvPr id="38" name="pixel-value-1359">
            <a:extLst>
              <a:ext uri="{FF2B5EF4-FFF2-40B4-BE49-F238E27FC236}">
                <a16:creationId xmlns:a16="http://schemas.microsoft.com/office/drawing/2014/main" id="{347C289E-0FF6-41B7-AD58-193C43651115}"/>
              </a:ext>
            </a:extLst>
          </p:cNvPr>
          <p:cNvSpPr>
            <a:spLocks noGrp="1"/>
          </p:cNvSpPr>
          <p:nvPr/>
        </p:nvSpPr>
        <p:spPr>
          <a:xfrm>
            <a:off x="340042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1360">
            <a:extLst>
              <a:ext uri="{FF2B5EF4-FFF2-40B4-BE49-F238E27FC236}">
                <a16:creationId xmlns:a16="http://schemas.microsoft.com/office/drawing/2014/main" id="{5B53E337-8346-42BE-81EA-EC890C601F10}"/>
              </a:ext>
            </a:extLst>
          </p:cNvPr>
          <p:cNvSpPr>
            <a:spLocks noGrp="1"/>
          </p:cNvSpPr>
          <p:nvPr/>
        </p:nvSpPr>
        <p:spPr>
          <a:xfrm>
            <a:off x="666750" y="24545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1361">
            <a:extLst>
              <a:ext uri="{FF2B5EF4-FFF2-40B4-BE49-F238E27FC236}">
                <a16:creationId xmlns:a16="http://schemas.microsoft.com/office/drawing/2014/main" id="{5312C84B-2E65-458A-BE6F-668E1A2E6058}"/>
              </a:ext>
            </a:extLst>
          </p:cNvPr>
          <p:cNvSpPr>
            <a:spLocks noGrp="1"/>
          </p:cNvSpPr>
          <p:nvPr/>
        </p:nvSpPr>
        <p:spPr>
          <a:xfrm>
            <a:off x="97155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1362">
            <a:extLst>
              <a:ext uri="{FF2B5EF4-FFF2-40B4-BE49-F238E27FC236}">
                <a16:creationId xmlns:a16="http://schemas.microsoft.com/office/drawing/2014/main" id="{53AD322E-C1BD-4DCC-A25B-95D574FC61BF}"/>
              </a:ext>
            </a:extLst>
          </p:cNvPr>
          <p:cNvSpPr>
            <a:spLocks noGrp="1"/>
          </p:cNvSpPr>
          <p:nvPr/>
        </p:nvSpPr>
        <p:spPr>
          <a:xfrm>
            <a:off x="666750" y="326421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1363">
            <a:extLst>
              <a:ext uri="{FF2B5EF4-FFF2-40B4-BE49-F238E27FC236}">
                <a16:creationId xmlns:a16="http://schemas.microsoft.com/office/drawing/2014/main" id="{8DBA63BB-4BC7-4A30-9606-C8F57A44C823}"/>
              </a:ext>
            </a:extLst>
          </p:cNvPr>
          <p:cNvSpPr>
            <a:spLocks noGrp="1"/>
          </p:cNvSpPr>
          <p:nvPr/>
        </p:nvSpPr>
        <p:spPr>
          <a:xfrm>
            <a:off x="178117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1364">
            <a:extLst>
              <a:ext uri="{FF2B5EF4-FFF2-40B4-BE49-F238E27FC236}">
                <a16:creationId xmlns:a16="http://schemas.microsoft.com/office/drawing/2014/main" id="{4341DA65-C7FB-4DDC-84C9-19F0BEF1172E}"/>
              </a:ext>
            </a:extLst>
          </p:cNvPr>
          <p:cNvSpPr>
            <a:spLocks noGrp="1"/>
          </p:cNvSpPr>
          <p:nvPr/>
        </p:nvSpPr>
        <p:spPr>
          <a:xfrm>
            <a:off x="666750" y="40738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1365">
            <a:extLst>
              <a:ext uri="{FF2B5EF4-FFF2-40B4-BE49-F238E27FC236}">
                <a16:creationId xmlns:a16="http://schemas.microsoft.com/office/drawing/2014/main" id="{0CA13BDD-D7BD-4858-82C6-3C2CE6BE077B}"/>
              </a:ext>
            </a:extLst>
          </p:cNvPr>
          <p:cNvSpPr>
            <a:spLocks noGrp="1"/>
          </p:cNvSpPr>
          <p:nvPr/>
        </p:nvSpPr>
        <p:spPr>
          <a:xfrm>
            <a:off x="259080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1366">
            <a:extLst>
              <a:ext uri="{FF2B5EF4-FFF2-40B4-BE49-F238E27FC236}">
                <a16:creationId xmlns:a16="http://schemas.microsoft.com/office/drawing/2014/main" id="{7F16D50F-892D-49B1-A524-93910D166B80}"/>
              </a:ext>
            </a:extLst>
          </p:cNvPr>
          <p:cNvSpPr>
            <a:spLocks noGrp="1"/>
          </p:cNvSpPr>
          <p:nvPr/>
        </p:nvSpPr>
        <p:spPr>
          <a:xfrm>
            <a:off x="666750" y="488346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1367">
            <a:extLst>
              <a:ext uri="{FF2B5EF4-FFF2-40B4-BE49-F238E27FC236}">
                <a16:creationId xmlns:a16="http://schemas.microsoft.com/office/drawing/2014/main" id="{FAF0F423-6F33-4F8B-9F88-B54952F7C0CE}"/>
              </a:ext>
            </a:extLst>
          </p:cNvPr>
          <p:cNvSpPr>
            <a:spLocks noGrp="1"/>
          </p:cNvSpPr>
          <p:nvPr/>
        </p:nvSpPr>
        <p:spPr>
          <a:xfrm>
            <a:off x="340042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1368">
            <a:extLst>
              <a:ext uri="{FF2B5EF4-FFF2-40B4-BE49-F238E27FC236}">
                <a16:creationId xmlns:a16="http://schemas.microsoft.com/office/drawing/2014/main" id="{71B0B2DB-C4B0-4592-8BBE-9725E299A590}"/>
              </a:ext>
            </a:extLst>
          </p:cNvPr>
          <p:cNvSpPr>
            <a:spLocks noGrp="1"/>
          </p:cNvSpPr>
          <p:nvPr/>
        </p:nvSpPr>
        <p:spPr>
          <a:xfrm>
            <a:off x="971550" y="5705475"/>
            <a:ext cx="32385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1369">
            <a:extLst>
              <a:ext uri="{FF2B5EF4-FFF2-40B4-BE49-F238E27FC236}">
                <a16:creationId xmlns:a16="http://schemas.microsoft.com/office/drawing/2014/main" id="{B47C5A77-B826-4420-AA1C-378A26E979F0}"/>
              </a:ext>
            </a:extLst>
          </p:cNvPr>
          <p:cNvSpPr>
            <a:spLocks noGrp="1"/>
          </p:cNvSpPr>
          <p:nvPr/>
        </p:nvSpPr>
        <p:spPr>
          <a:xfrm>
            <a:off x="2581275" y="2276475"/>
            <a:ext cx="19050" cy="3238500"/>
          </a:xfrm>
          <a:prstGeom prst="rect">
            <a:avLst/>
          </a:prstGeom>
          <a:solidFill>
            <a:srgbClr val="146995"/>
          </a:solidFill>
          <a:ln w="0">
            <a:noFill/>
          </a:ln>
        </p:spPr>
      </p:sp>
      <p:sp>
        <p:nvSpPr>
          <p:cNvPr id="49" name="line-1370">
            <a:extLst>
              <a:ext uri="{FF2B5EF4-FFF2-40B4-BE49-F238E27FC236}">
                <a16:creationId xmlns:a16="http://schemas.microsoft.com/office/drawing/2014/main" id="{005E94E7-81B4-4657-A14A-69AA1619D74C}"/>
              </a:ext>
            </a:extLst>
          </p:cNvPr>
          <p:cNvSpPr>
            <a:spLocks noGrp="1"/>
          </p:cNvSpPr>
          <p:nvPr/>
        </p:nvSpPr>
        <p:spPr>
          <a:xfrm>
            <a:off x="971550" y="3886200"/>
            <a:ext cx="3238500" cy="19050"/>
          </a:xfrm>
          <a:prstGeom prst="rect">
            <a:avLst/>
          </a:prstGeom>
          <a:solidFill>
            <a:srgbClr val="146995"/>
          </a:solidFill>
          <a:ln w="0">
            <a:noFill/>
          </a:ln>
        </p:spPr>
      </p:sp>
      <p:sp>
        <p:nvSpPr>
          <p:cNvPr id="50" name="prose-1371">
            <a:extLst>
              <a:ext uri="{FF2B5EF4-FFF2-40B4-BE49-F238E27FC236}">
                <a16:creationId xmlns:a16="http://schemas.microsoft.com/office/drawing/2014/main" id="{8AAAE4D1-B1A2-4B78-9F29-22CC887E29F8}"/>
              </a:ext>
            </a:extLst>
          </p:cNvPr>
          <p:cNvSpPr>
            <a:spLocks noGrp="1"/>
          </p:cNvSpPr>
          <p:nvPr/>
        </p:nvSpPr>
        <p:spPr>
          <a:xfrm>
            <a:off x="6229350" y="2057400"/>
            <a:ext cx="5353050" cy="37338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좌하 표현: ((0001)000)</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첫 2×2: (0001)</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네 픽셀을 0, 0, 0, 1로</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나머지 2×2 세 영역: 0, 0, 0</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각 영역 전체를 흰색으로</a:t>
            </a:r>
          </a:p>
        </p:txBody>
      </p:sp>
      <p:sp>
        <p:nvSpPr>
          <p:cNvPr id="51" name="banner-1372">
            <a:extLst>
              <a:ext uri="{FF2B5EF4-FFF2-40B4-BE49-F238E27FC236}">
                <a16:creationId xmlns:a16="http://schemas.microsoft.com/office/drawing/2014/main" id="{9C5F8D37-9FBF-4691-B198-015703376ABD}"/>
              </a:ext>
            </a:extLst>
          </p:cNvPr>
          <p:cNvSpPr>
            <a:spLocks noGrp="1"/>
          </p:cNvSpPr>
          <p:nvPr/>
        </p:nvSpPr>
        <p:spPr>
          <a:xfrm>
            <a:off x="6229350" y="5334000"/>
            <a:ext cx="5353050" cy="628650"/>
          </a:xfrm>
          <a:prstGeom prst="rect">
            <a:avLst/>
          </a:prstGeom>
          <a:solidFill>
            <a:srgbClr val="ECF5FA"/>
          </a:solidFill>
          <a:ln w="9525">
            <a:solidFill>
              <a:srgbClr val="146995"/>
            </a:solidFill>
          </a:ln>
        </p:spPr>
      </p:sp>
      <p:sp>
        <p:nvSpPr>
          <p:cNvPr id="52" name="banner-text-1373">
            <a:extLst>
              <a:ext uri="{FF2B5EF4-FFF2-40B4-BE49-F238E27FC236}">
                <a16:creationId xmlns:a16="http://schemas.microsoft.com/office/drawing/2014/main" id="{7E41E2A8-1B1E-4954-A73F-F03B5D32D4AF}"/>
              </a:ext>
            </a:extLst>
          </p:cNvPr>
          <p:cNvSpPr>
            <a:spLocks noGrp="1"/>
          </p:cNvSpPr>
          <p:nvPr/>
        </p:nvSpPr>
        <p:spPr>
          <a:xfrm>
            <a:off x="6400800" y="5486400"/>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행 5, 열 1의 검은 칸도 복원!</a:t>
            </a:r>
          </a:p>
        </p:txBody>
      </p:sp>
      <p:sp>
        <p:nvSpPr>
          <p:cNvPr id="53" name="caption">
            <a:extLst>
              <a:ext uri="{FF2B5EF4-FFF2-40B4-BE49-F238E27FC236}">
                <a16:creationId xmlns:a16="http://schemas.microsoft.com/office/drawing/2014/main" id="{74BE481F-7A62-4518-AEE9-28E1B3A1D77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닫는 괄호를 만나면, 그 괄호가 시작한 부모 영역으로 돌아옵니다.</a:t>
            </a:r>
          </a:p>
        </p:txBody>
      </p:sp>
    </p:spTree>
    <p:extLst>
      <p:ext uri="{BB962C8B-B14F-4D97-AF65-F5344CB8AC3E}">
        <p14:creationId xmlns:p14="http://schemas.microsoft.com/office/powerpoint/2010/main" val="22843376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0F4BDE7A-C39F-40C6-83CA-17843DA109E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9688ED3C-54C1-43C8-8267-3A02B8F7A2B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50AD2E0-4ABF-4EB9-A650-767FB664E5E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③: 마지막 0을 채우면 원본과 같습니다</a:t>
            </a:r>
          </a:p>
        </p:txBody>
      </p:sp>
      <p:sp>
        <p:nvSpPr>
          <p:cNvPr id="4" name="line-1374">
            <a:extLst>
              <a:ext uri="{FF2B5EF4-FFF2-40B4-BE49-F238E27FC236}">
                <a16:creationId xmlns:a16="http://schemas.microsoft.com/office/drawing/2014/main" id="{1AEA888B-3D55-442D-9436-048496A6759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127940BC-C3E5-4371-96AF-8566F050CD7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ECD76E-CAB6-4E1C-9FD0-5F4CF101C2B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207</a:t>
            </a:r>
            <a:endParaRPr sz="1050" b="0">
              <a:solidFill>
                <a:srgbClr val="151515"/>
              </a:solidFill>
              <a:latin typeface="Consolas"/>
              <a:ea typeface="Consolas"/>
              <a:cs typeface="Consolas"/>
            </a:endParaRPr>
          </a:p>
        </p:txBody>
      </p:sp>
      <p:sp>
        <p:nvSpPr>
          <p:cNvPr id="7" name="pixel-1375">
            <a:extLst>
              <a:ext uri="{FF2B5EF4-FFF2-40B4-BE49-F238E27FC236}">
                <a16:creationId xmlns:a16="http://schemas.microsoft.com/office/drawing/2014/main" id="{E4FE421C-F726-4137-AE15-D9F708B80D6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376">
            <a:extLst>
              <a:ext uri="{FF2B5EF4-FFF2-40B4-BE49-F238E27FC236}">
                <a16:creationId xmlns:a16="http://schemas.microsoft.com/office/drawing/2014/main" id="{6FD5456B-A011-4BEC-BB44-071ED747CD82}"/>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377">
            <a:extLst>
              <a:ext uri="{FF2B5EF4-FFF2-40B4-BE49-F238E27FC236}">
                <a16:creationId xmlns:a16="http://schemas.microsoft.com/office/drawing/2014/main" id="{4E0DEC81-39CA-4074-9D8F-A18F7E5DA566}"/>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378">
            <a:extLst>
              <a:ext uri="{FF2B5EF4-FFF2-40B4-BE49-F238E27FC236}">
                <a16:creationId xmlns:a16="http://schemas.microsoft.com/office/drawing/2014/main" id="{6015CF96-033C-4DAE-AEA1-DF4C1F5A031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379">
            <a:extLst>
              <a:ext uri="{FF2B5EF4-FFF2-40B4-BE49-F238E27FC236}">
                <a16:creationId xmlns:a16="http://schemas.microsoft.com/office/drawing/2014/main" id="{19C4B598-D1DC-42A9-A553-23B4985DA19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380">
            <a:extLst>
              <a:ext uri="{FF2B5EF4-FFF2-40B4-BE49-F238E27FC236}">
                <a16:creationId xmlns:a16="http://schemas.microsoft.com/office/drawing/2014/main" id="{272C7EC0-B623-468F-AE06-323A3497515A}"/>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381">
            <a:extLst>
              <a:ext uri="{FF2B5EF4-FFF2-40B4-BE49-F238E27FC236}">
                <a16:creationId xmlns:a16="http://schemas.microsoft.com/office/drawing/2014/main" id="{27B1D5AA-2F33-44A5-B6FE-77B2D51ACAC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382">
            <a:extLst>
              <a:ext uri="{FF2B5EF4-FFF2-40B4-BE49-F238E27FC236}">
                <a16:creationId xmlns:a16="http://schemas.microsoft.com/office/drawing/2014/main" id="{2B351846-7837-423E-857B-0ED6A447E598}"/>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383">
            <a:extLst>
              <a:ext uri="{FF2B5EF4-FFF2-40B4-BE49-F238E27FC236}">
                <a16:creationId xmlns:a16="http://schemas.microsoft.com/office/drawing/2014/main" id="{6D028EE5-306A-4392-8CF0-AA6F87FF3B4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384">
            <a:extLst>
              <a:ext uri="{FF2B5EF4-FFF2-40B4-BE49-F238E27FC236}">
                <a16:creationId xmlns:a16="http://schemas.microsoft.com/office/drawing/2014/main" id="{7F03F297-3DFE-452A-BAD9-F3EC28FBDAEE}"/>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385">
            <a:extLst>
              <a:ext uri="{FF2B5EF4-FFF2-40B4-BE49-F238E27FC236}">
                <a16:creationId xmlns:a16="http://schemas.microsoft.com/office/drawing/2014/main" id="{A90306C5-6A0E-4D78-A91D-5F56C26F54DD}"/>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386">
            <a:extLst>
              <a:ext uri="{FF2B5EF4-FFF2-40B4-BE49-F238E27FC236}">
                <a16:creationId xmlns:a16="http://schemas.microsoft.com/office/drawing/2014/main" id="{9D371552-E737-48D1-926C-6C11B9C30BF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387">
            <a:extLst>
              <a:ext uri="{FF2B5EF4-FFF2-40B4-BE49-F238E27FC236}">
                <a16:creationId xmlns:a16="http://schemas.microsoft.com/office/drawing/2014/main" id="{A5684160-7E7C-481E-B50B-541FF10A8FC0}"/>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388">
            <a:extLst>
              <a:ext uri="{FF2B5EF4-FFF2-40B4-BE49-F238E27FC236}">
                <a16:creationId xmlns:a16="http://schemas.microsoft.com/office/drawing/2014/main" id="{FC8A8A35-11A8-4EBB-9FA8-897F2CC56919}"/>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389">
            <a:extLst>
              <a:ext uri="{FF2B5EF4-FFF2-40B4-BE49-F238E27FC236}">
                <a16:creationId xmlns:a16="http://schemas.microsoft.com/office/drawing/2014/main" id="{08DCCF02-8488-44F6-BB84-FA6064C826F8}"/>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390">
            <a:extLst>
              <a:ext uri="{FF2B5EF4-FFF2-40B4-BE49-F238E27FC236}">
                <a16:creationId xmlns:a16="http://schemas.microsoft.com/office/drawing/2014/main" id="{4444284D-8C18-4D33-98B2-14E00DA98BC0}"/>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391">
            <a:extLst>
              <a:ext uri="{FF2B5EF4-FFF2-40B4-BE49-F238E27FC236}">
                <a16:creationId xmlns:a16="http://schemas.microsoft.com/office/drawing/2014/main" id="{D7CF2A5B-C158-4A6C-B9EA-ED263288CF0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392">
            <a:extLst>
              <a:ext uri="{FF2B5EF4-FFF2-40B4-BE49-F238E27FC236}">
                <a16:creationId xmlns:a16="http://schemas.microsoft.com/office/drawing/2014/main" id="{4E7801BC-1CB7-4922-AF30-D2BBD83CF44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393">
            <a:extLst>
              <a:ext uri="{FF2B5EF4-FFF2-40B4-BE49-F238E27FC236}">
                <a16:creationId xmlns:a16="http://schemas.microsoft.com/office/drawing/2014/main" id="{677898B3-E55F-43D1-9508-D85285D9E4D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394">
            <a:extLst>
              <a:ext uri="{FF2B5EF4-FFF2-40B4-BE49-F238E27FC236}">
                <a16:creationId xmlns:a16="http://schemas.microsoft.com/office/drawing/2014/main" id="{CEE95288-A1BF-43D0-B5D4-E3AC24050761}"/>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395">
            <a:extLst>
              <a:ext uri="{FF2B5EF4-FFF2-40B4-BE49-F238E27FC236}">
                <a16:creationId xmlns:a16="http://schemas.microsoft.com/office/drawing/2014/main" id="{56DCED29-4569-4EA7-9F96-50E42BC9A8B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396">
            <a:extLst>
              <a:ext uri="{FF2B5EF4-FFF2-40B4-BE49-F238E27FC236}">
                <a16:creationId xmlns:a16="http://schemas.microsoft.com/office/drawing/2014/main" id="{701F60E6-3982-4FF2-9E38-F8327EC6E2D8}"/>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397">
            <a:extLst>
              <a:ext uri="{FF2B5EF4-FFF2-40B4-BE49-F238E27FC236}">
                <a16:creationId xmlns:a16="http://schemas.microsoft.com/office/drawing/2014/main" id="{8F853BFE-F1A2-4357-A5D3-29E78911D3F0}"/>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398">
            <a:extLst>
              <a:ext uri="{FF2B5EF4-FFF2-40B4-BE49-F238E27FC236}">
                <a16:creationId xmlns:a16="http://schemas.microsoft.com/office/drawing/2014/main" id="{34809349-D7C9-4751-96CA-5B9B9EB73FA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399">
            <a:extLst>
              <a:ext uri="{FF2B5EF4-FFF2-40B4-BE49-F238E27FC236}">
                <a16:creationId xmlns:a16="http://schemas.microsoft.com/office/drawing/2014/main" id="{ADA64B75-5FEA-4112-9EC7-2D43CACE0B76}"/>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400">
            <a:extLst>
              <a:ext uri="{FF2B5EF4-FFF2-40B4-BE49-F238E27FC236}">
                <a16:creationId xmlns:a16="http://schemas.microsoft.com/office/drawing/2014/main" id="{A15A085F-A420-4DE2-A7BA-E09B1F83F5DB}"/>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401">
            <a:extLst>
              <a:ext uri="{FF2B5EF4-FFF2-40B4-BE49-F238E27FC236}">
                <a16:creationId xmlns:a16="http://schemas.microsoft.com/office/drawing/2014/main" id="{672AD654-1BC5-4A3B-AEE9-1AD13118B19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402">
            <a:extLst>
              <a:ext uri="{FF2B5EF4-FFF2-40B4-BE49-F238E27FC236}">
                <a16:creationId xmlns:a16="http://schemas.microsoft.com/office/drawing/2014/main" id="{1727D7A4-9200-4091-9092-BBF194E652A1}"/>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403">
            <a:extLst>
              <a:ext uri="{FF2B5EF4-FFF2-40B4-BE49-F238E27FC236}">
                <a16:creationId xmlns:a16="http://schemas.microsoft.com/office/drawing/2014/main" id="{0D085812-20BB-4A2C-A809-E7EFE215779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404">
            <a:extLst>
              <a:ext uri="{FF2B5EF4-FFF2-40B4-BE49-F238E27FC236}">
                <a16:creationId xmlns:a16="http://schemas.microsoft.com/office/drawing/2014/main" id="{3DD4EAE5-9439-409A-AF6D-31EFADEF0BBE}"/>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405">
            <a:extLst>
              <a:ext uri="{FF2B5EF4-FFF2-40B4-BE49-F238E27FC236}">
                <a16:creationId xmlns:a16="http://schemas.microsoft.com/office/drawing/2014/main" id="{163EE53B-CBF9-4B81-A70A-EB0479068A92}"/>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406">
            <a:extLst>
              <a:ext uri="{FF2B5EF4-FFF2-40B4-BE49-F238E27FC236}">
                <a16:creationId xmlns:a16="http://schemas.microsoft.com/office/drawing/2014/main" id="{A09A719D-F055-4326-AC54-2B0674D368B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407">
            <a:extLst>
              <a:ext uri="{FF2B5EF4-FFF2-40B4-BE49-F238E27FC236}">
                <a16:creationId xmlns:a16="http://schemas.microsoft.com/office/drawing/2014/main" id="{3CA2A8A1-6B59-4671-86BF-0733BAE818E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408">
            <a:extLst>
              <a:ext uri="{FF2B5EF4-FFF2-40B4-BE49-F238E27FC236}">
                <a16:creationId xmlns:a16="http://schemas.microsoft.com/office/drawing/2014/main" id="{FD1210BB-9228-4532-9702-3EBCFAB23FCF}"/>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409">
            <a:extLst>
              <a:ext uri="{FF2B5EF4-FFF2-40B4-BE49-F238E27FC236}">
                <a16:creationId xmlns:a16="http://schemas.microsoft.com/office/drawing/2014/main" id="{0562A174-981F-4069-929D-756D362E3D58}"/>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410">
            <a:extLst>
              <a:ext uri="{FF2B5EF4-FFF2-40B4-BE49-F238E27FC236}">
                <a16:creationId xmlns:a16="http://schemas.microsoft.com/office/drawing/2014/main" id="{E9792644-22AC-484E-A185-D7CEE0AE899B}"/>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411">
            <a:extLst>
              <a:ext uri="{FF2B5EF4-FFF2-40B4-BE49-F238E27FC236}">
                <a16:creationId xmlns:a16="http://schemas.microsoft.com/office/drawing/2014/main" id="{A080C8A8-3148-4992-BF74-FC80A1A7702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412">
            <a:extLst>
              <a:ext uri="{FF2B5EF4-FFF2-40B4-BE49-F238E27FC236}">
                <a16:creationId xmlns:a16="http://schemas.microsoft.com/office/drawing/2014/main" id="{613FF85D-D52A-46D0-8E51-063579B6AA3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413">
            <a:extLst>
              <a:ext uri="{FF2B5EF4-FFF2-40B4-BE49-F238E27FC236}">
                <a16:creationId xmlns:a16="http://schemas.microsoft.com/office/drawing/2014/main" id="{C8D49896-597B-4792-B150-9566D351C0A2}"/>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414">
            <a:extLst>
              <a:ext uri="{FF2B5EF4-FFF2-40B4-BE49-F238E27FC236}">
                <a16:creationId xmlns:a16="http://schemas.microsoft.com/office/drawing/2014/main" id="{F2AFEC7C-DB9A-4691-BEBD-C475A5948102}"/>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415">
            <a:extLst>
              <a:ext uri="{FF2B5EF4-FFF2-40B4-BE49-F238E27FC236}">
                <a16:creationId xmlns:a16="http://schemas.microsoft.com/office/drawing/2014/main" id="{52DCC5B2-59DE-49FA-9EEA-26ABA410C689}"/>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416">
            <a:extLst>
              <a:ext uri="{FF2B5EF4-FFF2-40B4-BE49-F238E27FC236}">
                <a16:creationId xmlns:a16="http://schemas.microsoft.com/office/drawing/2014/main" id="{4213BCED-C4BD-44D5-8685-F559A6A3F18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417">
            <a:extLst>
              <a:ext uri="{FF2B5EF4-FFF2-40B4-BE49-F238E27FC236}">
                <a16:creationId xmlns:a16="http://schemas.microsoft.com/office/drawing/2014/main" id="{E1F9A732-6584-491C-B776-98CC28CCBF4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418">
            <a:extLst>
              <a:ext uri="{FF2B5EF4-FFF2-40B4-BE49-F238E27FC236}">
                <a16:creationId xmlns:a16="http://schemas.microsoft.com/office/drawing/2014/main" id="{97AB2919-C7F0-4A27-8C10-F38C72D33C6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419">
            <a:extLst>
              <a:ext uri="{FF2B5EF4-FFF2-40B4-BE49-F238E27FC236}">
                <a16:creationId xmlns:a16="http://schemas.microsoft.com/office/drawing/2014/main" id="{A0148860-930E-49D9-BEFB-468FC0AC076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420">
            <a:extLst>
              <a:ext uri="{FF2B5EF4-FFF2-40B4-BE49-F238E27FC236}">
                <a16:creationId xmlns:a16="http://schemas.microsoft.com/office/drawing/2014/main" id="{0966634E-7AB2-42A3-B097-72A49A8F4C1E}"/>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421">
            <a:extLst>
              <a:ext uri="{FF2B5EF4-FFF2-40B4-BE49-F238E27FC236}">
                <a16:creationId xmlns:a16="http://schemas.microsoft.com/office/drawing/2014/main" id="{5E8DE08B-5C0B-49EF-89A3-0C57C7A74B0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422">
            <a:extLst>
              <a:ext uri="{FF2B5EF4-FFF2-40B4-BE49-F238E27FC236}">
                <a16:creationId xmlns:a16="http://schemas.microsoft.com/office/drawing/2014/main" id="{3B6A8E92-0790-41E1-9F93-2C87ECD6598E}"/>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423">
            <a:extLst>
              <a:ext uri="{FF2B5EF4-FFF2-40B4-BE49-F238E27FC236}">
                <a16:creationId xmlns:a16="http://schemas.microsoft.com/office/drawing/2014/main" id="{EDFC6DEF-E4CB-46C0-8E8E-13564C63DDD5}"/>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424">
            <a:extLst>
              <a:ext uri="{FF2B5EF4-FFF2-40B4-BE49-F238E27FC236}">
                <a16:creationId xmlns:a16="http://schemas.microsoft.com/office/drawing/2014/main" id="{A04AF00D-5BAA-4ED2-822D-1338E796B53C}"/>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425">
            <a:extLst>
              <a:ext uri="{FF2B5EF4-FFF2-40B4-BE49-F238E27FC236}">
                <a16:creationId xmlns:a16="http://schemas.microsoft.com/office/drawing/2014/main" id="{238E8B01-B185-4D3C-BDEB-8B39F62B373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426">
            <a:extLst>
              <a:ext uri="{FF2B5EF4-FFF2-40B4-BE49-F238E27FC236}">
                <a16:creationId xmlns:a16="http://schemas.microsoft.com/office/drawing/2014/main" id="{141022EF-DAC9-4C4C-A999-83B3B518D33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427">
            <a:extLst>
              <a:ext uri="{FF2B5EF4-FFF2-40B4-BE49-F238E27FC236}">
                <a16:creationId xmlns:a16="http://schemas.microsoft.com/office/drawing/2014/main" id="{B4917AE2-B266-4458-9B0B-5DF3E6ACE3C5}"/>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428">
            <a:extLst>
              <a:ext uri="{FF2B5EF4-FFF2-40B4-BE49-F238E27FC236}">
                <a16:creationId xmlns:a16="http://schemas.microsoft.com/office/drawing/2014/main" id="{FE655E95-1CF0-4630-A22C-DC5C94689EA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429">
            <a:extLst>
              <a:ext uri="{FF2B5EF4-FFF2-40B4-BE49-F238E27FC236}">
                <a16:creationId xmlns:a16="http://schemas.microsoft.com/office/drawing/2014/main" id="{A33D4B51-6A94-49AC-9BE5-9E0DA84D50C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430">
            <a:extLst>
              <a:ext uri="{FF2B5EF4-FFF2-40B4-BE49-F238E27FC236}">
                <a16:creationId xmlns:a16="http://schemas.microsoft.com/office/drawing/2014/main" id="{43A8B1D0-3DF3-4C00-8860-432589EBF806}"/>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431">
            <a:extLst>
              <a:ext uri="{FF2B5EF4-FFF2-40B4-BE49-F238E27FC236}">
                <a16:creationId xmlns:a16="http://schemas.microsoft.com/office/drawing/2014/main" id="{ACFDF5CA-5189-4F1C-9F88-2B8DDD3A8162}"/>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432">
            <a:extLst>
              <a:ext uri="{FF2B5EF4-FFF2-40B4-BE49-F238E27FC236}">
                <a16:creationId xmlns:a16="http://schemas.microsoft.com/office/drawing/2014/main" id="{B27AA409-7502-4793-BBED-F4913AD38142}"/>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433">
            <a:extLst>
              <a:ext uri="{FF2B5EF4-FFF2-40B4-BE49-F238E27FC236}">
                <a16:creationId xmlns:a16="http://schemas.microsoft.com/office/drawing/2014/main" id="{EDDCF59B-B3E4-4EA4-835D-B32C9413667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434">
            <a:extLst>
              <a:ext uri="{FF2B5EF4-FFF2-40B4-BE49-F238E27FC236}">
                <a16:creationId xmlns:a16="http://schemas.microsoft.com/office/drawing/2014/main" id="{511FDAF0-8F21-4F67-BE3F-A3D939705A8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435">
            <a:extLst>
              <a:ext uri="{FF2B5EF4-FFF2-40B4-BE49-F238E27FC236}">
                <a16:creationId xmlns:a16="http://schemas.microsoft.com/office/drawing/2014/main" id="{0530F2D6-15F4-4423-BA7B-C0C61B1A9C6A}"/>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436">
            <a:extLst>
              <a:ext uri="{FF2B5EF4-FFF2-40B4-BE49-F238E27FC236}">
                <a16:creationId xmlns:a16="http://schemas.microsoft.com/office/drawing/2014/main" id="{F1FFD498-39AE-4976-A126-EA8FD62E49F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437">
            <a:extLst>
              <a:ext uri="{FF2B5EF4-FFF2-40B4-BE49-F238E27FC236}">
                <a16:creationId xmlns:a16="http://schemas.microsoft.com/office/drawing/2014/main" id="{62B2AA16-EF72-4B18-A306-92968DA2CE2A}"/>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438">
            <a:extLst>
              <a:ext uri="{FF2B5EF4-FFF2-40B4-BE49-F238E27FC236}">
                <a16:creationId xmlns:a16="http://schemas.microsoft.com/office/drawing/2014/main" id="{D6D6F2B8-588B-482A-BB57-11FDD3453203}"/>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439">
            <a:extLst>
              <a:ext uri="{FF2B5EF4-FFF2-40B4-BE49-F238E27FC236}">
                <a16:creationId xmlns:a16="http://schemas.microsoft.com/office/drawing/2014/main" id="{88DF2772-BD18-4662-B4DE-7FDDFD5834F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440">
            <a:extLst>
              <a:ext uri="{FF2B5EF4-FFF2-40B4-BE49-F238E27FC236}">
                <a16:creationId xmlns:a16="http://schemas.microsoft.com/office/drawing/2014/main" id="{4F364EC8-28D5-4A23-AD9A-E28857470AB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441">
            <a:extLst>
              <a:ext uri="{FF2B5EF4-FFF2-40B4-BE49-F238E27FC236}">
                <a16:creationId xmlns:a16="http://schemas.microsoft.com/office/drawing/2014/main" id="{AD9D9BEE-6282-46C1-ACBA-99CCEBAF125E}"/>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442">
            <a:extLst>
              <a:ext uri="{FF2B5EF4-FFF2-40B4-BE49-F238E27FC236}">
                <a16:creationId xmlns:a16="http://schemas.microsoft.com/office/drawing/2014/main" id="{7A8677C6-0355-4678-BD24-E8BCFC47A43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443">
            <a:extLst>
              <a:ext uri="{FF2B5EF4-FFF2-40B4-BE49-F238E27FC236}">
                <a16:creationId xmlns:a16="http://schemas.microsoft.com/office/drawing/2014/main" id="{586FB51E-A3EB-4387-B87D-2EA81760B1A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444">
            <a:extLst>
              <a:ext uri="{FF2B5EF4-FFF2-40B4-BE49-F238E27FC236}">
                <a16:creationId xmlns:a16="http://schemas.microsoft.com/office/drawing/2014/main" id="{9C678F93-61BE-4C32-B08D-9C437D6721DA}"/>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445">
            <a:extLst>
              <a:ext uri="{FF2B5EF4-FFF2-40B4-BE49-F238E27FC236}">
                <a16:creationId xmlns:a16="http://schemas.microsoft.com/office/drawing/2014/main" id="{89D20120-98C3-46C6-AAAC-018A1A990E29}"/>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446">
            <a:extLst>
              <a:ext uri="{FF2B5EF4-FFF2-40B4-BE49-F238E27FC236}">
                <a16:creationId xmlns:a16="http://schemas.microsoft.com/office/drawing/2014/main" id="{3D48785C-739D-4D98-9CA5-8CA1F53D087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447">
            <a:extLst>
              <a:ext uri="{FF2B5EF4-FFF2-40B4-BE49-F238E27FC236}">
                <a16:creationId xmlns:a16="http://schemas.microsoft.com/office/drawing/2014/main" id="{19673C42-03FC-49F1-B991-4F7E99D3885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448">
            <a:extLst>
              <a:ext uri="{FF2B5EF4-FFF2-40B4-BE49-F238E27FC236}">
                <a16:creationId xmlns:a16="http://schemas.microsoft.com/office/drawing/2014/main" id="{E32C6970-B624-4568-9B6C-C9D79CFD0CD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449">
            <a:extLst>
              <a:ext uri="{FF2B5EF4-FFF2-40B4-BE49-F238E27FC236}">
                <a16:creationId xmlns:a16="http://schemas.microsoft.com/office/drawing/2014/main" id="{BC9ECAAA-3BBE-4706-A586-0B32DECFDE0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450">
            <a:extLst>
              <a:ext uri="{FF2B5EF4-FFF2-40B4-BE49-F238E27FC236}">
                <a16:creationId xmlns:a16="http://schemas.microsoft.com/office/drawing/2014/main" id="{167F5EF8-4167-4009-B366-249917399AB1}"/>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451">
            <a:extLst>
              <a:ext uri="{FF2B5EF4-FFF2-40B4-BE49-F238E27FC236}">
                <a16:creationId xmlns:a16="http://schemas.microsoft.com/office/drawing/2014/main" id="{CE0D8655-606F-4173-9AF0-1964D463F02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452">
            <a:extLst>
              <a:ext uri="{FF2B5EF4-FFF2-40B4-BE49-F238E27FC236}">
                <a16:creationId xmlns:a16="http://schemas.microsoft.com/office/drawing/2014/main" id="{35D6C241-CF04-4E84-8633-F1025F79C1A7}"/>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453">
            <a:extLst>
              <a:ext uri="{FF2B5EF4-FFF2-40B4-BE49-F238E27FC236}">
                <a16:creationId xmlns:a16="http://schemas.microsoft.com/office/drawing/2014/main" id="{E1CF60E0-7BFB-4CCF-A75F-BC8B4DDCF705}"/>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454">
            <a:extLst>
              <a:ext uri="{FF2B5EF4-FFF2-40B4-BE49-F238E27FC236}">
                <a16:creationId xmlns:a16="http://schemas.microsoft.com/office/drawing/2014/main" id="{0FFBE5BA-D9C2-4A14-BC3C-1CEC12011F4A}"/>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455">
            <a:extLst>
              <a:ext uri="{FF2B5EF4-FFF2-40B4-BE49-F238E27FC236}">
                <a16:creationId xmlns:a16="http://schemas.microsoft.com/office/drawing/2014/main" id="{C6D34212-A15A-4EB5-8490-C0F46B19AE6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456">
            <a:extLst>
              <a:ext uri="{FF2B5EF4-FFF2-40B4-BE49-F238E27FC236}">
                <a16:creationId xmlns:a16="http://schemas.microsoft.com/office/drawing/2014/main" id="{800D9894-0B65-47C4-BA51-3592E334A571}"/>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457">
            <a:extLst>
              <a:ext uri="{FF2B5EF4-FFF2-40B4-BE49-F238E27FC236}">
                <a16:creationId xmlns:a16="http://schemas.microsoft.com/office/drawing/2014/main" id="{718B8F60-3FCD-45BC-8077-9E40C855D16D}"/>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458">
            <a:extLst>
              <a:ext uri="{FF2B5EF4-FFF2-40B4-BE49-F238E27FC236}">
                <a16:creationId xmlns:a16="http://schemas.microsoft.com/office/drawing/2014/main" id="{4CA29860-9B90-4CEA-828F-F0A6DB49AFFB}"/>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459">
            <a:extLst>
              <a:ext uri="{FF2B5EF4-FFF2-40B4-BE49-F238E27FC236}">
                <a16:creationId xmlns:a16="http://schemas.microsoft.com/office/drawing/2014/main" id="{033041D5-B3CB-4BCE-A55E-FC4A0A1ED89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460">
            <a:extLst>
              <a:ext uri="{FF2B5EF4-FFF2-40B4-BE49-F238E27FC236}">
                <a16:creationId xmlns:a16="http://schemas.microsoft.com/office/drawing/2014/main" id="{ED6662D4-914C-4E8B-830E-49029CD905CC}"/>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461">
            <a:extLst>
              <a:ext uri="{FF2B5EF4-FFF2-40B4-BE49-F238E27FC236}">
                <a16:creationId xmlns:a16="http://schemas.microsoft.com/office/drawing/2014/main" id="{1D8949BF-8FC4-4559-BADD-E8F87456E18D}"/>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462">
            <a:extLst>
              <a:ext uri="{FF2B5EF4-FFF2-40B4-BE49-F238E27FC236}">
                <a16:creationId xmlns:a16="http://schemas.microsoft.com/office/drawing/2014/main" id="{D4D95588-F1CB-4503-82A6-BB8893B501D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463">
            <a:extLst>
              <a:ext uri="{FF2B5EF4-FFF2-40B4-BE49-F238E27FC236}">
                <a16:creationId xmlns:a16="http://schemas.microsoft.com/office/drawing/2014/main" id="{DE28B2F9-6B17-445B-BB92-E485767A42F8}"/>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64">
            <a:extLst>
              <a:ext uri="{FF2B5EF4-FFF2-40B4-BE49-F238E27FC236}">
                <a16:creationId xmlns:a16="http://schemas.microsoft.com/office/drawing/2014/main" id="{05360BD7-3883-4C45-A3F7-188A2C778C3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65">
            <a:extLst>
              <a:ext uri="{FF2B5EF4-FFF2-40B4-BE49-F238E27FC236}">
                <a16:creationId xmlns:a16="http://schemas.microsoft.com/office/drawing/2014/main" id="{E0E7A2D2-B39D-4BCF-B66B-81DB2112F2C3}"/>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66">
            <a:extLst>
              <a:ext uri="{FF2B5EF4-FFF2-40B4-BE49-F238E27FC236}">
                <a16:creationId xmlns:a16="http://schemas.microsoft.com/office/drawing/2014/main" id="{D2D8499F-370B-4BD6-8257-A43425AD183F}"/>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67">
            <a:extLst>
              <a:ext uri="{FF2B5EF4-FFF2-40B4-BE49-F238E27FC236}">
                <a16:creationId xmlns:a16="http://schemas.microsoft.com/office/drawing/2014/main" id="{902B5FBA-52FF-41CB-AE7F-F226CF73E773}"/>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68">
            <a:extLst>
              <a:ext uri="{FF2B5EF4-FFF2-40B4-BE49-F238E27FC236}">
                <a16:creationId xmlns:a16="http://schemas.microsoft.com/office/drawing/2014/main" id="{D256EAA1-BC27-4C39-ADE5-C08E9331310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69">
            <a:extLst>
              <a:ext uri="{FF2B5EF4-FFF2-40B4-BE49-F238E27FC236}">
                <a16:creationId xmlns:a16="http://schemas.microsoft.com/office/drawing/2014/main" id="{077EC530-2D79-4277-845E-97ECEAE64A57}"/>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70">
            <a:extLst>
              <a:ext uri="{FF2B5EF4-FFF2-40B4-BE49-F238E27FC236}">
                <a16:creationId xmlns:a16="http://schemas.microsoft.com/office/drawing/2014/main" id="{FEE7D8A9-CB05-4A6C-BEE5-BF1950BEC82B}"/>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1">
            <a:extLst>
              <a:ext uri="{FF2B5EF4-FFF2-40B4-BE49-F238E27FC236}">
                <a16:creationId xmlns:a16="http://schemas.microsoft.com/office/drawing/2014/main" id="{2CBFED33-1D3A-4304-B10D-DD8863773901}"/>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72">
            <a:extLst>
              <a:ext uri="{FF2B5EF4-FFF2-40B4-BE49-F238E27FC236}">
                <a16:creationId xmlns:a16="http://schemas.microsoft.com/office/drawing/2014/main" id="{8210DFC0-E0F1-47B1-8360-82DE9C2137B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73">
            <a:extLst>
              <a:ext uri="{FF2B5EF4-FFF2-40B4-BE49-F238E27FC236}">
                <a16:creationId xmlns:a16="http://schemas.microsoft.com/office/drawing/2014/main" id="{976A598F-67B3-4BF0-8CEE-D846D9FEC67A}"/>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474">
            <a:extLst>
              <a:ext uri="{FF2B5EF4-FFF2-40B4-BE49-F238E27FC236}">
                <a16:creationId xmlns:a16="http://schemas.microsoft.com/office/drawing/2014/main" id="{3CA91BDF-EE27-49ED-AFF0-2E5FBE0122AB}"/>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475">
            <a:extLst>
              <a:ext uri="{FF2B5EF4-FFF2-40B4-BE49-F238E27FC236}">
                <a16:creationId xmlns:a16="http://schemas.microsoft.com/office/drawing/2014/main" id="{DF9B4815-71C0-4530-8824-4490FA506CB3}"/>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476">
            <a:extLst>
              <a:ext uri="{FF2B5EF4-FFF2-40B4-BE49-F238E27FC236}">
                <a16:creationId xmlns:a16="http://schemas.microsoft.com/office/drawing/2014/main" id="{290016BD-0F92-455C-B74B-8E4E0071893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477">
            <a:extLst>
              <a:ext uri="{FF2B5EF4-FFF2-40B4-BE49-F238E27FC236}">
                <a16:creationId xmlns:a16="http://schemas.microsoft.com/office/drawing/2014/main" id="{AE70A60E-460D-4B8B-9580-613823EA289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478">
            <a:extLst>
              <a:ext uri="{FF2B5EF4-FFF2-40B4-BE49-F238E27FC236}">
                <a16:creationId xmlns:a16="http://schemas.microsoft.com/office/drawing/2014/main" id="{763EBD2B-5542-4783-A5C8-A038756BE37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479">
            <a:extLst>
              <a:ext uri="{FF2B5EF4-FFF2-40B4-BE49-F238E27FC236}">
                <a16:creationId xmlns:a16="http://schemas.microsoft.com/office/drawing/2014/main" id="{3F2B63A5-F8B6-428C-B53D-A79B256C7FB3}"/>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480">
            <a:extLst>
              <a:ext uri="{FF2B5EF4-FFF2-40B4-BE49-F238E27FC236}">
                <a16:creationId xmlns:a16="http://schemas.microsoft.com/office/drawing/2014/main" id="{913C68E8-EDAF-466D-8A5F-0AF53FD4194E}"/>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481">
            <a:extLst>
              <a:ext uri="{FF2B5EF4-FFF2-40B4-BE49-F238E27FC236}">
                <a16:creationId xmlns:a16="http://schemas.microsoft.com/office/drawing/2014/main" id="{594EFD50-A167-454F-ABFF-4A46410EF5E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482">
            <a:extLst>
              <a:ext uri="{FF2B5EF4-FFF2-40B4-BE49-F238E27FC236}">
                <a16:creationId xmlns:a16="http://schemas.microsoft.com/office/drawing/2014/main" id="{73146720-E896-4096-A946-A7AF3AFDD1D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483">
            <a:extLst>
              <a:ext uri="{FF2B5EF4-FFF2-40B4-BE49-F238E27FC236}">
                <a16:creationId xmlns:a16="http://schemas.microsoft.com/office/drawing/2014/main" id="{75F8CEAF-600A-47F1-881D-F375D57DE01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484">
            <a:extLst>
              <a:ext uri="{FF2B5EF4-FFF2-40B4-BE49-F238E27FC236}">
                <a16:creationId xmlns:a16="http://schemas.microsoft.com/office/drawing/2014/main" id="{B58FA4F6-6D6B-44DD-8244-DE8A6804A1C1}"/>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485">
            <a:extLst>
              <a:ext uri="{FF2B5EF4-FFF2-40B4-BE49-F238E27FC236}">
                <a16:creationId xmlns:a16="http://schemas.microsoft.com/office/drawing/2014/main" id="{E4D72C14-1C57-4BB1-B05F-7880AB13060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486">
            <a:extLst>
              <a:ext uri="{FF2B5EF4-FFF2-40B4-BE49-F238E27FC236}">
                <a16:creationId xmlns:a16="http://schemas.microsoft.com/office/drawing/2014/main" id="{7108A7DD-3C49-48EF-8C44-A27E7704300B}"/>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487">
            <a:extLst>
              <a:ext uri="{FF2B5EF4-FFF2-40B4-BE49-F238E27FC236}">
                <a16:creationId xmlns:a16="http://schemas.microsoft.com/office/drawing/2014/main" id="{F9A5C4B9-7042-449F-9AF1-850CB42DF09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488">
            <a:extLst>
              <a:ext uri="{FF2B5EF4-FFF2-40B4-BE49-F238E27FC236}">
                <a16:creationId xmlns:a16="http://schemas.microsoft.com/office/drawing/2014/main" id="{22163943-E664-4A69-9483-497288FB3F8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489">
            <a:extLst>
              <a:ext uri="{FF2B5EF4-FFF2-40B4-BE49-F238E27FC236}">
                <a16:creationId xmlns:a16="http://schemas.microsoft.com/office/drawing/2014/main" id="{81CAA3FC-6550-497D-9068-583DB221F409}"/>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490">
            <a:extLst>
              <a:ext uri="{FF2B5EF4-FFF2-40B4-BE49-F238E27FC236}">
                <a16:creationId xmlns:a16="http://schemas.microsoft.com/office/drawing/2014/main" id="{33CBDFDF-F963-44D6-8675-A8C72B6253D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491">
            <a:extLst>
              <a:ext uri="{FF2B5EF4-FFF2-40B4-BE49-F238E27FC236}">
                <a16:creationId xmlns:a16="http://schemas.microsoft.com/office/drawing/2014/main" id="{6050E492-5D85-47CC-8702-AB548BD01DA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492">
            <a:extLst>
              <a:ext uri="{FF2B5EF4-FFF2-40B4-BE49-F238E27FC236}">
                <a16:creationId xmlns:a16="http://schemas.microsoft.com/office/drawing/2014/main" id="{96B12126-066C-4E61-B2FD-45980769B293}"/>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493">
            <a:extLst>
              <a:ext uri="{FF2B5EF4-FFF2-40B4-BE49-F238E27FC236}">
                <a16:creationId xmlns:a16="http://schemas.microsoft.com/office/drawing/2014/main" id="{8A2C5938-5FC1-4670-A4C8-D5161F890C1B}"/>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494">
            <a:extLst>
              <a:ext uri="{FF2B5EF4-FFF2-40B4-BE49-F238E27FC236}">
                <a16:creationId xmlns:a16="http://schemas.microsoft.com/office/drawing/2014/main" id="{41EE3626-EB1F-439F-8A6D-C9EC855FB281}"/>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495">
            <a:extLst>
              <a:ext uri="{FF2B5EF4-FFF2-40B4-BE49-F238E27FC236}">
                <a16:creationId xmlns:a16="http://schemas.microsoft.com/office/drawing/2014/main" id="{625B9076-7768-407E-85C5-F41998E454FE}"/>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496">
            <a:extLst>
              <a:ext uri="{FF2B5EF4-FFF2-40B4-BE49-F238E27FC236}">
                <a16:creationId xmlns:a16="http://schemas.microsoft.com/office/drawing/2014/main" id="{17CF8CA2-9B24-4663-8C2D-5D1AE4F3D83F}"/>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497">
            <a:extLst>
              <a:ext uri="{FF2B5EF4-FFF2-40B4-BE49-F238E27FC236}">
                <a16:creationId xmlns:a16="http://schemas.microsoft.com/office/drawing/2014/main" id="{91D7ABED-ED6C-4E88-B689-BA69DDD9D0AA}"/>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498">
            <a:extLst>
              <a:ext uri="{FF2B5EF4-FFF2-40B4-BE49-F238E27FC236}">
                <a16:creationId xmlns:a16="http://schemas.microsoft.com/office/drawing/2014/main" id="{DFDFE59B-8A23-437A-9F90-8763EAE28F61}"/>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499">
            <a:extLst>
              <a:ext uri="{FF2B5EF4-FFF2-40B4-BE49-F238E27FC236}">
                <a16:creationId xmlns:a16="http://schemas.microsoft.com/office/drawing/2014/main" id="{61AE5865-AFF5-44A7-AE9E-3F9CFF78D82E}"/>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500">
            <a:extLst>
              <a:ext uri="{FF2B5EF4-FFF2-40B4-BE49-F238E27FC236}">
                <a16:creationId xmlns:a16="http://schemas.microsoft.com/office/drawing/2014/main" id="{E0E0E39D-C084-4BD9-801B-FEA4731B10C5}"/>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501">
            <a:extLst>
              <a:ext uri="{FF2B5EF4-FFF2-40B4-BE49-F238E27FC236}">
                <a16:creationId xmlns:a16="http://schemas.microsoft.com/office/drawing/2014/main" id="{B653C999-1DCF-4518-813F-A2E1F808C045}"/>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502">
            <a:extLst>
              <a:ext uri="{FF2B5EF4-FFF2-40B4-BE49-F238E27FC236}">
                <a16:creationId xmlns:a16="http://schemas.microsoft.com/office/drawing/2014/main" id="{B9B2C64C-FCFF-43CF-8F36-F40C33BA8D15}"/>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503">
            <a:extLst>
              <a:ext uri="{FF2B5EF4-FFF2-40B4-BE49-F238E27FC236}">
                <a16:creationId xmlns:a16="http://schemas.microsoft.com/office/drawing/2014/main" id="{0AF649BF-4D2D-4FCB-AA1B-2A6A462DE930}"/>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504">
            <a:extLst>
              <a:ext uri="{FF2B5EF4-FFF2-40B4-BE49-F238E27FC236}">
                <a16:creationId xmlns:a16="http://schemas.microsoft.com/office/drawing/2014/main" id="{2CC7499B-661C-40B5-9539-62657A595DCC}"/>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505">
            <a:extLst>
              <a:ext uri="{FF2B5EF4-FFF2-40B4-BE49-F238E27FC236}">
                <a16:creationId xmlns:a16="http://schemas.microsoft.com/office/drawing/2014/main" id="{9C8AE604-4020-482B-B56B-9DE4117EA36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506">
            <a:extLst>
              <a:ext uri="{FF2B5EF4-FFF2-40B4-BE49-F238E27FC236}">
                <a16:creationId xmlns:a16="http://schemas.microsoft.com/office/drawing/2014/main" id="{29D8967B-311D-4165-9049-37F152B13EB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507">
            <a:extLst>
              <a:ext uri="{FF2B5EF4-FFF2-40B4-BE49-F238E27FC236}">
                <a16:creationId xmlns:a16="http://schemas.microsoft.com/office/drawing/2014/main" id="{87355A9E-FDC7-4C53-8638-C7702FE7E33D}"/>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508">
            <a:extLst>
              <a:ext uri="{FF2B5EF4-FFF2-40B4-BE49-F238E27FC236}">
                <a16:creationId xmlns:a16="http://schemas.microsoft.com/office/drawing/2014/main" id="{E453BDE6-3674-40F7-B689-F23868D1D09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509">
            <a:extLst>
              <a:ext uri="{FF2B5EF4-FFF2-40B4-BE49-F238E27FC236}">
                <a16:creationId xmlns:a16="http://schemas.microsoft.com/office/drawing/2014/main" id="{25C76134-90A5-4DA8-BC72-59B5B9E1950C}"/>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510">
            <a:extLst>
              <a:ext uri="{FF2B5EF4-FFF2-40B4-BE49-F238E27FC236}">
                <a16:creationId xmlns:a16="http://schemas.microsoft.com/office/drawing/2014/main" id="{92304684-19FE-4DC0-BD2F-E52C1C9984FA}"/>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511">
            <a:extLst>
              <a:ext uri="{FF2B5EF4-FFF2-40B4-BE49-F238E27FC236}">
                <a16:creationId xmlns:a16="http://schemas.microsoft.com/office/drawing/2014/main" id="{CAB184E0-A9BD-49EC-BB49-D02C5107D9FE}"/>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512">
            <a:extLst>
              <a:ext uri="{FF2B5EF4-FFF2-40B4-BE49-F238E27FC236}">
                <a16:creationId xmlns:a16="http://schemas.microsoft.com/office/drawing/2014/main" id="{197C3CD8-E002-4760-91E4-C8D0DEB5A5B7}"/>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513">
            <a:extLst>
              <a:ext uri="{FF2B5EF4-FFF2-40B4-BE49-F238E27FC236}">
                <a16:creationId xmlns:a16="http://schemas.microsoft.com/office/drawing/2014/main" id="{E1239262-C5F6-4D86-BA25-AA224890690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514">
            <a:extLst>
              <a:ext uri="{FF2B5EF4-FFF2-40B4-BE49-F238E27FC236}">
                <a16:creationId xmlns:a16="http://schemas.microsoft.com/office/drawing/2014/main" id="{3F014BCD-18E4-4D26-BCE1-F497880D9AB5}"/>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515">
            <a:extLst>
              <a:ext uri="{FF2B5EF4-FFF2-40B4-BE49-F238E27FC236}">
                <a16:creationId xmlns:a16="http://schemas.microsoft.com/office/drawing/2014/main" id="{79BF02FA-6CD9-4789-8ABC-4782951CD426}"/>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516">
            <a:extLst>
              <a:ext uri="{FF2B5EF4-FFF2-40B4-BE49-F238E27FC236}">
                <a16:creationId xmlns:a16="http://schemas.microsoft.com/office/drawing/2014/main" id="{A5852F93-BD2C-40D6-AE75-71D692544405}"/>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517">
            <a:extLst>
              <a:ext uri="{FF2B5EF4-FFF2-40B4-BE49-F238E27FC236}">
                <a16:creationId xmlns:a16="http://schemas.microsoft.com/office/drawing/2014/main" id="{6C346CB5-B714-43BD-B493-C6D3AB1D2F5C}"/>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518">
            <a:extLst>
              <a:ext uri="{FF2B5EF4-FFF2-40B4-BE49-F238E27FC236}">
                <a16:creationId xmlns:a16="http://schemas.microsoft.com/office/drawing/2014/main" id="{FB741D86-CA27-4126-BBA2-F7B620BDB505}"/>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519">
            <a:extLst>
              <a:ext uri="{FF2B5EF4-FFF2-40B4-BE49-F238E27FC236}">
                <a16:creationId xmlns:a16="http://schemas.microsoft.com/office/drawing/2014/main" id="{C84D6D6C-FA03-4F69-9A0A-BCD1201BD03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520">
            <a:extLst>
              <a:ext uri="{FF2B5EF4-FFF2-40B4-BE49-F238E27FC236}">
                <a16:creationId xmlns:a16="http://schemas.microsoft.com/office/drawing/2014/main" id="{CF830966-7F27-49F9-9A11-E8DD773370AE}"/>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우하의 "0" → 16칸을 흰색으로</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루트의 ")" → 전체 복원 종료</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검은 칸 위치가 원본과 같습니다.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저장·복원의 자식 순서는 동일!</a:t>
            </a:r>
          </a:p>
        </p:txBody>
      </p:sp>
      <p:sp>
        <p:nvSpPr>
          <p:cNvPr id="153" name="banner-1521">
            <a:extLst>
              <a:ext uri="{FF2B5EF4-FFF2-40B4-BE49-F238E27FC236}">
                <a16:creationId xmlns:a16="http://schemas.microsoft.com/office/drawing/2014/main" id="{D141B49E-D752-4D42-A2C1-F9518E2DDE07}"/>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522">
            <a:extLst>
              <a:ext uri="{FF2B5EF4-FFF2-40B4-BE49-F238E27FC236}">
                <a16:creationId xmlns:a16="http://schemas.microsoft.com/office/drawing/2014/main" id="{E804B028-C3C2-4C1F-9197-61EDC2CFD59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64개 픽셀의 색이 모두 복원됩니다.</a:t>
            </a:r>
          </a:p>
        </p:txBody>
      </p:sp>
      <p:sp>
        <p:nvSpPr>
          <p:cNvPr id="155" name="caption">
            <a:extLst>
              <a:ext uri="{FF2B5EF4-FFF2-40B4-BE49-F238E27FC236}">
                <a16:creationId xmlns:a16="http://schemas.microsoft.com/office/drawing/2014/main" id="{D846776D-878E-4F4E-ACB6-79648ED8E84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281653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ection">
            <a:extLst>
              <a:ext uri="{FF2B5EF4-FFF2-40B4-BE49-F238E27FC236}">
                <a16:creationId xmlns:a16="http://schemas.microsoft.com/office/drawing/2014/main" id="{FA079F66-24B3-49D0-B5AC-2EF4DD9A4418}"/>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217A958-4E1B-4E9A-A3EF-2FA518D23D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7F6DB56-6B28-4E7D-90C5-44E4582FEC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그림이 더 작아지는 것은 아닙니다</a:t>
            </a:r>
          </a:p>
        </p:txBody>
      </p:sp>
      <p:sp>
        <p:nvSpPr>
          <p:cNvPr id="4" name="line-1523">
            <a:extLst>
              <a:ext uri="{FF2B5EF4-FFF2-40B4-BE49-F238E27FC236}">
                <a16:creationId xmlns:a16="http://schemas.microsoft.com/office/drawing/2014/main" id="{80D89417-89BA-43E5-975A-41CEB0F953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DB04ACC-2423-4B5F-B733-3BD7E9E23A2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689EA81-453E-4869-B74B-0F38FF77E7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208</a:t>
            </a:r>
            <a:endParaRPr sz="1050" b="0">
              <a:solidFill>
                <a:srgbClr val="151515"/>
              </a:solidFill>
              <a:latin typeface="Consolas"/>
              <a:ea typeface="Consolas"/>
              <a:cs typeface="Consolas"/>
            </a:endParaRPr>
          </a:p>
        </p:txBody>
      </p:sp>
      <p:sp>
        <p:nvSpPr>
          <p:cNvPr id="7" name="pixel-1524">
            <a:extLst>
              <a:ext uri="{FF2B5EF4-FFF2-40B4-BE49-F238E27FC236}">
                <a16:creationId xmlns:a16="http://schemas.microsoft.com/office/drawing/2014/main" id="{5045D520-5840-40BB-8F0C-707B588BE606}"/>
              </a:ext>
            </a:extLst>
          </p:cNvPr>
          <p:cNvSpPr>
            <a:spLocks noGrp="1"/>
          </p:cNvSpPr>
          <p:nvPr/>
        </p:nvSpPr>
        <p:spPr>
          <a:xfrm>
            <a:off x="990600" y="2476500"/>
            <a:ext cx="647700" cy="647700"/>
          </a:xfrm>
          <a:prstGeom prst="rect">
            <a:avLst/>
          </a:prstGeom>
          <a:solidFill>
            <a:srgbClr val="FFFFFF"/>
          </a:solidFill>
          <a:ln w="7144">
            <a:solidFill>
              <a:srgbClr val="98A1AA"/>
            </a:solidFill>
          </a:ln>
        </p:spPr>
      </p:sp>
      <p:sp>
        <p:nvSpPr>
          <p:cNvPr id="8" name="pixel-value-1525">
            <a:extLst>
              <a:ext uri="{FF2B5EF4-FFF2-40B4-BE49-F238E27FC236}">
                <a16:creationId xmlns:a16="http://schemas.microsoft.com/office/drawing/2014/main" id="{E75499AF-90AA-4B54-A151-2AB44B02D997}"/>
              </a:ext>
            </a:extLst>
          </p:cNvPr>
          <p:cNvSpPr>
            <a:spLocks noGrp="1"/>
          </p:cNvSpPr>
          <p:nvPr/>
        </p:nvSpPr>
        <p:spPr>
          <a:xfrm>
            <a:off x="9906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526">
            <a:extLst>
              <a:ext uri="{FF2B5EF4-FFF2-40B4-BE49-F238E27FC236}">
                <a16:creationId xmlns:a16="http://schemas.microsoft.com/office/drawing/2014/main" id="{06597D75-E634-453D-901D-EF12632399F8}"/>
              </a:ext>
            </a:extLst>
          </p:cNvPr>
          <p:cNvSpPr>
            <a:spLocks noGrp="1"/>
          </p:cNvSpPr>
          <p:nvPr/>
        </p:nvSpPr>
        <p:spPr>
          <a:xfrm>
            <a:off x="1638300" y="2476500"/>
            <a:ext cx="647700" cy="647700"/>
          </a:xfrm>
          <a:prstGeom prst="rect">
            <a:avLst/>
          </a:prstGeom>
          <a:solidFill>
            <a:srgbClr val="FFFFFF"/>
          </a:solidFill>
          <a:ln w="7144">
            <a:solidFill>
              <a:srgbClr val="98A1AA"/>
            </a:solidFill>
          </a:ln>
        </p:spPr>
      </p:sp>
      <p:sp>
        <p:nvSpPr>
          <p:cNvPr id="10" name="pixel-value-1527">
            <a:extLst>
              <a:ext uri="{FF2B5EF4-FFF2-40B4-BE49-F238E27FC236}">
                <a16:creationId xmlns:a16="http://schemas.microsoft.com/office/drawing/2014/main" id="{E8338C37-74E5-420C-BB52-E71CB44EF0C5}"/>
              </a:ext>
            </a:extLst>
          </p:cNvPr>
          <p:cNvSpPr>
            <a:spLocks noGrp="1"/>
          </p:cNvSpPr>
          <p:nvPr/>
        </p:nvSpPr>
        <p:spPr>
          <a:xfrm>
            <a:off x="16383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528">
            <a:extLst>
              <a:ext uri="{FF2B5EF4-FFF2-40B4-BE49-F238E27FC236}">
                <a16:creationId xmlns:a16="http://schemas.microsoft.com/office/drawing/2014/main" id="{F9905141-EDB2-4BB1-B44A-83F2722723E1}"/>
              </a:ext>
            </a:extLst>
          </p:cNvPr>
          <p:cNvSpPr>
            <a:spLocks noGrp="1"/>
          </p:cNvSpPr>
          <p:nvPr/>
        </p:nvSpPr>
        <p:spPr>
          <a:xfrm>
            <a:off x="2286000" y="2476500"/>
            <a:ext cx="647700" cy="647700"/>
          </a:xfrm>
          <a:prstGeom prst="rect">
            <a:avLst/>
          </a:prstGeom>
          <a:solidFill>
            <a:srgbClr val="FFFFFF"/>
          </a:solidFill>
          <a:ln w="7144">
            <a:solidFill>
              <a:srgbClr val="98A1AA"/>
            </a:solidFill>
          </a:ln>
        </p:spPr>
      </p:sp>
      <p:sp>
        <p:nvSpPr>
          <p:cNvPr id="12" name="pixel-value-1529">
            <a:extLst>
              <a:ext uri="{FF2B5EF4-FFF2-40B4-BE49-F238E27FC236}">
                <a16:creationId xmlns:a16="http://schemas.microsoft.com/office/drawing/2014/main" id="{409286BF-CFB7-44A9-904A-A43545F50305}"/>
              </a:ext>
            </a:extLst>
          </p:cNvPr>
          <p:cNvSpPr>
            <a:spLocks noGrp="1"/>
          </p:cNvSpPr>
          <p:nvPr/>
        </p:nvSpPr>
        <p:spPr>
          <a:xfrm>
            <a:off x="22860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530">
            <a:extLst>
              <a:ext uri="{FF2B5EF4-FFF2-40B4-BE49-F238E27FC236}">
                <a16:creationId xmlns:a16="http://schemas.microsoft.com/office/drawing/2014/main" id="{A051D5CD-A6DE-47D6-8297-64992A0CD4C4}"/>
              </a:ext>
            </a:extLst>
          </p:cNvPr>
          <p:cNvSpPr>
            <a:spLocks noGrp="1"/>
          </p:cNvSpPr>
          <p:nvPr/>
        </p:nvSpPr>
        <p:spPr>
          <a:xfrm>
            <a:off x="2933700" y="2476500"/>
            <a:ext cx="647700" cy="647700"/>
          </a:xfrm>
          <a:prstGeom prst="rect">
            <a:avLst/>
          </a:prstGeom>
          <a:solidFill>
            <a:srgbClr val="FFFFFF"/>
          </a:solidFill>
          <a:ln w="7144">
            <a:solidFill>
              <a:srgbClr val="98A1AA"/>
            </a:solidFill>
          </a:ln>
        </p:spPr>
      </p:sp>
      <p:sp>
        <p:nvSpPr>
          <p:cNvPr id="14" name="pixel-value-1531">
            <a:extLst>
              <a:ext uri="{FF2B5EF4-FFF2-40B4-BE49-F238E27FC236}">
                <a16:creationId xmlns:a16="http://schemas.microsoft.com/office/drawing/2014/main" id="{E5159CCA-7894-4E71-A91D-F66E2CB22E0B}"/>
              </a:ext>
            </a:extLst>
          </p:cNvPr>
          <p:cNvSpPr>
            <a:spLocks noGrp="1"/>
          </p:cNvSpPr>
          <p:nvPr/>
        </p:nvSpPr>
        <p:spPr>
          <a:xfrm>
            <a:off x="29337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532">
            <a:extLst>
              <a:ext uri="{FF2B5EF4-FFF2-40B4-BE49-F238E27FC236}">
                <a16:creationId xmlns:a16="http://schemas.microsoft.com/office/drawing/2014/main" id="{529DA0C2-59EC-4C39-A9CF-01547F5B135A}"/>
              </a:ext>
            </a:extLst>
          </p:cNvPr>
          <p:cNvSpPr>
            <a:spLocks noGrp="1"/>
          </p:cNvSpPr>
          <p:nvPr/>
        </p:nvSpPr>
        <p:spPr>
          <a:xfrm>
            <a:off x="990600" y="3124200"/>
            <a:ext cx="647700" cy="647700"/>
          </a:xfrm>
          <a:prstGeom prst="rect">
            <a:avLst/>
          </a:prstGeom>
          <a:solidFill>
            <a:srgbClr val="FFFFFF"/>
          </a:solidFill>
          <a:ln w="7144">
            <a:solidFill>
              <a:srgbClr val="98A1AA"/>
            </a:solidFill>
          </a:ln>
        </p:spPr>
      </p:sp>
      <p:sp>
        <p:nvSpPr>
          <p:cNvPr id="16" name="pixel-value-1533">
            <a:extLst>
              <a:ext uri="{FF2B5EF4-FFF2-40B4-BE49-F238E27FC236}">
                <a16:creationId xmlns:a16="http://schemas.microsoft.com/office/drawing/2014/main" id="{E633D77B-5481-4528-8EB3-D5178AA73234}"/>
              </a:ext>
            </a:extLst>
          </p:cNvPr>
          <p:cNvSpPr>
            <a:spLocks noGrp="1"/>
          </p:cNvSpPr>
          <p:nvPr/>
        </p:nvSpPr>
        <p:spPr>
          <a:xfrm>
            <a:off x="9906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534">
            <a:extLst>
              <a:ext uri="{FF2B5EF4-FFF2-40B4-BE49-F238E27FC236}">
                <a16:creationId xmlns:a16="http://schemas.microsoft.com/office/drawing/2014/main" id="{CCEB045F-F750-46A6-8F86-529BB267FE19}"/>
              </a:ext>
            </a:extLst>
          </p:cNvPr>
          <p:cNvSpPr>
            <a:spLocks noGrp="1"/>
          </p:cNvSpPr>
          <p:nvPr/>
        </p:nvSpPr>
        <p:spPr>
          <a:xfrm>
            <a:off x="1638300" y="3124200"/>
            <a:ext cx="647700" cy="647700"/>
          </a:xfrm>
          <a:prstGeom prst="rect">
            <a:avLst/>
          </a:prstGeom>
          <a:solidFill>
            <a:srgbClr val="FFFFFF"/>
          </a:solidFill>
          <a:ln w="7144">
            <a:solidFill>
              <a:srgbClr val="98A1AA"/>
            </a:solidFill>
          </a:ln>
        </p:spPr>
      </p:sp>
      <p:sp>
        <p:nvSpPr>
          <p:cNvPr id="18" name="pixel-value-1535">
            <a:extLst>
              <a:ext uri="{FF2B5EF4-FFF2-40B4-BE49-F238E27FC236}">
                <a16:creationId xmlns:a16="http://schemas.microsoft.com/office/drawing/2014/main" id="{E383E1AE-ACE6-4246-9E07-26E8BBFD6C10}"/>
              </a:ext>
            </a:extLst>
          </p:cNvPr>
          <p:cNvSpPr>
            <a:spLocks noGrp="1"/>
          </p:cNvSpPr>
          <p:nvPr/>
        </p:nvSpPr>
        <p:spPr>
          <a:xfrm>
            <a:off x="16383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9" name="pixel-1536">
            <a:extLst>
              <a:ext uri="{FF2B5EF4-FFF2-40B4-BE49-F238E27FC236}">
                <a16:creationId xmlns:a16="http://schemas.microsoft.com/office/drawing/2014/main" id="{C142AD5F-FA02-4013-8E86-497FE58F39A3}"/>
              </a:ext>
            </a:extLst>
          </p:cNvPr>
          <p:cNvSpPr>
            <a:spLocks noGrp="1"/>
          </p:cNvSpPr>
          <p:nvPr/>
        </p:nvSpPr>
        <p:spPr>
          <a:xfrm>
            <a:off x="2286000" y="3124200"/>
            <a:ext cx="647700" cy="647700"/>
          </a:xfrm>
          <a:prstGeom prst="rect">
            <a:avLst/>
          </a:prstGeom>
          <a:solidFill>
            <a:srgbClr val="FFFFFF"/>
          </a:solidFill>
          <a:ln w="7144">
            <a:solidFill>
              <a:srgbClr val="98A1AA"/>
            </a:solidFill>
          </a:ln>
        </p:spPr>
      </p:sp>
      <p:sp>
        <p:nvSpPr>
          <p:cNvPr id="20" name="pixel-value-1537">
            <a:extLst>
              <a:ext uri="{FF2B5EF4-FFF2-40B4-BE49-F238E27FC236}">
                <a16:creationId xmlns:a16="http://schemas.microsoft.com/office/drawing/2014/main" id="{AFC1729F-21D2-4A68-9467-4428B677D735}"/>
              </a:ext>
            </a:extLst>
          </p:cNvPr>
          <p:cNvSpPr>
            <a:spLocks noGrp="1"/>
          </p:cNvSpPr>
          <p:nvPr/>
        </p:nvSpPr>
        <p:spPr>
          <a:xfrm>
            <a:off x="22860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538">
            <a:extLst>
              <a:ext uri="{FF2B5EF4-FFF2-40B4-BE49-F238E27FC236}">
                <a16:creationId xmlns:a16="http://schemas.microsoft.com/office/drawing/2014/main" id="{219B4166-EA1F-4D07-A7DB-8CA8800C39CD}"/>
              </a:ext>
            </a:extLst>
          </p:cNvPr>
          <p:cNvSpPr>
            <a:spLocks noGrp="1"/>
          </p:cNvSpPr>
          <p:nvPr/>
        </p:nvSpPr>
        <p:spPr>
          <a:xfrm>
            <a:off x="2933700" y="3124200"/>
            <a:ext cx="647700" cy="647700"/>
          </a:xfrm>
          <a:prstGeom prst="rect">
            <a:avLst/>
          </a:prstGeom>
          <a:solidFill>
            <a:srgbClr val="FFFFFF"/>
          </a:solidFill>
          <a:ln w="7144">
            <a:solidFill>
              <a:srgbClr val="98A1AA"/>
            </a:solidFill>
          </a:ln>
        </p:spPr>
      </p:sp>
      <p:sp>
        <p:nvSpPr>
          <p:cNvPr id="22" name="pixel-value-1539">
            <a:extLst>
              <a:ext uri="{FF2B5EF4-FFF2-40B4-BE49-F238E27FC236}">
                <a16:creationId xmlns:a16="http://schemas.microsoft.com/office/drawing/2014/main" id="{4CF83D08-0E90-4E57-86D8-A44E12B5DEFA}"/>
              </a:ext>
            </a:extLst>
          </p:cNvPr>
          <p:cNvSpPr>
            <a:spLocks noGrp="1"/>
          </p:cNvSpPr>
          <p:nvPr/>
        </p:nvSpPr>
        <p:spPr>
          <a:xfrm>
            <a:off x="29337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540">
            <a:extLst>
              <a:ext uri="{FF2B5EF4-FFF2-40B4-BE49-F238E27FC236}">
                <a16:creationId xmlns:a16="http://schemas.microsoft.com/office/drawing/2014/main" id="{2B7EA437-3B59-480A-A8E8-1546B6F6D3DB}"/>
              </a:ext>
            </a:extLst>
          </p:cNvPr>
          <p:cNvSpPr>
            <a:spLocks noGrp="1"/>
          </p:cNvSpPr>
          <p:nvPr/>
        </p:nvSpPr>
        <p:spPr>
          <a:xfrm>
            <a:off x="990600" y="3771900"/>
            <a:ext cx="647700" cy="647700"/>
          </a:xfrm>
          <a:prstGeom prst="rect">
            <a:avLst/>
          </a:prstGeom>
          <a:solidFill>
            <a:srgbClr val="FFFFFF"/>
          </a:solidFill>
          <a:ln w="7144">
            <a:solidFill>
              <a:srgbClr val="98A1AA"/>
            </a:solidFill>
          </a:ln>
        </p:spPr>
      </p:sp>
      <p:sp>
        <p:nvSpPr>
          <p:cNvPr id="24" name="pixel-value-1541">
            <a:extLst>
              <a:ext uri="{FF2B5EF4-FFF2-40B4-BE49-F238E27FC236}">
                <a16:creationId xmlns:a16="http://schemas.microsoft.com/office/drawing/2014/main" id="{F9CBE619-B85E-4ED3-B2E4-3D7387186BAE}"/>
              </a:ext>
            </a:extLst>
          </p:cNvPr>
          <p:cNvSpPr>
            <a:spLocks noGrp="1"/>
          </p:cNvSpPr>
          <p:nvPr/>
        </p:nvSpPr>
        <p:spPr>
          <a:xfrm>
            <a:off x="9906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542">
            <a:extLst>
              <a:ext uri="{FF2B5EF4-FFF2-40B4-BE49-F238E27FC236}">
                <a16:creationId xmlns:a16="http://schemas.microsoft.com/office/drawing/2014/main" id="{CB30DE5A-FED5-4DD5-8AB5-D2965C52CFC1}"/>
              </a:ext>
            </a:extLst>
          </p:cNvPr>
          <p:cNvSpPr>
            <a:spLocks noGrp="1"/>
          </p:cNvSpPr>
          <p:nvPr/>
        </p:nvSpPr>
        <p:spPr>
          <a:xfrm>
            <a:off x="1638300" y="3771900"/>
            <a:ext cx="647700" cy="647700"/>
          </a:xfrm>
          <a:prstGeom prst="rect">
            <a:avLst/>
          </a:prstGeom>
          <a:solidFill>
            <a:srgbClr val="FFFFFF"/>
          </a:solidFill>
          <a:ln w="7144">
            <a:solidFill>
              <a:srgbClr val="98A1AA"/>
            </a:solidFill>
          </a:ln>
        </p:spPr>
      </p:sp>
      <p:sp>
        <p:nvSpPr>
          <p:cNvPr id="26" name="pixel-value-1543">
            <a:extLst>
              <a:ext uri="{FF2B5EF4-FFF2-40B4-BE49-F238E27FC236}">
                <a16:creationId xmlns:a16="http://schemas.microsoft.com/office/drawing/2014/main" id="{EF966757-77A4-4A8D-AF56-4FDF396C4598}"/>
              </a:ext>
            </a:extLst>
          </p:cNvPr>
          <p:cNvSpPr>
            <a:spLocks noGrp="1"/>
          </p:cNvSpPr>
          <p:nvPr/>
        </p:nvSpPr>
        <p:spPr>
          <a:xfrm>
            <a:off x="16383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544">
            <a:extLst>
              <a:ext uri="{FF2B5EF4-FFF2-40B4-BE49-F238E27FC236}">
                <a16:creationId xmlns:a16="http://schemas.microsoft.com/office/drawing/2014/main" id="{78E867DE-1020-4959-94C7-80FC62B166D1}"/>
              </a:ext>
            </a:extLst>
          </p:cNvPr>
          <p:cNvSpPr>
            <a:spLocks noGrp="1"/>
          </p:cNvSpPr>
          <p:nvPr/>
        </p:nvSpPr>
        <p:spPr>
          <a:xfrm>
            <a:off x="2286000" y="3771900"/>
            <a:ext cx="647700" cy="647700"/>
          </a:xfrm>
          <a:prstGeom prst="rect">
            <a:avLst/>
          </a:prstGeom>
          <a:solidFill>
            <a:srgbClr val="FFFFFF"/>
          </a:solidFill>
          <a:ln w="7144">
            <a:solidFill>
              <a:srgbClr val="98A1AA"/>
            </a:solidFill>
          </a:ln>
        </p:spPr>
      </p:sp>
      <p:sp>
        <p:nvSpPr>
          <p:cNvPr id="28" name="pixel-value-1545">
            <a:extLst>
              <a:ext uri="{FF2B5EF4-FFF2-40B4-BE49-F238E27FC236}">
                <a16:creationId xmlns:a16="http://schemas.microsoft.com/office/drawing/2014/main" id="{DD948326-D3A7-4BFC-BC29-DC9CB1329964}"/>
              </a:ext>
            </a:extLst>
          </p:cNvPr>
          <p:cNvSpPr>
            <a:spLocks noGrp="1"/>
          </p:cNvSpPr>
          <p:nvPr/>
        </p:nvSpPr>
        <p:spPr>
          <a:xfrm>
            <a:off x="22860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546">
            <a:extLst>
              <a:ext uri="{FF2B5EF4-FFF2-40B4-BE49-F238E27FC236}">
                <a16:creationId xmlns:a16="http://schemas.microsoft.com/office/drawing/2014/main" id="{0CDE9AEF-4C52-47FE-81DA-B15A38FEDDB3}"/>
              </a:ext>
            </a:extLst>
          </p:cNvPr>
          <p:cNvSpPr>
            <a:spLocks noGrp="1"/>
          </p:cNvSpPr>
          <p:nvPr/>
        </p:nvSpPr>
        <p:spPr>
          <a:xfrm>
            <a:off x="2933700" y="3771900"/>
            <a:ext cx="647700" cy="647700"/>
          </a:xfrm>
          <a:prstGeom prst="rect">
            <a:avLst/>
          </a:prstGeom>
          <a:solidFill>
            <a:srgbClr val="FFFFFF"/>
          </a:solidFill>
          <a:ln w="7144">
            <a:solidFill>
              <a:srgbClr val="98A1AA"/>
            </a:solidFill>
          </a:ln>
        </p:spPr>
      </p:sp>
      <p:sp>
        <p:nvSpPr>
          <p:cNvPr id="30" name="pixel-value-1547">
            <a:extLst>
              <a:ext uri="{FF2B5EF4-FFF2-40B4-BE49-F238E27FC236}">
                <a16:creationId xmlns:a16="http://schemas.microsoft.com/office/drawing/2014/main" id="{FA80AA50-8D75-423D-847F-71F1375D5892}"/>
              </a:ext>
            </a:extLst>
          </p:cNvPr>
          <p:cNvSpPr>
            <a:spLocks noGrp="1"/>
          </p:cNvSpPr>
          <p:nvPr/>
        </p:nvSpPr>
        <p:spPr>
          <a:xfrm>
            <a:off x="29337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548">
            <a:extLst>
              <a:ext uri="{FF2B5EF4-FFF2-40B4-BE49-F238E27FC236}">
                <a16:creationId xmlns:a16="http://schemas.microsoft.com/office/drawing/2014/main" id="{601A86FA-C881-4D4D-B9E2-1DF06C211543}"/>
              </a:ext>
            </a:extLst>
          </p:cNvPr>
          <p:cNvSpPr>
            <a:spLocks noGrp="1"/>
          </p:cNvSpPr>
          <p:nvPr/>
        </p:nvSpPr>
        <p:spPr>
          <a:xfrm>
            <a:off x="990600" y="4419600"/>
            <a:ext cx="647700" cy="647700"/>
          </a:xfrm>
          <a:prstGeom prst="rect">
            <a:avLst/>
          </a:prstGeom>
          <a:solidFill>
            <a:srgbClr val="FFFFFF"/>
          </a:solidFill>
          <a:ln w="7144">
            <a:solidFill>
              <a:srgbClr val="98A1AA"/>
            </a:solidFill>
          </a:ln>
        </p:spPr>
      </p:sp>
      <p:sp>
        <p:nvSpPr>
          <p:cNvPr id="32" name="pixel-value-1549">
            <a:extLst>
              <a:ext uri="{FF2B5EF4-FFF2-40B4-BE49-F238E27FC236}">
                <a16:creationId xmlns:a16="http://schemas.microsoft.com/office/drawing/2014/main" id="{1230CB6D-94C7-4F19-8DE8-35C8D525470F}"/>
              </a:ext>
            </a:extLst>
          </p:cNvPr>
          <p:cNvSpPr>
            <a:spLocks noGrp="1"/>
          </p:cNvSpPr>
          <p:nvPr/>
        </p:nvSpPr>
        <p:spPr>
          <a:xfrm>
            <a:off x="9906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550">
            <a:extLst>
              <a:ext uri="{FF2B5EF4-FFF2-40B4-BE49-F238E27FC236}">
                <a16:creationId xmlns:a16="http://schemas.microsoft.com/office/drawing/2014/main" id="{E0D17471-064D-43C0-A3BA-DF820ABE2217}"/>
              </a:ext>
            </a:extLst>
          </p:cNvPr>
          <p:cNvSpPr>
            <a:spLocks noGrp="1"/>
          </p:cNvSpPr>
          <p:nvPr/>
        </p:nvSpPr>
        <p:spPr>
          <a:xfrm>
            <a:off x="1638300" y="4419600"/>
            <a:ext cx="647700" cy="647700"/>
          </a:xfrm>
          <a:prstGeom prst="rect">
            <a:avLst/>
          </a:prstGeom>
          <a:solidFill>
            <a:srgbClr val="FFFFFF"/>
          </a:solidFill>
          <a:ln w="7144">
            <a:solidFill>
              <a:srgbClr val="98A1AA"/>
            </a:solidFill>
          </a:ln>
        </p:spPr>
      </p:sp>
      <p:sp>
        <p:nvSpPr>
          <p:cNvPr id="34" name="pixel-value-1551">
            <a:extLst>
              <a:ext uri="{FF2B5EF4-FFF2-40B4-BE49-F238E27FC236}">
                <a16:creationId xmlns:a16="http://schemas.microsoft.com/office/drawing/2014/main" id="{26063D76-6CBF-4765-9BB7-650B9D1340E2}"/>
              </a:ext>
            </a:extLst>
          </p:cNvPr>
          <p:cNvSpPr>
            <a:spLocks noGrp="1"/>
          </p:cNvSpPr>
          <p:nvPr/>
        </p:nvSpPr>
        <p:spPr>
          <a:xfrm>
            <a:off x="16383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552">
            <a:extLst>
              <a:ext uri="{FF2B5EF4-FFF2-40B4-BE49-F238E27FC236}">
                <a16:creationId xmlns:a16="http://schemas.microsoft.com/office/drawing/2014/main" id="{E272BA20-6B11-4E20-9E16-9A291EA23C7B}"/>
              </a:ext>
            </a:extLst>
          </p:cNvPr>
          <p:cNvSpPr>
            <a:spLocks noGrp="1"/>
          </p:cNvSpPr>
          <p:nvPr/>
        </p:nvSpPr>
        <p:spPr>
          <a:xfrm>
            <a:off x="2286000" y="4419600"/>
            <a:ext cx="647700" cy="647700"/>
          </a:xfrm>
          <a:prstGeom prst="rect">
            <a:avLst/>
          </a:prstGeom>
          <a:solidFill>
            <a:srgbClr val="FFFFFF"/>
          </a:solidFill>
          <a:ln w="7144">
            <a:solidFill>
              <a:srgbClr val="98A1AA"/>
            </a:solidFill>
          </a:ln>
        </p:spPr>
      </p:sp>
      <p:sp>
        <p:nvSpPr>
          <p:cNvPr id="36" name="pixel-value-1553">
            <a:extLst>
              <a:ext uri="{FF2B5EF4-FFF2-40B4-BE49-F238E27FC236}">
                <a16:creationId xmlns:a16="http://schemas.microsoft.com/office/drawing/2014/main" id="{A6386C97-7709-4630-BED6-25A48E226C70}"/>
              </a:ext>
            </a:extLst>
          </p:cNvPr>
          <p:cNvSpPr>
            <a:spLocks noGrp="1"/>
          </p:cNvSpPr>
          <p:nvPr/>
        </p:nvSpPr>
        <p:spPr>
          <a:xfrm>
            <a:off x="22860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554">
            <a:extLst>
              <a:ext uri="{FF2B5EF4-FFF2-40B4-BE49-F238E27FC236}">
                <a16:creationId xmlns:a16="http://schemas.microsoft.com/office/drawing/2014/main" id="{353E1B93-39F8-49FB-B983-842833733C0A}"/>
              </a:ext>
            </a:extLst>
          </p:cNvPr>
          <p:cNvSpPr>
            <a:spLocks noGrp="1"/>
          </p:cNvSpPr>
          <p:nvPr/>
        </p:nvSpPr>
        <p:spPr>
          <a:xfrm>
            <a:off x="2933700" y="4419600"/>
            <a:ext cx="647700" cy="647700"/>
          </a:xfrm>
          <a:prstGeom prst="rect">
            <a:avLst/>
          </a:prstGeom>
          <a:solidFill>
            <a:srgbClr val="FFFFFF"/>
          </a:solidFill>
          <a:ln w="7144">
            <a:solidFill>
              <a:srgbClr val="98A1AA"/>
            </a:solidFill>
          </a:ln>
        </p:spPr>
      </p:sp>
      <p:sp>
        <p:nvSpPr>
          <p:cNvPr id="38" name="pixel-value-1555">
            <a:extLst>
              <a:ext uri="{FF2B5EF4-FFF2-40B4-BE49-F238E27FC236}">
                <a16:creationId xmlns:a16="http://schemas.microsoft.com/office/drawing/2014/main" id="{3C681FE5-1AF2-4AF9-98E5-4AE7CC60A52C}"/>
              </a:ext>
            </a:extLst>
          </p:cNvPr>
          <p:cNvSpPr>
            <a:spLocks noGrp="1"/>
          </p:cNvSpPr>
          <p:nvPr/>
        </p:nvSpPr>
        <p:spPr>
          <a:xfrm>
            <a:off x="29337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pixel-1556">
            <a:extLst>
              <a:ext uri="{FF2B5EF4-FFF2-40B4-BE49-F238E27FC236}">
                <a16:creationId xmlns:a16="http://schemas.microsoft.com/office/drawing/2014/main" id="{2C5ADBEC-CDA0-4F73-8E2C-4E3A7137B9BF}"/>
              </a:ext>
            </a:extLst>
          </p:cNvPr>
          <p:cNvSpPr>
            <a:spLocks noGrp="1"/>
          </p:cNvSpPr>
          <p:nvPr/>
        </p:nvSpPr>
        <p:spPr>
          <a:xfrm>
            <a:off x="6991350" y="2476500"/>
            <a:ext cx="647700" cy="647700"/>
          </a:xfrm>
          <a:prstGeom prst="rect">
            <a:avLst/>
          </a:prstGeom>
          <a:solidFill>
            <a:srgbClr val="FFFFFF"/>
          </a:solidFill>
          <a:ln w="7144">
            <a:solidFill>
              <a:srgbClr val="98A1AA"/>
            </a:solidFill>
          </a:ln>
        </p:spPr>
      </p:sp>
      <p:sp>
        <p:nvSpPr>
          <p:cNvPr id="40" name="pixel-value-1557">
            <a:extLst>
              <a:ext uri="{FF2B5EF4-FFF2-40B4-BE49-F238E27FC236}">
                <a16:creationId xmlns:a16="http://schemas.microsoft.com/office/drawing/2014/main" id="{745CA72D-403E-4B3F-9717-5783791270D1}"/>
              </a:ext>
            </a:extLst>
          </p:cNvPr>
          <p:cNvSpPr>
            <a:spLocks noGrp="1"/>
          </p:cNvSpPr>
          <p:nvPr/>
        </p:nvSpPr>
        <p:spPr>
          <a:xfrm>
            <a:off x="69913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1" name="pixel-1558">
            <a:extLst>
              <a:ext uri="{FF2B5EF4-FFF2-40B4-BE49-F238E27FC236}">
                <a16:creationId xmlns:a16="http://schemas.microsoft.com/office/drawing/2014/main" id="{F5D5AB44-041A-469E-8D6E-A8BACF052054}"/>
              </a:ext>
            </a:extLst>
          </p:cNvPr>
          <p:cNvSpPr>
            <a:spLocks noGrp="1"/>
          </p:cNvSpPr>
          <p:nvPr/>
        </p:nvSpPr>
        <p:spPr>
          <a:xfrm>
            <a:off x="7639050" y="2476500"/>
            <a:ext cx="647700" cy="647700"/>
          </a:xfrm>
          <a:prstGeom prst="rect">
            <a:avLst/>
          </a:prstGeom>
          <a:solidFill>
            <a:srgbClr val="303841"/>
          </a:solidFill>
          <a:ln w="7144">
            <a:solidFill>
              <a:srgbClr val="98A1AA"/>
            </a:solidFill>
          </a:ln>
        </p:spPr>
      </p:sp>
      <p:sp>
        <p:nvSpPr>
          <p:cNvPr id="42" name="pixel-value-1559">
            <a:extLst>
              <a:ext uri="{FF2B5EF4-FFF2-40B4-BE49-F238E27FC236}">
                <a16:creationId xmlns:a16="http://schemas.microsoft.com/office/drawing/2014/main" id="{765A6789-A83D-4036-9812-D100C9523636}"/>
              </a:ext>
            </a:extLst>
          </p:cNvPr>
          <p:cNvSpPr>
            <a:spLocks noGrp="1"/>
          </p:cNvSpPr>
          <p:nvPr/>
        </p:nvSpPr>
        <p:spPr>
          <a:xfrm>
            <a:off x="76390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3" name="pixel-1560">
            <a:extLst>
              <a:ext uri="{FF2B5EF4-FFF2-40B4-BE49-F238E27FC236}">
                <a16:creationId xmlns:a16="http://schemas.microsoft.com/office/drawing/2014/main" id="{DF1151BA-2FC9-427B-95BF-464CECD421DE}"/>
              </a:ext>
            </a:extLst>
          </p:cNvPr>
          <p:cNvSpPr>
            <a:spLocks noGrp="1"/>
          </p:cNvSpPr>
          <p:nvPr/>
        </p:nvSpPr>
        <p:spPr>
          <a:xfrm>
            <a:off x="8286750" y="2476500"/>
            <a:ext cx="647700" cy="647700"/>
          </a:xfrm>
          <a:prstGeom prst="rect">
            <a:avLst/>
          </a:prstGeom>
          <a:solidFill>
            <a:srgbClr val="FFFFFF"/>
          </a:solidFill>
          <a:ln w="7144">
            <a:solidFill>
              <a:srgbClr val="98A1AA"/>
            </a:solidFill>
          </a:ln>
        </p:spPr>
      </p:sp>
      <p:sp>
        <p:nvSpPr>
          <p:cNvPr id="44" name="pixel-value-1561">
            <a:extLst>
              <a:ext uri="{FF2B5EF4-FFF2-40B4-BE49-F238E27FC236}">
                <a16:creationId xmlns:a16="http://schemas.microsoft.com/office/drawing/2014/main" id="{BC4C7BE7-20B9-4893-88DA-EAF489342F08}"/>
              </a:ext>
            </a:extLst>
          </p:cNvPr>
          <p:cNvSpPr>
            <a:spLocks noGrp="1"/>
          </p:cNvSpPr>
          <p:nvPr/>
        </p:nvSpPr>
        <p:spPr>
          <a:xfrm>
            <a:off x="82867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5" name="pixel-1562">
            <a:extLst>
              <a:ext uri="{FF2B5EF4-FFF2-40B4-BE49-F238E27FC236}">
                <a16:creationId xmlns:a16="http://schemas.microsoft.com/office/drawing/2014/main" id="{1A4F5531-6C15-41A5-8142-012B8C1E6FDC}"/>
              </a:ext>
            </a:extLst>
          </p:cNvPr>
          <p:cNvSpPr>
            <a:spLocks noGrp="1"/>
          </p:cNvSpPr>
          <p:nvPr/>
        </p:nvSpPr>
        <p:spPr>
          <a:xfrm>
            <a:off x="8934450" y="2476500"/>
            <a:ext cx="647700" cy="647700"/>
          </a:xfrm>
          <a:prstGeom prst="rect">
            <a:avLst/>
          </a:prstGeom>
          <a:solidFill>
            <a:srgbClr val="303841"/>
          </a:solidFill>
          <a:ln w="7144">
            <a:solidFill>
              <a:srgbClr val="98A1AA"/>
            </a:solidFill>
          </a:ln>
        </p:spPr>
      </p:sp>
      <p:sp>
        <p:nvSpPr>
          <p:cNvPr id="46" name="pixel-value-1563">
            <a:extLst>
              <a:ext uri="{FF2B5EF4-FFF2-40B4-BE49-F238E27FC236}">
                <a16:creationId xmlns:a16="http://schemas.microsoft.com/office/drawing/2014/main" id="{E842CF52-C435-42D7-ABC3-143666260CF9}"/>
              </a:ext>
            </a:extLst>
          </p:cNvPr>
          <p:cNvSpPr>
            <a:spLocks noGrp="1"/>
          </p:cNvSpPr>
          <p:nvPr/>
        </p:nvSpPr>
        <p:spPr>
          <a:xfrm>
            <a:off x="89344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7" name="pixel-1564">
            <a:extLst>
              <a:ext uri="{FF2B5EF4-FFF2-40B4-BE49-F238E27FC236}">
                <a16:creationId xmlns:a16="http://schemas.microsoft.com/office/drawing/2014/main" id="{0DBC42A3-3DBF-4BE1-87EF-D0B1234D5774}"/>
              </a:ext>
            </a:extLst>
          </p:cNvPr>
          <p:cNvSpPr>
            <a:spLocks noGrp="1"/>
          </p:cNvSpPr>
          <p:nvPr/>
        </p:nvSpPr>
        <p:spPr>
          <a:xfrm>
            <a:off x="6991350" y="3124200"/>
            <a:ext cx="647700" cy="647700"/>
          </a:xfrm>
          <a:prstGeom prst="rect">
            <a:avLst/>
          </a:prstGeom>
          <a:solidFill>
            <a:srgbClr val="303841"/>
          </a:solidFill>
          <a:ln w="7144">
            <a:solidFill>
              <a:srgbClr val="98A1AA"/>
            </a:solidFill>
          </a:ln>
        </p:spPr>
      </p:sp>
      <p:sp>
        <p:nvSpPr>
          <p:cNvPr id="48" name="pixel-value-1565">
            <a:extLst>
              <a:ext uri="{FF2B5EF4-FFF2-40B4-BE49-F238E27FC236}">
                <a16:creationId xmlns:a16="http://schemas.microsoft.com/office/drawing/2014/main" id="{82E1E9C8-4342-49EB-A6B7-7D298316B80E}"/>
              </a:ext>
            </a:extLst>
          </p:cNvPr>
          <p:cNvSpPr>
            <a:spLocks noGrp="1"/>
          </p:cNvSpPr>
          <p:nvPr/>
        </p:nvSpPr>
        <p:spPr>
          <a:xfrm>
            <a:off x="69913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9" name="pixel-1566">
            <a:extLst>
              <a:ext uri="{FF2B5EF4-FFF2-40B4-BE49-F238E27FC236}">
                <a16:creationId xmlns:a16="http://schemas.microsoft.com/office/drawing/2014/main" id="{7EEE5B1B-B58C-4FD9-93CF-1C4664C9BBC5}"/>
              </a:ext>
            </a:extLst>
          </p:cNvPr>
          <p:cNvSpPr>
            <a:spLocks noGrp="1"/>
          </p:cNvSpPr>
          <p:nvPr/>
        </p:nvSpPr>
        <p:spPr>
          <a:xfrm>
            <a:off x="7639050" y="3124200"/>
            <a:ext cx="647700" cy="647700"/>
          </a:xfrm>
          <a:prstGeom prst="rect">
            <a:avLst/>
          </a:prstGeom>
          <a:solidFill>
            <a:srgbClr val="FFFFFF"/>
          </a:solidFill>
          <a:ln w="7144">
            <a:solidFill>
              <a:srgbClr val="98A1AA"/>
            </a:solidFill>
          </a:ln>
        </p:spPr>
      </p:sp>
      <p:sp>
        <p:nvSpPr>
          <p:cNvPr id="50" name="pixel-value-1567">
            <a:extLst>
              <a:ext uri="{FF2B5EF4-FFF2-40B4-BE49-F238E27FC236}">
                <a16:creationId xmlns:a16="http://schemas.microsoft.com/office/drawing/2014/main" id="{83834A23-D754-4C87-88A8-826540D1E973}"/>
              </a:ext>
            </a:extLst>
          </p:cNvPr>
          <p:cNvSpPr>
            <a:spLocks noGrp="1"/>
          </p:cNvSpPr>
          <p:nvPr/>
        </p:nvSpPr>
        <p:spPr>
          <a:xfrm>
            <a:off x="76390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1" name="pixel-1568">
            <a:extLst>
              <a:ext uri="{FF2B5EF4-FFF2-40B4-BE49-F238E27FC236}">
                <a16:creationId xmlns:a16="http://schemas.microsoft.com/office/drawing/2014/main" id="{5F4F2E53-F262-468D-89BC-4958CDFE3353}"/>
              </a:ext>
            </a:extLst>
          </p:cNvPr>
          <p:cNvSpPr>
            <a:spLocks noGrp="1"/>
          </p:cNvSpPr>
          <p:nvPr/>
        </p:nvSpPr>
        <p:spPr>
          <a:xfrm>
            <a:off x="8286750" y="3124200"/>
            <a:ext cx="647700" cy="647700"/>
          </a:xfrm>
          <a:prstGeom prst="rect">
            <a:avLst/>
          </a:prstGeom>
          <a:solidFill>
            <a:srgbClr val="303841"/>
          </a:solidFill>
          <a:ln w="7144">
            <a:solidFill>
              <a:srgbClr val="98A1AA"/>
            </a:solidFill>
          </a:ln>
        </p:spPr>
      </p:sp>
      <p:sp>
        <p:nvSpPr>
          <p:cNvPr id="52" name="pixel-value-1569">
            <a:extLst>
              <a:ext uri="{FF2B5EF4-FFF2-40B4-BE49-F238E27FC236}">
                <a16:creationId xmlns:a16="http://schemas.microsoft.com/office/drawing/2014/main" id="{553F90CE-A7EB-4F64-8FB6-AD93EF425810}"/>
              </a:ext>
            </a:extLst>
          </p:cNvPr>
          <p:cNvSpPr>
            <a:spLocks noGrp="1"/>
          </p:cNvSpPr>
          <p:nvPr/>
        </p:nvSpPr>
        <p:spPr>
          <a:xfrm>
            <a:off x="82867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3" name="pixel-1570">
            <a:extLst>
              <a:ext uri="{FF2B5EF4-FFF2-40B4-BE49-F238E27FC236}">
                <a16:creationId xmlns:a16="http://schemas.microsoft.com/office/drawing/2014/main" id="{CC593FB1-0A6C-41A9-82E1-F338B8739F5A}"/>
              </a:ext>
            </a:extLst>
          </p:cNvPr>
          <p:cNvSpPr>
            <a:spLocks noGrp="1"/>
          </p:cNvSpPr>
          <p:nvPr/>
        </p:nvSpPr>
        <p:spPr>
          <a:xfrm>
            <a:off x="8934450" y="3124200"/>
            <a:ext cx="647700" cy="647700"/>
          </a:xfrm>
          <a:prstGeom prst="rect">
            <a:avLst/>
          </a:prstGeom>
          <a:solidFill>
            <a:srgbClr val="FFFFFF"/>
          </a:solidFill>
          <a:ln w="7144">
            <a:solidFill>
              <a:srgbClr val="98A1AA"/>
            </a:solidFill>
          </a:ln>
        </p:spPr>
      </p:sp>
      <p:sp>
        <p:nvSpPr>
          <p:cNvPr id="54" name="pixel-value-1571">
            <a:extLst>
              <a:ext uri="{FF2B5EF4-FFF2-40B4-BE49-F238E27FC236}">
                <a16:creationId xmlns:a16="http://schemas.microsoft.com/office/drawing/2014/main" id="{16DD82AE-7F73-4334-9B37-0713FB7251FD}"/>
              </a:ext>
            </a:extLst>
          </p:cNvPr>
          <p:cNvSpPr>
            <a:spLocks noGrp="1"/>
          </p:cNvSpPr>
          <p:nvPr/>
        </p:nvSpPr>
        <p:spPr>
          <a:xfrm>
            <a:off x="89344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5" name="pixel-1572">
            <a:extLst>
              <a:ext uri="{FF2B5EF4-FFF2-40B4-BE49-F238E27FC236}">
                <a16:creationId xmlns:a16="http://schemas.microsoft.com/office/drawing/2014/main" id="{46A55340-0C42-4BA3-9CD2-1F23544E52DB}"/>
              </a:ext>
            </a:extLst>
          </p:cNvPr>
          <p:cNvSpPr>
            <a:spLocks noGrp="1"/>
          </p:cNvSpPr>
          <p:nvPr/>
        </p:nvSpPr>
        <p:spPr>
          <a:xfrm>
            <a:off x="6991350" y="3771900"/>
            <a:ext cx="647700" cy="647700"/>
          </a:xfrm>
          <a:prstGeom prst="rect">
            <a:avLst/>
          </a:prstGeom>
          <a:solidFill>
            <a:srgbClr val="FFFFFF"/>
          </a:solidFill>
          <a:ln w="7144">
            <a:solidFill>
              <a:srgbClr val="98A1AA"/>
            </a:solidFill>
          </a:ln>
        </p:spPr>
      </p:sp>
      <p:sp>
        <p:nvSpPr>
          <p:cNvPr id="56" name="pixel-value-1573">
            <a:extLst>
              <a:ext uri="{FF2B5EF4-FFF2-40B4-BE49-F238E27FC236}">
                <a16:creationId xmlns:a16="http://schemas.microsoft.com/office/drawing/2014/main" id="{7A47A1FB-2D08-4BF5-9FC0-F6B3AE392684}"/>
              </a:ext>
            </a:extLst>
          </p:cNvPr>
          <p:cNvSpPr>
            <a:spLocks noGrp="1"/>
          </p:cNvSpPr>
          <p:nvPr/>
        </p:nvSpPr>
        <p:spPr>
          <a:xfrm>
            <a:off x="69913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7" name="pixel-1574">
            <a:extLst>
              <a:ext uri="{FF2B5EF4-FFF2-40B4-BE49-F238E27FC236}">
                <a16:creationId xmlns:a16="http://schemas.microsoft.com/office/drawing/2014/main" id="{FB98D433-E228-4A62-89CD-F3E998C3800C}"/>
              </a:ext>
            </a:extLst>
          </p:cNvPr>
          <p:cNvSpPr>
            <a:spLocks noGrp="1"/>
          </p:cNvSpPr>
          <p:nvPr/>
        </p:nvSpPr>
        <p:spPr>
          <a:xfrm>
            <a:off x="7639050" y="3771900"/>
            <a:ext cx="647700" cy="647700"/>
          </a:xfrm>
          <a:prstGeom prst="rect">
            <a:avLst/>
          </a:prstGeom>
          <a:solidFill>
            <a:srgbClr val="303841"/>
          </a:solidFill>
          <a:ln w="7144">
            <a:solidFill>
              <a:srgbClr val="98A1AA"/>
            </a:solidFill>
          </a:ln>
        </p:spPr>
      </p:sp>
      <p:sp>
        <p:nvSpPr>
          <p:cNvPr id="58" name="pixel-value-1575">
            <a:extLst>
              <a:ext uri="{FF2B5EF4-FFF2-40B4-BE49-F238E27FC236}">
                <a16:creationId xmlns:a16="http://schemas.microsoft.com/office/drawing/2014/main" id="{314DFB5B-4156-49AF-9262-DE3F7BF1E399}"/>
              </a:ext>
            </a:extLst>
          </p:cNvPr>
          <p:cNvSpPr>
            <a:spLocks noGrp="1"/>
          </p:cNvSpPr>
          <p:nvPr/>
        </p:nvSpPr>
        <p:spPr>
          <a:xfrm>
            <a:off x="76390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9" name="pixel-1576">
            <a:extLst>
              <a:ext uri="{FF2B5EF4-FFF2-40B4-BE49-F238E27FC236}">
                <a16:creationId xmlns:a16="http://schemas.microsoft.com/office/drawing/2014/main" id="{24DCD66C-39F7-42C8-9D13-8822937EEED6}"/>
              </a:ext>
            </a:extLst>
          </p:cNvPr>
          <p:cNvSpPr>
            <a:spLocks noGrp="1"/>
          </p:cNvSpPr>
          <p:nvPr/>
        </p:nvSpPr>
        <p:spPr>
          <a:xfrm>
            <a:off x="8286750" y="3771900"/>
            <a:ext cx="647700" cy="647700"/>
          </a:xfrm>
          <a:prstGeom prst="rect">
            <a:avLst/>
          </a:prstGeom>
          <a:solidFill>
            <a:srgbClr val="FFFFFF"/>
          </a:solidFill>
          <a:ln w="7144">
            <a:solidFill>
              <a:srgbClr val="98A1AA"/>
            </a:solidFill>
          </a:ln>
        </p:spPr>
      </p:sp>
      <p:sp>
        <p:nvSpPr>
          <p:cNvPr id="60" name="pixel-value-1577">
            <a:extLst>
              <a:ext uri="{FF2B5EF4-FFF2-40B4-BE49-F238E27FC236}">
                <a16:creationId xmlns:a16="http://schemas.microsoft.com/office/drawing/2014/main" id="{B2C657FD-EE5E-47F8-BFA3-A448906059B3}"/>
              </a:ext>
            </a:extLst>
          </p:cNvPr>
          <p:cNvSpPr>
            <a:spLocks noGrp="1"/>
          </p:cNvSpPr>
          <p:nvPr/>
        </p:nvSpPr>
        <p:spPr>
          <a:xfrm>
            <a:off x="82867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1" name="pixel-1578">
            <a:extLst>
              <a:ext uri="{FF2B5EF4-FFF2-40B4-BE49-F238E27FC236}">
                <a16:creationId xmlns:a16="http://schemas.microsoft.com/office/drawing/2014/main" id="{308032CC-B4B9-4292-8B2E-EBC8A84E0D0F}"/>
              </a:ext>
            </a:extLst>
          </p:cNvPr>
          <p:cNvSpPr>
            <a:spLocks noGrp="1"/>
          </p:cNvSpPr>
          <p:nvPr/>
        </p:nvSpPr>
        <p:spPr>
          <a:xfrm>
            <a:off x="8934450" y="3771900"/>
            <a:ext cx="647700" cy="647700"/>
          </a:xfrm>
          <a:prstGeom prst="rect">
            <a:avLst/>
          </a:prstGeom>
          <a:solidFill>
            <a:srgbClr val="303841"/>
          </a:solidFill>
          <a:ln w="7144">
            <a:solidFill>
              <a:srgbClr val="98A1AA"/>
            </a:solidFill>
          </a:ln>
        </p:spPr>
      </p:sp>
      <p:sp>
        <p:nvSpPr>
          <p:cNvPr id="62" name="pixel-value-1579">
            <a:extLst>
              <a:ext uri="{FF2B5EF4-FFF2-40B4-BE49-F238E27FC236}">
                <a16:creationId xmlns:a16="http://schemas.microsoft.com/office/drawing/2014/main" id="{1A52AAAC-8190-4BD4-B693-52A5A4ECA54F}"/>
              </a:ext>
            </a:extLst>
          </p:cNvPr>
          <p:cNvSpPr>
            <a:spLocks noGrp="1"/>
          </p:cNvSpPr>
          <p:nvPr/>
        </p:nvSpPr>
        <p:spPr>
          <a:xfrm>
            <a:off x="89344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3" name="pixel-1580">
            <a:extLst>
              <a:ext uri="{FF2B5EF4-FFF2-40B4-BE49-F238E27FC236}">
                <a16:creationId xmlns:a16="http://schemas.microsoft.com/office/drawing/2014/main" id="{7A39D309-6954-4BB0-B40F-23AE442081D2}"/>
              </a:ext>
            </a:extLst>
          </p:cNvPr>
          <p:cNvSpPr>
            <a:spLocks noGrp="1"/>
          </p:cNvSpPr>
          <p:nvPr/>
        </p:nvSpPr>
        <p:spPr>
          <a:xfrm>
            <a:off x="6991350" y="4419600"/>
            <a:ext cx="647700" cy="647700"/>
          </a:xfrm>
          <a:prstGeom prst="rect">
            <a:avLst/>
          </a:prstGeom>
          <a:solidFill>
            <a:srgbClr val="303841"/>
          </a:solidFill>
          <a:ln w="7144">
            <a:solidFill>
              <a:srgbClr val="98A1AA"/>
            </a:solidFill>
          </a:ln>
        </p:spPr>
      </p:sp>
      <p:sp>
        <p:nvSpPr>
          <p:cNvPr id="64" name="pixel-value-1581">
            <a:extLst>
              <a:ext uri="{FF2B5EF4-FFF2-40B4-BE49-F238E27FC236}">
                <a16:creationId xmlns:a16="http://schemas.microsoft.com/office/drawing/2014/main" id="{495F35B4-0E11-42DF-B8F2-1EF6108292C1}"/>
              </a:ext>
            </a:extLst>
          </p:cNvPr>
          <p:cNvSpPr>
            <a:spLocks noGrp="1"/>
          </p:cNvSpPr>
          <p:nvPr/>
        </p:nvSpPr>
        <p:spPr>
          <a:xfrm>
            <a:off x="69913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5" name="pixel-1582">
            <a:extLst>
              <a:ext uri="{FF2B5EF4-FFF2-40B4-BE49-F238E27FC236}">
                <a16:creationId xmlns:a16="http://schemas.microsoft.com/office/drawing/2014/main" id="{C9F36B76-D5F8-4CF4-8AE6-EE2B49B744FD}"/>
              </a:ext>
            </a:extLst>
          </p:cNvPr>
          <p:cNvSpPr>
            <a:spLocks noGrp="1"/>
          </p:cNvSpPr>
          <p:nvPr/>
        </p:nvSpPr>
        <p:spPr>
          <a:xfrm>
            <a:off x="7639050" y="4419600"/>
            <a:ext cx="647700" cy="647700"/>
          </a:xfrm>
          <a:prstGeom prst="rect">
            <a:avLst/>
          </a:prstGeom>
          <a:solidFill>
            <a:srgbClr val="FFFFFF"/>
          </a:solidFill>
          <a:ln w="7144">
            <a:solidFill>
              <a:srgbClr val="98A1AA"/>
            </a:solidFill>
          </a:ln>
        </p:spPr>
      </p:sp>
      <p:sp>
        <p:nvSpPr>
          <p:cNvPr id="66" name="pixel-value-1583">
            <a:extLst>
              <a:ext uri="{FF2B5EF4-FFF2-40B4-BE49-F238E27FC236}">
                <a16:creationId xmlns:a16="http://schemas.microsoft.com/office/drawing/2014/main" id="{BF5CD616-AD90-464F-846D-CDDF83023916}"/>
              </a:ext>
            </a:extLst>
          </p:cNvPr>
          <p:cNvSpPr>
            <a:spLocks noGrp="1"/>
          </p:cNvSpPr>
          <p:nvPr/>
        </p:nvSpPr>
        <p:spPr>
          <a:xfrm>
            <a:off x="76390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7" name="pixel-1584">
            <a:extLst>
              <a:ext uri="{FF2B5EF4-FFF2-40B4-BE49-F238E27FC236}">
                <a16:creationId xmlns:a16="http://schemas.microsoft.com/office/drawing/2014/main" id="{0F8A9D60-4897-44C0-B2F8-C5D97758861D}"/>
              </a:ext>
            </a:extLst>
          </p:cNvPr>
          <p:cNvSpPr>
            <a:spLocks noGrp="1"/>
          </p:cNvSpPr>
          <p:nvPr/>
        </p:nvSpPr>
        <p:spPr>
          <a:xfrm>
            <a:off x="8286750" y="4419600"/>
            <a:ext cx="647700" cy="647700"/>
          </a:xfrm>
          <a:prstGeom prst="rect">
            <a:avLst/>
          </a:prstGeom>
          <a:solidFill>
            <a:srgbClr val="303841"/>
          </a:solidFill>
          <a:ln w="7144">
            <a:solidFill>
              <a:srgbClr val="98A1AA"/>
            </a:solidFill>
          </a:ln>
        </p:spPr>
      </p:sp>
      <p:sp>
        <p:nvSpPr>
          <p:cNvPr id="68" name="pixel-value-1585">
            <a:extLst>
              <a:ext uri="{FF2B5EF4-FFF2-40B4-BE49-F238E27FC236}">
                <a16:creationId xmlns:a16="http://schemas.microsoft.com/office/drawing/2014/main" id="{5491BA63-A905-47E5-8540-D2E4EEE10D54}"/>
              </a:ext>
            </a:extLst>
          </p:cNvPr>
          <p:cNvSpPr>
            <a:spLocks noGrp="1"/>
          </p:cNvSpPr>
          <p:nvPr/>
        </p:nvSpPr>
        <p:spPr>
          <a:xfrm>
            <a:off x="82867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9" name="pixel-1586">
            <a:extLst>
              <a:ext uri="{FF2B5EF4-FFF2-40B4-BE49-F238E27FC236}">
                <a16:creationId xmlns:a16="http://schemas.microsoft.com/office/drawing/2014/main" id="{382439B4-968D-4951-BBBC-71C010795D01}"/>
              </a:ext>
            </a:extLst>
          </p:cNvPr>
          <p:cNvSpPr>
            <a:spLocks noGrp="1"/>
          </p:cNvSpPr>
          <p:nvPr/>
        </p:nvSpPr>
        <p:spPr>
          <a:xfrm>
            <a:off x="8934450" y="4419600"/>
            <a:ext cx="647700" cy="647700"/>
          </a:xfrm>
          <a:prstGeom prst="rect">
            <a:avLst/>
          </a:prstGeom>
          <a:solidFill>
            <a:srgbClr val="FFFFFF"/>
          </a:solidFill>
          <a:ln w="7144">
            <a:solidFill>
              <a:srgbClr val="98A1AA"/>
            </a:solidFill>
          </a:ln>
        </p:spPr>
      </p:sp>
      <p:sp>
        <p:nvSpPr>
          <p:cNvPr id="70" name="pixel-value-1587">
            <a:extLst>
              <a:ext uri="{FF2B5EF4-FFF2-40B4-BE49-F238E27FC236}">
                <a16:creationId xmlns:a16="http://schemas.microsoft.com/office/drawing/2014/main" id="{E5D42775-BFF6-44C9-AED2-6941C4C6581B}"/>
              </a:ext>
            </a:extLst>
          </p:cNvPr>
          <p:cNvSpPr>
            <a:spLocks noGrp="1"/>
          </p:cNvSpPr>
          <p:nvPr/>
        </p:nvSpPr>
        <p:spPr>
          <a:xfrm>
            <a:off x="89344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71" name="uniform-title">
            <a:extLst>
              <a:ext uri="{FF2B5EF4-FFF2-40B4-BE49-F238E27FC236}">
                <a16:creationId xmlns:a16="http://schemas.microsoft.com/office/drawing/2014/main" id="{F63732FF-6431-409D-BCA6-64CD36C680DE}"/>
              </a:ext>
            </a:extLst>
          </p:cNvPr>
          <p:cNvSpPr>
            <a:spLocks noGrp="1"/>
          </p:cNvSpPr>
          <p:nvPr/>
        </p:nvSpPr>
        <p:spPr>
          <a:xfrm>
            <a:off x="99060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단색 4×4</a:t>
            </a:r>
          </a:p>
        </p:txBody>
      </p:sp>
      <p:sp>
        <p:nvSpPr>
          <p:cNvPr id="72" name="checker-title">
            <a:extLst>
              <a:ext uri="{FF2B5EF4-FFF2-40B4-BE49-F238E27FC236}">
                <a16:creationId xmlns:a16="http://schemas.microsoft.com/office/drawing/2014/main" id="{E9677403-6B28-47E6-AD1F-87C508D38D22}"/>
              </a:ext>
            </a:extLst>
          </p:cNvPr>
          <p:cNvSpPr>
            <a:spLocks noGrp="1"/>
          </p:cNvSpPr>
          <p:nvPr/>
        </p:nvSpPr>
        <p:spPr>
          <a:xfrm>
            <a:off x="699135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체커보드 4×4</a:t>
            </a:r>
          </a:p>
        </p:txBody>
      </p:sp>
      <p:sp>
        <p:nvSpPr>
          <p:cNvPr id="73" name="uniform-size">
            <a:extLst>
              <a:ext uri="{FF2B5EF4-FFF2-40B4-BE49-F238E27FC236}">
                <a16:creationId xmlns:a16="http://schemas.microsoft.com/office/drawing/2014/main" id="{73B80F8C-735B-40DF-B1EA-C325E3FA3A2C}"/>
              </a:ext>
            </a:extLst>
          </p:cNvPr>
          <p:cNvSpPr>
            <a:spLocks noGrp="1"/>
          </p:cNvSpPr>
          <p:nvPr/>
        </p:nvSpPr>
        <p:spPr>
          <a:xfrm>
            <a:off x="990600" y="5372100"/>
            <a:ext cx="4762500" cy="447675"/>
          </a:xfrm>
          <a:prstGeom prst="rect">
            <a:avLst/>
          </a:prstGeom>
          <a:noFill/>
          <a:ln w="0">
            <a:noFill/>
          </a:ln>
        </p:spPr>
        <p:txBody>
          <a:bodyPr wrap="none" lIns="0" tIns="0" rIns="0" bIns="0" anchor="t">
            <a:noAutofit/>
          </a:bodyPr>
          <a:lstStyle>
            <a:defPPr algn="l">
              <a:defRPr sz="2175" b="1">
                <a:solidFill>
                  <a:srgbClr val="21744F"/>
                </a:solidFill>
                <a:latin typeface="Malgun Gothic"/>
                <a:ea typeface="Malgun Gothic"/>
                <a:cs typeface="Malgun Gothic"/>
              </a:defRPr>
            </a:defPPr>
          </a:lstStyle>
          <a:p>
            <a:pPr algn="l">
              <a:lnSpc>
                <a:spcPct val="112000"/>
              </a:lnSpc>
              <a:buNone/>
              <a:defRPr sz="2175" b="1">
                <a:solidFill>
                  <a:srgbClr val="21744F"/>
                </a:solidFill>
                <a:latin typeface="Malgun Gothic"/>
                <a:ea typeface="Malgun Gothic"/>
                <a:cs typeface="Malgun Gothic"/>
              </a:defRPr>
            </a:pPr>
            <a:r>
              <a:rPr sz="2175" b="1">
                <a:solidFill>
                  <a:srgbClr val="21744F"/>
                </a:solidFill>
                <a:latin typeface="Malgun Gothic"/>
                <a:ea typeface="Malgun Gothic"/>
                <a:cs typeface="Malgun Gothic"/>
              </a:rPr>
              <a:t>16개 값 → 1글자</a:t>
            </a:r>
          </a:p>
        </p:txBody>
      </p:sp>
      <p:sp>
        <p:nvSpPr>
          <p:cNvPr id="74" name="checker-size">
            <a:extLst>
              <a:ext uri="{FF2B5EF4-FFF2-40B4-BE49-F238E27FC236}">
                <a16:creationId xmlns:a16="http://schemas.microsoft.com/office/drawing/2014/main" id="{CFBF1538-BF5F-4B2B-8522-25A609723DFD}"/>
              </a:ext>
            </a:extLst>
          </p:cNvPr>
          <p:cNvSpPr>
            <a:spLocks noGrp="1"/>
          </p:cNvSpPr>
          <p:nvPr/>
        </p:nvSpPr>
        <p:spPr>
          <a:xfrm>
            <a:off x="6991350" y="5372100"/>
            <a:ext cx="4591050" cy="447675"/>
          </a:xfrm>
          <a:prstGeom prst="rect">
            <a:avLst/>
          </a:prstGeom>
          <a:noFill/>
          <a:ln w="0">
            <a:noFill/>
          </a:ln>
        </p:spPr>
        <p:txBody>
          <a:bodyPr wrap="none" lIns="0" tIns="0" rIns="0" bIns="0" anchor="t">
            <a:noAutofit/>
          </a:bodyPr>
          <a:lstStyle>
            <a:defPPr algn="l">
              <a:defRPr sz="2175" b="1">
                <a:solidFill>
                  <a:srgbClr val="AD630C"/>
                </a:solidFill>
                <a:latin typeface="Malgun Gothic"/>
                <a:ea typeface="Malgun Gothic"/>
                <a:cs typeface="Malgun Gothic"/>
              </a:defRPr>
            </a:defPPr>
          </a:lstStyle>
          <a:p>
            <a:pPr algn="l">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16개 값 → 26글자</a:t>
            </a:r>
          </a:p>
        </p:txBody>
      </p:sp>
      <p:sp>
        <p:nvSpPr>
          <p:cNvPr id="75" name="caption">
            <a:extLst>
              <a:ext uri="{FF2B5EF4-FFF2-40B4-BE49-F238E27FC236}">
                <a16:creationId xmlns:a16="http://schemas.microsoft.com/office/drawing/2014/main" id="{808AFAC6-551D-49EC-8017-C2CB2B86D17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균일 영역은 유리하고, 끝까지 섞인 무늬는 괄호 때문에 표현이 더 길어질 수 있습니다.</a:t>
            </a:r>
          </a:p>
        </p:txBody>
      </p:sp>
    </p:spTree>
    <p:extLst>
      <p:ext uri="{BB962C8B-B14F-4D97-AF65-F5344CB8AC3E}">
        <p14:creationId xmlns:p14="http://schemas.microsoft.com/office/powerpoint/2010/main" val="268898097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shape-310">
            <a:extLst>
              <a:ext uri="{FF2B5EF4-FFF2-40B4-BE49-F238E27FC236}">
                <a16:creationId xmlns:a16="http://schemas.microsoft.com/office/drawing/2014/main" id="{AAF01CA9-2F12-4A4C-BAB8-5E0E1C6FF39E}"/>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311">
            <a:extLst>
              <a:ext uri="{FF2B5EF4-FFF2-40B4-BE49-F238E27FC236}">
                <a16:creationId xmlns:a16="http://schemas.microsoft.com/office/drawing/2014/main" id="{8EE3FCF8-D45B-4A25-A356-98F0687876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312">
            <a:extLst>
              <a:ext uri="{FF2B5EF4-FFF2-40B4-BE49-F238E27FC236}">
                <a16:creationId xmlns:a16="http://schemas.microsoft.com/office/drawing/2014/main" id="{0233FF2F-AC95-4FEE-8427-277B2CDFC32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함수의 입력: 지금 맡은 영역의 위치와 크기</a:t>
            </a:r>
          </a:p>
        </p:txBody>
      </p:sp>
      <p:sp>
        <p:nvSpPr>
          <p:cNvPr id="4" name="shape-313">
            <a:extLst>
              <a:ext uri="{FF2B5EF4-FFF2-40B4-BE49-F238E27FC236}">
                <a16:creationId xmlns:a16="http://schemas.microsoft.com/office/drawing/2014/main" id="{3CF3757D-E3CF-420F-98D5-70ED4FF9EB57}"/>
              </a:ext>
            </a:extLst>
          </p:cNvPr>
          <p:cNvSpPr>
            <a:spLocks noGrp="1"/>
          </p:cNvSpPr>
          <p:nvPr/>
        </p:nvSpPr>
        <p:spPr>
          <a:xfrm>
            <a:off x="609600" y="1381125"/>
            <a:ext cx="10972800" cy="9525"/>
          </a:xfrm>
          <a:prstGeom prst="rect">
            <a:avLst/>
          </a:prstGeom>
          <a:solidFill>
            <a:srgbClr val="151515"/>
          </a:solidFill>
          <a:ln w="0">
            <a:noFill/>
          </a:ln>
        </p:spPr>
      </p:sp>
      <p:sp>
        <p:nvSpPr>
          <p:cNvPr id="5" name="shape-314">
            <a:extLst>
              <a:ext uri="{FF2B5EF4-FFF2-40B4-BE49-F238E27FC236}">
                <a16:creationId xmlns:a16="http://schemas.microsoft.com/office/drawing/2014/main" id="{0F4FFE8A-8C23-4FBD-BA54-CD0DDC09AD3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F8B080C-D95D-4DA7-AC50-D8B604F6A27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209</a:t>
            </a:r>
            <a:endParaRPr sz="1050" b="0">
              <a:solidFill>
                <a:srgbClr val="151515"/>
              </a:solidFill>
              <a:latin typeface="Consolas"/>
              <a:ea typeface="Consolas"/>
              <a:cs typeface="Consolas"/>
            </a:endParaRPr>
          </a:p>
        </p:txBody>
      </p:sp>
      <p:sp>
        <p:nvSpPr>
          <p:cNvPr id="7" name="shape-316">
            <a:extLst>
              <a:ext uri="{FF2B5EF4-FFF2-40B4-BE49-F238E27FC236}">
                <a16:creationId xmlns:a16="http://schemas.microsoft.com/office/drawing/2014/main" id="{0C9E7B22-87CA-4325-B805-DEE2DA20850F}"/>
              </a:ext>
            </a:extLst>
          </p:cNvPr>
          <p:cNvSpPr>
            <a:spLocks noGrp="1"/>
          </p:cNvSpPr>
          <p:nvPr/>
        </p:nvSpPr>
        <p:spPr>
          <a:xfrm>
            <a:off x="609600" y="1724025"/>
            <a:ext cx="10972800" cy="37338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12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quadtree_compress(x, y, n, image)</a:t>
            </a:r>
          </a:p>
        </p:txBody>
      </p:sp>
      <p:sp>
        <p:nvSpPr>
          <p:cNvPr id="8" name="shape-317">
            <a:extLst>
              <a:ext uri="{FF2B5EF4-FFF2-40B4-BE49-F238E27FC236}">
                <a16:creationId xmlns:a16="http://schemas.microsoft.com/office/drawing/2014/main" id="{7F5DCAB4-E005-4C5C-8163-2E8D166B4691}"/>
              </a:ext>
            </a:extLst>
          </p:cNvPr>
          <p:cNvSpPr>
            <a:spLocks noGrp="1"/>
          </p:cNvSpPr>
          <p:nvPr/>
        </p:nvSpPr>
        <p:spPr>
          <a:xfrm>
            <a:off x="609600" y="2110740"/>
            <a:ext cx="10972800" cy="37338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12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현재 영역: (시작 행 x, 시작 열 y, 한 변 n)</a:t>
            </a:r>
          </a:p>
        </p:txBody>
      </p:sp>
      <p:sp>
        <p:nvSpPr>
          <p:cNvPr id="9" name="shape-318">
            <a:extLst>
              <a:ext uri="{FF2B5EF4-FFF2-40B4-BE49-F238E27FC236}">
                <a16:creationId xmlns:a16="http://schemas.microsoft.com/office/drawing/2014/main" id="{6A2129DC-7E17-4B94-AE34-294885C3EE81}"/>
              </a:ext>
            </a:extLst>
          </p:cNvPr>
          <p:cNvSpPr>
            <a:spLocks noGrp="1"/>
          </p:cNvSpPr>
          <p:nvPr/>
        </p:nvSpPr>
        <p:spPr>
          <a:xfrm>
            <a:off x="609600" y="2514600"/>
            <a:ext cx="5048250" cy="323850"/>
          </a:xfrm>
          <a:prstGeom prst="rect">
            <a:avLst/>
          </a:prstGeom>
          <a:noFill/>
          <a:ln w="0">
            <a:noFill/>
          </a:ln>
        </p:spPr>
        <p:txBody>
          <a:bodyPr wrap="none" lIns="0" tIns="0" rIns="0" bIns="0" anchor="t">
            <a:noAutofit/>
          </a:bodyPr>
          <a:lstStyle>
            <a:defPPr algn="l">
              <a:defRPr sz="1800" b="1">
                <a:solidFill>
                  <a:srgbClr val="AD630C"/>
                </a:solidFill>
                <a:latin typeface="Consolas"/>
                <a:ea typeface="Consolas"/>
                <a:cs typeface="Consolas"/>
              </a:defRPr>
            </a:defPPr>
          </a:lstStyle>
          <a:p>
            <a:pPr algn="l">
              <a:lnSpc>
                <a:spcPct val="112000"/>
              </a:lnSpc>
              <a:buNone/>
              <a:defRPr sz="1800" b="1">
                <a:solidFill>
                  <a:srgbClr val="AD630C"/>
                </a:solidFill>
                <a:latin typeface="Consolas"/>
                <a:ea typeface="Consolas"/>
                <a:cs typeface="Consolas"/>
              </a:defRPr>
            </a:pPr>
            <a:r>
              <a:rPr sz="1800" b="1">
                <a:solidFill>
                  <a:srgbClr val="AD630C"/>
                </a:solidFill>
                <a:latin typeface="Consolas"/>
                <a:ea typeface="Consolas"/>
                <a:cs typeface="Consolas"/>
              </a:rPr>
              <a:t>강조한 영역: x=0, y=0, n=2</a:t>
            </a:r>
          </a:p>
        </p:txBody>
      </p:sp>
      <p:sp>
        <p:nvSpPr>
          <p:cNvPr id="10" name="shape-319">
            <a:extLst>
              <a:ext uri="{FF2B5EF4-FFF2-40B4-BE49-F238E27FC236}">
                <a16:creationId xmlns:a16="http://schemas.microsoft.com/office/drawing/2014/main" id="{BE00383D-4540-468D-9EF7-22465F94A618}"/>
              </a:ext>
            </a:extLst>
          </p:cNvPr>
          <p:cNvSpPr>
            <a:spLocks noGrp="1"/>
          </p:cNvSpPr>
          <p:nvPr/>
        </p:nvSpPr>
        <p:spPr>
          <a:xfrm>
            <a:off x="895350" y="2886075"/>
            <a:ext cx="638175" cy="638175"/>
          </a:xfrm>
          <a:prstGeom prst="rect">
            <a:avLst/>
          </a:prstGeom>
          <a:solidFill>
            <a:srgbClr val="FFFFFF"/>
          </a:solidFill>
          <a:ln w="9525">
            <a:solidFill>
              <a:srgbClr val="A9B1B6"/>
            </a:solidFill>
          </a:ln>
        </p:spPr>
      </p:sp>
      <p:sp>
        <p:nvSpPr>
          <p:cNvPr id="11" name="shape-320">
            <a:extLst>
              <a:ext uri="{FF2B5EF4-FFF2-40B4-BE49-F238E27FC236}">
                <a16:creationId xmlns:a16="http://schemas.microsoft.com/office/drawing/2014/main" id="{27B5E916-728F-4000-840F-A29ED840B929}"/>
              </a:ext>
            </a:extLst>
          </p:cNvPr>
          <p:cNvSpPr>
            <a:spLocks noGrp="1"/>
          </p:cNvSpPr>
          <p:nvPr/>
        </p:nvSpPr>
        <p:spPr>
          <a:xfrm>
            <a:off x="895350" y="300094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12" name="shape-321">
            <a:extLst>
              <a:ext uri="{FF2B5EF4-FFF2-40B4-BE49-F238E27FC236}">
                <a16:creationId xmlns:a16="http://schemas.microsoft.com/office/drawing/2014/main" id="{E5EDC7CC-1900-4CCD-B3D3-0A4BA45C08FD}"/>
              </a:ext>
            </a:extLst>
          </p:cNvPr>
          <p:cNvSpPr>
            <a:spLocks noGrp="1"/>
          </p:cNvSpPr>
          <p:nvPr/>
        </p:nvSpPr>
        <p:spPr>
          <a:xfrm>
            <a:off x="1533525" y="2886075"/>
            <a:ext cx="638175" cy="638175"/>
          </a:xfrm>
          <a:prstGeom prst="rect">
            <a:avLst/>
          </a:prstGeom>
          <a:solidFill>
            <a:srgbClr val="FFFFFF"/>
          </a:solidFill>
          <a:ln w="9525">
            <a:solidFill>
              <a:srgbClr val="A9B1B6"/>
            </a:solidFill>
          </a:ln>
        </p:spPr>
      </p:sp>
      <p:sp>
        <p:nvSpPr>
          <p:cNvPr id="13" name="shape-322">
            <a:extLst>
              <a:ext uri="{FF2B5EF4-FFF2-40B4-BE49-F238E27FC236}">
                <a16:creationId xmlns:a16="http://schemas.microsoft.com/office/drawing/2014/main" id="{9D305185-DB40-4924-B6F8-2D01101D09DD}"/>
              </a:ext>
            </a:extLst>
          </p:cNvPr>
          <p:cNvSpPr>
            <a:spLocks noGrp="1"/>
          </p:cNvSpPr>
          <p:nvPr/>
        </p:nvSpPr>
        <p:spPr>
          <a:xfrm>
            <a:off x="1533525" y="300094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14" name="shape-323">
            <a:extLst>
              <a:ext uri="{FF2B5EF4-FFF2-40B4-BE49-F238E27FC236}">
                <a16:creationId xmlns:a16="http://schemas.microsoft.com/office/drawing/2014/main" id="{6344DD36-3F2C-4304-8CAC-378A6D782117}"/>
              </a:ext>
            </a:extLst>
          </p:cNvPr>
          <p:cNvSpPr>
            <a:spLocks noGrp="1"/>
          </p:cNvSpPr>
          <p:nvPr/>
        </p:nvSpPr>
        <p:spPr>
          <a:xfrm>
            <a:off x="2171700" y="2886075"/>
            <a:ext cx="638175" cy="638175"/>
          </a:xfrm>
          <a:prstGeom prst="rect">
            <a:avLst/>
          </a:prstGeom>
          <a:solidFill>
            <a:srgbClr val="26323B"/>
          </a:solidFill>
          <a:ln w="9525">
            <a:solidFill>
              <a:srgbClr val="A9B1B6"/>
            </a:solidFill>
          </a:ln>
        </p:spPr>
      </p:sp>
      <p:sp>
        <p:nvSpPr>
          <p:cNvPr id="15" name="shape-324">
            <a:extLst>
              <a:ext uri="{FF2B5EF4-FFF2-40B4-BE49-F238E27FC236}">
                <a16:creationId xmlns:a16="http://schemas.microsoft.com/office/drawing/2014/main" id="{78622E71-6211-4051-9F02-01AB3FE9B6F6}"/>
              </a:ext>
            </a:extLst>
          </p:cNvPr>
          <p:cNvSpPr>
            <a:spLocks noGrp="1"/>
          </p:cNvSpPr>
          <p:nvPr/>
        </p:nvSpPr>
        <p:spPr>
          <a:xfrm>
            <a:off x="2171700" y="3000947"/>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16" name="shape-325">
            <a:extLst>
              <a:ext uri="{FF2B5EF4-FFF2-40B4-BE49-F238E27FC236}">
                <a16:creationId xmlns:a16="http://schemas.microsoft.com/office/drawing/2014/main" id="{C28C3678-DB6C-4021-9DF1-C09B3ABD5C91}"/>
              </a:ext>
            </a:extLst>
          </p:cNvPr>
          <p:cNvSpPr>
            <a:spLocks noGrp="1"/>
          </p:cNvSpPr>
          <p:nvPr/>
        </p:nvSpPr>
        <p:spPr>
          <a:xfrm>
            <a:off x="2809875" y="2886075"/>
            <a:ext cx="638175" cy="638175"/>
          </a:xfrm>
          <a:prstGeom prst="rect">
            <a:avLst/>
          </a:prstGeom>
          <a:solidFill>
            <a:srgbClr val="26323B"/>
          </a:solidFill>
          <a:ln w="9525">
            <a:solidFill>
              <a:srgbClr val="A9B1B6"/>
            </a:solidFill>
          </a:ln>
        </p:spPr>
      </p:sp>
      <p:sp>
        <p:nvSpPr>
          <p:cNvPr id="17" name="shape-326">
            <a:extLst>
              <a:ext uri="{FF2B5EF4-FFF2-40B4-BE49-F238E27FC236}">
                <a16:creationId xmlns:a16="http://schemas.microsoft.com/office/drawing/2014/main" id="{4E98C276-74A7-47D0-8350-BD617435AF8B}"/>
              </a:ext>
            </a:extLst>
          </p:cNvPr>
          <p:cNvSpPr>
            <a:spLocks noGrp="1"/>
          </p:cNvSpPr>
          <p:nvPr/>
        </p:nvSpPr>
        <p:spPr>
          <a:xfrm>
            <a:off x="2809875" y="3000947"/>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18" name="shape-327">
            <a:extLst>
              <a:ext uri="{FF2B5EF4-FFF2-40B4-BE49-F238E27FC236}">
                <a16:creationId xmlns:a16="http://schemas.microsoft.com/office/drawing/2014/main" id="{BBA8F267-9F99-4DA2-A1CF-46E9E314EFD8}"/>
              </a:ext>
            </a:extLst>
          </p:cNvPr>
          <p:cNvSpPr>
            <a:spLocks noGrp="1"/>
          </p:cNvSpPr>
          <p:nvPr/>
        </p:nvSpPr>
        <p:spPr>
          <a:xfrm>
            <a:off x="895350" y="3524250"/>
            <a:ext cx="638175" cy="638175"/>
          </a:xfrm>
          <a:prstGeom prst="rect">
            <a:avLst/>
          </a:prstGeom>
          <a:solidFill>
            <a:srgbClr val="FFFFFF"/>
          </a:solidFill>
          <a:ln w="9525">
            <a:solidFill>
              <a:srgbClr val="A9B1B6"/>
            </a:solidFill>
          </a:ln>
        </p:spPr>
      </p:sp>
      <p:sp>
        <p:nvSpPr>
          <p:cNvPr id="19" name="shape-328">
            <a:extLst>
              <a:ext uri="{FF2B5EF4-FFF2-40B4-BE49-F238E27FC236}">
                <a16:creationId xmlns:a16="http://schemas.microsoft.com/office/drawing/2014/main" id="{E4313EA7-60EB-4854-A33A-88F60AA700E7}"/>
              </a:ext>
            </a:extLst>
          </p:cNvPr>
          <p:cNvSpPr>
            <a:spLocks noGrp="1"/>
          </p:cNvSpPr>
          <p:nvPr/>
        </p:nvSpPr>
        <p:spPr>
          <a:xfrm>
            <a:off x="895350" y="3639122"/>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20" name="shape-329">
            <a:extLst>
              <a:ext uri="{FF2B5EF4-FFF2-40B4-BE49-F238E27FC236}">
                <a16:creationId xmlns:a16="http://schemas.microsoft.com/office/drawing/2014/main" id="{05C5D1BB-7830-4AC2-B0B0-46D8EFB5AE87}"/>
              </a:ext>
            </a:extLst>
          </p:cNvPr>
          <p:cNvSpPr>
            <a:spLocks noGrp="1"/>
          </p:cNvSpPr>
          <p:nvPr/>
        </p:nvSpPr>
        <p:spPr>
          <a:xfrm>
            <a:off x="1533525" y="3524250"/>
            <a:ext cx="638175" cy="638175"/>
          </a:xfrm>
          <a:prstGeom prst="rect">
            <a:avLst/>
          </a:prstGeom>
          <a:solidFill>
            <a:srgbClr val="26323B"/>
          </a:solidFill>
          <a:ln w="9525">
            <a:solidFill>
              <a:srgbClr val="A9B1B6"/>
            </a:solidFill>
          </a:ln>
        </p:spPr>
      </p:sp>
      <p:sp>
        <p:nvSpPr>
          <p:cNvPr id="21" name="shape-330">
            <a:extLst>
              <a:ext uri="{FF2B5EF4-FFF2-40B4-BE49-F238E27FC236}">
                <a16:creationId xmlns:a16="http://schemas.microsoft.com/office/drawing/2014/main" id="{2572DCAA-E40A-413E-8ACC-2A59E16CFABB}"/>
              </a:ext>
            </a:extLst>
          </p:cNvPr>
          <p:cNvSpPr>
            <a:spLocks noGrp="1"/>
          </p:cNvSpPr>
          <p:nvPr/>
        </p:nvSpPr>
        <p:spPr>
          <a:xfrm>
            <a:off x="1533525" y="3639122"/>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22" name="shape-331">
            <a:extLst>
              <a:ext uri="{FF2B5EF4-FFF2-40B4-BE49-F238E27FC236}">
                <a16:creationId xmlns:a16="http://schemas.microsoft.com/office/drawing/2014/main" id="{034D0EC2-68FA-41E0-8EE8-9181DFF776F9}"/>
              </a:ext>
            </a:extLst>
          </p:cNvPr>
          <p:cNvSpPr>
            <a:spLocks noGrp="1"/>
          </p:cNvSpPr>
          <p:nvPr/>
        </p:nvSpPr>
        <p:spPr>
          <a:xfrm>
            <a:off x="2171700" y="3524250"/>
            <a:ext cx="638175" cy="638175"/>
          </a:xfrm>
          <a:prstGeom prst="rect">
            <a:avLst/>
          </a:prstGeom>
          <a:solidFill>
            <a:srgbClr val="26323B"/>
          </a:solidFill>
          <a:ln w="9525">
            <a:solidFill>
              <a:srgbClr val="A9B1B6"/>
            </a:solidFill>
          </a:ln>
        </p:spPr>
      </p:sp>
      <p:sp>
        <p:nvSpPr>
          <p:cNvPr id="23" name="shape-332">
            <a:extLst>
              <a:ext uri="{FF2B5EF4-FFF2-40B4-BE49-F238E27FC236}">
                <a16:creationId xmlns:a16="http://schemas.microsoft.com/office/drawing/2014/main" id="{BF32CDDC-69A0-4BDC-A9A1-A83001FD51A3}"/>
              </a:ext>
            </a:extLst>
          </p:cNvPr>
          <p:cNvSpPr>
            <a:spLocks noGrp="1"/>
          </p:cNvSpPr>
          <p:nvPr/>
        </p:nvSpPr>
        <p:spPr>
          <a:xfrm>
            <a:off x="2171700" y="3639122"/>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24" name="shape-333">
            <a:extLst>
              <a:ext uri="{FF2B5EF4-FFF2-40B4-BE49-F238E27FC236}">
                <a16:creationId xmlns:a16="http://schemas.microsoft.com/office/drawing/2014/main" id="{D258DB17-2C7F-4CA6-B30B-3538C13F0E1A}"/>
              </a:ext>
            </a:extLst>
          </p:cNvPr>
          <p:cNvSpPr>
            <a:spLocks noGrp="1"/>
          </p:cNvSpPr>
          <p:nvPr/>
        </p:nvSpPr>
        <p:spPr>
          <a:xfrm>
            <a:off x="2809875" y="3524250"/>
            <a:ext cx="638175" cy="638175"/>
          </a:xfrm>
          <a:prstGeom prst="rect">
            <a:avLst/>
          </a:prstGeom>
          <a:solidFill>
            <a:srgbClr val="26323B"/>
          </a:solidFill>
          <a:ln w="9525">
            <a:solidFill>
              <a:srgbClr val="A9B1B6"/>
            </a:solidFill>
          </a:ln>
        </p:spPr>
      </p:sp>
      <p:sp>
        <p:nvSpPr>
          <p:cNvPr id="25" name="shape-334">
            <a:extLst>
              <a:ext uri="{FF2B5EF4-FFF2-40B4-BE49-F238E27FC236}">
                <a16:creationId xmlns:a16="http://schemas.microsoft.com/office/drawing/2014/main" id="{83230472-7372-4E2B-949B-196476DEE78F}"/>
              </a:ext>
            </a:extLst>
          </p:cNvPr>
          <p:cNvSpPr>
            <a:spLocks noGrp="1"/>
          </p:cNvSpPr>
          <p:nvPr/>
        </p:nvSpPr>
        <p:spPr>
          <a:xfrm>
            <a:off x="2809875" y="3639122"/>
            <a:ext cx="638175" cy="395669"/>
          </a:xfrm>
          <a:prstGeom prst="rect">
            <a:avLst/>
          </a:prstGeom>
          <a:noFill/>
          <a:ln w="0">
            <a:noFill/>
          </a:ln>
        </p:spPr>
        <p:txBody>
          <a:bodyPr wrap="none" lIns="0" tIns="0" rIns="0" bIns="0" anchor="t">
            <a:noAutofit/>
          </a:bodyPr>
          <a:lstStyle>
            <a:defPPr algn="ctr">
              <a:defRPr sz="2161" b="0">
                <a:solidFill>
                  <a:srgbClr val="FFFFFF"/>
                </a:solidFill>
                <a:latin typeface="Consolas"/>
                <a:ea typeface="Consolas"/>
                <a:cs typeface="Consolas"/>
              </a:defRPr>
            </a:defPPr>
          </a:lstStyle>
          <a:p>
            <a:pPr algn="ctr">
              <a:lnSpc>
                <a:spcPct val="112000"/>
              </a:lnSpc>
              <a:buNone/>
              <a:defRPr sz="2161" b="0">
                <a:solidFill>
                  <a:srgbClr val="FFFFFF"/>
                </a:solidFill>
                <a:latin typeface="Consolas"/>
                <a:ea typeface="Consolas"/>
                <a:cs typeface="Consolas"/>
              </a:defRPr>
            </a:pPr>
            <a:r>
              <a:rPr sz="2161" b="0">
                <a:solidFill>
                  <a:srgbClr val="FFFFFF"/>
                </a:solidFill>
                <a:latin typeface="Consolas"/>
                <a:ea typeface="Consolas"/>
                <a:cs typeface="Consolas"/>
              </a:rPr>
              <a:t>1</a:t>
            </a:r>
          </a:p>
        </p:txBody>
      </p:sp>
      <p:sp>
        <p:nvSpPr>
          <p:cNvPr id="26" name="shape-335">
            <a:extLst>
              <a:ext uri="{FF2B5EF4-FFF2-40B4-BE49-F238E27FC236}">
                <a16:creationId xmlns:a16="http://schemas.microsoft.com/office/drawing/2014/main" id="{1D5C81F0-77F2-4061-800D-01D4B142E131}"/>
              </a:ext>
            </a:extLst>
          </p:cNvPr>
          <p:cNvSpPr>
            <a:spLocks noGrp="1"/>
          </p:cNvSpPr>
          <p:nvPr/>
        </p:nvSpPr>
        <p:spPr>
          <a:xfrm>
            <a:off x="895350" y="4162425"/>
            <a:ext cx="638175" cy="638175"/>
          </a:xfrm>
          <a:prstGeom prst="rect">
            <a:avLst/>
          </a:prstGeom>
          <a:solidFill>
            <a:srgbClr val="FFFFFF"/>
          </a:solidFill>
          <a:ln w="9525">
            <a:solidFill>
              <a:srgbClr val="A9B1B6"/>
            </a:solidFill>
          </a:ln>
        </p:spPr>
      </p:sp>
      <p:sp>
        <p:nvSpPr>
          <p:cNvPr id="27" name="shape-336">
            <a:extLst>
              <a:ext uri="{FF2B5EF4-FFF2-40B4-BE49-F238E27FC236}">
                <a16:creationId xmlns:a16="http://schemas.microsoft.com/office/drawing/2014/main" id="{DE33602D-B5CC-4114-8817-A8368DE42C50}"/>
              </a:ext>
            </a:extLst>
          </p:cNvPr>
          <p:cNvSpPr>
            <a:spLocks noGrp="1"/>
          </p:cNvSpPr>
          <p:nvPr/>
        </p:nvSpPr>
        <p:spPr>
          <a:xfrm>
            <a:off x="895350"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28" name="shape-337">
            <a:extLst>
              <a:ext uri="{FF2B5EF4-FFF2-40B4-BE49-F238E27FC236}">
                <a16:creationId xmlns:a16="http://schemas.microsoft.com/office/drawing/2014/main" id="{05FFFEC6-3946-4EDA-8E1B-4D0400FD6A96}"/>
              </a:ext>
            </a:extLst>
          </p:cNvPr>
          <p:cNvSpPr>
            <a:spLocks noGrp="1"/>
          </p:cNvSpPr>
          <p:nvPr/>
        </p:nvSpPr>
        <p:spPr>
          <a:xfrm>
            <a:off x="1533525" y="4162425"/>
            <a:ext cx="638175" cy="638175"/>
          </a:xfrm>
          <a:prstGeom prst="rect">
            <a:avLst/>
          </a:prstGeom>
          <a:solidFill>
            <a:srgbClr val="FFFFFF"/>
          </a:solidFill>
          <a:ln w="9525">
            <a:solidFill>
              <a:srgbClr val="A9B1B6"/>
            </a:solidFill>
          </a:ln>
        </p:spPr>
      </p:sp>
      <p:sp>
        <p:nvSpPr>
          <p:cNvPr id="29" name="shape-338">
            <a:extLst>
              <a:ext uri="{FF2B5EF4-FFF2-40B4-BE49-F238E27FC236}">
                <a16:creationId xmlns:a16="http://schemas.microsoft.com/office/drawing/2014/main" id="{67AC3D54-95A6-4165-8870-99EC9E4970F2}"/>
              </a:ext>
            </a:extLst>
          </p:cNvPr>
          <p:cNvSpPr>
            <a:spLocks noGrp="1"/>
          </p:cNvSpPr>
          <p:nvPr/>
        </p:nvSpPr>
        <p:spPr>
          <a:xfrm>
            <a:off x="1533525"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0" name="shape-339">
            <a:extLst>
              <a:ext uri="{FF2B5EF4-FFF2-40B4-BE49-F238E27FC236}">
                <a16:creationId xmlns:a16="http://schemas.microsoft.com/office/drawing/2014/main" id="{210F0592-1B9E-41EC-954F-3CCC0EFAB78B}"/>
              </a:ext>
            </a:extLst>
          </p:cNvPr>
          <p:cNvSpPr>
            <a:spLocks noGrp="1"/>
          </p:cNvSpPr>
          <p:nvPr/>
        </p:nvSpPr>
        <p:spPr>
          <a:xfrm>
            <a:off x="2171700" y="4162425"/>
            <a:ext cx="638175" cy="638175"/>
          </a:xfrm>
          <a:prstGeom prst="rect">
            <a:avLst/>
          </a:prstGeom>
          <a:solidFill>
            <a:srgbClr val="FFFFFF"/>
          </a:solidFill>
          <a:ln w="9525">
            <a:solidFill>
              <a:srgbClr val="A9B1B6"/>
            </a:solidFill>
          </a:ln>
        </p:spPr>
      </p:sp>
      <p:sp>
        <p:nvSpPr>
          <p:cNvPr id="31" name="shape-340">
            <a:extLst>
              <a:ext uri="{FF2B5EF4-FFF2-40B4-BE49-F238E27FC236}">
                <a16:creationId xmlns:a16="http://schemas.microsoft.com/office/drawing/2014/main" id="{89B3EB1C-C99C-43B0-8266-7FECBAFCD31B}"/>
              </a:ext>
            </a:extLst>
          </p:cNvPr>
          <p:cNvSpPr>
            <a:spLocks noGrp="1"/>
          </p:cNvSpPr>
          <p:nvPr/>
        </p:nvSpPr>
        <p:spPr>
          <a:xfrm>
            <a:off x="2171700"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2" name="shape-341">
            <a:extLst>
              <a:ext uri="{FF2B5EF4-FFF2-40B4-BE49-F238E27FC236}">
                <a16:creationId xmlns:a16="http://schemas.microsoft.com/office/drawing/2014/main" id="{2FAF2DFC-3779-4712-948D-318208B11720}"/>
              </a:ext>
            </a:extLst>
          </p:cNvPr>
          <p:cNvSpPr>
            <a:spLocks noGrp="1"/>
          </p:cNvSpPr>
          <p:nvPr/>
        </p:nvSpPr>
        <p:spPr>
          <a:xfrm>
            <a:off x="2809875" y="4162425"/>
            <a:ext cx="638175" cy="638175"/>
          </a:xfrm>
          <a:prstGeom prst="rect">
            <a:avLst/>
          </a:prstGeom>
          <a:solidFill>
            <a:srgbClr val="FFFFFF"/>
          </a:solidFill>
          <a:ln w="9525">
            <a:solidFill>
              <a:srgbClr val="A9B1B6"/>
            </a:solidFill>
          </a:ln>
        </p:spPr>
      </p:sp>
      <p:sp>
        <p:nvSpPr>
          <p:cNvPr id="33" name="shape-342">
            <a:extLst>
              <a:ext uri="{FF2B5EF4-FFF2-40B4-BE49-F238E27FC236}">
                <a16:creationId xmlns:a16="http://schemas.microsoft.com/office/drawing/2014/main" id="{8C0A422D-8DAC-42D3-B5F3-E164247390AE}"/>
              </a:ext>
            </a:extLst>
          </p:cNvPr>
          <p:cNvSpPr>
            <a:spLocks noGrp="1"/>
          </p:cNvSpPr>
          <p:nvPr/>
        </p:nvSpPr>
        <p:spPr>
          <a:xfrm>
            <a:off x="2809875" y="4277297"/>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4" name="shape-343">
            <a:extLst>
              <a:ext uri="{FF2B5EF4-FFF2-40B4-BE49-F238E27FC236}">
                <a16:creationId xmlns:a16="http://schemas.microsoft.com/office/drawing/2014/main" id="{C8DF4139-2D2F-4F3F-A804-3CF87315A2D0}"/>
              </a:ext>
            </a:extLst>
          </p:cNvPr>
          <p:cNvSpPr>
            <a:spLocks noGrp="1"/>
          </p:cNvSpPr>
          <p:nvPr/>
        </p:nvSpPr>
        <p:spPr>
          <a:xfrm>
            <a:off x="895350" y="4800600"/>
            <a:ext cx="638175" cy="638175"/>
          </a:xfrm>
          <a:prstGeom prst="rect">
            <a:avLst/>
          </a:prstGeom>
          <a:solidFill>
            <a:srgbClr val="FFFFFF"/>
          </a:solidFill>
          <a:ln w="9525">
            <a:solidFill>
              <a:srgbClr val="A9B1B6"/>
            </a:solidFill>
          </a:ln>
        </p:spPr>
      </p:sp>
      <p:sp>
        <p:nvSpPr>
          <p:cNvPr id="35" name="shape-344">
            <a:extLst>
              <a:ext uri="{FF2B5EF4-FFF2-40B4-BE49-F238E27FC236}">
                <a16:creationId xmlns:a16="http://schemas.microsoft.com/office/drawing/2014/main" id="{DCF2C85B-69BA-489E-BCDF-7D7C3AD2F592}"/>
              </a:ext>
            </a:extLst>
          </p:cNvPr>
          <p:cNvSpPr>
            <a:spLocks noGrp="1"/>
          </p:cNvSpPr>
          <p:nvPr/>
        </p:nvSpPr>
        <p:spPr>
          <a:xfrm>
            <a:off x="895350"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6" name="shape-345">
            <a:extLst>
              <a:ext uri="{FF2B5EF4-FFF2-40B4-BE49-F238E27FC236}">
                <a16:creationId xmlns:a16="http://schemas.microsoft.com/office/drawing/2014/main" id="{638F4587-F3D6-4499-A485-DF7324AA6D90}"/>
              </a:ext>
            </a:extLst>
          </p:cNvPr>
          <p:cNvSpPr>
            <a:spLocks noGrp="1"/>
          </p:cNvSpPr>
          <p:nvPr/>
        </p:nvSpPr>
        <p:spPr>
          <a:xfrm>
            <a:off x="1533525" y="4800600"/>
            <a:ext cx="638175" cy="638175"/>
          </a:xfrm>
          <a:prstGeom prst="rect">
            <a:avLst/>
          </a:prstGeom>
          <a:solidFill>
            <a:srgbClr val="FFFFFF"/>
          </a:solidFill>
          <a:ln w="9525">
            <a:solidFill>
              <a:srgbClr val="A9B1B6"/>
            </a:solidFill>
          </a:ln>
        </p:spPr>
      </p:sp>
      <p:sp>
        <p:nvSpPr>
          <p:cNvPr id="37" name="shape-346">
            <a:extLst>
              <a:ext uri="{FF2B5EF4-FFF2-40B4-BE49-F238E27FC236}">
                <a16:creationId xmlns:a16="http://schemas.microsoft.com/office/drawing/2014/main" id="{FEB0EF25-E6FB-43B5-B7B9-CB502BCA1147}"/>
              </a:ext>
            </a:extLst>
          </p:cNvPr>
          <p:cNvSpPr>
            <a:spLocks noGrp="1"/>
          </p:cNvSpPr>
          <p:nvPr/>
        </p:nvSpPr>
        <p:spPr>
          <a:xfrm>
            <a:off x="1533525"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38" name="shape-347">
            <a:extLst>
              <a:ext uri="{FF2B5EF4-FFF2-40B4-BE49-F238E27FC236}">
                <a16:creationId xmlns:a16="http://schemas.microsoft.com/office/drawing/2014/main" id="{6B12E187-8462-4FCC-88AB-7DD499375DDE}"/>
              </a:ext>
            </a:extLst>
          </p:cNvPr>
          <p:cNvSpPr>
            <a:spLocks noGrp="1"/>
          </p:cNvSpPr>
          <p:nvPr/>
        </p:nvSpPr>
        <p:spPr>
          <a:xfrm>
            <a:off x="2171700" y="4800600"/>
            <a:ext cx="638175" cy="638175"/>
          </a:xfrm>
          <a:prstGeom prst="rect">
            <a:avLst/>
          </a:prstGeom>
          <a:solidFill>
            <a:srgbClr val="FFFFFF"/>
          </a:solidFill>
          <a:ln w="9525">
            <a:solidFill>
              <a:srgbClr val="A9B1B6"/>
            </a:solidFill>
          </a:ln>
        </p:spPr>
      </p:sp>
      <p:sp>
        <p:nvSpPr>
          <p:cNvPr id="39" name="shape-348">
            <a:extLst>
              <a:ext uri="{FF2B5EF4-FFF2-40B4-BE49-F238E27FC236}">
                <a16:creationId xmlns:a16="http://schemas.microsoft.com/office/drawing/2014/main" id="{82BE0223-79C7-4F7C-A1D4-D3B4E768CB0D}"/>
              </a:ext>
            </a:extLst>
          </p:cNvPr>
          <p:cNvSpPr>
            <a:spLocks noGrp="1"/>
          </p:cNvSpPr>
          <p:nvPr/>
        </p:nvSpPr>
        <p:spPr>
          <a:xfrm>
            <a:off x="2171700"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40" name="shape-349">
            <a:extLst>
              <a:ext uri="{FF2B5EF4-FFF2-40B4-BE49-F238E27FC236}">
                <a16:creationId xmlns:a16="http://schemas.microsoft.com/office/drawing/2014/main" id="{D2315B45-0B08-45B4-88D5-A437724F1D95}"/>
              </a:ext>
            </a:extLst>
          </p:cNvPr>
          <p:cNvSpPr>
            <a:spLocks noGrp="1"/>
          </p:cNvSpPr>
          <p:nvPr/>
        </p:nvSpPr>
        <p:spPr>
          <a:xfrm>
            <a:off x="2809875" y="4800600"/>
            <a:ext cx="638175" cy="638175"/>
          </a:xfrm>
          <a:prstGeom prst="rect">
            <a:avLst/>
          </a:prstGeom>
          <a:solidFill>
            <a:srgbClr val="FFFFFF"/>
          </a:solidFill>
          <a:ln w="9525">
            <a:solidFill>
              <a:srgbClr val="A9B1B6"/>
            </a:solidFill>
          </a:ln>
        </p:spPr>
      </p:sp>
      <p:sp>
        <p:nvSpPr>
          <p:cNvPr id="41" name="shape-350">
            <a:extLst>
              <a:ext uri="{FF2B5EF4-FFF2-40B4-BE49-F238E27FC236}">
                <a16:creationId xmlns:a16="http://schemas.microsoft.com/office/drawing/2014/main" id="{F019CA43-E9B2-44A0-8496-A974568723E5}"/>
              </a:ext>
            </a:extLst>
          </p:cNvPr>
          <p:cNvSpPr>
            <a:spLocks noGrp="1"/>
          </p:cNvSpPr>
          <p:nvPr/>
        </p:nvSpPr>
        <p:spPr>
          <a:xfrm>
            <a:off x="2809875" y="4915471"/>
            <a:ext cx="638175" cy="395669"/>
          </a:xfrm>
          <a:prstGeom prst="rect">
            <a:avLst/>
          </a:prstGeom>
          <a:noFill/>
          <a:ln w="0">
            <a:noFill/>
          </a:ln>
        </p:spPr>
        <p:txBody>
          <a:bodyPr wrap="none" lIns="0" tIns="0" rIns="0" bIns="0" anchor="t">
            <a:noAutofit/>
          </a:bodyPr>
          <a:lstStyle>
            <a:defPPr algn="ctr">
              <a:defRPr sz="2161" b="0">
                <a:solidFill>
                  <a:srgbClr val="151515"/>
                </a:solidFill>
                <a:latin typeface="Consolas"/>
                <a:ea typeface="Consolas"/>
                <a:cs typeface="Consolas"/>
              </a:defRPr>
            </a:defPPr>
          </a:lstStyle>
          <a:p>
            <a:pPr algn="ctr">
              <a:lnSpc>
                <a:spcPct val="112000"/>
              </a:lnSpc>
              <a:buNone/>
              <a:defRPr sz="2161" b="0">
                <a:solidFill>
                  <a:srgbClr val="151515"/>
                </a:solidFill>
                <a:latin typeface="Consolas"/>
                <a:ea typeface="Consolas"/>
                <a:cs typeface="Consolas"/>
              </a:defRPr>
            </a:pPr>
            <a:r>
              <a:rPr sz="2161" b="0">
                <a:solidFill>
                  <a:srgbClr val="151515"/>
                </a:solidFill>
                <a:latin typeface="Consolas"/>
                <a:ea typeface="Consolas"/>
                <a:cs typeface="Consolas"/>
              </a:rPr>
              <a:t>0</a:t>
            </a:r>
          </a:p>
        </p:txBody>
      </p:sp>
      <p:sp>
        <p:nvSpPr>
          <p:cNvPr id="42" name="shape-351">
            <a:extLst>
              <a:ext uri="{FF2B5EF4-FFF2-40B4-BE49-F238E27FC236}">
                <a16:creationId xmlns:a16="http://schemas.microsoft.com/office/drawing/2014/main" id="{CFFA0929-468E-4FF3-8A1F-66B7F39762F3}"/>
              </a:ext>
            </a:extLst>
          </p:cNvPr>
          <p:cNvSpPr>
            <a:spLocks noGrp="1"/>
          </p:cNvSpPr>
          <p:nvPr/>
        </p:nvSpPr>
        <p:spPr>
          <a:xfrm>
            <a:off x="2157413" y="2886075"/>
            <a:ext cx="28575" cy="2552700"/>
          </a:xfrm>
          <a:prstGeom prst="rect">
            <a:avLst/>
          </a:prstGeom>
          <a:solidFill>
            <a:srgbClr val="146995"/>
          </a:solidFill>
          <a:ln w="0">
            <a:noFill/>
          </a:ln>
        </p:spPr>
      </p:sp>
      <p:sp>
        <p:nvSpPr>
          <p:cNvPr id="43" name="shape-352">
            <a:extLst>
              <a:ext uri="{FF2B5EF4-FFF2-40B4-BE49-F238E27FC236}">
                <a16:creationId xmlns:a16="http://schemas.microsoft.com/office/drawing/2014/main" id="{5E0AB179-6E62-4329-A7DD-7A6BD0CB046E}"/>
              </a:ext>
            </a:extLst>
          </p:cNvPr>
          <p:cNvSpPr>
            <a:spLocks noGrp="1"/>
          </p:cNvSpPr>
          <p:nvPr/>
        </p:nvSpPr>
        <p:spPr>
          <a:xfrm>
            <a:off x="895350" y="4148138"/>
            <a:ext cx="2552700" cy="28575"/>
          </a:xfrm>
          <a:prstGeom prst="rect">
            <a:avLst/>
          </a:prstGeom>
          <a:solidFill>
            <a:srgbClr val="146995"/>
          </a:solidFill>
          <a:ln w="0">
            <a:noFill/>
          </a:ln>
        </p:spPr>
      </p:sp>
      <p:sp>
        <p:nvSpPr>
          <p:cNvPr id="44" name="shape-353">
            <a:extLst>
              <a:ext uri="{FF2B5EF4-FFF2-40B4-BE49-F238E27FC236}">
                <a16:creationId xmlns:a16="http://schemas.microsoft.com/office/drawing/2014/main" id="{507DE9A3-3CD4-4F69-BAA4-712940DFADF0}"/>
              </a:ext>
            </a:extLst>
          </p:cNvPr>
          <p:cNvSpPr>
            <a:spLocks noGrp="1"/>
          </p:cNvSpPr>
          <p:nvPr/>
        </p:nvSpPr>
        <p:spPr>
          <a:xfrm>
            <a:off x="895350" y="2886075"/>
            <a:ext cx="1276350" cy="1276350"/>
          </a:xfrm>
          <a:prstGeom prst="rect">
            <a:avLst/>
          </a:prstGeom>
          <a:noFill/>
          <a:ln w="38100">
            <a:solidFill>
              <a:srgbClr val="AD630C"/>
            </a:solidFill>
          </a:ln>
        </p:spPr>
      </p:sp>
      <p:sp>
        <p:nvSpPr>
          <p:cNvPr id="45" name="shape-354">
            <a:extLst>
              <a:ext uri="{FF2B5EF4-FFF2-40B4-BE49-F238E27FC236}">
                <a16:creationId xmlns:a16="http://schemas.microsoft.com/office/drawing/2014/main" id="{F860B56A-A21C-4886-9167-D88389E284CD}"/>
              </a:ext>
            </a:extLst>
          </p:cNvPr>
          <p:cNvSpPr>
            <a:spLocks noGrp="1"/>
          </p:cNvSpPr>
          <p:nvPr/>
        </p:nvSpPr>
        <p:spPr>
          <a:xfrm>
            <a:off x="5829300" y="2867025"/>
            <a:ext cx="5743575" cy="92392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행: x부터 x+n-1까지</a:t>
            </a:r>
          </a:p>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열: y부터 y+n-1까지</a:t>
            </a:r>
          </a:p>
        </p:txBody>
      </p:sp>
      <p:sp>
        <p:nvSpPr>
          <p:cNvPr id="46" name="shape-355">
            <a:extLst>
              <a:ext uri="{FF2B5EF4-FFF2-40B4-BE49-F238E27FC236}">
                <a16:creationId xmlns:a16="http://schemas.microsoft.com/office/drawing/2014/main" id="{C89EFBA8-8256-453C-AF0B-C90D40D19ADA}"/>
              </a:ext>
            </a:extLst>
          </p:cNvPr>
          <p:cNvSpPr>
            <a:spLocks noGrp="1"/>
          </p:cNvSpPr>
          <p:nvPr/>
        </p:nvSpPr>
        <p:spPr>
          <a:xfrm>
            <a:off x="5829300" y="4552950"/>
            <a:ext cx="5743575" cy="952500"/>
          </a:xfrm>
          <a:prstGeom prst="rect">
            <a:avLst/>
          </a:prstGeom>
          <a:noFill/>
          <a:ln w="0">
            <a:noFill/>
          </a:ln>
        </p:spPr>
        <p:txBody>
          <a:bodyPr wrap="none" lIns="0" tIns="0" rIns="0" bIns="0" anchor="t">
            <a:noAutofit/>
          </a:bodyPr>
          <a:lstStyle>
            <a:defPPr algn="l">
              <a:defRPr sz="2175" b="0">
                <a:solidFill>
                  <a:srgbClr val="146995"/>
                </a:solidFill>
                <a:latin typeface="Malgun Gothic"/>
                <a:ea typeface="Malgun Gothic"/>
                <a:cs typeface="Malgun Gothic"/>
              </a:defRPr>
            </a:defPPr>
          </a:lstStyle>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모든 색이 첫 칸과 같으면</a:t>
            </a:r>
          </a:p>
          <a:p>
            <a:pPr algn="l">
              <a:lnSpc>
                <a:spcPct val="112000"/>
              </a:lnSpc>
              <a:buNone/>
              <a:defRPr sz="2175" b="0">
                <a:solidFill>
                  <a:srgbClr val="146995"/>
                </a:solidFill>
                <a:latin typeface="Malgun Gothic"/>
                <a:ea typeface="Malgun Gothic"/>
                <a:cs typeface="Malgun Gothic"/>
              </a:defRPr>
            </a:pPr>
            <a:r>
              <a:rPr sz="2175" b="0">
                <a:solidFill>
                  <a:srgbClr val="146995"/>
                </a:solidFill>
                <a:latin typeface="Malgun Gothic"/>
                <a:ea typeface="Malgun Gothic"/>
                <a:cs typeface="Malgun Gothic"/>
              </a:rPr>
              <a:t>return str(color)</a:t>
            </a:r>
          </a:p>
        </p:txBody>
      </p:sp>
      <p:sp>
        <p:nvSpPr>
          <p:cNvPr id="47" name="shape-356">
            <a:extLst>
              <a:ext uri="{FF2B5EF4-FFF2-40B4-BE49-F238E27FC236}">
                <a16:creationId xmlns:a16="http://schemas.microsoft.com/office/drawing/2014/main" id="{18A15C2C-9FF1-4A88-A6AC-1AF36896748E}"/>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n은 한 변의 칸 수이며 1, 2, 4, 8, …입니다. 이 영역의 전체 칸 수는 n×n입니다.</a:t>
            </a:r>
          </a:p>
        </p:txBody>
      </p:sp>
    </p:spTree>
    <p:extLst>
      <p:ext uri="{BB962C8B-B14F-4D97-AF65-F5344CB8AC3E}">
        <p14:creationId xmlns:p14="http://schemas.microsoft.com/office/powerpoint/2010/main" val="45388591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hape-357">
            <a:extLst>
              <a:ext uri="{FF2B5EF4-FFF2-40B4-BE49-F238E27FC236}">
                <a16:creationId xmlns:a16="http://schemas.microsoft.com/office/drawing/2014/main" id="{0E47CC1B-0926-43FD-918D-B7727BAA0DC0}"/>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358">
            <a:extLst>
              <a:ext uri="{FF2B5EF4-FFF2-40B4-BE49-F238E27FC236}">
                <a16:creationId xmlns:a16="http://schemas.microsoft.com/office/drawing/2014/main" id="{A07EF929-190F-4038-9601-6E072B6A129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359">
            <a:extLst>
              <a:ext uri="{FF2B5EF4-FFF2-40B4-BE49-F238E27FC236}">
                <a16:creationId xmlns:a16="http://schemas.microsoft.com/office/drawing/2014/main" id="{CB8C6928-6BEF-4245-8BB3-5C434F0400D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혼합 영역의 네 호출: 크기는 절반으로</a:t>
            </a:r>
          </a:p>
        </p:txBody>
      </p:sp>
      <p:sp>
        <p:nvSpPr>
          <p:cNvPr id="4" name="shape-360">
            <a:extLst>
              <a:ext uri="{FF2B5EF4-FFF2-40B4-BE49-F238E27FC236}">
                <a16:creationId xmlns:a16="http://schemas.microsoft.com/office/drawing/2014/main" id="{FC93BC19-929A-4D2A-B882-DC6F83B744AB}"/>
              </a:ext>
            </a:extLst>
          </p:cNvPr>
          <p:cNvSpPr>
            <a:spLocks noGrp="1"/>
          </p:cNvSpPr>
          <p:nvPr/>
        </p:nvSpPr>
        <p:spPr>
          <a:xfrm>
            <a:off x="609600" y="1381125"/>
            <a:ext cx="10972800" cy="9525"/>
          </a:xfrm>
          <a:prstGeom prst="rect">
            <a:avLst/>
          </a:prstGeom>
          <a:solidFill>
            <a:srgbClr val="151515"/>
          </a:solidFill>
          <a:ln w="0">
            <a:noFill/>
          </a:ln>
        </p:spPr>
      </p:sp>
      <p:sp>
        <p:nvSpPr>
          <p:cNvPr id="5" name="shape-361">
            <a:extLst>
              <a:ext uri="{FF2B5EF4-FFF2-40B4-BE49-F238E27FC236}">
                <a16:creationId xmlns:a16="http://schemas.microsoft.com/office/drawing/2014/main" id="{180309B7-10E6-467F-BA93-06D1C88CC94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2F2C273-68A1-473D-AA5A-52F3FAB76A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210</a:t>
            </a:r>
            <a:endParaRPr sz="1050" b="0">
              <a:solidFill>
                <a:srgbClr val="151515"/>
              </a:solidFill>
              <a:latin typeface="Consolas"/>
              <a:ea typeface="Consolas"/>
              <a:cs typeface="Consolas"/>
            </a:endParaRPr>
          </a:p>
        </p:txBody>
      </p:sp>
      <p:sp>
        <p:nvSpPr>
          <p:cNvPr id="7" name="shape-363">
            <a:extLst>
              <a:ext uri="{FF2B5EF4-FFF2-40B4-BE49-F238E27FC236}">
                <a16:creationId xmlns:a16="http://schemas.microsoft.com/office/drawing/2014/main" id="{8455291D-06ED-44A3-956E-454EE7C67C8C}"/>
              </a:ext>
            </a:extLst>
          </p:cNvPr>
          <p:cNvSpPr>
            <a:spLocks noGrp="1"/>
          </p:cNvSpPr>
          <p:nvPr/>
        </p:nvSpPr>
        <p:spPr>
          <a:xfrm>
            <a:off x="609600" y="1743075"/>
            <a:ext cx="4857750" cy="409575"/>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12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예: x=0, y=0, n=4</a:t>
            </a:r>
          </a:p>
        </p:txBody>
      </p:sp>
      <p:sp>
        <p:nvSpPr>
          <p:cNvPr id="8" name="shape-364">
            <a:extLst>
              <a:ext uri="{FF2B5EF4-FFF2-40B4-BE49-F238E27FC236}">
                <a16:creationId xmlns:a16="http://schemas.microsoft.com/office/drawing/2014/main" id="{8EAAD711-4251-4BAD-8B64-49577BBDAB32}"/>
              </a:ext>
            </a:extLst>
          </p:cNvPr>
          <p:cNvSpPr>
            <a:spLocks noGrp="1"/>
          </p:cNvSpPr>
          <p:nvPr/>
        </p:nvSpPr>
        <p:spPr>
          <a:xfrm>
            <a:off x="895350" y="2590800"/>
            <a:ext cx="685800" cy="685800"/>
          </a:xfrm>
          <a:prstGeom prst="rect">
            <a:avLst/>
          </a:prstGeom>
          <a:solidFill>
            <a:srgbClr val="FFFFFF"/>
          </a:solidFill>
          <a:ln w="9525">
            <a:solidFill>
              <a:srgbClr val="A9B1B6"/>
            </a:solidFill>
          </a:ln>
        </p:spPr>
      </p:sp>
      <p:sp>
        <p:nvSpPr>
          <p:cNvPr id="9" name="shape-365">
            <a:extLst>
              <a:ext uri="{FF2B5EF4-FFF2-40B4-BE49-F238E27FC236}">
                <a16:creationId xmlns:a16="http://schemas.microsoft.com/office/drawing/2014/main" id="{E90F56AB-488F-48E2-94C8-6A0E89FBB81D}"/>
              </a:ext>
            </a:extLst>
          </p:cNvPr>
          <p:cNvSpPr>
            <a:spLocks noGrp="1"/>
          </p:cNvSpPr>
          <p:nvPr/>
        </p:nvSpPr>
        <p:spPr>
          <a:xfrm>
            <a:off x="895350" y="27142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0" name="shape-366">
            <a:extLst>
              <a:ext uri="{FF2B5EF4-FFF2-40B4-BE49-F238E27FC236}">
                <a16:creationId xmlns:a16="http://schemas.microsoft.com/office/drawing/2014/main" id="{A10E3F22-B483-41AE-98D1-5BBD0F8CED4C}"/>
              </a:ext>
            </a:extLst>
          </p:cNvPr>
          <p:cNvSpPr>
            <a:spLocks noGrp="1"/>
          </p:cNvSpPr>
          <p:nvPr/>
        </p:nvSpPr>
        <p:spPr>
          <a:xfrm>
            <a:off x="1581150" y="2590800"/>
            <a:ext cx="685800" cy="685800"/>
          </a:xfrm>
          <a:prstGeom prst="rect">
            <a:avLst/>
          </a:prstGeom>
          <a:solidFill>
            <a:srgbClr val="FFFFFF"/>
          </a:solidFill>
          <a:ln w="9525">
            <a:solidFill>
              <a:srgbClr val="A9B1B6"/>
            </a:solidFill>
          </a:ln>
        </p:spPr>
      </p:sp>
      <p:sp>
        <p:nvSpPr>
          <p:cNvPr id="11" name="shape-367">
            <a:extLst>
              <a:ext uri="{FF2B5EF4-FFF2-40B4-BE49-F238E27FC236}">
                <a16:creationId xmlns:a16="http://schemas.microsoft.com/office/drawing/2014/main" id="{74B86344-E39E-4C66-9A85-02A12E8649E0}"/>
              </a:ext>
            </a:extLst>
          </p:cNvPr>
          <p:cNvSpPr>
            <a:spLocks noGrp="1"/>
          </p:cNvSpPr>
          <p:nvPr/>
        </p:nvSpPr>
        <p:spPr>
          <a:xfrm>
            <a:off x="1581150" y="27142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2" name="shape-368">
            <a:extLst>
              <a:ext uri="{FF2B5EF4-FFF2-40B4-BE49-F238E27FC236}">
                <a16:creationId xmlns:a16="http://schemas.microsoft.com/office/drawing/2014/main" id="{5B7D7A05-E2FE-4875-97DB-31FD7344A60C}"/>
              </a:ext>
            </a:extLst>
          </p:cNvPr>
          <p:cNvSpPr>
            <a:spLocks noGrp="1"/>
          </p:cNvSpPr>
          <p:nvPr/>
        </p:nvSpPr>
        <p:spPr>
          <a:xfrm>
            <a:off x="2266950" y="2590800"/>
            <a:ext cx="685800" cy="685800"/>
          </a:xfrm>
          <a:prstGeom prst="rect">
            <a:avLst/>
          </a:prstGeom>
          <a:solidFill>
            <a:srgbClr val="26323B"/>
          </a:solidFill>
          <a:ln w="9525">
            <a:solidFill>
              <a:srgbClr val="A9B1B6"/>
            </a:solidFill>
          </a:ln>
        </p:spPr>
      </p:sp>
      <p:sp>
        <p:nvSpPr>
          <p:cNvPr id="13" name="shape-369">
            <a:extLst>
              <a:ext uri="{FF2B5EF4-FFF2-40B4-BE49-F238E27FC236}">
                <a16:creationId xmlns:a16="http://schemas.microsoft.com/office/drawing/2014/main" id="{F06069ED-F0D4-4990-8097-4F0FECA2B415}"/>
              </a:ext>
            </a:extLst>
          </p:cNvPr>
          <p:cNvSpPr>
            <a:spLocks noGrp="1"/>
          </p:cNvSpPr>
          <p:nvPr/>
        </p:nvSpPr>
        <p:spPr>
          <a:xfrm>
            <a:off x="2266950" y="27142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14" name="shape-370">
            <a:extLst>
              <a:ext uri="{FF2B5EF4-FFF2-40B4-BE49-F238E27FC236}">
                <a16:creationId xmlns:a16="http://schemas.microsoft.com/office/drawing/2014/main" id="{1FBC6531-2620-4E37-94EA-93D2BF716098}"/>
              </a:ext>
            </a:extLst>
          </p:cNvPr>
          <p:cNvSpPr>
            <a:spLocks noGrp="1"/>
          </p:cNvSpPr>
          <p:nvPr/>
        </p:nvSpPr>
        <p:spPr>
          <a:xfrm>
            <a:off x="2952750" y="2590800"/>
            <a:ext cx="685800" cy="685800"/>
          </a:xfrm>
          <a:prstGeom prst="rect">
            <a:avLst/>
          </a:prstGeom>
          <a:solidFill>
            <a:srgbClr val="26323B"/>
          </a:solidFill>
          <a:ln w="9525">
            <a:solidFill>
              <a:srgbClr val="A9B1B6"/>
            </a:solidFill>
          </a:ln>
        </p:spPr>
      </p:sp>
      <p:sp>
        <p:nvSpPr>
          <p:cNvPr id="15" name="shape-371">
            <a:extLst>
              <a:ext uri="{FF2B5EF4-FFF2-40B4-BE49-F238E27FC236}">
                <a16:creationId xmlns:a16="http://schemas.microsoft.com/office/drawing/2014/main" id="{40865095-38F8-4DBA-A213-CE693FAE7466}"/>
              </a:ext>
            </a:extLst>
          </p:cNvPr>
          <p:cNvSpPr>
            <a:spLocks noGrp="1"/>
          </p:cNvSpPr>
          <p:nvPr/>
        </p:nvSpPr>
        <p:spPr>
          <a:xfrm>
            <a:off x="2952750" y="27142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16" name="shape-372">
            <a:extLst>
              <a:ext uri="{FF2B5EF4-FFF2-40B4-BE49-F238E27FC236}">
                <a16:creationId xmlns:a16="http://schemas.microsoft.com/office/drawing/2014/main" id="{5CB2F758-5DDF-4CB2-B3B1-4CD3A190466F}"/>
              </a:ext>
            </a:extLst>
          </p:cNvPr>
          <p:cNvSpPr>
            <a:spLocks noGrp="1"/>
          </p:cNvSpPr>
          <p:nvPr/>
        </p:nvSpPr>
        <p:spPr>
          <a:xfrm>
            <a:off x="895350" y="3276600"/>
            <a:ext cx="685800" cy="685800"/>
          </a:xfrm>
          <a:prstGeom prst="rect">
            <a:avLst/>
          </a:prstGeom>
          <a:solidFill>
            <a:srgbClr val="FFFFFF"/>
          </a:solidFill>
          <a:ln w="9525">
            <a:solidFill>
              <a:srgbClr val="A9B1B6"/>
            </a:solidFill>
          </a:ln>
        </p:spPr>
      </p:sp>
      <p:sp>
        <p:nvSpPr>
          <p:cNvPr id="17" name="shape-373">
            <a:extLst>
              <a:ext uri="{FF2B5EF4-FFF2-40B4-BE49-F238E27FC236}">
                <a16:creationId xmlns:a16="http://schemas.microsoft.com/office/drawing/2014/main" id="{0FAD99FE-E971-4563-847B-8372531F73E0}"/>
              </a:ext>
            </a:extLst>
          </p:cNvPr>
          <p:cNvSpPr>
            <a:spLocks noGrp="1"/>
          </p:cNvSpPr>
          <p:nvPr/>
        </p:nvSpPr>
        <p:spPr>
          <a:xfrm>
            <a:off x="895350" y="34000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8" name="shape-374">
            <a:extLst>
              <a:ext uri="{FF2B5EF4-FFF2-40B4-BE49-F238E27FC236}">
                <a16:creationId xmlns:a16="http://schemas.microsoft.com/office/drawing/2014/main" id="{431ADE44-36FC-4F46-BF01-065ED84E44CC}"/>
              </a:ext>
            </a:extLst>
          </p:cNvPr>
          <p:cNvSpPr>
            <a:spLocks noGrp="1"/>
          </p:cNvSpPr>
          <p:nvPr/>
        </p:nvSpPr>
        <p:spPr>
          <a:xfrm>
            <a:off x="1581150" y="3276600"/>
            <a:ext cx="685800" cy="685800"/>
          </a:xfrm>
          <a:prstGeom prst="rect">
            <a:avLst/>
          </a:prstGeom>
          <a:solidFill>
            <a:srgbClr val="FFFFFF"/>
          </a:solidFill>
          <a:ln w="9525">
            <a:solidFill>
              <a:srgbClr val="A9B1B6"/>
            </a:solidFill>
          </a:ln>
        </p:spPr>
      </p:sp>
      <p:sp>
        <p:nvSpPr>
          <p:cNvPr id="19" name="shape-375">
            <a:extLst>
              <a:ext uri="{FF2B5EF4-FFF2-40B4-BE49-F238E27FC236}">
                <a16:creationId xmlns:a16="http://schemas.microsoft.com/office/drawing/2014/main" id="{9982FE0F-D30C-4B23-A83E-3DEEE9B426AC}"/>
              </a:ext>
            </a:extLst>
          </p:cNvPr>
          <p:cNvSpPr>
            <a:spLocks noGrp="1"/>
          </p:cNvSpPr>
          <p:nvPr/>
        </p:nvSpPr>
        <p:spPr>
          <a:xfrm>
            <a:off x="1581150" y="34000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0" name="shape-376">
            <a:extLst>
              <a:ext uri="{FF2B5EF4-FFF2-40B4-BE49-F238E27FC236}">
                <a16:creationId xmlns:a16="http://schemas.microsoft.com/office/drawing/2014/main" id="{7EDE89EC-3D24-42A5-B751-2C0C6F66A5F1}"/>
              </a:ext>
            </a:extLst>
          </p:cNvPr>
          <p:cNvSpPr>
            <a:spLocks noGrp="1"/>
          </p:cNvSpPr>
          <p:nvPr/>
        </p:nvSpPr>
        <p:spPr>
          <a:xfrm>
            <a:off x="2266950" y="3276600"/>
            <a:ext cx="685800" cy="685800"/>
          </a:xfrm>
          <a:prstGeom prst="rect">
            <a:avLst/>
          </a:prstGeom>
          <a:solidFill>
            <a:srgbClr val="26323B"/>
          </a:solidFill>
          <a:ln w="9525">
            <a:solidFill>
              <a:srgbClr val="A9B1B6"/>
            </a:solidFill>
          </a:ln>
        </p:spPr>
      </p:sp>
      <p:sp>
        <p:nvSpPr>
          <p:cNvPr id="21" name="shape-377">
            <a:extLst>
              <a:ext uri="{FF2B5EF4-FFF2-40B4-BE49-F238E27FC236}">
                <a16:creationId xmlns:a16="http://schemas.microsoft.com/office/drawing/2014/main" id="{2EC7E319-3ACC-4CC2-8731-BD86B6D039E3}"/>
              </a:ext>
            </a:extLst>
          </p:cNvPr>
          <p:cNvSpPr>
            <a:spLocks noGrp="1"/>
          </p:cNvSpPr>
          <p:nvPr/>
        </p:nvSpPr>
        <p:spPr>
          <a:xfrm>
            <a:off x="2266950" y="34000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2" name="shape-378">
            <a:extLst>
              <a:ext uri="{FF2B5EF4-FFF2-40B4-BE49-F238E27FC236}">
                <a16:creationId xmlns:a16="http://schemas.microsoft.com/office/drawing/2014/main" id="{985F7C84-5316-4E2D-9A16-193BAB0C4BB1}"/>
              </a:ext>
            </a:extLst>
          </p:cNvPr>
          <p:cNvSpPr>
            <a:spLocks noGrp="1"/>
          </p:cNvSpPr>
          <p:nvPr/>
        </p:nvSpPr>
        <p:spPr>
          <a:xfrm>
            <a:off x="2952750" y="3276600"/>
            <a:ext cx="685800" cy="685800"/>
          </a:xfrm>
          <a:prstGeom prst="rect">
            <a:avLst/>
          </a:prstGeom>
          <a:solidFill>
            <a:srgbClr val="26323B"/>
          </a:solidFill>
          <a:ln w="9525">
            <a:solidFill>
              <a:srgbClr val="A9B1B6"/>
            </a:solidFill>
          </a:ln>
        </p:spPr>
      </p:sp>
      <p:sp>
        <p:nvSpPr>
          <p:cNvPr id="23" name="shape-379">
            <a:extLst>
              <a:ext uri="{FF2B5EF4-FFF2-40B4-BE49-F238E27FC236}">
                <a16:creationId xmlns:a16="http://schemas.microsoft.com/office/drawing/2014/main" id="{0EDF2C51-0CC8-4C48-B946-A9BCD83D8FC7}"/>
              </a:ext>
            </a:extLst>
          </p:cNvPr>
          <p:cNvSpPr>
            <a:spLocks noGrp="1"/>
          </p:cNvSpPr>
          <p:nvPr/>
        </p:nvSpPr>
        <p:spPr>
          <a:xfrm>
            <a:off x="2952750" y="34000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4" name="shape-380">
            <a:extLst>
              <a:ext uri="{FF2B5EF4-FFF2-40B4-BE49-F238E27FC236}">
                <a16:creationId xmlns:a16="http://schemas.microsoft.com/office/drawing/2014/main" id="{ECD3C85D-1558-4E75-A383-4A5E50C68533}"/>
              </a:ext>
            </a:extLst>
          </p:cNvPr>
          <p:cNvSpPr>
            <a:spLocks noGrp="1"/>
          </p:cNvSpPr>
          <p:nvPr/>
        </p:nvSpPr>
        <p:spPr>
          <a:xfrm>
            <a:off x="895350" y="3962400"/>
            <a:ext cx="685800" cy="685800"/>
          </a:xfrm>
          <a:prstGeom prst="rect">
            <a:avLst/>
          </a:prstGeom>
          <a:solidFill>
            <a:srgbClr val="26323B"/>
          </a:solidFill>
          <a:ln w="9525">
            <a:solidFill>
              <a:srgbClr val="A9B1B6"/>
            </a:solidFill>
          </a:ln>
        </p:spPr>
      </p:sp>
      <p:sp>
        <p:nvSpPr>
          <p:cNvPr id="25" name="shape-381">
            <a:extLst>
              <a:ext uri="{FF2B5EF4-FFF2-40B4-BE49-F238E27FC236}">
                <a16:creationId xmlns:a16="http://schemas.microsoft.com/office/drawing/2014/main" id="{2DCB454A-12F7-4288-B1A0-3829212FB720}"/>
              </a:ext>
            </a:extLst>
          </p:cNvPr>
          <p:cNvSpPr>
            <a:spLocks noGrp="1"/>
          </p:cNvSpPr>
          <p:nvPr/>
        </p:nvSpPr>
        <p:spPr>
          <a:xfrm>
            <a:off x="895350" y="40858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6" name="shape-382">
            <a:extLst>
              <a:ext uri="{FF2B5EF4-FFF2-40B4-BE49-F238E27FC236}">
                <a16:creationId xmlns:a16="http://schemas.microsoft.com/office/drawing/2014/main" id="{781AE78A-0013-4FC9-8F12-8CA6CFF1352D}"/>
              </a:ext>
            </a:extLst>
          </p:cNvPr>
          <p:cNvSpPr>
            <a:spLocks noGrp="1"/>
          </p:cNvSpPr>
          <p:nvPr/>
        </p:nvSpPr>
        <p:spPr>
          <a:xfrm>
            <a:off x="1581150" y="3962400"/>
            <a:ext cx="685800" cy="685800"/>
          </a:xfrm>
          <a:prstGeom prst="rect">
            <a:avLst/>
          </a:prstGeom>
          <a:solidFill>
            <a:srgbClr val="26323B"/>
          </a:solidFill>
          <a:ln w="9525">
            <a:solidFill>
              <a:srgbClr val="A9B1B6"/>
            </a:solidFill>
          </a:ln>
        </p:spPr>
      </p:sp>
      <p:sp>
        <p:nvSpPr>
          <p:cNvPr id="27" name="shape-383">
            <a:extLst>
              <a:ext uri="{FF2B5EF4-FFF2-40B4-BE49-F238E27FC236}">
                <a16:creationId xmlns:a16="http://schemas.microsoft.com/office/drawing/2014/main" id="{F2E1D846-8F08-4B88-AFC6-1ADABC75F2E4}"/>
              </a:ext>
            </a:extLst>
          </p:cNvPr>
          <p:cNvSpPr>
            <a:spLocks noGrp="1"/>
          </p:cNvSpPr>
          <p:nvPr/>
        </p:nvSpPr>
        <p:spPr>
          <a:xfrm>
            <a:off x="1581150" y="40858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28" name="shape-384">
            <a:extLst>
              <a:ext uri="{FF2B5EF4-FFF2-40B4-BE49-F238E27FC236}">
                <a16:creationId xmlns:a16="http://schemas.microsoft.com/office/drawing/2014/main" id="{EE082DA2-73D7-4401-85FB-6FA1CC90E4A4}"/>
              </a:ext>
            </a:extLst>
          </p:cNvPr>
          <p:cNvSpPr>
            <a:spLocks noGrp="1"/>
          </p:cNvSpPr>
          <p:nvPr/>
        </p:nvSpPr>
        <p:spPr>
          <a:xfrm>
            <a:off x="2266950" y="3962400"/>
            <a:ext cx="685800" cy="685800"/>
          </a:xfrm>
          <a:prstGeom prst="rect">
            <a:avLst/>
          </a:prstGeom>
          <a:solidFill>
            <a:srgbClr val="FFFFFF"/>
          </a:solidFill>
          <a:ln w="9525">
            <a:solidFill>
              <a:srgbClr val="A9B1B6"/>
            </a:solidFill>
          </a:ln>
        </p:spPr>
      </p:sp>
      <p:sp>
        <p:nvSpPr>
          <p:cNvPr id="29" name="shape-385">
            <a:extLst>
              <a:ext uri="{FF2B5EF4-FFF2-40B4-BE49-F238E27FC236}">
                <a16:creationId xmlns:a16="http://schemas.microsoft.com/office/drawing/2014/main" id="{6BA788CC-43DA-4D81-BBF4-A85658F568F8}"/>
              </a:ext>
            </a:extLst>
          </p:cNvPr>
          <p:cNvSpPr>
            <a:spLocks noGrp="1"/>
          </p:cNvSpPr>
          <p:nvPr/>
        </p:nvSpPr>
        <p:spPr>
          <a:xfrm>
            <a:off x="2266950" y="40858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0" name="shape-386">
            <a:extLst>
              <a:ext uri="{FF2B5EF4-FFF2-40B4-BE49-F238E27FC236}">
                <a16:creationId xmlns:a16="http://schemas.microsoft.com/office/drawing/2014/main" id="{947D66D8-E995-4374-B51A-D121CA330737}"/>
              </a:ext>
            </a:extLst>
          </p:cNvPr>
          <p:cNvSpPr>
            <a:spLocks noGrp="1"/>
          </p:cNvSpPr>
          <p:nvPr/>
        </p:nvSpPr>
        <p:spPr>
          <a:xfrm>
            <a:off x="2952750" y="3962400"/>
            <a:ext cx="685800" cy="685800"/>
          </a:xfrm>
          <a:prstGeom prst="rect">
            <a:avLst/>
          </a:prstGeom>
          <a:solidFill>
            <a:srgbClr val="FFFFFF"/>
          </a:solidFill>
          <a:ln w="9525">
            <a:solidFill>
              <a:srgbClr val="A9B1B6"/>
            </a:solidFill>
          </a:ln>
        </p:spPr>
      </p:sp>
      <p:sp>
        <p:nvSpPr>
          <p:cNvPr id="31" name="shape-387">
            <a:extLst>
              <a:ext uri="{FF2B5EF4-FFF2-40B4-BE49-F238E27FC236}">
                <a16:creationId xmlns:a16="http://schemas.microsoft.com/office/drawing/2014/main" id="{971D387B-72A7-45E5-9259-493CB0479D84}"/>
              </a:ext>
            </a:extLst>
          </p:cNvPr>
          <p:cNvSpPr>
            <a:spLocks noGrp="1"/>
          </p:cNvSpPr>
          <p:nvPr/>
        </p:nvSpPr>
        <p:spPr>
          <a:xfrm>
            <a:off x="2952750" y="40858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2" name="shape-388">
            <a:extLst>
              <a:ext uri="{FF2B5EF4-FFF2-40B4-BE49-F238E27FC236}">
                <a16:creationId xmlns:a16="http://schemas.microsoft.com/office/drawing/2014/main" id="{906A9BD9-082E-4198-AEDE-053C9A89E2CA}"/>
              </a:ext>
            </a:extLst>
          </p:cNvPr>
          <p:cNvSpPr>
            <a:spLocks noGrp="1"/>
          </p:cNvSpPr>
          <p:nvPr/>
        </p:nvSpPr>
        <p:spPr>
          <a:xfrm>
            <a:off x="895350" y="4648200"/>
            <a:ext cx="685800" cy="685800"/>
          </a:xfrm>
          <a:prstGeom prst="rect">
            <a:avLst/>
          </a:prstGeom>
          <a:solidFill>
            <a:srgbClr val="26323B"/>
          </a:solidFill>
          <a:ln w="9525">
            <a:solidFill>
              <a:srgbClr val="A9B1B6"/>
            </a:solidFill>
          </a:ln>
        </p:spPr>
      </p:sp>
      <p:sp>
        <p:nvSpPr>
          <p:cNvPr id="33" name="shape-389">
            <a:extLst>
              <a:ext uri="{FF2B5EF4-FFF2-40B4-BE49-F238E27FC236}">
                <a16:creationId xmlns:a16="http://schemas.microsoft.com/office/drawing/2014/main" id="{73D71E44-86C6-41DA-9934-E5DE22E60727}"/>
              </a:ext>
            </a:extLst>
          </p:cNvPr>
          <p:cNvSpPr>
            <a:spLocks noGrp="1"/>
          </p:cNvSpPr>
          <p:nvPr/>
        </p:nvSpPr>
        <p:spPr>
          <a:xfrm>
            <a:off x="895350" y="47716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34" name="shape-390">
            <a:extLst>
              <a:ext uri="{FF2B5EF4-FFF2-40B4-BE49-F238E27FC236}">
                <a16:creationId xmlns:a16="http://schemas.microsoft.com/office/drawing/2014/main" id="{1ED63208-07D2-4C65-AFF0-73C138E21245}"/>
              </a:ext>
            </a:extLst>
          </p:cNvPr>
          <p:cNvSpPr>
            <a:spLocks noGrp="1"/>
          </p:cNvSpPr>
          <p:nvPr/>
        </p:nvSpPr>
        <p:spPr>
          <a:xfrm>
            <a:off x="1581150" y="4648200"/>
            <a:ext cx="685800" cy="685800"/>
          </a:xfrm>
          <a:prstGeom prst="rect">
            <a:avLst/>
          </a:prstGeom>
          <a:solidFill>
            <a:srgbClr val="26323B"/>
          </a:solidFill>
          <a:ln w="9525">
            <a:solidFill>
              <a:srgbClr val="A9B1B6"/>
            </a:solidFill>
          </a:ln>
        </p:spPr>
      </p:sp>
      <p:sp>
        <p:nvSpPr>
          <p:cNvPr id="35" name="shape-391">
            <a:extLst>
              <a:ext uri="{FF2B5EF4-FFF2-40B4-BE49-F238E27FC236}">
                <a16:creationId xmlns:a16="http://schemas.microsoft.com/office/drawing/2014/main" id="{AC0A0A13-81EC-4F5B-94C3-1F177692F2B6}"/>
              </a:ext>
            </a:extLst>
          </p:cNvPr>
          <p:cNvSpPr>
            <a:spLocks noGrp="1"/>
          </p:cNvSpPr>
          <p:nvPr/>
        </p:nvSpPr>
        <p:spPr>
          <a:xfrm>
            <a:off x="1581150" y="4771644"/>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36" name="shape-392">
            <a:extLst>
              <a:ext uri="{FF2B5EF4-FFF2-40B4-BE49-F238E27FC236}">
                <a16:creationId xmlns:a16="http://schemas.microsoft.com/office/drawing/2014/main" id="{99C3CBD0-8570-4602-A6F6-72F9CF7F318F}"/>
              </a:ext>
            </a:extLst>
          </p:cNvPr>
          <p:cNvSpPr>
            <a:spLocks noGrp="1"/>
          </p:cNvSpPr>
          <p:nvPr/>
        </p:nvSpPr>
        <p:spPr>
          <a:xfrm>
            <a:off x="2266950" y="4648200"/>
            <a:ext cx="685800" cy="685800"/>
          </a:xfrm>
          <a:prstGeom prst="rect">
            <a:avLst/>
          </a:prstGeom>
          <a:solidFill>
            <a:srgbClr val="FFFFFF"/>
          </a:solidFill>
          <a:ln w="9525">
            <a:solidFill>
              <a:srgbClr val="A9B1B6"/>
            </a:solidFill>
          </a:ln>
        </p:spPr>
      </p:sp>
      <p:sp>
        <p:nvSpPr>
          <p:cNvPr id="37" name="shape-393">
            <a:extLst>
              <a:ext uri="{FF2B5EF4-FFF2-40B4-BE49-F238E27FC236}">
                <a16:creationId xmlns:a16="http://schemas.microsoft.com/office/drawing/2014/main" id="{21566029-5F85-4F35-B72B-B7A0707AFC8A}"/>
              </a:ext>
            </a:extLst>
          </p:cNvPr>
          <p:cNvSpPr>
            <a:spLocks noGrp="1"/>
          </p:cNvSpPr>
          <p:nvPr/>
        </p:nvSpPr>
        <p:spPr>
          <a:xfrm>
            <a:off x="2266950" y="47716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8" name="shape-394">
            <a:extLst>
              <a:ext uri="{FF2B5EF4-FFF2-40B4-BE49-F238E27FC236}">
                <a16:creationId xmlns:a16="http://schemas.microsoft.com/office/drawing/2014/main" id="{7E05F1BD-9C16-4B0E-A2F6-01CB0B42EDC9}"/>
              </a:ext>
            </a:extLst>
          </p:cNvPr>
          <p:cNvSpPr>
            <a:spLocks noGrp="1"/>
          </p:cNvSpPr>
          <p:nvPr/>
        </p:nvSpPr>
        <p:spPr>
          <a:xfrm>
            <a:off x="2952750" y="4648200"/>
            <a:ext cx="685800" cy="685800"/>
          </a:xfrm>
          <a:prstGeom prst="rect">
            <a:avLst/>
          </a:prstGeom>
          <a:solidFill>
            <a:srgbClr val="FFFFFF"/>
          </a:solidFill>
          <a:ln w="9525">
            <a:solidFill>
              <a:srgbClr val="A9B1B6"/>
            </a:solidFill>
          </a:ln>
        </p:spPr>
      </p:sp>
      <p:sp>
        <p:nvSpPr>
          <p:cNvPr id="39" name="shape-395">
            <a:extLst>
              <a:ext uri="{FF2B5EF4-FFF2-40B4-BE49-F238E27FC236}">
                <a16:creationId xmlns:a16="http://schemas.microsoft.com/office/drawing/2014/main" id="{8A631C48-1CF3-463D-BD13-4B856C0B17E5}"/>
              </a:ext>
            </a:extLst>
          </p:cNvPr>
          <p:cNvSpPr>
            <a:spLocks noGrp="1"/>
          </p:cNvSpPr>
          <p:nvPr/>
        </p:nvSpPr>
        <p:spPr>
          <a:xfrm>
            <a:off x="2952750" y="4771644"/>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0" name="shape-396">
            <a:extLst>
              <a:ext uri="{FF2B5EF4-FFF2-40B4-BE49-F238E27FC236}">
                <a16:creationId xmlns:a16="http://schemas.microsoft.com/office/drawing/2014/main" id="{34BEF928-4732-41AE-A088-1ED35189605F}"/>
              </a:ext>
            </a:extLst>
          </p:cNvPr>
          <p:cNvSpPr>
            <a:spLocks noGrp="1"/>
          </p:cNvSpPr>
          <p:nvPr/>
        </p:nvSpPr>
        <p:spPr>
          <a:xfrm>
            <a:off x="2252663" y="2590800"/>
            <a:ext cx="28575" cy="2743200"/>
          </a:xfrm>
          <a:prstGeom prst="rect">
            <a:avLst/>
          </a:prstGeom>
          <a:solidFill>
            <a:srgbClr val="146995"/>
          </a:solidFill>
          <a:ln w="0">
            <a:noFill/>
          </a:ln>
        </p:spPr>
      </p:sp>
      <p:sp>
        <p:nvSpPr>
          <p:cNvPr id="41" name="shape-397">
            <a:extLst>
              <a:ext uri="{FF2B5EF4-FFF2-40B4-BE49-F238E27FC236}">
                <a16:creationId xmlns:a16="http://schemas.microsoft.com/office/drawing/2014/main" id="{BA046AD7-7528-42F0-8B1C-1ACA6FD634C6}"/>
              </a:ext>
            </a:extLst>
          </p:cNvPr>
          <p:cNvSpPr>
            <a:spLocks noGrp="1"/>
          </p:cNvSpPr>
          <p:nvPr/>
        </p:nvSpPr>
        <p:spPr>
          <a:xfrm>
            <a:off x="895350" y="3948113"/>
            <a:ext cx="2743200" cy="28575"/>
          </a:xfrm>
          <a:prstGeom prst="rect">
            <a:avLst/>
          </a:prstGeom>
          <a:solidFill>
            <a:srgbClr val="146995"/>
          </a:solidFill>
          <a:ln w="0">
            <a:noFill/>
          </a:ln>
        </p:spPr>
      </p:sp>
      <p:sp>
        <p:nvSpPr>
          <p:cNvPr id="42" name="shape-398">
            <a:extLst>
              <a:ext uri="{FF2B5EF4-FFF2-40B4-BE49-F238E27FC236}">
                <a16:creationId xmlns:a16="http://schemas.microsoft.com/office/drawing/2014/main" id="{94938067-22E3-444B-9804-99014C1C31B9}"/>
              </a:ext>
            </a:extLst>
          </p:cNvPr>
          <p:cNvSpPr>
            <a:spLocks noGrp="1"/>
          </p:cNvSpPr>
          <p:nvPr/>
        </p:nvSpPr>
        <p:spPr>
          <a:xfrm>
            <a:off x="895350" y="2200275"/>
            <a:ext cx="1371600" cy="314325"/>
          </a:xfrm>
          <a:prstGeom prst="rect">
            <a:avLst/>
          </a:prstGeom>
          <a:noFill/>
          <a:ln w="0">
            <a:noFill/>
          </a:ln>
        </p:spPr>
        <p:txBody>
          <a:bodyPr wrap="none" lIns="0" tIns="0" rIns="0" bIns="0" anchor="t">
            <a:noAutofit/>
          </a:bodyPr>
          <a:lstStyle>
            <a:defPPr algn="ctr">
              <a:defRPr sz="1650" b="1">
                <a:solidFill>
                  <a:srgbClr val="146995"/>
                </a:solidFill>
                <a:latin typeface="Consolas"/>
                <a:ea typeface="Consolas"/>
                <a:cs typeface="Consolas"/>
              </a:defRPr>
            </a:defPPr>
          </a:lstStyle>
          <a:p>
            <a:pPr algn="ctr">
              <a:lnSpc>
                <a:spcPct val="112000"/>
              </a:lnSpc>
              <a:buNone/>
              <a:defRPr sz="1650" b="1">
                <a:solidFill>
                  <a:srgbClr val="146995"/>
                </a:solidFill>
                <a:latin typeface="Consolas"/>
                <a:ea typeface="Consolas"/>
                <a:cs typeface="Consolas"/>
              </a:defRPr>
            </a:pPr>
            <a:r>
              <a:rPr sz="1650" b="1">
                <a:solidFill>
                  <a:srgbClr val="146995"/>
                </a:solidFill>
                <a:latin typeface="Consolas"/>
                <a:ea typeface="Consolas"/>
                <a:cs typeface="Consolas"/>
              </a:rPr>
              <a:t>① (0,0)</a:t>
            </a:r>
          </a:p>
        </p:txBody>
      </p:sp>
      <p:sp>
        <p:nvSpPr>
          <p:cNvPr id="43" name="shape-399">
            <a:extLst>
              <a:ext uri="{FF2B5EF4-FFF2-40B4-BE49-F238E27FC236}">
                <a16:creationId xmlns:a16="http://schemas.microsoft.com/office/drawing/2014/main" id="{51041CEA-F192-40A6-8F61-709B675AD25C}"/>
              </a:ext>
            </a:extLst>
          </p:cNvPr>
          <p:cNvSpPr>
            <a:spLocks noGrp="1"/>
          </p:cNvSpPr>
          <p:nvPr/>
        </p:nvSpPr>
        <p:spPr>
          <a:xfrm>
            <a:off x="2276475" y="2200275"/>
            <a:ext cx="1371600" cy="314325"/>
          </a:xfrm>
          <a:prstGeom prst="rect">
            <a:avLst/>
          </a:prstGeom>
          <a:noFill/>
          <a:ln w="0">
            <a:noFill/>
          </a:ln>
        </p:spPr>
        <p:txBody>
          <a:bodyPr wrap="none" lIns="0" tIns="0" rIns="0" bIns="0" anchor="t">
            <a:noAutofit/>
          </a:bodyPr>
          <a:lstStyle>
            <a:defPPr algn="ctr">
              <a:defRPr sz="1650" b="1">
                <a:solidFill>
                  <a:srgbClr val="21744F"/>
                </a:solidFill>
                <a:latin typeface="Consolas"/>
                <a:ea typeface="Consolas"/>
                <a:cs typeface="Consolas"/>
              </a:defRPr>
            </a:defPPr>
          </a:lstStyle>
          <a:p>
            <a:pPr algn="ctr">
              <a:lnSpc>
                <a:spcPct val="112000"/>
              </a:lnSpc>
              <a:buNone/>
              <a:defRPr sz="1650" b="1">
                <a:solidFill>
                  <a:srgbClr val="21744F"/>
                </a:solidFill>
                <a:latin typeface="Consolas"/>
                <a:ea typeface="Consolas"/>
                <a:cs typeface="Consolas"/>
              </a:defRPr>
            </a:pPr>
            <a:r>
              <a:rPr sz="1650" b="1">
                <a:solidFill>
                  <a:srgbClr val="21744F"/>
                </a:solidFill>
                <a:latin typeface="Consolas"/>
                <a:ea typeface="Consolas"/>
                <a:cs typeface="Consolas"/>
              </a:rPr>
              <a:t>② (0,2)</a:t>
            </a:r>
          </a:p>
        </p:txBody>
      </p:sp>
      <p:sp>
        <p:nvSpPr>
          <p:cNvPr id="44" name="shape-400">
            <a:extLst>
              <a:ext uri="{FF2B5EF4-FFF2-40B4-BE49-F238E27FC236}">
                <a16:creationId xmlns:a16="http://schemas.microsoft.com/office/drawing/2014/main" id="{6882519D-F25C-4ADC-B53C-E833F177CB11}"/>
              </a:ext>
            </a:extLst>
          </p:cNvPr>
          <p:cNvSpPr>
            <a:spLocks noGrp="1"/>
          </p:cNvSpPr>
          <p:nvPr/>
        </p:nvSpPr>
        <p:spPr>
          <a:xfrm>
            <a:off x="895350" y="5505450"/>
            <a:ext cx="1371600" cy="314325"/>
          </a:xfrm>
          <a:prstGeom prst="rect">
            <a:avLst/>
          </a:prstGeom>
          <a:noFill/>
          <a:ln w="0">
            <a:noFill/>
          </a:ln>
        </p:spPr>
        <p:txBody>
          <a:bodyPr wrap="none" lIns="0" tIns="0" rIns="0" bIns="0" anchor="t">
            <a:noAutofit/>
          </a:bodyPr>
          <a:lstStyle>
            <a:defPPr algn="ctr">
              <a:defRPr sz="1650" b="1">
                <a:solidFill>
                  <a:srgbClr val="AD630C"/>
                </a:solidFill>
                <a:latin typeface="Consolas"/>
                <a:ea typeface="Consolas"/>
                <a:cs typeface="Consolas"/>
              </a:defRPr>
            </a:defPPr>
          </a:lstStyle>
          <a:p>
            <a:pPr algn="ctr">
              <a:lnSpc>
                <a:spcPct val="112000"/>
              </a:lnSpc>
              <a:buNone/>
              <a:defRPr sz="1650" b="1">
                <a:solidFill>
                  <a:srgbClr val="AD630C"/>
                </a:solidFill>
                <a:latin typeface="Consolas"/>
                <a:ea typeface="Consolas"/>
                <a:cs typeface="Consolas"/>
              </a:defRPr>
            </a:pPr>
            <a:r>
              <a:rPr sz="1650" b="1">
                <a:solidFill>
                  <a:srgbClr val="AD630C"/>
                </a:solidFill>
                <a:latin typeface="Consolas"/>
                <a:ea typeface="Consolas"/>
                <a:cs typeface="Consolas"/>
              </a:rPr>
              <a:t>③ (2,0)</a:t>
            </a:r>
          </a:p>
        </p:txBody>
      </p:sp>
      <p:sp>
        <p:nvSpPr>
          <p:cNvPr id="45" name="shape-401">
            <a:extLst>
              <a:ext uri="{FF2B5EF4-FFF2-40B4-BE49-F238E27FC236}">
                <a16:creationId xmlns:a16="http://schemas.microsoft.com/office/drawing/2014/main" id="{E79AD249-3AE8-4E7C-9D36-672E95EE8DB9}"/>
              </a:ext>
            </a:extLst>
          </p:cNvPr>
          <p:cNvSpPr>
            <a:spLocks noGrp="1"/>
          </p:cNvSpPr>
          <p:nvPr/>
        </p:nvSpPr>
        <p:spPr>
          <a:xfrm>
            <a:off x="2276475" y="5505450"/>
            <a:ext cx="1371600" cy="314325"/>
          </a:xfrm>
          <a:prstGeom prst="rect">
            <a:avLst/>
          </a:prstGeom>
          <a:noFill/>
          <a:ln w="0">
            <a:noFill/>
          </a:ln>
        </p:spPr>
        <p:txBody>
          <a:bodyPr wrap="none" lIns="0" tIns="0" rIns="0" bIns="0" anchor="t">
            <a:noAutofit/>
          </a:bodyPr>
          <a:lstStyle>
            <a:defPPr algn="ctr">
              <a:defRPr sz="1650" b="1">
                <a:solidFill>
                  <a:srgbClr val="151515"/>
                </a:solidFill>
                <a:latin typeface="Consolas"/>
                <a:ea typeface="Consolas"/>
                <a:cs typeface="Consolas"/>
              </a:defRPr>
            </a:defPPr>
          </a:lstStyle>
          <a:p>
            <a:pPr algn="ctr">
              <a:lnSpc>
                <a:spcPct val="112000"/>
              </a:lnSpc>
              <a:buNone/>
              <a:defRPr sz="1650" b="1">
                <a:solidFill>
                  <a:srgbClr val="151515"/>
                </a:solidFill>
                <a:latin typeface="Consolas"/>
                <a:ea typeface="Consolas"/>
                <a:cs typeface="Consolas"/>
              </a:defRPr>
            </a:pPr>
            <a:r>
              <a:rPr sz="1650" b="1">
                <a:solidFill>
                  <a:srgbClr val="151515"/>
                </a:solidFill>
                <a:latin typeface="Consolas"/>
                <a:ea typeface="Consolas"/>
                <a:cs typeface="Consolas"/>
              </a:rPr>
              <a:t>④ (2,2)</a:t>
            </a:r>
          </a:p>
        </p:txBody>
      </p:sp>
      <p:sp>
        <p:nvSpPr>
          <p:cNvPr id="46" name="shape-402">
            <a:extLst>
              <a:ext uri="{FF2B5EF4-FFF2-40B4-BE49-F238E27FC236}">
                <a16:creationId xmlns:a16="http://schemas.microsoft.com/office/drawing/2014/main" id="{2104025F-0AB2-4D4F-9DF4-A1C4A93563B5}"/>
              </a:ext>
            </a:extLst>
          </p:cNvPr>
          <p:cNvSpPr>
            <a:spLocks noGrp="1"/>
          </p:cNvSpPr>
          <p:nvPr/>
        </p:nvSpPr>
        <p:spPr>
          <a:xfrm>
            <a:off x="5838825" y="1733550"/>
            <a:ext cx="5734050" cy="409575"/>
          </a:xfrm>
          <a:prstGeom prst="rect">
            <a:avLst/>
          </a:prstGeom>
          <a:noFill/>
          <a:ln w="0">
            <a:noFill/>
          </a:ln>
        </p:spPr>
        <p:txBody>
          <a:bodyPr wrap="none" lIns="0" tIns="0" rIns="0" bIns="0" anchor="t">
            <a:noAutofit/>
          </a:bodyPr>
          <a:lstStyle>
            <a:defPPr algn="l">
              <a:defRPr sz="2325" b="1">
                <a:solidFill>
                  <a:srgbClr val="151515"/>
                </a:solidFill>
                <a:latin typeface="Consolas"/>
                <a:ea typeface="Consolas"/>
                <a:cs typeface="Consolas"/>
              </a:defRPr>
            </a:defPPr>
          </a:lstStyle>
          <a:p>
            <a:pPr algn="l">
              <a:lnSpc>
                <a:spcPct val="112000"/>
              </a:lnSpc>
              <a:buNone/>
              <a:defRPr sz="2325" b="1">
                <a:solidFill>
                  <a:srgbClr val="151515"/>
                </a:solidFill>
                <a:latin typeface="Consolas"/>
                <a:ea typeface="Consolas"/>
                <a:cs typeface="Consolas"/>
              </a:defRPr>
            </a:pPr>
            <a:r>
              <a:rPr sz="2325" b="1">
                <a:solidFill>
                  <a:srgbClr val="151515"/>
                </a:solidFill>
                <a:latin typeface="Consolas"/>
                <a:ea typeface="Consolas"/>
                <a:cs typeface="Consolas"/>
              </a:rPr>
              <a:t>half = n // 2</a:t>
            </a:r>
          </a:p>
        </p:txBody>
      </p:sp>
      <p:sp>
        <p:nvSpPr>
          <p:cNvPr id="47" name="shape-403">
            <a:extLst>
              <a:ext uri="{FF2B5EF4-FFF2-40B4-BE49-F238E27FC236}">
                <a16:creationId xmlns:a16="http://schemas.microsoft.com/office/drawing/2014/main" id="{F906A0E0-EDC6-4D1A-8F97-D86BF93369ED}"/>
              </a:ext>
            </a:extLst>
          </p:cNvPr>
          <p:cNvSpPr>
            <a:spLocks noGrp="1"/>
          </p:cNvSpPr>
          <p:nvPr/>
        </p:nvSpPr>
        <p:spPr>
          <a:xfrm>
            <a:off x="5524500" y="2828925"/>
            <a:ext cx="6048375" cy="400050"/>
          </a:xfrm>
          <a:prstGeom prst="rect">
            <a:avLst/>
          </a:prstGeom>
          <a:noFill/>
          <a:ln w="0">
            <a:noFill/>
          </a:ln>
        </p:spPr>
        <p:txBody>
          <a:bodyPr wrap="none" lIns="0" tIns="0" rIns="0" bIns="0" anchor="t">
            <a:noAutofit/>
          </a:bodyPr>
          <a:lstStyle>
            <a:defPPr algn="l">
              <a:defRPr sz="2025" b="0">
                <a:solidFill>
                  <a:srgbClr val="146995"/>
                </a:solidFill>
                <a:latin typeface="Consolas"/>
                <a:ea typeface="Consolas"/>
                <a:cs typeface="Consolas"/>
              </a:defRPr>
            </a:defPPr>
          </a:lstStyle>
          <a:p>
            <a:pPr algn="l">
              <a:lnSpc>
                <a:spcPct val="112000"/>
              </a:lnSpc>
              <a:buNone/>
              <a:defRPr sz="2025" b="0">
                <a:solidFill>
                  <a:srgbClr val="146995"/>
                </a:solidFill>
                <a:latin typeface="Consolas"/>
                <a:ea typeface="Consolas"/>
                <a:cs typeface="Consolas"/>
              </a:defRPr>
            </a:pPr>
            <a:r>
              <a:rPr sz="2025" b="0">
                <a:solidFill>
                  <a:srgbClr val="146995"/>
                </a:solidFill>
                <a:latin typeface="Consolas"/>
                <a:ea typeface="Consolas"/>
                <a:cs typeface="Consolas"/>
              </a:rPr>
              <a:t>① (x,        y,        half)</a:t>
            </a:r>
          </a:p>
        </p:txBody>
      </p:sp>
      <p:sp>
        <p:nvSpPr>
          <p:cNvPr id="48" name="shape-404">
            <a:extLst>
              <a:ext uri="{FF2B5EF4-FFF2-40B4-BE49-F238E27FC236}">
                <a16:creationId xmlns:a16="http://schemas.microsoft.com/office/drawing/2014/main" id="{D2EB9467-B2F6-46AE-8CF9-2EA95A217000}"/>
              </a:ext>
            </a:extLst>
          </p:cNvPr>
          <p:cNvSpPr>
            <a:spLocks noGrp="1"/>
          </p:cNvSpPr>
          <p:nvPr/>
        </p:nvSpPr>
        <p:spPr>
          <a:xfrm>
            <a:off x="5524500" y="3562350"/>
            <a:ext cx="6048375" cy="400050"/>
          </a:xfrm>
          <a:prstGeom prst="rect">
            <a:avLst/>
          </a:prstGeom>
          <a:noFill/>
          <a:ln w="0">
            <a:noFill/>
          </a:ln>
        </p:spPr>
        <p:txBody>
          <a:bodyPr wrap="none" lIns="0" tIns="0" rIns="0" bIns="0" anchor="t">
            <a:noAutofit/>
          </a:bodyPr>
          <a:lstStyle>
            <a:defPPr algn="l">
              <a:defRPr sz="2025" b="0">
                <a:solidFill>
                  <a:srgbClr val="21744F"/>
                </a:solidFill>
                <a:latin typeface="Consolas"/>
                <a:ea typeface="Consolas"/>
                <a:cs typeface="Consolas"/>
              </a:defRPr>
            </a:defPPr>
          </a:lstStyle>
          <a:p>
            <a:pPr algn="l">
              <a:lnSpc>
                <a:spcPct val="112000"/>
              </a:lnSpc>
              <a:buNone/>
              <a:defRPr sz="2025" b="0">
                <a:solidFill>
                  <a:srgbClr val="21744F"/>
                </a:solidFill>
                <a:latin typeface="Consolas"/>
                <a:ea typeface="Consolas"/>
                <a:cs typeface="Consolas"/>
              </a:defRPr>
            </a:pPr>
            <a:r>
              <a:rPr sz="2025" b="0">
                <a:solidFill>
                  <a:srgbClr val="21744F"/>
                </a:solidFill>
                <a:latin typeface="Consolas"/>
                <a:ea typeface="Consolas"/>
                <a:cs typeface="Consolas"/>
              </a:rPr>
              <a:t>② (x,        y + half, half)</a:t>
            </a:r>
          </a:p>
        </p:txBody>
      </p:sp>
      <p:sp>
        <p:nvSpPr>
          <p:cNvPr id="49" name="shape-405">
            <a:extLst>
              <a:ext uri="{FF2B5EF4-FFF2-40B4-BE49-F238E27FC236}">
                <a16:creationId xmlns:a16="http://schemas.microsoft.com/office/drawing/2014/main" id="{E5EC00F1-102E-495B-9E6A-B40041F7B1F9}"/>
              </a:ext>
            </a:extLst>
          </p:cNvPr>
          <p:cNvSpPr>
            <a:spLocks noGrp="1"/>
          </p:cNvSpPr>
          <p:nvPr/>
        </p:nvSpPr>
        <p:spPr>
          <a:xfrm>
            <a:off x="5524500" y="4295775"/>
            <a:ext cx="6048375" cy="400050"/>
          </a:xfrm>
          <a:prstGeom prst="rect">
            <a:avLst/>
          </a:prstGeom>
          <a:noFill/>
          <a:ln w="0">
            <a:noFill/>
          </a:ln>
        </p:spPr>
        <p:txBody>
          <a:bodyPr wrap="none" lIns="0" tIns="0" rIns="0" bIns="0" anchor="t">
            <a:noAutofit/>
          </a:bodyPr>
          <a:lstStyle>
            <a:defPPr algn="l">
              <a:defRPr sz="2025" b="0">
                <a:solidFill>
                  <a:srgbClr val="AD630C"/>
                </a:solidFill>
                <a:latin typeface="Consolas"/>
                <a:ea typeface="Consolas"/>
                <a:cs typeface="Consolas"/>
              </a:defRPr>
            </a:defPPr>
          </a:lstStyle>
          <a:p>
            <a:pPr algn="l">
              <a:lnSpc>
                <a:spcPct val="112000"/>
              </a:lnSpc>
              <a:buNone/>
              <a:defRPr sz="2025" b="0">
                <a:solidFill>
                  <a:srgbClr val="AD630C"/>
                </a:solidFill>
                <a:latin typeface="Consolas"/>
                <a:ea typeface="Consolas"/>
                <a:cs typeface="Consolas"/>
              </a:defRPr>
            </a:pPr>
            <a:r>
              <a:rPr sz="2025" b="0">
                <a:solidFill>
                  <a:srgbClr val="AD630C"/>
                </a:solidFill>
                <a:latin typeface="Consolas"/>
                <a:ea typeface="Consolas"/>
                <a:cs typeface="Consolas"/>
              </a:rPr>
              <a:t>③ (x + half, y,        half)</a:t>
            </a:r>
          </a:p>
        </p:txBody>
      </p:sp>
      <p:sp>
        <p:nvSpPr>
          <p:cNvPr id="50" name="shape-406">
            <a:extLst>
              <a:ext uri="{FF2B5EF4-FFF2-40B4-BE49-F238E27FC236}">
                <a16:creationId xmlns:a16="http://schemas.microsoft.com/office/drawing/2014/main" id="{954BA19E-8024-49E1-94A9-BEE05DE077AA}"/>
              </a:ext>
            </a:extLst>
          </p:cNvPr>
          <p:cNvSpPr>
            <a:spLocks noGrp="1"/>
          </p:cNvSpPr>
          <p:nvPr/>
        </p:nvSpPr>
        <p:spPr>
          <a:xfrm>
            <a:off x="5524500" y="5029200"/>
            <a:ext cx="6048375" cy="400050"/>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12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④ (x + half, y + half, half)</a:t>
            </a:r>
          </a:p>
        </p:txBody>
      </p:sp>
      <p:sp>
        <p:nvSpPr>
          <p:cNvPr id="51" name="shape-407">
            <a:extLst>
              <a:ext uri="{FF2B5EF4-FFF2-40B4-BE49-F238E27FC236}">
                <a16:creationId xmlns:a16="http://schemas.microsoft.com/office/drawing/2014/main" id="{1000F9D3-40CF-483F-82BE-3B2B24134FE7}"/>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네 자식이 전체 영역을 빠짐없이 나누어 맡습니다. 자식의 크기는 모두 half입니다.</a:t>
            </a:r>
          </a:p>
        </p:txBody>
      </p:sp>
    </p:spTree>
    <p:extLst>
      <p:ext uri="{BB962C8B-B14F-4D97-AF65-F5344CB8AC3E}">
        <p14:creationId xmlns:p14="http://schemas.microsoft.com/office/powerpoint/2010/main" val="263094154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408">
            <a:extLst>
              <a:ext uri="{FF2B5EF4-FFF2-40B4-BE49-F238E27FC236}">
                <a16:creationId xmlns:a16="http://schemas.microsoft.com/office/drawing/2014/main" id="{06B13047-70F2-4FD6-98D0-ECC636851204}"/>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409">
            <a:extLst>
              <a:ext uri="{FF2B5EF4-FFF2-40B4-BE49-F238E27FC236}">
                <a16:creationId xmlns:a16="http://schemas.microsoft.com/office/drawing/2014/main" id="{F37D6994-66A2-4123-AF04-115242C863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410">
            <a:extLst>
              <a:ext uri="{FF2B5EF4-FFF2-40B4-BE49-F238E27FC236}">
                <a16:creationId xmlns:a16="http://schemas.microsoft.com/office/drawing/2014/main" id="{59BCFB81-0DE3-4F7F-9134-06D87F07C72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저장 함수의 흐름: 검사, 반환 또는 분할</a:t>
            </a:r>
          </a:p>
        </p:txBody>
      </p:sp>
      <p:sp>
        <p:nvSpPr>
          <p:cNvPr id="4" name="shape-411">
            <a:extLst>
              <a:ext uri="{FF2B5EF4-FFF2-40B4-BE49-F238E27FC236}">
                <a16:creationId xmlns:a16="http://schemas.microsoft.com/office/drawing/2014/main" id="{66772FB2-9F2B-4692-B726-D224FD681E2D}"/>
              </a:ext>
            </a:extLst>
          </p:cNvPr>
          <p:cNvSpPr>
            <a:spLocks noGrp="1"/>
          </p:cNvSpPr>
          <p:nvPr/>
        </p:nvSpPr>
        <p:spPr>
          <a:xfrm>
            <a:off x="609600" y="1381125"/>
            <a:ext cx="10972800" cy="9525"/>
          </a:xfrm>
          <a:prstGeom prst="rect">
            <a:avLst/>
          </a:prstGeom>
          <a:solidFill>
            <a:srgbClr val="151515"/>
          </a:solidFill>
          <a:ln w="0">
            <a:noFill/>
          </a:ln>
        </p:spPr>
      </p:sp>
      <p:sp>
        <p:nvSpPr>
          <p:cNvPr id="5" name="shape-412">
            <a:extLst>
              <a:ext uri="{FF2B5EF4-FFF2-40B4-BE49-F238E27FC236}">
                <a16:creationId xmlns:a16="http://schemas.microsoft.com/office/drawing/2014/main" id="{A31D6421-0194-4A2F-A834-3FC10B4AE01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347EF7B-3C8C-435B-8D4E-02F6C788BC7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211</a:t>
            </a:r>
            <a:endParaRPr sz="1050" b="0">
              <a:solidFill>
                <a:srgbClr val="151515"/>
              </a:solidFill>
              <a:latin typeface="Consolas"/>
              <a:ea typeface="Consolas"/>
              <a:cs typeface="Consolas"/>
            </a:endParaRPr>
          </a:p>
        </p:txBody>
      </p:sp>
      <p:sp>
        <p:nvSpPr>
          <p:cNvPr id="7" name="shape-414">
            <a:extLst>
              <a:ext uri="{FF2B5EF4-FFF2-40B4-BE49-F238E27FC236}">
                <a16:creationId xmlns:a16="http://schemas.microsoft.com/office/drawing/2014/main" id="{69D06A05-0509-4E94-8855-3C72E1F30D31}"/>
              </a:ext>
            </a:extLst>
          </p:cNvPr>
          <p:cNvSpPr>
            <a:spLocks noGrp="1"/>
          </p:cNvSpPr>
          <p:nvPr/>
        </p:nvSpPr>
        <p:spPr>
          <a:xfrm>
            <a:off x="4524375" y="1809750"/>
            <a:ext cx="3143250" cy="619125"/>
          </a:xfrm>
          <a:prstGeom prst="rect">
            <a:avLst/>
          </a:prstGeom>
          <a:solidFill>
            <a:srgbClr val="EEF5F8"/>
          </a:solidFill>
          <a:ln w="14288">
            <a:solidFill>
              <a:srgbClr val="146995"/>
            </a:solidFill>
          </a:ln>
        </p:spPr>
      </p:sp>
      <p:sp>
        <p:nvSpPr>
          <p:cNvPr id="8" name="shape-415">
            <a:extLst>
              <a:ext uri="{FF2B5EF4-FFF2-40B4-BE49-F238E27FC236}">
                <a16:creationId xmlns:a16="http://schemas.microsoft.com/office/drawing/2014/main" id="{4279D6EF-88CD-49BA-AF03-B6EB66590612}"/>
              </a:ext>
            </a:extLst>
          </p:cNvPr>
          <p:cNvSpPr>
            <a:spLocks noGrp="1"/>
          </p:cNvSpPr>
          <p:nvPr/>
        </p:nvSpPr>
        <p:spPr>
          <a:xfrm>
            <a:off x="4562475" y="1914525"/>
            <a:ext cx="3067050" cy="4762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현재 영역의 색 검사</a:t>
            </a:r>
          </a:p>
        </p:txBody>
      </p:sp>
      <p:sp>
        <p:nvSpPr>
          <p:cNvPr id="9" name="shape-416">
            <a:extLst>
              <a:ext uri="{FF2B5EF4-FFF2-40B4-BE49-F238E27FC236}">
                <a16:creationId xmlns:a16="http://schemas.microsoft.com/office/drawing/2014/main" id="{5D8603D1-89A9-46B6-9CD0-6D351E110DE8}"/>
              </a:ext>
            </a:extLst>
          </p:cNvPr>
          <p:cNvSpPr>
            <a:spLocks noGrp="1"/>
          </p:cNvSpPr>
          <p:nvPr/>
        </p:nvSpPr>
        <p:spPr>
          <a:xfrm>
            <a:off x="6096000" y="2428875"/>
            <a:ext cx="19050" cy="452438"/>
          </a:xfrm>
          <a:prstGeom prst="rect">
            <a:avLst/>
          </a:prstGeom>
          <a:solidFill>
            <a:srgbClr val="BBBBBB"/>
          </a:solidFill>
          <a:ln w="0">
            <a:noFill/>
          </a:ln>
        </p:spPr>
      </p:sp>
      <p:sp>
        <p:nvSpPr>
          <p:cNvPr id="10" name="shape-417">
            <a:extLst>
              <a:ext uri="{FF2B5EF4-FFF2-40B4-BE49-F238E27FC236}">
                <a16:creationId xmlns:a16="http://schemas.microsoft.com/office/drawing/2014/main" id="{2A57B821-0C58-4DA6-8B40-B7C3202B08E8}"/>
              </a:ext>
            </a:extLst>
          </p:cNvPr>
          <p:cNvSpPr>
            <a:spLocks noGrp="1"/>
          </p:cNvSpPr>
          <p:nvPr/>
        </p:nvSpPr>
        <p:spPr>
          <a:xfrm>
            <a:off x="2862263" y="2881313"/>
            <a:ext cx="6300788" cy="19050"/>
          </a:xfrm>
          <a:prstGeom prst="rect">
            <a:avLst/>
          </a:prstGeom>
          <a:solidFill>
            <a:srgbClr val="BBBBBB"/>
          </a:solidFill>
          <a:ln w="0">
            <a:noFill/>
          </a:ln>
        </p:spPr>
      </p:sp>
      <p:sp>
        <p:nvSpPr>
          <p:cNvPr id="11" name="shape-418">
            <a:extLst>
              <a:ext uri="{FF2B5EF4-FFF2-40B4-BE49-F238E27FC236}">
                <a16:creationId xmlns:a16="http://schemas.microsoft.com/office/drawing/2014/main" id="{7AA9B0C6-E658-4659-8DE7-A12243FC0150}"/>
              </a:ext>
            </a:extLst>
          </p:cNvPr>
          <p:cNvSpPr>
            <a:spLocks noGrp="1"/>
          </p:cNvSpPr>
          <p:nvPr/>
        </p:nvSpPr>
        <p:spPr>
          <a:xfrm>
            <a:off x="2862263" y="2881313"/>
            <a:ext cx="19050" cy="452438"/>
          </a:xfrm>
          <a:prstGeom prst="rect">
            <a:avLst/>
          </a:prstGeom>
          <a:solidFill>
            <a:srgbClr val="BBBBBB"/>
          </a:solidFill>
          <a:ln w="0">
            <a:noFill/>
          </a:ln>
        </p:spPr>
      </p:sp>
      <p:sp>
        <p:nvSpPr>
          <p:cNvPr id="12" name="shape-419">
            <a:extLst>
              <a:ext uri="{FF2B5EF4-FFF2-40B4-BE49-F238E27FC236}">
                <a16:creationId xmlns:a16="http://schemas.microsoft.com/office/drawing/2014/main" id="{586AEE37-200C-4097-AB0A-14732365DEBB}"/>
              </a:ext>
            </a:extLst>
          </p:cNvPr>
          <p:cNvSpPr>
            <a:spLocks noGrp="1"/>
          </p:cNvSpPr>
          <p:nvPr/>
        </p:nvSpPr>
        <p:spPr>
          <a:xfrm>
            <a:off x="9163050" y="2881313"/>
            <a:ext cx="19050" cy="452438"/>
          </a:xfrm>
          <a:prstGeom prst="rect">
            <a:avLst/>
          </a:prstGeom>
          <a:solidFill>
            <a:srgbClr val="BBBBBB"/>
          </a:solidFill>
          <a:ln w="0">
            <a:noFill/>
          </a:ln>
        </p:spPr>
      </p:sp>
      <p:sp>
        <p:nvSpPr>
          <p:cNvPr id="13" name="shape-420">
            <a:extLst>
              <a:ext uri="{FF2B5EF4-FFF2-40B4-BE49-F238E27FC236}">
                <a16:creationId xmlns:a16="http://schemas.microsoft.com/office/drawing/2014/main" id="{BBB3B91F-0471-40A1-ADFB-1DD0F8F42707}"/>
              </a:ext>
            </a:extLst>
          </p:cNvPr>
          <p:cNvSpPr>
            <a:spLocks noGrp="1"/>
          </p:cNvSpPr>
          <p:nvPr/>
        </p:nvSpPr>
        <p:spPr>
          <a:xfrm>
            <a:off x="866775" y="3333750"/>
            <a:ext cx="3990975" cy="666750"/>
          </a:xfrm>
          <a:prstGeom prst="rect">
            <a:avLst/>
          </a:prstGeom>
          <a:solidFill>
            <a:srgbClr val="EEF5F8"/>
          </a:solidFill>
          <a:ln w="14288">
            <a:solidFill>
              <a:srgbClr val="21744F"/>
            </a:solidFill>
          </a:ln>
        </p:spPr>
      </p:sp>
      <p:sp>
        <p:nvSpPr>
          <p:cNvPr id="14" name="shape-421">
            <a:extLst>
              <a:ext uri="{FF2B5EF4-FFF2-40B4-BE49-F238E27FC236}">
                <a16:creationId xmlns:a16="http://schemas.microsoft.com/office/drawing/2014/main" id="{1EABBB5B-4BD2-4828-8435-81A4B995B8CF}"/>
              </a:ext>
            </a:extLst>
          </p:cNvPr>
          <p:cNvSpPr>
            <a:spLocks noGrp="1"/>
          </p:cNvSpPr>
          <p:nvPr/>
        </p:nvSpPr>
        <p:spPr>
          <a:xfrm>
            <a:off x="904875" y="3438525"/>
            <a:ext cx="3914775" cy="523875"/>
          </a:xfrm>
          <a:prstGeom prst="rect">
            <a:avLst/>
          </a:prstGeom>
          <a:noFill/>
          <a:ln w="0">
            <a:noFill/>
          </a:ln>
        </p:spPr>
        <p:txBody>
          <a:bodyPr wrap="none" lIns="0" tIns="0" rIns="0" bIns="0" anchor="t">
            <a:noAutofit/>
          </a:bodyPr>
          <a:lstStyle>
            <a:defPPr algn="ctr">
              <a:defRPr sz="1875" b="1">
                <a:solidFill>
                  <a:srgbClr val="21744F"/>
                </a:solidFill>
                <a:latin typeface="Malgun Gothic"/>
                <a:ea typeface="Malgun Gothic"/>
                <a:cs typeface="Malgun Gothic"/>
              </a:defRPr>
            </a:defPPr>
          </a:lstStyle>
          <a:p>
            <a:pPr algn="ctr">
              <a:lnSpc>
                <a:spcPct val="112000"/>
              </a:lnSpc>
              <a:buNone/>
              <a:defRPr sz="1875" b="1">
                <a:solidFill>
                  <a:srgbClr val="21744F"/>
                </a:solidFill>
                <a:latin typeface="Malgun Gothic"/>
                <a:ea typeface="Malgun Gothic"/>
                <a:cs typeface="Malgun Gothic"/>
              </a:defRPr>
            </a:pPr>
            <a:r>
              <a:rPr sz="1875" b="1">
                <a:solidFill>
                  <a:srgbClr val="21744F"/>
                </a:solidFill>
                <a:latin typeface="Malgun Gothic"/>
                <a:ea typeface="Malgun Gothic"/>
                <a:cs typeface="Malgun Gothic"/>
              </a:rPr>
              <a:t>모두 같음</a:t>
            </a:r>
          </a:p>
        </p:txBody>
      </p:sp>
      <p:sp>
        <p:nvSpPr>
          <p:cNvPr id="15" name="shape-422">
            <a:extLst>
              <a:ext uri="{FF2B5EF4-FFF2-40B4-BE49-F238E27FC236}">
                <a16:creationId xmlns:a16="http://schemas.microsoft.com/office/drawing/2014/main" id="{F3028383-8800-42F7-B9EF-DF1EADE6FD52}"/>
              </a:ext>
            </a:extLst>
          </p:cNvPr>
          <p:cNvSpPr>
            <a:spLocks noGrp="1"/>
          </p:cNvSpPr>
          <p:nvPr/>
        </p:nvSpPr>
        <p:spPr>
          <a:xfrm>
            <a:off x="7019925" y="3333750"/>
            <a:ext cx="4286250" cy="666750"/>
          </a:xfrm>
          <a:prstGeom prst="rect">
            <a:avLst/>
          </a:prstGeom>
          <a:solidFill>
            <a:srgbClr val="EEF5F8"/>
          </a:solidFill>
          <a:ln w="14288">
            <a:solidFill>
              <a:srgbClr val="AD630C"/>
            </a:solidFill>
          </a:ln>
        </p:spPr>
      </p:sp>
      <p:sp>
        <p:nvSpPr>
          <p:cNvPr id="16" name="shape-423">
            <a:extLst>
              <a:ext uri="{FF2B5EF4-FFF2-40B4-BE49-F238E27FC236}">
                <a16:creationId xmlns:a16="http://schemas.microsoft.com/office/drawing/2014/main" id="{71174C38-81A9-4FD7-9C04-4E2FC3A1A7B6}"/>
              </a:ext>
            </a:extLst>
          </p:cNvPr>
          <p:cNvSpPr>
            <a:spLocks noGrp="1"/>
          </p:cNvSpPr>
          <p:nvPr/>
        </p:nvSpPr>
        <p:spPr>
          <a:xfrm>
            <a:off x="7058025" y="3438525"/>
            <a:ext cx="4210050" cy="523875"/>
          </a:xfrm>
          <a:prstGeom prst="rect">
            <a:avLst/>
          </a:prstGeom>
          <a:noFill/>
          <a:ln w="0">
            <a:noFill/>
          </a:ln>
        </p:spPr>
        <p:txBody>
          <a:bodyPr wrap="none" lIns="0" tIns="0" rIns="0" bIns="0" anchor="t">
            <a:noAutofit/>
          </a:bodyPr>
          <a:lstStyle>
            <a:defPPr algn="ctr">
              <a:defRPr sz="1875" b="1">
                <a:solidFill>
                  <a:srgbClr val="AD630C"/>
                </a:solidFill>
                <a:latin typeface="Malgun Gothic"/>
                <a:ea typeface="Malgun Gothic"/>
                <a:cs typeface="Malgun Gothic"/>
              </a:defRPr>
            </a:defPPr>
          </a:lstStyle>
          <a:p>
            <a:pPr algn="ctr">
              <a:lnSpc>
                <a:spcPct val="112000"/>
              </a:lnSpc>
              <a:buNone/>
              <a:defRPr sz="1875" b="1">
                <a:solidFill>
                  <a:srgbClr val="AD630C"/>
                </a:solidFill>
                <a:latin typeface="Malgun Gothic"/>
                <a:ea typeface="Malgun Gothic"/>
                <a:cs typeface="Malgun Gothic"/>
              </a:defRPr>
            </a:pPr>
            <a:r>
              <a:rPr sz="1875" b="1">
                <a:solidFill>
                  <a:srgbClr val="AD630C"/>
                </a:solidFill>
                <a:latin typeface="Malgun Gothic"/>
                <a:ea typeface="Malgun Gothic"/>
                <a:cs typeface="Malgun Gothic"/>
              </a:rPr>
              <a:t>두 색이 섞임</a:t>
            </a:r>
          </a:p>
        </p:txBody>
      </p:sp>
      <p:sp>
        <p:nvSpPr>
          <p:cNvPr id="17" name="shape-424">
            <a:extLst>
              <a:ext uri="{FF2B5EF4-FFF2-40B4-BE49-F238E27FC236}">
                <a16:creationId xmlns:a16="http://schemas.microsoft.com/office/drawing/2014/main" id="{51C22E56-5B6C-4ECF-8813-943DEF59A867}"/>
              </a:ext>
            </a:extLst>
          </p:cNvPr>
          <p:cNvSpPr>
            <a:spLocks noGrp="1"/>
          </p:cNvSpPr>
          <p:nvPr/>
        </p:nvSpPr>
        <p:spPr>
          <a:xfrm>
            <a:off x="866775" y="4410075"/>
            <a:ext cx="3990975" cy="885825"/>
          </a:xfrm>
          <a:prstGeom prst="rect">
            <a:avLst/>
          </a:prstGeom>
          <a:noFill/>
          <a:ln w="0">
            <a:noFill/>
          </a:ln>
        </p:spPr>
        <p:txBody>
          <a:bodyPr wrap="none" lIns="0" tIns="0" rIns="0" bIns="0" anchor="t">
            <a:noAutofit/>
          </a:bodyPr>
          <a:lstStyle>
            <a:defPPr algn="ctr">
              <a:defRPr sz="2325" b="1">
                <a:solidFill>
                  <a:srgbClr val="21744F"/>
                </a:solidFill>
                <a:latin typeface="Malgun Gothic"/>
                <a:ea typeface="Malgun Gothic"/>
                <a:cs typeface="Malgun Gothic"/>
              </a:defRPr>
            </a:defPPr>
          </a:lstStyle>
          <a:p>
            <a:pPr algn="ctr">
              <a:lnSpc>
                <a:spcPct val="112000"/>
              </a:lnSpc>
              <a:buNone/>
              <a:defRPr sz="2325" b="1">
                <a:solidFill>
                  <a:srgbClr val="21744F"/>
                </a:solidFill>
                <a:latin typeface="Malgun Gothic"/>
                <a:ea typeface="Malgun Gothic"/>
                <a:cs typeface="Malgun Gothic"/>
              </a:defRPr>
            </a:pPr>
            <a:r>
              <a:rPr sz="2325" b="1">
                <a:solidFill>
                  <a:srgbClr val="21744F"/>
                </a:solidFill>
                <a:latin typeface="Malgun Gothic"/>
                <a:ea typeface="Malgun Gothic"/>
                <a:cs typeface="Malgun Gothic"/>
              </a:rPr>
              <a:t>색 0 또는 1을 반환</a:t>
            </a:r>
          </a:p>
          <a:p>
            <a:pPr algn="ctr">
              <a:lnSpc>
                <a:spcPct val="112000"/>
              </a:lnSpc>
              <a:buNone/>
              <a:defRPr sz="2325" b="1">
                <a:solidFill>
                  <a:srgbClr val="21744F"/>
                </a:solidFill>
                <a:latin typeface="Malgun Gothic"/>
                <a:ea typeface="Malgun Gothic"/>
                <a:cs typeface="Malgun Gothic"/>
              </a:defRPr>
            </a:pPr>
            <a:r>
              <a:rPr sz="2325" b="1">
                <a:solidFill>
                  <a:srgbClr val="21744F"/>
                </a:solidFill>
                <a:latin typeface="Malgun Gothic"/>
                <a:ea typeface="Malgun Gothic"/>
                <a:cs typeface="Malgun Gothic"/>
              </a:rPr>
              <a:t>이 호출 끝</a:t>
            </a:r>
          </a:p>
        </p:txBody>
      </p:sp>
      <p:sp>
        <p:nvSpPr>
          <p:cNvPr id="18" name="shape-425">
            <a:extLst>
              <a:ext uri="{FF2B5EF4-FFF2-40B4-BE49-F238E27FC236}">
                <a16:creationId xmlns:a16="http://schemas.microsoft.com/office/drawing/2014/main" id="{36D8D39C-F0CD-47CC-85C2-8E7E45052A5B}"/>
              </a:ext>
            </a:extLst>
          </p:cNvPr>
          <p:cNvSpPr>
            <a:spLocks noGrp="1"/>
          </p:cNvSpPr>
          <p:nvPr/>
        </p:nvSpPr>
        <p:spPr>
          <a:xfrm>
            <a:off x="6324600" y="4410075"/>
            <a:ext cx="5257800" cy="981075"/>
          </a:xfrm>
          <a:prstGeom prst="rect">
            <a:avLst/>
          </a:prstGeom>
          <a:noFill/>
          <a:ln w="0">
            <a:noFill/>
          </a:ln>
        </p:spPr>
        <p:txBody>
          <a:bodyPr wrap="none" lIns="0" tIns="0" rIns="0" bIns="0" anchor="t">
            <a:noAutofit/>
          </a:bodyPr>
          <a:lstStyle>
            <a:defPPr algn="ctr">
              <a:defRPr sz="2175" b="1">
                <a:solidFill>
                  <a:srgbClr val="AD630C"/>
                </a:solidFill>
                <a:latin typeface="Malgun Gothic"/>
                <a:ea typeface="Malgun Gothic"/>
                <a:cs typeface="Malgun Gothic"/>
              </a:defRPr>
            </a:defPPr>
          </a:lstStyle>
          <a:p>
            <a:pPr algn="ctr">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네 자식 호출</a:t>
            </a:r>
          </a:p>
          <a:p>
            <a:pPr algn="ctr">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받은 결과를 괄호로 묶어 반환</a:t>
            </a:r>
          </a:p>
        </p:txBody>
      </p:sp>
      <p:sp>
        <p:nvSpPr>
          <p:cNvPr id="19" name="shape-426">
            <a:extLst>
              <a:ext uri="{FF2B5EF4-FFF2-40B4-BE49-F238E27FC236}">
                <a16:creationId xmlns:a16="http://schemas.microsoft.com/office/drawing/2014/main" id="{04070B0B-15F1-4AAF-9752-9153DC1E255E}"/>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한 칸은 반드시 단색입니다. 모든 호출은 자신이 맡은 영역의 기록을 반환합니다.</a:t>
            </a:r>
          </a:p>
        </p:txBody>
      </p:sp>
    </p:spTree>
    <p:extLst>
      <p:ext uri="{BB962C8B-B14F-4D97-AF65-F5344CB8AC3E}">
        <p14:creationId xmlns:p14="http://schemas.microsoft.com/office/powerpoint/2010/main" val="164053773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altLang="ko-K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lang="ko-KR" altLang="en-US" sz="1150" i="0">
                <a:solidFill>
                  <a:srgbClr val="171717"/>
                </a:solidFill>
                <a:latin typeface="Malgun Gothic"/>
                <a:ea typeface="Malgun Gothic"/>
                <a:cs typeface="Malgun Gothic"/>
              </a:rPr>
              <a:t>픽셀 </a:t>
            </a:r>
            <a:r>
              <a:rPr lang="en-US" altLang="ko-KR" sz="1150" i="0">
                <a:solidFill>
                  <a:srgbClr val="171717"/>
                </a:solidFill>
                <a:latin typeface="Malgun Gothic"/>
                <a:ea typeface="Malgun Gothic"/>
                <a:cs typeface="Malgun Gothic"/>
              </a:rPr>
              <a:t>64</a:t>
            </a:r>
            <a:r>
              <a:rPr lang="ko-KR" altLang="en-US" sz="1150" i="0">
                <a:solidFill>
                  <a:srgbClr val="171717"/>
                </a:solidFill>
                <a:latin typeface="Malgun Gothic"/>
                <a:ea typeface="Malgun Gothic"/>
                <a:cs typeface="Malgun Gothic"/>
              </a:rPr>
              <a:t>개 → 문자 </a:t>
            </a:r>
            <a:r>
              <a:rPr lang="en-US" altLang="ko-KR" sz="1150" i="0">
                <a:solidFill>
                  <a:srgbClr val="171717"/>
                </a:solidFill>
                <a:latin typeface="Malgun Gothic"/>
                <a:ea typeface="Malgun Gothic"/>
                <a:cs typeface="Malgun Gothic"/>
              </a:rPr>
              <a:t>16</a:t>
            </a:r>
            <a:r>
              <a:rPr lang="ko-KR" altLang="en-US" sz="1150" i="0">
                <a:solidFill>
                  <a:srgbClr val="171717"/>
                </a:solidFill>
                <a:latin typeface="Malgun Gothic"/>
                <a:ea typeface="Malgun Gothic"/>
                <a:cs typeface="Malgun Gothic"/>
              </a:rPr>
              <a:t>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result</a:t>
            </a:r>
            <a:endParaRPr sz="1050" b="0" i="0">
              <a:solidFill>
                <a:srgbClr val="FFFFFF"/>
              </a:solidFill>
              <a:latin typeface="Consolas"/>
              <a:ea typeface="Consolas"/>
              <a:cs typeface="Consolas"/>
            </a:endParaRP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print(quadtree_compress(0, 0, 8, example_image))</a:t>
            </a:r>
            <a:endParaRPr sz="900" b="0" i="0">
              <a:solidFill>
                <a:srgbClr val="FFFFFF"/>
              </a:solidFill>
              <a:latin typeface="Consolas"/>
              <a:ea typeface="Consolas"/>
              <a:cs typeface="Consolas"/>
            </a:endParaRP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파이썬 구현 </a:t>
            </a:r>
            <a:r>
              <a:rPr lang="en-US" altLang="ko-KR" sz="3000" b="1" i="0">
                <a:solidFill>
                  <a:srgbClr val="171717"/>
                </a:solidFill>
                <a:latin typeface="Malgun Gothic"/>
                <a:ea typeface="Malgun Gothic"/>
                <a:cs typeface="Malgun Gothic"/>
              </a:rPr>
              <a:t>: 8×8 </a:t>
            </a:r>
            <a:r>
              <a:rPr lang="ko-KR" altLang="en-US" sz="3000" b="1" i="0">
                <a:solidFill>
                  <a:srgbClr val="171717"/>
                </a:solidFill>
                <a:latin typeface="Malgun Gothic"/>
                <a:ea typeface="Malgun Gothic"/>
                <a:cs typeface="Malgun Gothic"/>
              </a:rPr>
              <a:t>이미지 압축</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hape-427">
            <a:extLst>
              <a:ext uri="{FF2B5EF4-FFF2-40B4-BE49-F238E27FC236}">
                <a16:creationId xmlns:a16="http://schemas.microsoft.com/office/drawing/2014/main" id="{D5C7B8B4-3E2B-445D-BAD9-6D678BB07788}"/>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428">
            <a:extLst>
              <a:ext uri="{FF2B5EF4-FFF2-40B4-BE49-F238E27FC236}">
                <a16:creationId xmlns:a16="http://schemas.microsoft.com/office/drawing/2014/main" id="{E4777A17-84DF-4A51-B80A-E43C0EF465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429">
            <a:extLst>
              <a:ext uri="{FF2B5EF4-FFF2-40B4-BE49-F238E27FC236}">
                <a16:creationId xmlns:a16="http://schemas.microsoft.com/office/drawing/2014/main" id="{A67DB893-01FA-4D41-961C-C1A39B01406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짧게 저장해도, 같은 색인지 검사는 합니다</a:t>
            </a:r>
          </a:p>
        </p:txBody>
      </p:sp>
      <p:sp>
        <p:nvSpPr>
          <p:cNvPr id="4" name="shape-430">
            <a:extLst>
              <a:ext uri="{FF2B5EF4-FFF2-40B4-BE49-F238E27FC236}">
                <a16:creationId xmlns:a16="http://schemas.microsoft.com/office/drawing/2014/main" id="{61096E94-E46A-44EB-8626-06952F1D3D39}"/>
              </a:ext>
            </a:extLst>
          </p:cNvPr>
          <p:cNvSpPr>
            <a:spLocks noGrp="1"/>
          </p:cNvSpPr>
          <p:nvPr/>
        </p:nvSpPr>
        <p:spPr>
          <a:xfrm>
            <a:off x="609600" y="1381125"/>
            <a:ext cx="10972800" cy="9525"/>
          </a:xfrm>
          <a:prstGeom prst="rect">
            <a:avLst/>
          </a:prstGeom>
          <a:solidFill>
            <a:srgbClr val="151515"/>
          </a:solidFill>
          <a:ln w="0">
            <a:noFill/>
          </a:ln>
        </p:spPr>
      </p:sp>
      <p:sp>
        <p:nvSpPr>
          <p:cNvPr id="5" name="shape-431">
            <a:extLst>
              <a:ext uri="{FF2B5EF4-FFF2-40B4-BE49-F238E27FC236}">
                <a16:creationId xmlns:a16="http://schemas.microsoft.com/office/drawing/2014/main" id="{1E77D88E-507C-4AD4-AE3B-DF02C04A47F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619F4EF-28B5-4137-BD41-10259EBED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213</a:t>
            </a:r>
            <a:endParaRPr sz="1050" b="0">
              <a:solidFill>
                <a:srgbClr val="151515"/>
              </a:solidFill>
              <a:latin typeface="Consolas"/>
              <a:ea typeface="Consolas"/>
              <a:cs typeface="Consolas"/>
            </a:endParaRPr>
          </a:p>
        </p:txBody>
      </p:sp>
      <p:sp>
        <p:nvSpPr>
          <p:cNvPr id="7" name="shape-433">
            <a:extLst>
              <a:ext uri="{FF2B5EF4-FFF2-40B4-BE49-F238E27FC236}">
                <a16:creationId xmlns:a16="http://schemas.microsoft.com/office/drawing/2014/main" id="{26D94290-236D-4928-BDA5-ED1720EF853C}"/>
              </a:ext>
            </a:extLst>
          </p:cNvPr>
          <p:cNvSpPr>
            <a:spLocks noGrp="1"/>
          </p:cNvSpPr>
          <p:nvPr/>
        </p:nvSpPr>
        <p:spPr>
          <a:xfrm>
            <a:off x="885825" y="2447925"/>
            <a:ext cx="685800" cy="685800"/>
          </a:xfrm>
          <a:prstGeom prst="rect">
            <a:avLst/>
          </a:prstGeom>
          <a:solidFill>
            <a:srgbClr val="FFFFFF"/>
          </a:solidFill>
          <a:ln w="9525">
            <a:solidFill>
              <a:srgbClr val="A9B1B6"/>
            </a:solidFill>
          </a:ln>
        </p:spPr>
      </p:sp>
      <p:sp>
        <p:nvSpPr>
          <p:cNvPr id="8" name="shape-434">
            <a:extLst>
              <a:ext uri="{FF2B5EF4-FFF2-40B4-BE49-F238E27FC236}">
                <a16:creationId xmlns:a16="http://schemas.microsoft.com/office/drawing/2014/main" id="{2B90E544-910B-4D51-8D76-EECDE9009C86}"/>
              </a:ext>
            </a:extLst>
          </p:cNvPr>
          <p:cNvSpPr>
            <a:spLocks noGrp="1"/>
          </p:cNvSpPr>
          <p:nvPr/>
        </p:nvSpPr>
        <p:spPr>
          <a:xfrm>
            <a:off x="8858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9" name="shape-435">
            <a:extLst>
              <a:ext uri="{FF2B5EF4-FFF2-40B4-BE49-F238E27FC236}">
                <a16:creationId xmlns:a16="http://schemas.microsoft.com/office/drawing/2014/main" id="{BA0DDCEB-81FB-40B7-BC9E-764426F6DB83}"/>
              </a:ext>
            </a:extLst>
          </p:cNvPr>
          <p:cNvSpPr>
            <a:spLocks noGrp="1"/>
          </p:cNvSpPr>
          <p:nvPr/>
        </p:nvSpPr>
        <p:spPr>
          <a:xfrm>
            <a:off x="1571625" y="2447925"/>
            <a:ext cx="685800" cy="685800"/>
          </a:xfrm>
          <a:prstGeom prst="rect">
            <a:avLst/>
          </a:prstGeom>
          <a:solidFill>
            <a:srgbClr val="FFFFFF"/>
          </a:solidFill>
          <a:ln w="9525">
            <a:solidFill>
              <a:srgbClr val="A9B1B6"/>
            </a:solidFill>
          </a:ln>
        </p:spPr>
      </p:sp>
      <p:sp>
        <p:nvSpPr>
          <p:cNvPr id="10" name="shape-436">
            <a:extLst>
              <a:ext uri="{FF2B5EF4-FFF2-40B4-BE49-F238E27FC236}">
                <a16:creationId xmlns:a16="http://schemas.microsoft.com/office/drawing/2014/main" id="{B002C87C-20CA-4F4F-A1E6-6822561CECBC}"/>
              </a:ext>
            </a:extLst>
          </p:cNvPr>
          <p:cNvSpPr>
            <a:spLocks noGrp="1"/>
          </p:cNvSpPr>
          <p:nvPr/>
        </p:nvSpPr>
        <p:spPr>
          <a:xfrm>
            <a:off x="15716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1" name="shape-437">
            <a:extLst>
              <a:ext uri="{FF2B5EF4-FFF2-40B4-BE49-F238E27FC236}">
                <a16:creationId xmlns:a16="http://schemas.microsoft.com/office/drawing/2014/main" id="{381A6650-EE40-4F29-A978-F7123A5177A3}"/>
              </a:ext>
            </a:extLst>
          </p:cNvPr>
          <p:cNvSpPr>
            <a:spLocks noGrp="1"/>
          </p:cNvSpPr>
          <p:nvPr/>
        </p:nvSpPr>
        <p:spPr>
          <a:xfrm>
            <a:off x="2257425" y="2447925"/>
            <a:ext cx="685800" cy="685800"/>
          </a:xfrm>
          <a:prstGeom prst="rect">
            <a:avLst/>
          </a:prstGeom>
          <a:solidFill>
            <a:srgbClr val="FFFFFF"/>
          </a:solidFill>
          <a:ln w="9525">
            <a:solidFill>
              <a:srgbClr val="A9B1B6"/>
            </a:solidFill>
          </a:ln>
        </p:spPr>
      </p:sp>
      <p:sp>
        <p:nvSpPr>
          <p:cNvPr id="12" name="shape-438">
            <a:extLst>
              <a:ext uri="{FF2B5EF4-FFF2-40B4-BE49-F238E27FC236}">
                <a16:creationId xmlns:a16="http://schemas.microsoft.com/office/drawing/2014/main" id="{D8D0A7E4-DCC1-44BC-BBB1-4A7F9997E252}"/>
              </a:ext>
            </a:extLst>
          </p:cNvPr>
          <p:cNvSpPr>
            <a:spLocks noGrp="1"/>
          </p:cNvSpPr>
          <p:nvPr/>
        </p:nvSpPr>
        <p:spPr>
          <a:xfrm>
            <a:off x="22574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3" name="shape-439">
            <a:extLst>
              <a:ext uri="{FF2B5EF4-FFF2-40B4-BE49-F238E27FC236}">
                <a16:creationId xmlns:a16="http://schemas.microsoft.com/office/drawing/2014/main" id="{9C8D4EEE-918B-40B6-A210-02D0046219CE}"/>
              </a:ext>
            </a:extLst>
          </p:cNvPr>
          <p:cNvSpPr>
            <a:spLocks noGrp="1"/>
          </p:cNvSpPr>
          <p:nvPr/>
        </p:nvSpPr>
        <p:spPr>
          <a:xfrm>
            <a:off x="2943225" y="2447925"/>
            <a:ext cx="685800" cy="685800"/>
          </a:xfrm>
          <a:prstGeom prst="rect">
            <a:avLst/>
          </a:prstGeom>
          <a:solidFill>
            <a:srgbClr val="FFFFFF"/>
          </a:solidFill>
          <a:ln w="9525">
            <a:solidFill>
              <a:srgbClr val="A9B1B6"/>
            </a:solidFill>
          </a:ln>
        </p:spPr>
      </p:sp>
      <p:sp>
        <p:nvSpPr>
          <p:cNvPr id="14" name="shape-440">
            <a:extLst>
              <a:ext uri="{FF2B5EF4-FFF2-40B4-BE49-F238E27FC236}">
                <a16:creationId xmlns:a16="http://schemas.microsoft.com/office/drawing/2014/main" id="{DD03C8A2-C06E-46F0-B2CF-371FB0D76AEA}"/>
              </a:ext>
            </a:extLst>
          </p:cNvPr>
          <p:cNvSpPr>
            <a:spLocks noGrp="1"/>
          </p:cNvSpPr>
          <p:nvPr/>
        </p:nvSpPr>
        <p:spPr>
          <a:xfrm>
            <a:off x="2943225"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5" name="shape-441">
            <a:extLst>
              <a:ext uri="{FF2B5EF4-FFF2-40B4-BE49-F238E27FC236}">
                <a16:creationId xmlns:a16="http://schemas.microsoft.com/office/drawing/2014/main" id="{331D51BB-3070-4EE5-9BC6-ED78F880204F}"/>
              </a:ext>
            </a:extLst>
          </p:cNvPr>
          <p:cNvSpPr>
            <a:spLocks noGrp="1"/>
          </p:cNvSpPr>
          <p:nvPr/>
        </p:nvSpPr>
        <p:spPr>
          <a:xfrm>
            <a:off x="885825" y="3133725"/>
            <a:ext cx="685800" cy="685800"/>
          </a:xfrm>
          <a:prstGeom prst="rect">
            <a:avLst/>
          </a:prstGeom>
          <a:solidFill>
            <a:srgbClr val="FFFFFF"/>
          </a:solidFill>
          <a:ln w="9525">
            <a:solidFill>
              <a:srgbClr val="A9B1B6"/>
            </a:solidFill>
          </a:ln>
        </p:spPr>
      </p:sp>
      <p:sp>
        <p:nvSpPr>
          <p:cNvPr id="16" name="shape-442">
            <a:extLst>
              <a:ext uri="{FF2B5EF4-FFF2-40B4-BE49-F238E27FC236}">
                <a16:creationId xmlns:a16="http://schemas.microsoft.com/office/drawing/2014/main" id="{4AB8F881-FBD6-4D37-A646-38C57AE1063D}"/>
              </a:ext>
            </a:extLst>
          </p:cNvPr>
          <p:cNvSpPr>
            <a:spLocks noGrp="1"/>
          </p:cNvSpPr>
          <p:nvPr/>
        </p:nvSpPr>
        <p:spPr>
          <a:xfrm>
            <a:off x="8858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7" name="shape-443">
            <a:extLst>
              <a:ext uri="{FF2B5EF4-FFF2-40B4-BE49-F238E27FC236}">
                <a16:creationId xmlns:a16="http://schemas.microsoft.com/office/drawing/2014/main" id="{9DA64FFA-21BA-492D-BE82-113FF9823B56}"/>
              </a:ext>
            </a:extLst>
          </p:cNvPr>
          <p:cNvSpPr>
            <a:spLocks noGrp="1"/>
          </p:cNvSpPr>
          <p:nvPr/>
        </p:nvSpPr>
        <p:spPr>
          <a:xfrm>
            <a:off x="1571625" y="3133725"/>
            <a:ext cx="685800" cy="685800"/>
          </a:xfrm>
          <a:prstGeom prst="rect">
            <a:avLst/>
          </a:prstGeom>
          <a:solidFill>
            <a:srgbClr val="FFFFFF"/>
          </a:solidFill>
          <a:ln w="9525">
            <a:solidFill>
              <a:srgbClr val="A9B1B6"/>
            </a:solidFill>
          </a:ln>
        </p:spPr>
      </p:sp>
      <p:sp>
        <p:nvSpPr>
          <p:cNvPr id="18" name="shape-444">
            <a:extLst>
              <a:ext uri="{FF2B5EF4-FFF2-40B4-BE49-F238E27FC236}">
                <a16:creationId xmlns:a16="http://schemas.microsoft.com/office/drawing/2014/main" id="{BB50AC47-1898-4260-B7C3-250069B73783}"/>
              </a:ext>
            </a:extLst>
          </p:cNvPr>
          <p:cNvSpPr>
            <a:spLocks noGrp="1"/>
          </p:cNvSpPr>
          <p:nvPr/>
        </p:nvSpPr>
        <p:spPr>
          <a:xfrm>
            <a:off x="15716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19" name="shape-445">
            <a:extLst>
              <a:ext uri="{FF2B5EF4-FFF2-40B4-BE49-F238E27FC236}">
                <a16:creationId xmlns:a16="http://schemas.microsoft.com/office/drawing/2014/main" id="{07AE88E6-A1D2-45E1-9BCC-4BB9D8BF0805}"/>
              </a:ext>
            </a:extLst>
          </p:cNvPr>
          <p:cNvSpPr>
            <a:spLocks noGrp="1"/>
          </p:cNvSpPr>
          <p:nvPr/>
        </p:nvSpPr>
        <p:spPr>
          <a:xfrm>
            <a:off x="2257425" y="3133725"/>
            <a:ext cx="685800" cy="685800"/>
          </a:xfrm>
          <a:prstGeom prst="rect">
            <a:avLst/>
          </a:prstGeom>
          <a:solidFill>
            <a:srgbClr val="FFFFFF"/>
          </a:solidFill>
          <a:ln w="9525">
            <a:solidFill>
              <a:srgbClr val="A9B1B6"/>
            </a:solidFill>
          </a:ln>
        </p:spPr>
      </p:sp>
      <p:sp>
        <p:nvSpPr>
          <p:cNvPr id="20" name="shape-446">
            <a:extLst>
              <a:ext uri="{FF2B5EF4-FFF2-40B4-BE49-F238E27FC236}">
                <a16:creationId xmlns:a16="http://schemas.microsoft.com/office/drawing/2014/main" id="{C95A659F-C66E-4480-A522-81466EDFEC3A}"/>
              </a:ext>
            </a:extLst>
          </p:cNvPr>
          <p:cNvSpPr>
            <a:spLocks noGrp="1"/>
          </p:cNvSpPr>
          <p:nvPr/>
        </p:nvSpPr>
        <p:spPr>
          <a:xfrm>
            <a:off x="22574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1" name="shape-447">
            <a:extLst>
              <a:ext uri="{FF2B5EF4-FFF2-40B4-BE49-F238E27FC236}">
                <a16:creationId xmlns:a16="http://schemas.microsoft.com/office/drawing/2014/main" id="{E2C78CA7-FEFE-4D2B-B29B-47E8A18FED59}"/>
              </a:ext>
            </a:extLst>
          </p:cNvPr>
          <p:cNvSpPr>
            <a:spLocks noGrp="1"/>
          </p:cNvSpPr>
          <p:nvPr/>
        </p:nvSpPr>
        <p:spPr>
          <a:xfrm>
            <a:off x="2943225" y="3133725"/>
            <a:ext cx="685800" cy="685800"/>
          </a:xfrm>
          <a:prstGeom prst="rect">
            <a:avLst/>
          </a:prstGeom>
          <a:solidFill>
            <a:srgbClr val="FFFFFF"/>
          </a:solidFill>
          <a:ln w="9525">
            <a:solidFill>
              <a:srgbClr val="A9B1B6"/>
            </a:solidFill>
          </a:ln>
        </p:spPr>
      </p:sp>
      <p:sp>
        <p:nvSpPr>
          <p:cNvPr id="22" name="shape-448">
            <a:extLst>
              <a:ext uri="{FF2B5EF4-FFF2-40B4-BE49-F238E27FC236}">
                <a16:creationId xmlns:a16="http://schemas.microsoft.com/office/drawing/2014/main" id="{8F0770D5-A2AC-4A2E-A1E5-BA21EAD187FD}"/>
              </a:ext>
            </a:extLst>
          </p:cNvPr>
          <p:cNvSpPr>
            <a:spLocks noGrp="1"/>
          </p:cNvSpPr>
          <p:nvPr/>
        </p:nvSpPr>
        <p:spPr>
          <a:xfrm>
            <a:off x="2943225"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3" name="shape-449">
            <a:extLst>
              <a:ext uri="{FF2B5EF4-FFF2-40B4-BE49-F238E27FC236}">
                <a16:creationId xmlns:a16="http://schemas.microsoft.com/office/drawing/2014/main" id="{09CAFF8B-1462-4F02-9514-FEC034A9A6CE}"/>
              </a:ext>
            </a:extLst>
          </p:cNvPr>
          <p:cNvSpPr>
            <a:spLocks noGrp="1"/>
          </p:cNvSpPr>
          <p:nvPr/>
        </p:nvSpPr>
        <p:spPr>
          <a:xfrm>
            <a:off x="885825" y="3819525"/>
            <a:ext cx="685800" cy="685800"/>
          </a:xfrm>
          <a:prstGeom prst="rect">
            <a:avLst/>
          </a:prstGeom>
          <a:solidFill>
            <a:srgbClr val="FFFFFF"/>
          </a:solidFill>
          <a:ln w="9525">
            <a:solidFill>
              <a:srgbClr val="A9B1B6"/>
            </a:solidFill>
          </a:ln>
        </p:spPr>
      </p:sp>
      <p:sp>
        <p:nvSpPr>
          <p:cNvPr id="24" name="shape-450">
            <a:extLst>
              <a:ext uri="{FF2B5EF4-FFF2-40B4-BE49-F238E27FC236}">
                <a16:creationId xmlns:a16="http://schemas.microsoft.com/office/drawing/2014/main" id="{246F086D-FDAF-4485-A200-6BFF9479CF20}"/>
              </a:ext>
            </a:extLst>
          </p:cNvPr>
          <p:cNvSpPr>
            <a:spLocks noGrp="1"/>
          </p:cNvSpPr>
          <p:nvPr/>
        </p:nvSpPr>
        <p:spPr>
          <a:xfrm>
            <a:off x="8858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5" name="shape-451">
            <a:extLst>
              <a:ext uri="{FF2B5EF4-FFF2-40B4-BE49-F238E27FC236}">
                <a16:creationId xmlns:a16="http://schemas.microsoft.com/office/drawing/2014/main" id="{39F9B2FC-10D0-4172-A89B-3B5005B062BB}"/>
              </a:ext>
            </a:extLst>
          </p:cNvPr>
          <p:cNvSpPr>
            <a:spLocks noGrp="1"/>
          </p:cNvSpPr>
          <p:nvPr/>
        </p:nvSpPr>
        <p:spPr>
          <a:xfrm>
            <a:off x="1571625" y="3819525"/>
            <a:ext cx="685800" cy="685800"/>
          </a:xfrm>
          <a:prstGeom prst="rect">
            <a:avLst/>
          </a:prstGeom>
          <a:solidFill>
            <a:srgbClr val="FFFFFF"/>
          </a:solidFill>
          <a:ln w="9525">
            <a:solidFill>
              <a:srgbClr val="A9B1B6"/>
            </a:solidFill>
          </a:ln>
        </p:spPr>
      </p:sp>
      <p:sp>
        <p:nvSpPr>
          <p:cNvPr id="26" name="shape-452">
            <a:extLst>
              <a:ext uri="{FF2B5EF4-FFF2-40B4-BE49-F238E27FC236}">
                <a16:creationId xmlns:a16="http://schemas.microsoft.com/office/drawing/2014/main" id="{0B9CFCA9-ADBA-450C-AABD-C24EAE53367C}"/>
              </a:ext>
            </a:extLst>
          </p:cNvPr>
          <p:cNvSpPr>
            <a:spLocks noGrp="1"/>
          </p:cNvSpPr>
          <p:nvPr/>
        </p:nvSpPr>
        <p:spPr>
          <a:xfrm>
            <a:off x="15716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7" name="shape-453">
            <a:extLst>
              <a:ext uri="{FF2B5EF4-FFF2-40B4-BE49-F238E27FC236}">
                <a16:creationId xmlns:a16="http://schemas.microsoft.com/office/drawing/2014/main" id="{CFEBB4C0-3437-4A33-AAF2-2442DBDFEC45}"/>
              </a:ext>
            </a:extLst>
          </p:cNvPr>
          <p:cNvSpPr>
            <a:spLocks noGrp="1"/>
          </p:cNvSpPr>
          <p:nvPr/>
        </p:nvSpPr>
        <p:spPr>
          <a:xfrm>
            <a:off x="2257425" y="3819525"/>
            <a:ext cx="685800" cy="685800"/>
          </a:xfrm>
          <a:prstGeom prst="rect">
            <a:avLst/>
          </a:prstGeom>
          <a:solidFill>
            <a:srgbClr val="FFFFFF"/>
          </a:solidFill>
          <a:ln w="9525">
            <a:solidFill>
              <a:srgbClr val="A9B1B6"/>
            </a:solidFill>
          </a:ln>
        </p:spPr>
      </p:sp>
      <p:sp>
        <p:nvSpPr>
          <p:cNvPr id="28" name="shape-454">
            <a:extLst>
              <a:ext uri="{FF2B5EF4-FFF2-40B4-BE49-F238E27FC236}">
                <a16:creationId xmlns:a16="http://schemas.microsoft.com/office/drawing/2014/main" id="{D12509AC-D043-4A05-A858-35CDFDE65B07}"/>
              </a:ext>
            </a:extLst>
          </p:cNvPr>
          <p:cNvSpPr>
            <a:spLocks noGrp="1"/>
          </p:cNvSpPr>
          <p:nvPr/>
        </p:nvSpPr>
        <p:spPr>
          <a:xfrm>
            <a:off x="22574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29" name="shape-455">
            <a:extLst>
              <a:ext uri="{FF2B5EF4-FFF2-40B4-BE49-F238E27FC236}">
                <a16:creationId xmlns:a16="http://schemas.microsoft.com/office/drawing/2014/main" id="{EC57717D-3C52-4599-B486-E8A007F31F4A}"/>
              </a:ext>
            </a:extLst>
          </p:cNvPr>
          <p:cNvSpPr>
            <a:spLocks noGrp="1"/>
          </p:cNvSpPr>
          <p:nvPr/>
        </p:nvSpPr>
        <p:spPr>
          <a:xfrm>
            <a:off x="2943225" y="3819525"/>
            <a:ext cx="685800" cy="685800"/>
          </a:xfrm>
          <a:prstGeom prst="rect">
            <a:avLst/>
          </a:prstGeom>
          <a:solidFill>
            <a:srgbClr val="FFFFFF"/>
          </a:solidFill>
          <a:ln w="9525">
            <a:solidFill>
              <a:srgbClr val="A9B1B6"/>
            </a:solidFill>
          </a:ln>
        </p:spPr>
      </p:sp>
      <p:sp>
        <p:nvSpPr>
          <p:cNvPr id="30" name="shape-456">
            <a:extLst>
              <a:ext uri="{FF2B5EF4-FFF2-40B4-BE49-F238E27FC236}">
                <a16:creationId xmlns:a16="http://schemas.microsoft.com/office/drawing/2014/main" id="{0663616F-6479-4B48-9599-478F99BB3C57}"/>
              </a:ext>
            </a:extLst>
          </p:cNvPr>
          <p:cNvSpPr>
            <a:spLocks noGrp="1"/>
          </p:cNvSpPr>
          <p:nvPr/>
        </p:nvSpPr>
        <p:spPr>
          <a:xfrm>
            <a:off x="2943225"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1" name="shape-457">
            <a:extLst>
              <a:ext uri="{FF2B5EF4-FFF2-40B4-BE49-F238E27FC236}">
                <a16:creationId xmlns:a16="http://schemas.microsoft.com/office/drawing/2014/main" id="{A0E1F653-2B3E-4C7A-87A8-F65846AE8957}"/>
              </a:ext>
            </a:extLst>
          </p:cNvPr>
          <p:cNvSpPr>
            <a:spLocks noGrp="1"/>
          </p:cNvSpPr>
          <p:nvPr/>
        </p:nvSpPr>
        <p:spPr>
          <a:xfrm>
            <a:off x="885825" y="4505325"/>
            <a:ext cx="685800" cy="685800"/>
          </a:xfrm>
          <a:prstGeom prst="rect">
            <a:avLst/>
          </a:prstGeom>
          <a:solidFill>
            <a:srgbClr val="FFFFFF"/>
          </a:solidFill>
          <a:ln w="9525">
            <a:solidFill>
              <a:srgbClr val="A9B1B6"/>
            </a:solidFill>
          </a:ln>
        </p:spPr>
      </p:sp>
      <p:sp>
        <p:nvSpPr>
          <p:cNvPr id="32" name="shape-458">
            <a:extLst>
              <a:ext uri="{FF2B5EF4-FFF2-40B4-BE49-F238E27FC236}">
                <a16:creationId xmlns:a16="http://schemas.microsoft.com/office/drawing/2014/main" id="{3E478C56-773D-47CC-9318-40734342A446}"/>
              </a:ext>
            </a:extLst>
          </p:cNvPr>
          <p:cNvSpPr>
            <a:spLocks noGrp="1"/>
          </p:cNvSpPr>
          <p:nvPr/>
        </p:nvSpPr>
        <p:spPr>
          <a:xfrm>
            <a:off x="8858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3" name="shape-459">
            <a:extLst>
              <a:ext uri="{FF2B5EF4-FFF2-40B4-BE49-F238E27FC236}">
                <a16:creationId xmlns:a16="http://schemas.microsoft.com/office/drawing/2014/main" id="{E5CEB969-614C-487B-BA9E-999BB1BFB58B}"/>
              </a:ext>
            </a:extLst>
          </p:cNvPr>
          <p:cNvSpPr>
            <a:spLocks noGrp="1"/>
          </p:cNvSpPr>
          <p:nvPr/>
        </p:nvSpPr>
        <p:spPr>
          <a:xfrm>
            <a:off x="1571625" y="4505325"/>
            <a:ext cx="685800" cy="685800"/>
          </a:xfrm>
          <a:prstGeom prst="rect">
            <a:avLst/>
          </a:prstGeom>
          <a:solidFill>
            <a:srgbClr val="FFFFFF"/>
          </a:solidFill>
          <a:ln w="9525">
            <a:solidFill>
              <a:srgbClr val="A9B1B6"/>
            </a:solidFill>
          </a:ln>
        </p:spPr>
      </p:sp>
      <p:sp>
        <p:nvSpPr>
          <p:cNvPr id="34" name="shape-460">
            <a:extLst>
              <a:ext uri="{FF2B5EF4-FFF2-40B4-BE49-F238E27FC236}">
                <a16:creationId xmlns:a16="http://schemas.microsoft.com/office/drawing/2014/main" id="{22074A96-E092-4585-B569-86C53F0BA8DD}"/>
              </a:ext>
            </a:extLst>
          </p:cNvPr>
          <p:cNvSpPr>
            <a:spLocks noGrp="1"/>
          </p:cNvSpPr>
          <p:nvPr/>
        </p:nvSpPr>
        <p:spPr>
          <a:xfrm>
            <a:off x="15716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5" name="shape-461">
            <a:extLst>
              <a:ext uri="{FF2B5EF4-FFF2-40B4-BE49-F238E27FC236}">
                <a16:creationId xmlns:a16="http://schemas.microsoft.com/office/drawing/2014/main" id="{4C4AD298-33A8-40BA-9832-28A94FD07004}"/>
              </a:ext>
            </a:extLst>
          </p:cNvPr>
          <p:cNvSpPr>
            <a:spLocks noGrp="1"/>
          </p:cNvSpPr>
          <p:nvPr/>
        </p:nvSpPr>
        <p:spPr>
          <a:xfrm>
            <a:off x="2257425" y="4505325"/>
            <a:ext cx="685800" cy="685800"/>
          </a:xfrm>
          <a:prstGeom prst="rect">
            <a:avLst/>
          </a:prstGeom>
          <a:solidFill>
            <a:srgbClr val="FFFFFF"/>
          </a:solidFill>
          <a:ln w="9525">
            <a:solidFill>
              <a:srgbClr val="A9B1B6"/>
            </a:solidFill>
          </a:ln>
        </p:spPr>
      </p:sp>
      <p:sp>
        <p:nvSpPr>
          <p:cNvPr id="36" name="shape-462">
            <a:extLst>
              <a:ext uri="{FF2B5EF4-FFF2-40B4-BE49-F238E27FC236}">
                <a16:creationId xmlns:a16="http://schemas.microsoft.com/office/drawing/2014/main" id="{A6E9C01E-8D1D-4B54-A321-B9C9CBAFAC03}"/>
              </a:ext>
            </a:extLst>
          </p:cNvPr>
          <p:cNvSpPr>
            <a:spLocks noGrp="1"/>
          </p:cNvSpPr>
          <p:nvPr/>
        </p:nvSpPr>
        <p:spPr>
          <a:xfrm>
            <a:off x="22574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7" name="shape-463">
            <a:extLst>
              <a:ext uri="{FF2B5EF4-FFF2-40B4-BE49-F238E27FC236}">
                <a16:creationId xmlns:a16="http://schemas.microsoft.com/office/drawing/2014/main" id="{DEB68F18-C3FC-4293-9B3A-B2E305B7B3E7}"/>
              </a:ext>
            </a:extLst>
          </p:cNvPr>
          <p:cNvSpPr>
            <a:spLocks noGrp="1"/>
          </p:cNvSpPr>
          <p:nvPr/>
        </p:nvSpPr>
        <p:spPr>
          <a:xfrm>
            <a:off x="2943225" y="4505325"/>
            <a:ext cx="685800" cy="685800"/>
          </a:xfrm>
          <a:prstGeom prst="rect">
            <a:avLst/>
          </a:prstGeom>
          <a:solidFill>
            <a:srgbClr val="FFFFFF"/>
          </a:solidFill>
          <a:ln w="9525">
            <a:solidFill>
              <a:srgbClr val="A9B1B6"/>
            </a:solidFill>
          </a:ln>
        </p:spPr>
      </p:sp>
      <p:sp>
        <p:nvSpPr>
          <p:cNvPr id="38" name="shape-464">
            <a:extLst>
              <a:ext uri="{FF2B5EF4-FFF2-40B4-BE49-F238E27FC236}">
                <a16:creationId xmlns:a16="http://schemas.microsoft.com/office/drawing/2014/main" id="{55E827E1-B157-4647-A546-0650B38EF9BF}"/>
              </a:ext>
            </a:extLst>
          </p:cNvPr>
          <p:cNvSpPr>
            <a:spLocks noGrp="1"/>
          </p:cNvSpPr>
          <p:nvPr/>
        </p:nvSpPr>
        <p:spPr>
          <a:xfrm>
            <a:off x="2943225"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39" name="shape-465">
            <a:extLst>
              <a:ext uri="{FF2B5EF4-FFF2-40B4-BE49-F238E27FC236}">
                <a16:creationId xmlns:a16="http://schemas.microsoft.com/office/drawing/2014/main" id="{10B083CB-446F-4C95-9289-BF92DA9758BE}"/>
              </a:ext>
            </a:extLst>
          </p:cNvPr>
          <p:cNvSpPr>
            <a:spLocks noGrp="1"/>
          </p:cNvSpPr>
          <p:nvPr/>
        </p:nvSpPr>
        <p:spPr>
          <a:xfrm>
            <a:off x="7410450" y="2447925"/>
            <a:ext cx="685800" cy="685800"/>
          </a:xfrm>
          <a:prstGeom prst="rect">
            <a:avLst/>
          </a:prstGeom>
          <a:solidFill>
            <a:srgbClr val="FFFFFF"/>
          </a:solidFill>
          <a:ln w="9525">
            <a:solidFill>
              <a:srgbClr val="A9B1B6"/>
            </a:solidFill>
          </a:ln>
        </p:spPr>
      </p:sp>
      <p:sp>
        <p:nvSpPr>
          <p:cNvPr id="40" name="shape-466">
            <a:extLst>
              <a:ext uri="{FF2B5EF4-FFF2-40B4-BE49-F238E27FC236}">
                <a16:creationId xmlns:a16="http://schemas.microsoft.com/office/drawing/2014/main" id="{24D2DCD5-2EA1-49D3-AAB2-9CF090443B04}"/>
              </a:ext>
            </a:extLst>
          </p:cNvPr>
          <p:cNvSpPr>
            <a:spLocks noGrp="1"/>
          </p:cNvSpPr>
          <p:nvPr/>
        </p:nvSpPr>
        <p:spPr>
          <a:xfrm>
            <a:off x="7410450"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1" name="shape-467">
            <a:extLst>
              <a:ext uri="{FF2B5EF4-FFF2-40B4-BE49-F238E27FC236}">
                <a16:creationId xmlns:a16="http://schemas.microsoft.com/office/drawing/2014/main" id="{CAABE03F-9577-4BE3-B884-7E4DBF848F3D}"/>
              </a:ext>
            </a:extLst>
          </p:cNvPr>
          <p:cNvSpPr>
            <a:spLocks noGrp="1"/>
          </p:cNvSpPr>
          <p:nvPr/>
        </p:nvSpPr>
        <p:spPr>
          <a:xfrm>
            <a:off x="8096250" y="2447925"/>
            <a:ext cx="685800" cy="685800"/>
          </a:xfrm>
          <a:prstGeom prst="rect">
            <a:avLst/>
          </a:prstGeom>
          <a:solidFill>
            <a:srgbClr val="26323B"/>
          </a:solidFill>
          <a:ln w="9525">
            <a:solidFill>
              <a:srgbClr val="A9B1B6"/>
            </a:solidFill>
          </a:ln>
        </p:spPr>
      </p:sp>
      <p:sp>
        <p:nvSpPr>
          <p:cNvPr id="42" name="shape-468">
            <a:extLst>
              <a:ext uri="{FF2B5EF4-FFF2-40B4-BE49-F238E27FC236}">
                <a16:creationId xmlns:a16="http://schemas.microsoft.com/office/drawing/2014/main" id="{1FF555FB-C2CF-48AB-964A-38D4E63B81DC}"/>
              </a:ext>
            </a:extLst>
          </p:cNvPr>
          <p:cNvSpPr>
            <a:spLocks noGrp="1"/>
          </p:cNvSpPr>
          <p:nvPr/>
        </p:nvSpPr>
        <p:spPr>
          <a:xfrm>
            <a:off x="8096250" y="2571369"/>
            <a:ext cx="685800" cy="425196"/>
          </a:xfrm>
          <a:prstGeom prst="rect">
            <a:avLst/>
          </a:prstGeom>
          <a:noFill/>
          <a:ln w="0">
            <a:noFill/>
          </a:ln>
        </p:spPr>
        <p:txBody>
          <a:bodyPr wrap="none" lIns="0" tIns="0" rIns="0" bIns="0" anchor="t">
            <a:noAutofit/>
          </a:bodyPr>
          <a:lstStyle>
            <a:defPPr algn="ctr">
              <a:defRPr sz="2322" b="0">
                <a:solidFill>
                  <a:srgbClr val="FFFFFF"/>
                </a:solidFill>
                <a:latin typeface="Consolas"/>
                <a:ea typeface="Consolas"/>
                <a:cs typeface="Consolas"/>
              </a:defRPr>
            </a:defPPr>
          </a:lstStyle>
          <a:p>
            <a:pPr algn="ctr">
              <a:lnSpc>
                <a:spcPct val="112000"/>
              </a:lnSpc>
              <a:buNone/>
              <a:defRPr sz="2322" b="0">
                <a:solidFill>
                  <a:srgbClr val="FFFFFF"/>
                </a:solidFill>
                <a:latin typeface="Consolas"/>
                <a:ea typeface="Consolas"/>
                <a:cs typeface="Consolas"/>
              </a:defRPr>
            </a:pPr>
            <a:r>
              <a:rPr sz="2322" b="0">
                <a:solidFill>
                  <a:srgbClr val="FFFFFF"/>
                </a:solidFill>
                <a:latin typeface="Consolas"/>
                <a:ea typeface="Consolas"/>
                <a:cs typeface="Consolas"/>
              </a:rPr>
              <a:t>1</a:t>
            </a:r>
          </a:p>
        </p:txBody>
      </p:sp>
      <p:sp>
        <p:nvSpPr>
          <p:cNvPr id="43" name="shape-469">
            <a:extLst>
              <a:ext uri="{FF2B5EF4-FFF2-40B4-BE49-F238E27FC236}">
                <a16:creationId xmlns:a16="http://schemas.microsoft.com/office/drawing/2014/main" id="{A7EA8A1B-8E9E-49CB-8121-47F4EC677E0B}"/>
              </a:ext>
            </a:extLst>
          </p:cNvPr>
          <p:cNvSpPr>
            <a:spLocks noGrp="1"/>
          </p:cNvSpPr>
          <p:nvPr/>
        </p:nvSpPr>
        <p:spPr>
          <a:xfrm>
            <a:off x="8782050" y="2447925"/>
            <a:ext cx="685800" cy="685800"/>
          </a:xfrm>
          <a:prstGeom prst="rect">
            <a:avLst/>
          </a:prstGeom>
          <a:solidFill>
            <a:srgbClr val="FFFFFF"/>
          </a:solidFill>
          <a:ln w="9525">
            <a:solidFill>
              <a:srgbClr val="A9B1B6"/>
            </a:solidFill>
          </a:ln>
        </p:spPr>
      </p:sp>
      <p:sp>
        <p:nvSpPr>
          <p:cNvPr id="44" name="shape-470">
            <a:extLst>
              <a:ext uri="{FF2B5EF4-FFF2-40B4-BE49-F238E27FC236}">
                <a16:creationId xmlns:a16="http://schemas.microsoft.com/office/drawing/2014/main" id="{D9409085-0E6D-4D66-8551-2B56866E333D}"/>
              </a:ext>
            </a:extLst>
          </p:cNvPr>
          <p:cNvSpPr>
            <a:spLocks noGrp="1"/>
          </p:cNvSpPr>
          <p:nvPr/>
        </p:nvSpPr>
        <p:spPr>
          <a:xfrm>
            <a:off x="8782050"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5" name="shape-471">
            <a:extLst>
              <a:ext uri="{FF2B5EF4-FFF2-40B4-BE49-F238E27FC236}">
                <a16:creationId xmlns:a16="http://schemas.microsoft.com/office/drawing/2014/main" id="{4D44BF8D-C6F4-466B-935F-2009ED96873F}"/>
              </a:ext>
            </a:extLst>
          </p:cNvPr>
          <p:cNvSpPr>
            <a:spLocks noGrp="1"/>
          </p:cNvSpPr>
          <p:nvPr/>
        </p:nvSpPr>
        <p:spPr>
          <a:xfrm>
            <a:off x="9467850" y="2447925"/>
            <a:ext cx="685800" cy="685800"/>
          </a:xfrm>
          <a:prstGeom prst="rect">
            <a:avLst/>
          </a:prstGeom>
          <a:solidFill>
            <a:srgbClr val="FFFFFF"/>
          </a:solidFill>
          <a:ln w="9525">
            <a:solidFill>
              <a:srgbClr val="A9B1B6"/>
            </a:solidFill>
          </a:ln>
        </p:spPr>
      </p:sp>
      <p:sp>
        <p:nvSpPr>
          <p:cNvPr id="46" name="shape-472">
            <a:extLst>
              <a:ext uri="{FF2B5EF4-FFF2-40B4-BE49-F238E27FC236}">
                <a16:creationId xmlns:a16="http://schemas.microsoft.com/office/drawing/2014/main" id="{C83B7D6A-6DF9-4F85-976F-8A272ECD51F6}"/>
              </a:ext>
            </a:extLst>
          </p:cNvPr>
          <p:cNvSpPr>
            <a:spLocks noGrp="1"/>
          </p:cNvSpPr>
          <p:nvPr/>
        </p:nvSpPr>
        <p:spPr>
          <a:xfrm>
            <a:off x="9467850" y="25713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7" name="shape-473">
            <a:extLst>
              <a:ext uri="{FF2B5EF4-FFF2-40B4-BE49-F238E27FC236}">
                <a16:creationId xmlns:a16="http://schemas.microsoft.com/office/drawing/2014/main" id="{B3226B88-1C60-4B8A-B9B8-B4DBD11737B3}"/>
              </a:ext>
            </a:extLst>
          </p:cNvPr>
          <p:cNvSpPr>
            <a:spLocks noGrp="1"/>
          </p:cNvSpPr>
          <p:nvPr/>
        </p:nvSpPr>
        <p:spPr>
          <a:xfrm>
            <a:off x="7410450" y="3133725"/>
            <a:ext cx="685800" cy="685800"/>
          </a:xfrm>
          <a:prstGeom prst="rect">
            <a:avLst/>
          </a:prstGeom>
          <a:solidFill>
            <a:srgbClr val="FFFFFF"/>
          </a:solidFill>
          <a:ln w="9525">
            <a:solidFill>
              <a:srgbClr val="A9B1B6"/>
            </a:solidFill>
          </a:ln>
        </p:spPr>
      </p:sp>
      <p:sp>
        <p:nvSpPr>
          <p:cNvPr id="48" name="shape-474">
            <a:extLst>
              <a:ext uri="{FF2B5EF4-FFF2-40B4-BE49-F238E27FC236}">
                <a16:creationId xmlns:a16="http://schemas.microsoft.com/office/drawing/2014/main" id="{61DFAC46-7254-4CCB-9D96-4F86ADF9F810}"/>
              </a:ext>
            </a:extLst>
          </p:cNvPr>
          <p:cNvSpPr>
            <a:spLocks noGrp="1"/>
          </p:cNvSpPr>
          <p:nvPr/>
        </p:nvSpPr>
        <p:spPr>
          <a:xfrm>
            <a:off x="74104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49" name="shape-475">
            <a:extLst>
              <a:ext uri="{FF2B5EF4-FFF2-40B4-BE49-F238E27FC236}">
                <a16:creationId xmlns:a16="http://schemas.microsoft.com/office/drawing/2014/main" id="{5B6AA80E-CBBF-4D82-ABC5-7A26C8A359B3}"/>
              </a:ext>
            </a:extLst>
          </p:cNvPr>
          <p:cNvSpPr>
            <a:spLocks noGrp="1"/>
          </p:cNvSpPr>
          <p:nvPr/>
        </p:nvSpPr>
        <p:spPr>
          <a:xfrm>
            <a:off x="8096250" y="3133725"/>
            <a:ext cx="685800" cy="685800"/>
          </a:xfrm>
          <a:prstGeom prst="rect">
            <a:avLst/>
          </a:prstGeom>
          <a:solidFill>
            <a:srgbClr val="FFFFFF"/>
          </a:solidFill>
          <a:ln w="9525">
            <a:solidFill>
              <a:srgbClr val="A9B1B6"/>
            </a:solidFill>
          </a:ln>
        </p:spPr>
      </p:sp>
      <p:sp>
        <p:nvSpPr>
          <p:cNvPr id="50" name="shape-476">
            <a:extLst>
              <a:ext uri="{FF2B5EF4-FFF2-40B4-BE49-F238E27FC236}">
                <a16:creationId xmlns:a16="http://schemas.microsoft.com/office/drawing/2014/main" id="{F887AC43-7714-4B19-B6A5-DBD08AFE7A78}"/>
              </a:ext>
            </a:extLst>
          </p:cNvPr>
          <p:cNvSpPr>
            <a:spLocks noGrp="1"/>
          </p:cNvSpPr>
          <p:nvPr/>
        </p:nvSpPr>
        <p:spPr>
          <a:xfrm>
            <a:off x="80962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1" name="shape-477">
            <a:extLst>
              <a:ext uri="{FF2B5EF4-FFF2-40B4-BE49-F238E27FC236}">
                <a16:creationId xmlns:a16="http://schemas.microsoft.com/office/drawing/2014/main" id="{CC51E197-5ACD-42CC-8CF5-BE9AE01ADC7F}"/>
              </a:ext>
            </a:extLst>
          </p:cNvPr>
          <p:cNvSpPr>
            <a:spLocks noGrp="1"/>
          </p:cNvSpPr>
          <p:nvPr/>
        </p:nvSpPr>
        <p:spPr>
          <a:xfrm>
            <a:off x="8782050" y="3133725"/>
            <a:ext cx="685800" cy="685800"/>
          </a:xfrm>
          <a:prstGeom prst="rect">
            <a:avLst/>
          </a:prstGeom>
          <a:solidFill>
            <a:srgbClr val="FFFFFF"/>
          </a:solidFill>
          <a:ln w="9525">
            <a:solidFill>
              <a:srgbClr val="A9B1B6"/>
            </a:solidFill>
          </a:ln>
        </p:spPr>
      </p:sp>
      <p:sp>
        <p:nvSpPr>
          <p:cNvPr id="52" name="shape-478">
            <a:extLst>
              <a:ext uri="{FF2B5EF4-FFF2-40B4-BE49-F238E27FC236}">
                <a16:creationId xmlns:a16="http://schemas.microsoft.com/office/drawing/2014/main" id="{0ABC90C1-1E69-42C3-8945-033BDF9C1F8D}"/>
              </a:ext>
            </a:extLst>
          </p:cNvPr>
          <p:cNvSpPr>
            <a:spLocks noGrp="1"/>
          </p:cNvSpPr>
          <p:nvPr/>
        </p:nvSpPr>
        <p:spPr>
          <a:xfrm>
            <a:off x="87820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3" name="shape-479">
            <a:extLst>
              <a:ext uri="{FF2B5EF4-FFF2-40B4-BE49-F238E27FC236}">
                <a16:creationId xmlns:a16="http://schemas.microsoft.com/office/drawing/2014/main" id="{EA4EBB35-0734-4F77-9830-DD47E6E31DD6}"/>
              </a:ext>
            </a:extLst>
          </p:cNvPr>
          <p:cNvSpPr>
            <a:spLocks noGrp="1"/>
          </p:cNvSpPr>
          <p:nvPr/>
        </p:nvSpPr>
        <p:spPr>
          <a:xfrm>
            <a:off x="9467850" y="3133725"/>
            <a:ext cx="685800" cy="685800"/>
          </a:xfrm>
          <a:prstGeom prst="rect">
            <a:avLst/>
          </a:prstGeom>
          <a:solidFill>
            <a:srgbClr val="FFFFFF"/>
          </a:solidFill>
          <a:ln w="9525">
            <a:solidFill>
              <a:srgbClr val="A9B1B6"/>
            </a:solidFill>
          </a:ln>
        </p:spPr>
      </p:sp>
      <p:sp>
        <p:nvSpPr>
          <p:cNvPr id="54" name="shape-480">
            <a:extLst>
              <a:ext uri="{FF2B5EF4-FFF2-40B4-BE49-F238E27FC236}">
                <a16:creationId xmlns:a16="http://schemas.microsoft.com/office/drawing/2014/main" id="{3FC88145-A96C-45DD-B4D6-23B6054315C7}"/>
              </a:ext>
            </a:extLst>
          </p:cNvPr>
          <p:cNvSpPr>
            <a:spLocks noGrp="1"/>
          </p:cNvSpPr>
          <p:nvPr/>
        </p:nvSpPr>
        <p:spPr>
          <a:xfrm>
            <a:off x="9467850" y="32571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5" name="shape-481">
            <a:extLst>
              <a:ext uri="{FF2B5EF4-FFF2-40B4-BE49-F238E27FC236}">
                <a16:creationId xmlns:a16="http://schemas.microsoft.com/office/drawing/2014/main" id="{80FA14C5-AEBE-4BCE-9F60-E26F0B671938}"/>
              </a:ext>
            </a:extLst>
          </p:cNvPr>
          <p:cNvSpPr>
            <a:spLocks noGrp="1"/>
          </p:cNvSpPr>
          <p:nvPr/>
        </p:nvSpPr>
        <p:spPr>
          <a:xfrm>
            <a:off x="7410450" y="3819525"/>
            <a:ext cx="685800" cy="685800"/>
          </a:xfrm>
          <a:prstGeom prst="rect">
            <a:avLst/>
          </a:prstGeom>
          <a:solidFill>
            <a:srgbClr val="FFFFFF"/>
          </a:solidFill>
          <a:ln w="9525">
            <a:solidFill>
              <a:srgbClr val="A9B1B6"/>
            </a:solidFill>
          </a:ln>
        </p:spPr>
      </p:sp>
      <p:sp>
        <p:nvSpPr>
          <p:cNvPr id="56" name="shape-482">
            <a:extLst>
              <a:ext uri="{FF2B5EF4-FFF2-40B4-BE49-F238E27FC236}">
                <a16:creationId xmlns:a16="http://schemas.microsoft.com/office/drawing/2014/main" id="{23942B2E-C445-4E8C-A25C-BE054042B2F2}"/>
              </a:ext>
            </a:extLst>
          </p:cNvPr>
          <p:cNvSpPr>
            <a:spLocks noGrp="1"/>
          </p:cNvSpPr>
          <p:nvPr/>
        </p:nvSpPr>
        <p:spPr>
          <a:xfrm>
            <a:off x="74104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7" name="shape-483">
            <a:extLst>
              <a:ext uri="{FF2B5EF4-FFF2-40B4-BE49-F238E27FC236}">
                <a16:creationId xmlns:a16="http://schemas.microsoft.com/office/drawing/2014/main" id="{66F71402-8834-4028-B479-70340191D2ED}"/>
              </a:ext>
            </a:extLst>
          </p:cNvPr>
          <p:cNvSpPr>
            <a:spLocks noGrp="1"/>
          </p:cNvSpPr>
          <p:nvPr/>
        </p:nvSpPr>
        <p:spPr>
          <a:xfrm>
            <a:off x="8096250" y="3819525"/>
            <a:ext cx="685800" cy="685800"/>
          </a:xfrm>
          <a:prstGeom prst="rect">
            <a:avLst/>
          </a:prstGeom>
          <a:solidFill>
            <a:srgbClr val="FFFFFF"/>
          </a:solidFill>
          <a:ln w="9525">
            <a:solidFill>
              <a:srgbClr val="A9B1B6"/>
            </a:solidFill>
          </a:ln>
        </p:spPr>
      </p:sp>
      <p:sp>
        <p:nvSpPr>
          <p:cNvPr id="58" name="shape-484">
            <a:extLst>
              <a:ext uri="{FF2B5EF4-FFF2-40B4-BE49-F238E27FC236}">
                <a16:creationId xmlns:a16="http://schemas.microsoft.com/office/drawing/2014/main" id="{C672355E-A757-4F2A-BA3B-77F62CE9CDF8}"/>
              </a:ext>
            </a:extLst>
          </p:cNvPr>
          <p:cNvSpPr>
            <a:spLocks noGrp="1"/>
          </p:cNvSpPr>
          <p:nvPr/>
        </p:nvSpPr>
        <p:spPr>
          <a:xfrm>
            <a:off x="80962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59" name="shape-485">
            <a:extLst>
              <a:ext uri="{FF2B5EF4-FFF2-40B4-BE49-F238E27FC236}">
                <a16:creationId xmlns:a16="http://schemas.microsoft.com/office/drawing/2014/main" id="{11EAD755-5F51-4F3E-B030-A040B1BB0270}"/>
              </a:ext>
            </a:extLst>
          </p:cNvPr>
          <p:cNvSpPr>
            <a:spLocks noGrp="1"/>
          </p:cNvSpPr>
          <p:nvPr/>
        </p:nvSpPr>
        <p:spPr>
          <a:xfrm>
            <a:off x="8782050" y="3819525"/>
            <a:ext cx="685800" cy="685800"/>
          </a:xfrm>
          <a:prstGeom prst="rect">
            <a:avLst/>
          </a:prstGeom>
          <a:solidFill>
            <a:srgbClr val="FFFFFF"/>
          </a:solidFill>
          <a:ln w="9525">
            <a:solidFill>
              <a:srgbClr val="A9B1B6"/>
            </a:solidFill>
          </a:ln>
        </p:spPr>
      </p:sp>
      <p:sp>
        <p:nvSpPr>
          <p:cNvPr id="60" name="shape-486">
            <a:extLst>
              <a:ext uri="{FF2B5EF4-FFF2-40B4-BE49-F238E27FC236}">
                <a16:creationId xmlns:a16="http://schemas.microsoft.com/office/drawing/2014/main" id="{BFCB162D-77A3-47C4-A6C5-D2D177F36002}"/>
              </a:ext>
            </a:extLst>
          </p:cNvPr>
          <p:cNvSpPr>
            <a:spLocks noGrp="1"/>
          </p:cNvSpPr>
          <p:nvPr/>
        </p:nvSpPr>
        <p:spPr>
          <a:xfrm>
            <a:off x="87820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1" name="shape-487">
            <a:extLst>
              <a:ext uri="{FF2B5EF4-FFF2-40B4-BE49-F238E27FC236}">
                <a16:creationId xmlns:a16="http://schemas.microsoft.com/office/drawing/2014/main" id="{0021D81A-5D3C-4009-BA50-E5437FAFC23C}"/>
              </a:ext>
            </a:extLst>
          </p:cNvPr>
          <p:cNvSpPr>
            <a:spLocks noGrp="1"/>
          </p:cNvSpPr>
          <p:nvPr/>
        </p:nvSpPr>
        <p:spPr>
          <a:xfrm>
            <a:off x="9467850" y="3819525"/>
            <a:ext cx="685800" cy="685800"/>
          </a:xfrm>
          <a:prstGeom prst="rect">
            <a:avLst/>
          </a:prstGeom>
          <a:solidFill>
            <a:srgbClr val="FFFFFF"/>
          </a:solidFill>
          <a:ln w="9525">
            <a:solidFill>
              <a:srgbClr val="A9B1B6"/>
            </a:solidFill>
          </a:ln>
        </p:spPr>
      </p:sp>
      <p:sp>
        <p:nvSpPr>
          <p:cNvPr id="62" name="shape-488">
            <a:extLst>
              <a:ext uri="{FF2B5EF4-FFF2-40B4-BE49-F238E27FC236}">
                <a16:creationId xmlns:a16="http://schemas.microsoft.com/office/drawing/2014/main" id="{4C7E210E-D078-4E26-8CEA-15E9CC34FE9D}"/>
              </a:ext>
            </a:extLst>
          </p:cNvPr>
          <p:cNvSpPr>
            <a:spLocks noGrp="1"/>
          </p:cNvSpPr>
          <p:nvPr/>
        </p:nvSpPr>
        <p:spPr>
          <a:xfrm>
            <a:off x="9467850" y="39429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3" name="shape-489">
            <a:extLst>
              <a:ext uri="{FF2B5EF4-FFF2-40B4-BE49-F238E27FC236}">
                <a16:creationId xmlns:a16="http://schemas.microsoft.com/office/drawing/2014/main" id="{AEA9A238-8D3F-4502-A426-BD933C1B8E5A}"/>
              </a:ext>
            </a:extLst>
          </p:cNvPr>
          <p:cNvSpPr>
            <a:spLocks noGrp="1"/>
          </p:cNvSpPr>
          <p:nvPr/>
        </p:nvSpPr>
        <p:spPr>
          <a:xfrm>
            <a:off x="7410450" y="4505325"/>
            <a:ext cx="685800" cy="685800"/>
          </a:xfrm>
          <a:prstGeom prst="rect">
            <a:avLst/>
          </a:prstGeom>
          <a:solidFill>
            <a:srgbClr val="FFFFFF"/>
          </a:solidFill>
          <a:ln w="9525">
            <a:solidFill>
              <a:srgbClr val="A9B1B6"/>
            </a:solidFill>
          </a:ln>
        </p:spPr>
      </p:sp>
      <p:sp>
        <p:nvSpPr>
          <p:cNvPr id="64" name="shape-490">
            <a:extLst>
              <a:ext uri="{FF2B5EF4-FFF2-40B4-BE49-F238E27FC236}">
                <a16:creationId xmlns:a16="http://schemas.microsoft.com/office/drawing/2014/main" id="{1D24E837-3EBA-4D15-AB89-C83294D9FF56}"/>
              </a:ext>
            </a:extLst>
          </p:cNvPr>
          <p:cNvSpPr>
            <a:spLocks noGrp="1"/>
          </p:cNvSpPr>
          <p:nvPr/>
        </p:nvSpPr>
        <p:spPr>
          <a:xfrm>
            <a:off x="74104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5" name="shape-491">
            <a:extLst>
              <a:ext uri="{FF2B5EF4-FFF2-40B4-BE49-F238E27FC236}">
                <a16:creationId xmlns:a16="http://schemas.microsoft.com/office/drawing/2014/main" id="{34CAAA8E-4459-4B3E-A321-40AD5D980478}"/>
              </a:ext>
            </a:extLst>
          </p:cNvPr>
          <p:cNvSpPr>
            <a:spLocks noGrp="1"/>
          </p:cNvSpPr>
          <p:nvPr/>
        </p:nvSpPr>
        <p:spPr>
          <a:xfrm>
            <a:off x="8096250" y="4505325"/>
            <a:ext cx="685800" cy="685800"/>
          </a:xfrm>
          <a:prstGeom prst="rect">
            <a:avLst/>
          </a:prstGeom>
          <a:solidFill>
            <a:srgbClr val="FFFFFF"/>
          </a:solidFill>
          <a:ln w="9525">
            <a:solidFill>
              <a:srgbClr val="A9B1B6"/>
            </a:solidFill>
          </a:ln>
        </p:spPr>
      </p:sp>
      <p:sp>
        <p:nvSpPr>
          <p:cNvPr id="66" name="shape-492">
            <a:extLst>
              <a:ext uri="{FF2B5EF4-FFF2-40B4-BE49-F238E27FC236}">
                <a16:creationId xmlns:a16="http://schemas.microsoft.com/office/drawing/2014/main" id="{9E87479E-8722-49B8-B56F-A34F724ADF93}"/>
              </a:ext>
            </a:extLst>
          </p:cNvPr>
          <p:cNvSpPr>
            <a:spLocks noGrp="1"/>
          </p:cNvSpPr>
          <p:nvPr/>
        </p:nvSpPr>
        <p:spPr>
          <a:xfrm>
            <a:off x="80962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7" name="shape-493">
            <a:extLst>
              <a:ext uri="{FF2B5EF4-FFF2-40B4-BE49-F238E27FC236}">
                <a16:creationId xmlns:a16="http://schemas.microsoft.com/office/drawing/2014/main" id="{942E0FA3-98D1-4F18-8F3B-F2002B6EC90C}"/>
              </a:ext>
            </a:extLst>
          </p:cNvPr>
          <p:cNvSpPr>
            <a:spLocks noGrp="1"/>
          </p:cNvSpPr>
          <p:nvPr/>
        </p:nvSpPr>
        <p:spPr>
          <a:xfrm>
            <a:off x="8782050" y="4505325"/>
            <a:ext cx="685800" cy="685800"/>
          </a:xfrm>
          <a:prstGeom prst="rect">
            <a:avLst/>
          </a:prstGeom>
          <a:solidFill>
            <a:srgbClr val="FFFFFF"/>
          </a:solidFill>
          <a:ln w="9525">
            <a:solidFill>
              <a:srgbClr val="A9B1B6"/>
            </a:solidFill>
          </a:ln>
        </p:spPr>
      </p:sp>
      <p:sp>
        <p:nvSpPr>
          <p:cNvPr id="68" name="shape-494">
            <a:extLst>
              <a:ext uri="{FF2B5EF4-FFF2-40B4-BE49-F238E27FC236}">
                <a16:creationId xmlns:a16="http://schemas.microsoft.com/office/drawing/2014/main" id="{A472C0A7-B0DB-4FBB-A2BD-A89E1A1FFC60}"/>
              </a:ext>
            </a:extLst>
          </p:cNvPr>
          <p:cNvSpPr>
            <a:spLocks noGrp="1"/>
          </p:cNvSpPr>
          <p:nvPr/>
        </p:nvSpPr>
        <p:spPr>
          <a:xfrm>
            <a:off x="87820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69" name="shape-495">
            <a:extLst>
              <a:ext uri="{FF2B5EF4-FFF2-40B4-BE49-F238E27FC236}">
                <a16:creationId xmlns:a16="http://schemas.microsoft.com/office/drawing/2014/main" id="{39CE4F64-C08B-4E8C-A30D-76413BCF1E53}"/>
              </a:ext>
            </a:extLst>
          </p:cNvPr>
          <p:cNvSpPr>
            <a:spLocks noGrp="1"/>
          </p:cNvSpPr>
          <p:nvPr/>
        </p:nvSpPr>
        <p:spPr>
          <a:xfrm>
            <a:off x="9467850" y="4505325"/>
            <a:ext cx="685800" cy="685800"/>
          </a:xfrm>
          <a:prstGeom prst="rect">
            <a:avLst/>
          </a:prstGeom>
          <a:solidFill>
            <a:srgbClr val="FFFFFF"/>
          </a:solidFill>
          <a:ln w="9525">
            <a:solidFill>
              <a:srgbClr val="A9B1B6"/>
            </a:solidFill>
          </a:ln>
        </p:spPr>
      </p:sp>
      <p:sp>
        <p:nvSpPr>
          <p:cNvPr id="70" name="shape-496">
            <a:extLst>
              <a:ext uri="{FF2B5EF4-FFF2-40B4-BE49-F238E27FC236}">
                <a16:creationId xmlns:a16="http://schemas.microsoft.com/office/drawing/2014/main" id="{75938278-8494-48C8-89B3-7435DDCEA978}"/>
              </a:ext>
            </a:extLst>
          </p:cNvPr>
          <p:cNvSpPr>
            <a:spLocks noGrp="1"/>
          </p:cNvSpPr>
          <p:nvPr/>
        </p:nvSpPr>
        <p:spPr>
          <a:xfrm>
            <a:off x="9467850" y="4628769"/>
            <a:ext cx="685800" cy="425196"/>
          </a:xfrm>
          <a:prstGeom prst="rect">
            <a:avLst/>
          </a:prstGeom>
          <a:noFill/>
          <a:ln w="0">
            <a:noFill/>
          </a:ln>
        </p:spPr>
        <p:txBody>
          <a:bodyPr wrap="none" lIns="0" tIns="0" rIns="0" bIns="0" anchor="t">
            <a:noAutofit/>
          </a:bodyPr>
          <a:lstStyle>
            <a:defPPr algn="ctr">
              <a:defRPr sz="2322" b="0">
                <a:solidFill>
                  <a:srgbClr val="151515"/>
                </a:solidFill>
                <a:latin typeface="Consolas"/>
                <a:ea typeface="Consolas"/>
                <a:cs typeface="Consolas"/>
              </a:defRPr>
            </a:defPPr>
          </a:lstStyle>
          <a:p>
            <a:pPr algn="ctr">
              <a:lnSpc>
                <a:spcPct val="112000"/>
              </a:lnSpc>
              <a:buNone/>
              <a:defRPr sz="2322" b="0">
                <a:solidFill>
                  <a:srgbClr val="151515"/>
                </a:solidFill>
                <a:latin typeface="Consolas"/>
                <a:ea typeface="Consolas"/>
                <a:cs typeface="Consolas"/>
              </a:defRPr>
            </a:pPr>
            <a:r>
              <a:rPr sz="2322" b="0">
                <a:solidFill>
                  <a:srgbClr val="151515"/>
                </a:solidFill>
                <a:latin typeface="Consolas"/>
                <a:ea typeface="Consolas"/>
                <a:cs typeface="Consolas"/>
              </a:rPr>
              <a:t>0</a:t>
            </a:r>
          </a:p>
        </p:txBody>
      </p:sp>
      <p:sp>
        <p:nvSpPr>
          <p:cNvPr id="71" name="shape-497">
            <a:extLst>
              <a:ext uri="{FF2B5EF4-FFF2-40B4-BE49-F238E27FC236}">
                <a16:creationId xmlns:a16="http://schemas.microsoft.com/office/drawing/2014/main" id="{CB025B8C-DFEC-43B0-A869-59682A558F35}"/>
              </a:ext>
            </a:extLst>
          </p:cNvPr>
          <p:cNvSpPr>
            <a:spLocks noGrp="1"/>
          </p:cNvSpPr>
          <p:nvPr/>
        </p:nvSpPr>
        <p:spPr>
          <a:xfrm>
            <a:off x="885825" y="1762125"/>
            <a:ext cx="3619500" cy="428625"/>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단색 4×4</a:t>
            </a:r>
          </a:p>
        </p:txBody>
      </p:sp>
      <p:sp>
        <p:nvSpPr>
          <p:cNvPr id="72" name="shape-498">
            <a:extLst>
              <a:ext uri="{FF2B5EF4-FFF2-40B4-BE49-F238E27FC236}">
                <a16:creationId xmlns:a16="http://schemas.microsoft.com/office/drawing/2014/main" id="{B4AAAF8D-3873-4EE7-A8ED-0C6AD8D121B8}"/>
              </a:ext>
            </a:extLst>
          </p:cNvPr>
          <p:cNvSpPr>
            <a:spLocks noGrp="1"/>
          </p:cNvSpPr>
          <p:nvPr/>
        </p:nvSpPr>
        <p:spPr>
          <a:xfrm>
            <a:off x="6924675" y="1762125"/>
            <a:ext cx="4648200" cy="428625"/>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처음부터 다른 색이 나옴</a:t>
            </a:r>
          </a:p>
        </p:txBody>
      </p:sp>
      <p:sp>
        <p:nvSpPr>
          <p:cNvPr id="73" name="shape-499">
            <a:extLst>
              <a:ext uri="{FF2B5EF4-FFF2-40B4-BE49-F238E27FC236}">
                <a16:creationId xmlns:a16="http://schemas.microsoft.com/office/drawing/2014/main" id="{EED68BC1-A7DE-4329-AFB0-3D26F4627E9F}"/>
              </a:ext>
            </a:extLst>
          </p:cNvPr>
          <p:cNvSpPr>
            <a:spLocks noGrp="1"/>
          </p:cNvSpPr>
          <p:nvPr/>
        </p:nvSpPr>
        <p:spPr>
          <a:xfrm>
            <a:off x="609600" y="5581650"/>
            <a:ext cx="5114925" cy="3810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16칸을 확인한 뒤 0 반환</a:t>
            </a:r>
          </a:p>
        </p:txBody>
      </p:sp>
      <p:sp>
        <p:nvSpPr>
          <p:cNvPr id="74" name="shape-500">
            <a:extLst>
              <a:ext uri="{FF2B5EF4-FFF2-40B4-BE49-F238E27FC236}">
                <a16:creationId xmlns:a16="http://schemas.microsoft.com/office/drawing/2014/main" id="{ED1CC63E-F272-41E8-A005-59078493009C}"/>
              </a:ext>
            </a:extLst>
          </p:cNvPr>
          <p:cNvSpPr>
            <a:spLocks noGrp="1"/>
          </p:cNvSpPr>
          <p:nvPr/>
        </p:nvSpPr>
        <p:spPr>
          <a:xfrm>
            <a:off x="6600825" y="5581650"/>
            <a:ext cx="4972050" cy="381000"/>
          </a:xfrm>
          <a:prstGeom prst="rect">
            <a:avLst/>
          </a:prstGeom>
          <a:noFill/>
          <a:ln w="0">
            <a:noFill/>
          </a:ln>
        </p:spPr>
        <p:txBody>
          <a:bodyPr wrap="none" lIns="0" tIns="0" rIns="0" bIns="0" anchor="t">
            <a:noAutofit/>
          </a:bodyPr>
          <a:lstStyle>
            <a:defPPr algn="l">
              <a:defRPr sz="2025" b="1">
                <a:solidFill>
                  <a:srgbClr val="AD630C"/>
                </a:solidFill>
                <a:latin typeface="Malgun Gothic"/>
                <a:ea typeface="Malgun Gothic"/>
                <a:cs typeface="Malgun Gothic"/>
              </a:defRPr>
            </a:defPPr>
          </a:lstStyle>
          <a:p>
            <a:pPr algn="l">
              <a:lnSpc>
                <a:spcPct val="112000"/>
              </a:lnSpc>
              <a:buNone/>
              <a:defRPr sz="2025" b="1">
                <a:solidFill>
                  <a:srgbClr val="AD630C"/>
                </a:solidFill>
                <a:latin typeface="Malgun Gothic"/>
                <a:ea typeface="Malgun Gothic"/>
                <a:cs typeface="Malgun Gothic"/>
              </a:defRPr>
            </a:pPr>
            <a:r>
              <a:rPr sz="2025" b="1">
                <a:solidFill>
                  <a:srgbClr val="AD630C"/>
                </a:solidFill>
                <a:latin typeface="Malgun Gothic"/>
                <a:ea typeface="Malgun Gothic"/>
                <a:cs typeface="Malgun Gothic"/>
              </a:rPr>
              <a:t>혼합 확인 뒤 네 자식 처리</a:t>
            </a:r>
          </a:p>
        </p:txBody>
      </p:sp>
      <p:sp>
        <p:nvSpPr>
          <p:cNvPr id="75" name="shape-501">
            <a:extLst>
              <a:ext uri="{FF2B5EF4-FFF2-40B4-BE49-F238E27FC236}">
                <a16:creationId xmlns:a16="http://schemas.microsoft.com/office/drawing/2014/main" id="{2BB6D153-B966-4AC4-BCE4-D03CD80C7EE9}"/>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저장 기호의 개수와 픽셀 검사 횟수는 서로 다른 수입니다.</a:t>
            </a:r>
          </a:p>
        </p:txBody>
      </p:sp>
    </p:spTree>
    <p:extLst>
      <p:ext uri="{BB962C8B-B14F-4D97-AF65-F5344CB8AC3E}">
        <p14:creationId xmlns:p14="http://schemas.microsoft.com/office/powerpoint/2010/main" val="203174462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502">
            <a:extLst>
              <a:ext uri="{FF2B5EF4-FFF2-40B4-BE49-F238E27FC236}">
                <a16:creationId xmlns:a16="http://schemas.microsoft.com/office/drawing/2014/main" id="{B5A0ACBF-0CFB-4E9A-9333-7A2B4EB550C3}"/>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503">
            <a:extLst>
              <a:ext uri="{FF2B5EF4-FFF2-40B4-BE49-F238E27FC236}">
                <a16:creationId xmlns:a16="http://schemas.microsoft.com/office/drawing/2014/main" id="{960BB504-DC1A-429C-B941-C0C1E2C92E8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04">
            <a:extLst>
              <a:ext uri="{FF2B5EF4-FFF2-40B4-BE49-F238E27FC236}">
                <a16:creationId xmlns:a16="http://schemas.microsoft.com/office/drawing/2014/main" id="{68D9FFD3-8400-4E3F-9D14-2F6EACEA35B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 층의 영역들을 합치면 전체 그림</a:t>
            </a:r>
          </a:p>
        </p:txBody>
      </p:sp>
      <p:sp>
        <p:nvSpPr>
          <p:cNvPr id="4" name="shape-505">
            <a:extLst>
              <a:ext uri="{FF2B5EF4-FFF2-40B4-BE49-F238E27FC236}">
                <a16:creationId xmlns:a16="http://schemas.microsoft.com/office/drawing/2014/main" id="{554F8135-6E50-4C9F-ACF1-34FB628EC974}"/>
              </a:ext>
            </a:extLst>
          </p:cNvPr>
          <p:cNvSpPr>
            <a:spLocks noGrp="1"/>
          </p:cNvSpPr>
          <p:nvPr/>
        </p:nvSpPr>
        <p:spPr>
          <a:xfrm>
            <a:off x="609600" y="1381125"/>
            <a:ext cx="10972800" cy="9525"/>
          </a:xfrm>
          <a:prstGeom prst="rect">
            <a:avLst/>
          </a:prstGeom>
          <a:solidFill>
            <a:srgbClr val="151515"/>
          </a:solidFill>
          <a:ln w="0">
            <a:noFill/>
          </a:ln>
        </p:spPr>
      </p:sp>
      <p:sp>
        <p:nvSpPr>
          <p:cNvPr id="5" name="shape-506">
            <a:extLst>
              <a:ext uri="{FF2B5EF4-FFF2-40B4-BE49-F238E27FC236}">
                <a16:creationId xmlns:a16="http://schemas.microsoft.com/office/drawing/2014/main" id="{A01CF44E-6E88-46C1-97A7-608DECD1B71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E7D5D5D-046F-4088-B8CC-027E51AFA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214</a:t>
            </a:r>
            <a:endParaRPr sz="1050" b="0">
              <a:solidFill>
                <a:srgbClr val="151515"/>
              </a:solidFill>
              <a:latin typeface="Consolas"/>
              <a:ea typeface="Consolas"/>
              <a:cs typeface="Consolas"/>
            </a:endParaRPr>
          </a:p>
        </p:txBody>
      </p:sp>
      <p:sp>
        <p:nvSpPr>
          <p:cNvPr id="7" name="shape-508">
            <a:extLst>
              <a:ext uri="{FF2B5EF4-FFF2-40B4-BE49-F238E27FC236}">
                <a16:creationId xmlns:a16="http://schemas.microsoft.com/office/drawing/2014/main" id="{8C1FBDA3-AF27-44A6-BE4C-2E830364DFBB}"/>
              </a:ext>
            </a:extLst>
          </p:cNvPr>
          <p:cNvSpPr>
            <a:spLocks noGrp="1"/>
          </p:cNvSpPr>
          <p:nvPr/>
        </p:nvSpPr>
        <p:spPr>
          <a:xfrm>
            <a:off x="609600" y="1724025"/>
            <a:ext cx="10972800" cy="457200"/>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한 변 S = 8, 전체 픽셀 N = 8×8 = 64</a:t>
            </a:r>
          </a:p>
        </p:txBody>
      </p:sp>
      <p:graphicFrame>
        <p:nvGraphicFramePr>
          <p:cNvPr id="8" name="표 7">
            <a:extLst>
              <a:ext uri="{FF2B5EF4-FFF2-40B4-BE49-F238E27FC236}">
                <a16:creationId xmlns:a16="http://schemas.microsoft.com/office/drawing/2014/main" id="{57C8119F-D7B5-4AF1-9B5E-8504B5EDDC62}"/>
              </a:ext>
            </a:extLst>
          </p:cNvPr>
          <p:cNvGraphicFramePr/>
          <p:nvPr/>
        </p:nvGraphicFramePr>
        <p:xfrm>
          <a:off x="609600" y="2590800"/>
          <a:ext cx="10972800" cy="3000375"/>
        </p:xfrm>
        <a:graphic>
          <a:graphicData uri="http://schemas.openxmlformats.org/drawingml/2006/table">
            <a:tbl>
              <a:tblPr/>
              <a:tblGrid>
                <a:gridCol w="3076575">
                  <a:extLst>
                    <a:ext uri="{9D8B030D-6E8A-4147-A177-3AD203B41FA5}">
                      <a16:colId xmlns:a16="http://schemas.microsoft.com/office/drawing/2014/main" val="20000"/>
                    </a:ext>
                  </a:extLst>
                </a:gridCol>
                <a:gridCol w="4067175">
                  <a:extLst>
                    <a:ext uri="{9D8B030D-6E8A-4147-A177-3AD203B41FA5}">
                      <a16:colId xmlns:a16="http://schemas.microsoft.com/office/drawing/2014/main" val="20001"/>
                    </a:ext>
                  </a:extLst>
                </a:gridCol>
                <a:gridCol w="3829050">
                  <a:extLst>
                    <a:ext uri="{9D8B030D-6E8A-4147-A177-3AD203B41FA5}">
                      <a16:colId xmlns:a16="http://schemas.microsoft.com/office/drawing/2014/main" val="20002"/>
                    </a:ext>
                  </a:extLst>
                </a:gridCol>
              </a:tblGrid>
              <a:tr h="600075">
                <a:tc>
                  <a:txBody>
                    <a:bodyPr/>
                    <a:lstStyle/>
                    <a:p>
                      <a:pPr algn="ctr"/>
                      <a:r>
                        <a:rPr sz="2100" b="1">
                          <a:solidFill>
                            <a:srgbClr val="FFFFFF"/>
                          </a:solidFill>
                          <a:latin typeface="Malgun Gothic"/>
                          <a:ea typeface="Malgun Gothic"/>
                          <a:cs typeface="Malgun Gothic"/>
                        </a:rPr>
                        <a:t>영역 크기</a:t>
                      </a:r>
                    </a:p>
                  </a:txBody>
                  <a:tcPr anchor="ctr">
                    <a:solidFill>
                      <a:srgbClr val="151515"/>
                    </a:solidFill>
                  </a:tcPr>
                </a:tc>
                <a:tc>
                  <a:txBody>
                    <a:bodyPr/>
                    <a:lstStyle/>
                    <a:p>
                      <a:pPr algn="ctr"/>
                      <a:r>
                        <a:rPr sz="2100" b="1">
                          <a:solidFill>
                            <a:srgbClr val="FFFFFF"/>
                          </a:solidFill>
                          <a:latin typeface="Malgun Gothic"/>
                          <a:ea typeface="Malgun Gothic"/>
                          <a:cs typeface="Malgun Gothic"/>
                        </a:rPr>
                        <a:t>그 층의 최대 영역 수</a:t>
                      </a:r>
                    </a:p>
                  </a:txBody>
                  <a:tcPr anchor="ctr">
                    <a:solidFill>
                      <a:srgbClr val="151515"/>
                    </a:solidFill>
                  </a:tcPr>
                </a:tc>
                <a:tc>
                  <a:txBody>
                    <a:bodyPr/>
                    <a:lstStyle/>
                    <a:p>
                      <a:pPr algn="ctr"/>
                      <a:r>
                        <a:rPr sz="2100" b="1">
                          <a:solidFill>
                            <a:srgbClr val="FFFFFF"/>
                          </a:solidFill>
                          <a:latin typeface="Malgun Gothic"/>
                          <a:ea typeface="Malgun Gothic"/>
                          <a:cs typeface="Malgun Gothic"/>
                        </a:rPr>
                        <a:t>검사량의 상한</a:t>
                      </a:r>
                    </a:p>
                  </a:txBody>
                  <a:tcPr anchor="ctr">
                    <a:solidFill>
                      <a:srgbClr val="151515"/>
                    </a:solidFill>
                  </a:tcPr>
                </a:tc>
                <a:extLst>
                  <a:ext uri="{0D108BD9-81ED-4DB2-BD59-A6C34878D82A}">
                    <a16:rowId xmlns:a16="http://schemas.microsoft.com/office/drawing/2014/main" val="10000"/>
                  </a:ext>
                </a:extLst>
              </a:tr>
              <a:tr h="600075">
                <a:tc>
                  <a:txBody>
                    <a:bodyPr/>
                    <a:lstStyle/>
                    <a:p>
                      <a:pPr algn="ctr"/>
                      <a:r>
                        <a:rPr sz="2100" b="0">
                          <a:solidFill>
                            <a:srgbClr val="151515"/>
                          </a:solidFill>
                          <a:latin typeface="Malgun Gothic"/>
                          <a:ea typeface="Malgun Gothic"/>
                          <a:cs typeface="Malgun Gothic"/>
                        </a:rPr>
                        <a:t>8×8</a:t>
                      </a:r>
                    </a:p>
                  </a:txBody>
                  <a:tcPr anchor="ctr">
                    <a:solidFill>
                      <a:srgbClr val="FFFFFF"/>
                    </a:solidFill>
                  </a:tcPr>
                </a:tc>
                <a:tc>
                  <a:txBody>
                    <a:bodyPr/>
                    <a:lstStyle/>
                    <a:p>
                      <a:pPr algn="ctr"/>
                      <a:r>
                        <a:rPr sz="2100" b="0">
                          <a:solidFill>
                            <a:srgbClr val="151515"/>
                          </a:solidFill>
                          <a:latin typeface="Malgun Gothic"/>
                          <a:ea typeface="Malgun Gothic"/>
                          <a:cs typeface="Malgun Gothic"/>
                        </a:rPr>
                        <a:t>1개</a:t>
                      </a:r>
                    </a:p>
                  </a:txBody>
                  <a:tcPr anchor="ctr">
                    <a:solidFill>
                      <a:srgbClr val="FFFFFF"/>
                    </a:solidFill>
                  </a:tcPr>
                </a:tc>
                <a:tc>
                  <a:txBody>
                    <a:bodyPr/>
                    <a:lstStyle/>
                    <a:p>
                      <a:pPr algn="ctr"/>
                      <a:r>
                        <a:rPr sz="2100" b="0">
                          <a:solidFill>
                            <a:srgbClr val="151515"/>
                          </a:solidFill>
                          <a:latin typeface="Malgun Gothic"/>
                          <a:ea typeface="Malgun Gothic"/>
                          <a:cs typeface="Malgun Gothic"/>
                        </a:rPr>
                        <a:t>1 × 64 = 64칸</a:t>
                      </a:r>
                    </a:p>
                  </a:txBody>
                  <a:tcPr anchor="ctr">
                    <a:solidFill>
                      <a:srgbClr val="FFFFFF"/>
                    </a:solidFill>
                  </a:tcPr>
                </a:tc>
                <a:extLst>
                  <a:ext uri="{0D108BD9-81ED-4DB2-BD59-A6C34878D82A}">
                    <a16:rowId xmlns:a16="http://schemas.microsoft.com/office/drawing/2014/main" val="10001"/>
                  </a:ext>
                </a:extLst>
              </a:tr>
              <a:tr h="600075">
                <a:tc>
                  <a:txBody>
                    <a:bodyPr/>
                    <a:lstStyle/>
                    <a:p>
                      <a:pPr algn="ctr"/>
                      <a:r>
                        <a:rPr sz="2100" b="0">
                          <a:solidFill>
                            <a:srgbClr val="151515"/>
                          </a:solidFill>
                          <a:latin typeface="Malgun Gothic"/>
                          <a:ea typeface="Malgun Gothic"/>
                          <a:cs typeface="Malgun Gothic"/>
                        </a:rPr>
                        <a:t>4×4</a:t>
                      </a:r>
                    </a:p>
                  </a:txBody>
                  <a:tcPr anchor="ctr">
                    <a:solidFill>
                      <a:srgbClr val="F1F4F6"/>
                    </a:solidFill>
                  </a:tcPr>
                </a:tc>
                <a:tc>
                  <a:txBody>
                    <a:bodyPr/>
                    <a:lstStyle/>
                    <a:p>
                      <a:pPr algn="ctr"/>
                      <a:r>
                        <a:rPr sz="2100" b="0">
                          <a:solidFill>
                            <a:srgbClr val="151515"/>
                          </a:solidFill>
                          <a:latin typeface="Malgun Gothic"/>
                          <a:ea typeface="Malgun Gothic"/>
                          <a:cs typeface="Malgun Gothic"/>
                        </a:rPr>
                        <a:t>4개</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16 = 64칸</a:t>
                      </a:r>
                    </a:p>
                  </a:txBody>
                  <a:tcPr anchor="ctr">
                    <a:solidFill>
                      <a:srgbClr val="F1F4F6"/>
                    </a:solidFill>
                  </a:tcPr>
                </a:tc>
                <a:extLst>
                  <a:ext uri="{0D108BD9-81ED-4DB2-BD59-A6C34878D82A}">
                    <a16:rowId xmlns:a16="http://schemas.microsoft.com/office/drawing/2014/main" val="10002"/>
                  </a:ext>
                </a:extLst>
              </a:tr>
              <a:tr h="600075">
                <a:tc>
                  <a:txBody>
                    <a:bodyPr/>
                    <a:lstStyle/>
                    <a:p>
                      <a:pPr algn="ctr"/>
                      <a:r>
                        <a:rPr sz="2100" b="0">
                          <a:solidFill>
                            <a:srgbClr val="151515"/>
                          </a:solidFill>
                          <a:latin typeface="Malgun Gothic"/>
                          <a:ea typeface="Malgun Gothic"/>
                          <a:cs typeface="Malgun Gothic"/>
                        </a:rPr>
                        <a:t>2×2</a:t>
                      </a:r>
                    </a:p>
                  </a:txBody>
                  <a:tcPr anchor="ctr">
                    <a:solidFill>
                      <a:srgbClr val="FFFFFF"/>
                    </a:solidFill>
                  </a:tcPr>
                </a:tc>
                <a:tc>
                  <a:txBody>
                    <a:bodyPr/>
                    <a:lstStyle/>
                    <a:p>
                      <a:pPr algn="ctr"/>
                      <a:r>
                        <a:rPr sz="2100" b="0">
                          <a:solidFill>
                            <a:srgbClr val="151515"/>
                          </a:solidFill>
                          <a:latin typeface="Malgun Gothic"/>
                          <a:ea typeface="Malgun Gothic"/>
                          <a:cs typeface="Malgun Gothic"/>
                        </a:rPr>
                        <a:t>16개</a:t>
                      </a:r>
                    </a:p>
                  </a:txBody>
                  <a:tcPr anchor="ctr">
                    <a:solidFill>
                      <a:srgbClr val="FFFFFF"/>
                    </a:solidFill>
                  </a:tcPr>
                </a:tc>
                <a:tc>
                  <a:txBody>
                    <a:bodyPr/>
                    <a:lstStyle/>
                    <a:p>
                      <a:pPr algn="ctr"/>
                      <a:r>
                        <a:rPr sz="2100" b="0">
                          <a:solidFill>
                            <a:srgbClr val="151515"/>
                          </a:solidFill>
                          <a:latin typeface="Malgun Gothic"/>
                          <a:ea typeface="Malgun Gothic"/>
                          <a:cs typeface="Malgun Gothic"/>
                        </a:rPr>
                        <a:t>16 × 4 = 64칸</a:t>
                      </a:r>
                    </a:p>
                  </a:txBody>
                  <a:tcPr anchor="ctr">
                    <a:solidFill>
                      <a:srgbClr val="FFFFFF"/>
                    </a:solidFill>
                  </a:tcPr>
                </a:tc>
                <a:extLst>
                  <a:ext uri="{0D108BD9-81ED-4DB2-BD59-A6C34878D82A}">
                    <a16:rowId xmlns:a16="http://schemas.microsoft.com/office/drawing/2014/main" val="10003"/>
                  </a:ext>
                </a:extLst>
              </a:tr>
              <a:tr h="600075">
                <a:tc>
                  <a:txBody>
                    <a:bodyPr/>
                    <a:lstStyle/>
                    <a:p>
                      <a:pPr algn="ctr"/>
                      <a:r>
                        <a:rPr sz="2100" b="0">
                          <a:solidFill>
                            <a:srgbClr val="151515"/>
                          </a:solidFill>
                          <a:latin typeface="Malgun Gothic"/>
                          <a:ea typeface="Malgun Gothic"/>
                          <a:cs typeface="Malgun Gothic"/>
                        </a:rPr>
                        <a:t>1×1</a:t>
                      </a:r>
                    </a:p>
                  </a:txBody>
                  <a:tcPr anchor="ctr">
                    <a:solidFill>
                      <a:srgbClr val="F1F4F6"/>
                    </a:solidFill>
                  </a:tcPr>
                </a:tc>
                <a:tc>
                  <a:txBody>
                    <a:bodyPr/>
                    <a:lstStyle/>
                    <a:p>
                      <a:pPr algn="ctr"/>
                      <a:r>
                        <a:rPr sz="2100" b="0">
                          <a:solidFill>
                            <a:srgbClr val="151515"/>
                          </a:solidFill>
                          <a:latin typeface="Malgun Gothic"/>
                          <a:ea typeface="Malgun Gothic"/>
                          <a:cs typeface="Malgun Gothic"/>
                        </a:rPr>
                        <a:t>64개</a:t>
                      </a:r>
                    </a:p>
                  </a:txBody>
                  <a:tcPr anchor="ctr">
                    <a:solidFill>
                      <a:srgbClr val="F1F4F6"/>
                    </a:solidFill>
                  </a:tcPr>
                </a:tc>
                <a:tc>
                  <a:txBody>
                    <a:bodyPr/>
                    <a:lstStyle/>
                    <a:p>
                      <a:pPr algn="ctr"/>
                      <a:r>
                        <a:rPr sz="2100" b="0">
                          <a:solidFill>
                            <a:srgbClr val="151515"/>
                          </a:solidFill>
                          <a:latin typeface="Malgun Gothic"/>
                          <a:ea typeface="Malgun Gothic"/>
                          <a:cs typeface="Malgun Gothic"/>
                        </a:rPr>
                        <a:t>64 × 1 = 64칸</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shape-510">
            <a:extLst>
              <a:ext uri="{FF2B5EF4-FFF2-40B4-BE49-F238E27FC236}">
                <a16:creationId xmlns:a16="http://schemas.microsoft.com/office/drawing/2014/main" id="{F82B6022-7F0E-493C-BA36-1C5EE96C92D4}"/>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현재 영역을 끝까지 검사하는 모델입니다. 같은 색에서 멈추거나 검사에서 일찍 나가면 줄어듭니다.</a:t>
            </a:r>
          </a:p>
        </p:txBody>
      </p:sp>
    </p:spTree>
    <p:extLst>
      <p:ext uri="{BB962C8B-B14F-4D97-AF65-F5344CB8AC3E}">
        <p14:creationId xmlns:p14="http://schemas.microsoft.com/office/powerpoint/2010/main" val="34958647"/>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hape-511">
            <a:extLst>
              <a:ext uri="{FF2B5EF4-FFF2-40B4-BE49-F238E27FC236}">
                <a16:creationId xmlns:a16="http://schemas.microsoft.com/office/drawing/2014/main" id="{802CCDA6-DC2F-4FF0-8615-E32F83DF5AC5}"/>
              </a:ext>
            </a:extLst>
          </p:cNvPr>
          <p:cNvSpPr>
            <a:spLocks noGrp="1"/>
          </p:cNvSpPr>
          <p:nvPr/>
        </p:nvSpPr>
        <p:spPr>
          <a:xfrm>
            <a:off x="609600" y="266700"/>
            <a:ext cx="8572500" cy="257175"/>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shape-512">
            <a:extLst>
              <a:ext uri="{FF2B5EF4-FFF2-40B4-BE49-F238E27FC236}">
                <a16:creationId xmlns:a16="http://schemas.microsoft.com/office/drawing/2014/main" id="{2E580BE4-C03B-4F88-81FD-8A4AE6743AF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shape-513">
            <a:extLst>
              <a:ext uri="{FF2B5EF4-FFF2-40B4-BE49-F238E27FC236}">
                <a16:creationId xmlns:a16="http://schemas.microsoft.com/office/drawing/2014/main" id="{632A3A7A-1C34-4223-8942-22ABE298B2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쿼드 트리의 깊이와 검사 시간의 상한</a:t>
            </a:r>
          </a:p>
        </p:txBody>
      </p:sp>
      <p:sp>
        <p:nvSpPr>
          <p:cNvPr id="4" name="shape-514">
            <a:extLst>
              <a:ext uri="{FF2B5EF4-FFF2-40B4-BE49-F238E27FC236}">
                <a16:creationId xmlns:a16="http://schemas.microsoft.com/office/drawing/2014/main" id="{4B56CCE2-6961-45B2-A7DA-38715FC511AE}"/>
              </a:ext>
            </a:extLst>
          </p:cNvPr>
          <p:cNvSpPr>
            <a:spLocks noGrp="1"/>
          </p:cNvSpPr>
          <p:nvPr/>
        </p:nvSpPr>
        <p:spPr>
          <a:xfrm>
            <a:off x="609600" y="1381125"/>
            <a:ext cx="10972800" cy="9525"/>
          </a:xfrm>
          <a:prstGeom prst="rect">
            <a:avLst/>
          </a:prstGeom>
          <a:solidFill>
            <a:srgbClr val="151515"/>
          </a:solidFill>
          <a:ln w="0">
            <a:noFill/>
          </a:ln>
        </p:spPr>
      </p:sp>
      <p:sp>
        <p:nvSpPr>
          <p:cNvPr id="5" name="shape-515">
            <a:extLst>
              <a:ext uri="{FF2B5EF4-FFF2-40B4-BE49-F238E27FC236}">
                <a16:creationId xmlns:a16="http://schemas.microsoft.com/office/drawing/2014/main" id="{8485F817-1722-4B34-815E-65B05A8129BF}"/>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571B68B-D883-44E3-8A39-52C7B1665E3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215</a:t>
            </a:r>
            <a:endParaRPr sz="1050" b="0">
              <a:solidFill>
                <a:srgbClr val="151515"/>
              </a:solidFill>
              <a:latin typeface="Consolas"/>
              <a:ea typeface="Consolas"/>
              <a:cs typeface="Consolas"/>
            </a:endParaRPr>
          </a:p>
        </p:txBody>
      </p:sp>
      <p:sp>
        <p:nvSpPr>
          <p:cNvPr id="7" name="shape-517">
            <a:extLst>
              <a:ext uri="{FF2B5EF4-FFF2-40B4-BE49-F238E27FC236}">
                <a16:creationId xmlns:a16="http://schemas.microsoft.com/office/drawing/2014/main" id="{A8EBAE32-8972-4C86-8C73-4CA5460F4CD6}"/>
              </a:ext>
            </a:extLst>
          </p:cNvPr>
          <p:cNvSpPr>
            <a:spLocks noGrp="1"/>
          </p:cNvSpPr>
          <p:nvPr/>
        </p:nvSpPr>
        <p:spPr>
          <a:xfrm>
            <a:off x="847725" y="2114550"/>
            <a:ext cx="1809750" cy="771525"/>
          </a:xfrm>
          <a:prstGeom prst="rect">
            <a:avLst/>
          </a:prstGeom>
          <a:solidFill>
            <a:srgbClr val="EEF5F8"/>
          </a:solidFill>
          <a:ln w="14288">
            <a:solidFill>
              <a:srgbClr val="146995"/>
            </a:solidFill>
          </a:ln>
        </p:spPr>
      </p:sp>
      <p:sp>
        <p:nvSpPr>
          <p:cNvPr id="8" name="shape-518">
            <a:extLst>
              <a:ext uri="{FF2B5EF4-FFF2-40B4-BE49-F238E27FC236}">
                <a16:creationId xmlns:a16="http://schemas.microsoft.com/office/drawing/2014/main" id="{69269995-8830-41CB-9BAA-34AF561AA5AF}"/>
              </a:ext>
            </a:extLst>
          </p:cNvPr>
          <p:cNvSpPr>
            <a:spLocks noGrp="1"/>
          </p:cNvSpPr>
          <p:nvPr/>
        </p:nvSpPr>
        <p:spPr>
          <a:xfrm>
            <a:off x="8858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8×8</a:t>
            </a:r>
          </a:p>
        </p:txBody>
      </p:sp>
      <p:sp>
        <p:nvSpPr>
          <p:cNvPr id="9" name="shape-519">
            <a:extLst>
              <a:ext uri="{FF2B5EF4-FFF2-40B4-BE49-F238E27FC236}">
                <a16:creationId xmlns:a16="http://schemas.microsoft.com/office/drawing/2014/main" id="{8EBE0C25-E654-4534-ADF3-93EF0E0E361E}"/>
              </a:ext>
            </a:extLst>
          </p:cNvPr>
          <p:cNvSpPr>
            <a:spLocks noGrp="1"/>
          </p:cNvSpPr>
          <p:nvPr/>
        </p:nvSpPr>
        <p:spPr>
          <a:xfrm>
            <a:off x="2647950" y="2362200"/>
            <a:ext cx="1066800" cy="381000"/>
          </a:xfrm>
          <a:prstGeom prst="rect">
            <a:avLst/>
          </a:prstGeom>
          <a:noFill/>
          <a:ln w="0">
            <a:noFill/>
          </a:ln>
        </p:spPr>
        <p:txBody>
          <a:bodyPr wrap="none" lIns="0" tIns="0" rIns="0" bIns="0" anchor="t">
            <a:noAutofit/>
          </a:bodyPr>
          <a:lstStyle>
            <a:defPPr algn="ctr">
              <a:defRPr sz="1725" b="0">
                <a:solidFill>
                  <a:srgbClr val="151515"/>
                </a:solidFill>
                <a:latin typeface="Malgun Gothic"/>
                <a:ea typeface="Malgun Gothic"/>
                <a:cs typeface="Malgun Gothic"/>
              </a:defRPr>
            </a:defPPr>
          </a:lstStyle>
          <a:p>
            <a:pPr algn="ctr">
              <a:lnSpc>
                <a:spcPct val="112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변 ÷2</a:t>
            </a:r>
          </a:p>
        </p:txBody>
      </p:sp>
      <p:sp>
        <p:nvSpPr>
          <p:cNvPr id="10" name="shape-520">
            <a:extLst>
              <a:ext uri="{FF2B5EF4-FFF2-40B4-BE49-F238E27FC236}">
                <a16:creationId xmlns:a16="http://schemas.microsoft.com/office/drawing/2014/main" id="{49606FC7-3E8C-46A6-BB7C-FF0ECD4DEC9B}"/>
              </a:ext>
            </a:extLst>
          </p:cNvPr>
          <p:cNvSpPr>
            <a:spLocks noGrp="1"/>
          </p:cNvSpPr>
          <p:nvPr/>
        </p:nvSpPr>
        <p:spPr>
          <a:xfrm>
            <a:off x="3743325" y="2114550"/>
            <a:ext cx="1809750" cy="771525"/>
          </a:xfrm>
          <a:prstGeom prst="rect">
            <a:avLst/>
          </a:prstGeom>
          <a:solidFill>
            <a:srgbClr val="EEF5F8"/>
          </a:solidFill>
          <a:ln w="14288">
            <a:solidFill>
              <a:srgbClr val="146995"/>
            </a:solidFill>
          </a:ln>
        </p:spPr>
      </p:sp>
      <p:sp>
        <p:nvSpPr>
          <p:cNvPr id="11" name="shape-521">
            <a:extLst>
              <a:ext uri="{FF2B5EF4-FFF2-40B4-BE49-F238E27FC236}">
                <a16:creationId xmlns:a16="http://schemas.microsoft.com/office/drawing/2014/main" id="{81FA3DD1-FC37-4778-BA72-A2FE2B2B7053}"/>
              </a:ext>
            </a:extLst>
          </p:cNvPr>
          <p:cNvSpPr>
            <a:spLocks noGrp="1"/>
          </p:cNvSpPr>
          <p:nvPr/>
        </p:nvSpPr>
        <p:spPr>
          <a:xfrm>
            <a:off x="37814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4×4</a:t>
            </a:r>
          </a:p>
        </p:txBody>
      </p:sp>
      <p:sp>
        <p:nvSpPr>
          <p:cNvPr id="12" name="shape-522">
            <a:extLst>
              <a:ext uri="{FF2B5EF4-FFF2-40B4-BE49-F238E27FC236}">
                <a16:creationId xmlns:a16="http://schemas.microsoft.com/office/drawing/2014/main" id="{2C167209-488D-4009-B38F-A9627D5AB4E8}"/>
              </a:ext>
            </a:extLst>
          </p:cNvPr>
          <p:cNvSpPr>
            <a:spLocks noGrp="1"/>
          </p:cNvSpPr>
          <p:nvPr/>
        </p:nvSpPr>
        <p:spPr>
          <a:xfrm>
            <a:off x="5543550" y="2362200"/>
            <a:ext cx="1066800" cy="381000"/>
          </a:xfrm>
          <a:prstGeom prst="rect">
            <a:avLst/>
          </a:prstGeom>
          <a:noFill/>
          <a:ln w="0">
            <a:noFill/>
          </a:ln>
        </p:spPr>
        <p:txBody>
          <a:bodyPr wrap="none" lIns="0" tIns="0" rIns="0" bIns="0" anchor="t">
            <a:noAutofit/>
          </a:bodyPr>
          <a:lstStyle>
            <a:defPPr algn="ctr">
              <a:defRPr sz="1725" b="0">
                <a:solidFill>
                  <a:srgbClr val="151515"/>
                </a:solidFill>
                <a:latin typeface="Malgun Gothic"/>
                <a:ea typeface="Malgun Gothic"/>
                <a:cs typeface="Malgun Gothic"/>
              </a:defRPr>
            </a:defPPr>
          </a:lstStyle>
          <a:p>
            <a:pPr algn="ctr">
              <a:lnSpc>
                <a:spcPct val="112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변 ÷2</a:t>
            </a:r>
          </a:p>
        </p:txBody>
      </p:sp>
      <p:sp>
        <p:nvSpPr>
          <p:cNvPr id="13" name="shape-523">
            <a:extLst>
              <a:ext uri="{FF2B5EF4-FFF2-40B4-BE49-F238E27FC236}">
                <a16:creationId xmlns:a16="http://schemas.microsoft.com/office/drawing/2014/main" id="{37DBE176-22A8-4529-A9C5-BFB0A3A4B5D6}"/>
              </a:ext>
            </a:extLst>
          </p:cNvPr>
          <p:cNvSpPr>
            <a:spLocks noGrp="1"/>
          </p:cNvSpPr>
          <p:nvPr/>
        </p:nvSpPr>
        <p:spPr>
          <a:xfrm>
            <a:off x="6638925" y="2114550"/>
            <a:ext cx="1809750" cy="771525"/>
          </a:xfrm>
          <a:prstGeom prst="rect">
            <a:avLst/>
          </a:prstGeom>
          <a:solidFill>
            <a:srgbClr val="EEF5F8"/>
          </a:solidFill>
          <a:ln w="14288">
            <a:solidFill>
              <a:srgbClr val="146995"/>
            </a:solidFill>
          </a:ln>
        </p:spPr>
      </p:sp>
      <p:sp>
        <p:nvSpPr>
          <p:cNvPr id="14" name="shape-524">
            <a:extLst>
              <a:ext uri="{FF2B5EF4-FFF2-40B4-BE49-F238E27FC236}">
                <a16:creationId xmlns:a16="http://schemas.microsoft.com/office/drawing/2014/main" id="{006AF423-8A19-4590-B036-C396A46D00A4}"/>
              </a:ext>
            </a:extLst>
          </p:cNvPr>
          <p:cNvSpPr>
            <a:spLocks noGrp="1"/>
          </p:cNvSpPr>
          <p:nvPr/>
        </p:nvSpPr>
        <p:spPr>
          <a:xfrm>
            <a:off x="66770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2×2</a:t>
            </a:r>
          </a:p>
        </p:txBody>
      </p:sp>
      <p:sp>
        <p:nvSpPr>
          <p:cNvPr id="15" name="shape-525">
            <a:extLst>
              <a:ext uri="{FF2B5EF4-FFF2-40B4-BE49-F238E27FC236}">
                <a16:creationId xmlns:a16="http://schemas.microsoft.com/office/drawing/2014/main" id="{8DE7CA2F-B330-4E82-BFBE-3C0F8660806E}"/>
              </a:ext>
            </a:extLst>
          </p:cNvPr>
          <p:cNvSpPr>
            <a:spLocks noGrp="1"/>
          </p:cNvSpPr>
          <p:nvPr/>
        </p:nvSpPr>
        <p:spPr>
          <a:xfrm>
            <a:off x="8439150" y="2362200"/>
            <a:ext cx="1066800" cy="381000"/>
          </a:xfrm>
          <a:prstGeom prst="rect">
            <a:avLst/>
          </a:prstGeom>
          <a:noFill/>
          <a:ln w="0">
            <a:noFill/>
          </a:ln>
        </p:spPr>
        <p:txBody>
          <a:bodyPr wrap="none" lIns="0" tIns="0" rIns="0" bIns="0" anchor="t">
            <a:noAutofit/>
          </a:bodyPr>
          <a:lstStyle>
            <a:defPPr algn="ctr">
              <a:defRPr sz="1725" b="0">
                <a:solidFill>
                  <a:srgbClr val="151515"/>
                </a:solidFill>
                <a:latin typeface="Malgun Gothic"/>
                <a:ea typeface="Malgun Gothic"/>
                <a:cs typeface="Malgun Gothic"/>
              </a:defRPr>
            </a:defPPr>
          </a:lstStyle>
          <a:p>
            <a:pPr algn="ctr">
              <a:lnSpc>
                <a:spcPct val="112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변 ÷2</a:t>
            </a:r>
          </a:p>
        </p:txBody>
      </p:sp>
      <p:sp>
        <p:nvSpPr>
          <p:cNvPr id="16" name="shape-526">
            <a:extLst>
              <a:ext uri="{FF2B5EF4-FFF2-40B4-BE49-F238E27FC236}">
                <a16:creationId xmlns:a16="http://schemas.microsoft.com/office/drawing/2014/main" id="{58059E40-1580-409B-9FC9-6820EA4FACE2}"/>
              </a:ext>
            </a:extLst>
          </p:cNvPr>
          <p:cNvSpPr>
            <a:spLocks noGrp="1"/>
          </p:cNvSpPr>
          <p:nvPr/>
        </p:nvSpPr>
        <p:spPr>
          <a:xfrm>
            <a:off x="9534525" y="2114550"/>
            <a:ext cx="1809750" cy="771525"/>
          </a:xfrm>
          <a:prstGeom prst="rect">
            <a:avLst/>
          </a:prstGeom>
          <a:solidFill>
            <a:srgbClr val="EEF5F8"/>
          </a:solidFill>
          <a:ln w="14288">
            <a:solidFill>
              <a:srgbClr val="146995"/>
            </a:solidFill>
          </a:ln>
        </p:spPr>
      </p:sp>
      <p:sp>
        <p:nvSpPr>
          <p:cNvPr id="17" name="shape-527">
            <a:extLst>
              <a:ext uri="{FF2B5EF4-FFF2-40B4-BE49-F238E27FC236}">
                <a16:creationId xmlns:a16="http://schemas.microsoft.com/office/drawing/2014/main" id="{BE12B604-7075-46A4-AB51-36F4561EB1B4}"/>
              </a:ext>
            </a:extLst>
          </p:cNvPr>
          <p:cNvSpPr>
            <a:spLocks noGrp="1"/>
          </p:cNvSpPr>
          <p:nvPr/>
        </p:nvSpPr>
        <p:spPr>
          <a:xfrm>
            <a:off x="9572625" y="2219325"/>
            <a:ext cx="1733550" cy="628650"/>
          </a:xfrm>
          <a:prstGeom prst="rect">
            <a:avLst/>
          </a:prstGeom>
          <a:noFill/>
          <a:ln w="0">
            <a:noFill/>
          </a:ln>
        </p:spPr>
        <p:txBody>
          <a:bodyPr wrap="none" lIns="0" tIns="0" rIns="0" bIns="0" anchor="t">
            <a:noAutofit/>
          </a:bodyPr>
          <a:lstStyle>
            <a:defPPr algn="ctr">
              <a:defRPr sz="1875" b="1">
                <a:solidFill>
                  <a:srgbClr val="146995"/>
                </a:solidFill>
                <a:latin typeface="Malgun Gothic"/>
                <a:ea typeface="Malgun Gothic"/>
                <a:cs typeface="Malgun Gothic"/>
              </a:defRPr>
            </a:defPPr>
          </a:lstStyle>
          <a:p>
            <a:pPr algn="ctr">
              <a:lnSpc>
                <a:spcPct val="112000"/>
              </a:lnSpc>
              <a:buNone/>
              <a:defRPr sz="1875" b="1">
                <a:solidFill>
                  <a:srgbClr val="146995"/>
                </a:solidFill>
                <a:latin typeface="Malgun Gothic"/>
                <a:ea typeface="Malgun Gothic"/>
                <a:cs typeface="Malgun Gothic"/>
              </a:defRPr>
            </a:pPr>
            <a:r>
              <a:rPr sz="1875" b="1">
                <a:solidFill>
                  <a:srgbClr val="146995"/>
                </a:solidFill>
                <a:latin typeface="Malgun Gothic"/>
                <a:ea typeface="Malgun Gothic"/>
                <a:cs typeface="Malgun Gothic"/>
              </a:rPr>
              <a:t>1×1</a:t>
            </a:r>
          </a:p>
        </p:txBody>
      </p:sp>
      <p:sp>
        <p:nvSpPr>
          <p:cNvPr id="18" name="shape-528">
            <a:extLst>
              <a:ext uri="{FF2B5EF4-FFF2-40B4-BE49-F238E27FC236}">
                <a16:creationId xmlns:a16="http://schemas.microsoft.com/office/drawing/2014/main" id="{FF07742C-0A7D-49F0-8A45-F1AC190E7B64}"/>
              </a:ext>
            </a:extLst>
          </p:cNvPr>
          <p:cNvSpPr>
            <a:spLocks noGrp="1"/>
          </p:cNvSpPr>
          <p:nvPr/>
        </p:nvSpPr>
        <p:spPr>
          <a:xfrm>
            <a:off x="609600" y="3705225"/>
            <a:ext cx="10972800" cy="495300"/>
          </a:xfrm>
          <a:prstGeom prst="rect">
            <a:avLst/>
          </a:prstGeom>
          <a:noFill/>
          <a:ln w="0">
            <a:noFill/>
          </a:ln>
        </p:spPr>
        <p:txBody>
          <a:bodyPr wrap="none" lIns="0" tIns="0" rIns="0" bIns="0" anchor="t">
            <a:noAutofit/>
          </a:bodyPr>
          <a:lstStyle>
            <a:defPPr algn="l">
              <a:defRPr sz="2475" b="1">
                <a:solidFill>
                  <a:srgbClr val="151515"/>
                </a:solidFill>
                <a:latin typeface="Malgun Gothic"/>
                <a:ea typeface="Malgun Gothic"/>
                <a:cs typeface="Malgun Gothic"/>
              </a:defRPr>
            </a:defPPr>
          </a:lstStyle>
          <a:p>
            <a:pPr algn="l">
              <a:lnSpc>
                <a:spcPct val="112000"/>
              </a:lnSpc>
              <a:buNone/>
              <a:defRPr sz="2475" b="1">
                <a:solidFill>
                  <a:srgbClr val="151515"/>
                </a:solidFill>
                <a:latin typeface="Malgun Gothic"/>
                <a:ea typeface="Malgun Gothic"/>
                <a:cs typeface="Malgun Gothic"/>
              </a:defRPr>
            </a:pPr>
            <a:r>
              <a:rPr sz="2475" b="1">
                <a:solidFill>
                  <a:srgbClr val="151515"/>
                </a:solidFill>
                <a:latin typeface="Malgun Gothic"/>
                <a:ea typeface="Malgun Gothic"/>
                <a:cs typeface="Malgun Gothic"/>
              </a:rPr>
              <a:t>3번 내려감, 검사하는 층은 최대 4개</a:t>
            </a:r>
          </a:p>
        </p:txBody>
      </p:sp>
      <p:sp>
        <p:nvSpPr>
          <p:cNvPr id="19" name="shape-529">
            <a:extLst>
              <a:ext uri="{FF2B5EF4-FFF2-40B4-BE49-F238E27FC236}">
                <a16:creationId xmlns:a16="http://schemas.microsoft.com/office/drawing/2014/main" id="{A9666285-BC06-4030-AEFC-17DB5EA3F062}"/>
              </a:ext>
            </a:extLst>
          </p:cNvPr>
          <p:cNvSpPr>
            <a:spLocks noGrp="1"/>
          </p:cNvSpPr>
          <p:nvPr/>
        </p:nvSpPr>
        <p:spPr>
          <a:xfrm>
            <a:off x="609600" y="4705350"/>
            <a:ext cx="10972800" cy="485775"/>
          </a:xfrm>
          <a:prstGeom prst="rect">
            <a:avLst/>
          </a:prstGeom>
          <a:noFill/>
          <a:ln w="0">
            <a:noFill/>
          </a:ln>
        </p:spPr>
        <p:txBody>
          <a:bodyPr wrap="none" lIns="0" tIns="0" rIns="0" bIns="0" anchor="t">
            <a:noAutofit/>
          </a:bodyPr>
          <a:lstStyle>
            <a:defPPr algn="l">
              <a:defRPr sz="2325" b="1">
                <a:solidFill>
                  <a:srgbClr val="146995"/>
                </a:solidFill>
                <a:latin typeface="Malgun Gothic"/>
                <a:ea typeface="Malgun Gothic"/>
                <a:cs typeface="Malgun Gothic"/>
              </a:defRPr>
            </a:defPPr>
          </a:lstStyle>
          <a:p>
            <a:pPr algn="l">
              <a:lnSpc>
                <a:spcPct val="112000"/>
              </a:lnSpc>
              <a:buNone/>
              <a:defRPr sz="2325" b="1">
                <a:solidFill>
                  <a:srgbClr val="146995"/>
                </a:solidFill>
                <a:latin typeface="Malgun Gothic"/>
                <a:ea typeface="Malgun Gothic"/>
                <a:cs typeface="Malgun Gothic"/>
              </a:defRPr>
            </a:pPr>
            <a:r>
              <a:rPr sz="2325" b="1">
                <a:solidFill>
                  <a:srgbClr val="146995"/>
                </a:solidFill>
                <a:latin typeface="Malgun Gothic"/>
                <a:ea typeface="Malgun Gothic"/>
                <a:cs typeface="Malgun Gothic"/>
              </a:rPr>
              <a:t>색 검사량 ≤ 전체 픽셀 수 × 검사하는 층 수</a:t>
            </a:r>
          </a:p>
        </p:txBody>
      </p:sp>
      <p:sp>
        <p:nvSpPr>
          <p:cNvPr id="20" name="shape-530">
            <a:extLst>
              <a:ext uri="{FF2B5EF4-FFF2-40B4-BE49-F238E27FC236}">
                <a16:creationId xmlns:a16="http://schemas.microsoft.com/office/drawing/2014/main" id="{0721CF64-3D78-480D-B2ED-BEFF53AEFF46}"/>
              </a:ext>
            </a:extLst>
          </p:cNvPr>
          <p:cNvSpPr>
            <a:spLocks noGrp="1"/>
          </p:cNvSpPr>
          <p:nvPr/>
        </p:nvSpPr>
        <p:spPr>
          <a:xfrm>
            <a:off x="609600" y="5372100"/>
            <a:ext cx="10972800" cy="495300"/>
          </a:xfrm>
          <a:prstGeom prst="rect">
            <a:avLst/>
          </a:prstGeom>
          <a:noFill/>
          <a:ln w="0">
            <a:noFill/>
          </a:ln>
        </p:spPr>
        <p:txBody>
          <a:bodyPr wrap="none" lIns="0" tIns="0" rIns="0" bIns="0" anchor="t">
            <a:noAutofit/>
          </a:bodyPr>
          <a:lstStyle>
            <a:defPPr algn="l">
              <a:defRPr sz="2700" b="1">
                <a:solidFill>
                  <a:srgbClr val="146995"/>
                </a:solidFill>
                <a:latin typeface="Consolas"/>
                <a:ea typeface="Consolas"/>
                <a:cs typeface="Consolas"/>
              </a:defRPr>
            </a:defPPr>
          </a:lstStyle>
          <a:p>
            <a:pPr algn="l">
              <a:lnSpc>
                <a:spcPct val="112000"/>
              </a:lnSpc>
              <a:buNone/>
              <a:defRPr sz="2700" b="1">
                <a:solidFill>
                  <a:srgbClr val="146995"/>
                </a:solidFill>
                <a:latin typeface="Consolas"/>
                <a:ea typeface="Consolas"/>
                <a:cs typeface="Consolas"/>
              </a:defRPr>
            </a:pPr>
            <a:r>
              <a:rPr sz="2700" b="1">
                <a:solidFill>
                  <a:srgbClr val="146995"/>
                </a:solidFill>
                <a:latin typeface="Consolas"/>
                <a:ea typeface="Consolas"/>
                <a:cs typeface="Consolas"/>
              </a:rPr>
              <a:t>O(N log S) = O(S² log S)</a:t>
            </a:r>
          </a:p>
        </p:txBody>
      </p:sp>
      <p:sp>
        <p:nvSpPr>
          <p:cNvPr id="21" name="shape-531">
            <a:extLst>
              <a:ext uri="{FF2B5EF4-FFF2-40B4-BE49-F238E27FC236}">
                <a16:creationId xmlns:a16="http://schemas.microsoft.com/office/drawing/2014/main" id="{8EFE4554-083E-415E-B35C-4D3DBF2EBE12}"/>
              </a:ext>
            </a:extLst>
          </p:cNvPr>
          <p:cNvSpPr>
            <a:spLocks noGrp="1"/>
          </p:cNvSpPr>
          <p:nvPr/>
        </p:nvSpPr>
        <p:spPr>
          <a:xfrm>
            <a:off x="609600" y="6076950"/>
            <a:ext cx="10972800" cy="457200"/>
          </a:xfrm>
          <a:prstGeom prst="rect">
            <a:avLst/>
          </a:prstGeom>
          <a:noFill/>
          <a:ln w="0">
            <a:noFill/>
          </a:ln>
        </p:spPr>
        <p:txBody>
          <a:bodyPr lIns="0" tIns="0" rIns="0" bIns="0" anchor="t">
            <a:noAutofit/>
          </a:bodyPr>
          <a:lstStyle>
            <a:defPPr algn="l">
              <a:defRPr sz="1500" b="0">
                <a:solidFill>
                  <a:srgbClr val="444444"/>
                </a:solidFill>
                <a:latin typeface="Malgun Gothic"/>
                <a:ea typeface="Malgun Gothic"/>
                <a:cs typeface="Malgun Gothic"/>
              </a:defRPr>
            </a:defPPr>
          </a:lstStyle>
          <a:p>
            <a:pPr algn="l">
              <a:lnSpc>
                <a:spcPct val="112000"/>
              </a:lnSpc>
              <a:buNone/>
              <a:defRPr sz="1500" b="0">
                <a:solidFill>
                  <a:srgbClr val="444444"/>
                </a:solidFill>
                <a:latin typeface="Malgun Gothic"/>
                <a:ea typeface="Malgun Gothic"/>
                <a:cs typeface="Malgun Gothic"/>
              </a:defRPr>
            </a:pPr>
            <a:r>
              <a:rPr sz="1500" b="0">
                <a:solidFill>
                  <a:srgbClr val="444444"/>
                </a:solidFill>
                <a:latin typeface="Malgun Gothic"/>
                <a:ea typeface="Malgun Gothic"/>
                <a:cs typeface="Malgun Gothic"/>
              </a:rPr>
              <a:t>검사 후 분할하는 212 코드의 최악 상한입니다. S는 한 변, N=S²는 픽셀 수입니다.</a:t>
            </a:r>
          </a:p>
        </p:txBody>
      </p:sp>
    </p:spTree>
    <p:extLst>
      <p:ext uri="{BB962C8B-B14F-4D97-AF65-F5344CB8AC3E}">
        <p14:creationId xmlns:p14="http://schemas.microsoft.com/office/powerpoint/2010/main" val="3545667983"/>
      </p:ext>
    </p:extLst>
  </p:cSld>
  <p:clrMapOvr>
    <a:masterClrMapping/>
  </p:clrMapOvr>
</p:sld>
</file>

<file path=ppt/slides/slide2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C27AF6E-235C-4286-B3AE-28A027194FC0}"/>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4.5  쿼드 트리</a:t>
            </a:r>
          </a:p>
        </p:txBody>
      </p:sp>
      <p:sp>
        <p:nvSpPr>
          <p:cNvPr id="2" name="">
            <a:extLst xmlns:a="http://schemas.openxmlformats.org/drawingml/2006/main">
              <a:ext uri="{FF2B5EF4-FFF2-40B4-BE49-F238E27FC236}">
                <a16:creationId xmlns:a16="http://schemas.microsoft.com/office/drawing/2014/main" id="{81CD931D-54EE-4914-BE90-D6F6C09C2EBE}"/>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3EC3FC12-7BE3-41BD-BC99-BF12A75082D0}"/>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응용 ② 게임 개발과 충돌 감지</a:t>
            </a:r>
          </a:p>
        </p:txBody>
      </p:sp>
      <p:sp>
        <p:nvSpPr>
          <p:cNvPr id="4" name="">
            <a:extLst xmlns:a="http://schemas.openxmlformats.org/drawingml/2006/main">
              <a:ext uri="{FF2B5EF4-FFF2-40B4-BE49-F238E27FC236}">
                <a16:creationId xmlns:a16="http://schemas.microsoft.com/office/drawing/2014/main" id="{F5E5BAE6-969D-4337-AC33-E421A7E14B04}"/>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AFDB23-5DF9-4CD5-8C66-9D4B89ED6245}"/>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C630C4D4-A8BE-46B4-BD84-0CD40203EFD2}"/>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217</a:t>
            </a:r>
          </a:p>
        </p:txBody>
      </p:sp>
      <p:sp>
        <p:nvSpPr>
          <p:cNvPr id="7" name="">
            <a:extLst xmlns:a="http://schemas.openxmlformats.org/drawingml/2006/main">
              <a:ext uri="{FF2B5EF4-FFF2-40B4-BE49-F238E27FC236}">
                <a16:creationId xmlns:a16="http://schemas.microsoft.com/office/drawing/2014/main" id="{BA89501E-C1A6-4922-AD93-114A622C4DB1}"/>
              </a:ext>
            </a:extLst>
          </p:cNvPr>
          <p:cNvSpPr>
            <a:spLocks xmlns:a="http://schemas.openxmlformats.org/drawingml/2006/main" noGrp="1"/>
          </p:cNvSpPr>
          <p:nvPr/>
        </p:nvSpPr>
        <p:spPr>
          <a:xfrm xmlns:a="http://schemas.openxmlformats.org/drawingml/2006/main">
            <a:off x="609600" y="16287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1717"/>
                </a:solidFill>
                <a:latin typeface="Malgun Gothic"/>
                <a:ea typeface="Malgun Gothic"/>
                <a:cs typeface="Malgun Gothic"/>
              </a:defRPr>
            </a:pPr>
            <a:r>
              <a:rPr sz="2025" b="0">
                <a:solidFill>
                  <a:srgbClr val="171717"/>
                </a:solidFill>
                <a:latin typeface="Malgun Gothic"/>
                <a:ea typeface="Malgun Gothic"/>
                <a:cs typeface="Malgun Gothic"/>
              </a:rPr>
              <a:t>객체 1,000개의 모든 쌍을 비교하면 한 프레임에 499,500번 검사합니다.</a:t>
            </a:r>
          </a:p>
        </p:txBody>
      </p:sp>
      <p:sp>
        <p:nvSpPr>
          <p:cNvPr id="8" name="">
            <a:extLst xmlns:a="http://schemas.openxmlformats.org/drawingml/2006/main">
              <a:ext uri="{FF2B5EF4-FFF2-40B4-BE49-F238E27FC236}">
                <a16:creationId xmlns:a16="http://schemas.microsoft.com/office/drawing/2014/main" id="{CF739D4A-FF4B-4709-9012-C2B3615F4171}"/>
              </a:ext>
            </a:extLst>
          </p:cNvPr>
          <p:cNvSpPr>
            <a:spLocks xmlns:a="http://schemas.openxmlformats.org/drawingml/2006/main" noGrp="1"/>
          </p:cNvSpPr>
          <p:nvPr/>
        </p:nvSpPr>
        <p:spPr>
          <a:xfrm xmlns:a="http://schemas.openxmlformats.org/drawingml/2006/main">
            <a:off x="609600" y="2343150"/>
            <a:ext cx="571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6F95"/>
                </a:solidFill>
                <a:latin typeface="Malgun Gothic"/>
                <a:ea typeface="Malgun Gothic"/>
                <a:cs typeface="Malgun Gothic"/>
              </a:defRPr>
            </a:pPr>
            <a:r>
              <a:rPr sz="2175" b="1">
                <a:solidFill>
                  <a:srgbClr val="146F95"/>
                </a:solidFill>
                <a:latin typeface="Malgun Gothic"/>
                <a:ea typeface="Malgun Gothic"/>
                <a:cs typeface="Malgun Gothic"/>
              </a:rPr>
              <a:t>무식한 접근: 브루트 포스</a:t>
            </a:r>
          </a:p>
        </p:txBody>
      </p:sp>
      <p:sp>
        <p:nvSpPr>
          <p:cNvPr id="9" name="">
            <a:extLst xmlns:a="http://schemas.openxmlformats.org/drawingml/2006/main">
              <a:ext uri="{FF2B5EF4-FFF2-40B4-BE49-F238E27FC236}">
                <a16:creationId xmlns:a16="http://schemas.microsoft.com/office/drawing/2014/main" id="{7877ED8F-81A0-46C1-AD54-96B506C2CDFC}"/>
              </a:ext>
            </a:extLst>
          </p:cNvPr>
          <p:cNvSpPr>
            <a:spLocks xmlns:a="http://schemas.openxmlformats.org/drawingml/2006/main" noGrp="1"/>
          </p:cNvSpPr>
          <p:nvPr/>
        </p:nvSpPr>
        <p:spPr>
          <a:xfrm xmlns:a="http://schemas.openxmlformats.org/drawingml/2006/main">
            <a:off x="609600" y="28098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6F95"/>
                </a:solidFill>
                <a:latin typeface="Consolas"/>
                <a:ea typeface="Consolas"/>
                <a:cs typeface="Consolas"/>
              </a:defRPr>
            </a:pPr>
            <a:r>
              <a:rPr sz="2175" b="1">
                <a:solidFill>
                  <a:srgbClr val="146F95"/>
                </a:solidFill>
                <a:latin typeface="Consolas"/>
                <a:ea typeface="Consolas"/>
                <a:cs typeface="Consolas"/>
              </a:rPr>
              <a:t>(n−1) + (n−2) + … + 1 = n(n−1)/2 ≈ n²/2</a:t>
            </a:r>
          </a:p>
        </p:txBody>
      </p:sp>
      <p:sp>
        <p:nvSpPr>
          <p:cNvPr id="10" name="">
            <a:extLst xmlns:a="http://schemas.openxmlformats.org/drawingml/2006/main">
              <a:ext uri="{FF2B5EF4-FFF2-40B4-BE49-F238E27FC236}">
                <a16:creationId xmlns:a16="http://schemas.microsoft.com/office/drawing/2014/main" id="{8AFF0D6C-3BA6-4018-BAFF-B3F7F09CB947}"/>
              </a:ext>
            </a:extLst>
          </p:cNvPr>
          <p:cNvSpPr>
            <a:spLocks xmlns:a="http://schemas.openxmlformats.org/drawingml/2006/main" noGrp="1"/>
          </p:cNvSpPr>
          <p:nvPr/>
        </p:nvSpPr>
        <p:spPr>
          <a:xfrm xmlns:a="http://schemas.openxmlformats.org/drawingml/2006/main">
            <a:off x="609600" y="3609975"/>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71717"/>
                </a:solidFill>
                <a:latin typeface="Malgun Gothic"/>
                <a:ea typeface="Malgun Gothic"/>
                <a:cs typeface="Malgun Gothic"/>
              </a:defRPr>
            </a:pPr>
            <a:r>
              <a:rPr sz="2025" b="1">
                <a:solidFill>
                  <a:srgbClr val="171717"/>
                </a:solidFill>
                <a:latin typeface="Malgun Gothic"/>
                <a:ea typeface="Malgun Gothic"/>
                <a:cs typeface="Malgun Gothic"/>
              </a:rPr>
              <a:t>① 공간 분할</a:t>
            </a:r>
          </a:p>
        </p:txBody>
      </p:sp>
      <p:sp>
        <p:nvSpPr>
          <p:cNvPr id="11" name="">
            <a:extLst xmlns:a="http://schemas.openxmlformats.org/drawingml/2006/main">
              <a:ext uri="{FF2B5EF4-FFF2-40B4-BE49-F238E27FC236}">
                <a16:creationId xmlns:a16="http://schemas.microsoft.com/office/drawing/2014/main" id="{0F13B801-C9C3-44EA-B3C1-6BD1A16E102C}"/>
              </a:ext>
            </a:extLst>
          </p:cNvPr>
          <p:cNvSpPr>
            <a:spLocks xmlns:a="http://schemas.openxmlformats.org/drawingml/2006/main" noGrp="1"/>
          </p:cNvSpPr>
          <p:nvPr/>
        </p:nvSpPr>
        <p:spPr>
          <a:xfrm xmlns:a="http://schemas.openxmlformats.org/drawingml/2006/main">
            <a:off x="3143250" y="3609975"/>
            <a:ext cx="8439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71717"/>
                </a:solidFill>
                <a:latin typeface="Malgun Gothic"/>
                <a:ea typeface="Malgun Gothic"/>
                <a:cs typeface="Malgun Gothic"/>
              </a:defRPr>
            </a:pPr>
            <a:r>
              <a:rPr sz="1950" b="0">
                <a:solidFill>
                  <a:srgbClr val="171717"/>
                </a:solidFill>
                <a:latin typeface="Malgun Gothic"/>
                <a:ea typeface="Malgun Gothic"/>
                <a:cs typeface="Malgun Gothic"/>
              </a:rPr>
              <a:t>객체가 많은 구역을 네 부분으로 나누고, 필요한 곳만 더 나눕니다.</a:t>
            </a:r>
          </a:p>
        </p:txBody>
      </p:sp>
      <p:sp>
        <p:nvSpPr>
          <p:cNvPr id="12" name="">
            <a:extLst xmlns:a="http://schemas.openxmlformats.org/drawingml/2006/main">
              <a:ext uri="{FF2B5EF4-FFF2-40B4-BE49-F238E27FC236}">
                <a16:creationId xmlns:a16="http://schemas.microsoft.com/office/drawing/2014/main" id="{606C0732-A1AA-4196-B262-237FD00E8CD6}"/>
              </a:ext>
            </a:extLst>
          </p:cNvPr>
          <p:cNvSpPr>
            <a:spLocks xmlns:a="http://schemas.openxmlformats.org/drawingml/2006/main" noGrp="1"/>
          </p:cNvSpPr>
          <p:nvPr/>
        </p:nvSpPr>
        <p:spPr>
          <a:xfrm xmlns:a="http://schemas.openxmlformats.org/drawingml/2006/main">
            <a:off x="609600" y="4295775"/>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71717"/>
                </a:solidFill>
                <a:latin typeface="Malgun Gothic"/>
                <a:ea typeface="Malgun Gothic"/>
                <a:cs typeface="Malgun Gothic"/>
              </a:defRPr>
            </a:pPr>
            <a:r>
              <a:rPr sz="2025" b="1">
                <a:solidFill>
                  <a:srgbClr val="171717"/>
                </a:solidFill>
                <a:latin typeface="Malgun Gothic"/>
                <a:ea typeface="Malgun Gothic"/>
                <a:cs typeface="Malgun Gothic"/>
              </a:rPr>
              <a:t>② 객체 등록</a:t>
            </a:r>
          </a:p>
        </p:txBody>
      </p:sp>
      <p:sp>
        <p:nvSpPr>
          <p:cNvPr id="13" name="">
            <a:extLst xmlns:a="http://schemas.openxmlformats.org/drawingml/2006/main">
              <a:ext uri="{FF2B5EF4-FFF2-40B4-BE49-F238E27FC236}">
                <a16:creationId xmlns:a16="http://schemas.microsoft.com/office/drawing/2014/main" id="{E87C1A4F-B216-4D1F-9BD5-D3023863F8E0}"/>
              </a:ext>
            </a:extLst>
          </p:cNvPr>
          <p:cNvSpPr>
            <a:spLocks xmlns:a="http://schemas.openxmlformats.org/drawingml/2006/main" noGrp="1"/>
          </p:cNvSpPr>
          <p:nvPr/>
        </p:nvSpPr>
        <p:spPr>
          <a:xfrm xmlns:a="http://schemas.openxmlformats.org/drawingml/2006/main">
            <a:off x="3143250" y="4295775"/>
            <a:ext cx="8439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71717"/>
                </a:solidFill>
                <a:latin typeface="Malgun Gothic"/>
                <a:ea typeface="Malgun Gothic"/>
                <a:cs typeface="Malgun Gothic"/>
              </a:defRPr>
            </a:pPr>
            <a:r>
              <a:rPr sz="1950" b="0">
                <a:solidFill>
                  <a:srgbClr val="171717"/>
                </a:solidFill>
                <a:latin typeface="Malgun Gothic"/>
                <a:ea typeface="Malgun Gothic"/>
                <a:cs typeface="Malgun Gothic"/>
              </a:rPr>
              <a:t>위치와 크기를 고려해 객체를 구역에 등록합니다.</a:t>
            </a:r>
          </a:p>
        </p:txBody>
      </p:sp>
      <p:sp>
        <p:nvSpPr>
          <p:cNvPr id="14" name="">
            <a:extLst xmlns:a="http://schemas.openxmlformats.org/drawingml/2006/main">
              <a:ext uri="{FF2B5EF4-FFF2-40B4-BE49-F238E27FC236}">
                <a16:creationId xmlns:a16="http://schemas.microsoft.com/office/drawing/2014/main" id="{5BD393E5-4D0E-4120-B1BC-96F264C56044}"/>
              </a:ext>
            </a:extLst>
          </p:cNvPr>
          <p:cNvSpPr>
            <a:spLocks xmlns:a="http://schemas.openxmlformats.org/drawingml/2006/main" noGrp="1"/>
          </p:cNvSpPr>
          <p:nvPr/>
        </p:nvSpPr>
        <p:spPr>
          <a:xfrm xmlns:a="http://schemas.openxmlformats.org/drawingml/2006/main">
            <a:off x="609600" y="4981575"/>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71717"/>
                </a:solidFill>
                <a:latin typeface="Malgun Gothic"/>
                <a:ea typeface="Malgun Gothic"/>
                <a:cs typeface="Malgun Gothic"/>
              </a:defRPr>
            </a:pPr>
            <a:r>
              <a:rPr sz="2025" b="1">
                <a:solidFill>
                  <a:srgbClr val="171717"/>
                </a:solidFill>
                <a:latin typeface="Malgun Gothic"/>
                <a:ea typeface="Malgun Gothic"/>
                <a:cs typeface="Malgun Gothic"/>
              </a:rPr>
              <a:t>③ 후보 조회</a:t>
            </a:r>
          </a:p>
        </p:txBody>
      </p:sp>
      <p:sp>
        <p:nvSpPr>
          <p:cNvPr id="15" name="">
            <a:extLst xmlns:a="http://schemas.openxmlformats.org/drawingml/2006/main">
              <a:ext uri="{FF2B5EF4-FFF2-40B4-BE49-F238E27FC236}">
                <a16:creationId xmlns:a16="http://schemas.microsoft.com/office/drawing/2014/main" id="{3CE46500-F862-4CE6-9CDF-6417CCFEE9A7}"/>
              </a:ext>
            </a:extLst>
          </p:cNvPr>
          <p:cNvSpPr>
            <a:spLocks xmlns:a="http://schemas.openxmlformats.org/drawingml/2006/main" noGrp="1"/>
          </p:cNvSpPr>
          <p:nvPr/>
        </p:nvSpPr>
        <p:spPr>
          <a:xfrm xmlns:a="http://schemas.openxmlformats.org/drawingml/2006/main">
            <a:off x="3143250" y="4981575"/>
            <a:ext cx="8439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71717"/>
                </a:solidFill>
                <a:latin typeface="Malgun Gothic"/>
                <a:ea typeface="Malgun Gothic"/>
                <a:cs typeface="Malgun Gothic"/>
              </a:defRPr>
            </a:pPr>
            <a:r>
              <a:rPr sz="1950" b="0">
                <a:solidFill>
                  <a:srgbClr val="171717"/>
                </a:solidFill>
                <a:latin typeface="Malgun Gothic"/>
                <a:ea typeface="Malgun Gothic"/>
                <a:cs typeface="Malgun Gothic"/>
              </a:rPr>
              <a:t>겹칠 수 있는 이웃 구역과 경계를 걸친 객체까지 포함해 검사합니다.</a:t>
            </a:r>
          </a:p>
        </p:txBody>
      </p:sp>
      <p:sp>
        <p:nvSpPr>
          <p:cNvPr id="16" name="">
            <a:extLst xmlns:a="http://schemas.openxmlformats.org/drawingml/2006/main">
              <a:ext uri="{FF2B5EF4-FFF2-40B4-BE49-F238E27FC236}">
                <a16:creationId xmlns:a16="http://schemas.microsoft.com/office/drawing/2014/main" id="{39D51E80-9D77-4A16-B728-882B412B583F}"/>
              </a:ext>
            </a:extLst>
          </p:cNvPr>
          <p:cNvSpPr>
            <a:spLocks xmlns:a="http://schemas.openxmlformats.org/drawingml/2006/main" noGrp="1"/>
          </p:cNvSpPr>
          <p:nvPr/>
        </p:nvSpPr>
        <p:spPr>
          <a:xfrm xmlns:a="http://schemas.openxmlformats.org/drawingml/2006/main">
            <a:off x="609600" y="59626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207854"/>
                </a:solidFill>
                <a:latin typeface="Malgun Gothic"/>
                <a:ea typeface="Malgun Gothic"/>
                <a:cs typeface="Malgun Gothic"/>
              </a:defRPr>
            </a:pPr>
            <a:r>
              <a:rPr sz="2025" b="1">
                <a:solidFill>
                  <a:srgbClr val="207854"/>
                </a:solidFill>
                <a:latin typeface="Malgun Gothic"/>
                <a:ea typeface="Malgun Gothic"/>
                <a:cs typeface="Malgun Gothic"/>
              </a:rPr>
              <a:t>“서로 멀리 떨어져 있는 물체는 충돌 후보에서 제외할 수 있습니다.”</a:t>
            </a:r>
          </a:p>
        </p:txBody>
      </p:sp>
    </p:spTree>
    <p:extLst>
      <p:ext uri="{BB962C8B-B14F-4D97-AF65-F5344CB8AC3E}">
        <p14:creationId xmlns:p14="http://schemas.microsoft.com/office/powerpoint/2010/main" val="415812405"/>
      </p:ext>
    </p:extLst>
  </p:cSld>
</p:sld>
</file>

<file path=ppt/slides/slide2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3ADF70C-DDDC-4932-B3F0-D3467D38AA3C}"/>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4.5  쿼드 트리</a:t>
            </a:r>
          </a:p>
        </p:txBody>
      </p:sp>
      <p:sp>
        <p:nvSpPr>
          <p:cNvPr id="2" name="">
            <a:extLst xmlns:a="http://schemas.openxmlformats.org/drawingml/2006/main">
              <a:ext uri="{FF2B5EF4-FFF2-40B4-BE49-F238E27FC236}">
                <a16:creationId xmlns:a16="http://schemas.microsoft.com/office/drawing/2014/main" id="{EB6C6FA6-60A1-4384-81DB-025E5494B653}"/>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53D0F011-959A-4007-8718-9ADA0F78CF03}"/>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응용 ③ 지형 LOD</a:t>
            </a:r>
          </a:p>
        </p:txBody>
      </p:sp>
      <p:sp>
        <p:nvSpPr>
          <p:cNvPr id="4" name="">
            <a:extLst xmlns:a="http://schemas.openxmlformats.org/drawingml/2006/main">
              <a:ext uri="{FF2B5EF4-FFF2-40B4-BE49-F238E27FC236}">
                <a16:creationId xmlns:a16="http://schemas.microsoft.com/office/drawing/2014/main" id="{A2D6DF21-10B9-4AB1-A8F8-CD331D0F46F2}"/>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04B0A2-9DA5-480C-9BE9-6829717A27EA}"/>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0B732A66-A197-4EAD-A81C-01C03CA5CBED}"/>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218</a:t>
            </a:r>
          </a:p>
        </p:txBody>
      </p:sp>
      <p:sp>
        <p:nvSpPr>
          <p:cNvPr id="7" name="">
            <a:extLst xmlns:a="http://schemas.openxmlformats.org/drawingml/2006/main">
              <a:ext uri="{FF2B5EF4-FFF2-40B4-BE49-F238E27FC236}">
                <a16:creationId xmlns:a16="http://schemas.microsoft.com/office/drawing/2014/main" id="{448675A9-E95A-4191-9426-C3A3617165C7}"/>
              </a:ext>
            </a:extLst>
          </p:cNvPr>
          <p:cNvSpPr>
            <a:spLocks xmlns:a="http://schemas.openxmlformats.org/drawingml/2006/main" noGrp="1"/>
          </p:cNvSpPr>
          <p:nvPr/>
        </p:nvSpPr>
        <p:spPr>
          <a:xfrm xmlns:a="http://schemas.openxmlformats.org/drawingml/2006/main">
            <a:off x="609600" y="1666875"/>
            <a:ext cx="50006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6F95"/>
                </a:solidFill>
                <a:latin typeface="Malgun Gothic"/>
                <a:ea typeface="Malgun Gothic"/>
                <a:cs typeface="Malgun Gothic"/>
              </a:defRPr>
            </a:pPr>
            <a:r>
              <a:rPr sz="2175" b="1">
                <a:solidFill>
                  <a:srgbClr val="146F95"/>
                </a:solidFill>
                <a:latin typeface="Malgun Gothic"/>
                <a:ea typeface="Malgun Gothic"/>
                <a:cs typeface="Malgun Gothic"/>
              </a:rPr>
              <a:t>카메라에 가까운 지형은 작은 격자로,</a:t>
            </a:r>
          </a:p>
          <a:p xmlns:a="http://schemas.openxmlformats.org/drawingml/2006/main">
            <a:pPr algn="l">
              <a:defRPr sz="2175" b="1">
                <a:solidFill>
                  <a:srgbClr val="146F95"/>
                </a:solidFill>
                <a:latin typeface="Malgun Gothic"/>
                <a:ea typeface="Malgun Gothic"/>
                <a:cs typeface="Malgun Gothic"/>
              </a:defRPr>
            </a:pPr>
            <a:r>
              <a:rPr sz="2175" b="1">
                <a:solidFill>
                  <a:srgbClr val="146F95"/>
                </a:solidFill>
                <a:latin typeface="Malgun Gothic"/>
                <a:ea typeface="Malgun Gothic"/>
                <a:cs typeface="Malgun Gothic"/>
              </a:rPr>
              <a:t>먼 지형은 큰 격자로 표현합니다.</a:t>
            </a:r>
          </a:p>
        </p:txBody>
      </p:sp>
      <p:sp>
        <p:nvSpPr>
          <p:cNvPr id="8" name="">
            <a:extLst xmlns:a="http://schemas.openxmlformats.org/drawingml/2006/main">
              <a:ext uri="{FF2B5EF4-FFF2-40B4-BE49-F238E27FC236}">
                <a16:creationId xmlns:a16="http://schemas.microsoft.com/office/drawing/2014/main" id="{D06DF73B-E4F7-4E14-B637-A35D7F05A40A}"/>
              </a:ext>
            </a:extLst>
          </p:cNvPr>
          <p:cNvSpPr>
            <a:spLocks xmlns:a="http://schemas.openxmlformats.org/drawingml/2006/main" noGrp="1"/>
          </p:cNvSpPr>
          <p:nvPr/>
        </p:nvSpPr>
        <p:spPr>
          <a:xfrm xmlns:a="http://schemas.openxmlformats.org/drawingml/2006/main">
            <a:off x="609600" y="278130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1717"/>
                </a:solidFill>
                <a:latin typeface="Malgun Gothic"/>
                <a:ea typeface="Malgun Gothic"/>
                <a:cs typeface="Malgun Gothic"/>
              </a:defRPr>
            </a:pPr>
            <a:r>
              <a:rPr sz="1875" b="0">
                <a:solidFill>
                  <a:srgbClr val="171717"/>
                </a:solidFill>
                <a:latin typeface="Malgun Gothic"/>
                <a:ea typeface="Malgun Gothic"/>
                <a:cs typeface="Malgun Gothic"/>
              </a:rPr>
              <a:t>거리로 필요한 세밀함을 정합니다.</a:t>
            </a:r>
          </a:p>
          <a:p xmlns:a="http://schemas.openxmlformats.org/drawingml/2006/main">
            <a:pPr algn="l">
              <a:defRPr sz="1875" b="0">
                <a:solidFill>
                  <a:srgbClr val="171717"/>
                </a:solidFill>
                <a:latin typeface="Malgun Gothic"/>
                <a:ea typeface="Malgun Gothic"/>
                <a:cs typeface="Malgun Gothic"/>
              </a:defRPr>
            </a:pPr>
            <a:r>
              <a:rPr sz="1875" b="0">
                <a:solidFill>
                  <a:srgbClr val="171717"/>
                </a:solidFill>
                <a:latin typeface="Malgun Gothic"/>
                <a:ea typeface="Malgun Gothic"/>
                <a:cs typeface="Malgun Gothic"/>
              </a:rPr>
              <a:t>화면에서 보이는 오차도 고려합니다.</a:t>
            </a:r>
          </a:p>
        </p:txBody>
      </p:sp>
      <p:graphicFrame>
        <p:nvGraphicFramePr>
          <p:cNvPr id="20" name=""/>
          <p:cNvGraphicFramePr/>
          <p:nvPr/>
        </p:nvGraphicFramePr>
        <p:xfrm>
          <a:off xmlns:a="http://schemas.openxmlformats.org/drawingml/2006/main" x="609600" y="3886200"/>
          <a:ext xmlns:a="http://schemas.openxmlformats.org/drawingml/2006/main" cx="5143500" cy="1981200"/>
        </p:xfrm>
        <a:graphic xmlns:a="http://schemas.openxmlformats.org/drawingml/2006/main">
          <a:graphicData uri="http://schemas.openxmlformats.org/drawingml/2006/table">
            <a:tbl>
              <a:tblPr/>
              <a:tblGrid>
                <a:gridCol w="1666875"/>
                <a:gridCol w="3476625"/>
              </a:tblGrid>
              <a:tr h="495300">
                <a:tc>
                  <a:txBody>
                    <a:bodyPr lIns="76200" tIns="76200" rIns="76200" bIns="76200">
                      <a:noAutofit/>
                    </a:bodyPr>
                    <a:lstStyle/>
                    <a:p>
                      <a:pPr algn="ctr"/>
                      <a:r>
                        <a:rPr sz="1725" b="1">
                          <a:solidFill>
                            <a:srgbClr val="FFFFFF"/>
                          </a:solidFill>
                          <a:latin typeface="Malgun Gothic"/>
                          <a:ea typeface="Malgun Gothic"/>
                          <a:cs typeface="Malgun Gothic"/>
                        </a:rPr>
                        <a:t>응용</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더 나누는 기준</a:t>
                      </a:r>
                    </a:p>
                  </a:txBody>
                  <a:tcPr marL="91440" marR="91440" marT="45720" marB="45720" anchor="ctr">
                    <a:solidFill>
                      <a:srgbClr val="171717"/>
                    </a:solidFill>
                  </a:tcPr>
                </a:tc>
              </a:tr>
              <a:tr h="495300">
                <a:tc>
                  <a:txBody>
                    <a:bodyPr lIns="76200" tIns="76200" rIns="76200" bIns="76200">
                      <a:noAutofit/>
                    </a:bodyPr>
                    <a:lstStyle/>
                    <a:p>
                      <a:pPr algn="ctr"/>
                      <a:r>
                        <a:rPr sz="1725" b="0">
                          <a:solidFill>
                            <a:srgbClr val="171717"/>
                          </a:solidFill>
                          <a:latin typeface="Malgun Gothic"/>
                          <a:ea typeface="Malgun Gothic"/>
                          <a:cs typeface="Malgun Gothic"/>
                        </a:rPr>
                        <a:t>이미지 압축</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색이 섞인 영역</a:t>
                      </a:r>
                    </a:p>
                  </a:txBody>
                  <a:tcPr marL="91440" marR="91440" marT="45720" marB="45720" anchor="ctr">
                    <a:solidFill>
                      <a:srgbClr val="FFFFFF"/>
                    </a:solidFill>
                  </a:tcPr>
                </a:tc>
              </a:tr>
              <a:tr h="495300">
                <a:tc>
                  <a:txBody>
                    <a:bodyPr lIns="76200" tIns="76200" rIns="76200" bIns="76200">
                      <a:noAutofit/>
                    </a:bodyPr>
                    <a:lstStyle/>
                    <a:p>
                      <a:pPr algn="ctr"/>
                      <a:r>
                        <a:rPr sz="1725" b="0">
                          <a:solidFill>
                            <a:srgbClr val="171717"/>
                          </a:solidFill>
                          <a:latin typeface="Malgun Gothic"/>
                          <a:ea typeface="Malgun Gothic"/>
                          <a:cs typeface="Malgun Gothic"/>
                        </a:rPr>
                        <a:t>충돌 감지</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객체가 많은 영역</a:t>
                      </a:r>
                    </a:p>
                  </a:txBody>
                  <a:tcPr marL="91440" marR="91440" marT="45720" marB="45720" anchor="ctr">
                    <a:solidFill>
                      <a:srgbClr val="EFF4F7"/>
                    </a:solidFill>
                  </a:tcPr>
                </a:tc>
              </a:tr>
              <a:tr h="495300">
                <a:tc>
                  <a:txBody>
                    <a:bodyPr lIns="76200" tIns="76200" rIns="76200" bIns="76200">
                      <a:noAutofit/>
                    </a:bodyPr>
                    <a:lstStyle/>
                    <a:p>
                      <a:pPr algn="ctr"/>
                      <a:r>
                        <a:rPr sz="1725" b="0">
                          <a:solidFill>
                            <a:srgbClr val="171717"/>
                          </a:solidFill>
                          <a:latin typeface="Malgun Gothic"/>
                          <a:ea typeface="Malgun Gothic"/>
                          <a:cs typeface="Malgun Gothic"/>
                        </a:rPr>
                        <a:t>지형 LOD</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카메라 거리·화면 오차</a:t>
                      </a:r>
                    </a:p>
                  </a:txBody>
                  <a:tcPr marL="91440" marR="91440" marT="45720" marB="45720" anchor="ctr">
                    <a:solidFill>
                      <a:srgbClr val="FFFFFF"/>
                    </a:solidFill>
                  </a:tcPr>
                </a:tc>
              </a:tr>
            </a:tbl>
          </a:graphicData>
        </a:graphic>
      </p:graphicFrame>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beb2a7b059d4e99"/>
          <a:stretch xmlns:a="http://schemas.openxmlformats.org/drawingml/2006/main"/>
        </p:blipFill>
        <p:spPr>
          <a:xfrm xmlns:a="http://schemas.openxmlformats.org/drawingml/2006/main">
            <a:off x="6010275" y="1946275"/>
            <a:ext cx="5562600" cy="37084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F96C2AB-6289-431D-BDB0-D2E5EA636EC5}"/>
              </a:ext>
            </a:extLst>
          </p:cNvPr>
          <p:cNvSpPr>
            <a:spLocks xmlns:a="http://schemas.openxmlformats.org/drawingml/2006/main" noGrp="1"/>
          </p:cNvSpPr>
          <p:nvPr/>
        </p:nvSpPr>
        <p:spPr>
          <a:xfrm xmlns:a="http://schemas.openxmlformats.org/drawingml/2006/main">
            <a:off x="6010275" y="6019800"/>
            <a:ext cx="5562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05050"/>
                </a:solidFill>
                <a:latin typeface="Malgun Gothic"/>
                <a:ea typeface="Malgun Gothic"/>
                <a:cs typeface="Malgun Gothic"/>
              </a:defRPr>
            </a:pPr>
            <a:r>
              <a:rPr sz="1425" b="0">
                <a:solidFill>
                  <a:srgbClr val="505050"/>
                </a:solidFill>
                <a:latin typeface="Malgun Gothic"/>
                <a:ea typeface="Malgun Gothic"/>
                <a:cs typeface="Malgun Gothic"/>
              </a:rPr>
              <a:t>카메라와 가까울수록 작은 구역으로 분할한 지형의 예</a:t>
            </a:r>
          </a:p>
        </p:txBody>
      </p:sp>
    </p:spTree>
    <p:extLst>
      <p:ext uri="{BB962C8B-B14F-4D97-AF65-F5344CB8AC3E}">
        <p14:creationId xmlns:p14="http://schemas.microsoft.com/office/powerpoint/2010/main" val="718945444"/>
      </p:ext>
    </p:extLst>
  </p:cSld>
</p:sld>
</file>

<file path=ppt/slides/slide2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55B7DB-6E5E-4C6E-9FA8-B8E878431E1E}"/>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CB911A4B-0D4E-4FD1-ACB7-249101A80E10}"/>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054B6E7C-4E06-4DF7-ACA0-2E3CD88E0871}"/>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회사 전체의 일: 직급별 작업량을 모두 더하기</a:t>
            </a:r>
          </a:p>
        </p:txBody>
      </p:sp>
      <p:sp>
        <p:nvSpPr>
          <p:cNvPr id="4" name="">
            <a:extLst xmlns:a="http://schemas.openxmlformats.org/drawingml/2006/main">
              <a:ext uri="{FF2B5EF4-FFF2-40B4-BE49-F238E27FC236}">
                <a16:creationId xmlns:a16="http://schemas.microsoft.com/office/drawing/2014/main" id="{FDF75307-2B59-4DD3-B19A-EF090D9F67DD}"/>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84884F-EC00-4ACF-8444-7C4F23010071}"/>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087DC6BF-12D8-4B55-AFF2-9ABB42730782}"/>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219</a:t>
            </a:r>
          </a:p>
        </p:txBody>
      </p:sp>
      <p:sp>
        <p:nvSpPr>
          <p:cNvPr id="7" name="">
            <a:extLst xmlns:a="http://schemas.openxmlformats.org/drawingml/2006/main">
              <a:ext uri="{FF2B5EF4-FFF2-40B4-BE49-F238E27FC236}">
                <a16:creationId xmlns:a16="http://schemas.microsoft.com/office/drawing/2014/main" id="{BB55A16E-52A1-4BD5-A006-F7A17DC867AB}"/>
              </a:ext>
            </a:extLst>
          </p:cNvPr>
          <p:cNvSpPr>
            <a:spLocks xmlns:a="http://schemas.openxmlformats.org/drawingml/2006/main" noGrp="1"/>
          </p:cNvSpPr>
          <p:nvPr/>
        </p:nvSpPr>
        <p:spPr>
          <a:xfrm xmlns:a="http://schemas.openxmlformats.org/drawingml/2006/main">
            <a:off x="609600" y="1752600"/>
            <a:ext cx="285750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46F95"/>
                </a:solidFill>
                <a:latin typeface="Malgun Gothic"/>
                <a:ea typeface="Malgun Gothic"/>
                <a:cs typeface="Malgun Gothic"/>
              </a:defRPr>
            </a:pPr>
            <a:r>
              <a:rPr sz="2625" b="1">
                <a:solidFill>
                  <a:srgbClr val="146F95"/>
                </a:solidFill>
                <a:latin typeface="Malgun Gothic"/>
                <a:ea typeface="Malgun Gothic"/>
                <a:cs typeface="Malgun Gothic"/>
              </a:rPr>
              <a:t>사장 1명</a:t>
            </a:r>
          </a:p>
          <a:p xmlns:a="http://schemas.openxmlformats.org/drawingml/2006/main">
            <a:pPr algn="l">
              <a:defRPr sz="2625" b="1">
                <a:solidFill>
                  <a:srgbClr val="146F95"/>
                </a:solidFill>
                <a:latin typeface="Malgun Gothic"/>
                <a:ea typeface="Malgun Gothic"/>
                <a:cs typeface="Malgun Gothic"/>
              </a:defRPr>
            </a:pPr>
            <a:r>
              <a:rPr sz="2625" b="1">
                <a:solidFill>
                  <a:srgbClr val="146F95"/>
                </a:solidFill>
                <a:latin typeface="Malgun Gothic"/>
                <a:ea typeface="Malgun Gothic"/>
                <a:cs typeface="Malgun Gothic"/>
              </a:rPr>
              <a:t>부장 4명</a:t>
            </a:r>
          </a:p>
          <a:p xmlns:a="http://schemas.openxmlformats.org/drawingml/2006/main">
            <a:pPr algn="l">
              <a:defRPr sz="2625" b="1">
                <a:solidFill>
                  <a:srgbClr val="146F95"/>
                </a:solidFill>
                <a:latin typeface="Malgun Gothic"/>
                <a:ea typeface="Malgun Gothic"/>
                <a:cs typeface="Malgun Gothic"/>
              </a:defRPr>
            </a:pPr>
            <a:r>
              <a:rPr sz="2625" b="1">
                <a:solidFill>
                  <a:srgbClr val="146F95"/>
                </a:solidFill>
                <a:latin typeface="Malgun Gothic"/>
                <a:ea typeface="Malgun Gothic"/>
                <a:cs typeface="Malgun Gothic"/>
              </a:rPr>
              <a:t>직원 16명</a:t>
            </a:r>
          </a:p>
        </p:txBody>
      </p:sp>
      <p:sp>
        <p:nvSpPr>
          <p:cNvPr id="8" name="">
            <a:extLst xmlns:a="http://schemas.openxmlformats.org/drawingml/2006/main">
              <a:ext uri="{FF2B5EF4-FFF2-40B4-BE49-F238E27FC236}">
                <a16:creationId xmlns:a16="http://schemas.microsoft.com/office/drawing/2014/main" id="{D2708945-8E3F-493C-8125-54151F626AC6}"/>
              </a:ext>
            </a:extLst>
          </p:cNvPr>
          <p:cNvSpPr>
            <a:spLocks xmlns:a="http://schemas.openxmlformats.org/drawingml/2006/main" noGrp="1"/>
          </p:cNvSpPr>
          <p:nvPr/>
        </p:nvSpPr>
        <p:spPr>
          <a:xfrm xmlns:a="http://schemas.openxmlformats.org/drawingml/2006/main">
            <a:off x="4095750" y="1819275"/>
            <a:ext cx="7239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한 사람 = 재귀 호출 하나</a:t>
            </a:r>
          </a:p>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부하에게 맡긴 일 + 자기의 추가 작업</a:t>
            </a:r>
          </a:p>
        </p:txBody>
      </p:sp>
      <p:sp>
        <p:nvSpPr>
          <p:cNvPr id="9" name="">
            <a:extLst xmlns:a="http://schemas.openxmlformats.org/drawingml/2006/main">
              <a:ext uri="{FF2B5EF4-FFF2-40B4-BE49-F238E27FC236}">
                <a16:creationId xmlns:a16="http://schemas.microsoft.com/office/drawing/2014/main" id="{63BA3593-BE4E-4863-925B-7107BA9FEBF0}"/>
              </a:ext>
            </a:extLst>
          </p:cNvPr>
          <p:cNvSpPr>
            <a:spLocks xmlns:a="http://schemas.openxmlformats.org/drawingml/2006/main" noGrp="1"/>
          </p:cNvSpPr>
          <p:nvPr/>
        </p:nvSpPr>
        <p:spPr>
          <a:xfrm xmlns:a="http://schemas.openxmlformats.org/drawingml/2006/main">
            <a:off x="609600" y="3924300"/>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7854"/>
                </a:solidFill>
                <a:latin typeface="Malgun Gothic"/>
                <a:ea typeface="Malgun Gothic"/>
                <a:cs typeface="Malgun Gothic"/>
              </a:defRPr>
            </a:pPr>
            <a:r>
              <a:rPr sz="2550" b="1">
                <a:solidFill>
                  <a:srgbClr val="207854"/>
                </a:solidFill>
                <a:latin typeface="Malgun Gothic"/>
                <a:ea typeface="Malgun Gothic"/>
                <a:cs typeface="Malgun Gothic"/>
              </a:rPr>
              <a:t>한 직급의 일 = 인원 수 × 한 사람이 직접 하는 일</a:t>
            </a:r>
          </a:p>
        </p:txBody>
      </p:sp>
      <p:sp>
        <p:nvSpPr>
          <p:cNvPr id="10" name="">
            <a:extLst xmlns:a="http://schemas.openxmlformats.org/drawingml/2006/main">
              <a:ext uri="{FF2B5EF4-FFF2-40B4-BE49-F238E27FC236}">
                <a16:creationId xmlns:a16="http://schemas.microsoft.com/office/drawing/2014/main" id="{6F702EB2-CFEA-4BF1-827A-412A30B5EE65}"/>
              </a:ext>
            </a:extLst>
          </p:cNvPr>
          <p:cNvSpPr>
            <a:spLocks xmlns:a="http://schemas.openxmlformats.org/drawingml/2006/main" noGrp="1"/>
          </p:cNvSpPr>
          <p:nvPr/>
        </p:nvSpPr>
        <p:spPr>
          <a:xfrm xmlns:a="http://schemas.openxmlformats.org/drawingml/2006/main">
            <a:off x="609600" y="47625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46F95"/>
                </a:solidFill>
                <a:latin typeface="Malgun Gothic"/>
                <a:ea typeface="Malgun Gothic"/>
                <a:cs typeface="Malgun Gothic"/>
              </a:defRPr>
            </a:pPr>
            <a:r>
              <a:rPr sz="2700" b="1">
                <a:solidFill>
                  <a:srgbClr val="146F95"/>
                </a:solidFill>
                <a:latin typeface="Malgun Gothic"/>
                <a:ea typeface="Malgun Gothic"/>
                <a:cs typeface="Malgun Gothic"/>
              </a:rPr>
              <a:t>회사 전체의 일 = 모든 직급의 합계</a:t>
            </a:r>
          </a:p>
        </p:txBody>
      </p:sp>
      <p:sp>
        <p:nvSpPr>
          <p:cNvPr id="11" name="">
            <a:extLst xmlns:a="http://schemas.openxmlformats.org/drawingml/2006/main">
              <a:ext uri="{FF2B5EF4-FFF2-40B4-BE49-F238E27FC236}">
                <a16:creationId xmlns:a16="http://schemas.microsoft.com/office/drawing/2014/main" id="{051E784C-E3B2-4D40-B051-72995ACD20F9}"/>
              </a:ext>
            </a:extLst>
          </p:cNvPr>
          <p:cNvSpPr>
            <a:spLocks xmlns:a="http://schemas.openxmlformats.org/drawingml/2006/main" noGrp="1"/>
          </p:cNvSpPr>
          <p:nvPr/>
        </p:nvSpPr>
        <p:spPr>
          <a:xfrm xmlns:a="http://schemas.openxmlformats.org/drawingml/2006/main">
            <a:off x="609600" y="5743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05050"/>
                </a:solidFill>
                <a:latin typeface="Malgun Gothic"/>
                <a:ea typeface="Malgun Gothic"/>
                <a:cs typeface="Malgun Gothic"/>
              </a:defRPr>
            </a:pPr>
            <a:r>
              <a:rPr sz="1725" b="0">
                <a:solidFill>
                  <a:srgbClr val="505050"/>
                </a:solidFill>
                <a:latin typeface="Malgun Gothic"/>
                <a:ea typeface="Malgun Gothic"/>
                <a:cs typeface="Malgun Gothic"/>
              </a:rPr>
              <a:t>위임한 일을 자기의 직접 작업에도 다시 더하면 중복 계산입니다.</a:t>
            </a:r>
          </a:p>
          <a:p xmlns:a="http://schemas.openxmlformats.org/drawingml/2006/main">
            <a:pPr algn="l">
              <a:defRPr sz="1725" b="0">
                <a:solidFill>
                  <a:srgbClr val="505050"/>
                </a:solidFill>
                <a:latin typeface="Malgun Gothic"/>
                <a:ea typeface="Malgun Gothic"/>
                <a:cs typeface="Malgun Gothic"/>
              </a:defRPr>
            </a:pPr>
            <a:r>
              <a:rPr sz="1725" b="0">
                <a:solidFill>
                  <a:srgbClr val="505050"/>
                </a:solidFill>
                <a:latin typeface="Malgun Gothic"/>
                <a:ea typeface="Malgun Gothic"/>
                <a:cs typeface="Malgun Gothic"/>
              </a:rPr>
              <a:t>여러 사람이 동시에 끝내는 시간을 계산하는 비유는 아닙니다.</a:t>
            </a:r>
          </a:p>
        </p:txBody>
      </p:sp>
    </p:spTree>
    <p:extLst>
      <p:ext uri="{BB962C8B-B14F-4D97-AF65-F5344CB8AC3E}">
        <p14:creationId xmlns:p14="http://schemas.microsoft.com/office/powerpoint/2010/main" val="342111052"/>
      </p:ext>
    </p:extLst>
  </p:cSld>
</p:sld>
</file>

<file path=ppt/slides/slide2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D86A40-25AD-4483-9C42-53D20F1B9511}"/>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817794CA-81A9-4898-B3D6-90D6F948F340}"/>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A8F7F1DD-679C-4C7A-8DD8-FE9A42D4115E}"/>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경우 A: 직급마다 전체 작업량이 같음</a:t>
            </a:r>
          </a:p>
        </p:txBody>
      </p:sp>
      <p:sp>
        <p:nvSpPr>
          <p:cNvPr id="4" name="">
            <a:extLst xmlns:a="http://schemas.openxmlformats.org/drawingml/2006/main">
              <a:ext uri="{FF2B5EF4-FFF2-40B4-BE49-F238E27FC236}">
                <a16:creationId xmlns:a16="http://schemas.microsoft.com/office/drawing/2014/main" id="{F7C5BA68-8CCE-4ED1-9D91-5D463C349D21}"/>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E134BF-2BAD-42C4-9938-031125E24FDA}"/>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418FED12-496C-483F-84C3-491727575487}"/>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220</a:t>
            </a:r>
          </a:p>
        </p:txBody>
      </p:sp>
      <p:graphicFrame>
        <p:nvGraphicFramePr>
          <p:cNvPr id="19" name=""/>
          <p:cNvGraphicFramePr/>
          <p:nvPr/>
        </p:nvGraphicFramePr>
        <p:xfrm>
          <a:off xmlns:a="http://schemas.openxmlformats.org/drawingml/2006/main" x="609600" y="1819275"/>
          <a:ext xmlns:a="http://schemas.openxmlformats.org/drawingml/2006/main" cx="4972050" cy="2371725"/>
        </p:xfrm>
        <a:graphic xmlns:a="http://schemas.openxmlformats.org/drawingml/2006/main">
          <a:graphicData uri="http://schemas.openxmlformats.org/drawingml/2006/table">
            <a:tbl>
              <a:tblPr/>
              <a:tblGrid>
                <a:gridCol w="1219200"/>
                <a:gridCol w="904875"/>
                <a:gridCol w="1438275"/>
                <a:gridCol w="1409700"/>
              </a:tblGrid>
              <a:tr h="592931">
                <a:tc>
                  <a:txBody>
                    <a:bodyPr lIns="76200" tIns="76200" rIns="76200" bIns="76200">
                      <a:noAutofit/>
                    </a:bodyPr>
                    <a:lstStyle/>
                    <a:p>
                      <a:pPr algn="ctr"/>
                      <a:r>
                        <a:rPr sz="1800" b="1">
                          <a:solidFill>
                            <a:srgbClr val="FFFFFF"/>
                          </a:solidFill>
                          <a:latin typeface="Malgun Gothic"/>
                          <a:ea typeface="Malgun Gothic"/>
                          <a:cs typeface="Malgun Gothic"/>
                        </a:rPr>
                        <a:t>직급</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인원</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개인 작업</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합계</a:t>
                      </a:r>
                    </a:p>
                  </a:txBody>
                  <a:tcPr marL="91440" marR="91440" marT="45720" marB="45720" anchor="ctr">
                    <a:solidFill>
                      <a:srgbClr val="171717"/>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사장</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부장</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4</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4</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EFF4F7"/>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직원</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2F7CD3C8-D69F-43D7-85B0-27B6E2828BF0}"/>
              </a:ext>
            </a:extLst>
          </p:cNvPr>
          <p:cNvSpPr>
            <a:spLocks xmlns:a="http://schemas.openxmlformats.org/drawingml/2006/main" noGrp="1"/>
          </p:cNvSpPr>
          <p:nvPr/>
        </p:nvSpPr>
        <p:spPr>
          <a:xfrm xmlns:a="http://schemas.openxmlformats.org/drawingml/2006/main">
            <a:off x="609600" y="44100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7854"/>
                </a:solidFill>
                <a:latin typeface="Malgun Gothic"/>
                <a:ea typeface="Malgun Gothic"/>
                <a:cs typeface="Malgun Gothic"/>
              </a:defRPr>
            </a:pPr>
            <a:r>
              <a:rPr sz="2400" b="1">
                <a:solidFill>
                  <a:srgbClr val="207854"/>
                </a:solidFill>
                <a:latin typeface="Malgun Gothic"/>
                <a:ea typeface="Malgun Gothic"/>
                <a:cs typeface="Malgun Gothic"/>
              </a:rPr>
              <a:t>16 + 16 + 16 = 48</a:t>
            </a:r>
          </a:p>
        </p:txBody>
      </p:sp>
      <p:sp>
        <p:nvSpPr>
          <p:cNvPr id="9" name="">
            <a:extLst xmlns:a="http://schemas.openxmlformats.org/drawingml/2006/main">
              <a:ext uri="{FF2B5EF4-FFF2-40B4-BE49-F238E27FC236}">
                <a16:creationId xmlns:a16="http://schemas.microsoft.com/office/drawing/2014/main" id="{1BF640F9-D686-4DE1-8911-10859FCFBEAB}"/>
              </a:ext>
            </a:extLst>
          </p:cNvPr>
          <p:cNvSpPr>
            <a:spLocks xmlns:a="http://schemas.openxmlformats.org/drawingml/2006/main" noGrp="1"/>
          </p:cNvSpPr>
          <p:nvPr/>
        </p:nvSpPr>
        <p:spPr>
          <a:xfrm xmlns:a="http://schemas.openxmlformats.org/drawingml/2006/main">
            <a:off x="609600" y="5105400"/>
            <a:ext cx="5429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6F95"/>
                </a:solidFill>
                <a:latin typeface="Malgun Gothic"/>
                <a:ea typeface="Malgun Gothic"/>
                <a:cs typeface="Malgun Gothic"/>
              </a:defRPr>
            </a:pPr>
            <a:r>
              <a:rPr sz="2325" b="1">
                <a:solidFill>
                  <a:srgbClr val="146F95"/>
                </a:solidFill>
                <a:latin typeface="Malgun Gothic"/>
                <a:ea typeface="Malgun Gothic"/>
                <a:cs typeface="Malgun Gothic"/>
              </a:rPr>
              <a:t>한 직급의 일 × 직급 수</a:t>
            </a:r>
          </a:p>
        </p:txBody>
      </p:sp>
      <p:sp>
        <p:nvSpPr>
          <p:cNvPr id="10" name="">
            <a:extLst xmlns:a="http://schemas.openxmlformats.org/drawingml/2006/main">
              <a:ext uri="{FF2B5EF4-FFF2-40B4-BE49-F238E27FC236}">
                <a16:creationId xmlns:a16="http://schemas.microsoft.com/office/drawing/2014/main" id="{F9CC3208-5445-4552-B890-450A8B21F5B9}"/>
              </a:ext>
            </a:extLst>
          </p:cNvPr>
          <p:cNvSpPr>
            <a:spLocks xmlns:a="http://schemas.openxmlformats.org/drawingml/2006/main" noGrp="1"/>
          </p:cNvSpPr>
          <p:nvPr/>
        </p:nvSpPr>
        <p:spPr>
          <a:xfrm xmlns:a="http://schemas.openxmlformats.org/drawingml/2006/main">
            <a:off x="609600" y="5715000"/>
            <a:ext cx="5334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46F95"/>
                </a:solidFill>
                <a:latin typeface="Consolas"/>
                <a:ea typeface="Consolas"/>
                <a:cs typeface="Consolas"/>
              </a:defRPr>
            </a:pPr>
            <a:r>
              <a:rPr sz="2775" b="1">
                <a:solidFill>
                  <a:srgbClr val="146F95"/>
                </a:solidFill>
                <a:latin typeface="Consolas"/>
                <a:ea typeface="Consolas"/>
                <a:cs typeface="Consolas"/>
              </a:rPr>
              <a:t>Θ(n log 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2f896db14a74a85"/>
          <a:stretch xmlns:a="http://schemas.openxmlformats.org/drawingml/2006/main"/>
        </p:blipFill>
        <p:spPr>
          <a:xfrm xmlns:a="http://schemas.openxmlformats.org/drawingml/2006/main">
            <a:off x="5895975" y="1781175"/>
            <a:ext cx="5715000" cy="38100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96141D17-C263-42F8-83E2-5DF9D09F9A69}"/>
              </a:ext>
            </a:extLst>
          </p:cNvPr>
          <p:cNvSpPr>
            <a:spLocks xmlns:a="http://schemas.openxmlformats.org/drawingml/2006/main" noGrp="1"/>
          </p:cNvSpPr>
          <p:nvPr/>
        </p:nvSpPr>
        <p:spPr>
          <a:xfrm xmlns:a="http://schemas.openxmlformats.org/drawingml/2006/main">
            <a:off x="6067425" y="5810250"/>
            <a:ext cx="55054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05050"/>
                </a:solidFill>
                <a:latin typeface="Malgun Gothic"/>
                <a:ea typeface="Malgun Gothic"/>
                <a:cs typeface="Malgun Gothic"/>
              </a:defRPr>
            </a:pPr>
            <a:r>
              <a:rPr sz="1575" b="0">
                <a:solidFill>
                  <a:srgbClr val="505050"/>
                </a:solidFill>
                <a:latin typeface="Malgun Gothic"/>
                <a:ea typeface="Malgun Gothic"/>
                <a:cs typeface="Malgun Gothic"/>
              </a:rPr>
              <a:t>예시: 입력 n=16을 4등분합니다.</a:t>
            </a:r>
          </a:p>
          <a:p xmlns:a="http://schemas.openxmlformats.org/drawingml/2006/main">
            <a:pPr algn="l">
              <a:defRPr sz="1575" b="0">
                <a:solidFill>
                  <a:srgbClr val="505050"/>
                </a:solidFill>
                <a:latin typeface="Malgun Gothic"/>
                <a:ea typeface="Malgun Gothic"/>
                <a:cs typeface="Malgun Gothic"/>
              </a:defRPr>
            </a:pPr>
            <a:r>
              <a:rPr sz="1575" b="0">
                <a:solidFill>
                  <a:srgbClr val="505050"/>
                </a:solidFill>
                <a:latin typeface="Malgun Gothic"/>
                <a:ea typeface="Malgun Gothic"/>
                <a:cs typeface="Malgun Gothic"/>
              </a:rPr>
              <a:t>병합 정렬은 2등분하지만 같은 원리입니다.</a:t>
            </a:r>
          </a:p>
        </p:txBody>
      </p:sp>
    </p:spTree>
    <p:extLst>
      <p:ext uri="{BB962C8B-B14F-4D97-AF65-F5344CB8AC3E}">
        <p14:creationId xmlns:p14="http://schemas.microsoft.com/office/powerpoint/2010/main" val="916736015"/>
      </p:ext>
    </p:extLst>
  </p:cSld>
</p:sld>
</file>

<file path=ppt/slides/slide2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745420-86E4-49A0-9832-A9CABBFDE37C}"/>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E483A4C6-6039-45B8-934E-F9FC97E2F82B}"/>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A7F56A75-DCB5-4FDB-B4BD-23E57DEFD9DD}"/>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왜 직급 수가 log인가? 나누는 횟수 세기</a:t>
            </a:r>
          </a:p>
        </p:txBody>
      </p:sp>
      <p:sp>
        <p:nvSpPr>
          <p:cNvPr id="4" name="">
            <a:extLst xmlns:a="http://schemas.openxmlformats.org/drawingml/2006/main">
              <a:ext uri="{FF2B5EF4-FFF2-40B4-BE49-F238E27FC236}">
                <a16:creationId xmlns:a16="http://schemas.microsoft.com/office/drawing/2014/main" id="{D05292A7-DACA-4EB3-AEC3-DE9D979DBF5B}"/>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EFEAA3-4C1C-43DA-99C2-2E1A5668CE98}"/>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619080C3-F7A2-486F-92E1-2E62E4D8CA2A}"/>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221</a:t>
            </a:r>
          </a:p>
        </p:txBody>
      </p:sp>
      <p:sp>
        <p:nvSpPr>
          <p:cNvPr id="7" name="">
            <a:extLst xmlns:a="http://schemas.openxmlformats.org/drawingml/2006/main">
              <a:ext uri="{FF2B5EF4-FFF2-40B4-BE49-F238E27FC236}">
                <a16:creationId xmlns:a16="http://schemas.microsoft.com/office/drawing/2014/main" id="{C976E14A-9350-4BF6-AAD7-B7B021B84785}"/>
              </a:ext>
            </a:extLst>
          </p:cNvPr>
          <p:cNvSpPr>
            <a:spLocks xmlns:a="http://schemas.openxmlformats.org/drawingml/2006/main" noGrp="1"/>
          </p:cNvSpPr>
          <p:nvPr/>
        </p:nvSpPr>
        <p:spPr>
          <a:xfrm xmlns:a="http://schemas.openxmlformats.org/drawingml/2006/main">
            <a:off x="609600" y="182880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46F95"/>
                </a:solidFill>
                <a:latin typeface="Malgun Gothic"/>
                <a:ea typeface="Malgun Gothic"/>
                <a:cs typeface="Malgun Gothic"/>
              </a:defRPr>
            </a:pPr>
            <a:r>
              <a:rPr sz="2475" b="1">
                <a:solidFill>
                  <a:srgbClr val="146F95"/>
                </a:solidFill>
                <a:latin typeface="Malgun Gothic"/>
                <a:ea typeface="Malgun Gothic"/>
                <a:cs typeface="Malgun Gothic"/>
              </a:rPr>
              <a:t>입력 16:  16 ÷ 4 = 4,  4 ÷ 4 = 1</a:t>
            </a:r>
          </a:p>
        </p:txBody>
      </p:sp>
      <p:sp>
        <p:nvSpPr>
          <p:cNvPr id="8" name="">
            <a:extLst xmlns:a="http://schemas.openxmlformats.org/drawingml/2006/main">
              <a:ext uri="{FF2B5EF4-FFF2-40B4-BE49-F238E27FC236}">
                <a16:creationId xmlns:a16="http://schemas.microsoft.com/office/drawing/2014/main" id="{E8986841-BAD9-4858-9CCB-049AF2344243}"/>
              </a:ext>
            </a:extLst>
          </p:cNvPr>
          <p:cNvSpPr>
            <a:spLocks xmlns:a="http://schemas.openxmlformats.org/drawingml/2006/main" noGrp="1"/>
          </p:cNvSpPr>
          <p:nvPr/>
        </p:nvSpPr>
        <p:spPr>
          <a:xfrm xmlns:a="http://schemas.openxmlformats.org/drawingml/2006/main">
            <a:off x="609600" y="25050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7854"/>
                </a:solidFill>
                <a:latin typeface="Malgun Gothic"/>
                <a:ea typeface="Malgun Gothic"/>
                <a:cs typeface="Malgun Gothic"/>
              </a:defRPr>
            </a:pPr>
            <a:r>
              <a:rPr sz="2250" b="1">
                <a:solidFill>
                  <a:srgbClr val="207854"/>
                </a:solidFill>
                <a:latin typeface="Malgun Gothic"/>
                <a:ea typeface="Malgun Gothic"/>
                <a:cs typeface="Malgun Gothic"/>
              </a:rPr>
              <a:t>나누기 2번, 직급은 3개</a:t>
            </a:r>
          </a:p>
        </p:txBody>
      </p:sp>
      <p:sp>
        <p:nvSpPr>
          <p:cNvPr id="9" name="">
            <a:extLst xmlns:a="http://schemas.openxmlformats.org/drawingml/2006/main">
              <a:ext uri="{FF2B5EF4-FFF2-40B4-BE49-F238E27FC236}">
                <a16:creationId xmlns:a16="http://schemas.microsoft.com/office/drawing/2014/main" id="{32EB5629-2B88-418C-997D-0668840FCD5F}"/>
              </a:ext>
            </a:extLst>
          </p:cNvPr>
          <p:cNvSpPr>
            <a:spLocks xmlns:a="http://schemas.openxmlformats.org/drawingml/2006/main" noGrp="1"/>
          </p:cNvSpPr>
          <p:nvPr/>
        </p:nvSpPr>
        <p:spPr>
          <a:xfrm xmlns:a="http://schemas.openxmlformats.org/drawingml/2006/main">
            <a:off x="609600" y="33718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46F95"/>
                </a:solidFill>
                <a:latin typeface="Malgun Gothic"/>
                <a:ea typeface="Malgun Gothic"/>
                <a:cs typeface="Malgun Gothic"/>
              </a:defRPr>
            </a:pPr>
            <a:r>
              <a:rPr sz="2475" b="1">
                <a:solidFill>
                  <a:srgbClr val="146F95"/>
                </a:solidFill>
                <a:latin typeface="Malgun Gothic"/>
                <a:ea typeface="Malgun Gothic"/>
                <a:cs typeface="Malgun Gothic"/>
              </a:rPr>
              <a:t>입력 64:  64, 16, 4, 1</a:t>
            </a:r>
          </a:p>
        </p:txBody>
      </p:sp>
      <p:sp>
        <p:nvSpPr>
          <p:cNvPr id="10" name="">
            <a:extLst xmlns:a="http://schemas.openxmlformats.org/drawingml/2006/main">
              <a:ext uri="{FF2B5EF4-FFF2-40B4-BE49-F238E27FC236}">
                <a16:creationId xmlns:a16="http://schemas.microsoft.com/office/drawing/2014/main" id="{0B8F7A8F-6914-46A3-8DCE-4C56C1CBAA95}"/>
              </a:ext>
            </a:extLst>
          </p:cNvPr>
          <p:cNvSpPr>
            <a:spLocks xmlns:a="http://schemas.openxmlformats.org/drawingml/2006/main" noGrp="1"/>
          </p:cNvSpPr>
          <p:nvPr/>
        </p:nvSpPr>
        <p:spPr>
          <a:xfrm xmlns:a="http://schemas.openxmlformats.org/drawingml/2006/main">
            <a:off x="609600" y="40576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입력이 4배 커져도 직급은 하나만 늘어납니다.</a:t>
            </a:r>
          </a:p>
        </p:txBody>
      </p:sp>
      <p:sp>
        <p:nvSpPr>
          <p:cNvPr id="11" name="">
            <a:extLst xmlns:a="http://schemas.openxmlformats.org/drawingml/2006/main">
              <a:ext uri="{FF2B5EF4-FFF2-40B4-BE49-F238E27FC236}">
                <a16:creationId xmlns:a16="http://schemas.microsoft.com/office/drawing/2014/main" id="{EAB194B2-F244-483F-83E9-51CE20584A82}"/>
              </a:ext>
            </a:extLst>
          </p:cNvPr>
          <p:cNvSpPr>
            <a:spLocks xmlns:a="http://schemas.openxmlformats.org/drawingml/2006/main" noGrp="1"/>
          </p:cNvSpPr>
          <p:nvPr/>
        </p:nvSpPr>
        <p:spPr>
          <a:xfrm xmlns:a="http://schemas.openxmlformats.org/drawingml/2006/main">
            <a:off x="609600" y="505777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46F95"/>
                </a:solidFill>
                <a:latin typeface="Malgun Gothic"/>
                <a:ea typeface="Malgun Gothic"/>
                <a:cs typeface="Malgun Gothic"/>
              </a:defRPr>
            </a:pPr>
            <a:r>
              <a:rPr sz="2775" b="1">
                <a:solidFill>
                  <a:srgbClr val="146F95"/>
                </a:solidFill>
                <a:latin typeface="Malgun Gothic"/>
                <a:ea typeface="Malgun Gothic"/>
                <a:cs typeface="Malgun Gothic"/>
              </a:rPr>
              <a:t>직급 수 = log₄ n + 1</a:t>
            </a:r>
          </a:p>
        </p:txBody>
      </p:sp>
      <p:sp>
        <p:nvSpPr>
          <p:cNvPr id="12" name="">
            <a:extLst xmlns:a="http://schemas.openxmlformats.org/drawingml/2006/main">
              <a:ext uri="{FF2B5EF4-FFF2-40B4-BE49-F238E27FC236}">
                <a16:creationId xmlns:a16="http://schemas.microsoft.com/office/drawing/2014/main" id="{3202A1E9-5C30-4D71-A7EB-9BA661971065}"/>
              </a:ext>
            </a:extLst>
          </p:cNvPr>
          <p:cNvSpPr>
            <a:spLocks xmlns:a="http://schemas.openxmlformats.org/drawingml/2006/main" noGrp="1"/>
          </p:cNvSpPr>
          <p:nvPr/>
        </p:nvSpPr>
        <p:spPr>
          <a:xfrm xmlns:a="http://schemas.openxmlformats.org/drawingml/2006/main">
            <a:off x="609600" y="58102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7854"/>
                </a:solidFill>
                <a:latin typeface="Malgun Gothic"/>
                <a:ea typeface="Malgun Gothic"/>
                <a:cs typeface="Malgun Gothic"/>
              </a:defRPr>
            </a:pPr>
            <a:r>
              <a:rPr sz="2175" b="1">
                <a:solidFill>
                  <a:srgbClr val="207854"/>
                </a:solidFill>
                <a:latin typeface="Malgun Gothic"/>
                <a:ea typeface="Malgun Gothic"/>
                <a:cs typeface="Malgun Gothic"/>
              </a:rPr>
              <a:t>한 층의 일 n × (log₄ n + 1) = Θ(n log n)</a:t>
            </a:r>
          </a:p>
        </p:txBody>
      </p:sp>
    </p:spTree>
    <p:extLst>
      <p:ext uri="{BB962C8B-B14F-4D97-AF65-F5344CB8AC3E}">
        <p14:creationId xmlns:p14="http://schemas.microsoft.com/office/powerpoint/2010/main" val="763472414"/>
      </p:ext>
    </p:extLst>
  </p:cSld>
</p:sld>
</file>

<file path=ppt/slides/slide2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C0D722-5F08-42CF-924E-94DEA8BC28BC}"/>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F83320A4-1685-4F99-96A3-69EF895DA90C}"/>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027214EA-2218-497A-952D-CC6B7B1469E2}"/>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경우 B: 아래로 갈수록 전체 작업량이 커짐</a:t>
            </a:r>
          </a:p>
        </p:txBody>
      </p:sp>
      <p:sp>
        <p:nvSpPr>
          <p:cNvPr id="4" name="">
            <a:extLst xmlns:a="http://schemas.openxmlformats.org/drawingml/2006/main">
              <a:ext uri="{FF2B5EF4-FFF2-40B4-BE49-F238E27FC236}">
                <a16:creationId xmlns:a16="http://schemas.microsoft.com/office/drawing/2014/main" id="{C91A7234-2449-4ABF-BD21-6CB39B4FE9CA}"/>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2ED927-8797-4E7D-8753-B6310B11C9F2}"/>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69657011-5EF3-44D1-A5F5-43EFD9130B99}"/>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222</a:t>
            </a:r>
          </a:p>
        </p:txBody>
      </p:sp>
      <p:graphicFrame>
        <p:nvGraphicFramePr>
          <p:cNvPr id="19" name=""/>
          <p:cNvGraphicFramePr/>
          <p:nvPr/>
        </p:nvGraphicFramePr>
        <p:xfrm>
          <a:off xmlns:a="http://schemas.openxmlformats.org/drawingml/2006/main" x="609600" y="1819275"/>
          <a:ext xmlns:a="http://schemas.openxmlformats.org/drawingml/2006/main" cx="4972050" cy="2371725"/>
        </p:xfrm>
        <a:graphic xmlns:a="http://schemas.openxmlformats.org/drawingml/2006/main">
          <a:graphicData uri="http://schemas.openxmlformats.org/drawingml/2006/table">
            <a:tbl>
              <a:tblPr/>
              <a:tblGrid>
                <a:gridCol w="1219200"/>
                <a:gridCol w="904875"/>
                <a:gridCol w="1438275"/>
                <a:gridCol w="1409700"/>
              </a:tblGrid>
              <a:tr h="592931">
                <a:tc>
                  <a:txBody>
                    <a:bodyPr lIns="76200" tIns="76200" rIns="76200" bIns="76200">
                      <a:noAutofit/>
                    </a:bodyPr>
                    <a:lstStyle/>
                    <a:p>
                      <a:pPr algn="ctr"/>
                      <a:r>
                        <a:rPr sz="1800" b="1">
                          <a:solidFill>
                            <a:srgbClr val="FFFFFF"/>
                          </a:solidFill>
                          <a:latin typeface="Malgun Gothic"/>
                          <a:ea typeface="Malgun Gothic"/>
                          <a:cs typeface="Malgun Gothic"/>
                        </a:rPr>
                        <a:t>직급</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인원</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개인 작업</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합계</a:t>
                      </a:r>
                    </a:p>
                  </a:txBody>
                  <a:tcPr marL="91440" marR="91440" marT="45720" marB="45720" anchor="ctr">
                    <a:solidFill>
                      <a:srgbClr val="171717"/>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사장</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부장</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4</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4</a:t>
                      </a:r>
                    </a:p>
                  </a:txBody>
                  <a:tcPr marL="91440" marR="91440" marT="45720" marB="45720" anchor="ctr">
                    <a:solidFill>
                      <a:srgbClr val="EFF4F7"/>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직원</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EDB690B9-4FE8-49A8-85FA-06B8FD8AB44D}"/>
              </a:ext>
            </a:extLst>
          </p:cNvPr>
          <p:cNvSpPr>
            <a:spLocks xmlns:a="http://schemas.openxmlformats.org/drawingml/2006/main" noGrp="1"/>
          </p:cNvSpPr>
          <p:nvPr/>
        </p:nvSpPr>
        <p:spPr>
          <a:xfrm xmlns:a="http://schemas.openxmlformats.org/drawingml/2006/main">
            <a:off x="609600" y="44100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7854"/>
                </a:solidFill>
                <a:latin typeface="Malgun Gothic"/>
                <a:ea typeface="Malgun Gothic"/>
                <a:cs typeface="Malgun Gothic"/>
              </a:defRPr>
            </a:pPr>
            <a:r>
              <a:rPr sz="2400" b="1">
                <a:solidFill>
                  <a:srgbClr val="207854"/>
                </a:solidFill>
                <a:latin typeface="Malgun Gothic"/>
                <a:ea typeface="Malgun Gothic"/>
                <a:cs typeface="Malgun Gothic"/>
              </a:rPr>
              <a:t>1 + 4 + 16 = 21</a:t>
            </a:r>
          </a:p>
        </p:txBody>
      </p:sp>
      <p:sp>
        <p:nvSpPr>
          <p:cNvPr id="9" name="">
            <a:extLst xmlns:a="http://schemas.openxmlformats.org/drawingml/2006/main">
              <a:ext uri="{FF2B5EF4-FFF2-40B4-BE49-F238E27FC236}">
                <a16:creationId xmlns:a16="http://schemas.microsoft.com/office/drawing/2014/main" id="{E6D2E66A-9672-45F6-878A-47F60B190EF8}"/>
              </a:ext>
            </a:extLst>
          </p:cNvPr>
          <p:cNvSpPr>
            <a:spLocks xmlns:a="http://schemas.openxmlformats.org/drawingml/2006/main" noGrp="1"/>
          </p:cNvSpPr>
          <p:nvPr/>
        </p:nvSpPr>
        <p:spPr>
          <a:xfrm xmlns:a="http://schemas.openxmlformats.org/drawingml/2006/main">
            <a:off x="609600" y="505777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6F95"/>
                </a:solidFill>
                <a:latin typeface="Malgun Gothic"/>
                <a:ea typeface="Malgun Gothic"/>
                <a:cs typeface="Malgun Gothic"/>
              </a:defRPr>
            </a:pPr>
            <a:r>
              <a:rPr sz="2250" b="1">
                <a:solidFill>
                  <a:srgbClr val="146F95"/>
                </a:solidFill>
                <a:latin typeface="Malgun Gothic"/>
                <a:ea typeface="Malgun Gothic"/>
                <a:cs typeface="Malgun Gothic"/>
              </a:rPr>
              <a:t>21 &lt; 2 × 16</a:t>
            </a:r>
          </a:p>
        </p:txBody>
      </p:sp>
      <p:sp>
        <p:nvSpPr>
          <p:cNvPr id="10" name="">
            <a:extLst xmlns:a="http://schemas.openxmlformats.org/drawingml/2006/main">
              <a:ext uri="{FF2B5EF4-FFF2-40B4-BE49-F238E27FC236}">
                <a16:creationId xmlns:a16="http://schemas.microsoft.com/office/drawing/2014/main" id="{91954408-8E83-496E-B867-154D795EF766}"/>
              </a:ext>
            </a:extLst>
          </p:cNvPr>
          <p:cNvSpPr>
            <a:spLocks xmlns:a="http://schemas.openxmlformats.org/drawingml/2006/main" noGrp="1"/>
          </p:cNvSpPr>
          <p:nvPr/>
        </p:nvSpPr>
        <p:spPr>
          <a:xfrm xmlns:a="http://schemas.openxmlformats.org/drawingml/2006/main">
            <a:off x="609600" y="5715000"/>
            <a:ext cx="5638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6F95"/>
                </a:solidFill>
                <a:latin typeface="Malgun Gothic"/>
                <a:ea typeface="Malgun Gothic"/>
                <a:cs typeface="Malgun Gothic"/>
              </a:defRPr>
            </a:pPr>
            <a:r>
              <a:rPr sz="2250" b="1">
                <a:solidFill>
                  <a:srgbClr val="146F95"/>
                </a:solidFill>
                <a:latin typeface="Malgun Gothic"/>
                <a:ea typeface="Malgun Gothic"/>
                <a:cs typeface="Malgun Gothic"/>
              </a:rPr>
              <a:t>맨 아래 일과 같은 차수: Θ(n)</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dd80e8f8cdb4bc0"/>
          <a:stretch xmlns:a="http://schemas.openxmlformats.org/drawingml/2006/main"/>
        </p:blipFill>
        <p:spPr>
          <a:xfrm xmlns:a="http://schemas.openxmlformats.org/drawingml/2006/main">
            <a:off x="5895975" y="1781175"/>
            <a:ext cx="5715000" cy="38100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D8358C80-3745-4AE1-B239-986AA9C4B9A7}"/>
              </a:ext>
            </a:extLst>
          </p:cNvPr>
          <p:cNvSpPr>
            <a:spLocks xmlns:a="http://schemas.openxmlformats.org/drawingml/2006/main" noGrp="1"/>
          </p:cNvSpPr>
          <p:nvPr/>
        </p:nvSpPr>
        <p:spPr>
          <a:xfrm xmlns:a="http://schemas.openxmlformats.org/drawingml/2006/main">
            <a:off x="6067425" y="5810250"/>
            <a:ext cx="550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05050"/>
                </a:solidFill>
                <a:latin typeface="Malgun Gothic"/>
                <a:ea typeface="Malgun Gothic"/>
                <a:cs typeface="Malgun Gothic"/>
              </a:defRPr>
            </a:pPr>
            <a:r>
              <a:rPr sz="1575" b="0">
                <a:solidFill>
                  <a:srgbClr val="505050"/>
                </a:solidFill>
                <a:latin typeface="Malgun Gothic"/>
                <a:ea typeface="Malgun Gothic"/>
                <a:cs typeface="Malgun Gothic"/>
              </a:rPr>
              <a:t>직급 수를 곱하지 않습니다.</a:t>
            </a:r>
          </a:p>
          <a:p xmlns:a="http://schemas.openxmlformats.org/drawingml/2006/main">
            <a:pPr algn="l">
              <a:defRPr sz="1575" b="0">
                <a:solidFill>
                  <a:srgbClr val="505050"/>
                </a:solidFill>
                <a:latin typeface="Malgun Gothic"/>
                <a:ea typeface="Malgun Gothic"/>
                <a:cs typeface="Malgun Gothic"/>
              </a:defRPr>
            </a:pPr>
            <a:r>
              <a:rPr sz="1575" b="0">
                <a:solidFill>
                  <a:srgbClr val="505050"/>
                </a:solidFill>
                <a:latin typeface="Malgun Gothic"/>
                <a:ea typeface="Malgun Gothic"/>
                <a:cs typeface="Malgun Gothic"/>
              </a:rPr>
              <a:t>위 직급들이 같은 양을 반복하지 않습니다.</a:t>
            </a:r>
          </a:p>
        </p:txBody>
      </p:sp>
    </p:spTree>
    <p:extLst>
      <p:ext uri="{BB962C8B-B14F-4D97-AF65-F5344CB8AC3E}">
        <p14:creationId xmlns:p14="http://schemas.microsoft.com/office/powerpoint/2010/main" val="1401210768"/>
      </p:ext>
    </p:extLst>
  </p:cSld>
</p:sld>
</file>

<file path=ppt/slides/slide2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BC6C9A-7774-4B60-8545-592E7F2CDCD6}"/>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DACE1EB6-485F-45A5-8813-CAAD0E602AFE}"/>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04CE29BE-F68F-4188-AAEF-B73A01DB1F96}"/>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아래층이 많아도 log를 곱하지 않는 이유</a:t>
            </a:r>
          </a:p>
        </p:txBody>
      </p:sp>
      <p:sp>
        <p:nvSpPr>
          <p:cNvPr id="4" name="">
            <a:extLst xmlns:a="http://schemas.openxmlformats.org/drawingml/2006/main">
              <a:ext uri="{FF2B5EF4-FFF2-40B4-BE49-F238E27FC236}">
                <a16:creationId xmlns:a16="http://schemas.microsoft.com/office/drawing/2014/main" id="{9A2E3ABD-C17A-43BF-81EC-4AD196FFBAB5}"/>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1D59B7-7BAE-46AA-AD20-FED49044CBDD}"/>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E8DAFAC4-DC09-47B1-A3ED-3532D97E7565}"/>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223</a:t>
            </a:r>
          </a:p>
        </p:txBody>
      </p:sp>
      <p:graphicFrame>
        <p:nvGraphicFramePr>
          <p:cNvPr id="17" name=""/>
          <p:cNvGraphicFramePr/>
          <p:nvPr/>
        </p:nvGraphicFramePr>
        <p:xfrm>
          <a:off xmlns:a="http://schemas.openxmlformats.org/drawingml/2006/main" x="609600" y="1895475"/>
          <a:ext xmlns:a="http://schemas.openxmlformats.org/drawingml/2006/main" cx="10972800" cy="2085975"/>
        </p:xfrm>
        <a:graphic xmlns:a="http://schemas.openxmlformats.org/drawingml/2006/main">
          <a:graphicData uri="http://schemas.openxmlformats.org/drawingml/2006/table">
            <a:tbl>
              <a:tblPr/>
              <a:tblGrid>
                <a:gridCol w="2000250"/>
                <a:gridCol w="5429250"/>
                <a:gridCol w="3543300"/>
              </a:tblGrid>
              <a:tr h="695325">
                <a:tc>
                  <a:txBody>
                    <a:bodyPr lIns="76200" tIns="76200" rIns="76200" bIns="76200">
                      <a:noAutofit/>
                    </a:bodyPr>
                    <a:lstStyle/>
                    <a:p>
                      <a:pPr algn="ctr"/>
                      <a:r>
                        <a:rPr sz="2100" b="1">
                          <a:solidFill>
                            <a:srgbClr val="FFFFFF"/>
                          </a:solidFill>
                          <a:latin typeface="Malgun Gothic"/>
                          <a:ea typeface="Malgun Gothic"/>
                          <a:cs typeface="Malgun Gothic"/>
                        </a:rPr>
                        <a:t>입력 n</a:t>
                      </a:r>
                    </a:p>
                  </a:txBody>
                  <a:tcPr marL="91440" marR="91440" marT="45720" marB="45720" anchor="ctr">
                    <a:solidFill>
                      <a:srgbClr val="171717"/>
                    </a:solidFill>
                  </a:tcPr>
                </a:tc>
                <a:tc>
                  <a:txBody>
                    <a:bodyPr lIns="76200" tIns="76200" rIns="76200" bIns="76200">
                      <a:noAutofit/>
                    </a:bodyPr>
                    <a:lstStyle/>
                    <a:p>
                      <a:pPr algn="ctr"/>
                      <a:r>
                        <a:rPr sz="2100" b="1">
                          <a:solidFill>
                            <a:srgbClr val="FFFFFF"/>
                          </a:solidFill>
                          <a:latin typeface="Malgun Gothic"/>
                          <a:ea typeface="Malgun Gothic"/>
                          <a:cs typeface="Malgun Gothic"/>
                        </a:rPr>
                        <a:t>직급별 합계</a:t>
                      </a:r>
                    </a:p>
                  </a:txBody>
                  <a:tcPr marL="91440" marR="91440" marT="45720" marB="45720" anchor="ctr">
                    <a:solidFill>
                      <a:srgbClr val="171717"/>
                    </a:solidFill>
                  </a:tcPr>
                </a:tc>
                <a:tc>
                  <a:txBody>
                    <a:bodyPr lIns="76200" tIns="76200" rIns="76200" bIns="76200">
                      <a:noAutofit/>
                    </a:bodyPr>
                    <a:lstStyle/>
                    <a:p>
                      <a:pPr algn="ctr"/>
                      <a:r>
                        <a:rPr sz="2100" b="1">
                          <a:solidFill>
                            <a:srgbClr val="FFFFFF"/>
                          </a:solidFill>
                          <a:latin typeface="Malgun Gothic"/>
                          <a:ea typeface="Malgun Gothic"/>
                          <a:cs typeface="Malgun Gothic"/>
                        </a:rPr>
                        <a:t>전체 작업량</a:t>
                      </a:r>
                    </a:p>
                  </a:txBody>
                  <a:tcPr marL="91440" marR="91440" marT="45720" marB="45720" anchor="ctr">
                    <a:solidFill>
                      <a:srgbClr val="171717"/>
                    </a:solidFill>
                  </a:tcPr>
                </a:tc>
              </a:tr>
              <a:tr h="695325">
                <a:tc>
                  <a:txBody>
                    <a:bodyPr lIns="76200" tIns="76200" rIns="76200" bIns="76200">
                      <a:noAutofit/>
                    </a:bodyPr>
                    <a:lstStyle/>
                    <a:p>
                      <a:pPr algn="ctr"/>
                      <a:r>
                        <a:rPr sz="2100"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2100" b="0">
                          <a:solidFill>
                            <a:srgbClr val="171717"/>
                          </a:solidFill>
                          <a:latin typeface="Malgun Gothic"/>
                          <a:ea typeface="Malgun Gothic"/>
                          <a:cs typeface="Malgun Gothic"/>
                        </a:rPr>
                        <a:t>1, 4, 16</a:t>
                      </a:r>
                    </a:p>
                  </a:txBody>
                  <a:tcPr marL="91440" marR="91440" marT="45720" marB="45720" anchor="ctr">
                    <a:solidFill>
                      <a:srgbClr val="FFFFFF"/>
                    </a:solidFill>
                  </a:tcPr>
                </a:tc>
                <a:tc>
                  <a:txBody>
                    <a:bodyPr lIns="76200" tIns="76200" rIns="76200" bIns="76200">
                      <a:noAutofit/>
                    </a:bodyPr>
                    <a:lstStyle/>
                    <a:p>
                      <a:pPr algn="ctr"/>
                      <a:r>
                        <a:rPr sz="2100" b="0">
                          <a:solidFill>
                            <a:srgbClr val="171717"/>
                          </a:solidFill>
                          <a:latin typeface="Malgun Gothic"/>
                          <a:ea typeface="Malgun Gothic"/>
                          <a:cs typeface="Malgun Gothic"/>
                        </a:rPr>
                        <a:t>21 &lt; 2 × 16</a:t>
                      </a:r>
                    </a:p>
                  </a:txBody>
                  <a:tcPr marL="91440" marR="91440" marT="45720" marB="45720" anchor="ctr">
                    <a:solidFill>
                      <a:srgbClr val="FFFFFF"/>
                    </a:solidFill>
                  </a:tcPr>
                </a:tc>
              </a:tr>
              <a:tr h="695325">
                <a:tc>
                  <a:txBody>
                    <a:bodyPr lIns="76200" tIns="76200" rIns="76200" bIns="76200">
                      <a:noAutofit/>
                    </a:bodyPr>
                    <a:lstStyle/>
                    <a:p>
                      <a:pPr algn="ctr"/>
                      <a:r>
                        <a:rPr sz="2100" b="0">
                          <a:solidFill>
                            <a:srgbClr val="171717"/>
                          </a:solidFill>
                          <a:latin typeface="Malgun Gothic"/>
                          <a:ea typeface="Malgun Gothic"/>
                          <a:cs typeface="Malgun Gothic"/>
                        </a:rPr>
                        <a:t>64</a:t>
                      </a:r>
                    </a:p>
                  </a:txBody>
                  <a:tcPr marL="91440" marR="91440" marT="45720" marB="45720" anchor="ctr">
                    <a:solidFill>
                      <a:srgbClr val="EFF4F7"/>
                    </a:solidFill>
                  </a:tcPr>
                </a:tc>
                <a:tc>
                  <a:txBody>
                    <a:bodyPr lIns="76200" tIns="76200" rIns="76200" bIns="76200">
                      <a:noAutofit/>
                    </a:bodyPr>
                    <a:lstStyle/>
                    <a:p>
                      <a:pPr algn="ctr"/>
                      <a:r>
                        <a:rPr sz="2100" b="0">
                          <a:solidFill>
                            <a:srgbClr val="171717"/>
                          </a:solidFill>
                          <a:latin typeface="Malgun Gothic"/>
                          <a:ea typeface="Malgun Gothic"/>
                          <a:cs typeface="Malgun Gothic"/>
                        </a:rPr>
                        <a:t>1, 4, 16, 64</a:t>
                      </a:r>
                    </a:p>
                  </a:txBody>
                  <a:tcPr marL="91440" marR="91440" marT="45720" marB="45720" anchor="ctr">
                    <a:solidFill>
                      <a:srgbClr val="EFF4F7"/>
                    </a:solidFill>
                  </a:tcPr>
                </a:tc>
                <a:tc>
                  <a:txBody>
                    <a:bodyPr lIns="76200" tIns="76200" rIns="76200" bIns="76200">
                      <a:noAutofit/>
                    </a:bodyPr>
                    <a:lstStyle/>
                    <a:p>
                      <a:pPr algn="ctr"/>
                      <a:r>
                        <a:rPr sz="2100" b="0">
                          <a:solidFill>
                            <a:srgbClr val="171717"/>
                          </a:solidFill>
                          <a:latin typeface="Malgun Gothic"/>
                          <a:ea typeface="Malgun Gothic"/>
                          <a:cs typeface="Malgun Gothic"/>
                        </a:rPr>
                        <a:t>85 &lt; 2 × 64</a:t>
                      </a:r>
                    </a:p>
                  </a:txBody>
                  <a:tcPr marL="91440" marR="91440" marT="45720" marB="45720" anchor="ctr">
                    <a:solidFill>
                      <a:srgbClr val="EFF4F7"/>
                    </a:solidFill>
                  </a:tcPr>
                </a:tc>
              </a:tr>
            </a:tbl>
          </a:graphicData>
        </a:graphic>
      </p:graphicFrame>
      <p:sp>
        <p:nvSpPr>
          <p:cNvPr id="8" name="">
            <a:extLst xmlns:a="http://schemas.openxmlformats.org/drawingml/2006/main">
              <a:ext uri="{FF2B5EF4-FFF2-40B4-BE49-F238E27FC236}">
                <a16:creationId xmlns:a16="http://schemas.microsoft.com/office/drawing/2014/main" id="{F55F8F44-8EFF-4A33-B692-7DC5A6633F25}"/>
              </a:ext>
            </a:extLst>
          </p:cNvPr>
          <p:cNvSpPr>
            <a:spLocks xmlns:a="http://schemas.openxmlformats.org/drawingml/2006/main" noGrp="1"/>
          </p:cNvSpPr>
          <p:nvPr/>
        </p:nvSpPr>
        <p:spPr>
          <a:xfrm xmlns:a="http://schemas.openxmlformats.org/drawingml/2006/main">
            <a:off x="609600" y="439102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46F95"/>
                </a:solidFill>
                <a:latin typeface="Consolas"/>
                <a:ea typeface="Consolas"/>
                <a:cs typeface="Consolas"/>
              </a:defRPr>
            </a:pPr>
            <a:r>
              <a:rPr sz="2475" b="1">
                <a:solidFill>
                  <a:srgbClr val="146F95"/>
                </a:solidFill>
                <a:latin typeface="Consolas"/>
                <a:ea typeface="Consolas"/>
                <a:cs typeface="Consolas"/>
              </a:rPr>
              <a:t>맨 아래부터: n + n/4 + n/16 + … &lt; 2n</a:t>
            </a:r>
          </a:p>
        </p:txBody>
      </p:sp>
      <p:sp>
        <p:nvSpPr>
          <p:cNvPr id="9" name="">
            <a:extLst xmlns:a="http://schemas.openxmlformats.org/drawingml/2006/main">
              <a:ext uri="{FF2B5EF4-FFF2-40B4-BE49-F238E27FC236}">
                <a16:creationId xmlns:a16="http://schemas.microsoft.com/office/drawing/2014/main" id="{F434413A-DE65-44B8-8125-F850859BF63D}"/>
              </a:ext>
            </a:extLst>
          </p:cNvPr>
          <p:cNvSpPr>
            <a:spLocks xmlns:a="http://schemas.openxmlformats.org/drawingml/2006/main" noGrp="1"/>
          </p:cNvSpPr>
          <p:nvPr/>
        </p:nvSpPr>
        <p:spPr>
          <a:xfrm xmlns:a="http://schemas.openxmlformats.org/drawingml/2006/main">
            <a:off x="609600" y="53244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07854"/>
                </a:solidFill>
                <a:latin typeface="Malgun Gothic"/>
                <a:ea typeface="Malgun Gothic"/>
                <a:cs typeface="Malgun Gothic"/>
              </a:defRPr>
            </a:pPr>
            <a:r>
              <a:rPr sz="2100" b="1">
                <a:solidFill>
                  <a:srgbClr val="207854"/>
                </a:solidFill>
                <a:latin typeface="Malgun Gothic"/>
                <a:ea typeface="Malgun Gothic"/>
                <a:cs typeface="Malgun Gothic"/>
              </a:rPr>
              <a:t>맨 아래에서 이미 n만큼 일합니다. 전체도 n과 같은 차수입니다.</a:t>
            </a:r>
          </a:p>
        </p:txBody>
      </p:sp>
      <p:sp>
        <p:nvSpPr>
          <p:cNvPr id="10" name="">
            <a:extLst xmlns:a="http://schemas.openxmlformats.org/drawingml/2006/main">
              <a:ext uri="{FF2B5EF4-FFF2-40B4-BE49-F238E27FC236}">
                <a16:creationId xmlns:a16="http://schemas.microsoft.com/office/drawing/2014/main" id="{35117E9E-8285-4441-AD52-5D8B4DD51770}"/>
              </a:ext>
            </a:extLst>
          </p:cNvPr>
          <p:cNvSpPr>
            <a:spLocks xmlns:a="http://schemas.openxmlformats.org/drawingml/2006/main" noGrp="1"/>
          </p:cNvSpPr>
          <p:nvPr/>
        </p:nvSpPr>
        <p:spPr>
          <a:xfrm xmlns:a="http://schemas.openxmlformats.org/drawingml/2006/main">
            <a:off x="609600" y="60483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05050"/>
                </a:solidFill>
                <a:latin typeface="Malgun Gothic"/>
                <a:ea typeface="Malgun Gothic"/>
                <a:cs typeface="Malgun Gothic"/>
              </a:defRPr>
            </a:pPr>
            <a:r>
              <a:rPr sz="1725" b="0">
                <a:solidFill>
                  <a:srgbClr val="505050"/>
                </a:solidFill>
                <a:latin typeface="Malgun Gothic"/>
                <a:ea typeface="Malgun Gothic"/>
                <a:cs typeface="Malgun Gothic"/>
              </a:rPr>
              <a:t>각 직급의 양이 다릅니다. n에 직급 수를 곱하면 실제보다 크게 셉니다.</a:t>
            </a:r>
          </a:p>
        </p:txBody>
      </p:sp>
    </p:spTree>
    <p:extLst>
      <p:ext uri="{BB962C8B-B14F-4D97-AF65-F5344CB8AC3E}">
        <p14:creationId xmlns:p14="http://schemas.microsoft.com/office/powerpoint/2010/main" val="1848779807"/>
      </p:ext>
    </p:extLst>
  </p:cSld>
</p:sld>
</file>

<file path=ppt/slides/slide2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4E8732-8ED7-4A3A-8739-FAF14827916B}"/>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52F4C52E-50CC-48A8-8DFF-92CA6B2039B7}"/>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E66E4C66-DA4D-46EB-A2DE-BEB854A3DFE0}"/>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경우 C: 사장에게 전체 작업량이 몰림</a:t>
            </a:r>
          </a:p>
        </p:txBody>
      </p:sp>
      <p:sp>
        <p:nvSpPr>
          <p:cNvPr id="4" name="">
            <a:extLst xmlns:a="http://schemas.openxmlformats.org/drawingml/2006/main">
              <a:ext uri="{FF2B5EF4-FFF2-40B4-BE49-F238E27FC236}">
                <a16:creationId xmlns:a16="http://schemas.microsoft.com/office/drawing/2014/main" id="{44E32882-20F1-4730-A8B7-EB2B76CDF2ED}"/>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6D82E6-8753-450E-993C-B2494747836B}"/>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6DD1E4D8-6758-4465-B46D-98D1DE5D9314}"/>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224</a:t>
            </a:r>
          </a:p>
        </p:txBody>
      </p:sp>
      <p:graphicFrame>
        <p:nvGraphicFramePr>
          <p:cNvPr id="19" name=""/>
          <p:cNvGraphicFramePr/>
          <p:nvPr/>
        </p:nvGraphicFramePr>
        <p:xfrm>
          <a:off xmlns:a="http://schemas.openxmlformats.org/drawingml/2006/main" x="609600" y="1819275"/>
          <a:ext xmlns:a="http://schemas.openxmlformats.org/drawingml/2006/main" cx="5219700" cy="2371725"/>
        </p:xfrm>
        <a:graphic xmlns:a="http://schemas.openxmlformats.org/drawingml/2006/main">
          <a:graphicData uri="http://schemas.openxmlformats.org/drawingml/2006/table">
            <a:tbl>
              <a:tblPr/>
              <a:tblGrid>
                <a:gridCol w="1219200"/>
                <a:gridCol w="857250"/>
                <a:gridCol w="1714500"/>
                <a:gridCol w="1428750"/>
              </a:tblGrid>
              <a:tr h="592931">
                <a:tc>
                  <a:txBody>
                    <a:bodyPr lIns="76200" tIns="76200" rIns="76200" bIns="76200">
                      <a:noAutofit/>
                    </a:bodyPr>
                    <a:lstStyle/>
                    <a:p>
                      <a:pPr algn="ctr"/>
                      <a:r>
                        <a:rPr sz="1800" b="1">
                          <a:solidFill>
                            <a:srgbClr val="FFFFFF"/>
                          </a:solidFill>
                          <a:latin typeface="Malgun Gothic"/>
                          <a:ea typeface="Malgun Gothic"/>
                          <a:cs typeface="Malgun Gothic"/>
                        </a:rPr>
                        <a:t>직급</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인원</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개인 작업</a:t>
                      </a:r>
                    </a:p>
                  </a:txBody>
                  <a:tcPr marL="91440" marR="91440" marT="45720" marB="45720" anchor="ctr">
                    <a:solidFill>
                      <a:srgbClr val="171717"/>
                    </a:solidFill>
                  </a:tcPr>
                </a:tc>
                <a:tc>
                  <a:txBody>
                    <a:bodyPr lIns="76200" tIns="76200" rIns="76200" bIns="76200">
                      <a:noAutofit/>
                    </a:bodyPr>
                    <a:lstStyle/>
                    <a:p>
                      <a:pPr algn="ctr"/>
                      <a:r>
                        <a:rPr sz="1800" b="1">
                          <a:solidFill>
                            <a:srgbClr val="FFFFFF"/>
                          </a:solidFill>
                          <a:latin typeface="Malgun Gothic"/>
                          <a:ea typeface="Malgun Gothic"/>
                          <a:cs typeface="Malgun Gothic"/>
                        </a:rPr>
                        <a:t>합계</a:t>
                      </a:r>
                    </a:p>
                  </a:txBody>
                  <a:tcPr marL="91440" marR="91440" marT="45720" marB="45720" anchor="ctr">
                    <a:solidFill>
                      <a:srgbClr val="171717"/>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사장</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16² = 256</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256</a:t>
                      </a:r>
                    </a:p>
                  </a:txBody>
                  <a:tcPr marL="91440" marR="91440" marT="45720" marB="45720" anchor="ctr">
                    <a:solidFill>
                      <a:srgbClr val="FFFFFF"/>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부장</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4</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4² = 16</a:t>
                      </a:r>
                    </a:p>
                  </a:txBody>
                  <a:tcPr marL="91440" marR="91440" marT="45720" marB="45720" anchor="ctr">
                    <a:solidFill>
                      <a:srgbClr val="EFF4F7"/>
                    </a:solidFill>
                  </a:tcPr>
                </a:tc>
                <a:tc>
                  <a:txBody>
                    <a:bodyPr lIns="76200" tIns="76200" rIns="76200" bIns="76200">
                      <a:noAutofit/>
                    </a:bodyPr>
                    <a:lstStyle/>
                    <a:p>
                      <a:pPr algn="ctr"/>
                      <a:r>
                        <a:rPr sz="1800" b="0">
                          <a:solidFill>
                            <a:srgbClr val="171717"/>
                          </a:solidFill>
                          <a:latin typeface="Malgun Gothic"/>
                          <a:ea typeface="Malgun Gothic"/>
                          <a:cs typeface="Malgun Gothic"/>
                        </a:rPr>
                        <a:t>64</a:t>
                      </a:r>
                    </a:p>
                  </a:txBody>
                  <a:tcPr marL="91440" marR="91440" marT="45720" marB="45720" anchor="ctr">
                    <a:solidFill>
                      <a:srgbClr val="EFF4F7"/>
                    </a:solidFill>
                  </a:tcPr>
                </a:tc>
              </a:tr>
              <a:tr h="592931">
                <a:tc>
                  <a:txBody>
                    <a:bodyPr lIns="76200" tIns="76200" rIns="76200" bIns="76200">
                      <a:noAutofit/>
                    </a:bodyPr>
                    <a:lstStyle/>
                    <a:p>
                      <a:pPr algn="ctr"/>
                      <a:r>
                        <a:rPr sz="1800" b="0">
                          <a:solidFill>
                            <a:srgbClr val="171717"/>
                          </a:solidFill>
                          <a:latin typeface="Malgun Gothic"/>
                          <a:ea typeface="Malgun Gothic"/>
                          <a:cs typeface="Malgun Gothic"/>
                        </a:rPr>
                        <a:t>직원</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800" b="0">
                          <a:solidFill>
                            <a:srgbClr val="171717"/>
                          </a:solidFill>
                          <a:latin typeface="Malgun Gothic"/>
                          <a:ea typeface="Malgun Gothic"/>
                          <a:cs typeface="Malgun Gothic"/>
                        </a:rPr>
                        <a:t>16</a:t>
                      </a:r>
                    </a:p>
                  </a:txBody>
                  <a:tcPr marL="91440" marR="91440" marT="45720" marB="4572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2C0AE0D2-5750-413A-88C1-E00AD87D9F40}"/>
              </a:ext>
            </a:extLst>
          </p:cNvPr>
          <p:cNvSpPr>
            <a:spLocks xmlns:a="http://schemas.openxmlformats.org/drawingml/2006/main" noGrp="1"/>
          </p:cNvSpPr>
          <p:nvPr/>
        </p:nvSpPr>
        <p:spPr>
          <a:xfrm xmlns:a="http://schemas.openxmlformats.org/drawingml/2006/main">
            <a:off x="609600" y="4410075"/>
            <a:ext cx="55149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7854"/>
                </a:solidFill>
                <a:latin typeface="Malgun Gothic"/>
                <a:ea typeface="Malgun Gothic"/>
                <a:cs typeface="Malgun Gothic"/>
              </a:defRPr>
            </a:pPr>
            <a:r>
              <a:rPr sz="2325" b="1">
                <a:solidFill>
                  <a:srgbClr val="207854"/>
                </a:solidFill>
                <a:latin typeface="Malgun Gothic"/>
                <a:ea typeface="Malgun Gothic"/>
                <a:cs typeface="Malgun Gothic"/>
              </a:rPr>
              <a:t>256 + 64 + 16 = 336</a:t>
            </a:r>
          </a:p>
        </p:txBody>
      </p:sp>
      <p:sp>
        <p:nvSpPr>
          <p:cNvPr id="9" name="">
            <a:extLst xmlns:a="http://schemas.openxmlformats.org/drawingml/2006/main">
              <a:ext uri="{FF2B5EF4-FFF2-40B4-BE49-F238E27FC236}">
                <a16:creationId xmlns:a16="http://schemas.microsoft.com/office/drawing/2014/main" id="{935F5239-C46B-42AD-B423-22A52A2F8D3F}"/>
              </a:ext>
            </a:extLst>
          </p:cNvPr>
          <p:cNvSpPr>
            <a:spLocks xmlns:a="http://schemas.openxmlformats.org/drawingml/2006/main" noGrp="1"/>
          </p:cNvSpPr>
          <p:nvPr/>
        </p:nvSpPr>
        <p:spPr>
          <a:xfrm xmlns:a="http://schemas.openxmlformats.org/drawingml/2006/main">
            <a:off x="609600" y="5057775"/>
            <a:ext cx="5429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6F95"/>
                </a:solidFill>
                <a:latin typeface="Malgun Gothic"/>
                <a:ea typeface="Malgun Gothic"/>
                <a:cs typeface="Malgun Gothic"/>
              </a:defRPr>
            </a:pPr>
            <a:r>
              <a:rPr sz="2250" b="1">
                <a:solidFill>
                  <a:srgbClr val="146F95"/>
                </a:solidFill>
                <a:latin typeface="Malgun Gothic"/>
                <a:ea typeface="Malgun Gothic"/>
                <a:cs typeface="Malgun Gothic"/>
              </a:rPr>
              <a:t>336 &lt; 2 × 256</a:t>
            </a:r>
          </a:p>
        </p:txBody>
      </p:sp>
      <p:sp>
        <p:nvSpPr>
          <p:cNvPr id="10" name="">
            <a:extLst xmlns:a="http://schemas.openxmlformats.org/drawingml/2006/main">
              <a:ext uri="{FF2B5EF4-FFF2-40B4-BE49-F238E27FC236}">
                <a16:creationId xmlns:a16="http://schemas.microsoft.com/office/drawing/2014/main" id="{4CFF65D6-4F50-4D72-82D8-CDA3C981D1C9}"/>
              </a:ext>
            </a:extLst>
          </p:cNvPr>
          <p:cNvSpPr>
            <a:spLocks xmlns:a="http://schemas.openxmlformats.org/drawingml/2006/main" noGrp="1"/>
          </p:cNvSpPr>
          <p:nvPr/>
        </p:nvSpPr>
        <p:spPr>
          <a:xfrm xmlns:a="http://schemas.openxmlformats.org/drawingml/2006/main">
            <a:off x="609600" y="5715000"/>
            <a:ext cx="5638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6F95"/>
                </a:solidFill>
                <a:latin typeface="Malgun Gothic"/>
                <a:ea typeface="Malgun Gothic"/>
                <a:cs typeface="Malgun Gothic"/>
              </a:defRPr>
            </a:pPr>
            <a:r>
              <a:rPr sz="2175" b="1">
                <a:solidFill>
                  <a:srgbClr val="146F95"/>
                </a:solidFill>
                <a:latin typeface="Malgun Gothic"/>
                <a:ea typeface="Malgun Gothic"/>
                <a:cs typeface="Malgun Gothic"/>
              </a:rPr>
              <a:t>사장의 일과 같은 차수: Θ(n²)</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dab30992a084fc8"/>
          <a:stretch xmlns:a="http://schemas.openxmlformats.org/drawingml/2006/main"/>
        </p:blipFill>
        <p:spPr>
          <a:xfrm xmlns:a="http://schemas.openxmlformats.org/drawingml/2006/main">
            <a:off x="6086475" y="1844675"/>
            <a:ext cx="5524500" cy="36830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F9D5F9EE-6B23-4F8E-B85D-D902537D33D4}"/>
              </a:ext>
            </a:extLst>
          </p:cNvPr>
          <p:cNvSpPr>
            <a:spLocks xmlns:a="http://schemas.openxmlformats.org/drawingml/2006/main" noGrp="1"/>
          </p:cNvSpPr>
          <p:nvPr/>
        </p:nvSpPr>
        <p:spPr>
          <a:xfrm xmlns:a="http://schemas.openxmlformats.org/drawingml/2006/main">
            <a:off x="6067425" y="5810250"/>
            <a:ext cx="550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05050"/>
                </a:solidFill>
                <a:latin typeface="Malgun Gothic"/>
                <a:ea typeface="Malgun Gothic"/>
                <a:cs typeface="Malgun Gothic"/>
              </a:defRPr>
            </a:pPr>
            <a:r>
              <a:rPr sz="1575" b="0">
                <a:solidFill>
                  <a:srgbClr val="505050"/>
                </a:solidFill>
                <a:latin typeface="Malgun Gothic"/>
                <a:ea typeface="Malgun Gothic"/>
                <a:cs typeface="Malgun Gothic"/>
              </a:rPr>
              <a:t>위에서 아래로 직급 합계가 1/4씩 줄어듭니다.</a:t>
            </a:r>
          </a:p>
          <a:p xmlns:a="http://schemas.openxmlformats.org/drawingml/2006/main">
            <a:pPr algn="l">
              <a:defRPr sz="1575" b="0">
                <a:solidFill>
                  <a:srgbClr val="505050"/>
                </a:solidFill>
                <a:latin typeface="Malgun Gothic"/>
                <a:ea typeface="Malgun Gothic"/>
                <a:cs typeface="Malgun Gothic"/>
              </a:defRPr>
            </a:pPr>
            <a:r>
              <a:rPr sz="1575" b="0">
                <a:solidFill>
                  <a:srgbClr val="505050"/>
                </a:solidFill>
                <a:latin typeface="Malgun Gothic"/>
                <a:ea typeface="Malgun Gothic"/>
                <a:cs typeface="Malgun Gothic"/>
              </a:rPr>
              <a:t>같은 양이 여러 직급에서 반복되지 않습니다.</a:t>
            </a:r>
          </a:p>
        </p:txBody>
      </p:sp>
    </p:spTree>
    <p:extLst>
      <p:ext uri="{BB962C8B-B14F-4D97-AF65-F5344CB8AC3E}">
        <p14:creationId xmlns:p14="http://schemas.microsoft.com/office/powerpoint/2010/main" val="592190269"/>
      </p:ext>
    </p:extLst>
  </p:cSld>
</p:sld>
</file>

<file path=ppt/slides/slide2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2295A8-AB52-4E4E-9162-1944C1E6B6A8}"/>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C7BFD2A3-A833-4464-BC72-E5C9B14F0F65}"/>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32EB4545-C103-4919-B1B1-FD3C8A148410}"/>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세 경우: 한 사람이 직접 하는 일이 다릅니다</a:t>
            </a:r>
          </a:p>
        </p:txBody>
      </p:sp>
      <p:sp>
        <p:nvSpPr>
          <p:cNvPr id="4" name="">
            <a:extLst xmlns:a="http://schemas.openxmlformats.org/drawingml/2006/main">
              <a:ext uri="{FF2B5EF4-FFF2-40B4-BE49-F238E27FC236}">
                <a16:creationId xmlns:a16="http://schemas.microsoft.com/office/drawing/2014/main" id="{93508898-B32A-4855-B985-AEAD3552A039}"/>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D9D62D-E3AA-46C0-BD41-EB543588B8F9}"/>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C21149BC-4A6B-4811-B5BF-0B94A7B35902}"/>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225</a:t>
            </a:r>
          </a:p>
        </p:txBody>
      </p:sp>
      <p:graphicFrame>
        <p:nvGraphicFramePr>
          <p:cNvPr id="16" name=""/>
          <p:cNvGraphicFramePr/>
          <p:nvPr/>
        </p:nvGraphicFramePr>
        <p:xfrm>
          <a:off xmlns:a="http://schemas.openxmlformats.org/drawingml/2006/main" x="609600" y="1962150"/>
          <a:ext xmlns:a="http://schemas.openxmlformats.org/drawingml/2006/main" cx="10972800" cy="2914650"/>
        </p:xfrm>
        <a:graphic xmlns:a="http://schemas.openxmlformats.org/drawingml/2006/main">
          <a:graphicData uri="http://schemas.openxmlformats.org/drawingml/2006/table">
            <a:tbl>
              <a:tblPr/>
              <a:tblGrid>
                <a:gridCol w="3276600"/>
                <a:gridCol w="4572000"/>
                <a:gridCol w="3124200"/>
              </a:tblGrid>
              <a:tr h="728663">
                <a:tc>
                  <a:txBody>
                    <a:bodyPr lIns="76200" tIns="76200" rIns="76200" bIns="76200">
                      <a:noAutofit/>
                    </a:bodyPr>
                    <a:lstStyle/>
                    <a:p>
                      <a:pPr algn="ctr"/>
                      <a:r>
                        <a:rPr sz="2100" b="1">
                          <a:solidFill>
                            <a:srgbClr val="FFFFFF"/>
                          </a:solidFill>
                          <a:latin typeface="Malgun Gothic"/>
                          <a:ea typeface="Malgun Gothic"/>
                          <a:cs typeface="Malgun Gothic"/>
                        </a:rPr>
                        <a:t>1명의 추가 작업</a:t>
                      </a:r>
                    </a:p>
                  </a:txBody>
                  <a:tcPr marL="91440" marR="91440" marT="45720" marB="45720" anchor="ctr">
                    <a:solidFill>
                      <a:srgbClr val="171717"/>
                    </a:solidFill>
                  </a:tcPr>
                </a:tc>
                <a:tc>
                  <a:txBody>
                    <a:bodyPr lIns="76200" tIns="76200" rIns="76200" bIns="76200">
                      <a:noAutofit/>
                    </a:bodyPr>
                    <a:lstStyle/>
                    <a:p>
                      <a:pPr algn="ctr"/>
                      <a:r>
                        <a:rPr sz="2100" b="1">
                          <a:solidFill>
                            <a:srgbClr val="FFFFFF"/>
                          </a:solidFill>
                          <a:latin typeface="Malgun Gothic"/>
                          <a:ea typeface="Malgun Gothic"/>
                          <a:cs typeface="Malgun Gothic"/>
                        </a:rPr>
                        <a:t>직급별 합계 (n=16)</a:t>
                      </a:r>
                    </a:p>
                  </a:txBody>
                  <a:tcPr marL="91440" marR="91440" marT="45720" marB="45720" anchor="ctr">
                    <a:solidFill>
                      <a:srgbClr val="171717"/>
                    </a:solidFill>
                  </a:tcPr>
                </a:tc>
                <a:tc>
                  <a:txBody>
                    <a:bodyPr lIns="76200" tIns="76200" rIns="76200" bIns="76200">
                      <a:noAutofit/>
                    </a:bodyPr>
                    <a:lstStyle/>
                    <a:p>
                      <a:pPr algn="ctr"/>
                      <a:r>
                        <a:rPr sz="2100" b="1">
                          <a:solidFill>
                            <a:srgbClr val="FFFFFF"/>
                          </a:solidFill>
                          <a:latin typeface="Malgun Gothic"/>
                          <a:ea typeface="Malgun Gothic"/>
                          <a:cs typeface="Malgun Gothic"/>
                        </a:rPr>
                        <a:t>전체 시간</a:t>
                      </a:r>
                    </a:p>
                  </a:txBody>
                  <a:tcPr marL="91440" marR="91440" marT="45720" marB="45720" anchor="ctr">
                    <a:solidFill>
                      <a:srgbClr val="171717"/>
                    </a:solidFill>
                  </a:tcPr>
                </a:tc>
              </a:tr>
              <a:tr h="728663">
                <a:tc>
                  <a:txBody>
                    <a:bodyPr lIns="76200" tIns="76200" rIns="76200" bIns="76200">
                      <a:noAutofit/>
                    </a:bodyPr>
                    <a:lstStyle/>
                    <a:p>
                      <a:pPr algn="ctr"/>
                      <a:r>
                        <a:rPr sz="2100" b="0">
                          <a:solidFill>
                            <a:srgbClr val="171717"/>
                          </a:solidFill>
                          <a:latin typeface="Malgun Gothic"/>
                          <a:ea typeface="Malgun Gothic"/>
                          <a:cs typeface="Malgun Gothic"/>
                        </a:rPr>
                        <a:t>받은 크기만큼</a:t>
                      </a:r>
                    </a:p>
                  </a:txBody>
                  <a:tcPr marL="91440" marR="91440" marT="45720" marB="45720" anchor="ctr">
                    <a:solidFill>
                      <a:srgbClr val="FFFFFF"/>
                    </a:solidFill>
                  </a:tcPr>
                </a:tc>
                <a:tc>
                  <a:txBody>
                    <a:bodyPr lIns="76200" tIns="76200" rIns="76200" bIns="76200">
                      <a:noAutofit/>
                    </a:bodyPr>
                    <a:lstStyle/>
                    <a:p>
                      <a:pPr algn="ctr"/>
                      <a:r>
                        <a:rPr sz="2100" b="0">
                          <a:solidFill>
                            <a:srgbClr val="171717"/>
                          </a:solidFill>
                          <a:latin typeface="Malgun Gothic"/>
                          <a:ea typeface="Malgun Gothic"/>
                          <a:cs typeface="Malgun Gothic"/>
                        </a:rPr>
                        <a:t>16, 16, 16</a:t>
                      </a:r>
                    </a:p>
                  </a:txBody>
                  <a:tcPr marL="91440" marR="91440" marT="45720" marB="45720" anchor="ctr">
                    <a:solidFill>
                      <a:srgbClr val="FFFFFF"/>
                    </a:solidFill>
                  </a:tcPr>
                </a:tc>
                <a:tc>
                  <a:txBody>
                    <a:bodyPr lIns="76200" tIns="76200" rIns="76200" bIns="76200">
                      <a:noAutofit/>
                    </a:bodyPr>
                    <a:lstStyle/>
                    <a:p>
                      <a:pPr algn="ctr"/>
                      <a:r>
                        <a:rPr sz="2100" b="0">
                          <a:solidFill>
                            <a:srgbClr val="171717"/>
                          </a:solidFill>
                          <a:latin typeface="Malgun Gothic"/>
                          <a:ea typeface="Malgun Gothic"/>
                          <a:cs typeface="Malgun Gothic"/>
                        </a:rPr>
                        <a:t>Θ(n log n)</a:t>
                      </a:r>
                    </a:p>
                  </a:txBody>
                  <a:tcPr marL="91440" marR="91440" marT="45720" marB="45720" anchor="ctr">
                    <a:solidFill>
                      <a:srgbClr val="FFFFFF"/>
                    </a:solidFill>
                  </a:tcPr>
                </a:tc>
              </a:tr>
              <a:tr h="728663">
                <a:tc>
                  <a:txBody>
                    <a:bodyPr lIns="76200" tIns="76200" rIns="76200" bIns="76200">
                      <a:noAutofit/>
                    </a:bodyPr>
                    <a:lstStyle/>
                    <a:p>
                      <a:pPr algn="ctr"/>
                      <a:r>
                        <a:rPr sz="2100" b="0">
                          <a:solidFill>
                            <a:srgbClr val="171717"/>
                          </a:solidFill>
                          <a:latin typeface="Malgun Gothic"/>
                          <a:ea typeface="Malgun Gothic"/>
                          <a:cs typeface="Malgun Gothic"/>
                        </a:rPr>
                        <a:t>일정한 일</a:t>
                      </a:r>
                    </a:p>
                  </a:txBody>
                  <a:tcPr marL="91440" marR="91440" marT="45720" marB="45720" anchor="ctr">
                    <a:solidFill>
                      <a:srgbClr val="EFF4F7"/>
                    </a:solidFill>
                  </a:tcPr>
                </a:tc>
                <a:tc>
                  <a:txBody>
                    <a:bodyPr lIns="76200" tIns="76200" rIns="76200" bIns="76200">
                      <a:noAutofit/>
                    </a:bodyPr>
                    <a:lstStyle/>
                    <a:p>
                      <a:pPr algn="ctr"/>
                      <a:r>
                        <a:rPr sz="2100" b="0">
                          <a:solidFill>
                            <a:srgbClr val="171717"/>
                          </a:solidFill>
                          <a:latin typeface="Malgun Gothic"/>
                          <a:ea typeface="Malgun Gothic"/>
                          <a:cs typeface="Malgun Gothic"/>
                        </a:rPr>
                        <a:t>1, 4, 16</a:t>
                      </a:r>
                    </a:p>
                  </a:txBody>
                  <a:tcPr marL="91440" marR="91440" marT="45720" marB="45720" anchor="ctr">
                    <a:solidFill>
                      <a:srgbClr val="EFF4F7"/>
                    </a:solidFill>
                  </a:tcPr>
                </a:tc>
                <a:tc>
                  <a:txBody>
                    <a:bodyPr lIns="76200" tIns="76200" rIns="76200" bIns="76200">
                      <a:noAutofit/>
                    </a:bodyPr>
                    <a:lstStyle/>
                    <a:p>
                      <a:pPr algn="ctr"/>
                      <a:r>
                        <a:rPr sz="2100" b="0">
                          <a:solidFill>
                            <a:srgbClr val="171717"/>
                          </a:solidFill>
                          <a:latin typeface="Malgun Gothic"/>
                          <a:ea typeface="Malgun Gothic"/>
                          <a:cs typeface="Malgun Gothic"/>
                        </a:rPr>
                        <a:t>Θ(n)</a:t>
                      </a:r>
                    </a:p>
                  </a:txBody>
                  <a:tcPr marL="91440" marR="91440" marT="45720" marB="45720" anchor="ctr">
                    <a:solidFill>
                      <a:srgbClr val="EFF4F7"/>
                    </a:solidFill>
                  </a:tcPr>
                </a:tc>
              </a:tr>
              <a:tr h="728663">
                <a:tc>
                  <a:txBody>
                    <a:bodyPr lIns="76200" tIns="76200" rIns="76200" bIns="76200">
                      <a:noAutofit/>
                    </a:bodyPr>
                    <a:lstStyle/>
                    <a:p>
                      <a:pPr algn="ctr"/>
                      <a:r>
                        <a:rPr sz="2100" b="0">
                          <a:solidFill>
                            <a:srgbClr val="171717"/>
                          </a:solidFill>
                          <a:latin typeface="Malgun Gothic"/>
                          <a:ea typeface="Malgun Gothic"/>
                          <a:cs typeface="Malgun Gothic"/>
                        </a:rPr>
                        <a:t>받은 크기의 제곱</a:t>
                      </a:r>
                    </a:p>
                  </a:txBody>
                  <a:tcPr marL="91440" marR="91440" marT="45720" marB="45720" anchor="ctr">
                    <a:solidFill>
                      <a:srgbClr val="FFFFFF"/>
                    </a:solidFill>
                  </a:tcPr>
                </a:tc>
                <a:tc>
                  <a:txBody>
                    <a:bodyPr lIns="76200" tIns="76200" rIns="76200" bIns="76200">
                      <a:noAutofit/>
                    </a:bodyPr>
                    <a:lstStyle/>
                    <a:p>
                      <a:pPr algn="ctr"/>
                      <a:r>
                        <a:rPr sz="2100" b="0">
                          <a:solidFill>
                            <a:srgbClr val="171717"/>
                          </a:solidFill>
                          <a:latin typeface="Malgun Gothic"/>
                          <a:ea typeface="Malgun Gothic"/>
                          <a:cs typeface="Malgun Gothic"/>
                        </a:rPr>
                        <a:t>256, 64, 16</a:t>
                      </a:r>
                    </a:p>
                  </a:txBody>
                  <a:tcPr marL="91440" marR="91440" marT="45720" marB="45720" anchor="ctr">
                    <a:solidFill>
                      <a:srgbClr val="FFFFFF"/>
                    </a:solidFill>
                  </a:tcPr>
                </a:tc>
                <a:tc>
                  <a:txBody>
                    <a:bodyPr lIns="76200" tIns="76200" rIns="76200" bIns="76200">
                      <a:noAutofit/>
                    </a:bodyPr>
                    <a:lstStyle/>
                    <a:p>
                      <a:pPr algn="ctr"/>
                      <a:r>
                        <a:rPr sz="2100" b="0">
                          <a:solidFill>
                            <a:srgbClr val="171717"/>
                          </a:solidFill>
                          <a:latin typeface="Malgun Gothic"/>
                          <a:ea typeface="Malgun Gothic"/>
                          <a:cs typeface="Malgun Gothic"/>
                        </a:rPr>
                        <a:t>Θ(n²)</a:t>
                      </a:r>
                    </a:p>
                  </a:txBody>
                  <a:tcPr marL="91440" marR="91440" marT="45720" marB="4572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1991B9E-FC66-4354-BEB4-0771EACBA6A5}"/>
              </a:ext>
            </a:extLst>
          </p:cNvPr>
          <p:cNvSpPr>
            <a:spLocks xmlns:a="http://schemas.openxmlformats.org/drawingml/2006/main" noGrp="1"/>
          </p:cNvSpPr>
          <p:nvPr/>
        </p:nvSpPr>
        <p:spPr>
          <a:xfrm xmlns:a="http://schemas.openxmlformats.org/drawingml/2006/main">
            <a:off x="609600" y="5334000"/>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7854"/>
                </a:solidFill>
                <a:latin typeface="Malgun Gothic"/>
                <a:ea typeface="Malgun Gothic"/>
                <a:cs typeface="Malgun Gothic"/>
              </a:defRPr>
            </a:pPr>
            <a:r>
              <a:rPr sz="2175" b="1">
                <a:solidFill>
                  <a:srgbClr val="207854"/>
                </a:solidFill>
                <a:latin typeface="Malgun Gothic"/>
                <a:ea typeface="Malgun Gothic"/>
                <a:cs typeface="Malgun Gothic"/>
              </a:rPr>
              <a:t>같은 회사 구조라도 추가 작업이 다르면 전체 시간도 달라집니다.</a:t>
            </a:r>
          </a:p>
        </p:txBody>
      </p:sp>
      <p:sp>
        <p:nvSpPr>
          <p:cNvPr id="9" name="">
            <a:extLst xmlns:a="http://schemas.openxmlformats.org/drawingml/2006/main">
              <a:ext uri="{FF2B5EF4-FFF2-40B4-BE49-F238E27FC236}">
                <a16:creationId xmlns:a16="http://schemas.microsoft.com/office/drawing/2014/main" id="{AE48B714-933B-4059-B9B2-80191E322B39}"/>
              </a:ext>
            </a:extLst>
          </p:cNvPr>
          <p:cNvSpPr>
            <a:spLocks xmlns:a="http://schemas.openxmlformats.org/drawingml/2006/main" noGrp="1"/>
          </p:cNvSpPr>
          <p:nvPr/>
        </p:nvSpPr>
        <p:spPr>
          <a:xfrm xmlns:a="http://schemas.openxmlformats.org/drawingml/2006/main">
            <a:off x="609600" y="60960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05050"/>
                </a:solidFill>
                <a:latin typeface="Malgun Gothic"/>
                <a:ea typeface="Malgun Gothic"/>
                <a:cs typeface="Malgun Gothic"/>
              </a:defRPr>
            </a:pPr>
            <a:r>
              <a:rPr sz="1725" b="0">
                <a:solidFill>
                  <a:srgbClr val="505050"/>
                </a:solidFill>
                <a:latin typeface="Malgun Gothic"/>
                <a:ea typeface="Malgun Gothic"/>
                <a:cs typeface="Malgun Gothic"/>
              </a:rPr>
              <a:t>세 예제 모두 자식은 4개, 각 자식의 입력 크기는 1/4입니다.</a:t>
            </a:r>
          </a:p>
        </p:txBody>
      </p:sp>
    </p:spTree>
    <p:extLst>
      <p:ext uri="{BB962C8B-B14F-4D97-AF65-F5344CB8AC3E}">
        <p14:creationId xmlns:p14="http://schemas.microsoft.com/office/powerpoint/2010/main" val="435904680"/>
      </p:ext>
    </p:extLst>
  </p:cSld>
</p:sld>
</file>

<file path=ppt/slides/slide2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B0B88F-09B0-4A95-9399-05B3A17D6BA0}"/>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895E2BD4-62F4-4BDB-ADCE-0EA298CBA87B}"/>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5CB839EE-4922-4AF9-B0CC-B0825D2036A6}"/>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쿼드 트리 두 방식: 층별 작업량을 나란히</a:t>
            </a:r>
          </a:p>
        </p:txBody>
      </p:sp>
      <p:sp>
        <p:nvSpPr>
          <p:cNvPr id="4" name="">
            <a:extLst xmlns:a="http://schemas.openxmlformats.org/drawingml/2006/main">
              <a:ext uri="{FF2B5EF4-FFF2-40B4-BE49-F238E27FC236}">
                <a16:creationId xmlns:a16="http://schemas.microsoft.com/office/drawing/2014/main" id="{36478179-74DF-430D-918A-440FA1E65FE5}"/>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0A886A-A76C-4D47-92E3-3C31CF90CEE3}"/>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F953113F-C805-4659-8F81-A483A74DD054}"/>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226</a:t>
            </a:r>
          </a:p>
        </p:txBody>
      </p:sp>
      <p:sp>
        <p:nvSpPr>
          <p:cNvPr id="7" name="">
            <a:extLst xmlns:a="http://schemas.openxmlformats.org/drawingml/2006/main">
              <a:ext uri="{FF2B5EF4-FFF2-40B4-BE49-F238E27FC236}">
                <a16:creationId xmlns:a16="http://schemas.microsoft.com/office/drawing/2014/main" id="{76B0AF45-D009-4F1E-84D1-7EA2D34971A2}"/>
              </a:ext>
            </a:extLst>
          </p:cNvPr>
          <p:cNvSpPr>
            <a:spLocks xmlns:a="http://schemas.openxmlformats.org/drawingml/2006/main" noGrp="1"/>
          </p:cNvSpPr>
          <p:nvPr/>
        </p:nvSpPr>
        <p:spPr>
          <a:xfrm xmlns:a="http://schemas.openxmlformats.org/drawingml/2006/main">
            <a:off x="609600" y="1638300"/>
            <a:ext cx="5219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46F95"/>
                </a:solidFill>
                <a:latin typeface="Malgun Gothic"/>
                <a:ea typeface="Malgun Gothic"/>
                <a:cs typeface="Malgun Gothic"/>
              </a:defRPr>
            </a:pPr>
            <a:r>
              <a:rPr sz="2025" b="1">
                <a:solidFill>
                  <a:srgbClr val="146F95"/>
                </a:solidFill>
                <a:latin typeface="Malgun Gothic"/>
                <a:ea typeface="Malgun Gothic"/>
                <a:cs typeface="Malgun Gothic"/>
              </a:rPr>
              <a:t>검사 후 분할: 영역을 다시 읽는 모델</a:t>
            </a:r>
          </a:p>
        </p:txBody>
      </p:sp>
      <p:sp>
        <p:nvSpPr>
          <p:cNvPr id="8" name="">
            <a:extLst xmlns:a="http://schemas.openxmlformats.org/drawingml/2006/main">
              <a:ext uri="{FF2B5EF4-FFF2-40B4-BE49-F238E27FC236}">
                <a16:creationId xmlns:a16="http://schemas.microsoft.com/office/drawing/2014/main" id="{1F454EEA-744F-446E-A9BF-21FA12E79C0C}"/>
              </a:ext>
            </a:extLst>
          </p:cNvPr>
          <p:cNvSpPr>
            <a:spLocks xmlns:a="http://schemas.openxmlformats.org/drawingml/2006/main" noGrp="1"/>
          </p:cNvSpPr>
          <p:nvPr/>
        </p:nvSpPr>
        <p:spPr>
          <a:xfrm xmlns:a="http://schemas.openxmlformats.org/drawingml/2006/main">
            <a:off x="6362700" y="1638300"/>
            <a:ext cx="5219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207854"/>
                </a:solidFill>
                <a:latin typeface="Malgun Gothic"/>
                <a:ea typeface="Malgun Gothic"/>
                <a:cs typeface="Malgun Gothic"/>
              </a:defRPr>
            </a:pPr>
            <a:r>
              <a:rPr sz="2025" b="1">
                <a:solidFill>
                  <a:srgbClr val="207854"/>
                </a:solidFill>
                <a:latin typeface="Malgun Gothic"/>
                <a:ea typeface="Malgun Gothic"/>
                <a:cs typeface="Malgun Gothic"/>
              </a:rPr>
              <a:t>상향식: 자식 네 결과만 합치는 모델</a:t>
            </a:r>
          </a:p>
        </p:txBody>
      </p:sp>
      <p:graphicFrame>
        <p:nvGraphicFramePr>
          <p:cNvPr id="22" name=""/>
          <p:cNvGraphicFramePr/>
          <p:nvPr/>
        </p:nvGraphicFramePr>
        <p:xfrm>
          <a:off xmlns:a="http://schemas.openxmlformats.org/drawingml/2006/main" x="609600" y="2276475"/>
          <a:ext xmlns:a="http://schemas.openxmlformats.org/drawingml/2006/main" cx="5219700" cy="2381250"/>
        </p:xfrm>
        <a:graphic xmlns:a="http://schemas.openxmlformats.org/drawingml/2006/main">
          <a:graphicData uri="http://schemas.openxmlformats.org/drawingml/2006/table">
            <a:tbl>
              <a:tblPr/>
              <a:tblGrid>
                <a:gridCol w="666750"/>
                <a:gridCol w="1238250"/>
                <a:gridCol w="1790700"/>
                <a:gridCol w="1524000"/>
              </a:tblGrid>
              <a:tr h="476250">
                <a:tc>
                  <a:txBody>
                    <a:bodyPr lIns="76200" tIns="76200" rIns="76200" bIns="76200">
                      <a:noAutofit/>
                    </a:bodyPr>
                    <a:lstStyle/>
                    <a:p>
                      <a:pPr algn="ctr"/>
                      <a:r>
                        <a:rPr sz="1725" b="1">
                          <a:solidFill>
                            <a:srgbClr val="FFFFFF"/>
                          </a:solidFill>
                          <a:latin typeface="Malgun Gothic"/>
                          <a:ea typeface="Malgun Gothic"/>
                          <a:cs typeface="Malgun Gothic"/>
                        </a:rPr>
                        <a:t>층</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호출 수</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호출당 검사</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층 합계</a:t>
                      </a:r>
                    </a:p>
                  </a:txBody>
                  <a:tcPr marL="91440" marR="91440" marT="45720" marB="45720" anchor="ctr">
                    <a:solidFill>
                      <a:srgbClr val="171717"/>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0</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FFFFFF"/>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16</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EFF4F7"/>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2</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FFFFFF"/>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3</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EFF4F7"/>
                    </a:solidFill>
                  </a:tcPr>
                </a:tc>
              </a:tr>
            </a:tbl>
          </a:graphicData>
        </a:graphic>
      </p:graphicFrame>
      <p:graphicFrame>
        <p:nvGraphicFramePr>
          <p:cNvPr id="23" name=""/>
          <p:cNvGraphicFramePr/>
          <p:nvPr/>
        </p:nvGraphicFramePr>
        <p:xfrm>
          <a:off xmlns:a="http://schemas.openxmlformats.org/drawingml/2006/main" x="6362700" y="2276475"/>
          <a:ext xmlns:a="http://schemas.openxmlformats.org/drawingml/2006/main" cx="5219700" cy="2381250"/>
        </p:xfrm>
        <a:graphic xmlns:a="http://schemas.openxmlformats.org/drawingml/2006/main">
          <a:graphicData uri="http://schemas.openxmlformats.org/drawingml/2006/table">
            <a:tbl>
              <a:tblPr/>
              <a:tblGrid>
                <a:gridCol w="666750"/>
                <a:gridCol w="1238250"/>
                <a:gridCol w="1790700"/>
                <a:gridCol w="1524000"/>
              </a:tblGrid>
              <a:tr h="476250">
                <a:tc>
                  <a:txBody>
                    <a:bodyPr lIns="76200" tIns="76200" rIns="76200" bIns="76200">
                      <a:noAutofit/>
                    </a:bodyPr>
                    <a:lstStyle/>
                    <a:p>
                      <a:pPr algn="ctr"/>
                      <a:r>
                        <a:rPr sz="1725" b="1">
                          <a:solidFill>
                            <a:srgbClr val="FFFFFF"/>
                          </a:solidFill>
                          <a:latin typeface="Malgun Gothic"/>
                          <a:ea typeface="Malgun Gothic"/>
                          <a:cs typeface="Malgun Gothic"/>
                        </a:rPr>
                        <a:t>층</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호출 수</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호출당 일</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층 합계</a:t>
                      </a:r>
                    </a:p>
                  </a:txBody>
                  <a:tcPr marL="91440" marR="91440" marT="45720" marB="45720" anchor="ctr">
                    <a:solidFill>
                      <a:srgbClr val="171717"/>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0</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FFFFFF"/>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EFF4F7"/>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2</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16</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16</a:t>
                      </a:r>
                    </a:p>
                  </a:txBody>
                  <a:tcPr marL="91440" marR="91440" marT="45720" marB="45720" anchor="ctr">
                    <a:solidFill>
                      <a:srgbClr val="FFFFFF"/>
                    </a:solidFill>
                  </a:tcPr>
                </a:tc>
              </a:tr>
              <a:tr h="476250">
                <a:tc>
                  <a:txBody>
                    <a:bodyPr lIns="76200" tIns="76200" rIns="76200" bIns="76200">
                      <a:noAutofit/>
                    </a:bodyPr>
                    <a:lstStyle/>
                    <a:p>
                      <a:pPr algn="ctr"/>
                      <a:r>
                        <a:rPr sz="1725" b="0">
                          <a:solidFill>
                            <a:srgbClr val="171717"/>
                          </a:solidFill>
                          <a:latin typeface="Malgun Gothic"/>
                          <a:ea typeface="Malgun Gothic"/>
                          <a:cs typeface="Malgun Gothic"/>
                        </a:rPr>
                        <a:t>3</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64</a:t>
                      </a:r>
                    </a:p>
                  </a:txBody>
                  <a:tcPr marL="91440" marR="91440" marT="45720" marB="45720" anchor="ctr">
                    <a:solidFill>
                      <a:srgbClr val="EFF4F7"/>
                    </a:solidFill>
                  </a:tcPr>
                </a:tc>
              </a:tr>
            </a:tbl>
          </a:graphicData>
        </a:graphic>
      </p:graphicFrame>
      <p:sp>
        <p:nvSpPr>
          <p:cNvPr id="11" name="">
            <a:extLst xmlns:a="http://schemas.openxmlformats.org/drawingml/2006/main">
              <a:ext uri="{FF2B5EF4-FFF2-40B4-BE49-F238E27FC236}">
                <a16:creationId xmlns:a16="http://schemas.microsoft.com/office/drawing/2014/main" id="{4732A97C-3962-472C-A6C0-A33A4784BF0B}"/>
              </a:ext>
            </a:extLst>
          </p:cNvPr>
          <p:cNvSpPr>
            <a:spLocks xmlns:a="http://schemas.openxmlformats.org/drawingml/2006/main" noGrp="1"/>
          </p:cNvSpPr>
          <p:nvPr/>
        </p:nvSpPr>
        <p:spPr>
          <a:xfrm xmlns:a="http://schemas.openxmlformats.org/drawingml/2006/main">
            <a:off x="609600" y="4914900"/>
            <a:ext cx="52197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6F95"/>
                </a:solidFill>
                <a:latin typeface="Consolas"/>
                <a:ea typeface="Consolas"/>
                <a:cs typeface="Consolas"/>
              </a:defRPr>
            </a:pPr>
            <a:r>
              <a:rPr sz="2175" b="1">
                <a:solidFill>
                  <a:srgbClr val="146F95"/>
                </a:solidFill>
                <a:latin typeface="Consolas"/>
                <a:ea typeface="Consolas"/>
                <a:cs typeface="Consolas"/>
              </a:rPr>
              <a:t>4T(n/2) + n²</a:t>
            </a:r>
          </a:p>
          <a:p xmlns:a="http://schemas.openxmlformats.org/drawingml/2006/main">
            <a:pPr algn="l">
              <a:defRPr sz="2175" b="1">
                <a:solidFill>
                  <a:srgbClr val="146F95"/>
                </a:solidFill>
                <a:latin typeface="Consolas"/>
                <a:ea typeface="Consolas"/>
                <a:cs typeface="Consolas"/>
              </a:defRPr>
            </a:pPr>
            <a:r>
              <a:rPr sz="2175" b="1">
                <a:solidFill>
                  <a:srgbClr val="146F95"/>
                </a:solidFill>
                <a:latin typeface="Consolas"/>
                <a:ea typeface="Consolas"/>
                <a:cs typeface="Consolas"/>
              </a:rPr>
              <a:t>모델: Θ(n² log n)</a:t>
            </a:r>
          </a:p>
        </p:txBody>
      </p:sp>
      <p:sp>
        <p:nvSpPr>
          <p:cNvPr id="12" name="">
            <a:extLst xmlns:a="http://schemas.openxmlformats.org/drawingml/2006/main">
              <a:ext uri="{FF2B5EF4-FFF2-40B4-BE49-F238E27FC236}">
                <a16:creationId xmlns:a16="http://schemas.microsoft.com/office/drawing/2014/main" id="{76F8BF5C-ED2D-4486-BBAF-B41C8029A869}"/>
              </a:ext>
            </a:extLst>
          </p:cNvPr>
          <p:cNvSpPr>
            <a:spLocks xmlns:a="http://schemas.openxmlformats.org/drawingml/2006/main" noGrp="1"/>
          </p:cNvSpPr>
          <p:nvPr/>
        </p:nvSpPr>
        <p:spPr>
          <a:xfrm xmlns:a="http://schemas.openxmlformats.org/drawingml/2006/main">
            <a:off x="6362700" y="4914900"/>
            <a:ext cx="52197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7854"/>
                </a:solidFill>
                <a:latin typeface="Consolas"/>
                <a:ea typeface="Consolas"/>
                <a:cs typeface="Consolas"/>
              </a:defRPr>
            </a:pPr>
            <a:r>
              <a:rPr sz="2175" b="1">
                <a:solidFill>
                  <a:srgbClr val="207854"/>
                </a:solidFill>
                <a:latin typeface="Consolas"/>
                <a:ea typeface="Consolas"/>
                <a:cs typeface="Consolas"/>
              </a:rPr>
              <a:t>4T(n/2) + 1</a:t>
            </a:r>
          </a:p>
          <a:p xmlns:a="http://schemas.openxmlformats.org/drawingml/2006/main">
            <a:pPr algn="l">
              <a:defRPr sz="2175" b="1">
                <a:solidFill>
                  <a:srgbClr val="207854"/>
                </a:solidFill>
                <a:latin typeface="Consolas"/>
                <a:ea typeface="Consolas"/>
                <a:cs typeface="Consolas"/>
              </a:defRPr>
            </a:pPr>
            <a:r>
              <a:rPr sz="2175" b="1">
                <a:solidFill>
                  <a:srgbClr val="207854"/>
                </a:solidFill>
                <a:latin typeface="Consolas"/>
                <a:ea typeface="Consolas"/>
                <a:cs typeface="Consolas"/>
              </a:rPr>
              <a:t>Θ(n²)</a:t>
            </a:r>
          </a:p>
        </p:txBody>
      </p:sp>
      <p:sp>
        <p:nvSpPr>
          <p:cNvPr id="13" name="">
            <a:extLst xmlns:a="http://schemas.openxmlformats.org/drawingml/2006/main">
              <a:ext uri="{FF2B5EF4-FFF2-40B4-BE49-F238E27FC236}">
                <a16:creationId xmlns:a16="http://schemas.microsoft.com/office/drawing/2014/main" id="{8B4F3FF5-0E5B-49C3-9552-F294A4D58D54}"/>
              </a:ext>
            </a:extLst>
          </p:cNvPr>
          <p:cNvSpPr>
            <a:spLocks xmlns:a="http://schemas.openxmlformats.org/drawingml/2006/main" noGrp="1"/>
          </p:cNvSpPr>
          <p:nvPr/>
        </p:nvSpPr>
        <p:spPr>
          <a:xfrm xmlns:a="http://schemas.openxmlformats.org/drawingml/2006/main">
            <a:off x="609600" y="61150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05050"/>
                </a:solidFill>
                <a:latin typeface="Malgun Gothic"/>
                <a:ea typeface="Malgun Gothic"/>
                <a:cs typeface="Malgun Gothic"/>
              </a:defRPr>
            </a:pPr>
            <a:r>
              <a:rPr sz="1275" b="0">
                <a:solidFill>
                  <a:srgbClr val="505050"/>
                </a:solidFill>
                <a:latin typeface="Malgun Gothic"/>
                <a:ea typeface="Malgun Gothic"/>
                <a:cs typeface="Malgun Gothic"/>
              </a:rPr>
              <a:t>n=S는 한 변, 예시는 S=8입니다. 왼쪽은 전체 검사 모델이며 212 코드에는 O(S² log S) 최악 상한을 적용합니다.</a:t>
            </a:r>
          </a:p>
        </p:txBody>
      </p:sp>
    </p:spTree>
    <p:extLst>
      <p:ext uri="{BB962C8B-B14F-4D97-AF65-F5344CB8AC3E}">
        <p14:creationId xmlns:p14="http://schemas.microsoft.com/office/powerpoint/2010/main" val="1432119263"/>
      </p:ext>
    </p:extLst>
  </p:cSld>
</p:sld>
</file>

<file path=ppt/slides/slide2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CC1D12-CF0A-418A-AD3E-5181E1B3CAEB}"/>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52E8EB3B-0B41-406F-AF0D-483528D74837}"/>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E9A418F4-4FDA-472A-B026-98C789D7ECC2}"/>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기호는 회사에서 맡긴 일과 직접 한 일</a:t>
            </a:r>
          </a:p>
        </p:txBody>
      </p:sp>
      <p:sp>
        <p:nvSpPr>
          <p:cNvPr id="4" name="">
            <a:extLst xmlns:a="http://schemas.openxmlformats.org/drawingml/2006/main">
              <a:ext uri="{FF2B5EF4-FFF2-40B4-BE49-F238E27FC236}">
                <a16:creationId xmlns:a16="http://schemas.microsoft.com/office/drawing/2014/main" id="{2CB1458A-3E32-4072-BDF1-3742FFD59219}"/>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443AE9-0470-477B-8E53-C9FB72233E21}"/>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F4151273-CFE0-4F59-A6CB-F817B7EC23F2}"/>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227</a:t>
            </a:r>
          </a:p>
        </p:txBody>
      </p:sp>
      <p:sp>
        <p:nvSpPr>
          <p:cNvPr id="7" name="">
            <a:extLst xmlns:a="http://schemas.openxmlformats.org/drawingml/2006/main">
              <a:ext uri="{FF2B5EF4-FFF2-40B4-BE49-F238E27FC236}">
                <a16:creationId xmlns:a16="http://schemas.microsoft.com/office/drawing/2014/main" id="{EF6C090A-A0F7-4341-89CD-3F1F0CA12A6A}"/>
              </a:ext>
            </a:extLst>
          </p:cNvPr>
          <p:cNvSpPr>
            <a:spLocks xmlns:a="http://schemas.openxmlformats.org/drawingml/2006/main" noGrp="1"/>
          </p:cNvSpPr>
          <p:nvPr/>
        </p:nvSpPr>
        <p:spPr>
          <a:xfrm xmlns:a="http://schemas.openxmlformats.org/drawingml/2006/main">
            <a:off x="609600" y="1724025"/>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46F95"/>
                </a:solidFill>
                <a:latin typeface="Consolas"/>
                <a:ea typeface="Consolas"/>
                <a:cs typeface="Consolas"/>
              </a:defRPr>
            </a:pPr>
            <a:r>
              <a:rPr sz="3075" b="1">
                <a:solidFill>
                  <a:srgbClr val="146F95"/>
                </a:solidFill>
                <a:latin typeface="Consolas"/>
                <a:ea typeface="Consolas"/>
                <a:cs typeface="Consolas"/>
              </a:rPr>
              <a:t>T(n) = a × T(n/b) + f(n)</a:t>
            </a:r>
          </a:p>
        </p:txBody>
      </p:sp>
      <p:sp>
        <p:nvSpPr>
          <p:cNvPr id="8" name="">
            <a:extLst xmlns:a="http://schemas.openxmlformats.org/drawingml/2006/main">
              <a:ext uri="{FF2B5EF4-FFF2-40B4-BE49-F238E27FC236}">
                <a16:creationId xmlns:a16="http://schemas.microsoft.com/office/drawing/2014/main" id="{B1504602-C51B-409A-8BA2-9DCEFFF07F88}"/>
              </a:ext>
            </a:extLst>
          </p:cNvPr>
          <p:cNvSpPr>
            <a:spLocks xmlns:a="http://schemas.openxmlformats.org/drawingml/2006/main" noGrp="1"/>
          </p:cNvSpPr>
          <p:nvPr/>
        </p:nvSpPr>
        <p:spPr>
          <a:xfrm xmlns:a="http://schemas.openxmlformats.org/drawingml/2006/main">
            <a:off x="609600" y="2638425"/>
            <a:ext cx="109728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T(n): 자식 호출까지 포함한 전체 시간</a:t>
            </a:r>
          </a:p>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a: 끝까지 풀 자식의 개수</a:t>
            </a:r>
          </a:p>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b: 자식 입력 크기를 구할 때 나누는 수</a:t>
            </a:r>
          </a:p>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f(n): 현재 호출의 직접 작업</a:t>
            </a:r>
          </a:p>
        </p:txBody>
      </p:sp>
      <p:graphicFrame>
        <p:nvGraphicFramePr>
          <p:cNvPr id="18" name=""/>
          <p:cNvGraphicFramePr/>
          <p:nvPr/>
        </p:nvGraphicFramePr>
        <p:xfrm>
          <a:off xmlns:a="http://schemas.openxmlformats.org/drawingml/2006/main" x="609600" y="4838700"/>
          <a:ext xmlns:a="http://schemas.openxmlformats.org/drawingml/2006/main" cx="10972800" cy="1409700"/>
        </p:xfrm>
        <a:graphic xmlns:a="http://schemas.openxmlformats.org/drawingml/2006/main">
          <a:graphicData uri="http://schemas.openxmlformats.org/drawingml/2006/table">
            <a:tbl>
              <a:tblPr/>
              <a:tblGrid>
                <a:gridCol w="5162550"/>
                <a:gridCol w="2905125"/>
                <a:gridCol w="2905125"/>
              </a:tblGrid>
              <a:tr h="352425">
                <a:tc>
                  <a:txBody>
                    <a:bodyPr lIns="76200" tIns="76200" rIns="76200" bIns="76200">
                      <a:noAutofit/>
                    </a:bodyPr>
                    <a:lstStyle/>
                    <a:p>
                      <a:pPr algn="ctr"/>
                      <a:r>
                        <a:rPr sz="1725" b="1">
                          <a:solidFill>
                            <a:srgbClr val="FFFFFF"/>
                          </a:solidFill>
                          <a:latin typeface="Malgun Gothic"/>
                          <a:ea typeface="Malgun Gothic"/>
                          <a:cs typeface="Malgun Gothic"/>
                        </a:rPr>
                        <a:t>예제</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a: 자식 수</a:t>
                      </a:r>
                    </a:p>
                  </a:txBody>
                  <a:tcPr marL="91440" marR="91440" marT="45720" marB="45720" anchor="ctr">
                    <a:solidFill>
                      <a:srgbClr val="171717"/>
                    </a:solidFill>
                  </a:tcPr>
                </a:tc>
                <a:tc>
                  <a:txBody>
                    <a:bodyPr lIns="76200" tIns="76200" rIns="76200" bIns="76200">
                      <a:noAutofit/>
                    </a:bodyPr>
                    <a:lstStyle/>
                    <a:p>
                      <a:pPr algn="ctr"/>
                      <a:r>
                        <a:rPr sz="1725" b="1">
                          <a:solidFill>
                            <a:srgbClr val="FFFFFF"/>
                          </a:solidFill>
                          <a:latin typeface="Malgun Gothic"/>
                          <a:ea typeface="Malgun Gothic"/>
                          <a:cs typeface="Malgun Gothic"/>
                        </a:rPr>
                        <a:t>b: 나누는 수</a:t>
                      </a:r>
                    </a:p>
                  </a:txBody>
                  <a:tcPr marL="91440" marR="91440" marT="45720" marB="45720" anchor="ctr">
                    <a:solidFill>
                      <a:srgbClr val="171717"/>
                    </a:solidFill>
                  </a:tcPr>
                </a:tc>
              </a:tr>
              <a:tr h="352425">
                <a:tc>
                  <a:txBody>
                    <a:bodyPr lIns="76200" tIns="76200" rIns="76200" bIns="76200">
                      <a:noAutofit/>
                    </a:bodyPr>
                    <a:lstStyle/>
                    <a:p>
                      <a:pPr algn="ctr"/>
                      <a:r>
                        <a:rPr sz="1725" b="0">
                          <a:solidFill>
                            <a:srgbClr val="171717"/>
                          </a:solidFill>
                          <a:latin typeface="Malgun Gothic"/>
                          <a:ea typeface="Malgun Gothic"/>
                          <a:cs typeface="Malgun Gothic"/>
                        </a:rPr>
                        <a:t>회사 예제</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FFFFFF"/>
                    </a:solidFill>
                  </a:tcPr>
                </a:tc>
              </a:tr>
              <a:tr h="352425">
                <a:tc>
                  <a:txBody>
                    <a:bodyPr lIns="76200" tIns="76200" rIns="76200" bIns="76200">
                      <a:noAutofit/>
                    </a:bodyPr>
                    <a:lstStyle/>
                    <a:p>
                      <a:pPr algn="ctr"/>
                      <a:r>
                        <a:rPr sz="1725" b="0">
                          <a:solidFill>
                            <a:srgbClr val="171717"/>
                          </a:solidFill>
                          <a:latin typeface="Malgun Gothic"/>
                          <a:ea typeface="Malgun Gothic"/>
                          <a:cs typeface="Malgun Gothic"/>
                        </a:rPr>
                        <a:t>병합 정렬</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2</a:t>
                      </a:r>
                    </a:p>
                  </a:txBody>
                  <a:tcPr marL="91440" marR="91440" marT="45720" marB="45720" anchor="ctr">
                    <a:solidFill>
                      <a:srgbClr val="EFF4F7"/>
                    </a:solidFill>
                  </a:tcPr>
                </a:tc>
                <a:tc>
                  <a:txBody>
                    <a:bodyPr lIns="76200" tIns="76200" rIns="76200" bIns="76200">
                      <a:noAutofit/>
                    </a:bodyPr>
                    <a:lstStyle/>
                    <a:p>
                      <a:pPr algn="ctr"/>
                      <a:r>
                        <a:rPr sz="1725" b="0">
                          <a:solidFill>
                            <a:srgbClr val="171717"/>
                          </a:solidFill>
                          <a:latin typeface="Malgun Gothic"/>
                          <a:ea typeface="Malgun Gothic"/>
                          <a:cs typeface="Malgun Gothic"/>
                        </a:rPr>
                        <a:t>2</a:t>
                      </a:r>
                    </a:p>
                  </a:txBody>
                  <a:tcPr marL="91440" marR="91440" marT="45720" marB="45720" anchor="ctr">
                    <a:solidFill>
                      <a:srgbClr val="EFF4F7"/>
                    </a:solidFill>
                  </a:tcPr>
                </a:tc>
              </a:tr>
              <a:tr h="352425">
                <a:tc>
                  <a:txBody>
                    <a:bodyPr lIns="76200" tIns="76200" rIns="76200" bIns="76200">
                      <a:noAutofit/>
                    </a:bodyPr>
                    <a:lstStyle/>
                    <a:p>
                      <a:pPr algn="ctr"/>
                      <a:r>
                        <a:rPr sz="1725" b="0">
                          <a:solidFill>
                            <a:srgbClr val="171717"/>
                          </a:solidFill>
                          <a:latin typeface="Malgun Gothic"/>
                          <a:ea typeface="Malgun Gothic"/>
                          <a:cs typeface="Malgun Gothic"/>
                        </a:rPr>
                        <a:t>쿼드 트리 (한 변 S)</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4</a:t>
                      </a:r>
                    </a:p>
                  </a:txBody>
                  <a:tcPr marL="91440" marR="91440" marT="45720" marB="45720" anchor="ctr">
                    <a:solidFill>
                      <a:srgbClr val="FFFFFF"/>
                    </a:solidFill>
                  </a:tcPr>
                </a:tc>
                <a:tc>
                  <a:txBody>
                    <a:bodyPr lIns="76200" tIns="76200" rIns="76200" bIns="76200">
                      <a:noAutofit/>
                    </a:bodyPr>
                    <a:lstStyle/>
                    <a:p>
                      <a:pPr algn="ctr"/>
                      <a:r>
                        <a:rPr sz="1725" b="0">
                          <a:solidFill>
                            <a:srgbClr val="171717"/>
                          </a:solidFill>
                          <a:latin typeface="Malgun Gothic"/>
                          <a:ea typeface="Malgun Gothic"/>
                          <a:cs typeface="Malgun Gothic"/>
                        </a:rPr>
                        <a:t>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552376792"/>
      </p:ext>
    </p:extLst>
  </p:cSld>
</p:sld>
</file>

<file path=ppt/slides/slide2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B35763-AB2E-4FE4-AA32-73BF8C5BAAF3}"/>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E2B4E836-39D2-4EC0-ACEA-FDFDCB0FB281}"/>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97CDB8CA-EA95-4777-B2FB-371D1DF175CD}"/>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기준 nᵖ: 맨 아래 칸 개수</a:t>
            </a:r>
          </a:p>
        </p:txBody>
      </p:sp>
      <p:sp>
        <p:nvSpPr>
          <p:cNvPr id="4" name="">
            <a:extLst xmlns:a="http://schemas.openxmlformats.org/drawingml/2006/main">
              <a:ext uri="{FF2B5EF4-FFF2-40B4-BE49-F238E27FC236}">
                <a16:creationId xmlns:a16="http://schemas.microsoft.com/office/drawing/2014/main" id="{740F3C81-DA37-4997-8BF2-1594D32CFE68}"/>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94FC50-0D91-4F7D-BB82-54B95E555F1A}"/>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09393B76-4722-4F41-9CF6-A8B824CBB1E7}"/>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228</a:t>
            </a:r>
          </a:p>
        </p:txBody>
      </p:sp>
      <p:sp>
        <p:nvSpPr>
          <p:cNvPr id="7" name="">
            <a:extLst xmlns:a="http://schemas.openxmlformats.org/drawingml/2006/main">
              <a:ext uri="{FF2B5EF4-FFF2-40B4-BE49-F238E27FC236}">
                <a16:creationId xmlns:a16="http://schemas.microsoft.com/office/drawing/2014/main" id="{839B018C-8158-46DE-BD0F-BB6008C28E30}"/>
              </a:ext>
            </a:extLst>
          </p:cNvPr>
          <p:cNvSpPr>
            <a:spLocks xmlns:a="http://schemas.openxmlformats.org/drawingml/2006/main" noGrp="1"/>
          </p:cNvSpPr>
          <p:nvPr/>
        </p:nvSpPr>
        <p:spPr>
          <a:xfrm xmlns:a="http://schemas.openxmlformats.org/drawingml/2006/main">
            <a:off x="609600" y="16859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1717"/>
                </a:solidFill>
                <a:latin typeface="Malgun Gothic"/>
                <a:ea typeface="Malgun Gothic"/>
                <a:cs typeface="Malgun Gothic"/>
              </a:defRPr>
            </a:pPr>
            <a:r>
              <a:rPr sz="2175" b="0">
                <a:solidFill>
                  <a:srgbClr val="171717"/>
                </a:solidFill>
                <a:latin typeface="Malgun Gothic"/>
                <a:ea typeface="Malgun Gothic"/>
                <a:cs typeface="Malgun Gothic"/>
              </a:rPr>
              <a:t>맨 아래 호출 하나는 일정한 일을 하고 끝납니다.</a:t>
            </a:r>
          </a:p>
        </p:txBody>
      </p:sp>
      <p:sp>
        <p:nvSpPr>
          <p:cNvPr id="8" name="">
            <a:extLst xmlns:a="http://schemas.openxmlformats.org/drawingml/2006/main">
              <a:ext uri="{FF2B5EF4-FFF2-40B4-BE49-F238E27FC236}">
                <a16:creationId xmlns:a16="http://schemas.microsoft.com/office/drawing/2014/main" id="{7B781D3F-21C5-4622-9A1C-BA95193F4AD1}"/>
              </a:ext>
            </a:extLst>
          </p:cNvPr>
          <p:cNvSpPr>
            <a:spLocks xmlns:a="http://schemas.openxmlformats.org/drawingml/2006/main" noGrp="1"/>
          </p:cNvSpPr>
          <p:nvPr/>
        </p:nvSpPr>
        <p:spPr>
          <a:xfrm xmlns:a="http://schemas.openxmlformats.org/drawingml/2006/main">
            <a:off x="609600" y="23526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46F95"/>
                </a:solidFill>
                <a:latin typeface="Malgun Gothic"/>
                <a:ea typeface="Malgun Gothic"/>
                <a:cs typeface="Malgun Gothic"/>
              </a:defRPr>
            </a:pPr>
            <a:r>
              <a:rPr sz="2550" b="1">
                <a:solidFill>
                  <a:srgbClr val="146F95"/>
                </a:solidFill>
                <a:latin typeface="Malgun Gothic"/>
                <a:ea typeface="Malgun Gothic"/>
                <a:cs typeface="Malgun Gothic"/>
              </a:rPr>
              <a:t>맨 아래 칸 개수 = n</a:t>
            </a:r>
            <a:r>
              <a:rPr sz="1836" b="1" baseline="30000">
                <a:solidFill>
                  <a:srgbClr val="146F95"/>
                </a:solidFill>
                <a:latin typeface="Malgun Gothic"/>
                <a:ea typeface="Malgun Gothic"/>
                <a:cs typeface="Malgun Gothic"/>
              </a:rPr>
              <a:t>log</a:t>
            </a:r>
            <a:r>
              <a:rPr sz="1326" b="1" baseline="15000">
                <a:solidFill>
                  <a:srgbClr val="146F95"/>
                </a:solidFill>
                <a:latin typeface="Malgun Gothic"/>
                <a:ea typeface="Malgun Gothic"/>
                <a:cs typeface="Malgun Gothic"/>
              </a:rPr>
              <a:t>b</a:t>
            </a:r>
            <a:r>
              <a:rPr sz="1836" b="1" baseline="30000">
                <a:solidFill>
                  <a:srgbClr val="146F95"/>
                </a:solidFill>
                <a:latin typeface="Malgun Gothic"/>
                <a:ea typeface="Malgun Gothic"/>
                <a:cs typeface="Malgun Gothic"/>
              </a:rPr>
              <a:t> a</a:t>
            </a:r>
            <a:r>
              <a:rPr sz="2550" b="1">
                <a:solidFill>
                  <a:srgbClr val="146F95"/>
                </a:solidFill>
                <a:latin typeface="Malgun Gothic"/>
                <a:ea typeface="Malgun Gothic"/>
                <a:cs typeface="Malgun Gothic"/>
              </a:rPr>
              <a:t> = nᵖ</a:t>
            </a:r>
          </a:p>
        </p:txBody>
      </p:sp>
      <p:graphicFrame>
        <p:nvGraphicFramePr>
          <p:cNvPr id="19" name=""/>
          <p:cNvGraphicFramePr/>
          <p:nvPr/>
        </p:nvGraphicFramePr>
        <p:xfrm>
          <a:off xmlns:a="http://schemas.openxmlformats.org/drawingml/2006/main" x="609600" y="3248025"/>
          <a:ext xmlns:a="http://schemas.openxmlformats.org/drawingml/2006/main" cx="10972800" cy="2438400"/>
        </p:xfrm>
        <a:graphic xmlns:a="http://schemas.openxmlformats.org/drawingml/2006/main">
          <a:graphicData uri="http://schemas.openxmlformats.org/drawingml/2006/table">
            <a:tbl>
              <a:tblPr/>
              <a:tblGrid>
                <a:gridCol w="3781425"/>
                <a:gridCol w="2333625"/>
                <a:gridCol w="1238250"/>
                <a:gridCol w="3619500"/>
              </a:tblGrid>
              <a:tr h="609600">
                <a:tc>
                  <a:txBody>
                    <a:bodyPr lIns="76200" tIns="76200" rIns="76200" bIns="76200">
                      <a:noAutofit/>
                    </a:bodyPr>
                    <a:lstStyle/>
                    <a:p>
                      <a:pPr algn="ctr"/>
                      <a:r>
                        <a:rPr sz="2025" b="1">
                          <a:solidFill>
                            <a:srgbClr val="FFFFFF"/>
                          </a:solidFill>
                          <a:latin typeface="Malgun Gothic"/>
                          <a:ea typeface="Malgun Gothic"/>
                          <a:cs typeface="Malgun Gothic"/>
                        </a:rPr>
                        <a:t>구조</a:t>
                      </a:r>
                    </a:p>
                  </a:txBody>
                  <a:tcPr marL="91440" marR="91440" marT="45720" marB="45720" anchor="ctr">
                    <a:solidFill>
                      <a:srgbClr val="171717"/>
                    </a:solidFill>
                  </a:tcPr>
                </a:tc>
                <a:tc>
                  <a:txBody>
                    <a:bodyPr lIns="76200" tIns="76200" rIns="76200" bIns="76200">
                      <a:noAutofit/>
                    </a:bodyPr>
                    <a:lstStyle/>
                    <a:p>
                      <a:pPr algn="ctr"/>
                      <a:r>
                        <a:rPr sz="2025" b="1">
                          <a:solidFill>
                            <a:srgbClr val="FFFFFF"/>
                          </a:solidFill>
                          <a:latin typeface="Malgun Gothic"/>
                          <a:ea typeface="Malgun Gothic"/>
                          <a:cs typeface="Malgun Gothic"/>
                        </a:rPr>
                        <a:t>bᵖ = a</a:t>
                      </a:r>
                    </a:p>
                  </a:txBody>
                  <a:tcPr marL="91440" marR="91440" marT="45720" marB="45720" anchor="ctr">
                    <a:solidFill>
                      <a:srgbClr val="171717"/>
                    </a:solidFill>
                  </a:tcPr>
                </a:tc>
                <a:tc>
                  <a:txBody>
                    <a:bodyPr lIns="76200" tIns="76200" rIns="76200" bIns="76200">
                      <a:noAutofit/>
                    </a:bodyPr>
                    <a:lstStyle/>
                    <a:p>
                      <a:pPr algn="ctr"/>
                      <a:r>
                        <a:rPr sz="2025" b="1">
                          <a:solidFill>
                            <a:srgbClr val="FFFFFF"/>
                          </a:solidFill>
                          <a:latin typeface="Malgun Gothic"/>
                          <a:ea typeface="Malgun Gothic"/>
                          <a:cs typeface="Malgun Gothic"/>
                        </a:rPr>
                        <a:t>p</a:t>
                      </a:r>
                    </a:p>
                  </a:txBody>
                  <a:tcPr marL="91440" marR="91440" marT="45720" marB="45720" anchor="ctr">
                    <a:solidFill>
                      <a:srgbClr val="171717"/>
                    </a:solidFill>
                  </a:tcPr>
                </a:tc>
                <a:tc>
                  <a:txBody>
                    <a:bodyPr lIns="76200" tIns="76200" rIns="76200" bIns="76200">
                      <a:noAutofit/>
                    </a:bodyPr>
                    <a:lstStyle/>
                    <a:p>
                      <a:pPr algn="ctr"/>
                      <a:r>
                        <a:rPr sz="2025" b="1">
                          <a:solidFill>
                            <a:srgbClr val="FFFFFF"/>
                          </a:solidFill>
                          <a:latin typeface="Malgun Gothic"/>
                          <a:ea typeface="Malgun Gothic"/>
                          <a:cs typeface="Malgun Gothic"/>
                        </a:rPr>
                        <a:t>맨 아래 칸·직원 수</a:t>
                      </a:r>
                    </a:p>
                  </a:txBody>
                  <a:tcPr marL="91440" marR="91440" marT="45720" marB="45720" anchor="ctr">
                    <a:solidFill>
                      <a:srgbClr val="171717"/>
                    </a:solidFill>
                  </a:tcPr>
                </a:tc>
              </a:tr>
              <a:tr h="609600">
                <a:tc>
                  <a:txBody>
                    <a:bodyPr lIns="76200" tIns="76200" rIns="76200" bIns="76200">
                      <a:noAutofit/>
                    </a:bodyPr>
                    <a:lstStyle/>
                    <a:p>
                      <a:pPr algn="ctr"/>
                      <a:r>
                        <a:rPr sz="2025" b="0">
                          <a:solidFill>
                            <a:srgbClr val="171717"/>
                          </a:solidFill>
                          <a:latin typeface="Malgun Gothic"/>
                          <a:ea typeface="Malgun Gothic"/>
                          <a:cs typeface="Malgun Gothic"/>
                        </a:rPr>
                        <a:t>회사: a=4, b=4</a:t>
                      </a:r>
                    </a:p>
                  </a:txBody>
                  <a:tcPr marL="91440" marR="91440" marT="45720" marB="45720" anchor="ctr">
                    <a:solidFill>
                      <a:srgbClr val="FFFFFF"/>
                    </a:solidFill>
                  </a:tcPr>
                </a:tc>
                <a:tc>
                  <a:txBody>
                    <a:bodyPr lIns="76200" tIns="76200" rIns="76200" bIns="76200">
                      <a:noAutofit/>
                    </a:bodyPr>
                    <a:lstStyle/>
                    <a:p>
                      <a:pPr algn="ctr"/>
                      <a:r>
                        <a:rPr sz="2025" b="0">
                          <a:solidFill>
                            <a:srgbClr val="171717"/>
                          </a:solidFill>
                          <a:latin typeface="Malgun Gothic"/>
                          <a:ea typeface="Malgun Gothic"/>
                          <a:cs typeface="Malgun Gothic"/>
                        </a:rPr>
                        <a:t>4¹ = 4</a:t>
                      </a:r>
                    </a:p>
                  </a:txBody>
                  <a:tcPr marL="91440" marR="91440" marT="45720" marB="45720" anchor="ctr">
                    <a:solidFill>
                      <a:srgbClr val="FFFFFF"/>
                    </a:solidFill>
                  </a:tcPr>
                </a:tc>
                <a:tc>
                  <a:txBody>
                    <a:bodyPr lIns="76200" tIns="76200" rIns="76200" bIns="76200">
                      <a:noAutofit/>
                    </a:bodyPr>
                    <a:lstStyle/>
                    <a:p>
                      <a:pPr algn="ctr"/>
                      <a:r>
                        <a:rPr sz="2025" b="0">
                          <a:solidFill>
                            <a:srgbClr val="171717"/>
                          </a:solidFill>
                          <a:latin typeface="Malgun Gothic"/>
                          <a:ea typeface="Malgun Gothic"/>
                          <a:cs typeface="Malgun Gothic"/>
                        </a:rPr>
                        <a:t>1</a:t>
                      </a:r>
                    </a:p>
                  </a:txBody>
                  <a:tcPr marL="91440" marR="91440" marT="45720" marB="45720" anchor="ctr">
                    <a:solidFill>
                      <a:srgbClr val="FFFFFF"/>
                    </a:solidFill>
                  </a:tcPr>
                </a:tc>
                <a:tc>
                  <a:txBody>
                    <a:bodyPr lIns="76200" tIns="76200" rIns="76200" bIns="76200">
                      <a:noAutofit/>
                    </a:bodyPr>
                    <a:lstStyle/>
                    <a:p>
                      <a:pPr algn="ctr"/>
                      <a:r>
                        <a:rPr sz="2025" b="0">
                          <a:solidFill>
                            <a:srgbClr val="171717"/>
                          </a:solidFill>
                          <a:latin typeface="Malgun Gothic"/>
                          <a:ea typeface="Malgun Gothic"/>
                          <a:cs typeface="Malgun Gothic"/>
                        </a:rPr>
                        <a:t>n</a:t>
                      </a:r>
                    </a:p>
                  </a:txBody>
                  <a:tcPr marL="91440" marR="91440" marT="45720" marB="45720" anchor="ctr">
                    <a:solidFill>
                      <a:srgbClr val="FFFFFF"/>
                    </a:solidFill>
                  </a:tcPr>
                </a:tc>
              </a:tr>
              <a:tr h="609600">
                <a:tc>
                  <a:txBody>
                    <a:bodyPr lIns="76200" tIns="76200" rIns="76200" bIns="76200">
                      <a:noAutofit/>
                    </a:bodyPr>
                    <a:lstStyle/>
                    <a:p>
                      <a:pPr algn="ctr"/>
                      <a:r>
                        <a:rPr sz="2025" b="0">
                          <a:solidFill>
                            <a:srgbClr val="171717"/>
                          </a:solidFill>
                          <a:latin typeface="Malgun Gothic"/>
                          <a:ea typeface="Malgun Gothic"/>
                          <a:cs typeface="Malgun Gothic"/>
                        </a:rPr>
                        <a:t>병합 정렬: a=2, b=2</a:t>
                      </a:r>
                    </a:p>
                  </a:txBody>
                  <a:tcPr marL="91440" marR="91440" marT="45720" marB="45720" anchor="ctr">
                    <a:solidFill>
                      <a:srgbClr val="EFF4F7"/>
                    </a:solidFill>
                  </a:tcPr>
                </a:tc>
                <a:tc>
                  <a:txBody>
                    <a:bodyPr lIns="76200" tIns="76200" rIns="76200" bIns="76200">
                      <a:noAutofit/>
                    </a:bodyPr>
                    <a:lstStyle/>
                    <a:p>
                      <a:pPr algn="ctr"/>
                      <a:r>
                        <a:rPr sz="2025" b="0">
                          <a:solidFill>
                            <a:srgbClr val="171717"/>
                          </a:solidFill>
                          <a:latin typeface="Malgun Gothic"/>
                          <a:ea typeface="Malgun Gothic"/>
                          <a:cs typeface="Malgun Gothic"/>
                        </a:rPr>
                        <a:t>2¹ = 2</a:t>
                      </a:r>
                    </a:p>
                  </a:txBody>
                  <a:tcPr marL="91440" marR="91440" marT="45720" marB="45720" anchor="ctr">
                    <a:solidFill>
                      <a:srgbClr val="EFF4F7"/>
                    </a:solidFill>
                  </a:tcPr>
                </a:tc>
                <a:tc>
                  <a:txBody>
                    <a:bodyPr lIns="76200" tIns="76200" rIns="76200" bIns="76200">
                      <a:noAutofit/>
                    </a:bodyPr>
                    <a:lstStyle/>
                    <a:p>
                      <a:pPr algn="ctr"/>
                      <a:r>
                        <a:rPr sz="2025" b="0">
                          <a:solidFill>
                            <a:srgbClr val="171717"/>
                          </a:solidFill>
                          <a:latin typeface="Malgun Gothic"/>
                          <a:ea typeface="Malgun Gothic"/>
                          <a:cs typeface="Malgun Gothic"/>
                        </a:rPr>
                        <a:t>1</a:t>
                      </a:r>
                    </a:p>
                  </a:txBody>
                  <a:tcPr marL="91440" marR="91440" marT="45720" marB="45720" anchor="ctr">
                    <a:solidFill>
                      <a:srgbClr val="EFF4F7"/>
                    </a:solidFill>
                  </a:tcPr>
                </a:tc>
                <a:tc>
                  <a:txBody>
                    <a:bodyPr lIns="76200" tIns="76200" rIns="76200" bIns="76200">
                      <a:noAutofit/>
                    </a:bodyPr>
                    <a:lstStyle/>
                    <a:p>
                      <a:pPr algn="ctr"/>
                      <a:r>
                        <a:rPr sz="2025" b="0">
                          <a:solidFill>
                            <a:srgbClr val="171717"/>
                          </a:solidFill>
                          <a:latin typeface="Malgun Gothic"/>
                          <a:ea typeface="Malgun Gothic"/>
                          <a:cs typeface="Malgun Gothic"/>
                        </a:rPr>
                        <a:t>n</a:t>
                      </a:r>
                    </a:p>
                  </a:txBody>
                  <a:tcPr marL="91440" marR="91440" marT="45720" marB="45720" anchor="ctr">
                    <a:solidFill>
                      <a:srgbClr val="EFF4F7"/>
                    </a:solidFill>
                  </a:tcPr>
                </a:tc>
              </a:tr>
              <a:tr h="609600">
                <a:tc>
                  <a:txBody>
                    <a:bodyPr lIns="76200" tIns="76200" rIns="76200" bIns="76200">
                      <a:noAutofit/>
                    </a:bodyPr>
                    <a:lstStyle/>
                    <a:p>
                      <a:pPr algn="ctr"/>
                      <a:r>
                        <a:rPr sz="2025" b="0">
                          <a:solidFill>
                            <a:srgbClr val="171717"/>
                          </a:solidFill>
                          <a:latin typeface="Malgun Gothic"/>
                          <a:ea typeface="Malgun Gothic"/>
                          <a:cs typeface="Malgun Gothic"/>
                        </a:rPr>
                        <a:t>쿼드 트리: a=4, b=2</a:t>
                      </a:r>
                    </a:p>
                  </a:txBody>
                  <a:tcPr marL="91440" marR="91440" marT="45720" marB="45720" anchor="ctr">
                    <a:solidFill>
                      <a:srgbClr val="FFFFFF"/>
                    </a:solidFill>
                  </a:tcPr>
                </a:tc>
                <a:tc>
                  <a:txBody>
                    <a:bodyPr lIns="76200" tIns="76200" rIns="76200" bIns="76200">
                      <a:noAutofit/>
                    </a:bodyPr>
                    <a:lstStyle/>
                    <a:p>
                      <a:pPr algn="ctr"/>
                      <a:r>
                        <a:rPr sz="2025" b="0">
                          <a:solidFill>
                            <a:srgbClr val="171717"/>
                          </a:solidFill>
                          <a:latin typeface="Malgun Gothic"/>
                          <a:ea typeface="Malgun Gothic"/>
                          <a:cs typeface="Malgun Gothic"/>
                        </a:rPr>
                        <a:t>2² = 4</a:t>
                      </a:r>
                    </a:p>
                  </a:txBody>
                  <a:tcPr marL="91440" marR="91440" marT="45720" marB="45720" anchor="ctr">
                    <a:solidFill>
                      <a:srgbClr val="FFFFFF"/>
                    </a:solidFill>
                  </a:tcPr>
                </a:tc>
                <a:tc>
                  <a:txBody>
                    <a:bodyPr lIns="76200" tIns="76200" rIns="76200" bIns="76200">
                      <a:noAutofit/>
                    </a:bodyPr>
                    <a:lstStyle/>
                    <a:p>
                      <a:pPr algn="ctr"/>
                      <a:r>
                        <a:rPr sz="2025" b="0">
                          <a:solidFill>
                            <a:srgbClr val="171717"/>
                          </a:solidFill>
                          <a:latin typeface="Malgun Gothic"/>
                          <a:ea typeface="Malgun Gothic"/>
                          <a:cs typeface="Malgun Gothic"/>
                        </a:rPr>
                        <a:t>2</a:t>
                      </a:r>
                    </a:p>
                  </a:txBody>
                  <a:tcPr marL="91440" marR="91440" marT="45720" marB="45720" anchor="ctr">
                    <a:solidFill>
                      <a:srgbClr val="FFFFFF"/>
                    </a:solidFill>
                  </a:tcPr>
                </a:tc>
                <a:tc>
                  <a:txBody>
                    <a:bodyPr lIns="76200" tIns="76200" rIns="76200" bIns="76200">
                      <a:noAutofit/>
                    </a:bodyPr>
                    <a:lstStyle/>
                    <a:p>
                      <a:pPr algn="ctr"/>
                      <a:r>
                        <a:rPr sz="2025" b="0">
                          <a:solidFill>
                            <a:srgbClr val="171717"/>
                          </a:solidFill>
                          <a:latin typeface="Malgun Gothic"/>
                          <a:ea typeface="Malgun Gothic"/>
                          <a:cs typeface="Malgun Gothic"/>
                        </a:rPr>
                        <a:t>S²</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B4535400-13E1-414A-B465-EC567DAF52E4}"/>
              </a:ext>
            </a:extLst>
          </p:cNvPr>
          <p:cNvSpPr>
            <a:spLocks xmlns:a="http://schemas.openxmlformats.org/drawingml/2006/main" noGrp="1"/>
          </p:cNvSpPr>
          <p:nvPr/>
        </p:nvSpPr>
        <p:spPr>
          <a:xfrm xmlns:a="http://schemas.openxmlformats.org/drawingml/2006/main">
            <a:off x="609600" y="6048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05050"/>
                </a:solidFill>
                <a:latin typeface="Malgun Gothic"/>
                <a:ea typeface="Malgun Gothic"/>
                <a:cs typeface="Malgun Gothic"/>
              </a:defRPr>
            </a:pPr>
            <a:r>
              <a:rPr sz="1650" b="0">
                <a:solidFill>
                  <a:srgbClr val="505050"/>
                </a:solidFill>
                <a:latin typeface="Malgun Gothic"/>
                <a:ea typeface="Malgun Gothic"/>
                <a:cs typeface="Malgun Gothic"/>
              </a:rPr>
              <a:t>p는 bᵖ = a인 수, 즉 밑이 b인 a의 로그입니다. f(n)을 맨 아래 전체 비용 nᵖ과 비교합니다.</a:t>
            </a:r>
          </a:p>
        </p:txBody>
      </p:sp>
    </p:spTree>
    <p:extLst>
      <p:ext uri="{BB962C8B-B14F-4D97-AF65-F5344CB8AC3E}">
        <p14:creationId xmlns:p14="http://schemas.microsoft.com/office/powerpoint/2010/main" val="528890836"/>
      </p:ext>
    </p:extLst>
  </p:cSld>
</p:sld>
</file>

<file path=ppt/slides/slide2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E01BFC-616B-40E0-818F-7F39A81A277C}"/>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8911C935-7B50-43B0-9A6A-FC249551E377}"/>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D3390A4E-DE2F-41B5-AC19-607BAA13BF91}"/>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마스터 정리: 추가 작업과 기준 비용 비교</a:t>
            </a:r>
          </a:p>
        </p:txBody>
      </p:sp>
      <p:sp>
        <p:nvSpPr>
          <p:cNvPr id="4" name="">
            <a:extLst xmlns:a="http://schemas.openxmlformats.org/drawingml/2006/main">
              <a:ext uri="{FF2B5EF4-FFF2-40B4-BE49-F238E27FC236}">
                <a16:creationId xmlns:a16="http://schemas.microsoft.com/office/drawing/2014/main" id="{20E1ED96-5D85-4C82-B72C-C31B9036B1FD}"/>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95DA7B-8266-4703-AA22-B6CA4AD07300}"/>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9C11D27E-6A92-4386-BEEB-E63342819D60}"/>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229</a:t>
            </a:r>
          </a:p>
        </p:txBody>
      </p:sp>
      <p:sp>
        <p:nvSpPr>
          <p:cNvPr id="7" name="">
            <a:extLst xmlns:a="http://schemas.openxmlformats.org/drawingml/2006/main">
              <a:ext uri="{FF2B5EF4-FFF2-40B4-BE49-F238E27FC236}">
                <a16:creationId xmlns:a16="http://schemas.microsoft.com/office/drawing/2014/main" id="{6C34559C-3614-4C22-8698-76DC08283979}"/>
              </a:ext>
            </a:extLst>
          </p:cNvPr>
          <p:cNvSpPr>
            <a:spLocks xmlns:a="http://schemas.openxmlformats.org/drawingml/2006/main" noGrp="1"/>
          </p:cNvSpPr>
          <p:nvPr/>
        </p:nvSpPr>
        <p:spPr>
          <a:xfrm xmlns:a="http://schemas.openxmlformats.org/drawingml/2006/main">
            <a:off x="609600" y="17145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46F95"/>
                </a:solidFill>
                <a:latin typeface="Malgun Gothic"/>
                <a:ea typeface="Malgun Gothic"/>
                <a:cs typeface="Malgun Gothic"/>
              </a:defRPr>
            </a:pPr>
            <a:r>
              <a:rPr sz="2475" b="1">
                <a:solidFill>
                  <a:srgbClr val="146F95"/>
                </a:solidFill>
                <a:latin typeface="Malgun Gothic"/>
                <a:ea typeface="Malgun Gothic"/>
                <a:cs typeface="Malgun Gothic"/>
              </a:rPr>
              <a:t>추가 작업 f(n) = Θ(nᵈ),   기준 p는 bᵖ = a</a:t>
            </a:r>
          </a:p>
        </p:txBody>
      </p:sp>
      <p:graphicFrame>
        <p:nvGraphicFramePr>
          <p:cNvPr id="18" name=""/>
          <p:cNvGraphicFramePr/>
          <p:nvPr/>
        </p:nvGraphicFramePr>
        <p:xfrm>
          <a:off xmlns:a="http://schemas.openxmlformats.org/drawingml/2006/main" x="609600" y="2581275"/>
          <a:ext xmlns:a="http://schemas.openxmlformats.org/drawingml/2006/main" cx="10972800" cy="2628900"/>
        </p:xfrm>
        <a:graphic xmlns:a="http://schemas.openxmlformats.org/drawingml/2006/main">
          <a:graphicData uri="http://schemas.openxmlformats.org/drawingml/2006/table">
            <a:tbl>
              <a:tblPr/>
              <a:tblGrid>
                <a:gridCol w="2600325"/>
                <a:gridCol w="4467225"/>
                <a:gridCol w="3905250"/>
              </a:tblGrid>
              <a:tr h="657225">
                <a:tc>
                  <a:txBody>
                    <a:bodyPr lIns="76200" tIns="76200" rIns="76200" bIns="76200">
                      <a:noAutofit/>
                    </a:bodyPr>
                    <a:lstStyle/>
                    <a:p>
                      <a:pPr algn="ctr"/>
                      <a:r>
                        <a:rPr sz="2175" b="1">
                          <a:solidFill>
                            <a:srgbClr val="FFFFFF"/>
                          </a:solidFill>
                          <a:latin typeface="Malgun Gothic"/>
                          <a:ea typeface="Malgun Gothic"/>
                          <a:cs typeface="Malgun Gothic"/>
                        </a:rPr>
                        <a:t>지수 비교</a:t>
                      </a:r>
                    </a:p>
                  </a:txBody>
                  <a:tcPr marL="91440" marR="91440" marT="45720" marB="45720" anchor="ctr">
                    <a:solidFill>
                      <a:srgbClr val="171717"/>
                    </a:solidFill>
                  </a:tcPr>
                </a:tc>
                <a:tc>
                  <a:txBody>
                    <a:bodyPr lIns="76200" tIns="76200" rIns="76200" bIns="76200">
                      <a:noAutofit/>
                    </a:bodyPr>
                    <a:lstStyle/>
                    <a:p>
                      <a:pPr algn="ctr"/>
                      <a:r>
                        <a:rPr sz="2175" b="1">
                          <a:solidFill>
                            <a:srgbClr val="FFFFFF"/>
                          </a:solidFill>
                          <a:latin typeface="Malgun Gothic"/>
                          <a:ea typeface="Malgun Gothic"/>
                          <a:cs typeface="Malgun Gothic"/>
                        </a:rPr>
                        <a:t>일이 몰리는 곳</a:t>
                      </a:r>
                    </a:p>
                  </a:txBody>
                  <a:tcPr marL="91440" marR="91440" marT="45720" marB="45720" anchor="ctr">
                    <a:solidFill>
                      <a:srgbClr val="171717"/>
                    </a:solidFill>
                  </a:tcPr>
                </a:tc>
                <a:tc>
                  <a:txBody>
                    <a:bodyPr lIns="76200" tIns="76200" rIns="76200" bIns="76200">
                      <a:noAutofit/>
                    </a:bodyPr>
                    <a:lstStyle/>
                    <a:p>
                      <a:pPr algn="ctr"/>
                      <a:r>
                        <a:rPr sz="2175" b="1">
                          <a:solidFill>
                            <a:srgbClr val="FFFFFF"/>
                          </a:solidFill>
                          <a:latin typeface="Malgun Gothic"/>
                          <a:ea typeface="Malgun Gothic"/>
                          <a:cs typeface="Malgun Gothic"/>
                        </a:rPr>
                        <a:t>전체 시간</a:t>
                      </a:r>
                    </a:p>
                  </a:txBody>
                  <a:tcPr marL="91440" marR="91440" marT="45720" marB="45720" anchor="ctr">
                    <a:solidFill>
                      <a:srgbClr val="171717"/>
                    </a:solidFill>
                  </a:tcPr>
                </a:tc>
              </a:tr>
              <a:tr h="657225">
                <a:tc>
                  <a:txBody>
                    <a:bodyPr lIns="76200" tIns="76200" rIns="76200" bIns="76200">
                      <a:noAutofit/>
                    </a:bodyPr>
                    <a:lstStyle/>
                    <a:p>
                      <a:pPr algn="ctr"/>
                      <a:r>
                        <a:rPr sz="2175" b="0">
                          <a:solidFill>
                            <a:srgbClr val="171717"/>
                          </a:solidFill>
                          <a:latin typeface="Malgun Gothic"/>
                          <a:ea typeface="Malgun Gothic"/>
                          <a:cs typeface="Malgun Gothic"/>
                        </a:rPr>
                        <a:t>d &lt; p</a:t>
                      </a:r>
                    </a:p>
                  </a:txBody>
                  <a:tcPr marL="91440" marR="91440" marT="45720" marB="45720" anchor="ctr">
                    <a:solidFill>
                      <a:srgbClr val="FFFFFF"/>
                    </a:solidFill>
                  </a:tcPr>
                </a:tc>
                <a:tc>
                  <a:txBody>
                    <a:bodyPr lIns="76200" tIns="76200" rIns="76200" bIns="76200">
                      <a:noAutofit/>
                    </a:bodyPr>
                    <a:lstStyle/>
                    <a:p>
                      <a:pPr algn="ctr"/>
                      <a:r>
                        <a:rPr sz="2175" b="0">
                          <a:solidFill>
                            <a:srgbClr val="171717"/>
                          </a:solidFill>
                          <a:latin typeface="Malgun Gothic"/>
                          <a:ea typeface="Malgun Gothic"/>
                          <a:cs typeface="Malgun Gothic"/>
                        </a:rPr>
                        <a:t>맨 아래 직원들</a:t>
                      </a:r>
                    </a:p>
                  </a:txBody>
                  <a:tcPr marL="91440" marR="91440" marT="45720" marB="45720" anchor="ctr">
                    <a:solidFill>
                      <a:srgbClr val="FFFFFF"/>
                    </a:solidFill>
                  </a:tcPr>
                </a:tc>
                <a:tc>
                  <a:txBody>
                    <a:bodyPr lIns="76200" tIns="76200" rIns="76200" bIns="76200">
                      <a:noAutofit/>
                    </a:bodyPr>
                    <a:lstStyle/>
                    <a:p>
                      <a:pPr algn="ctr"/>
                      <a:r>
                        <a:rPr sz="2175" b="0">
                          <a:solidFill>
                            <a:srgbClr val="171717"/>
                          </a:solidFill>
                          <a:latin typeface="Malgun Gothic"/>
                          <a:ea typeface="Malgun Gothic"/>
                          <a:cs typeface="Malgun Gothic"/>
                        </a:rPr>
                        <a:t>Θ(nᵖ)</a:t>
                      </a:r>
                    </a:p>
                  </a:txBody>
                  <a:tcPr marL="91440" marR="91440" marT="45720" marB="45720" anchor="ctr">
                    <a:solidFill>
                      <a:srgbClr val="FFFFFF"/>
                    </a:solidFill>
                  </a:tcPr>
                </a:tc>
              </a:tr>
              <a:tr h="657225">
                <a:tc>
                  <a:txBody>
                    <a:bodyPr lIns="76200" tIns="76200" rIns="76200" bIns="76200">
                      <a:noAutofit/>
                    </a:bodyPr>
                    <a:lstStyle/>
                    <a:p>
                      <a:pPr algn="ctr"/>
                      <a:r>
                        <a:rPr sz="2175" b="0">
                          <a:solidFill>
                            <a:srgbClr val="171717"/>
                          </a:solidFill>
                          <a:latin typeface="Malgun Gothic"/>
                          <a:ea typeface="Malgun Gothic"/>
                          <a:cs typeface="Malgun Gothic"/>
                        </a:rPr>
                        <a:t>d = p</a:t>
                      </a:r>
                    </a:p>
                  </a:txBody>
                  <a:tcPr marL="91440" marR="91440" marT="45720" marB="45720" anchor="ctr">
                    <a:solidFill>
                      <a:srgbClr val="EFF4F7"/>
                    </a:solidFill>
                  </a:tcPr>
                </a:tc>
                <a:tc>
                  <a:txBody>
                    <a:bodyPr lIns="76200" tIns="76200" rIns="76200" bIns="76200">
                      <a:noAutofit/>
                    </a:bodyPr>
                    <a:lstStyle/>
                    <a:p>
                      <a:pPr algn="ctr"/>
                      <a:r>
                        <a:rPr sz="2175" b="0">
                          <a:solidFill>
                            <a:srgbClr val="171717"/>
                          </a:solidFill>
                          <a:latin typeface="Malgun Gothic"/>
                          <a:ea typeface="Malgun Gothic"/>
                          <a:cs typeface="Malgun Gothic"/>
                        </a:rPr>
                        <a:t>모든 직급이 비슷함</a:t>
                      </a:r>
                    </a:p>
                  </a:txBody>
                  <a:tcPr marL="91440" marR="91440" marT="45720" marB="45720" anchor="ctr">
                    <a:solidFill>
                      <a:srgbClr val="EFF4F7"/>
                    </a:solidFill>
                  </a:tcPr>
                </a:tc>
                <a:tc>
                  <a:txBody>
                    <a:bodyPr lIns="76200" tIns="76200" rIns="76200" bIns="76200">
                      <a:noAutofit/>
                    </a:bodyPr>
                    <a:lstStyle/>
                    <a:p>
                      <a:pPr algn="ctr"/>
                      <a:r>
                        <a:rPr sz="2175" b="0">
                          <a:solidFill>
                            <a:srgbClr val="171717"/>
                          </a:solidFill>
                          <a:latin typeface="Malgun Gothic"/>
                          <a:ea typeface="Malgun Gothic"/>
                          <a:cs typeface="Malgun Gothic"/>
                        </a:rPr>
                        <a:t>Θ(nᵖ log n)</a:t>
                      </a:r>
                    </a:p>
                  </a:txBody>
                  <a:tcPr marL="91440" marR="91440" marT="45720" marB="45720" anchor="ctr">
                    <a:solidFill>
                      <a:srgbClr val="EFF4F7"/>
                    </a:solidFill>
                  </a:tcPr>
                </a:tc>
              </a:tr>
              <a:tr h="657225">
                <a:tc>
                  <a:txBody>
                    <a:bodyPr lIns="76200" tIns="76200" rIns="76200" bIns="76200">
                      <a:noAutofit/>
                    </a:bodyPr>
                    <a:lstStyle/>
                    <a:p>
                      <a:pPr algn="ctr"/>
                      <a:r>
                        <a:rPr sz="2175" b="0">
                          <a:solidFill>
                            <a:srgbClr val="171717"/>
                          </a:solidFill>
                          <a:latin typeface="Malgun Gothic"/>
                          <a:ea typeface="Malgun Gothic"/>
                          <a:cs typeface="Malgun Gothic"/>
                        </a:rPr>
                        <a:t>d &gt; p</a:t>
                      </a:r>
                    </a:p>
                  </a:txBody>
                  <a:tcPr marL="91440" marR="91440" marT="45720" marB="45720" anchor="ctr">
                    <a:solidFill>
                      <a:srgbClr val="FFFFFF"/>
                    </a:solidFill>
                  </a:tcPr>
                </a:tc>
                <a:tc>
                  <a:txBody>
                    <a:bodyPr lIns="76200" tIns="76200" rIns="76200" bIns="76200">
                      <a:noAutofit/>
                    </a:bodyPr>
                    <a:lstStyle/>
                    <a:p>
                      <a:pPr algn="ctr"/>
                      <a:r>
                        <a:rPr sz="2175" b="0">
                          <a:solidFill>
                            <a:srgbClr val="171717"/>
                          </a:solidFill>
                          <a:latin typeface="Malgun Gothic"/>
                          <a:ea typeface="Malgun Gothic"/>
                          <a:cs typeface="Malgun Gothic"/>
                        </a:rPr>
                        <a:t>사장</a:t>
                      </a:r>
                    </a:p>
                  </a:txBody>
                  <a:tcPr marL="91440" marR="91440" marT="45720" marB="45720" anchor="ctr">
                    <a:solidFill>
                      <a:srgbClr val="FFFFFF"/>
                    </a:solidFill>
                  </a:tcPr>
                </a:tc>
                <a:tc>
                  <a:txBody>
                    <a:bodyPr lIns="76200" tIns="76200" rIns="76200" bIns="76200">
                      <a:noAutofit/>
                    </a:bodyPr>
                    <a:lstStyle/>
                    <a:p>
                      <a:pPr algn="ctr"/>
                      <a:r>
                        <a:rPr sz="2175" b="0">
                          <a:solidFill>
                            <a:srgbClr val="171717"/>
                          </a:solidFill>
                          <a:latin typeface="Malgun Gothic"/>
                          <a:ea typeface="Malgun Gothic"/>
                          <a:cs typeface="Malgun Gothic"/>
                        </a:rPr>
                        <a:t>Θ(nᵈ)</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0DD7C5B1-D6E4-4807-AE30-869F4E6BCFF9}"/>
              </a:ext>
            </a:extLst>
          </p:cNvPr>
          <p:cNvSpPr>
            <a:spLocks xmlns:a="http://schemas.openxmlformats.org/drawingml/2006/main" noGrp="1"/>
          </p:cNvSpPr>
          <p:nvPr/>
        </p:nvSpPr>
        <p:spPr>
          <a:xfrm xmlns:a="http://schemas.openxmlformats.org/drawingml/2006/main">
            <a:off x="609600" y="54387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07854"/>
                </a:solidFill>
                <a:latin typeface="Malgun Gothic"/>
                <a:ea typeface="Malgun Gothic"/>
                <a:cs typeface="Malgun Gothic"/>
              </a:defRPr>
            </a:pPr>
            <a:r>
              <a:rPr sz="1950" b="1">
                <a:solidFill>
                  <a:srgbClr val="207854"/>
                </a:solidFill>
                <a:latin typeface="Malgun Gothic"/>
                <a:ea typeface="Malgun Gothic"/>
                <a:cs typeface="Malgun Gothic"/>
              </a:rPr>
              <a:t>회사 예제의 p=1: d=0이면 n, d=1이면 n log n, d=2이면 n²</a:t>
            </a:r>
          </a:p>
        </p:txBody>
      </p:sp>
      <p:sp>
        <p:nvSpPr>
          <p:cNvPr id="10" name="">
            <a:extLst xmlns:a="http://schemas.openxmlformats.org/drawingml/2006/main">
              <a:ext uri="{FF2B5EF4-FFF2-40B4-BE49-F238E27FC236}">
                <a16:creationId xmlns:a16="http://schemas.microsoft.com/office/drawing/2014/main" id="{555355D8-4FE6-4CE9-8C4F-DFCB02D724F1}"/>
              </a:ext>
            </a:extLst>
          </p:cNvPr>
          <p:cNvSpPr>
            <a:spLocks xmlns:a="http://schemas.openxmlformats.org/drawingml/2006/main" noGrp="1"/>
          </p:cNvSpPr>
          <p:nvPr/>
        </p:nvSpPr>
        <p:spPr>
          <a:xfrm xmlns:a="http://schemas.openxmlformats.org/drawingml/2006/main">
            <a:off x="609600" y="6134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05050"/>
                </a:solidFill>
                <a:latin typeface="Malgun Gothic"/>
                <a:ea typeface="Malgun Gothic"/>
                <a:cs typeface="Malgun Gothic"/>
              </a:defRPr>
            </a:pPr>
            <a:r>
              <a:rPr sz="1275" b="0">
                <a:solidFill>
                  <a:srgbClr val="505050"/>
                </a:solidFill>
                <a:latin typeface="Malgun Gothic"/>
                <a:ea typeface="Malgun Gothic"/>
                <a:cs typeface="Malgun Gothic"/>
              </a:rPr>
              <a:t>a≥1, b&gt;1, d≥0, T(1)=Θ(1). f(n)=nᵖ/log n처럼 로그 정도만 다른 식은 이 거듭제곱형 기본표 밖입니다.</a:t>
            </a:r>
          </a:p>
        </p:txBody>
      </p:sp>
    </p:spTree>
    <p:extLst>
      <p:ext uri="{BB962C8B-B14F-4D97-AF65-F5344CB8AC3E}">
        <p14:creationId xmlns:p14="http://schemas.microsoft.com/office/powerpoint/2010/main" val="1615442621"/>
      </p:ext>
    </p:extLst>
  </p:cSld>
</p:sld>
</file>

<file path=ppt/slides/slide2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5B40B0-B924-4FD4-88D7-8F5D14C27C65}"/>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4.6  마스터 정리</a:t>
            </a:r>
          </a:p>
        </p:txBody>
      </p:sp>
      <p:sp>
        <p:nvSpPr>
          <p:cNvPr id="2" name="">
            <a:extLst xmlns:a="http://schemas.openxmlformats.org/drawingml/2006/main">
              <a:ext uri="{FF2B5EF4-FFF2-40B4-BE49-F238E27FC236}">
                <a16:creationId xmlns:a16="http://schemas.microsoft.com/office/drawing/2014/main" id="{11CE45F0-BE44-4C93-A94D-35B7A24B2501}"/>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60406CC2-2568-4C9E-A5C3-121E2CB6D415}"/>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직접 대입해 보기: 병합 정렬</a:t>
            </a:r>
          </a:p>
        </p:txBody>
      </p:sp>
      <p:sp>
        <p:nvSpPr>
          <p:cNvPr id="4" name="">
            <a:extLst xmlns:a="http://schemas.openxmlformats.org/drawingml/2006/main">
              <a:ext uri="{FF2B5EF4-FFF2-40B4-BE49-F238E27FC236}">
                <a16:creationId xmlns:a16="http://schemas.microsoft.com/office/drawing/2014/main" id="{F5C806C6-5A76-4C4E-9054-E482AFBE6FA3}"/>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44AB85-4911-421E-95D3-2F368E957E6A}"/>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59DDFA7F-6E92-4A8F-87D3-AB112BF53459}"/>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230</a:t>
            </a:r>
          </a:p>
        </p:txBody>
      </p:sp>
      <p:sp>
        <p:nvSpPr>
          <p:cNvPr id="7" name="">
            <a:extLst xmlns:a="http://schemas.openxmlformats.org/drawingml/2006/main">
              <a:ext uri="{FF2B5EF4-FFF2-40B4-BE49-F238E27FC236}">
                <a16:creationId xmlns:a16="http://schemas.microsoft.com/office/drawing/2014/main" id="{C1CE9318-A36B-4601-83FB-CEEBAC54FC1C}"/>
              </a:ext>
            </a:extLst>
          </p:cNvPr>
          <p:cNvSpPr>
            <a:spLocks xmlns:a="http://schemas.openxmlformats.org/drawingml/2006/main" noGrp="1"/>
          </p:cNvSpPr>
          <p:nvPr/>
        </p:nvSpPr>
        <p:spPr>
          <a:xfrm xmlns:a="http://schemas.openxmlformats.org/drawingml/2006/main">
            <a:off x="609600" y="16954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46F95"/>
                </a:solidFill>
                <a:latin typeface="Consolas"/>
                <a:ea typeface="Consolas"/>
                <a:cs typeface="Consolas"/>
              </a:defRPr>
            </a:pPr>
            <a:r>
              <a:rPr sz="2850" b="1">
                <a:solidFill>
                  <a:srgbClr val="146F95"/>
                </a:solidFill>
                <a:latin typeface="Consolas"/>
                <a:ea typeface="Consolas"/>
                <a:cs typeface="Consolas"/>
              </a:rPr>
              <a:t>T(n) = 2T(n/2) + Θ(n)</a:t>
            </a:r>
          </a:p>
        </p:txBody>
      </p:sp>
      <p:graphicFrame>
        <p:nvGraphicFramePr>
          <p:cNvPr id="18" name=""/>
          <p:cNvGraphicFramePr/>
          <p:nvPr/>
        </p:nvGraphicFramePr>
        <p:xfrm>
          <a:off xmlns:a="http://schemas.openxmlformats.org/drawingml/2006/main" x="609600" y="2600325"/>
          <a:ext xmlns:a="http://schemas.openxmlformats.org/drawingml/2006/main" cx="10972800" cy="2476500"/>
        </p:xfrm>
        <a:graphic xmlns:a="http://schemas.openxmlformats.org/drawingml/2006/main">
          <a:graphicData uri="http://schemas.openxmlformats.org/drawingml/2006/table">
            <a:tbl>
              <a:tblPr/>
              <a:tblGrid>
                <a:gridCol w="1952625"/>
                <a:gridCol w="7591425"/>
                <a:gridCol w="1428750"/>
              </a:tblGrid>
              <a:tr h="495300">
                <a:tc>
                  <a:txBody>
                    <a:bodyPr lIns="76200" tIns="76200" rIns="76200" bIns="76200">
                      <a:noAutofit/>
                    </a:bodyPr>
                    <a:lstStyle/>
                    <a:p>
                      <a:pPr algn="ctr"/>
                      <a:r>
                        <a:rPr sz="1950" b="1">
                          <a:solidFill>
                            <a:srgbClr val="FFFFFF"/>
                          </a:solidFill>
                          <a:latin typeface="Malgun Gothic"/>
                          <a:ea typeface="Malgun Gothic"/>
                          <a:cs typeface="Malgun Gothic"/>
                        </a:rPr>
                        <a:t>확인할 값</a:t>
                      </a:r>
                    </a:p>
                  </a:txBody>
                  <a:tcPr marL="91440" marR="91440" marT="45720" marB="45720" anchor="ctr">
                    <a:solidFill>
                      <a:srgbClr val="171717"/>
                    </a:solidFill>
                  </a:tcPr>
                </a:tc>
                <a:tc>
                  <a:txBody>
                    <a:bodyPr lIns="76200" tIns="76200" rIns="76200" bIns="76200">
                      <a:noAutofit/>
                    </a:bodyPr>
                    <a:lstStyle/>
                    <a:p>
                      <a:pPr algn="ctr"/>
                      <a:r>
                        <a:rPr sz="1950" b="1">
                          <a:solidFill>
                            <a:srgbClr val="FFFFFF"/>
                          </a:solidFill>
                          <a:latin typeface="Malgun Gothic"/>
                          <a:ea typeface="Malgun Gothic"/>
                          <a:cs typeface="Malgun Gothic"/>
                        </a:rPr>
                        <a:t>코드에서 읽은 뜻</a:t>
                      </a:r>
                    </a:p>
                  </a:txBody>
                  <a:tcPr marL="91440" marR="91440" marT="45720" marB="45720" anchor="ctr">
                    <a:solidFill>
                      <a:srgbClr val="171717"/>
                    </a:solidFill>
                  </a:tcPr>
                </a:tc>
                <a:tc>
                  <a:txBody>
                    <a:bodyPr lIns="76200" tIns="76200" rIns="76200" bIns="76200">
                      <a:noAutofit/>
                    </a:bodyPr>
                    <a:lstStyle/>
                    <a:p>
                      <a:pPr algn="ctr"/>
                      <a:r>
                        <a:rPr sz="1950" b="1">
                          <a:solidFill>
                            <a:srgbClr val="FFFFFF"/>
                          </a:solidFill>
                          <a:latin typeface="Malgun Gothic"/>
                          <a:ea typeface="Malgun Gothic"/>
                          <a:cs typeface="Malgun Gothic"/>
                        </a:rPr>
                        <a:t>값</a:t>
                      </a:r>
                    </a:p>
                  </a:txBody>
                  <a:tcPr marL="91440" marR="91440" marT="45720" marB="45720" anchor="ctr">
                    <a:solidFill>
                      <a:srgbClr val="171717"/>
                    </a:solidFill>
                  </a:tcPr>
                </a:tc>
              </a:tr>
              <a:tr h="495300">
                <a:tc>
                  <a:txBody>
                    <a:bodyPr lIns="76200" tIns="76200" rIns="76200" bIns="76200">
                      <a:noAutofit/>
                    </a:bodyPr>
                    <a:lstStyle/>
                    <a:p>
                      <a:pPr algn="ctr"/>
                      <a:r>
                        <a:rPr sz="1950" b="0">
                          <a:solidFill>
                            <a:srgbClr val="171717"/>
                          </a:solidFill>
                          <a:latin typeface="Malgun Gothic"/>
                          <a:ea typeface="Malgun Gothic"/>
                          <a:cs typeface="Malgun Gothic"/>
                        </a:rPr>
                        <a:t>a</a:t>
                      </a:r>
                    </a:p>
                  </a:txBody>
                  <a:tcPr marL="91440" marR="91440" marT="45720" marB="45720" anchor="ctr">
                    <a:solidFill>
                      <a:srgbClr val="FFFFFF"/>
                    </a:solidFill>
                  </a:tcPr>
                </a:tc>
                <a:tc>
                  <a:txBody>
                    <a:bodyPr lIns="76200" tIns="76200" rIns="76200" bIns="76200">
                      <a:noAutofit/>
                    </a:bodyPr>
                    <a:lstStyle/>
                    <a:p>
                      <a:pPr algn="ctr"/>
                      <a:r>
                        <a:rPr sz="1950" b="0">
                          <a:solidFill>
                            <a:srgbClr val="171717"/>
                          </a:solidFill>
                          <a:latin typeface="Malgun Gothic"/>
                          <a:ea typeface="Malgun Gothic"/>
                          <a:cs typeface="Malgun Gothic"/>
                        </a:rPr>
                        <a:t>왼쪽과 오른쪽을 둘 다 정렬</a:t>
                      </a:r>
                    </a:p>
                  </a:txBody>
                  <a:tcPr marL="91440" marR="91440" marT="45720" marB="45720" anchor="ctr">
                    <a:solidFill>
                      <a:srgbClr val="FFFFFF"/>
                    </a:solidFill>
                  </a:tcPr>
                </a:tc>
                <a:tc>
                  <a:txBody>
                    <a:bodyPr lIns="76200" tIns="76200" rIns="76200" bIns="76200">
                      <a:noAutofit/>
                    </a:bodyPr>
                    <a:lstStyle/>
                    <a:p>
                      <a:pPr algn="ctr"/>
                      <a:r>
                        <a:rPr sz="1950" b="0">
                          <a:solidFill>
                            <a:srgbClr val="171717"/>
                          </a:solidFill>
                          <a:latin typeface="Malgun Gothic"/>
                          <a:ea typeface="Malgun Gothic"/>
                          <a:cs typeface="Malgun Gothic"/>
                        </a:rPr>
                        <a:t>2</a:t>
                      </a:r>
                    </a:p>
                  </a:txBody>
                  <a:tcPr marL="91440" marR="91440" marT="45720" marB="45720" anchor="ctr">
                    <a:solidFill>
                      <a:srgbClr val="FFFFFF"/>
                    </a:solidFill>
                  </a:tcPr>
                </a:tc>
              </a:tr>
              <a:tr h="495300">
                <a:tc>
                  <a:txBody>
                    <a:bodyPr lIns="76200" tIns="76200" rIns="76200" bIns="76200">
                      <a:noAutofit/>
                    </a:bodyPr>
                    <a:lstStyle/>
                    <a:p>
                      <a:pPr algn="ctr"/>
                      <a:r>
                        <a:rPr sz="1950" b="0">
                          <a:solidFill>
                            <a:srgbClr val="171717"/>
                          </a:solidFill>
                          <a:latin typeface="Malgun Gothic"/>
                          <a:ea typeface="Malgun Gothic"/>
                          <a:cs typeface="Malgun Gothic"/>
                        </a:rPr>
                        <a:t>b</a:t>
                      </a:r>
                    </a:p>
                  </a:txBody>
                  <a:tcPr marL="91440" marR="91440" marT="45720" marB="45720" anchor="ctr">
                    <a:solidFill>
                      <a:srgbClr val="EFF4F7"/>
                    </a:solidFill>
                  </a:tcPr>
                </a:tc>
                <a:tc>
                  <a:txBody>
                    <a:bodyPr lIns="76200" tIns="76200" rIns="76200" bIns="76200">
                      <a:noAutofit/>
                    </a:bodyPr>
                    <a:lstStyle/>
                    <a:p>
                      <a:pPr algn="ctr"/>
                      <a:r>
                        <a:rPr sz="1950" b="0">
                          <a:solidFill>
                            <a:srgbClr val="171717"/>
                          </a:solidFill>
                          <a:latin typeface="Malgun Gothic"/>
                          <a:ea typeface="Malgun Gothic"/>
                          <a:cs typeface="Malgun Gothic"/>
                        </a:rPr>
                        <a:t>각 구간의 길이가 절반</a:t>
                      </a:r>
                    </a:p>
                  </a:txBody>
                  <a:tcPr marL="91440" marR="91440" marT="45720" marB="45720" anchor="ctr">
                    <a:solidFill>
                      <a:srgbClr val="EFF4F7"/>
                    </a:solidFill>
                  </a:tcPr>
                </a:tc>
                <a:tc>
                  <a:txBody>
                    <a:bodyPr lIns="76200" tIns="76200" rIns="76200" bIns="76200">
                      <a:noAutofit/>
                    </a:bodyPr>
                    <a:lstStyle/>
                    <a:p>
                      <a:pPr algn="ctr"/>
                      <a:r>
                        <a:rPr sz="1950" b="0">
                          <a:solidFill>
                            <a:srgbClr val="171717"/>
                          </a:solidFill>
                          <a:latin typeface="Malgun Gothic"/>
                          <a:ea typeface="Malgun Gothic"/>
                          <a:cs typeface="Malgun Gothic"/>
                        </a:rPr>
                        <a:t>2</a:t>
                      </a:r>
                    </a:p>
                  </a:txBody>
                  <a:tcPr marL="91440" marR="91440" marT="45720" marB="45720" anchor="ctr">
                    <a:solidFill>
                      <a:srgbClr val="EFF4F7"/>
                    </a:solidFill>
                  </a:tcPr>
                </a:tc>
              </a:tr>
              <a:tr h="495300">
                <a:tc>
                  <a:txBody>
                    <a:bodyPr lIns="76200" tIns="76200" rIns="76200" bIns="76200">
                      <a:noAutofit/>
                    </a:bodyPr>
                    <a:lstStyle/>
                    <a:p>
                      <a:pPr algn="ctr"/>
                      <a:r>
                        <a:rPr sz="1950" b="0">
                          <a:solidFill>
                            <a:srgbClr val="171717"/>
                          </a:solidFill>
                          <a:latin typeface="Malgun Gothic"/>
                          <a:ea typeface="Malgun Gothic"/>
                          <a:cs typeface="Malgun Gothic"/>
                        </a:rPr>
                        <a:t>d</a:t>
                      </a:r>
                    </a:p>
                  </a:txBody>
                  <a:tcPr marL="91440" marR="91440" marT="45720" marB="45720" anchor="ctr">
                    <a:solidFill>
                      <a:srgbClr val="FFFFFF"/>
                    </a:solidFill>
                  </a:tcPr>
                </a:tc>
                <a:tc>
                  <a:txBody>
                    <a:bodyPr lIns="76200" tIns="76200" rIns="76200" bIns="76200">
                      <a:noAutofit/>
                    </a:bodyPr>
                    <a:lstStyle/>
                    <a:p>
                      <a:pPr algn="ctr"/>
                      <a:r>
                        <a:rPr sz="1950" b="0">
                          <a:solidFill>
                            <a:srgbClr val="171717"/>
                          </a:solidFill>
                          <a:latin typeface="Malgun Gothic"/>
                          <a:ea typeface="Malgun Gothic"/>
                          <a:cs typeface="Malgun Gothic"/>
                        </a:rPr>
                        <a:t>현재 병합은 길이 n에 비례</a:t>
                      </a:r>
                    </a:p>
                  </a:txBody>
                  <a:tcPr marL="91440" marR="91440" marT="45720" marB="45720" anchor="ctr">
                    <a:solidFill>
                      <a:srgbClr val="FFFFFF"/>
                    </a:solidFill>
                  </a:tcPr>
                </a:tc>
                <a:tc>
                  <a:txBody>
                    <a:bodyPr lIns="76200" tIns="76200" rIns="76200" bIns="76200">
                      <a:noAutofit/>
                    </a:bodyPr>
                    <a:lstStyle/>
                    <a:p>
                      <a:pPr algn="ctr"/>
                      <a:r>
                        <a:rPr sz="1950" b="0">
                          <a:solidFill>
                            <a:srgbClr val="171717"/>
                          </a:solidFill>
                          <a:latin typeface="Malgun Gothic"/>
                          <a:ea typeface="Malgun Gothic"/>
                          <a:cs typeface="Malgun Gothic"/>
                        </a:rPr>
                        <a:t>1</a:t>
                      </a:r>
                    </a:p>
                  </a:txBody>
                  <a:tcPr marL="91440" marR="91440" marT="45720" marB="45720" anchor="ctr">
                    <a:solidFill>
                      <a:srgbClr val="FFFFFF"/>
                    </a:solidFill>
                  </a:tcPr>
                </a:tc>
              </a:tr>
              <a:tr h="495300">
                <a:tc>
                  <a:txBody>
                    <a:bodyPr lIns="76200" tIns="76200" rIns="76200" bIns="76200">
                      <a:noAutofit/>
                    </a:bodyPr>
                    <a:lstStyle/>
                    <a:p>
                      <a:pPr algn="ctr"/>
                      <a:r>
                        <a:rPr sz="1950" b="0">
                          <a:solidFill>
                            <a:srgbClr val="171717"/>
                          </a:solidFill>
                          <a:latin typeface="Malgun Gothic"/>
                          <a:ea typeface="Malgun Gothic"/>
                          <a:cs typeface="Malgun Gothic"/>
                        </a:rPr>
                        <a:t>p</a:t>
                      </a:r>
                    </a:p>
                  </a:txBody>
                  <a:tcPr marL="91440" marR="91440" marT="45720" marB="45720" anchor="ctr">
                    <a:solidFill>
                      <a:srgbClr val="EFF4F7"/>
                    </a:solidFill>
                  </a:tcPr>
                </a:tc>
                <a:tc>
                  <a:txBody>
                    <a:bodyPr lIns="76200" tIns="76200" rIns="76200" bIns="76200">
                      <a:noAutofit/>
                    </a:bodyPr>
                    <a:lstStyle/>
                    <a:p>
                      <a:pPr algn="ctr"/>
                      <a:r>
                        <a:rPr sz="1950" b="0">
                          <a:solidFill>
                            <a:srgbClr val="171717"/>
                          </a:solidFill>
                          <a:latin typeface="Malgun Gothic"/>
                          <a:ea typeface="Malgun Gothic"/>
                          <a:cs typeface="Malgun Gothic"/>
                        </a:rPr>
                        <a:t>2¹ = 2이므로 기준 지수는 1</a:t>
                      </a:r>
                    </a:p>
                  </a:txBody>
                  <a:tcPr marL="91440" marR="91440" marT="45720" marB="45720" anchor="ctr">
                    <a:solidFill>
                      <a:srgbClr val="EFF4F7"/>
                    </a:solidFill>
                  </a:tcPr>
                </a:tc>
                <a:tc>
                  <a:txBody>
                    <a:bodyPr lIns="76200" tIns="76200" rIns="76200" bIns="76200">
                      <a:noAutofit/>
                    </a:bodyPr>
                    <a:lstStyle/>
                    <a:p>
                      <a:pPr algn="ctr"/>
                      <a:r>
                        <a:rPr sz="1950" b="0">
                          <a:solidFill>
                            <a:srgbClr val="171717"/>
                          </a:solidFill>
                          <a:latin typeface="Malgun Gothic"/>
                          <a:ea typeface="Malgun Gothic"/>
                          <a:cs typeface="Malgun Gothic"/>
                        </a:rPr>
                        <a:t>1</a:t>
                      </a:r>
                    </a:p>
                  </a:txBody>
                  <a:tcPr marL="91440" marR="91440" marT="45720" marB="45720" anchor="ctr">
                    <a:solidFill>
                      <a:srgbClr val="EFF4F7"/>
                    </a:solidFill>
                  </a:tcPr>
                </a:tc>
              </a:tr>
            </a:tbl>
          </a:graphicData>
        </a:graphic>
      </p:graphicFrame>
      <p:sp>
        <p:nvSpPr>
          <p:cNvPr id="9" name="">
            <a:extLst xmlns:a="http://schemas.openxmlformats.org/drawingml/2006/main">
              <a:ext uri="{FF2B5EF4-FFF2-40B4-BE49-F238E27FC236}">
                <a16:creationId xmlns:a16="http://schemas.microsoft.com/office/drawing/2014/main" id="{DFFF41DB-B21A-4465-9BAB-0759F080C62F}"/>
              </a:ext>
            </a:extLst>
          </p:cNvPr>
          <p:cNvSpPr>
            <a:spLocks xmlns:a="http://schemas.openxmlformats.org/drawingml/2006/main" noGrp="1"/>
          </p:cNvSpPr>
          <p:nvPr/>
        </p:nvSpPr>
        <p:spPr>
          <a:xfrm xmlns:a="http://schemas.openxmlformats.org/drawingml/2006/main">
            <a:off x="609600" y="527685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7854"/>
                </a:solidFill>
                <a:latin typeface="Malgun Gothic"/>
                <a:ea typeface="Malgun Gothic"/>
                <a:cs typeface="Malgun Gothic"/>
              </a:defRPr>
            </a:pPr>
            <a:r>
              <a:rPr sz="2250" b="1">
                <a:solidFill>
                  <a:srgbClr val="207854"/>
                </a:solidFill>
                <a:latin typeface="Malgun Gothic"/>
                <a:ea typeface="Malgun Gothic"/>
                <a:cs typeface="Malgun Gothic"/>
              </a:rPr>
              <a:t>d = p: 한 층의 n × 로그 차수의 층 수 = Θ(n log n)</a:t>
            </a:r>
          </a:p>
        </p:txBody>
      </p:sp>
      <p:sp>
        <p:nvSpPr>
          <p:cNvPr id="10" name="">
            <a:extLst xmlns:a="http://schemas.openxmlformats.org/drawingml/2006/main">
              <a:ext uri="{FF2B5EF4-FFF2-40B4-BE49-F238E27FC236}">
                <a16:creationId xmlns:a16="http://schemas.microsoft.com/office/drawing/2014/main" id="{1C12F3C5-7CCA-4597-81B9-0D79E8F7FBFA}"/>
              </a:ext>
            </a:extLst>
          </p:cNvPr>
          <p:cNvSpPr>
            <a:spLocks xmlns:a="http://schemas.openxmlformats.org/drawingml/2006/main" noGrp="1"/>
          </p:cNvSpPr>
          <p:nvPr/>
        </p:nvSpPr>
        <p:spPr>
          <a:xfrm xmlns:a="http://schemas.openxmlformats.org/drawingml/2006/main">
            <a:off x="609600" y="6115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05050"/>
                </a:solidFill>
                <a:latin typeface="Malgun Gothic"/>
                <a:ea typeface="Malgun Gothic"/>
                <a:cs typeface="Malgun Gothic"/>
              </a:defRPr>
            </a:pPr>
            <a:r>
              <a:rPr sz="1425" b="0">
                <a:solidFill>
                  <a:srgbClr val="505050"/>
                </a:solidFill>
                <a:latin typeface="Malgun Gothic"/>
                <a:ea typeface="Malgun Gothic"/>
                <a:cs typeface="Malgun Gothic"/>
              </a:rPr>
              <a:t>이진 탐색은 a=1이라 Θ(log n). 퀵 정렬은 자식 크기가 달라 같은 두 절반 식을 항상 쓸 수 없습니다.</a:t>
            </a:r>
          </a:p>
        </p:txBody>
      </p:sp>
    </p:spTree>
    <p:extLst>
      <p:ext uri="{BB962C8B-B14F-4D97-AF65-F5344CB8AC3E}">
        <p14:creationId xmlns:p14="http://schemas.microsoft.com/office/powerpoint/2010/main" val="590968249"/>
      </p:ext>
    </p:extLst>
  </p:cSld>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1108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코딩 테스트</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분할 정복으로 실전 문제 두 개를 직접 풀어본다</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231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여러 개의 정사각형 칸</a:t>
            </a:r>
            <a:r>
              <a:rPr lang="en-US" altLang="ko-KR" sz="1300" i="0">
                <a:solidFill>
                  <a:srgbClr val="606060"/>
                </a:solidFill>
                <a:latin typeface="Malgun Gothic"/>
                <a:ea typeface="Malgun Gothic"/>
                <a:cs typeface="Malgun Gothic"/>
              </a:rPr>
              <a:t>(N × N)</a:t>
            </a:r>
            <a:r>
              <a:rPr lang="ko-KR" altLang="en-US" sz="1300" i="0">
                <a:solidFill>
                  <a:srgbClr val="606060"/>
                </a:solidFill>
                <a:latin typeface="Malgun Gothic"/>
                <a:ea typeface="Malgun Gothic"/>
                <a:cs typeface="Malgun Gothic"/>
              </a:rPr>
              <a:t>으로 이루어진 종이가 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각 칸은 하얀색 아니면 파란색이다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전체 종이가 모두 같은 색이 아니면</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가로와 세로의 중앙을 잘라 똑같은 크기의 네 개의 </a:t>
            </a:r>
            <a:r>
              <a:rPr lang="en-US" altLang="ko-KR" sz="1300" i="0">
                <a:solidFill>
                  <a:srgbClr val="606060"/>
                </a:solidFill>
                <a:latin typeface="Malgun Gothic"/>
                <a:ea typeface="Malgun Gothic"/>
                <a:cs typeface="Malgun Gothic"/>
              </a:rPr>
              <a:t>N/2 × N/2 </a:t>
            </a:r>
            <a:r>
              <a:rPr lang="ko-KR" altLang="en-US" sz="1300" i="0">
                <a:solidFill>
                  <a:srgbClr val="606060"/>
                </a:solidFill>
                <a:latin typeface="Malgun Gothic"/>
                <a:ea typeface="Malgun Gothic"/>
                <a:cs typeface="Malgun Gothic"/>
              </a:rPr>
              <a:t>색종이로 나눈다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이 과정을 잘라진 종이가 모두 같은 색이 되거나 한 칸이 될 때까지 반복한다</a:t>
            </a:r>
            <a:r>
              <a:rPr lang="en-US" altLang="ko-KR" sz="13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최종적으로 하얀색 색종이와 파란색 색종이가 각각 몇 장인지 구하라</a:t>
            </a:r>
            <a:r>
              <a:rPr lang="en-US" altLang="ko-KR" sz="1500" i="0">
                <a:solidFill>
                  <a:srgbClr val="171717"/>
                </a:solidFill>
                <a:latin typeface="Malgun Gothic"/>
                <a:ea typeface="Malgun Gothic"/>
                <a:cs typeface="Malgun Gothic"/>
              </a:rPr>
              <a:t>.</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검사</a:t>
            </a:r>
            <a:r>
              <a:rPr lang="en-US" altLang="ko-KR" sz="1500" i="0">
                <a:solidFill>
                  <a:srgbClr val="171717"/>
                </a:solidFill>
                <a:latin typeface="Malgun Gothic"/>
                <a:ea typeface="Malgun Gothic"/>
                <a:cs typeface="Malgun Gothic"/>
              </a:rPr>
              <a:t>(check) → </a:t>
            </a:r>
            <a:r>
              <a:rPr lang="ko-KR" altLang="en-US" sz="1500" i="0">
                <a:solidFill>
                  <a:srgbClr val="171717"/>
                </a:solidFill>
                <a:latin typeface="Malgun Gothic"/>
                <a:ea typeface="Malgun Gothic"/>
                <a:cs typeface="Malgun Gothic"/>
              </a:rPr>
              <a:t>균일하면 카운트</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아니면 </a:t>
            </a:r>
            <a:r>
              <a:rPr lang="en-US" altLang="ko-KR" sz="1500" i="0">
                <a:solidFill>
                  <a:srgbClr val="171717"/>
                </a:solidFill>
                <a:latin typeface="Malgun Gothic"/>
                <a:ea typeface="Malgun Gothic"/>
                <a:cs typeface="Malgun Gothic"/>
              </a:rPr>
              <a:t>4</a:t>
            </a:r>
            <a:r>
              <a:rPr lang="ko-KR" altLang="en-US" sz="1500" i="0">
                <a:solidFill>
                  <a:srgbClr val="171717"/>
                </a:solidFill>
                <a:latin typeface="Malgun Gothic"/>
                <a:ea typeface="Malgun Gothic"/>
                <a:cs typeface="Malgun Gothic"/>
              </a:rPr>
              <a:t>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한 칸</a:t>
            </a:r>
            <a:r>
              <a:rPr lang="en-US" altLang="ko-KR" sz="1500" i="0">
                <a:solidFill>
                  <a:srgbClr val="171717"/>
                </a:solidFill>
                <a:latin typeface="Malgun Gothic"/>
                <a:ea typeface="Malgun Gothic"/>
                <a:cs typeface="Malgun Gothic"/>
              </a:rPr>
              <a:t>(n = 1)</a:t>
            </a:r>
            <a:r>
              <a:rPr lang="ko-KR" altLang="en-US" sz="1500" i="0">
                <a:solidFill>
                  <a:srgbClr val="171717"/>
                </a:solidFill>
                <a:latin typeface="Malgun Gothic"/>
                <a:ea typeface="Malgun Gothic"/>
                <a:cs typeface="Malgun Gothic"/>
              </a:rPr>
              <a:t>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입력 </a:t>
            </a:r>
            <a:r>
              <a:rPr lang="en-US" altLang="ko-KR" sz="1100" b="1" i="0">
                <a:solidFill>
                  <a:srgbClr val="171717"/>
                </a:solidFill>
                <a:latin typeface="Malgun Gothic"/>
                <a:ea typeface="Malgun Gothic"/>
                <a:cs typeface="Malgun Gothic"/>
              </a:rPr>
              <a:t>(</a:t>
            </a:r>
            <a:r>
              <a:rPr lang="en-US" sz="1100" b="1" i="0">
                <a:solidFill>
                  <a:srgbClr val="171717"/>
                </a:solidFill>
                <a:latin typeface="Malgun Gothic"/>
                <a:ea typeface="Malgun Gothic"/>
                <a:cs typeface="Malgun Gothic"/>
              </a:rPr>
              <a:t>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lang="en-US" altLang="ko-K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lang="ko-KR" altLang="en-US" sz="1150" b="1" i="0">
                <a:solidFill>
                  <a:srgbClr val="171717"/>
                </a:solidFill>
                <a:latin typeface="Consolas"/>
                <a:ea typeface="Consolas"/>
                <a:cs typeface="Consolas"/>
              </a:rPr>
              <a:t>하얀색 </a:t>
            </a:r>
            <a:r>
              <a:rPr lang="en-US" altLang="ko-KR" sz="1150" b="1" i="0">
                <a:solidFill>
                  <a:srgbClr val="171717"/>
                </a:solidFill>
                <a:latin typeface="Consolas"/>
                <a:ea typeface="Consolas"/>
                <a:cs typeface="Consolas"/>
              </a:rPr>
              <a:t>9</a:t>
            </a:r>
            <a:r>
              <a:rPr lang="ko-KR" altLang="en-US" sz="1150" b="1" i="0">
                <a:solidFill>
                  <a:srgbClr val="171717"/>
                </a:solidFill>
                <a:latin typeface="Consolas"/>
                <a:ea typeface="Consolas"/>
                <a:cs typeface="Consolas"/>
              </a:rPr>
              <a:t>장</a:t>
            </a:r>
            <a:r>
              <a:rPr lang="en-US" altLang="ko-KR" sz="1150" b="1" i="0">
                <a:solidFill>
                  <a:srgbClr val="171717"/>
                </a:solidFill>
                <a:latin typeface="Consolas"/>
                <a:ea typeface="Consolas"/>
                <a:cs typeface="Consolas"/>
              </a:rPr>
              <a:t>, </a:t>
            </a:r>
            <a:r>
              <a:rPr lang="ko-KR" altLang="en-US" sz="1150" b="1" i="0">
                <a:solidFill>
                  <a:srgbClr val="171717"/>
                </a:solidFill>
                <a:latin typeface="Consolas"/>
                <a:ea typeface="Consolas"/>
                <a:cs typeface="Consolas"/>
              </a:rPr>
              <a:t>파란색 </a:t>
            </a:r>
            <a:r>
              <a:rPr lang="en-US" altLang="ko-KR" sz="1150" b="1" i="0">
                <a:solidFill>
                  <a:srgbClr val="171717"/>
                </a:solidFill>
                <a:latin typeface="Consolas"/>
                <a:ea typeface="Consolas"/>
                <a:cs typeface="Consolas"/>
              </a:rPr>
              <a:t>7</a:t>
            </a:r>
            <a:r>
              <a:rPr lang="ko-KR" altLang="en-US" sz="1150" b="1" i="0">
                <a:solidFill>
                  <a:srgbClr val="171717"/>
                </a:solidFill>
                <a:latin typeface="Consolas"/>
                <a:ea typeface="Consolas"/>
                <a:cs typeface="Consolas"/>
              </a:rPr>
              <a:t>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색종이 만들기</a:t>
            </a:r>
            <a:endParaRPr sz="3000" b="1" i="0">
              <a:solidFill>
                <a:srgbClr val="171717"/>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232</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하얀색 색종이</a:t>
            </a:r>
            <a:r>
              <a:rPr lang="en-US" altLang="ko-KR" sz="1500" i="0">
                <a:solidFill>
                  <a:srgbClr val="171717"/>
                </a:solidFill>
                <a:latin typeface="Consolas"/>
                <a:ea typeface="Consolas"/>
                <a:cs typeface="Consolas"/>
              </a:rPr>
              <a:t>: 9</a:t>
            </a:r>
          </a:p>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파란색 색종이</a:t>
            </a:r>
            <a:r>
              <a:rPr lang="en-US" altLang="ko-KR" sz="1500" i="0">
                <a:solidFill>
                  <a:srgbClr val="171717"/>
                </a:solidFill>
                <a:latin typeface="Consolas"/>
                <a:ea typeface="Consolas"/>
                <a:cs typeface="Consolas"/>
              </a:rPr>
              <a:t>: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en-US" sz="1230" b="1" i="0">
                <a:solidFill>
                  <a:srgbClr val="171717"/>
                </a:solidFill>
                <a:latin typeface="Malgun Gothic"/>
                <a:ea typeface="Malgun Gothic"/>
                <a:cs typeface="Malgun Gothic"/>
              </a:rPr>
              <a:t>return </a:t>
            </a:r>
            <a:r>
              <a:rPr lang="ko-KR" altLang="en-US" sz="1230" b="1" i="0">
                <a:solidFill>
                  <a:srgbClr val="171717"/>
                </a:solidFill>
                <a:latin typeface="Malgun Gothic"/>
                <a:ea typeface="Malgun Gothic"/>
                <a:cs typeface="Malgun Gothic"/>
              </a:rPr>
              <a:t>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lang="ko-KR" altLang="en-US" sz="1100" i="0">
                <a:solidFill>
                  <a:srgbClr val="606060"/>
                </a:solidFill>
                <a:latin typeface="Malgun Gothic"/>
                <a:ea typeface="Malgun Gothic"/>
                <a:cs typeface="Malgun Gothic"/>
              </a:rPr>
              <a:t>다른 색을 찾으면 네 자식을 호출하고</a:t>
            </a:r>
            <a:br/>
            <a:r>
              <a:rPr lang="ko-KR" altLang="en-US" sz="1100" i="0">
                <a:solidFill>
                  <a:srgbClr val="606060"/>
                </a:solidFill>
                <a:latin typeface="Malgun Gothic"/>
                <a:ea typeface="Malgun Gothic"/>
                <a:cs typeface="Malgun Gothic"/>
              </a:rPr>
              <a:t>바로 return합니다.</a:t>
            </a:r>
            <a:br/>
            <a:r>
              <a:rPr lang="ko-KR" altLang="en-US" sz="1100" i="0">
                <a:solidFill>
                  <a:srgbClr val="606060"/>
                </a:solidFill>
                <a:latin typeface="Malgun Gothic"/>
                <a:ea typeface="Malgun Gothic"/>
                <a:cs typeface="Malgun Gothic"/>
              </a:rPr>
              <a:t>이미 나눈 영역을 다시 세지 않습니다.</a:t>
            </a:r>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blue_cnt += 1</a:t>
            </a:r>
            <a:endParaRPr sz="1050" b="0" i="0">
              <a:solidFill>
                <a:srgbClr val="FFFFFF"/>
              </a:solidFill>
              <a:latin typeface="Consolas"/>
              <a:ea typeface="Consolas"/>
              <a:cs typeface="Consolas"/>
            </a:endParaRP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하얀색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white_cnt}")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파란색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blue_cnt}")</a:t>
            </a:r>
            <a:endParaRPr sz="900" b="0" i="0">
              <a:solidFill>
                <a:srgbClr val="FFFFFF"/>
              </a:solidFill>
              <a:latin typeface="Consolas"/>
              <a:ea typeface="Consolas"/>
              <a:cs typeface="Consolas"/>
            </a:endParaRP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재귀적으로 </a:t>
            </a: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등분하며 세기</a:t>
            </a:r>
            <a:endParaRPr sz="3000" b="1" i="0">
              <a:solidFill>
                <a:srgbClr val="171717"/>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ection">
            <a:extLst>
              <a:ext uri="{FF2B5EF4-FFF2-40B4-BE49-F238E27FC236}">
                <a16:creationId xmlns:a16="http://schemas.microsoft.com/office/drawing/2014/main" id="{380DBCD5-F8EB-4AE9-9DD0-2916613C2E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9ED1E4FD-0A9C-4E21-9450-8477B19BF38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4384D23-F627-430A-BBA1-428DE86F03C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색종이 만들기: 넓이와 조각 수를 구분</a:t>
            </a:r>
          </a:p>
        </p:txBody>
      </p:sp>
      <p:sp>
        <p:nvSpPr>
          <p:cNvPr id="4" name="line-1614">
            <a:extLst>
              <a:ext uri="{FF2B5EF4-FFF2-40B4-BE49-F238E27FC236}">
                <a16:creationId xmlns:a16="http://schemas.microsoft.com/office/drawing/2014/main" id="{EF8AEFC8-E350-4040-B124-14608EDE7E0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E0AC004-83DB-4B52-A76D-CCA642ED40F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601FE6A-96D5-4466-A143-17B821C20E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234</a:t>
            </a:r>
            <a:endParaRPr sz="1050" b="0">
              <a:solidFill>
                <a:srgbClr val="151515"/>
              </a:solidFill>
              <a:latin typeface="Consolas"/>
              <a:ea typeface="Consolas"/>
              <a:cs typeface="Consolas"/>
            </a:endParaRPr>
          </a:p>
        </p:txBody>
      </p:sp>
      <p:sp>
        <p:nvSpPr>
          <p:cNvPr id="7" name="pixel-1615">
            <a:extLst>
              <a:ext uri="{FF2B5EF4-FFF2-40B4-BE49-F238E27FC236}">
                <a16:creationId xmlns:a16="http://schemas.microsoft.com/office/drawing/2014/main" id="{33BBFC4E-2DFB-4617-9AF8-814B00AF7BAC}"/>
              </a:ext>
            </a:extLst>
          </p:cNvPr>
          <p:cNvSpPr>
            <a:spLocks noGrp="1"/>
          </p:cNvSpPr>
          <p:nvPr/>
        </p:nvSpPr>
        <p:spPr>
          <a:xfrm>
            <a:off x="1066800" y="2371725"/>
            <a:ext cx="695325" cy="695325"/>
          </a:xfrm>
          <a:prstGeom prst="rect">
            <a:avLst/>
          </a:prstGeom>
          <a:solidFill>
            <a:srgbClr val="303841"/>
          </a:solidFill>
          <a:ln w="7144">
            <a:solidFill>
              <a:srgbClr val="98A1AA"/>
            </a:solidFill>
          </a:ln>
        </p:spPr>
      </p:sp>
      <p:sp>
        <p:nvSpPr>
          <p:cNvPr id="8" name="pixel-value-1616">
            <a:extLst>
              <a:ext uri="{FF2B5EF4-FFF2-40B4-BE49-F238E27FC236}">
                <a16:creationId xmlns:a16="http://schemas.microsoft.com/office/drawing/2014/main" id="{7A1CEB33-D8B8-433E-BAAC-3F097505971C}"/>
              </a:ext>
            </a:extLst>
          </p:cNvPr>
          <p:cNvSpPr>
            <a:spLocks noGrp="1"/>
          </p:cNvSpPr>
          <p:nvPr/>
        </p:nvSpPr>
        <p:spPr>
          <a:xfrm>
            <a:off x="106680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9" name="pixel-1617">
            <a:extLst>
              <a:ext uri="{FF2B5EF4-FFF2-40B4-BE49-F238E27FC236}">
                <a16:creationId xmlns:a16="http://schemas.microsoft.com/office/drawing/2014/main" id="{F0D5424A-93A6-4013-8EBE-A25421F5FFB8}"/>
              </a:ext>
            </a:extLst>
          </p:cNvPr>
          <p:cNvSpPr>
            <a:spLocks noGrp="1"/>
          </p:cNvSpPr>
          <p:nvPr/>
        </p:nvSpPr>
        <p:spPr>
          <a:xfrm>
            <a:off x="1762125" y="2371725"/>
            <a:ext cx="695325" cy="695325"/>
          </a:xfrm>
          <a:prstGeom prst="rect">
            <a:avLst/>
          </a:prstGeom>
          <a:solidFill>
            <a:srgbClr val="303841"/>
          </a:solidFill>
          <a:ln w="7144">
            <a:solidFill>
              <a:srgbClr val="98A1AA"/>
            </a:solidFill>
          </a:ln>
        </p:spPr>
      </p:sp>
      <p:sp>
        <p:nvSpPr>
          <p:cNvPr id="10" name="pixel-value-1618">
            <a:extLst>
              <a:ext uri="{FF2B5EF4-FFF2-40B4-BE49-F238E27FC236}">
                <a16:creationId xmlns:a16="http://schemas.microsoft.com/office/drawing/2014/main" id="{E987C902-326B-484C-AA06-621A2AC24F82}"/>
              </a:ext>
            </a:extLst>
          </p:cNvPr>
          <p:cNvSpPr>
            <a:spLocks noGrp="1"/>
          </p:cNvSpPr>
          <p:nvPr/>
        </p:nvSpPr>
        <p:spPr>
          <a:xfrm>
            <a:off x="176212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1" name="pixel-1619">
            <a:extLst>
              <a:ext uri="{FF2B5EF4-FFF2-40B4-BE49-F238E27FC236}">
                <a16:creationId xmlns:a16="http://schemas.microsoft.com/office/drawing/2014/main" id="{0206E464-0C40-462B-94D7-C3FCAFB71E8B}"/>
              </a:ext>
            </a:extLst>
          </p:cNvPr>
          <p:cNvSpPr>
            <a:spLocks noGrp="1"/>
          </p:cNvSpPr>
          <p:nvPr/>
        </p:nvSpPr>
        <p:spPr>
          <a:xfrm>
            <a:off x="2457450" y="2371725"/>
            <a:ext cx="695325" cy="695325"/>
          </a:xfrm>
          <a:prstGeom prst="rect">
            <a:avLst/>
          </a:prstGeom>
          <a:solidFill>
            <a:srgbClr val="303841"/>
          </a:solidFill>
          <a:ln w="7144">
            <a:solidFill>
              <a:srgbClr val="98A1AA"/>
            </a:solidFill>
          </a:ln>
        </p:spPr>
      </p:sp>
      <p:sp>
        <p:nvSpPr>
          <p:cNvPr id="12" name="pixel-value-1620">
            <a:extLst>
              <a:ext uri="{FF2B5EF4-FFF2-40B4-BE49-F238E27FC236}">
                <a16:creationId xmlns:a16="http://schemas.microsoft.com/office/drawing/2014/main" id="{31D90A9A-5941-4693-A08C-1582B7F25D2D}"/>
              </a:ext>
            </a:extLst>
          </p:cNvPr>
          <p:cNvSpPr>
            <a:spLocks noGrp="1"/>
          </p:cNvSpPr>
          <p:nvPr/>
        </p:nvSpPr>
        <p:spPr>
          <a:xfrm>
            <a:off x="245745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3" name="pixel-1621">
            <a:extLst>
              <a:ext uri="{FF2B5EF4-FFF2-40B4-BE49-F238E27FC236}">
                <a16:creationId xmlns:a16="http://schemas.microsoft.com/office/drawing/2014/main" id="{26479DD9-03C6-4476-B23B-5D3D0E259FB2}"/>
              </a:ext>
            </a:extLst>
          </p:cNvPr>
          <p:cNvSpPr>
            <a:spLocks noGrp="1"/>
          </p:cNvSpPr>
          <p:nvPr/>
        </p:nvSpPr>
        <p:spPr>
          <a:xfrm>
            <a:off x="3152775" y="2371725"/>
            <a:ext cx="695325" cy="695325"/>
          </a:xfrm>
          <a:prstGeom prst="rect">
            <a:avLst/>
          </a:prstGeom>
          <a:solidFill>
            <a:srgbClr val="303841"/>
          </a:solidFill>
          <a:ln w="7144">
            <a:solidFill>
              <a:srgbClr val="98A1AA"/>
            </a:solidFill>
          </a:ln>
        </p:spPr>
      </p:sp>
      <p:sp>
        <p:nvSpPr>
          <p:cNvPr id="14" name="pixel-value-1622">
            <a:extLst>
              <a:ext uri="{FF2B5EF4-FFF2-40B4-BE49-F238E27FC236}">
                <a16:creationId xmlns:a16="http://schemas.microsoft.com/office/drawing/2014/main" id="{951B6D0E-2567-4F28-AC8F-C114D9485367}"/>
              </a:ext>
            </a:extLst>
          </p:cNvPr>
          <p:cNvSpPr>
            <a:spLocks noGrp="1"/>
          </p:cNvSpPr>
          <p:nvPr/>
        </p:nvSpPr>
        <p:spPr>
          <a:xfrm>
            <a:off x="315277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pixel-1623">
            <a:extLst>
              <a:ext uri="{FF2B5EF4-FFF2-40B4-BE49-F238E27FC236}">
                <a16:creationId xmlns:a16="http://schemas.microsoft.com/office/drawing/2014/main" id="{5AA92915-F388-4B0A-B080-A89DBCFA8DB6}"/>
              </a:ext>
            </a:extLst>
          </p:cNvPr>
          <p:cNvSpPr>
            <a:spLocks noGrp="1"/>
          </p:cNvSpPr>
          <p:nvPr/>
        </p:nvSpPr>
        <p:spPr>
          <a:xfrm>
            <a:off x="1066800" y="3067050"/>
            <a:ext cx="695325" cy="695325"/>
          </a:xfrm>
          <a:prstGeom prst="rect">
            <a:avLst/>
          </a:prstGeom>
          <a:solidFill>
            <a:srgbClr val="303841"/>
          </a:solidFill>
          <a:ln w="7144">
            <a:solidFill>
              <a:srgbClr val="98A1AA"/>
            </a:solidFill>
          </a:ln>
        </p:spPr>
      </p:sp>
      <p:sp>
        <p:nvSpPr>
          <p:cNvPr id="16" name="pixel-value-1624">
            <a:extLst>
              <a:ext uri="{FF2B5EF4-FFF2-40B4-BE49-F238E27FC236}">
                <a16:creationId xmlns:a16="http://schemas.microsoft.com/office/drawing/2014/main" id="{7C161D27-E1AE-4526-BE84-D9A9E81361B4}"/>
              </a:ext>
            </a:extLst>
          </p:cNvPr>
          <p:cNvSpPr>
            <a:spLocks noGrp="1"/>
          </p:cNvSpPr>
          <p:nvPr/>
        </p:nvSpPr>
        <p:spPr>
          <a:xfrm>
            <a:off x="106680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7" name="pixel-1625">
            <a:extLst>
              <a:ext uri="{FF2B5EF4-FFF2-40B4-BE49-F238E27FC236}">
                <a16:creationId xmlns:a16="http://schemas.microsoft.com/office/drawing/2014/main" id="{93DC3951-F698-432E-A200-F731AD31D0B7}"/>
              </a:ext>
            </a:extLst>
          </p:cNvPr>
          <p:cNvSpPr>
            <a:spLocks noGrp="1"/>
          </p:cNvSpPr>
          <p:nvPr/>
        </p:nvSpPr>
        <p:spPr>
          <a:xfrm>
            <a:off x="1762125" y="3067050"/>
            <a:ext cx="695325" cy="695325"/>
          </a:xfrm>
          <a:prstGeom prst="rect">
            <a:avLst/>
          </a:prstGeom>
          <a:solidFill>
            <a:srgbClr val="303841"/>
          </a:solidFill>
          <a:ln w="7144">
            <a:solidFill>
              <a:srgbClr val="98A1AA"/>
            </a:solidFill>
          </a:ln>
        </p:spPr>
      </p:sp>
      <p:sp>
        <p:nvSpPr>
          <p:cNvPr id="18" name="pixel-value-1626">
            <a:extLst>
              <a:ext uri="{FF2B5EF4-FFF2-40B4-BE49-F238E27FC236}">
                <a16:creationId xmlns:a16="http://schemas.microsoft.com/office/drawing/2014/main" id="{3AA6BE4F-D563-4BC2-96C4-E7F16DE843EC}"/>
              </a:ext>
            </a:extLst>
          </p:cNvPr>
          <p:cNvSpPr>
            <a:spLocks noGrp="1"/>
          </p:cNvSpPr>
          <p:nvPr/>
        </p:nvSpPr>
        <p:spPr>
          <a:xfrm>
            <a:off x="176212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627">
            <a:extLst>
              <a:ext uri="{FF2B5EF4-FFF2-40B4-BE49-F238E27FC236}">
                <a16:creationId xmlns:a16="http://schemas.microsoft.com/office/drawing/2014/main" id="{74186284-36C8-459B-A2FB-08B5EA111335}"/>
              </a:ext>
            </a:extLst>
          </p:cNvPr>
          <p:cNvSpPr>
            <a:spLocks noGrp="1"/>
          </p:cNvSpPr>
          <p:nvPr/>
        </p:nvSpPr>
        <p:spPr>
          <a:xfrm>
            <a:off x="2457450" y="3067050"/>
            <a:ext cx="695325" cy="695325"/>
          </a:xfrm>
          <a:prstGeom prst="rect">
            <a:avLst/>
          </a:prstGeom>
          <a:solidFill>
            <a:srgbClr val="303841"/>
          </a:solidFill>
          <a:ln w="7144">
            <a:solidFill>
              <a:srgbClr val="98A1AA"/>
            </a:solidFill>
          </a:ln>
        </p:spPr>
      </p:sp>
      <p:sp>
        <p:nvSpPr>
          <p:cNvPr id="20" name="pixel-value-1628">
            <a:extLst>
              <a:ext uri="{FF2B5EF4-FFF2-40B4-BE49-F238E27FC236}">
                <a16:creationId xmlns:a16="http://schemas.microsoft.com/office/drawing/2014/main" id="{0012B0EA-643F-464B-8843-BBC7850C707E}"/>
              </a:ext>
            </a:extLst>
          </p:cNvPr>
          <p:cNvSpPr>
            <a:spLocks noGrp="1"/>
          </p:cNvSpPr>
          <p:nvPr/>
        </p:nvSpPr>
        <p:spPr>
          <a:xfrm>
            <a:off x="245745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1" name="pixel-1629">
            <a:extLst>
              <a:ext uri="{FF2B5EF4-FFF2-40B4-BE49-F238E27FC236}">
                <a16:creationId xmlns:a16="http://schemas.microsoft.com/office/drawing/2014/main" id="{947CE195-9FDA-459E-A4BB-3676E7E2CE17}"/>
              </a:ext>
            </a:extLst>
          </p:cNvPr>
          <p:cNvSpPr>
            <a:spLocks noGrp="1"/>
          </p:cNvSpPr>
          <p:nvPr/>
        </p:nvSpPr>
        <p:spPr>
          <a:xfrm>
            <a:off x="3152775" y="3067050"/>
            <a:ext cx="695325" cy="695325"/>
          </a:xfrm>
          <a:prstGeom prst="rect">
            <a:avLst/>
          </a:prstGeom>
          <a:solidFill>
            <a:srgbClr val="303841"/>
          </a:solidFill>
          <a:ln w="7144">
            <a:solidFill>
              <a:srgbClr val="98A1AA"/>
            </a:solidFill>
          </a:ln>
        </p:spPr>
      </p:sp>
      <p:sp>
        <p:nvSpPr>
          <p:cNvPr id="22" name="pixel-value-1630">
            <a:extLst>
              <a:ext uri="{FF2B5EF4-FFF2-40B4-BE49-F238E27FC236}">
                <a16:creationId xmlns:a16="http://schemas.microsoft.com/office/drawing/2014/main" id="{E6697AA2-2730-484A-874B-AE840FC4D177}"/>
              </a:ext>
            </a:extLst>
          </p:cNvPr>
          <p:cNvSpPr>
            <a:spLocks noGrp="1"/>
          </p:cNvSpPr>
          <p:nvPr/>
        </p:nvSpPr>
        <p:spPr>
          <a:xfrm>
            <a:off x="315277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3" name="pixel-1631">
            <a:extLst>
              <a:ext uri="{FF2B5EF4-FFF2-40B4-BE49-F238E27FC236}">
                <a16:creationId xmlns:a16="http://schemas.microsoft.com/office/drawing/2014/main" id="{25C5E24D-6EF0-48C4-8BDC-E20DB99F3CAA}"/>
              </a:ext>
            </a:extLst>
          </p:cNvPr>
          <p:cNvSpPr>
            <a:spLocks noGrp="1"/>
          </p:cNvSpPr>
          <p:nvPr/>
        </p:nvSpPr>
        <p:spPr>
          <a:xfrm>
            <a:off x="1066800" y="3762375"/>
            <a:ext cx="695325" cy="695325"/>
          </a:xfrm>
          <a:prstGeom prst="rect">
            <a:avLst/>
          </a:prstGeom>
          <a:solidFill>
            <a:srgbClr val="303841"/>
          </a:solidFill>
          <a:ln w="7144">
            <a:solidFill>
              <a:srgbClr val="98A1AA"/>
            </a:solidFill>
          </a:ln>
        </p:spPr>
      </p:sp>
      <p:sp>
        <p:nvSpPr>
          <p:cNvPr id="24" name="pixel-value-1632">
            <a:extLst>
              <a:ext uri="{FF2B5EF4-FFF2-40B4-BE49-F238E27FC236}">
                <a16:creationId xmlns:a16="http://schemas.microsoft.com/office/drawing/2014/main" id="{809E09B0-5034-4AC3-BFFF-4CB474DF5E0C}"/>
              </a:ext>
            </a:extLst>
          </p:cNvPr>
          <p:cNvSpPr>
            <a:spLocks noGrp="1"/>
          </p:cNvSpPr>
          <p:nvPr/>
        </p:nvSpPr>
        <p:spPr>
          <a:xfrm>
            <a:off x="106680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5" name="pixel-1633">
            <a:extLst>
              <a:ext uri="{FF2B5EF4-FFF2-40B4-BE49-F238E27FC236}">
                <a16:creationId xmlns:a16="http://schemas.microsoft.com/office/drawing/2014/main" id="{0566DE16-5026-445D-BBCF-C3C3295DC6FD}"/>
              </a:ext>
            </a:extLst>
          </p:cNvPr>
          <p:cNvSpPr>
            <a:spLocks noGrp="1"/>
          </p:cNvSpPr>
          <p:nvPr/>
        </p:nvSpPr>
        <p:spPr>
          <a:xfrm>
            <a:off x="1762125" y="3762375"/>
            <a:ext cx="695325" cy="695325"/>
          </a:xfrm>
          <a:prstGeom prst="rect">
            <a:avLst/>
          </a:prstGeom>
          <a:solidFill>
            <a:srgbClr val="303841"/>
          </a:solidFill>
          <a:ln w="7144">
            <a:solidFill>
              <a:srgbClr val="98A1AA"/>
            </a:solidFill>
          </a:ln>
        </p:spPr>
      </p:sp>
      <p:sp>
        <p:nvSpPr>
          <p:cNvPr id="26" name="pixel-value-1634">
            <a:extLst>
              <a:ext uri="{FF2B5EF4-FFF2-40B4-BE49-F238E27FC236}">
                <a16:creationId xmlns:a16="http://schemas.microsoft.com/office/drawing/2014/main" id="{AC45C56E-FFBB-45AB-A96B-77E9BB552D63}"/>
              </a:ext>
            </a:extLst>
          </p:cNvPr>
          <p:cNvSpPr>
            <a:spLocks noGrp="1"/>
          </p:cNvSpPr>
          <p:nvPr/>
        </p:nvSpPr>
        <p:spPr>
          <a:xfrm>
            <a:off x="176212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7" name="pixel-1635">
            <a:extLst>
              <a:ext uri="{FF2B5EF4-FFF2-40B4-BE49-F238E27FC236}">
                <a16:creationId xmlns:a16="http://schemas.microsoft.com/office/drawing/2014/main" id="{CFED3BC6-E4AD-431B-BE57-94ED1C309317}"/>
              </a:ext>
            </a:extLst>
          </p:cNvPr>
          <p:cNvSpPr>
            <a:spLocks noGrp="1"/>
          </p:cNvSpPr>
          <p:nvPr/>
        </p:nvSpPr>
        <p:spPr>
          <a:xfrm>
            <a:off x="2457450" y="3762375"/>
            <a:ext cx="695325" cy="695325"/>
          </a:xfrm>
          <a:prstGeom prst="rect">
            <a:avLst/>
          </a:prstGeom>
          <a:solidFill>
            <a:srgbClr val="303841"/>
          </a:solidFill>
          <a:ln w="7144">
            <a:solidFill>
              <a:srgbClr val="98A1AA"/>
            </a:solidFill>
          </a:ln>
        </p:spPr>
      </p:sp>
      <p:sp>
        <p:nvSpPr>
          <p:cNvPr id="28" name="pixel-value-1636">
            <a:extLst>
              <a:ext uri="{FF2B5EF4-FFF2-40B4-BE49-F238E27FC236}">
                <a16:creationId xmlns:a16="http://schemas.microsoft.com/office/drawing/2014/main" id="{C9C74A22-C6ED-4658-8A75-AD92B83BC999}"/>
              </a:ext>
            </a:extLst>
          </p:cNvPr>
          <p:cNvSpPr>
            <a:spLocks noGrp="1"/>
          </p:cNvSpPr>
          <p:nvPr/>
        </p:nvSpPr>
        <p:spPr>
          <a:xfrm>
            <a:off x="245745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9" name="pixel-1637">
            <a:extLst>
              <a:ext uri="{FF2B5EF4-FFF2-40B4-BE49-F238E27FC236}">
                <a16:creationId xmlns:a16="http://schemas.microsoft.com/office/drawing/2014/main" id="{692571D7-BB5B-4530-BBBC-2F5B2A6AB078}"/>
              </a:ext>
            </a:extLst>
          </p:cNvPr>
          <p:cNvSpPr>
            <a:spLocks noGrp="1"/>
          </p:cNvSpPr>
          <p:nvPr/>
        </p:nvSpPr>
        <p:spPr>
          <a:xfrm>
            <a:off x="3152775" y="3762375"/>
            <a:ext cx="695325" cy="695325"/>
          </a:xfrm>
          <a:prstGeom prst="rect">
            <a:avLst/>
          </a:prstGeom>
          <a:solidFill>
            <a:srgbClr val="303841"/>
          </a:solidFill>
          <a:ln w="7144">
            <a:solidFill>
              <a:srgbClr val="98A1AA"/>
            </a:solidFill>
          </a:ln>
        </p:spPr>
      </p:sp>
      <p:sp>
        <p:nvSpPr>
          <p:cNvPr id="30" name="pixel-value-1638">
            <a:extLst>
              <a:ext uri="{FF2B5EF4-FFF2-40B4-BE49-F238E27FC236}">
                <a16:creationId xmlns:a16="http://schemas.microsoft.com/office/drawing/2014/main" id="{86AA6E8A-AFD2-4194-9E27-3AFDB72164E8}"/>
              </a:ext>
            </a:extLst>
          </p:cNvPr>
          <p:cNvSpPr>
            <a:spLocks noGrp="1"/>
          </p:cNvSpPr>
          <p:nvPr/>
        </p:nvSpPr>
        <p:spPr>
          <a:xfrm>
            <a:off x="315277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1" name="pixel-1639">
            <a:extLst>
              <a:ext uri="{FF2B5EF4-FFF2-40B4-BE49-F238E27FC236}">
                <a16:creationId xmlns:a16="http://schemas.microsoft.com/office/drawing/2014/main" id="{E684797C-781B-4E13-A6C6-2387A7400B84}"/>
              </a:ext>
            </a:extLst>
          </p:cNvPr>
          <p:cNvSpPr>
            <a:spLocks noGrp="1"/>
          </p:cNvSpPr>
          <p:nvPr/>
        </p:nvSpPr>
        <p:spPr>
          <a:xfrm>
            <a:off x="1066800" y="4457700"/>
            <a:ext cx="695325" cy="695325"/>
          </a:xfrm>
          <a:prstGeom prst="rect">
            <a:avLst/>
          </a:prstGeom>
          <a:solidFill>
            <a:srgbClr val="303841"/>
          </a:solidFill>
          <a:ln w="7144">
            <a:solidFill>
              <a:srgbClr val="98A1AA"/>
            </a:solidFill>
          </a:ln>
        </p:spPr>
      </p:sp>
      <p:sp>
        <p:nvSpPr>
          <p:cNvPr id="32" name="pixel-value-1640">
            <a:extLst>
              <a:ext uri="{FF2B5EF4-FFF2-40B4-BE49-F238E27FC236}">
                <a16:creationId xmlns:a16="http://schemas.microsoft.com/office/drawing/2014/main" id="{C2EFCAA2-C90F-42BC-93D5-BB9A7DCA2FAF}"/>
              </a:ext>
            </a:extLst>
          </p:cNvPr>
          <p:cNvSpPr>
            <a:spLocks noGrp="1"/>
          </p:cNvSpPr>
          <p:nvPr/>
        </p:nvSpPr>
        <p:spPr>
          <a:xfrm>
            <a:off x="106680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3" name="pixel-1641">
            <a:extLst>
              <a:ext uri="{FF2B5EF4-FFF2-40B4-BE49-F238E27FC236}">
                <a16:creationId xmlns:a16="http://schemas.microsoft.com/office/drawing/2014/main" id="{5A869BA3-5306-4524-8400-5E97DD90FF38}"/>
              </a:ext>
            </a:extLst>
          </p:cNvPr>
          <p:cNvSpPr>
            <a:spLocks noGrp="1"/>
          </p:cNvSpPr>
          <p:nvPr/>
        </p:nvSpPr>
        <p:spPr>
          <a:xfrm>
            <a:off x="1762125" y="4457700"/>
            <a:ext cx="695325" cy="695325"/>
          </a:xfrm>
          <a:prstGeom prst="rect">
            <a:avLst/>
          </a:prstGeom>
          <a:solidFill>
            <a:srgbClr val="303841"/>
          </a:solidFill>
          <a:ln w="7144">
            <a:solidFill>
              <a:srgbClr val="98A1AA"/>
            </a:solidFill>
          </a:ln>
        </p:spPr>
      </p:sp>
      <p:sp>
        <p:nvSpPr>
          <p:cNvPr id="34" name="pixel-value-1642">
            <a:extLst>
              <a:ext uri="{FF2B5EF4-FFF2-40B4-BE49-F238E27FC236}">
                <a16:creationId xmlns:a16="http://schemas.microsoft.com/office/drawing/2014/main" id="{D70EE03D-CB35-40B7-937F-A0485F4CBBD8}"/>
              </a:ext>
            </a:extLst>
          </p:cNvPr>
          <p:cNvSpPr>
            <a:spLocks noGrp="1"/>
          </p:cNvSpPr>
          <p:nvPr/>
        </p:nvSpPr>
        <p:spPr>
          <a:xfrm>
            <a:off x="176212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5" name="pixel-1643">
            <a:extLst>
              <a:ext uri="{FF2B5EF4-FFF2-40B4-BE49-F238E27FC236}">
                <a16:creationId xmlns:a16="http://schemas.microsoft.com/office/drawing/2014/main" id="{ECE4B976-5150-41AC-B878-E904D78AD2B3}"/>
              </a:ext>
            </a:extLst>
          </p:cNvPr>
          <p:cNvSpPr>
            <a:spLocks noGrp="1"/>
          </p:cNvSpPr>
          <p:nvPr/>
        </p:nvSpPr>
        <p:spPr>
          <a:xfrm>
            <a:off x="2457450" y="4457700"/>
            <a:ext cx="695325" cy="695325"/>
          </a:xfrm>
          <a:prstGeom prst="rect">
            <a:avLst/>
          </a:prstGeom>
          <a:solidFill>
            <a:srgbClr val="303841"/>
          </a:solidFill>
          <a:ln w="7144">
            <a:solidFill>
              <a:srgbClr val="98A1AA"/>
            </a:solidFill>
          </a:ln>
        </p:spPr>
      </p:sp>
      <p:sp>
        <p:nvSpPr>
          <p:cNvPr id="36" name="pixel-value-1644">
            <a:extLst>
              <a:ext uri="{FF2B5EF4-FFF2-40B4-BE49-F238E27FC236}">
                <a16:creationId xmlns:a16="http://schemas.microsoft.com/office/drawing/2014/main" id="{5B131462-DAF2-4E58-991C-C5A22428B909}"/>
              </a:ext>
            </a:extLst>
          </p:cNvPr>
          <p:cNvSpPr>
            <a:spLocks noGrp="1"/>
          </p:cNvSpPr>
          <p:nvPr/>
        </p:nvSpPr>
        <p:spPr>
          <a:xfrm>
            <a:off x="245745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7" name="pixel-1645">
            <a:extLst>
              <a:ext uri="{FF2B5EF4-FFF2-40B4-BE49-F238E27FC236}">
                <a16:creationId xmlns:a16="http://schemas.microsoft.com/office/drawing/2014/main" id="{870F3C0C-5D1C-430B-A01E-F45AB5E563D2}"/>
              </a:ext>
            </a:extLst>
          </p:cNvPr>
          <p:cNvSpPr>
            <a:spLocks noGrp="1"/>
          </p:cNvSpPr>
          <p:nvPr/>
        </p:nvSpPr>
        <p:spPr>
          <a:xfrm>
            <a:off x="3152775" y="4457700"/>
            <a:ext cx="695325" cy="695325"/>
          </a:xfrm>
          <a:prstGeom prst="rect">
            <a:avLst/>
          </a:prstGeom>
          <a:solidFill>
            <a:srgbClr val="303841"/>
          </a:solidFill>
          <a:ln w="7144">
            <a:solidFill>
              <a:srgbClr val="98A1AA"/>
            </a:solidFill>
          </a:ln>
        </p:spPr>
      </p:sp>
      <p:sp>
        <p:nvSpPr>
          <p:cNvPr id="38" name="pixel-value-1646">
            <a:extLst>
              <a:ext uri="{FF2B5EF4-FFF2-40B4-BE49-F238E27FC236}">
                <a16:creationId xmlns:a16="http://schemas.microsoft.com/office/drawing/2014/main" id="{B89FAC63-5F91-498F-9A53-50E7625E1ED1}"/>
              </a:ext>
            </a:extLst>
          </p:cNvPr>
          <p:cNvSpPr>
            <a:spLocks noGrp="1"/>
          </p:cNvSpPr>
          <p:nvPr/>
        </p:nvSpPr>
        <p:spPr>
          <a:xfrm>
            <a:off x="315277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9" name="prose-1647">
            <a:extLst>
              <a:ext uri="{FF2B5EF4-FFF2-40B4-BE49-F238E27FC236}">
                <a16:creationId xmlns:a16="http://schemas.microsoft.com/office/drawing/2014/main" id="{4DF9BBC6-1E61-47B9-A628-869137AF48B0}"/>
              </a:ext>
            </a:extLst>
          </p:cNvPr>
          <p:cNvSpPr>
            <a:spLocks noGrp="1"/>
          </p:cNvSpPr>
          <p:nvPr/>
        </p:nvSpPr>
        <p:spPr>
          <a:xfrm>
            <a:off x="6229350" y="2019300"/>
            <a:ext cx="5353050" cy="373380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4×4</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1인 픽셀: 16개</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최종 종이 조각: 1개</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확인은 16칸 검사</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분할 재귀는 필요 없습니다.</a:t>
            </a:r>
          </a:p>
        </p:txBody>
      </p:sp>
      <p:sp>
        <p:nvSpPr>
          <p:cNvPr id="40" name="banner-1648">
            <a:extLst>
              <a:ext uri="{FF2B5EF4-FFF2-40B4-BE49-F238E27FC236}">
                <a16:creationId xmlns:a16="http://schemas.microsoft.com/office/drawing/2014/main" id="{489EADC7-E437-4E30-AD30-B09902C0C92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41" name="banner-text-1649">
            <a:extLst>
              <a:ext uri="{FF2B5EF4-FFF2-40B4-BE49-F238E27FC236}">
                <a16:creationId xmlns:a16="http://schemas.microsoft.com/office/drawing/2014/main" id="{DB5AEC53-2734-4D67-9BFB-B3E2B561821B}"/>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한 변과 픽셀 수를 구분하세요.</a:t>
            </a:r>
          </a:p>
        </p:txBody>
      </p:sp>
      <p:sp>
        <p:nvSpPr>
          <p:cNvPr id="42" name="caption">
            <a:extLst>
              <a:ext uri="{FF2B5EF4-FFF2-40B4-BE49-F238E27FC236}">
                <a16:creationId xmlns:a16="http://schemas.microsoft.com/office/drawing/2014/main" id="{923B8F4A-C5EC-4A12-BD1F-9FC0181FEF4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검사 비용: 단색 Θ(N). 반복 전체 검사 모델 O(N log S) 상한, N = S².</a:t>
            </a:r>
          </a:p>
        </p:txBody>
      </p:sp>
    </p:spTree>
    <p:extLst>
      <p:ext uri="{BB962C8B-B14F-4D97-AF65-F5344CB8AC3E}">
        <p14:creationId xmlns:p14="http://schemas.microsoft.com/office/powerpoint/2010/main" val="288411572"/>
      </p:ext>
    </p:extLst>
  </p:cSld>
  <p:clrMapOvr>
    <a:masterClrMapping/>
  </p:clrMapOvr>
</p:sld>
</file>

<file path=ppt/slides/slide2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431928B-CF76-4D20-8A94-9B25AC917BEF}"/>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CT 4.2  거듭제곱 나머지</a:t>
            </a:r>
          </a:p>
        </p:txBody>
      </p:sp>
      <p:sp>
        <p:nvSpPr>
          <p:cNvPr id="2" name="">
            <a:extLst xmlns:a="http://schemas.openxmlformats.org/drawingml/2006/main">
              <a:ext uri="{FF2B5EF4-FFF2-40B4-BE49-F238E27FC236}">
                <a16:creationId xmlns:a16="http://schemas.microsoft.com/office/drawing/2014/main" id="{99653DC3-2675-4071-BDE9-AB47EF7A925C}"/>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510BC8AD-CD27-4DD5-923F-3C859881DDB7}"/>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곱셈: 거듭제곱 나머지를 빠르게 계산하기</a:t>
            </a:r>
          </a:p>
        </p:txBody>
      </p:sp>
      <p:sp>
        <p:nvSpPr>
          <p:cNvPr id="4" name="">
            <a:extLst xmlns:a="http://schemas.openxmlformats.org/drawingml/2006/main">
              <a:ext uri="{FF2B5EF4-FFF2-40B4-BE49-F238E27FC236}">
                <a16:creationId xmlns:a16="http://schemas.microsoft.com/office/drawing/2014/main" id="{5C4F288E-293E-41E9-A876-27CC9EFE9359}"/>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958472-10DE-4D6B-938C-0AF5CC0BFC63}"/>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24EE9962-F6BD-4A97-93B5-7DC10499A365}"/>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235</a:t>
            </a:r>
          </a:p>
        </p:txBody>
      </p:sp>
      <p:sp>
        <p:nvSpPr>
          <p:cNvPr id="7" name="">
            <a:extLst xmlns:a="http://schemas.openxmlformats.org/drawingml/2006/main">
              <a:ext uri="{FF2B5EF4-FFF2-40B4-BE49-F238E27FC236}">
                <a16:creationId xmlns:a16="http://schemas.microsoft.com/office/drawing/2014/main" id="{78B78D14-8C5C-43F0-9DC5-FA2191A4E83D}"/>
              </a:ext>
            </a:extLst>
          </p:cNvPr>
          <p:cNvSpPr>
            <a:spLocks xmlns:a="http://schemas.openxmlformats.org/drawingml/2006/main" noGrp="1"/>
          </p:cNvSpPr>
          <p:nvPr/>
        </p:nvSpPr>
        <p:spPr>
          <a:xfrm xmlns:a="http://schemas.openxmlformats.org/drawingml/2006/main">
            <a:off x="609600" y="1647825"/>
            <a:ext cx="109728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71717"/>
                </a:solidFill>
                <a:latin typeface="Malgun Gothic"/>
                <a:ea typeface="Malgun Gothic"/>
                <a:cs typeface="Malgun Gothic"/>
              </a:defRPr>
            </a:pPr>
            <a:r>
              <a:rPr sz="2100" b="0">
                <a:solidFill>
                  <a:srgbClr val="171717"/>
                </a:solidFill>
                <a:latin typeface="Malgun Gothic"/>
                <a:ea typeface="Malgun Gothic"/>
                <a:cs typeface="Malgun Gothic"/>
              </a:rPr>
              <a:t>A를 B번 곱한 값의 C에 대한 나머지를 구합니다.</a:t>
            </a:r>
          </a:p>
          <a:p xmlns:a="http://schemas.openxmlformats.org/drawingml/2006/main">
            <a:pPr algn="l">
              <a:defRPr sz="2100" b="0">
                <a:solidFill>
                  <a:srgbClr val="171717"/>
                </a:solidFill>
                <a:latin typeface="Malgun Gothic"/>
                <a:ea typeface="Malgun Gothic"/>
                <a:cs typeface="Malgun Gothic"/>
              </a:defRPr>
            </a:pPr>
            <a:r>
              <a:rPr sz="2100" b="0">
                <a:solidFill>
                  <a:srgbClr val="171717"/>
                </a:solidFill>
                <a:latin typeface="Malgun Gothic"/>
                <a:ea typeface="Malgun Gothic"/>
                <a:cs typeface="Malgun Gothic"/>
              </a:rPr>
              <a:t>절반 지수의 결과를 한 번 구해 저장한 뒤 재사용합니다.</a:t>
            </a:r>
          </a:p>
        </p:txBody>
      </p:sp>
      <p:sp>
        <p:nvSpPr>
          <p:cNvPr id="8" name="">
            <a:extLst xmlns:a="http://schemas.openxmlformats.org/drawingml/2006/main">
              <a:ext uri="{FF2B5EF4-FFF2-40B4-BE49-F238E27FC236}">
                <a16:creationId xmlns:a16="http://schemas.microsoft.com/office/drawing/2014/main" id="{116DD0FF-F076-431C-9A4C-E5B965CADDF2}"/>
              </a:ext>
            </a:extLst>
          </p:cNvPr>
          <p:cNvSpPr>
            <a:spLocks xmlns:a="http://schemas.openxmlformats.org/drawingml/2006/main" noGrp="1"/>
          </p:cNvSpPr>
          <p:nvPr/>
        </p:nvSpPr>
        <p:spPr>
          <a:xfrm xmlns:a="http://schemas.openxmlformats.org/drawingml/2006/main">
            <a:off x="609600" y="2943225"/>
            <a:ext cx="24955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6F95"/>
                </a:solidFill>
                <a:latin typeface="Malgun Gothic"/>
                <a:ea typeface="Malgun Gothic"/>
                <a:cs typeface="Malgun Gothic"/>
              </a:defRPr>
            </a:pPr>
            <a:r>
              <a:rPr sz="2175" b="1">
                <a:solidFill>
                  <a:srgbClr val="146F95"/>
                </a:solidFill>
                <a:latin typeface="Malgun Gothic"/>
                <a:ea typeface="Malgun Gothic"/>
                <a:cs typeface="Malgun Gothic"/>
              </a:rPr>
              <a:t>B가 짝수</a:t>
            </a:r>
          </a:p>
        </p:txBody>
      </p:sp>
      <p:sp>
        <p:nvSpPr>
          <p:cNvPr id="9" name="">
            <a:extLst xmlns:a="http://schemas.openxmlformats.org/drawingml/2006/main">
              <a:ext uri="{FF2B5EF4-FFF2-40B4-BE49-F238E27FC236}">
                <a16:creationId xmlns:a16="http://schemas.microsoft.com/office/drawing/2014/main" id="{568BF422-757A-4DA9-8194-771B34D2743E}"/>
              </a:ext>
            </a:extLst>
          </p:cNvPr>
          <p:cNvSpPr>
            <a:spLocks xmlns:a="http://schemas.openxmlformats.org/drawingml/2006/main" noGrp="1"/>
          </p:cNvSpPr>
          <p:nvPr/>
        </p:nvSpPr>
        <p:spPr>
          <a:xfrm xmlns:a="http://schemas.openxmlformats.org/drawingml/2006/main">
            <a:off x="3238500" y="2943225"/>
            <a:ext cx="834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6F95"/>
                </a:solidFill>
                <a:latin typeface="Malgun Gothic"/>
                <a:ea typeface="Malgun Gothic"/>
                <a:cs typeface="Malgun Gothic"/>
              </a:defRPr>
            </a:pPr>
            <a:r>
              <a:rPr sz="2325" b="1">
                <a:solidFill>
                  <a:srgbClr val="146F95"/>
                </a:solidFill>
                <a:latin typeface="Malgun Gothic"/>
                <a:ea typeface="Malgun Gothic"/>
                <a:cs typeface="Malgun Gothic"/>
              </a:rPr>
              <a:t>A</a:t>
            </a:r>
            <a:r>
              <a:rPr sz="1674" b="1" baseline="30000">
                <a:solidFill>
                  <a:srgbClr val="146F95"/>
                </a:solidFill>
                <a:latin typeface="Malgun Gothic"/>
                <a:ea typeface="Malgun Gothic"/>
                <a:cs typeface="Malgun Gothic"/>
              </a:rPr>
              <a:t>B</a:t>
            </a:r>
            <a:r>
              <a:rPr sz="2325" b="1">
                <a:solidFill>
                  <a:srgbClr val="146F95"/>
                </a:solidFill>
                <a:latin typeface="Malgun Gothic"/>
                <a:ea typeface="Malgun Gothic"/>
                <a:cs typeface="Malgun Gothic"/>
              </a:rPr>
              <a:t> = A</a:t>
            </a:r>
            <a:r>
              <a:rPr sz="1674" b="1" baseline="30000">
                <a:solidFill>
                  <a:srgbClr val="146F95"/>
                </a:solidFill>
                <a:latin typeface="Malgun Gothic"/>
                <a:ea typeface="Malgun Gothic"/>
                <a:cs typeface="Malgun Gothic"/>
              </a:rPr>
              <a:t>B/2</a:t>
            </a:r>
            <a:r>
              <a:rPr sz="2325" b="1">
                <a:solidFill>
                  <a:srgbClr val="146F95"/>
                </a:solidFill>
                <a:latin typeface="Malgun Gothic"/>
                <a:ea typeface="Malgun Gothic"/>
                <a:cs typeface="Malgun Gothic"/>
              </a:rPr>
              <a:t> × A</a:t>
            </a:r>
            <a:r>
              <a:rPr sz="1674" b="1" baseline="30000">
                <a:solidFill>
                  <a:srgbClr val="146F95"/>
                </a:solidFill>
                <a:latin typeface="Malgun Gothic"/>
                <a:ea typeface="Malgun Gothic"/>
                <a:cs typeface="Malgun Gothic"/>
              </a:rPr>
              <a:t>B/2</a:t>
            </a:r>
          </a:p>
        </p:txBody>
      </p:sp>
      <p:sp>
        <p:nvSpPr>
          <p:cNvPr id="10" name="">
            <a:extLst xmlns:a="http://schemas.openxmlformats.org/drawingml/2006/main">
              <a:ext uri="{FF2B5EF4-FFF2-40B4-BE49-F238E27FC236}">
                <a16:creationId xmlns:a16="http://schemas.microsoft.com/office/drawing/2014/main" id="{498BCE52-A8CC-474D-BCEA-1CB28E271781}"/>
              </a:ext>
            </a:extLst>
          </p:cNvPr>
          <p:cNvSpPr>
            <a:spLocks xmlns:a="http://schemas.openxmlformats.org/drawingml/2006/main" noGrp="1"/>
          </p:cNvSpPr>
          <p:nvPr/>
        </p:nvSpPr>
        <p:spPr>
          <a:xfrm xmlns:a="http://schemas.openxmlformats.org/drawingml/2006/main">
            <a:off x="609600" y="3714750"/>
            <a:ext cx="24955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7854"/>
                </a:solidFill>
                <a:latin typeface="Malgun Gothic"/>
                <a:ea typeface="Malgun Gothic"/>
                <a:cs typeface="Malgun Gothic"/>
              </a:defRPr>
            </a:pPr>
            <a:r>
              <a:rPr sz="2175" b="1">
                <a:solidFill>
                  <a:srgbClr val="207854"/>
                </a:solidFill>
                <a:latin typeface="Malgun Gothic"/>
                <a:ea typeface="Malgun Gothic"/>
                <a:cs typeface="Malgun Gothic"/>
              </a:rPr>
              <a:t>B가 홀수</a:t>
            </a:r>
          </a:p>
        </p:txBody>
      </p:sp>
      <p:sp>
        <p:nvSpPr>
          <p:cNvPr id="11" name="">
            <a:extLst xmlns:a="http://schemas.openxmlformats.org/drawingml/2006/main">
              <a:ext uri="{FF2B5EF4-FFF2-40B4-BE49-F238E27FC236}">
                <a16:creationId xmlns:a16="http://schemas.microsoft.com/office/drawing/2014/main" id="{FC848A97-70E2-4E76-9538-F7C882B7DEEE}"/>
              </a:ext>
            </a:extLst>
          </p:cNvPr>
          <p:cNvSpPr>
            <a:spLocks xmlns:a="http://schemas.openxmlformats.org/drawingml/2006/main" noGrp="1"/>
          </p:cNvSpPr>
          <p:nvPr/>
        </p:nvSpPr>
        <p:spPr>
          <a:xfrm xmlns:a="http://schemas.openxmlformats.org/drawingml/2006/main">
            <a:off x="3238500" y="3714750"/>
            <a:ext cx="8343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7854"/>
                </a:solidFill>
                <a:latin typeface="Malgun Gothic"/>
                <a:ea typeface="Malgun Gothic"/>
                <a:cs typeface="Malgun Gothic"/>
              </a:defRPr>
            </a:pPr>
            <a:r>
              <a:rPr sz="2325" b="1">
                <a:solidFill>
                  <a:srgbClr val="207854"/>
                </a:solidFill>
                <a:latin typeface="Malgun Gothic"/>
                <a:ea typeface="Malgun Gothic"/>
                <a:cs typeface="Malgun Gothic"/>
              </a:rPr>
              <a:t>A</a:t>
            </a:r>
            <a:r>
              <a:rPr sz="1674" b="1" baseline="30000">
                <a:solidFill>
                  <a:srgbClr val="207854"/>
                </a:solidFill>
                <a:latin typeface="Malgun Gothic"/>
                <a:ea typeface="Malgun Gothic"/>
                <a:cs typeface="Malgun Gothic"/>
              </a:rPr>
              <a:t>B</a:t>
            </a:r>
            <a:r>
              <a:rPr sz="2325" b="1">
                <a:solidFill>
                  <a:srgbClr val="207854"/>
                </a:solidFill>
                <a:latin typeface="Malgun Gothic"/>
                <a:ea typeface="Malgun Gothic"/>
                <a:cs typeface="Malgun Gothic"/>
              </a:rPr>
              <a:t> = A</a:t>
            </a:r>
            <a:r>
              <a:rPr sz="1674" b="1" baseline="30000">
                <a:solidFill>
                  <a:srgbClr val="207854"/>
                </a:solidFill>
                <a:latin typeface="Malgun Gothic"/>
                <a:ea typeface="Malgun Gothic"/>
                <a:cs typeface="Malgun Gothic"/>
              </a:rPr>
              <a:t>⌊B/2⌋</a:t>
            </a:r>
            <a:r>
              <a:rPr sz="2325" b="1">
                <a:solidFill>
                  <a:srgbClr val="207854"/>
                </a:solidFill>
                <a:latin typeface="Malgun Gothic"/>
                <a:ea typeface="Malgun Gothic"/>
                <a:cs typeface="Malgun Gothic"/>
              </a:rPr>
              <a:t> × A</a:t>
            </a:r>
            <a:r>
              <a:rPr sz="1674" b="1" baseline="30000">
                <a:solidFill>
                  <a:srgbClr val="207854"/>
                </a:solidFill>
                <a:latin typeface="Malgun Gothic"/>
                <a:ea typeface="Malgun Gothic"/>
                <a:cs typeface="Malgun Gothic"/>
              </a:rPr>
              <a:t>⌊B/2⌋</a:t>
            </a:r>
            <a:r>
              <a:rPr sz="2325" b="1">
                <a:solidFill>
                  <a:srgbClr val="207854"/>
                </a:solidFill>
                <a:latin typeface="Malgun Gothic"/>
                <a:ea typeface="Malgun Gothic"/>
                <a:cs typeface="Malgun Gothic"/>
              </a:rPr>
              <a:t> × A</a:t>
            </a:r>
          </a:p>
        </p:txBody>
      </p:sp>
      <p:sp>
        <p:nvSpPr>
          <p:cNvPr id="12" name="">
            <a:extLst xmlns:a="http://schemas.openxmlformats.org/drawingml/2006/main">
              <a:ext uri="{FF2B5EF4-FFF2-40B4-BE49-F238E27FC236}">
                <a16:creationId xmlns:a16="http://schemas.microsoft.com/office/drawing/2014/main" id="{EDDB726A-7135-4D45-83D0-F7544997F754}"/>
              </a:ext>
            </a:extLst>
          </p:cNvPr>
          <p:cNvSpPr>
            <a:spLocks xmlns:a="http://schemas.openxmlformats.org/drawingml/2006/main" noGrp="1"/>
          </p:cNvSpPr>
          <p:nvPr/>
        </p:nvSpPr>
        <p:spPr>
          <a:xfrm xmlns:a="http://schemas.openxmlformats.org/drawingml/2006/main">
            <a:off x="609600" y="4486275"/>
            <a:ext cx="24955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1717"/>
                </a:solidFill>
                <a:latin typeface="Malgun Gothic"/>
                <a:ea typeface="Malgun Gothic"/>
                <a:cs typeface="Malgun Gothic"/>
              </a:defRPr>
            </a:pPr>
            <a:r>
              <a:rPr sz="2100" b="1">
                <a:solidFill>
                  <a:srgbClr val="171717"/>
                </a:solidFill>
                <a:latin typeface="Malgun Gothic"/>
                <a:ea typeface="Malgun Gothic"/>
                <a:cs typeface="Malgun Gothic"/>
              </a:rPr>
              <a:t>모듈러 성질</a:t>
            </a:r>
          </a:p>
        </p:txBody>
      </p:sp>
      <p:sp>
        <p:nvSpPr>
          <p:cNvPr id="13" name="">
            <a:extLst xmlns:a="http://schemas.openxmlformats.org/drawingml/2006/main">
              <a:ext uri="{FF2B5EF4-FFF2-40B4-BE49-F238E27FC236}">
                <a16:creationId xmlns:a16="http://schemas.microsoft.com/office/drawing/2014/main" id="{67A66AC4-5E18-4064-A0E0-DEA45BDF1B87}"/>
              </a:ext>
            </a:extLst>
          </p:cNvPr>
          <p:cNvSpPr>
            <a:spLocks xmlns:a="http://schemas.openxmlformats.org/drawingml/2006/main" noGrp="1"/>
          </p:cNvSpPr>
          <p:nvPr/>
        </p:nvSpPr>
        <p:spPr>
          <a:xfrm xmlns:a="http://schemas.openxmlformats.org/drawingml/2006/main">
            <a:off x="3238500" y="4543425"/>
            <a:ext cx="8343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71717"/>
                </a:solidFill>
                <a:latin typeface="Malgun Gothic"/>
                <a:ea typeface="Malgun Gothic"/>
                <a:cs typeface="Malgun Gothic"/>
              </a:defRPr>
            </a:pPr>
            <a:r>
              <a:rPr sz="1800" b="0">
                <a:solidFill>
                  <a:srgbClr val="171717"/>
                </a:solidFill>
                <a:latin typeface="Malgun Gothic"/>
                <a:ea typeface="Malgun Gothic"/>
                <a:cs typeface="Malgun Gothic"/>
              </a:rPr>
              <a:t>(a × b) mod c = ((a mod c) × (b mod c)) mod c</a:t>
            </a:r>
          </a:p>
        </p:txBody>
      </p:sp>
      <p:sp>
        <p:nvSpPr>
          <p:cNvPr id="14" name="">
            <a:extLst xmlns:a="http://schemas.openxmlformats.org/drawingml/2006/main">
              <a:ext uri="{FF2B5EF4-FFF2-40B4-BE49-F238E27FC236}">
                <a16:creationId xmlns:a16="http://schemas.microsoft.com/office/drawing/2014/main" id="{E6259632-D90A-4400-B929-62F33AC81F0F}"/>
              </a:ext>
            </a:extLst>
          </p:cNvPr>
          <p:cNvSpPr>
            <a:spLocks xmlns:a="http://schemas.openxmlformats.org/drawingml/2006/main" noGrp="1"/>
          </p:cNvSpPr>
          <p:nvPr/>
        </p:nvSpPr>
        <p:spPr>
          <a:xfrm xmlns:a="http://schemas.openxmlformats.org/drawingml/2006/main">
            <a:off x="609600" y="5381625"/>
            <a:ext cx="10972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6F95"/>
                </a:solidFill>
                <a:latin typeface="Malgun Gothic"/>
                <a:ea typeface="Malgun Gothic"/>
                <a:cs typeface="Malgun Gothic"/>
              </a:defRPr>
            </a:pPr>
            <a:r>
              <a:rPr sz="2325" b="1">
                <a:solidFill>
                  <a:srgbClr val="146F95"/>
                </a:solidFill>
                <a:latin typeface="Malgun Gothic"/>
                <a:ea typeface="Malgun Gothic"/>
                <a:cs typeface="Malgun Gothic"/>
              </a:rPr>
              <a:t>T(B) = T(⌊B/2⌋) + Θ(1)   전체 Θ(log B)</a:t>
            </a:r>
          </a:p>
        </p:txBody>
      </p:sp>
      <p:sp>
        <p:nvSpPr>
          <p:cNvPr id="15" name="">
            <a:extLst xmlns:a="http://schemas.openxmlformats.org/drawingml/2006/main">
              <a:ext uri="{FF2B5EF4-FFF2-40B4-BE49-F238E27FC236}">
                <a16:creationId xmlns:a16="http://schemas.microsoft.com/office/drawing/2014/main" id="{D3C7CC62-AD23-4353-A70F-B9D20E7DE471}"/>
              </a:ext>
            </a:extLst>
          </p:cNvPr>
          <p:cNvSpPr>
            <a:spLocks xmlns:a="http://schemas.openxmlformats.org/drawingml/2006/main" noGrp="1"/>
          </p:cNvSpPr>
          <p:nvPr/>
        </p:nvSpPr>
        <p:spPr>
          <a:xfrm xmlns:a="http://schemas.openxmlformats.org/drawingml/2006/main">
            <a:off x="609600" y="6124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05050"/>
                </a:solidFill>
                <a:latin typeface="Malgun Gothic"/>
                <a:ea typeface="Malgun Gothic"/>
                <a:cs typeface="Malgun Gothic"/>
              </a:defRPr>
            </a:pPr>
            <a:r>
              <a:rPr sz="1350" b="0">
                <a:solidFill>
                  <a:srgbClr val="505050"/>
                </a:solidFill>
                <a:latin typeface="Malgun Gothic"/>
                <a:ea typeface="Malgun Gothic"/>
                <a:cs typeface="Malgun Gothic"/>
              </a:rPr>
              <a:t>예제: 10¹¹ mod 12 = 4. 지수 최대 약 21억도 약 31단계입니다. 정해진 크기의 정수 연산을 상수로 셉니다.</a:t>
            </a:r>
          </a:p>
        </p:txBody>
      </p:sp>
    </p:spTree>
    <p:extLst>
      <p:ext uri="{BB962C8B-B14F-4D97-AF65-F5344CB8AC3E}">
        <p14:creationId xmlns:p14="http://schemas.microsoft.com/office/powerpoint/2010/main" val="79355891"/>
      </p:ext>
    </p:extLst>
  </p:cSld>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5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2 (</a:t>
            </a:r>
            <a:r>
              <a:rPr lang="ko-KR" altLang="en-US" sz="950" i="0">
                <a:solidFill>
                  <a:srgbClr val="171717"/>
                </a:solidFill>
                <a:latin typeface="Malgun Gothic"/>
                <a:ea typeface="Malgun Gothic"/>
                <a:cs typeface="Malgun Gothic"/>
              </a:rPr>
              <a:t>짝수</a:t>
            </a:r>
            <a:r>
              <a:rPr lang="en-US" altLang="ko-KR" sz="950" i="0">
                <a:solidFill>
                  <a:srgbClr val="171717"/>
                </a:solidFill>
                <a:latin typeface="Malgun Gothic"/>
                <a:ea typeface="Malgun Gothic"/>
                <a:cs typeface="Malgun Gothic"/>
              </a:rPr>
              <a:t>)</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깊이는 </a:t>
            </a:r>
            <a:r>
              <a:rPr lang="en-US" sz="1230" b="1" i="0">
                <a:solidFill>
                  <a:srgbClr val="171717"/>
                </a:solidFill>
                <a:latin typeface="Malgun Gothic"/>
                <a:ea typeface="Malgun Gothic"/>
                <a:cs typeface="Malgun Gothic"/>
              </a:rPr>
              <a:t>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lang="en-US" altLang="ko-KR" sz="1100" i="0">
                <a:solidFill>
                  <a:srgbClr val="171717"/>
                </a:solidFill>
                <a:latin typeface="Malgun Gothic"/>
                <a:ea typeface="Malgun Gothic"/>
                <a:cs typeface="Malgun Gothic"/>
              </a:rPr>
              <a:t>지수 B가 약 21억일 때도</a:t>
            </a:r>
            <a:br/>
            <a:r>
              <a:rPr lang="en-US" altLang="ko-KR" sz="1100" i="0">
                <a:solidFill>
                  <a:srgbClr val="171717"/>
                </a:solidFill>
                <a:latin typeface="Malgun Gothic"/>
                <a:ea typeface="Malgun Gothic"/>
                <a:cs typeface="Malgun Gothic"/>
              </a:rPr>
              <a:t>절반으로 줄이는 단계는 약 31번입니다.</a:t>
            </a:r>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result</a:t>
            </a:r>
            <a:endParaRPr sz="1500" b="0" i="0">
              <a:solidFill>
                <a:srgbClr val="FFFFFF"/>
              </a:solidFill>
              <a:latin typeface="Consolas"/>
              <a:ea typeface="Consolas"/>
              <a:cs typeface="Consolas"/>
            </a:endParaRP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print(power(A, B, C))</a:t>
            </a:r>
            <a:endParaRPr sz="900" b="0" i="0">
              <a:solidFill>
                <a:srgbClr val="FFFFFF"/>
              </a:solidFill>
              <a:latin typeface="Consolas"/>
              <a:ea typeface="Consolas"/>
              <a:cs typeface="Consolas"/>
            </a:endParaRP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분할 정복 거듭제곱 </a:t>
            </a:r>
            <a:r>
              <a:rPr lang="en-US" altLang="ko-KR" sz="3000" b="1" i="0">
                <a:solidFill>
                  <a:srgbClr val="171717"/>
                </a:solidFill>
                <a:latin typeface="Malgun Gothic"/>
                <a:ea typeface="Malgun Gothic"/>
                <a:cs typeface="Malgun Gothic"/>
              </a:rPr>
              <a:t>(fast power)</a:t>
            </a:r>
            <a:endParaRPr sz="3000" b="1" i="0">
              <a:solidFill>
                <a:srgbClr val="171717"/>
              </a:solidFill>
              <a:latin typeface="Malgun Gothic"/>
              <a:ea typeface="Malgun Gothic"/>
              <a:cs typeface="Malgun Gothic"/>
            </a:endParaRP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45469872-F430-421E-BFEB-77FE407FCC1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8D13334F-3EF4-44C1-B445-1712F30976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C4BA33-0E0B-41C9-842A-562B36C9DC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빠른 거듭제곱: 3¹¹ mod 7을 끝까지</a:t>
            </a:r>
          </a:p>
        </p:txBody>
      </p:sp>
      <p:sp>
        <p:nvSpPr>
          <p:cNvPr id="4" name="line-1650">
            <a:extLst>
              <a:ext uri="{FF2B5EF4-FFF2-40B4-BE49-F238E27FC236}">
                <a16:creationId xmlns:a16="http://schemas.microsoft.com/office/drawing/2014/main" id="{A2461D0F-4BE4-4F16-BAD8-92025037AD7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3BF9169-D5F7-4CE2-A412-AB3ED140CB0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83F4ED0-E98C-41C0-8D1C-BF7592799C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237</a:t>
            </a:r>
            <a:endParaRPr sz="1050" b="0">
              <a:solidFill>
                <a:srgbClr val="151515"/>
              </a:solidFill>
              <a:latin typeface="Consolas"/>
              <a:ea typeface="Consolas"/>
              <a:cs typeface="Consolas"/>
            </a:endParaRPr>
          </a:p>
        </p:txBody>
      </p:sp>
      <p:sp>
        <p:nvSpPr>
          <p:cNvPr id="7" name="stage-1651">
            <a:extLst>
              <a:ext uri="{FF2B5EF4-FFF2-40B4-BE49-F238E27FC236}">
                <a16:creationId xmlns:a16="http://schemas.microsoft.com/office/drawing/2014/main" id="{A2E77D2A-ED84-4800-AA31-78282EB6D1A8}"/>
              </a:ext>
            </a:extLst>
          </p:cNvPr>
          <p:cNvSpPr>
            <a:spLocks noGrp="1"/>
          </p:cNvSpPr>
          <p:nvPr/>
        </p:nvSpPr>
        <p:spPr>
          <a:xfrm>
            <a:off x="609600" y="1828800"/>
            <a:ext cx="2042160" cy="609600"/>
          </a:xfrm>
          <a:prstGeom prst="rect">
            <a:avLst/>
          </a:prstGeom>
          <a:solidFill>
            <a:srgbClr val="EEF5F8"/>
          </a:solidFill>
          <a:ln w="9525">
            <a:solidFill>
              <a:srgbClr val="146995"/>
            </a:solidFill>
          </a:ln>
        </p:spPr>
      </p:sp>
      <p:sp>
        <p:nvSpPr>
          <p:cNvPr id="8" name="stage-text-1652">
            <a:extLst>
              <a:ext uri="{FF2B5EF4-FFF2-40B4-BE49-F238E27FC236}">
                <a16:creationId xmlns:a16="http://schemas.microsoft.com/office/drawing/2014/main" id="{17B559FC-AD87-49C3-BBE1-96B580246256}"/>
              </a:ext>
            </a:extLst>
          </p:cNvPr>
          <p:cNvSpPr>
            <a:spLocks noGrp="1"/>
          </p:cNvSpPr>
          <p:nvPr/>
        </p:nvSpPr>
        <p:spPr>
          <a:xfrm>
            <a:off x="60960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11</a:t>
            </a:r>
          </a:p>
        </p:txBody>
      </p:sp>
      <p:sp>
        <p:nvSpPr>
          <p:cNvPr id="9" name="stage-1653">
            <a:extLst>
              <a:ext uri="{FF2B5EF4-FFF2-40B4-BE49-F238E27FC236}">
                <a16:creationId xmlns:a16="http://schemas.microsoft.com/office/drawing/2014/main" id="{DD38BF1A-9E67-46C5-8673-5D1AAD93494D}"/>
              </a:ext>
            </a:extLst>
          </p:cNvPr>
          <p:cNvSpPr>
            <a:spLocks noGrp="1"/>
          </p:cNvSpPr>
          <p:nvPr/>
        </p:nvSpPr>
        <p:spPr>
          <a:xfrm>
            <a:off x="2842260" y="1828800"/>
            <a:ext cx="2042160" cy="609600"/>
          </a:xfrm>
          <a:prstGeom prst="rect">
            <a:avLst/>
          </a:prstGeom>
          <a:solidFill>
            <a:srgbClr val="EEF5F8"/>
          </a:solidFill>
          <a:ln w="9525">
            <a:solidFill>
              <a:srgbClr val="146995"/>
            </a:solidFill>
          </a:ln>
        </p:spPr>
      </p:sp>
      <p:sp>
        <p:nvSpPr>
          <p:cNvPr id="10" name="stage-text-1654">
            <a:extLst>
              <a:ext uri="{FF2B5EF4-FFF2-40B4-BE49-F238E27FC236}">
                <a16:creationId xmlns:a16="http://schemas.microsoft.com/office/drawing/2014/main" id="{E3943C79-3725-4F34-8A52-260FE3703890}"/>
              </a:ext>
            </a:extLst>
          </p:cNvPr>
          <p:cNvSpPr>
            <a:spLocks noGrp="1"/>
          </p:cNvSpPr>
          <p:nvPr/>
        </p:nvSpPr>
        <p:spPr>
          <a:xfrm>
            <a:off x="284226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1" name="stage-1655">
            <a:extLst>
              <a:ext uri="{FF2B5EF4-FFF2-40B4-BE49-F238E27FC236}">
                <a16:creationId xmlns:a16="http://schemas.microsoft.com/office/drawing/2014/main" id="{AF4A06F4-9876-403D-81C5-E0B843C95B72}"/>
              </a:ext>
            </a:extLst>
          </p:cNvPr>
          <p:cNvSpPr>
            <a:spLocks noGrp="1"/>
          </p:cNvSpPr>
          <p:nvPr/>
        </p:nvSpPr>
        <p:spPr>
          <a:xfrm>
            <a:off x="5074920" y="1828800"/>
            <a:ext cx="2042160" cy="609600"/>
          </a:xfrm>
          <a:prstGeom prst="rect">
            <a:avLst/>
          </a:prstGeom>
          <a:solidFill>
            <a:srgbClr val="EEF5F8"/>
          </a:solidFill>
          <a:ln w="9525">
            <a:solidFill>
              <a:srgbClr val="146995"/>
            </a:solidFill>
          </a:ln>
        </p:spPr>
      </p:sp>
      <p:sp>
        <p:nvSpPr>
          <p:cNvPr id="12" name="stage-text-1656">
            <a:extLst>
              <a:ext uri="{FF2B5EF4-FFF2-40B4-BE49-F238E27FC236}">
                <a16:creationId xmlns:a16="http://schemas.microsoft.com/office/drawing/2014/main" id="{2E2ABB84-1EE7-4A8C-B527-8D828F3CB984}"/>
              </a:ext>
            </a:extLst>
          </p:cNvPr>
          <p:cNvSpPr>
            <a:spLocks noGrp="1"/>
          </p:cNvSpPr>
          <p:nvPr/>
        </p:nvSpPr>
        <p:spPr>
          <a:xfrm>
            <a:off x="507492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13" name="stage-1657">
            <a:extLst>
              <a:ext uri="{FF2B5EF4-FFF2-40B4-BE49-F238E27FC236}">
                <a16:creationId xmlns:a16="http://schemas.microsoft.com/office/drawing/2014/main" id="{4B49CFB4-5FC9-4703-8B6A-9C7C9612A10D}"/>
              </a:ext>
            </a:extLst>
          </p:cNvPr>
          <p:cNvSpPr>
            <a:spLocks noGrp="1"/>
          </p:cNvSpPr>
          <p:nvPr/>
        </p:nvSpPr>
        <p:spPr>
          <a:xfrm>
            <a:off x="7307580" y="1828800"/>
            <a:ext cx="2042160" cy="609600"/>
          </a:xfrm>
          <a:prstGeom prst="rect">
            <a:avLst/>
          </a:prstGeom>
          <a:solidFill>
            <a:srgbClr val="EEF5F8"/>
          </a:solidFill>
          <a:ln w="9525">
            <a:solidFill>
              <a:srgbClr val="146995"/>
            </a:solidFill>
          </a:ln>
        </p:spPr>
      </p:sp>
      <p:sp>
        <p:nvSpPr>
          <p:cNvPr id="14" name="stage-text-1658">
            <a:extLst>
              <a:ext uri="{FF2B5EF4-FFF2-40B4-BE49-F238E27FC236}">
                <a16:creationId xmlns:a16="http://schemas.microsoft.com/office/drawing/2014/main" id="{33252ACC-C787-4154-8C8E-706CB6F469FE}"/>
              </a:ext>
            </a:extLst>
          </p:cNvPr>
          <p:cNvSpPr>
            <a:spLocks noGrp="1"/>
          </p:cNvSpPr>
          <p:nvPr/>
        </p:nvSpPr>
        <p:spPr>
          <a:xfrm>
            <a:off x="730758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15" name="stage-1659">
            <a:extLst>
              <a:ext uri="{FF2B5EF4-FFF2-40B4-BE49-F238E27FC236}">
                <a16:creationId xmlns:a16="http://schemas.microsoft.com/office/drawing/2014/main" id="{B5DF6BC3-CECC-4923-A260-759EE885845C}"/>
              </a:ext>
            </a:extLst>
          </p:cNvPr>
          <p:cNvSpPr>
            <a:spLocks noGrp="1"/>
          </p:cNvSpPr>
          <p:nvPr/>
        </p:nvSpPr>
        <p:spPr>
          <a:xfrm>
            <a:off x="9540240" y="1828800"/>
            <a:ext cx="2042160" cy="609600"/>
          </a:xfrm>
          <a:prstGeom prst="rect">
            <a:avLst/>
          </a:prstGeom>
          <a:solidFill>
            <a:srgbClr val="EEF5F8"/>
          </a:solidFill>
          <a:ln w="9525">
            <a:solidFill>
              <a:srgbClr val="146995"/>
            </a:solidFill>
          </a:ln>
        </p:spPr>
      </p:sp>
      <p:sp>
        <p:nvSpPr>
          <p:cNvPr id="16" name="stage-text-1660">
            <a:extLst>
              <a:ext uri="{FF2B5EF4-FFF2-40B4-BE49-F238E27FC236}">
                <a16:creationId xmlns:a16="http://schemas.microsoft.com/office/drawing/2014/main" id="{097F97B6-A54B-4CEE-A5CD-FB6E39405B2B}"/>
              </a:ext>
            </a:extLst>
          </p:cNvPr>
          <p:cNvSpPr>
            <a:spLocks noGrp="1"/>
          </p:cNvSpPr>
          <p:nvPr/>
        </p:nvSpPr>
        <p:spPr>
          <a:xfrm>
            <a:off x="954024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0</a:t>
            </a:r>
          </a:p>
        </p:txBody>
      </p:sp>
      <p:graphicFrame>
        <p:nvGraphicFramePr>
          <p:cNvPr id="17" name="표 16">
            <a:extLst>
              <a:ext uri="{FF2B5EF4-FFF2-40B4-BE49-F238E27FC236}">
                <a16:creationId xmlns:a16="http://schemas.microsoft.com/office/drawing/2014/main" id="{14BF288E-0CC8-4CE0-A8B2-80DA52164339}"/>
              </a:ext>
            </a:extLst>
          </p:cNvPr>
          <p:cNvGraphicFramePr/>
          <p:nvPr/>
        </p:nvGraphicFramePr>
        <p:xfrm>
          <a:off x="609600" y="2876550"/>
          <a:ext cx="10972800" cy="2914650"/>
        </p:xfrm>
        <a:graphic>
          <a:graphicData uri="http://schemas.openxmlformats.org/drawingml/2006/table">
            <a:tbl>
              <a:tblPr/>
              <a:tblGrid>
                <a:gridCol w="2333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6781800">
                  <a:extLst>
                    <a:ext uri="{9D8B030D-6E8A-4147-A177-3AD203B41FA5}">
                      <a16:colId xmlns:a16="http://schemas.microsoft.com/office/drawing/2014/main" val="20002"/>
                    </a:ext>
                  </a:extLst>
                </a:gridCol>
              </a:tblGrid>
              <a:tr h="485775">
                <a:tc>
                  <a:txBody>
                    <a:bodyPr/>
                    <a:lstStyle/>
                    <a:p>
                      <a:pPr algn="ctr"/>
                      <a:r>
                        <a:rPr sz="1875" b="1">
                          <a:solidFill>
                            <a:srgbClr val="FFFFFF"/>
                          </a:solidFill>
                          <a:latin typeface="Malgun Gothic"/>
                          <a:ea typeface="Malgun Gothic"/>
                          <a:cs typeface="Malgun Gothic"/>
                        </a:rPr>
                        <a:t>돌아온 지수 b</a:t>
                      </a:r>
                    </a:p>
                  </a:txBody>
                  <a:tcPr anchor="ctr">
                    <a:solidFill>
                      <a:srgbClr val="151515"/>
                    </a:solidFill>
                  </a:tcPr>
                </a:tc>
                <a:tc>
                  <a:txBody>
                    <a:bodyPr/>
                    <a:lstStyle/>
                    <a:p>
                      <a:pPr algn="ctr"/>
                      <a:r>
                        <a:rPr sz="1875" b="1">
                          <a:solidFill>
                            <a:srgbClr val="FFFFFF"/>
                          </a:solidFill>
                          <a:latin typeface="Malgun Gothic"/>
                          <a:ea typeface="Malgun Gothic"/>
                          <a:cs typeface="Malgun Gothic"/>
                        </a:rPr>
                        <a:t>half</a:t>
                      </a:r>
                    </a:p>
                  </a:txBody>
                  <a:tcPr anchor="ctr">
                    <a:solidFill>
                      <a:srgbClr val="151515"/>
                    </a:solidFill>
                  </a:tcPr>
                </a:tc>
                <a:tc>
                  <a:txBody>
                    <a:bodyPr/>
                    <a:lstStyle/>
                    <a:p>
                      <a:pPr algn="ctr"/>
                      <a:r>
                        <a:rPr sz="1875" b="1">
                          <a:solidFill>
                            <a:srgbClr val="FFFFFF"/>
                          </a:solidFill>
                          <a:latin typeface="Malgun Gothic"/>
                          <a:ea typeface="Malgun Gothic"/>
                          <a:cs typeface="Malgun Gothic"/>
                        </a:rPr>
                        <a:t>계산 후 나머지</a:t>
                      </a:r>
                    </a:p>
                  </a:txBody>
                  <a:tcPr anchor="ctr">
                    <a:solidFill>
                      <a:srgbClr val="151515"/>
                    </a:solidFill>
                  </a:tcPr>
                </a:tc>
                <a:extLst>
                  <a:ext uri="{0D108BD9-81ED-4DB2-BD59-A6C34878D82A}">
                    <a16:rowId xmlns:a16="http://schemas.microsoft.com/office/drawing/2014/main" val="10000"/>
                  </a:ext>
                </a:extLst>
              </a:tr>
              <a:tr h="485775">
                <a:tc>
                  <a:txBody>
                    <a:bodyPr/>
                    <a:lstStyle/>
                    <a:p>
                      <a:pPr algn="ctr"/>
                      <a:r>
                        <a:rPr sz="1875" b="0">
                          <a:solidFill>
                            <a:srgbClr val="151515"/>
                          </a:solidFill>
                          <a:latin typeface="Malgun Gothic"/>
                          <a:ea typeface="Malgun Gothic"/>
                          <a:cs typeface="Malgun Gothic"/>
                        </a:rPr>
                        <a:t>0</a:t>
                      </a:r>
                    </a:p>
                  </a:txBody>
                  <a:tcPr anchor="ctr">
                    <a:solidFill>
                      <a:srgbClr val="FFFFFF"/>
                    </a:solidFill>
                  </a:tcPr>
                </a:tc>
                <a:tc>
                  <a:txBody>
                    <a:bodyPr/>
                    <a:lstStyle/>
                    <a:p>
                      <a:pPr algn="ctr"/>
                      <a:r>
                        <a:rPr sz="1875" b="0">
                          <a:solidFill>
                            <a:srgbClr val="151515"/>
                          </a:solidFill>
                          <a:latin typeface="Malgun Gothic"/>
                          <a:ea typeface="Malgun Gothic"/>
                          <a:cs typeface="Malgun Gothic"/>
                        </a:rPr>
                        <a:t>기저 사례</a:t>
                      </a:r>
                    </a:p>
                  </a:txBody>
                  <a:tcPr anchor="ctr">
                    <a:solidFill>
                      <a:srgbClr val="FFFFFF"/>
                    </a:solidFill>
                  </a:tcPr>
                </a:tc>
                <a:tc>
                  <a:txBody>
                    <a:bodyPr/>
                    <a:lstStyle/>
                    <a:p>
                      <a:pPr algn="ctr"/>
                      <a:r>
                        <a:rPr sz="1875" b="0">
                          <a:solidFill>
                            <a:srgbClr val="151515"/>
                          </a:solidFill>
                          <a:latin typeface="Malgun Gothic"/>
                          <a:ea typeface="Malgun Gothic"/>
                          <a:cs typeface="Malgun Gothic"/>
                        </a:rPr>
                        <a:t>1</a:t>
                      </a:r>
                    </a:p>
                  </a:txBody>
                  <a:tcPr anchor="ctr">
                    <a:solidFill>
                      <a:srgbClr val="FFFFFF"/>
                    </a:solidFill>
                  </a:tcPr>
                </a:tc>
                <a:extLst>
                  <a:ext uri="{0D108BD9-81ED-4DB2-BD59-A6C34878D82A}">
                    <a16:rowId xmlns:a16="http://schemas.microsoft.com/office/drawing/2014/main" val="10001"/>
                  </a:ext>
                </a:extLst>
              </a:tr>
              <a:tr h="485775">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 × 1 × 3 mod 7 = 3</a:t>
                      </a:r>
                    </a:p>
                  </a:txBody>
                  <a:tcPr anchor="ctr">
                    <a:solidFill>
                      <a:srgbClr val="F1F4F6"/>
                    </a:solidFill>
                  </a:tcPr>
                </a:tc>
                <a:extLst>
                  <a:ext uri="{0D108BD9-81ED-4DB2-BD59-A6C34878D82A}">
                    <a16:rowId xmlns:a16="http://schemas.microsoft.com/office/drawing/2014/main" val="10002"/>
                  </a:ext>
                </a:extLst>
              </a:tr>
              <a:tr h="485775">
                <a:tc>
                  <a:txBody>
                    <a:bodyPr/>
                    <a:lstStyle/>
                    <a:p>
                      <a:pPr algn="ctr"/>
                      <a:r>
                        <a:rPr sz="1875" b="0">
                          <a:solidFill>
                            <a:srgbClr val="151515"/>
                          </a:solidFill>
                          <a:latin typeface="Malgun Gothic"/>
                          <a:ea typeface="Malgun Gothic"/>
                          <a:cs typeface="Malgun Gothic"/>
                        </a:rPr>
                        <a:t>2</a:t>
                      </a:r>
                    </a:p>
                  </a:txBody>
                  <a:tcPr anchor="ctr">
                    <a:solidFill>
                      <a:srgbClr val="FFFFFF"/>
                    </a:solidFill>
                  </a:tcPr>
                </a:tc>
                <a:tc>
                  <a:txBody>
                    <a:bodyPr/>
                    <a:lstStyle/>
                    <a:p>
                      <a:pPr algn="ctr"/>
                      <a:r>
                        <a:rPr sz="1875" b="0">
                          <a:solidFill>
                            <a:srgbClr val="151515"/>
                          </a:solidFill>
                          <a:latin typeface="Malgun Gothic"/>
                          <a:ea typeface="Malgun Gothic"/>
                          <a:cs typeface="Malgun Gothic"/>
                        </a:rPr>
                        <a:t>3</a:t>
                      </a:r>
                    </a:p>
                  </a:txBody>
                  <a:tcPr anchor="ctr">
                    <a:solidFill>
                      <a:srgbClr val="FFFFFF"/>
                    </a:solidFill>
                  </a:tcPr>
                </a:tc>
                <a:tc>
                  <a:txBody>
                    <a:bodyPr/>
                    <a:lstStyle/>
                    <a:p>
                      <a:pPr algn="ctr"/>
                      <a:r>
                        <a:rPr sz="1875" b="0">
                          <a:solidFill>
                            <a:srgbClr val="151515"/>
                          </a:solidFill>
                          <a:latin typeface="Malgun Gothic"/>
                          <a:ea typeface="Malgun Gothic"/>
                          <a:cs typeface="Malgun Gothic"/>
                        </a:rPr>
                        <a:t>3 × 3 mod 7 = 2</a:t>
                      </a:r>
                    </a:p>
                  </a:txBody>
                  <a:tcPr anchor="ctr">
                    <a:solidFill>
                      <a:srgbClr val="FFFFFF"/>
                    </a:solidFill>
                  </a:tcPr>
                </a:tc>
                <a:extLst>
                  <a:ext uri="{0D108BD9-81ED-4DB2-BD59-A6C34878D82A}">
                    <a16:rowId xmlns:a16="http://schemas.microsoft.com/office/drawing/2014/main" val="10003"/>
                  </a:ext>
                </a:extLst>
              </a:tr>
              <a:tr h="485775">
                <a:tc>
                  <a:txBody>
                    <a:bodyPr/>
                    <a:lstStyle/>
                    <a:p>
                      <a:pPr algn="ctr"/>
                      <a:r>
                        <a:rPr sz="1875" b="0">
                          <a:solidFill>
                            <a:srgbClr val="151515"/>
                          </a:solidFill>
                          <a:latin typeface="Malgun Gothic"/>
                          <a:ea typeface="Malgun Gothic"/>
                          <a:cs typeface="Malgun Gothic"/>
                        </a:rPr>
                        <a:t>5</a:t>
                      </a:r>
                    </a:p>
                  </a:txBody>
                  <a:tcPr anchor="ctr">
                    <a:solidFill>
                      <a:srgbClr val="F1F4F6"/>
                    </a:solidFill>
                  </a:tcPr>
                </a:tc>
                <a:tc>
                  <a:txBody>
                    <a:bodyPr/>
                    <a:lstStyle/>
                    <a:p>
                      <a:pPr algn="ctr"/>
                      <a:r>
                        <a:rPr sz="1875" b="0">
                          <a:solidFill>
                            <a:srgbClr val="151515"/>
                          </a:solidFill>
                          <a:latin typeface="Malgun Gothic"/>
                          <a:ea typeface="Malgun Gothic"/>
                          <a:cs typeface="Malgun Gothic"/>
                        </a:rPr>
                        <a:t>2</a:t>
                      </a:r>
                    </a:p>
                  </a:txBody>
                  <a:tcPr anchor="ctr">
                    <a:solidFill>
                      <a:srgbClr val="F1F4F6"/>
                    </a:solidFill>
                  </a:tcPr>
                </a:tc>
                <a:tc>
                  <a:txBody>
                    <a:bodyPr/>
                    <a:lstStyle/>
                    <a:p>
                      <a:pPr algn="ctr"/>
                      <a:r>
                        <a:rPr sz="1875" b="0">
                          <a:solidFill>
                            <a:srgbClr val="151515"/>
                          </a:solidFill>
                          <a:latin typeface="Malgun Gothic"/>
                          <a:ea typeface="Malgun Gothic"/>
                          <a:cs typeface="Malgun Gothic"/>
                        </a:rPr>
                        <a:t>2 × 2 × 3 mod 7 = 5</a:t>
                      </a:r>
                    </a:p>
                  </a:txBody>
                  <a:tcPr anchor="ctr">
                    <a:solidFill>
                      <a:srgbClr val="F1F4F6"/>
                    </a:solidFill>
                  </a:tcPr>
                </a:tc>
                <a:extLst>
                  <a:ext uri="{0D108BD9-81ED-4DB2-BD59-A6C34878D82A}">
                    <a16:rowId xmlns:a16="http://schemas.microsoft.com/office/drawing/2014/main" val="10004"/>
                  </a:ext>
                </a:extLst>
              </a:tr>
              <a:tr h="485775">
                <a:tc>
                  <a:txBody>
                    <a:bodyPr/>
                    <a:lstStyle/>
                    <a:p>
                      <a:pPr algn="ctr"/>
                      <a:r>
                        <a:rPr sz="1875" b="0">
                          <a:solidFill>
                            <a:srgbClr val="151515"/>
                          </a:solidFill>
                          <a:latin typeface="Malgun Gothic"/>
                          <a:ea typeface="Malgun Gothic"/>
                          <a:cs typeface="Malgun Gothic"/>
                        </a:rPr>
                        <a:t>11</a:t>
                      </a:r>
                    </a:p>
                  </a:txBody>
                  <a:tcPr anchor="ctr">
                    <a:solidFill>
                      <a:srgbClr val="FFFFFF"/>
                    </a:solidFill>
                  </a:tcPr>
                </a:tc>
                <a:tc>
                  <a:txBody>
                    <a:bodyPr/>
                    <a:lstStyle/>
                    <a:p>
                      <a:pPr algn="ctr"/>
                      <a:r>
                        <a:rPr sz="1875" b="0">
                          <a:solidFill>
                            <a:srgbClr val="151515"/>
                          </a:solidFill>
                          <a:latin typeface="Malgun Gothic"/>
                          <a:ea typeface="Malgun Gothic"/>
                          <a:cs typeface="Malgun Gothic"/>
                        </a:rPr>
                        <a:t>5</a:t>
                      </a:r>
                    </a:p>
                  </a:txBody>
                  <a:tcPr anchor="ctr">
                    <a:solidFill>
                      <a:srgbClr val="FFFFFF"/>
                    </a:solidFill>
                  </a:tcPr>
                </a:tc>
                <a:tc>
                  <a:txBody>
                    <a:bodyPr/>
                    <a:lstStyle/>
                    <a:p>
                      <a:pPr algn="ctr"/>
                      <a:r>
                        <a:rPr sz="1875" b="0">
                          <a:solidFill>
                            <a:srgbClr val="151515"/>
                          </a:solidFill>
                          <a:latin typeface="Malgun Gothic"/>
                          <a:ea typeface="Malgun Gothic"/>
                          <a:cs typeface="Malgun Gothic"/>
                        </a:rPr>
                        <a:t>5 × 5 × 3 mod 7 = 5</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18" name="caption">
            <a:extLst>
              <a:ext uri="{FF2B5EF4-FFF2-40B4-BE49-F238E27FC236}">
                <a16:creationId xmlns:a16="http://schemas.microsoft.com/office/drawing/2014/main" id="{11842E79-BF92-48F0-B283-E1EDB28F45A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각 단계는 나머지를 저장합니다. 결과: 3¹¹ mod 7 = 5.</a:t>
            </a:r>
          </a:p>
        </p:txBody>
      </p:sp>
    </p:spTree>
    <p:extLst>
      <p:ext uri="{BB962C8B-B14F-4D97-AF65-F5344CB8AC3E}">
        <p14:creationId xmlns:p14="http://schemas.microsoft.com/office/powerpoint/2010/main" val="27611627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ection">
            <a:extLst>
              <a:ext uri="{FF2B5EF4-FFF2-40B4-BE49-F238E27FC236}">
                <a16:creationId xmlns:a16="http://schemas.microsoft.com/office/drawing/2014/main" id="{8E31956B-9677-4113-8FC1-51B6D9441F61}"/>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C027FF4E-E261-43A4-A623-CE2E3422530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9C30FCA-AC23-4142-A017-7D1D9197DF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지수 절반 호출 한 번: O(log b)</a:t>
            </a:r>
          </a:p>
        </p:txBody>
      </p:sp>
      <p:sp>
        <p:nvSpPr>
          <p:cNvPr id="4" name="line-1662">
            <a:extLst>
              <a:ext uri="{FF2B5EF4-FFF2-40B4-BE49-F238E27FC236}">
                <a16:creationId xmlns:a16="http://schemas.microsoft.com/office/drawing/2014/main" id="{D2C6F4D7-C7B4-4848-8EC1-ACB8BDFF3AF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09098F2-01BA-4EA2-82E7-3903E98A4A9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DE0228-989E-40B7-8B15-51A6CC1E67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238</a:t>
            </a:r>
            <a:endParaRPr sz="1050" b="0">
              <a:solidFill>
                <a:srgbClr val="151515"/>
              </a:solidFill>
              <a:latin typeface="Consolas"/>
              <a:ea typeface="Consolas"/>
              <a:cs typeface="Consolas"/>
            </a:endParaRPr>
          </a:p>
        </p:txBody>
      </p:sp>
      <p:sp>
        <p:nvSpPr>
          <p:cNvPr id="7" name="once">
            <a:extLst>
              <a:ext uri="{FF2B5EF4-FFF2-40B4-BE49-F238E27FC236}">
                <a16:creationId xmlns:a16="http://schemas.microsoft.com/office/drawing/2014/main" id="{D8632EE7-D4D4-470B-AB4A-15D4AF5BE4E9}"/>
              </a:ext>
            </a:extLst>
          </p:cNvPr>
          <p:cNvSpPr>
            <a:spLocks noGrp="1"/>
          </p:cNvSpPr>
          <p:nvPr/>
        </p:nvSpPr>
        <p:spPr>
          <a:xfrm>
            <a:off x="609600" y="2057400"/>
            <a:ext cx="10972800" cy="457200"/>
          </a:xfrm>
          <a:prstGeom prst="rect">
            <a:avLst/>
          </a:prstGeom>
          <a:noFill/>
          <a:ln w="0">
            <a:noFill/>
          </a:ln>
        </p:spPr>
        <p:txBody>
          <a:bodyPr wrap="none" lIns="0" tIns="0" rIns="0" bIns="0" anchor="t">
            <a:noAutofit/>
          </a:bodyPr>
          <a:lstStyle>
            <a:defPPr algn="l">
              <a:defRPr sz="2250" b="1">
                <a:solidFill>
                  <a:srgbClr val="146995"/>
                </a:solidFill>
                <a:latin typeface="Consolas"/>
                <a:ea typeface="Consolas"/>
                <a:cs typeface="Consolas"/>
              </a:defRPr>
            </a:defPPr>
          </a:lstStyle>
          <a:p>
            <a:pPr algn="l">
              <a:lnSpc>
                <a:spcPct val="112000"/>
              </a:lnSpc>
              <a:buNone/>
              <a:defRPr sz="2250" b="1">
                <a:solidFill>
                  <a:srgbClr val="146995"/>
                </a:solidFill>
                <a:latin typeface="Consolas"/>
                <a:ea typeface="Consolas"/>
                <a:cs typeface="Consolas"/>
              </a:defRPr>
            </a:pPr>
            <a:r>
              <a:rPr sz="2250" b="1">
                <a:solidFill>
                  <a:srgbClr val="146995"/>
                </a:solidFill>
                <a:latin typeface="Consolas"/>
                <a:ea typeface="Consolas"/>
                <a:cs typeface="Consolas"/>
              </a:rPr>
              <a:t>half = power(a, b // 2, c)  ← 한 번만 호출</a:t>
            </a:r>
          </a:p>
        </p:txBody>
      </p:sp>
      <p:sp>
        <p:nvSpPr>
          <p:cNvPr id="8" name="square">
            <a:extLst>
              <a:ext uri="{FF2B5EF4-FFF2-40B4-BE49-F238E27FC236}">
                <a16:creationId xmlns:a16="http://schemas.microsoft.com/office/drawing/2014/main" id="{57C9748C-CE90-422D-B04B-2B9EB1DA23C5}"/>
              </a:ext>
            </a:extLst>
          </p:cNvPr>
          <p:cNvSpPr>
            <a:spLocks noGrp="1"/>
          </p:cNvSpPr>
          <p:nvPr/>
        </p:nvSpPr>
        <p:spPr>
          <a:xfrm>
            <a:off x="609600" y="2886075"/>
            <a:ext cx="10972800" cy="409575"/>
          </a:xfrm>
          <a:prstGeom prst="rect">
            <a:avLst/>
          </a:prstGeom>
          <a:noFill/>
          <a:ln w="0">
            <a:noFill/>
          </a:ln>
        </p:spPr>
        <p:txBody>
          <a:bodyPr wrap="none" lIns="0" tIns="0" rIns="0" bIns="0" anchor="t">
            <a:noAutofit/>
          </a:bodyPr>
          <a:lstStyle>
            <a:defPPr algn="l">
              <a:defRPr sz="2325" b="0">
                <a:solidFill>
                  <a:srgbClr val="151515"/>
                </a:solidFill>
                <a:latin typeface="Consolas"/>
                <a:ea typeface="Consolas"/>
                <a:cs typeface="Consolas"/>
              </a:defRPr>
            </a:defPPr>
          </a:lstStyle>
          <a:p>
            <a:pPr algn="l">
              <a:lnSpc>
                <a:spcPct val="112000"/>
              </a:lnSpc>
              <a:buNone/>
              <a:defRPr sz="2325" b="0">
                <a:solidFill>
                  <a:srgbClr val="151515"/>
                </a:solidFill>
                <a:latin typeface="Consolas"/>
                <a:ea typeface="Consolas"/>
                <a:cs typeface="Consolas"/>
              </a:defRPr>
            </a:pPr>
            <a:r>
              <a:rPr sz="2325" b="0">
                <a:solidFill>
                  <a:srgbClr val="151515"/>
                </a:solidFill>
                <a:latin typeface="Consolas"/>
                <a:ea typeface="Consolas"/>
                <a:cs typeface="Consolas"/>
              </a:rPr>
              <a:t>result = (half * half) % c</a:t>
            </a:r>
          </a:p>
        </p:txBody>
      </p:sp>
      <p:sp>
        <p:nvSpPr>
          <p:cNvPr id="9" name="odd">
            <a:extLst>
              <a:ext uri="{FF2B5EF4-FFF2-40B4-BE49-F238E27FC236}">
                <a16:creationId xmlns:a16="http://schemas.microsoft.com/office/drawing/2014/main" id="{08036DBB-0F64-4F12-851B-98BC7EDFE478}"/>
              </a:ext>
            </a:extLst>
          </p:cNvPr>
          <p:cNvSpPr>
            <a:spLocks noGrp="1"/>
          </p:cNvSpPr>
          <p:nvPr/>
        </p:nvSpPr>
        <p:spPr>
          <a:xfrm>
            <a:off x="609600" y="3714750"/>
            <a:ext cx="10972800" cy="409575"/>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12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홀수 b일 때만 a를 한 번 더 곱합니다.</a:t>
            </a:r>
          </a:p>
        </p:txBody>
      </p:sp>
      <p:sp>
        <p:nvSpPr>
          <p:cNvPr id="10" name="cost">
            <a:extLst>
              <a:ext uri="{FF2B5EF4-FFF2-40B4-BE49-F238E27FC236}">
                <a16:creationId xmlns:a16="http://schemas.microsoft.com/office/drawing/2014/main" id="{DFCD0EF1-804E-4723-8D70-051F8F655B6F}"/>
              </a:ext>
            </a:extLst>
          </p:cNvPr>
          <p:cNvSpPr>
            <a:spLocks noGrp="1"/>
          </p:cNvSpPr>
          <p:nvPr/>
        </p:nvSpPr>
        <p:spPr>
          <a:xfrm>
            <a:off x="609600" y="4848225"/>
            <a:ext cx="10972800" cy="5334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T(b) = T(⌊b/2⌋) + O(1) → O(log b)</a:t>
            </a:r>
          </a:p>
        </p:txBody>
      </p:sp>
      <p:sp>
        <p:nvSpPr>
          <p:cNvPr id="11" name="caption">
            <a:extLst>
              <a:ext uri="{FF2B5EF4-FFF2-40B4-BE49-F238E27FC236}">
                <a16:creationId xmlns:a16="http://schemas.microsoft.com/office/drawing/2014/main" id="{BE51AFB2-E17A-46D4-90EF-8156E96249E8}"/>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정해진 크기의 정수 연산을 상수로 세는 기준입니다. b = 0은 바로 반환합니다.</a:t>
            </a:r>
          </a:p>
        </p:txBody>
      </p:sp>
    </p:spTree>
    <p:extLst>
      <p:ext uri="{BB962C8B-B14F-4D97-AF65-F5344CB8AC3E}">
        <p14:creationId xmlns:p14="http://schemas.microsoft.com/office/powerpoint/2010/main" val="217152579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분할 정복의 </a:t>
            </a:r>
            <a:r>
              <a:rPr lang="en-US" altLang="ko-KR" sz="1400" b="1" i="0">
                <a:solidFill>
                  <a:srgbClr val="171717"/>
                </a:solidFill>
                <a:latin typeface="Malgun Gothic"/>
                <a:ea typeface="Malgun Gothic"/>
                <a:cs typeface="Malgun Gothic"/>
              </a:rPr>
              <a:t>3</a:t>
            </a:r>
            <a:r>
              <a:rPr lang="ko-KR" altLang="en-US" sz="1400" b="1" i="0">
                <a:solidFill>
                  <a:srgbClr val="171717"/>
                </a:solidFill>
                <a:latin typeface="Malgun Gothic"/>
                <a:ea typeface="Malgun Gothic"/>
                <a:cs typeface="Malgun Gothic"/>
              </a:rPr>
              <a:t>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ko-KR" altLang="en-US" sz="1140" i="0">
                <a:solidFill>
                  <a:srgbClr val="606060"/>
                </a:solidFill>
                <a:latin typeface="Malgun Gothic"/>
                <a:ea typeface="Malgun Gothic"/>
                <a:cs typeface="Malgun Gothic"/>
              </a:rPr>
              <a:t>분할</a:t>
            </a:r>
            <a:r>
              <a:rPr lang="en-US" altLang="ko-KR" sz="1140" i="0">
                <a:solidFill>
                  <a:srgbClr val="606060"/>
                </a:solidFill>
                <a:latin typeface="Malgun Gothic"/>
                <a:ea typeface="Malgun Gothic"/>
                <a:cs typeface="Malgun Gothic"/>
              </a:rPr>
              <a:t>(divide) → </a:t>
            </a:r>
            <a:r>
              <a:rPr lang="ko-KR" altLang="en-US" sz="1140" i="0">
                <a:solidFill>
                  <a:srgbClr val="606060"/>
                </a:solidFill>
                <a:latin typeface="Malgun Gothic"/>
                <a:ea typeface="Malgun Gothic"/>
                <a:cs typeface="Malgun Gothic"/>
              </a:rPr>
              <a:t>정복</a:t>
            </a:r>
            <a:r>
              <a:rPr lang="en-US" altLang="ko-KR" sz="1140" i="0">
                <a:solidFill>
                  <a:srgbClr val="606060"/>
                </a:solidFill>
                <a:latin typeface="Malgun Gothic"/>
                <a:ea typeface="Malgun Gothic"/>
                <a:cs typeface="Malgun Gothic"/>
              </a:rPr>
              <a:t>(conquer) → </a:t>
            </a:r>
            <a:r>
              <a:rPr lang="ko-KR" altLang="en-US" sz="1140" i="0">
                <a:solidFill>
                  <a:srgbClr val="606060"/>
                </a:solidFill>
                <a:latin typeface="Malgun Gothic"/>
                <a:ea typeface="Malgun Gothic"/>
                <a:cs typeface="Malgun Gothic"/>
              </a:rPr>
              <a:t>결합</a:t>
            </a:r>
            <a:r>
              <a:rPr lang="en-US" altLang="ko-KR" sz="1140" i="0">
                <a:solidFill>
                  <a:srgbClr val="606060"/>
                </a:solidFill>
                <a:latin typeface="Malgun Gothic"/>
                <a:ea typeface="Malgun Gothic"/>
                <a:cs typeface="Malgun Gothic"/>
              </a:rPr>
              <a:t>(combine). </a:t>
            </a:r>
            <a:r>
              <a:rPr lang="ko-KR" altLang="en-US" sz="1140" i="0">
                <a:solidFill>
                  <a:srgbClr val="606060"/>
                </a:solidFill>
                <a:latin typeface="Malgun Gothic"/>
                <a:ea typeface="Malgun Gothic"/>
                <a:cs typeface="Malgun Gothic"/>
              </a:rPr>
              <a:t>기저 사례에 도달할 때까지 재귀적으로 나눈다</a:t>
            </a:r>
            <a:r>
              <a:rPr lang="en-US" altLang="ko-KR" sz="1140" i="0">
                <a:solidFill>
                  <a:srgbClr val="606060"/>
                </a:solidFill>
                <a:latin typeface="Malgun Gothic"/>
                <a:ea typeface="Malgun Gothic"/>
                <a:cs typeface="Malgun Gothic"/>
              </a:rPr>
              <a:t>.</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 정렬은 나누기가 쉽고 합치기가 어렵다</a:t>
            </a:r>
            <a:r>
              <a:rPr lang="en-US" altLang="ko-KR" sz="1140" i="0">
                <a:solidFill>
                  <a:srgbClr val="171717"/>
                </a:solidFill>
                <a:latin typeface="Malgun Gothic"/>
                <a:ea typeface="Malgun Gothic"/>
                <a:cs typeface="Malgun Gothic"/>
              </a:rPr>
              <a:t>. </a:t>
            </a:r>
            <a:r>
              <a:rPr lang="ko-KR" altLang="en-US" sz="1140" i="0">
                <a:solidFill>
                  <a:srgbClr val="171717"/>
                </a:solidFill>
                <a:latin typeface="Malgun Gothic"/>
                <a:ea typeface="Malgun Gothic"/>
                <a:cs typeface="Malgun Gothic"/>
              </a:rPr>
              <a:t>반대로 퀵 정렬은 나누기가 어렵고 합치기가 쉽다</a:t>
            </a:r>
            <a:r>
              <a:rPr lang="en-US" altLang="ko-KR" sz="1140" i="0">
                <a:solidFill>
                  <a:srgbClr val="171717"/>
                </a:solidFill>
                <a:latin typeface="Malgun Gothic"/>
                <a:ea typeface="Malgun Gothic"/>
                <a:cs typeface="Malgun Gothic"/>
              </a:rPr>
              <a:t>.</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연속 구간의 경계를 확인합니다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최대 구간 합은 왼쪽</a:t>
            </a:r>
            <a:r>
              <a:rPr lang="en-US" altLang="ko-KR" sz="1140" i="0">
                <a:solidFill>
                  <a:srgbClr val="171717"/>
                </a:solidFill>
                <a:latin typeface="Malgun Gothic"/>
                <a:ea typeface="Malgun Gothic"/>
                <a:cs typeface="Malgun Gothic"/>
              </a:rPr>
              <a:t>·</a:t>
            </a:r>
            <a:r>
              <a:rPr lang="ko-KR" altLang="en-US" sz="1140" i="0">
                <a:solidFill>
                  <a:srgbClr val="171717"/>
                </a:solidFill>
                <a:latin typeface="Malgun Gothic"/>
                <a:ea typeface="Malgun Gothic"/>
                <a:cs typeface="Malgun Gothic"/>
              </a:rPr>
              <a:t>오른쪽 내부와 중앙을 걸친 구간을 모두 비교합니다</a:t>
            </a:r>
            <a:r>
              <a:rPr lang="en-US" altLang="ko-KR" sz="1140" i="0">
                <a:solidFill>
                  <a:srgbClr val="171717"/>
                </a:solidFill>
                <a:latin typeface="Malgun Gothic"/>
                <a:ea typeface="Malgun Gothic"/>
                <a:cs typeface="Malgun Gothic"/>
              </a:rPr>
              <a:t>.</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트리는 평면을 </a:t>
            </a:r>
            <a:r>
              <a:rPr lang="en-US" altLang="ko-KR" sz="1500" i="0">
                <a:solidFill>
                  <a:srgbClr val="171717"/>
                </a:solidFill>
                <a:latin typeface="Malgun Gothic"/>
                <a:ea typeface="Malgun Gothic"/>
                <a:cs typeface="Malgun Gothic"/>
              </a:rPr>
              <a:t>1/4</a:t>
            </a:r>
            <a:r>
              <a:rPr lang="ko-KR" altLang="en-US" sz="1500" i="0">
                <a:solidFill>
                  <a:srgbClr val="171717"/>
                </a:solidFill>
                <a:latin typeface="Malgun Gothic"/>
                <a:ea typeface="Malgun Gothic"/>
                <a:cs typeface="Malgun Gothic"/>
              </a:rPr>
              <a:t>씩 재귀 분할한다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이미지 압축</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충돌 감지</a:t>
            </a:r>
            <a:r>
              <a:rPr lang="en-US" altLang="ko-KR" sz="1500" i="0">
                <a:solidFill>
                  <a:srgbClr val="171717"/>
                </a:solidFill>
                <a:latin typeface="Malgun Gothic"/>
                <a:ea typeface="Malgun Gothic"/>
                <a:cs typeface="Malgun Gothic"/>
              </a:rPr>
              <a:t>, LOD</a:t>
            </a:r>
            <a:r>
              <a:rPr lang="ko-KR" altLang="en-US" sz="1500" i="0">
                <a:solidFill>
                  <a:srgbClr val="171717"/>
                </a:solidFill>
                <a:latin typeface="Malgun Gothic"/>
                <a:ea typeface="Malgun Gothic"/>
                <a:cs typeface="Malgun Gothic"/>
              </a:rPr>
              <a:t>의 기반이다</a:t>
            </a:r>
            <a:r>
              <a:rPr lang="en-US" altLang="ko-KR" sz="1500" i="0">
                <a:solidFill>
                  <a:srgbClr val="171717"/>
                </a:solidFill>
                <a:latin typeface="Malgun Gothic"/>
                <a:ea typeface="Malgun Gothic"/>
                <a:cs typeface="Malgun Gothic"/>
              </a:rPr>
              <a:t>.</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en-US" altLang="ko-KR" sz="1140" i="0">
                <a:solidFill>
                  <a:srgbClr val="606060"/>
                </a:solidFill>
                <a:latin typeface="Malgun Gothic"/>
                <a:ea typeface="Malgun Gothic"/>
                <a:cs typeface="Malgun Gothic"/>
              </a:rPr>
              <a:t>T(n) = aT(n/b) + f(n) </a:t>
            </a:r>
            <a:r>
              <a:rPr lang="ko-KR" altLang="en-US" sz="1140" i="0">
                <a:solidFill>
                  <a:srgbClr val="606060"/>
                </a:solidFill>
                <a:latin typeface="Malgun Gothic"/>
                <a:ea typeface="Malgun Gothic"/>
                <a:cs typeface="Malgun Gothic"/>
              </a:rPr>
              <a:t>형태와 각 경우의 적용 조건을 확인한 뒤 비용의 크기를 비교합니다</a:t>
            </a:r>
            <a:r>
              <a:rPr lang="en-US" altLang="ko-KR" sz="1140" i="0">
                <a:solidFill>
                  <a:srgbClr val="606060"/>
                </a:solidFill>
                <a:latin typeface="Malgun Gothic"/>
                <a:ea typeface="Malgun Gothic"/>
                <a:cs typeface="Malgun Gothic"/>
              </a:rPr>
              <a:t>.</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sz="1050" b="1" i="0">
                <a:solidFill>
                  <a:srgbClr val="606060"/>
                </a:solidFill>
                <a:latin typeface="Malgun Gothic"/>
                <a:ea typeface="Malgun Gothic"/>
                <a:cs typeface="Malgun Gothic"/>
              </a:rPr>
              <a:t>CHAPTER 04</a:t>
            </a:r>
            <a:endParaRPr sz="1050" b="1" i="0">
              <a:solidFill>
                <a:srgbClr val="606060"/>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장 정리</a:t>
            </a:r>
            <a:endParaRPr sz="3000" b="1" i="0">
              <a:solidFill>
                <a:srgbClr val="171717"/>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239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lang="en-US" sz="7200" b="1" i="0">
                <a:solidFill>
                  <a:srgbClr val="FFFFFF"/>
                </a:solidFill>
                <a:latin typeface="Consolas"/>
                <a:ea typeface="Consolas"/>
                <a:cs typeface="Consolas"/>
              </a:rPr>
              <a:t>Q &amp; A</a:t>
            </a:r>
            <a:endParaRPr sz="7200" b="1" i="0">
              <a:solidFill>
                <a:srgbClr val="FFFFFF"/>
              </a:solidFill>
              <a:latin typeface="Consolas"/>
              <a:ea typeface="Consolas"/>
              <a:cs typeface="Consolas"/>
            </a:endParaRP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질문을 나누어 봅시다</a:t>
            </a:r>
            <a:r>
              <a:rPr lang="en-US" altLang="ko-KR" sz="1950" b="0" i="0">
                <a:solidFill>
                  <a:srgbClr val="BBBBBB"/>
                </a:solidFill>
                <a:latin typeface="Malgun Gothic"/>
                <a:ea typeface="Malgun Gothic"/>
                <a:cs typeface="Malgun Gothic"/>
              </a:rPr>
              <a:t>.</a:t>
            </a:r>
          </a:p>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큰 질문도 작게 쪼개면 답할 수 있습니다</a:t>
            </a:r>
            <a:r>
              <a:rPr lang="en-US" altLang="ko-KR" sz="1950" b="0" i="0">
                <a:solidFill>
                  <a:srgbClr val="BBBBBB"/>
                </a:solidFill>
                <a:latin typeface="Malgun Gothic"/>
                <a:ea typeface="Malgun Gothic"/>
                <a:cs typeface="Malgun Gothic"/>
              </a:rPr>
              <a:t>.</a:t>
            </a:r>
            <a:endParaRPr sz="1950" b="0" i="0">
              <a:solidFill>
                <a:srgbClr val="BBBBBB"/>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240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slides/slide2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3317F9-A942-4D13-9E29-D22EFD3A8D5F}"/>
              </a:ext>
            </a:extLst>
          </p:cNvPr>
          <p:cNvSpPr>
            <a:spLocks xmlns:a="http://schemas.openxmlformats.org/drawingml/2006/main" noGrp="1"/>
          </p:cNvSpPr>
          <p:nvPr/>
        </p:nvSpPr>
        <p:spPr>
          <a:xfrm xmlns:a="http://schemas.openxmlformats.org/drawingml/2006/main">
            <a:off x="609600" y="2667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4.5  쿼드 트리</a:t>
            </a:r>
          </a:p>
        </p:txBody>
      </p:sp>
      <p:sp>
        <p:nvSpPr>
          <p:cNvPr id="2" name="">
            <a:extLst xmlns:a="http://schemas.openxmlformats.org/drawingml/2006/main">
              <a:ext uri="{FF2B5EF4-FFF2-40B4-BE49-F238E27FC236}">
                <a16:creationId xmlns:a16="http://schemas.microsoft.com/office/drawing/2014/main" id="{7E6FD63A-0C8F-4F62-A575-EDED96F22835}"/>
              </a:ext>
            </a:extLst>
          </p:cNvPr>
          <p:cNvSpPr>
            <a:spLocks xmlns:a="http://schemas.openxmlformats.org/drawingml/2006/main" noGrp="1"/>
          </p:cNvSpPr>
          <p:nvPr/>
        </p:nvSpPr>
        <p:spPr>
          <a:xfrm xmlns:a="http://schemas.openxmlformats.org/drawingml/2006/main">
            <a:off x="10096500" y="266700"/>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0">
                <a:solidFill>
                  <a:srgbClr val="171717"/>
                </a:solidFill>
                <a:latin typeface="Malgun Gothic"/>
                <a:ea typeface="Malgun Gothic"/>
                <a:cs typeface="Malgun Gothic"/>
              </a:defRPr>
            </a:pPr>
            <a:r>
              <a:rPr sz="1050" b="0">
                <a:solidFill>
                  <a:srgbClr val="171717"/>
                </a:solidFill>
                <a:latin typeface="Malgun Gothic"/>
                <a:ea typeface="Malgun Gothic"/>
                <a:cs typeface="Malgun Gothic"/>
              </a:rPr>
              <a:t>ALGORITHMS</a:t>
            </a:r>
          </a:p>
        </p:txBody>
      </p:sp>
      <p:sp>
        <p:nvSpPr>
          <p:cNvPr id="3" name="">
            <a:extLst xmlns:a="http://schemas.openxmlformats.org/drawingml/2006/main">
              <a:ext uri="{FF2B5EF4-FFF2-40B4-BE49-F238E27FC236}">
                <a16:creationId xmlns:a16="http://schemas.microsoft.com/office/drawing/2014/main" id="{57941B0B-FC2B-42C5-82B5-C8F039FF1076}"/>
              </a:ext>
            </a:extLst>
          </p:cNvPr>
          <p:cNvSpPr>
            <a:spLocks xmlns:a="http://schemas.openxmlformats.org/drawingml/2006/main" noGrp="1"/>
          </p:cNvSpPr>
          <p:nvPr/>
        </p:nvSpPr>
        <p:spPr>
          <a:xfrm xmlns:a="http://schemas.openxmlformats.org/drawingml/2006/main">
            <a:off x="609600" y="7048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1717"/>
                </a:solidFill>
                <a:latin typeface="Malgun Gothic"/>
                <a:ea typeface="Malgun Gothic"/>
                <a:cs typeface="Malgun Gothic"/>
              </a:defRPr>
            </a:pPr>
            <a:r>
              <a:rPr sz="3000" b="1">
                <a:solidFill>
                  <a:srgbClr val="171717"/>
                </a:solidFill>
                <a:latin typeface="Malgun Gothic"/>
                <a:ea typeface="Malgun Gothic"/>
                <a:cs typeface="Malgun Gothic"/>
              </a:rPr>
              <a:t>자식 결과를 합치는 상향식: O(S²)</a:t>
            </a:r>
          </a:p>
        </p:txBody>
      </p:sp>
      <p:sp>
        <p:nvSpPr>
          <p:cNvPr id="4" name="">
            <a:extLst xmlns:a="http://schemas.openxmlformats.org/drawingml/2006/main">
              <a:ext uri="{FF2B5EF4-FFF2-40B4-BE49-F238E27FC236}">
                <a16:creationId xmlns:a16="http://schemas.microsoft.com/office/drawing/2014/main" id="{0999514F-E27A-4349-B5E2-FA180FC84D5B}"/>
              </a:ext>
            </a:extLst>
          </p:cNvPr>
          <p:cNvSpPr>
            <a:spLocks xmlns:a="http://schemas.openxmlformats.org/drawingml/2006/main" noGrp="1"/>
          </p:cNvSpPr>
          <p:nvPr/>
        </p:nvSpPr>
        <p:spPr>
          <a:xfrm xmlns:a="http://schemas.openxmlformats.org/drawingml/2006/main">
            <a:off x="609600" y="1381125"/>
            <a:ext cx="10972800" cy="952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2DF4AC-9B45-43D3-ACC4-4159FD33AA04}"/>
              </a:ext>
            </a:extLst>
          </p:cNvPr>
          <p:cNvSpPr>
            <a:spLocks xmlns:a="http://schemas.openxmlformats.org/drawingml/2006/main" noGrp="1"/>
          </p:cNvSpPr>
          <p:nvPr/>
        </p:nvSpPr>
        <p:spPr>
          <a:xfrm xmlns:a="http://schemas.openxmlformats.org/drawingml/2006/main">
            <a:off x="609600" y="6581775"/>
            <a:ext cx="628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25" b="0">
                <a:solidFill>
                  <a:srgbClr val="171717"/>
                </a:solidFill>
                <a:latin typeface="Consolas"/>
                <a:ea typeface="Consolas"/>
                <a:cs typeface="Consolas"/>
              </a:defRPr>
            </a:pPr>
            <a:r>
              <a:rPr sz="825" b="0">
                <a:solidFill>
                  <a:srgbClr val="171717"/>
                </a:solidFill>
                <a:latin typeface="Consolas"/>
                <a:ea typeface="Consolas"/>
                <a:cs typeface="Consolas"/>
              </a:rPr>
              <a:t>04 / DIVIDE AND CONQUER</a:t>
            </a:r>
          </a:p>
        </p:txBody>
      </p:sp>
      <p:sp>
        <p:nvSpPr>
          <p:cNvPr id="6" name="">
            <a:extLst xmlns:a="http://schemas.openxmlformats.org/drawingml/2006/main">
              <a:ext uri="{FF2B5EF4-FFF2-40B4-BE49-F238E27FC236}">
                <a16:creationId xmlns:a16="http://schemas.microsoft.com/office/drawing/2014/main" id="{BD1A245C-1A0C-4AA1-9628-05FAB3BF4221}"/>
              </a:ext>
            </a:extLst>
          </p:cNvPr>
          <p:cNvSpPr>
            <a:spLocks xmlns:a="http://schemas.openxmlformats.org/drawingml/2006/main" noGrp="1"/>
          </p:cNvSpPr>
          <p:nvPr/>
        </p:nvSpPr>
        <p:spPr>
          <a:xfrm xmlns:a="http://schemas.openxmlformats.org/drawingml/2006/main">
            <a:off x="10810875" y="65436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171717"/>
                </a:solidFill>
                <a:latin typeface="Consolas"/>
                <a:ea typeface="Consolas"/>
                <a:cs typeface="Consolas"/>
              </a:defRPr>
            </a:pPr>
            <a:r>
              <a:rPr sz="900" b="0">
                <a:solidFill>
                  <a:srgbClr val="171717"/>
                </a:solidFill>
                <a:latin typeface="Consolas"/>
                <a:ea typeface="Consolas"/>
                <a:cs typeface="Consolas"/>
              </a:rPr>
              <a:t>216</a:t>
            </a:r>
          </a:p>
        </p:txBody>
      </p:sp>
      <p:sp>
        <p:nvSpPr>
          <p:cNvPr id="7" name="">
            <a:extLst xmlns:a="http://schemas.openxmlformats.org/drawingml/2006/main">
              <a:ext uri="{FF2B5EF4-FFF2-40B4-BE49-F238E27FC236}">
                <a16:creationId xmlns:a16="http://schemas.microsoft.com/office/drawing/2014/main" id="{DF324D23-0E87-4F63-9ADA-A7EE2EB8D0A5}"/>
              </a:ext>
            </a:extLst>
          </p:cNvPr>
          <p:cNvSpPr>
            <a:spLocks xmlns:a="http://schemas.openxmlformats.org/drawingml/2006/main" noGrp="1"/>
          </p:cNvSpPr>
          <p:nvPr/>
        </p:nvSpPr>
        <p:spPr>
          <a:xfrm xmlns:a="http://schemas.openxmlformats.org/drawingml/2006/main">
            <a:off x="609600" y="15811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6F95"/>
                </a:solidFill>
                <a:latin typeface="Malgun Gothic"/>
                <a:ea typeface="Malgun Gothic"/>
                <a:cs typeface="Malgun Gothic"/>
              </a:defRPr>
            </a:pPr>
            <a:r>
              <a:rPr sz="2250" b="1">
                <a:solidFill>
                  <a:srgbClr val="146F95"/>
                </a:solidFill>
                <a:latin typeface="Malgun Gothic"/>
                <a:ea typeface="Malgun Gothic"/>
                <a:cs typeface="Malgun Gothic"/>
              </a:rPr>
              <a:t>한 칸을 읽고, 부모는 자식 네 개의 정보만 합칩니다.</a:t>
            </a:r>
          </a:p>
        </p:txBody>
      </p:sp>
      <p:graphicFrame>
        <p:nvGraphicFramePr>
          <p:cNvPr id="18" name=""/>
          <p:cNvGraphicFramePr/>
          <p:nvPr/>
        </p:nvGraphicFramePr>
        <p:xfrm>
          <a:off xmlns:a="http://schemas.openxmlformats.org/drawingml/2006/main" x="609600" y="2228850"/>
          <a:ext xmlns:a="http://schemas.openxmlformats.org/drawingml/2006/main" cx="10972800" cy="2781300"/>
        </p:xfrm>
        <a:graphic xmlns:a="http://schemas.openxmlformats.org/drawingml/2006/main">
          <a:graphicData uri="http://schemas.openxmlformats.org/drawingml/2006/table">
            <a:tbl>
              <a:tblPr/>
              <a:tblGrid>
                <a:gridCol w="2190750"/>
                <a:gridCol w="4095750"/>
                <a:gridCol w="4686300"/>
              </a:tblGrid>
              <a:tr h="695325">
                <a:tc>
                  <a:txBody>
                    <a:bodyPr lIns="76200" tIns="76200" rIns="76200" bIns="76200">
                      <a:noAutofit/>
                    </a:bodyPr>
                    <a:lstStyle/>
                    <a:p>
                      <a:pPr algn="ctr"/>
                      <a:r>
                        <a:rPr sz="1875" b="1">
                          <a:solidFill>
                            <a:srgbClr val="FFFFFF"/>
                          </a:solidFill>
                          <a:latin typeface="Malgun Gothic"/>
                          <a:ea typeface="Malgun Gothic"/>
                          <a:cs typeface="Malgun Gothic"/>
                        </a:rPr>
                        <a:t>비교 기준</a:t>
                      </a:r>
                    </a:p>
                  </a:txBody>
                  <a:tcPr marL="91440" marR="91440" marT="45720" marB="45720" anchor="ctr">
                    <a:solidFill>
                      <a:srgbClr val="171717"/>
                    </a:solidFill>
                  </a:tcPr>
                </a:tc>
                <a:tc>
                  <a:txBody>
                    <a:bodyPr lIns="76200" tIns="76200" rIns="76200" bIns="76200">
                      <a:noAutofit/>
                    </a:bodyPr>
                    <a:lstStyle/>
                    <a:p>
                      <a:pPr algn="ctr"/>
                      <a:r>
                        <a:rPr sz="1875" b="1">
                          <a:solidFill>
                            <a:srgbClr val="FFFFFF"/>
                          </a:solidFill>
                          <a:latin typeface="Malgun Gothic"/>
                          <a:ea typeface="Malgun Gothic"/>
                          <a:cs typeface="Malgun Gothic"/>
                        </a:rPr>
                        <a:t>212 코드: 검사 후 분할</a:t>
                      </a:r>
                    </a:p>
                  </a:txBody>
                  <a:tcPr marL="91440" marR="91440" marT="45720" marB="45720" anchor="ctr">
                    <a:solidFill>
                      <a:srgbClr val="171717"/>
                    </a:solidFill>
                  </a:tcPr>
                </a:tc>
                <a:tc>
                  <a:txBody>
                    <a:bodyPr lIns="76200" tIns="76200" rIns="76200" bIns="76200">
                      <a:noAutofit/>
                    </a:bodyPr>
                    <a:lstStyle/>
                    <a:p>
                      <a:pPr algn="ctr"/>
                      <a:r>
                        <a:rPr sz="1875" b="1">
                          <a:solidFill>
                            <a:srgbClr val="FFFFFF"/>
                          </a:solidFill>
                          <a:latin typeface="Malgun Gothic"/>
                          <a:ea typeface="Malgun Gothic"/>
                          <a:cs typeface="Malgun Gothic"/>
                        </a:rPr>
                        <a:t>상향식: 자식 결과 결합</a:t>
                      </a:r>
                    </a:p>
                  </a:txBody>
                  <a:tcPr marL="91440" marR="91440" marT="45720" marB="45720" anchor="ctr">
                    <a:solidFill>
                      <a:srgbClr val="171717"/>
                    </a:solidFill>
                  </a:tcPr>
                </a:tc>
              </a:tr>
              <a:tr h="695325">
                <a:tc>
                  <a:txBody>
                    <a:bodyPr lIns="76200" tIns="76200" rIns="76200" bIns="76200">
                      <a:noAutofit/>
                    </a:bodyPr>
                    <a:lstStyle/>
                    <a:p>
                      <a:pPr algn="ctr"/>
                      <a:r>
                        <a:rPr sz="1875" b="0">
                          <a:solidFill>
                            <a:srgbClr val="171717"/>
                          </a:solidFill>
                          <a:latin typeface="Malgun Gothic"/>
                          <a:ea typeface="Malgun Gothic"/>
                          <a:cs typeface="Malgun Gothic"/>
                        </a:rPr>
                        <a:t>최악 시간</a:t>
                      </a:r>
                    </a:p>
                  </a:txBody>
                  <a:tcPr marL="91440" marR="91440" marT="45720" marB="45720" anchor="ctr">
                    <a:solidFill>
                      <a:srgbClr val="FFFFFF"/>
                    </a:solidFill>
                  </a:tcPr>
                </a:tc>
                <a:tc>
                  <a:txBody>
                    <a:bodyPr lIns="76200" tIns="76200" rIns="76200" bIns="76200">
                      <a:noAutofit/>
                    </a:bodyPr>
                    <a:lstStyle/>
                    <a:p>
                      <a:pPr algn="ctr"/>
                      <a:r>
                        <a:rPr sz="1875" b="0">
                          <a:solidFill>
                            <a:srgbClr val="171717"/>
                          </a:solidFill>
                          <a:latin typeface="Malgun Gothic"/>
                          <a:ea typeface="Malgun Gothic"/>
                          <a:cs typeface="Malgun Gothic"/>
                        </a:rPr>
                        <a:t>O(S² log S) 상한</a:t>
                      </a:r>
                    </a:p>
                  </a:txBody>
                  <a:tcPr marL="91440" marR="91440" marT="45720" marB="45720" anchor="ctr">
                    <a:solidFill>
                      <a:srgbClr val="FFFFFF"/>
                    </a:solidFill>
                  </a:tcPr>
                </a:tc>
                <a:tc>
                  <a:txBody>
                    <a:bodyPr lIns="76200" tIns="76200" rIns="76200" bIns="76200">
                      <a:noAutofit/>
                    </a:bodyPr>
                    <a:lstStyle/>
                    <a:p>
                      <a:pPr algn="ctr"/>
                      <a:r>
                        <a:rPr sz="1875" b="0">
                          <a:solidFill>
                            <a:srgbClr val="171717"/>
                          </a:solidFill>
                          <a:latin typeface="Malgun Gothic"/>
                          <a:ea typeface="Malgun Gothic"/>
                          <a:cs typeface="Malgun Gothic"/>
                        </a:rPr>
                        <a:t>Θ(S²)</a:t>
                      </a:r>
                    </a:p>
                  </a:txBody>
                  <a:tcPr marL="91440" marR="91440" marT="45720" marB="45720" anchor="ctr">
                    <a:solidFill>
                      <a:srgbClr val="FFFFFF"/>
                    </a:solidFill>
                  </a:tcPr>
                </a:tc>
              </a:tr>
              <a:tr h="695325">
                <a:tc>
                  <a:txBody>
                    <a:bodyPr lIns="76200" tIns="76200" rIns="76200" bIns="76200">
                      <a:noAutofit/>
                    </a:bodyPr>
                    <a:lstStyle/>
                    <a:p>
                      <a:pPr algn="ctr"/>
                      <a:r>
                        <a:rPr sz="1875" b="0">
                          <a:solidFill>
                            <a:srgbClr val="171717"/>
                          </a:solidFill>
                          <a:latin typeface="Malgun Gothic"/>
                          <a:ea typeface="Malgun Gothic"/>
                          <a:cs typeface="Malgun Gothic"/>
                        </a:rPr>
                        <a:t>단색이 많을 때</a:t>
                      </a:r>
                    </a:p>
                  </a:txBody>
                  <a:tcPr marL="91440" marR="91440" marT="45720" marB="45720" anchor="ctr">
                    <a:solidFill>
                      <a:srgbClr val="EFF4F7"/>
                    </a:solidFill>
                  </a:tcPr>
                </a:tc>
                <a:tc>
                  <a:txBody>
                    <a:bodyPr lIns="76200" tIns="76200" rIns="76200" bIns="76200">
                      <a:noAutofit/>
                    </a:bodyPr>
                    <a:lstStyle/>
                    <a:p>
                      <a:pPr algn="ctr"/>
                      <a:r>
                        <a:rPr sz="1875" b="0">
                          <a:solidFill>
                            <a:srgbClr val="171717"/>
                          </a:solidFill>
                          <a:latin typeface="Malgun Gothic"/>
                          <a:ea typeface="Malgun Gothic"/>
                          <a:cs typeface="Malgun Gothic"/>
                        </a:rPr>
                        <a:t>단색 확인 후 재귀 중단</a:t>
                      </a:r>
                    </a:p>
                  </a:txBody>
                  <a:tcPr marL="91440" marR="91440" marT="45720" marB="45720" anchor="ctr">
                    <a:solidFill>
                      <a:srgbClr val="EFF4F7"/>
                    </a:solidFill>
                  </a:tcPr>
                </a:tc>
                <a:tc>
                  <a:txBody>
                    <a:bodyPr lIns="76200" tIns="76200" rIns="76200" bIns="76200">
                      <a:noAutofit/>
                    </a:bodyPr>
                    <a:lstStyle/>
                    <a:p>
                      <a:pPr algn="ctr"/>
                      <a:r>
                        <a:rPr sz="1875" b="0">
                          <a:solidFill>
                            <a:srgbClr val="171717"/>
                          </a:solidFill>
                          <a:latin typeface="Malgun Gothic"/>
                          <a:ea typeface="Malgun Gothic"/>
                          <a:cs typeface="Malgun Gothic"/>
                        </a:rPr>
                        <a:t>모든 픽셀을 한 번씩 읽고 결합</a:t>
                      </a:r>
                    </a:p>
                  </a:txBody>
                  <a:tcPr marL="91440" marR="91440" marT="45720" marB="45720" anchor="ctr">
                    <a:solidFill>
                      <a:srgbClr val="EFF4F7"/>
                    </a:solidFill>
                  </a:tcPr>
                </a:tc>
              </a:tr>
              <a:tr h="695325">
                <a:tc>
                  <a:txBody>
                    <a:bodyPr lIns="76200" tIns="76200" rIns="76200" bIns="76200">
                      <a:noAutofit/>
                    </a:bodyPr>
                    <a:lstStyle/>
                    <a:p>
                      <a:pPr algn="ctr"/>
                      <a:r>
                        <a:rPr sz="1875" b="0">
                          <a:solidFill>
                            <a:srgbClr val="171717"/>
                          </a:solidFill>
                          <a:latin typeface="Malgun Gothic"/>
                          <a:ea typeface="Malgun Gothic"/>
                          <a:cs typeface="Malgun Gothic"/>
                        </a:rPr>
                        <a:t>코드 난이도</a:t>
                      </a:r>
                    </a:p>
                  </a:txBody>
                  <a:tcPr marL="91440" marR="91440" marT="45720" marB="45720" anchor="ctr">
                    <a:solidFill>
                      <a:srgbClr val="FFFFFF"/>
                    </a:solidFill>
                  </a:tcPr>
                </a:tc>
                <a:tc>
                  <a:txBody>
                    <a:bodyPr lIns="76200" tIns="76200" rIns="76200" bIns="76200">
                      <a:noAutofit/>
                    </a:bodyPr>
                    <a:lstStyle/>
                    <a:p>
                      <a:pPr algn="ctr"/>
                      <a:r>
                        <a:rPr sz="1875" b="0">
                          <a:solidFill>
                            <a:srgbClr val="171717"/>
                          </a:solidFill>
                          <a:latin typeface="Malgun Gothic"/>
                          <a:ea typeface="Malgun Gothic"/>
                          <a:cs typeface="Malgun Gothic"/>
                        </a:rPr>
                        <a:t>현재 검사·분할 코드 사용</a:t>
                      </a:r>
                    </a:p>
                  </a:txBody>
                  <a:tcPr marL="91440" marR="91440" marT="45720" marB="45720" anchor="ctr">
                    <a:solidFill>
                      <a:srgbClr val="FFFFFF"/>
                    </a:solidFill>
                  </a:tcPr>
                </a:tc>
                <a:tc>
                  <a:txBody>
                    <a:bodyPr lIns="76200" tIns="76200" rIns="76200" bIns="76200">
                      <a:noAutofit/>
                    </a:bodyPr>
                    <a:lstStyle/>
                    <a:p>
                      <a:pPr algn="ctr"/>
                      <a:r>
                        <a:rPr sz="1875" b="0">
                          <a:solidFill>
                            <a:srgbClr val="171717"/>
                          </a:solidFill>
                          <a:latin typeface="Malgun Gothic"/>
                          <a:ea typeface="Malgun Gothic"/>
                          <a:cs typeface="Malgun Gothic"/>
                        </a:rPr>
                        <a:t>단색 정보와 자식 노드를 반환</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44404D27-21F4-4E1E-A625-FCDE0CB190E6}"/>
              </a:ext>
            </a:extLst>
          </p:cNvPr>
          <p:cNvSpPr>
            <a:spLocks xmlns:a="http://schemas.openxmlformats.org/drawingml/2006/main" noGrp="1"/>
          </p:cNvSpPr>
          <p:nvPr/>
        </p:nvSpPr>
        <p:spPr>
          <a:xfrm xmlns:a="http://schemas.openxmlformats.org/drawingml/2006/main">
            <a:off x="609600" y="53149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6F95"/>
                </a:solidFill>
                <a:latin typeface="Malgun Gothic"/>
                <a:ea typeface="Malgun Gothic"/>
                <a:cs typeface="Malgun Gothic"/>
              </a:defRPr>
            </a:pPr>
            <a:r>
              <a:rPr sz="2325" b="1">
                <a:solidFill>
                  <a:srgbClr val="146F95"/>
                </a:solidFill>
                <a:latin typeface="Malgun Gothic"/>
                <a:ea typeface="Malgun Gothic"/>
                <a:cs typeface="Malgun Gothic"/>
              </a:rPr>
              <a:t>픽셀 S²개 + 일정한 비용의 노드 결합 = 전체 Θ(S²)</a:t>
            </a:r>
          </a:p>
        </p:txBody>
      </p:sp>
      <p:sp>
        <p:nvSpPr>
          <p:cNvPr id="10" name="">
            <a:extLst xmlns:a="http://schemas.openxmlformats.org/drawingml/2006/main">
              <a:ext uri="{FF2B5EF4-FFF2-40B4-BE49-F238E27FC236}">
                <a16:creationId xmlns:a16="http://schemas.microsoft.com/office/drawing/2014/main" id="{8053BE1A-B1FD-43D1-B99B-3BD0CD3B9429}"/>
              </a:ext>
            </a:extLst>
          </p:cNvPr>
          <p:cNvSpPr>
            <a:spLocks xmlns:a="http://schemas.openxmlformats.org/drawingml/2006/main" noGrp="1"/>
          </p:cNvSpPr>
          <p:nvPr/>
        </p:nvSpPr>
        <p:spPr>
          <a:xfrm xmlns:a="http://schemas.openxmlformats.org/drawingml/2006/main">
            <a:off x="609600" y="6048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05050"/>
                </a:solidFill>
                <a:latin typeface="Malgun Gothic"/>
                <a:ea typeface="Malgun Gothic"/>
                <a:cs typeface="Malgun Gothic"/>
              </a:defRPr>
            </a:pPr>
            <a:r>
              <a:rPr sz="1350" b="0">
                <a:solidFill>
                  <a:srgbClr val="505050"/>
                </a:solidFill>
                <a:latin typeface="Malgun Gothic"/>
                <a:ea typeface="Malgun Gothic"/>
                <a:cs typeface="Malgun Gothic"/>
              </a:rPr>
              <a:t>S는 한 변입니다. 전체가 단색이면 두 방식 모두 Θ(S²). 긴 문자열을 매번 복사하지 않는 결합을 가정합니다.</a:t>
            </a:r>
          </a:p>
        </p:txBody>
      </p:sp>
    </p:spTree>
    <p:extLst>
      <p:ext uri="{BB962C8B-B14F-4D97-AF65-F5344CB8AC3E}">
        <p14:creationId xmlns:p14="http://schemas.microsoft.com/office/powerpoint/2010/main" val="161683156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71012</Words>
  <Application>Microsoft Office PowerPoint</Application>
  <DocSecurity>0</DocSecurity>
  <PresentationFormat>와이드스크린</PresentationFormat>
  <Paragraphs>9316</Paragraphs>
  <Slides>240</Slides>
  <Notes>239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239</vt:i4>
      </vt:variant>
    </vt:vector>
  </HeadingPairs>
  <TitlesOfParts>
    <vt:vector size="24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14</cp:revision>
  <dcterms:created xsi:type="dcterms:W3CDTF">2026-09-19T13:48:20Z</dcterms:created>
  <dcterms:modified xsi:type="dcterms:W3CDTF">2026-10-11T15:04:15Z</dcterms:modified>
</cp:coreProperties>
</file>