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charts/chart1.xml" ContentType="application/vnd.openxmlformats-officedocument.drawingml.chart+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1"/>
  </p:notesMasterIdLst>
  <p:sldIdLst>
    <p:sldId id="256" r:id="rId2"/>
    <p:sldId id="488" r:id="rId3"/>
    <p:sldId id="258" r:id="rId4"/>
    <p:sldId id="259" r:id="rId5"/>
    <p:sldId id="260" r:id="rId6"/>
    <p:sldId id="261" r:id="rId7"/>
    <p:sldId id="455" r:id="rId8"/>
    <p:sldId id="320" r:id="rId9"/>
    <p:sldId id="345" r:id="rId10"/>
    <p:sldId id="346" r:id="rId11"/>
    <p:sldId id="347" r:id="rId12"/>
    <p:sldId id="348" r:id="rId13"/>
    <p:sldId id="349" r:id="rId14"/>
    <p:sldId id="350" r:id="rId15"/>
    <p:sldId id="351" r:id="rId16"/>
    <p:sldId id="352" r:id="rId17"/>
    <p:sldId id="353" r:id="rId18"/>
    <p:sldId id="354" r:id="rId19"/>
    <p:sldId id="454" r:id="rId20"/>
    <p:sldId id="355" r:id="rId21"/>
    <p:sldId id="356" r:id="rId22"/>
    <p:sldId id="357" r:id="rId23"/>
    <p:sldId id="358" r:id="rId24"/>
    <p:sldId id="453" r:id="rId25"/>
    <p:sldId id="359" r:id="rId26"/>
    <p:sldId id="360" r:id="rId27"/>
    <p:sldId id="361" r:id="rId28"/>
    <p:sldId id="362" r:id="rId29"/>
    <p:sldId id="363" r:id="rId30"/>
    <p:sldId id="364" r:id="rId31"/>
    <p:sldId id="365" r:id="rId32"/>
    <p:sldId id="366" r:id="rId33"/>
    <p:sldId id="367" r:id="rId34"/>
    <p:sldId id="368" r:id="rId35"/>
    <p:sldId id="369" r:id="rId36"/>
    <p:sldId id="370" r:id="rId37"/>
    <p:sldId id="323" r:id="rId38"/>
    <p:sldId id="324" r:id="rId39"/>
    <p:sldId id="325" r:id="rId40"/>
    <p:sldId id="262" r:id="rId41"/>
    <p:sldId id="263" r:id="rId42"/>
    <p:sldId id="264" r:id="rId43"/>
    <p:sldId id="265" r:id="rId44"/>
    <p:sldId id="266" r:id="rId45"/>
    <p:sldId id="267" r:id="rId46"/>
    <p:sldId id="268" r:id="rId47"/>
    <p:sldId id="269" r:id="rId48"/>
    <p:sldId id="270" r:id="rId49"/>
    <p:sldId id="271" r:id="rId50"/>
    <p:sldId id="505" r:id="rId51"/>
    <p:sldId id="486" r:id="rId52"/>
    <p:sldId id="501" r:id="rId53"/>
    <p:sldId id="502" r:id="rId54"/>
    <p:sldId id="503" r:id="rId55"/>
    <p:sldId id="504" r:id="rId56"/>
    <p:sldId id="327" r:id="rId57"/>
    <p:sldId id="452" r:id="rId58"/>
    <p:sldId id="372" r:id="rId59"/>
    <p:sldId id="373" r:id="rId60"/>
    <p:sldId id="374" r:id="rId61"/>
    <p:sldId id="375" r:id="rId62"/>
    <p:sldId id="330" r:id="rId63"/>
    <p:sldId id="451" r:id="rId64"/>
    <p:sldId id="331" r:id="rId65"/>
    <p:sldId id="332" r:id="rId66"/>
    <p:sldId id="333" r:id="rId67"/>
    <p:sldId id="334" r:id="rId68"/>
    <p:sldId id="335" r:id="rId69"/>
    <p:sldId id="450" r:id="rId70"/>
    <p:sldId id="371" r:id="rId71"/>
    <p:sldId id="376" r:id="rId72"/>
    <p:sldId id="377" r:id="rId73"/>
    <p:sldId id="378" r:id="rId74"/>
    <p:sldId id="379" r:id="rId75"/>
    <p:sldId id="380" r:id="rId76"/>
    <p:sldId id="381" r:id="rId77"/>
    <p:sldId id="382" r:id="rId78"/>
    <p:sldId id="383" r:id="rId79"/>
    <p:sldId id="384" r:id="rId80"/>
    <p:sldId id="385" r:id="rId81"/>
    <p:sldId id="386" r:id="rId82"/>
    <p:sldId id="387" r:id="rId83"/>
    <p:sldId id="388" r:id="rId84"/>
    <p:sldId id="389" r:id="rId85"/>
    <p:sldId id="390" r:id="rId86"/>
    <p:sldId id="391" r:id="rId87"/>
    <p:sldId id="392" r:id="rId88"/>
    <p:sldId id="338" r:id="rId89"/>
    <p:sldId id="339" r:id="rId90"/>
    <p:sldId id="340" r:id="rId91"/>
    <p:sldId id="341" r:id="rId92"/>
    <p:sldId id="342" r:id="rId93"/>
    <p:sldId id="343" r:id="rId94"/>
    <p:sldId id="483" r:id="rId95"/>
    <p:sldId id="484" r:id="rId96"/>
    <p:sldId id="485" r:id="rId97"/>
    <p:sldId id="344" r:id="rId98"/>
    <p:sldId id="272" r:id="rId99"/>
    <p:sldId id="447" r:id="rId100"/>
    <p:sldId id="448" r:id="rId101"/>
    <p:sldId id="449" r:id="rId102"/>
    <p:sldId id="395" r:id="rId103"/>
    <p:sldId id="257" r:id="rId104"/>
    <p:sldId id="396" r:id="rId105"/>
    <p:sldId id="397" r:id="rId106"/>
    <p:sldId id="398" r:id="rId107"/>
    <p:sldId id="399" r:id="rId108"/>
    <p:sldId id="400" r:id="rId109"/>
    <p:sldId id="401" r:id="rId110"/>
    <p:sldId id="402" r:id="rId111"/>
    <p:sldId id="403" r:id="rId112"/>
    <p:sldId id="404" r:id="rId113"/>
    <p:sldId id="405" r:id="rId114"/>
    <p:sldId id="406" r:id="rId115"/>
    <p:sldId id="407" r:id="rId116"/>
    <p:sldId id="408" r:id="rId117"/>
    <p:sldId id="409" r:id="rId118"/>
    <p:sldId id="410" r:id="rId119"/>
    <p:sldId id="273" r:id="rId120"/>
    <p:sldId id="274" r:id="rId121"/>
    <p:sldId id="275" r:id="rId122"/>
    <p:sldId id="276" r:id="rId123"/>
    <p:sldId id="277" r:id="rId124"/>
    <p:sldId id="278" r:id="rId125"/>
    <p:sldId id="279" r:id="rId126"/>
    <p:sldId id="280" r:id="rId127"/>
    <p:sldId id="281" r:id="rId128"/>
    <p:sldId id="411" r:id="rId129"/>
    <p:sldId id="412" r:id="rId130"/>
    <p:sldId id="413" r:id="rId131"/>
    <p:sldId id="414" r:id="rId132"/>
    <p:sldId id="415" r:id="rId133"/>
    <p:sldId id="416" r:id="rId134"/>
    <p:sldId id="417" r:id="rId135"/>
    <p:sldId id="418" r:id="rId136"/>
    <p:sldId id="419" r:id="rId137"/>
    <p:sldId id="420" r:id="rId138"/>
    <p:sldId id="421" r:id="rId139"/>
    <p:sldId id="422" r:id="rId140"/>
    <p:sldId id="423" r:id="rId141"/>
    <p:sldId id="424" r:id="rId142"/>
    <p:sldId id="425" r:id="rId143"/>
    <p:sldId id="426" r:id="rId144"/>
    <p:sldId id="427" r:id="rId145"/>
    <p:sldId id="428" r:id="rId146"/>
    <p:sldId id="429" r:id="rId147"/>
    <p:sldId id="430" r:id="rId148"/>
    <p:sldId id="302" r:id="rId149"/>
    <p:sldId id="303" r:id="rId150"/>
    <p:sldId id="304" r:id="rId151"/>
    <p:sldId id="305" r:id="rId152"/>
    <p:sldId id="306" r:id="rId153"/>
    <p:sldId id="307" r:id="rId154"/>
    <p:sldId id="308" r:id="rId155"/>
    <p:sldId id="309" r:id="rId156"/>
    <p:sldId id="310" r:id="rId157"/>
    <p:sldId id="446" r:id="rId158"/>
    <p:sldId id="311" r:id="rId159"/>
    <p:sldId id="312" r:id="rId160"/>
    <p:sldId id="431" r:id="rId161"/>
    <p:sldId id="432" r:id="rId162"/>
    <p:sldId id="433" r:id="rId163"/>
    <p:sldId id="434" r:id="rId164"/>
    <p:sldId id="435" r:id="rId165"/>
    <p:sldId id="436" r:id="rId166"/>
    <p:sldId id="437" r:id="rId167"/>
    <p:sldId id="438" r:id="rId168"/>
    <p:sldId id="321" r:id="rId169"/>
    <p:sldId id="322" r:id="rId170"/>
    <p:sldId id="439" r:id="rId171"/>
    <p:sldId id="440" r:id="rId172"/>
    <p:sldId id="441" r:id="rId173"/>
    <p:sldId id="442" r:id="rId174"/>
    <p:sldId id="443" r:id="rId175"/>
    <p:sldId id="328" r:id="rId176"/>
    <p:sldId id="500" r:id="rId177"/>
    <p:sldId id="499" r:id="rId178"/>
    <p:sldId id="497" r:id="rId179"/>
    <p:sldId id="498" r:id="rId180"/>
    <p:sldId id="444" r:id="rId181"/>
    <p:sldId id="290" r:id="rId182"/>
    <p:sldId id="530" r:id="rId183"/>
    <p:sldId id="531" r:id="rId184"/>
    <p:sldId id="524" r:id="rId185"/>
    <p:sldId id="525" r:id="rId186"/>
    <p:sldId id="526" r:id="rId187"/>
    <p:sldId id="527" r:id="rId188"/>
    <p:sldId id="528" r:id="rId189"/>
    <p:sldId id="529" r:id="rId190"/>
    <p:sldId id="463" r:id="rId191"/>
    <p:sldId id="464" r:id="rId192"/>
    <p:sldId id="465" r:id="rId193"/>
    <p:sldId id="466" r:id="rId194"/>
    <p:sldId id="467" r:id="rId195"/>
    <p:sldId id="468" r:id="rId196"/>
    <p:sldId id="469" r:id="rId197"/>
    <p:sldId id="470" r:id="rId198"/>
    <p:sldId id="471" r:id="rId199"/>
    <p:sldId id="472" r:id="rId200"/>
    <p:sldId id="473" r:id="rId201"/>
    <p:sldId id="474" r:id="rId202"/>
    <p:sldId id="475" r:id="rId203"/>
    <p:sldId id="476" r:id="rId204"/>
    <p:sldId id="477" r:id="rId205"/>
    <p:sldId id="478" r:id="rId206"/>
    <p:sldId id="479" r:id="rId207"/>
    <p:sldId id="480" r:id="rId208"/>
    <p:sldId id="481" r:id="rId209"/>
    <p:sldId id="521" r:id="rId210"/>
    <p:sldId id="522" r:id="rId211"/>
    <p:sldId id="523" r:id="rId212"/>
    <p:sldId id="294" r:id="rId213"/>
    <p:sldId id="520" r:id="rId214"/>
    <p:sldId id="518" r:id="rId215"/>
    <p:sldId id="519" r:id="rId216"/>
    <p:sldId id="295" r:id="rId217"/>
    <p:sldId id="296" r:id="rId218"/>
    <p:sldId id="516" r:id="rId219"/>
    <p:sldId id="517" r:id="rId220"/>
    <p:sldId id="515" r:id="rId221"/>
    <p:sldId id="514" r:id="rId222"/>
    <p:sldId id="513" r:id="rId223"/>
    <p:sldId id="511" r:id="rId224"/>
    <p:sldId id="512" r:id="rId225"/>
    <p:sldId id="510" r:id="rId226"/>
    <p:sldId id="508" r:id="rId227"/>
    <p:sldId id="509" r:id="rId228"/>
    <p:sldId id="506" r:id="rId229"/>
    <p:sldId id="507" r:id="rId230"/>
    <p:sldId id="313" r:id="rId231"/>
    <p:sldId id="314" r:id="rId232"/>
    <p:sldId id="315" r:id="rId233"/>
    <p:sldId id="458" r:id="rId234"/>
    <p:sldId id="316" r:id="rId235"/>
    <p:sldId id="317" r:id="rId236"/>
    <p:sldId id="456" r:id="rId237"/>
    <p:sldId id="457" r:id="rId238"/>
    <p:sldId id="318" r:id="rId239"/>
    <p:sldId id="319" r:id="rId24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slide" Target="slides/slide235.xml"/><Relationship Id="rId26" Type="http://schemas.openxmlformats.org/officeDocument/2006/relationships/slide" Target="slides/slide25.xml"/><Relationship Id="rId231" Type="http://schemas.openxmlformats.org/officeDocument/2006/relationships/slide" Target="slides/slide230.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presProps" Target="pres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viewProps" Target="view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theme" Target="theme/theme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tableStyles" Target="tableStyle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106" Type="http://schemas.openxmlformats.org/officeDocument/2006/relationships/slide" Target="slides/slide105.xml"/><Relationship Id="rId127" Type="http://schemas.openxmlformats.org/officeDocument/2006/relationships/slide" Target="slides/slide1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변동</c:v>
          </c:tx>
          <c:spPr>
            <a:solidFill>
              <a:srgbClr val="7FA4AF"/>
            </a:solidFill>
          </c:spPr>
          <c:invertIfNegative val="0"/>
          <c:dPt>
            <c:idx val="0"/>
            <c:invertIfNegative val="0"/>
            <c:bubble3D val="0"/>
            <c:extLst>
              <c:ext xmlns:c16="http://schemas.microsoft.com/office/drawing/2014/chart" uri="{C3380CC4-5D6E-409C-BE32-E72D297353CC}">
                <c16:uniqueId val="{00000001-EE19-4021-ABEA-14E0BFC93215}"/>
              </c:ext>
            </c:extLst>
          </c:dPt>
          <c:dPt>
            <c:idx val="1"/>
            <c:invertIfNegative val="0"/>
            <c:bubble3D val="0"/>
            <c:extLst>
              <c:ext xmlns:c16="http://schemas.microsoft.com/office/drawing/2014/chart" uri="{C3380CC4-5D6E-409C-BE32-E72D297353CC}">
                <c16:uniqueId val="{00000003-EE19-4021-ABEA-14E0BFC93215}"/>
              </c:ext>
            </c:extLst>
          </c:dPt>
          <c:dPt>
            <c:idx val="2"/>
            <c:invertIfNegative val="0"/>
            <c:bubble3D val="0"/>
            <c:spPr>
              <a:solidFill>
                <a:srgbClr val="ED944A"/>
              </a:solidFill>
            </c:spPr>
            <c:extLst>
              <c:ext xmlns:c16="http://schemas.microsoft.com/office/drawing/2014/chart" uri="{C3380CC4-5D6E-409C-BE32-E72D297353CC}">
                <c16:uniqueId val="{00000005-EE19-4021-ABEA-14E0BFC93215}"/>
              </c:ext>
            </c:extLst>
          </c:dPt>
          <c:dPt>
            <c:idx val="3"/>
            <c:invertIfNegative val="0"/>
            <c:bubble3D val="0"/>
            <c:spPr>
              <a:solidFill>
                <a:srgbClr val="ED944A"/>
              </a:solidFill>
            </c:spPr>
            <c:extLst>
              <c:ext xmlns:c16="http://schemas.microsoft.com/office/drawing/2014/chart" uri="{C3380CC4-5D6E-409C-BE32-E72D297353CC}">
                <c16:uniqueId val="{00000007-EE19-4021-ABEA-14E0BFC93215}"/>
              </c:ext>
            </c:extLst>
          </c:dPt>
          <c:dPt>
            <c:idx val="4"/>
            <c:invertIfNegative val="0"/>
            <c:bubble3D val="0"/>
            <c:spPr>
              <a:solidFill>
                <a:srgbClr val="ED944A"/>
              </a:solidFill>
            </c:spPr>
            <c:extLst>
              <c:ext xmlns:c16="http://schemas.microsoft.com/office/drawing/2014/chart" uri="{C3380CC4-5D6E-409C-BE32-E72D297353CC}">
                <c16:uniqueId val="{00000009-EE19-4021-ABEA-14E0BFC93215}"/>
              </c:ext>
            </c:extLst>
          </c:dPt>
          <c:dPt>
            <c:idx val="5"/>
            <c:invertIfNegative val="0"/>
            <c:bubble3D val="0"/>
            <c:extLst>
              <c:ext xmlns:c16="http://schemas.microsoft.com/office/drawing/2014/chart" uri="{C3380CC4-5D6E-409C-BE32-E72D297353CC}">
                <c16:uniqueId val="{0000000B-EE19-4021-ABEA-14E0BFC93215}"/>
              </c:ext>
            </c:extLst>
          </c:dPt>
          <c:dPt>
            <c:idx val="6"/>
            <c:invertIfNegative val="0"/>
            <c:bubble3D val="0"/>
            <c:extLst>
              <c:ext xmlns:c16="http://schemas.microsoft.com/office/drawing/2014/chart" uri="{C3380CC4-5D6E-409C-BE32-E72D297353CC}">
                <c16:uniqueId val="{0000000D-EE19-4021-ABEA-14E0BFC93215}"/>
              </c:ext>
            </c:extLst>
          </c:dPt>
          <c:dPt>
            <c:idx val="7"/>
            <c:invertIfNegative val="0"/>
            <c:bubble3D val="0"/>
            <c:extLst>
              <c:ext xmlns:c16="http://schemas.microsoft.com/office/drawing/2014/chart" uri="{C3380CC4-5D6E-409C-BE32-E72D297353CC}">
                <c16:uniqueId val="{0000000F-EE19-4021-ABEA-14E0BFC93215}"/>
              </c:ext>
            </c:extLst>
          </c:dPt>
          <c:dLbls>
            <c:spPr>
              <a:noFill/>
              <a:ln>
                <a:noFill/>
              </a:ln>
              <a:effectLst/>
            </c:spPr>
            <c:txPr>
              <a:bodyPr anchorCtr="1"/>
              <a:lstStyle/>
              <a:p>
                <a:pPr>
                  <a:defRPr sz="1575" b="1">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Data'!$A$2:$A$9</c:f>
              <c:strCache>
                <c:ptCount val="8"/>
                <c:pt idx="0">
                  <c:v>1일</c:v>
                </c:pt>
                <c:pt idx="1">
                  <c:v>2일</c:v>
                </c:pt>
                <c:pt idx="2">
                  <c:v>3일</c:v>
                </c:pt>
                <c:pt idx="3">
                  <c:v>4일</c:v>
                </c:pt>
                <c:pt idx="4">
                  <c:v>5일</c:v>
                </c:pt>
                <c:pt idx="5">
                  <c:v>6일</c:v>
                </c:pt>
                <c:pt idx="6">
                  <c:v>7일</c:v>
                </c:pt>
                <c:pt idx="7">
                  <c:v>8일</c:v>
                </c:pt>
              </c:strCache>
            </c:strRef>
          </c:cat>
          <c:val>
            <c:numRef>
              <c:f>'Chart Data'!$B$2:$B$9</c:f>
              <c:numCache>
                <c:formatCode>General</c:formatCode>
                <c:ptCount val="8"/>
                <c:pt idx="0">
                  <c:v>3</c:v>
                </c:pt>
                <c:pt idx="1">
                  <c:v>-5</c:v>
                </c:pt>
                <c:pt idx="2">
                  <c:v>12</c:v>
                </c:pt>
                <c:pt idx="3">
                  <c:v>-2</c:v>
                </c:pt>
                <c:pt idx="4">
                  <c:v>7</c:v>
                </c:pt>
                <c:pt idx="5">
                  <c:v>-9</c:v>
                </c:pt>
                <c:pt idx="6">
                  <c:v>5</c:v>
                </c:pt>
                <c:pt idx="7">
                  <c:v>1</c:v>
                </c:pt>
              </c:numCache>
            </c:numRef>
          </c:val>
          <c:extLst>
            <c:ext xmlns:c16="http://schemas.microsoft.com/office/drawing/2014/chart" uri="{C3380CC4-5D6E-409C-BE32-E72D297353CC}">
              <c16:uniqueId val="{00000010-EE19-4021-ABEA-14E0BFC93215}"/>
            </c:ext>
          </c:extLst>
        </c:ser>
        <c:dLbls>
          <c:dLblPos val="outEnd"/>
          <c:showLegendKey val="0"/>
          <c:showVal val="1"/>
          <c:showCatName val="0"/>
          <c:showSerName val="0"/>
          <c:showPercent val="0"/>
          <c:showBubbleSize val="0"/>
        </c:dLbls>
        <c:gapWidth val="52"/>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350">
                <a:solidFill>
                  <a:srgbClr val="66666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5"/>
        </c:scaling>
        <c:delete val="0"/>
        <c:axPos val="l"/>
        <c:majorGridlines>
          <c:spPr>
            <a:ln w="9525">
              <a:solidFill>
                <a:srgbClr val="D9D9D9"/>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666666"/>
                </a:solidFill>
                <a:latin typeface="Malgun Gothic"/>
                <a:ea typeface="Malgun Gothic"/>
                <a:cs typeface="Malgun Gothic"/>
              </a:defRPr>
            </a:pPr>
            <a:endParaRPr lang="ko-KR"/>
          </a:p>
        </c:txPr>
        <c:crossAx val="48650112"/>
        <c:crosses val="autoZero"/>
        <c:crossBetween val="between"/>
        <c:majorUnit val="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장에서는 큰 문제를 나누어 푸는 분할 정복을 배웁니다. 문제를 나누고, 작은 문제의 답을 구하고, 그 답을 합치는 세 단계를 먼저 확인하겠습니다. 병합 정렬은 정렬된 두 줄을 합치는 방법이고, 퀵 정렬은 피벗을 기준으로 값을 나누는 방법이에요. 두 정렬은 배열과 포인터가 움직이는 과정부터 전체 정렬이 끝나는 순간까지 따라가겠습니다.</a:t>
            </a:r>
          </a:p>
          <a:p>
            <a:endParaRPr/>
          </a:p>
          <a:p>
            <a:r>
              <a:t>다음은 연속한 구간의 합이 가장 큰 부분을 찾는 최대 구간 합입니다. 왼쪽과 오른쪽 내부의 답만 보지 않고, 가운데를 걸치는 구간도 계산해야 하죠. 쿼드 트리에서는 흑백 그림을 네 부분으로 나누어 저장하고, 그 표현에서 원래 그림을 복원해 보겠습니다.</a:t>
            </a:r>
          </a:p>
          <a:p>
            <a:endParaRPr/>
          </a:p>
          <a:p>
            <a:r>
              <a:t>시간 복잡도는 공식만 외우기보다 한 번의 호출이 무엇을 하고, 그런 호출이 몇 층으로 쌓이는지 그림으로 확인하겠습니다. 마지막에는 색종이와 빠른 거듭제곱 예제를 연결합니다. 이번 장은 이 목록에 있는 알고리즘을 중심으로 진행하겠습니다.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21229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카드 여덟 장이 섞여 있다고 생각해 볼게요. 카드에 적힌 값은 8, 3, 6, 2, 7, 1, 5, 4입니다. 우리가 만들고 싶은 결과는 1부터 8까지 작은 값부터 차례대로 놓인 배열입니다. 여기서 사용하는 방법이 병합 정렬, 영어로 머지소트예요.</a:t>
            </a:r>
          </a:p>
          <a:p>
            <a:endParaRPr/>
          </a:p>
          <a:p>
            <a:r>
              <a:t>그림의 첫 장면은 섞인 카드 묶음입니다. 큰 묶음 전체를 한꺼번에 정렬하려고 하지 않고, 우선 반으로 나눕니다. 네 장씩 나누고, 각각을 두 장씩 나누고, 마지막에는 한 장씩 남습니다. 한 장만 있는 묶음은 다른 값과 순서를 비교할 필요가 없으니까 이미 정렬된 상태라고 볼 수 있죠.</a:t>
            </a:r>
          </a:p>
          <a:p>
            <a:endParaRPr/>
          </a:p>
          <a:p>
            <a:r>
              <a:t>그 다음부터가 병합입니다. 정렬된 두 묶음을 받아서 작은 값부터 새 결과에 넣어요. 한 장과 한 장을 합쳐 두 장을 만들고, 정렬된 두 장과 두 장을 합쳐 네 장을 만들고, 마지막에는 정렬된 네 장과 네 장을 합쳐 여덟 장을 만듭니다. 작은 묶음의 정렬 결과가 다음 병합의 입력이 되는 겁니다.</a:t>
            </a:r>
          </a:p>
          <a:p>
            <a:endParaRPr/>
          </a:p>
          <a:p>
            <a:r>
              <a:t>중요한 전제는 병합할 두 입력이 각각 이미 정렬되어 있다는 것입니다. 그래야 각 줄의 맨 앞에서 아직 사용하지 않은 값 하나씩만 비교해도 다음에 넣을 가장 작은 값을 고를 수 있습니다. 그림은 이 흐름을 카드 정리로 나타낸 것이고, 이어지는 배열 그림에서는 실제 숫자와 포인터가 움직이는 순서를 전부 따라가겠습니다. 왼쪽부터 호출을 마친 뒤 오른쪽으로 돌아오는 순서도 같이 확인해 볼게요.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715184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정렬을 배워 보겠습니다. 영어로는 머지 소트라고 하고, 합병 정렬이라고 부르는 자료도 있습니다. 모두 같은 정렬 방법입니다. 화면 위의 배열을 보세요. 8, 3, 6, 2, 7, 1, 5, 4가 섞여 있습니다. 우리가 원하는 것은 아래처럼 작은 값부터 1, 2, 3, 4, 5, 6, 7, 8로 만드는 것입니다.</a:t>
            </a:r>
          </a:p>
          <a:p>
            <a:endParaRPr/>
          </a:p>
          <a:p>
            <a:r>
              <a:t>여덟 개를 한꺼번에 정렬하려고 하면 어디서부터 손대야 할지 막막하죠. 병합 정렬은 문제를 작게 나눠서 생각합니다. 먼저 네 개씩, 그다음 두 개씩, 마지막에는 하나씩 남을 때까지 구간을 반으로 나눕니다. 원소 하나만 있는 배열은 이미 정렬되어 있습니다. 8 하나만 놓여 있다면 그 안에서 순서를 바꿀 대상이 없으니까요.</a:t>
            </a:r>
          </a:p>
          <a:p>
            <a:endParaRPr/>
          </a:p>
          <a:p>
            <a:r>
              <a:t>그다음에는 다시 합치면서 정렬합니다. 예를 들어 8 하나와 3 하나를 합칠 때 작은 3을 먼저 넣고 8을 뒤에 넣으면, 두 개짜리 정렬 결과가 생깁니다. 이런 결과 두 개를 다시 합치면 네 개짜리 정렬 결과가 됩니다. 마지막에는 정렬된 네 개짜리 배열 두 개를 합쳐 전체 정렬을 끝냅니다.</a:t>
            </a:r>
          </a:p>
          <a:p>
            <a:endParaRPr/>
          </a:p>
          <a:p>
            <a:r>
              <a:t>여기서 나누기만 하면 정렬되는 것은 아니라는 점을 기억하세요. 나눌 때는 구간만 나누고, 합칠 때 값을 비교해서 순서를 만듭니다. 다음 화면부터 이 배열이 어떻게 나뉘고 다시 합쳐지는지 하나씩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나누는 단계부터 빠짐없이 보겠습니다. 맨 위에는 8, 3, 6, 2, 7, 1, 5, 4가 있습니다. 여덟 개의 가운데를 기준으로 왼쪽 네 개와 오른쪽 네 개를 나눕니다. 왼쪽은 8, 3, 6, 2이고 오른쪽은 7, 1, 5, 4입니다. 화면의 선은 어느 묶음이 어느 묶음으로 나뉘었는지 보여줍니다.</a:t>
            </a:r>
          </a:p>
          <a:p>
            <a:endParaRPr/>
          </a:p>
          <a:p>
            <a:r>
              <a:t>여기서 숫자의 크기는 아직 비교하지 않습니다. 가장 큰 8이 왼쪽에 있고 가장 작은 1이 오른쪽에 그대로 있죠. 작은 수를 왼쪽으로 옮기는 작업이 아닙니다. 현재 놓인 순서를 유지하면서 가운데 위치에서 구간만 자르는 것입니다. 그래서 나누기 직후의 두 배열은 아직 정렬되지 않았습니다.</a:t>
            </a:r>
          </a:p>
          <a:p>
            <a:endParaRPr/>
          </a:p>
          <a:p>
            <a:r>
              <a:t>코드에서는 원소 수의 절반을 mid로 잡고, 그 앞을 왼쪽 입력으로, 그 뒤를 오른쪽 입력으로 넘깁니다. Python에서는 왼쪽을 정렬하는 재귀 호출이 먼저 실행됩니다. 왼쪽 네 개도 아직 크므로 더 나눠야 합니다. 오른쪽 네 개의 호출은 왼쪽 호출이 끝나서 돌아온 다음에 실행됩니다.</a:t>
            </a:r>
          </a:p>
          <a:p>
            <a:endParaRPr/>
          </a:p>
          <a:p>
            <a:r>
              <a:t>지금 그림은 어떤 구간으로 나눌지 보여주는 전체 구조입니다. 두 가지를 구분해 주세요. 나누는 기준은 값의 크기가 아니라 가운데 위치이고, 두 재귀 호출의 실행은 동시에 일어나는 것이 아니라 왼쪽부터 차례대로 일어납니다. 다음 화면에서는 네 개짜리 구간 안쪽을 더 나눠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92884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네 개짜리 구간을 다시 반씩 나눕니다. 왼쪽의 8, 3, 6, 2는 8, 3과 6, 2가 됩니다. 오른쪽의 7, 1, 5, 4는 7, 1과 5, 4가 됩니다. 화면 아래에 두 개짜리 묶음이 네 개 생겼습니다. 위에서 내려오는 선을 따라가면 각 묶음이 어느 구간에서 나왔는지 알 수 있습니다.</a:t>
            </a:r>
          </a:p>
          <a:p>
            <a:endParaRPr/>
          </a:p>
          <a:p>
            <a:r>
              <a:t>여전히 값의 순서는 바꾸지 않았습니다. 8, 3을 나눠 얻었다고 해서 3, 8로 정렬한 것은 아니죠. 6, 2도 6이 먼저 있고, 7, 1과 5, 4도 원래 순서입니다. 병합 정렬에서 나누는 단계는 문제의 크기를 줄이는 단계입니다. 정렬은 뒤에서 두 결과를 합칠 때 일어납니다.</a:t>
            </a:r>
          </a:p>
          <a:p>
            <a:endParaRPr/>
          </a:p>
          <a:p>
            <a:r>
              <a:t>실제 호출은 맨 왼쪽의 8, 3부터 내려갑니다. 그 호출을 끝내고 나서 같은 부모 안의 6, 2를 처리합니다. 두 결과를 받은 뒤에는 왼쪽 네 개를 합칠 수 있습니다. 그때까지 오른쪽 네 개는 기다립니다. 지금 네 묶음이 같은 줄에 있다고 해서 컴퓨터가 네 묶음을 한꺼번에 처리한다고 생각하면 안 됩니다.</a:t>
            </a:r>
          </a:p>
          <a:p>
            <a:endParaRPr/>
          </a:p>
          <a:p>
            <a:r>
              <a:t>두 개짜리 구간도 아직 원소가 둘이니까 한 번 더 나눕니다. 다음 화면에서 원소 하나만 남을 때까지 내려가겠습니다. 그 뒤에는 이번에 만든 구간들이 정렬된 결과를 받아 위로 돌아오는 모습을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985918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마지막 나누기입니다. 8, 3을 8 하나와 3 하나로 나누고, 6, 2를 6 하나와 2 하나로 나눕니다. 오른쪽에서도 7 하나, 1 하나, 5 하나, 4 하나가 됩니다. 아래 줄에 한 원소짜리 배열이 여덟 개 보입니다. 처음 배열의 값이 빠지거나 새로 생긴 것은 아닙니다. 같은 여덟 값을 작은 구간으로 나눠 바라보고 있습니다.</a:t>
            </a:r>
          </a:p>
          <a:p>
            <a:endParaRPr/>
          </a:p>
          <a:p>
            <a:r>
              <a:t>원소 하나인 배열은 이미 정렬되어 있다고 봅니다. 예를 들어 8 하나만 있는 배열에는 다른 값이 없어서 앞뒤 순서를 바꿀 일이 없죠. 이것이 재귀를 멈추는 이유입니다. 코드의 길이가 1 이하이면 바로 반환한다는 조건이 이 부분에 해당합니다. 빈 배열도 정렬할 값이 없으므로 같은 조건으로 끝냅니다.</a:t>
            </a:r>
          </a:p>
          <a:p>
            <a:endParaRPr/>
          </a:p>
          <a:p>
            <a:r>
              <a:t>처음의 8, 3을 정렬하는 호출은 왼쪽에서 8 하나를 돌려받고, 오른쪽에서 3 하나를 돌려받습니다. 두 입력이 각각 정렬되어 있으니 이제 merge를 호출할 수 있습니다. 작은 3을 먼저 놓고 8을 뒤에 놓으면 두 원소가 정렬됩니다. 이 두 개짜리 결과가 다시 위쪽 호출로 돌아갑니다.</a:t>
            </a:r>
          </a:p>
          <a:p>
            <a:endParaRPr/>
          </a:p>
          <a:p>
            <a:r>
              <a:t>한 원소를 반환하는 것은 정렬된 작은 문제의 답을 만드는 과정입니다. 그 답 두 개를 받아 더 큰 답을 만드는 것이 병합이고요. 다음 화면에서 실제 병합 순서를 먼저 확인한 뒤, 첫 번째 병합부터 마지막까지 모든 값의 비교와 화살표 이동을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291507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병합은 총 일곱 번 일어납니다. 아래에는 방금 나눈 한 원소짜리 배열이 있고, 위에는 병합해서 돌아올 결과가 있습니다. 그림을 아래에서 위로 읽어 주세요. 숫자에 붙인 동그라미 1번부터 7번은 실제 Python 재귀 코드가 병합을 실행하는 순서입니다.</a:t>
            </a:r>
          </a:p>
          <a:p>
            <a:endParaRPr/>
          </a:p>
          <a:p>
            <a:r>
              <a:t>먼저 왼쪽 네 개를 끝냅니다. 1번에서 8 하나와 3 하나를 합쳐 3, 8을 만듭니다. 2번에서는 6 하나와 2 하나를 합쳐 2, 6을 만듭니다. 이제 두 결과를 다 받았으니 3번에서 3, 8과 2, 6을 합쳐 2, 3, 6, 8을 만듭니다. 왼쪽 네 개의 정렬이 여기서 끝납니다.</a:t>
            </a:r>
          </a:p>
          <a:p>
            <a:endParaRPr/>
          </a:p>
          <a:p>
            <a:r>
              <a:t>그다음 오른쪽 네 개를 처리합니다. 4번에서 7과 1을 합쳐 1, 7을 만들고, 5번에서 5와 4를 합쳐 4, 5를 만듭니다. 6번에서 이 두 결과를 합치면 1, 4, 5, 7입니다. 마지막 7번은 왼쪽 네 개의 결과와 오른쪽 네 개의 결과를 받아 전체 여덟 개를 정렬합니다.</a:t>
            </a:r>
          </a:p>
          <a:p>
            <a:endParaRPr/>
          </a:p>
          <a:p>
            <a:r>
              <a:t>아래의 병합 네 개를 전부 먼저 끝내고 위로 올라가는 순서와는 차이가 있습니다. 실제 재귀 코드는 왼쪽 호출을 끝낸 뒤 오른쪽 호출을 실행하므로, 1번과 2번 다음에 곧바로 3번이 나옵니다. 그 뒤에야 4번을 시작합니다. 그림에서 같은 줄에 있는 묶음이 동시에 실행되는 것은 아닙니다.</a:t>
            </a:r>
          </a:p>
          <a:p>
            <a:endParaRPr/>
          </a:p>
          <a:p>
            <a:r>
              <a:t>지금은 결과를 한눈에 보여주는 지도입니다. 다음부터는 이 지도에 나온 병합을 한 번도 건너뛰지 않고 차례대로 보겠습니다. 한 값이 결과에 들어갈 때마다 어느 화살표가 움직이고, 그 정렬 결과가 다음 병합의 어느 입력이 되는지 확인하세요.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739756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병합입니다. 왼쪽 네 개 중 앞쪽의 8, 3을 한 원소씩 나눴습니다. 두 호출이 8 하나와 3 하나를 반환했으므로, 이 두 정렬된 결과를 합칠 차례입니다.</a:t>
            </a:r>
          </a:p>
          <a:p>
            <a:endParaRPr/>
          </a:p>
          <a:p>
            <a:r>
              <a:t>왼쪽 입력은 8이고 오른쪽 입력은 3입니다.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8과 오른쪽 맨 앞의 3입니다. 더 작은 3을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앞쪽 두 개입니다. 이 정렬 결과는 세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325824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3입니다. 3이 더 작으므로 오른쪽의 값을 결과 뒤에 넣었습니다. 아래 결과는 3입니다.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95333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3, 8이고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0661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병합에서 3, 8을 만들었습니다. 하지만 이것을 아직 정렬되지 않은 6, 2와 바로 합치면 안 됩니다. 왼쪽 네 개의 나머지 두 원소도 먼저 정렬해야 합니다. 6, 2를 한 원소씩 나누고, 6 하나와 2 하나를 돌려받았습니다. 이제 두 번째 병합입니다.</a:t>
            </a:r>
          </a:p>
          <a:p>
            <a:endParaRPr/>
          </a:p>
          <a:p>
            <a:r>
              <a:t>왼쪽 입력은 6이고 오른쪽 입력은 2입니다.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6과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뒤쪽 두 개입니다. 이 정렬 결과는 세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227746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6과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6이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74546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6을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2, 6이고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67754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왼쪽의 3, 8과 오른쪽의 2, 6을 합쳐 보겠습니다. 두 배열은 각각 정렬되어 있습니다. 왼쪽에서 아직 사용하지 않은 첫 값을 가리키는 인덱스를 i, 오른쪽에서 아직 사용하지 않은 첫 값을 가리키는 인덱스를 j라고 부르겠습니다. 처음에는 i와 j가 모두 0입니다.</a:t>
            </a:r>
          </a:p>
          <a:p>
            <a:endParaRPr/>
          </a:p>
          <a:p>
            <a:r>
              <a:t>첫 번째 장면에서 i가 가리키는 왼쪽 값은 3이고, j가 가리키는 오른쪽 값은 2입니다. 둘 중 작은 값은 2이니까 오른쪽의 2를 결과에 먼저 넣습니다. 오른쪽에서 값을 하나 사용했으므로 j만 한 칸 움직여요. 왼쪽의 3은 아직 쓰지 않았으니까 i를 움직이면 안 됩니다.</a:t>
            </a:r>
          </a:p>
          <a:p>
            <a:endParaRPr/>
          </a:p>
          <a:p>
            <a:r>
              <a:t>두 번째 장면을 보세요. 결과에는 2가 들어갔고, 왼쪽 포인터는 여전히 3을 가리킵니다. 오른쪽 포인터는 그 다음 값인 6을 가리키게 되었죠. 따라서 다음 비교는 3과 6입니다. 여기서는 3이 더 작으니까 다음에는 왼쪽의 3을 결과에 넣고 i만 움직입니다.</a:t>
            </a:r>
          </a:p>
          <a:p>
            <a:endParaRPr/>
          </a:p>
          <a:p>
            <a:r>
              <a:t>포인터 두 개를 항상 같이 움직이는 방식이 아닙니다. 방금 값을 가져온 줄의 포인터만 움직입니다. 이 규칙을 지켜야 아직 넣지 않은 값을 건너뛰지 않아요. 실제 코드에서는 결과에 값을 붙이는 문장 바로 다음에 그쪽 인덱스를 1 늘립니다. 이어지는 슬라이드에서 결과가 2, 3, 6, 8이 될 때까지 각 비교와 인덱스의 변화를 한 번씩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519144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입력은 원래의 8, 3과 6, 2가 아닙니다. 첫 번째 병합이 만든 3, 8과 두 번째 병합이 만든 2, 6입니다. 더 작은 두 문제의 정렬 결과가 이번 merge의 입력이 된 것입니다. 이 두 배열을 합치면 원래 왼쪽 네 원소 전체의 정렬이 끝납니다.</a:t>
            </a:r>
          </a:p>
          <a:p>
            <a:endParaRPr/>
          </a:p>
          <a:p>
            <a:r>
              <a:t>왼쪽 입력은 3, 8이고 오른쪽 입력은 2, 6입니다.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3과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왼쪽 4개 전체입니다. 이 병합이 끝나면 왼쪽 네 개가 완성되고, 그다음 오른쪽 네 개를 정렬합니다.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70938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3과 오른쪽 6입니다. 이 둘 중 더 작은 3을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5784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6입니다. 3이 더 작으므로 왼쪽의 값을 결과 뒤에 넣었습니다. 아래 결과는 2, 3입니다.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8과 오른쪽 6입니다. 이 둘 중 더 작은 6을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50611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6입니다. 6이 더 작으므로 오른쪽의 값을 결과 뒤에 넣었습니다. 아래 결과는 2, 3, 6입니다.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5329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3, 8과 2, 6을 비교해서 결과에 2, 3, 6을 넣었습니다. 오른쪽에서는 2도 사용했고 6도 사용했으니까 더 가져올 값이 없습니다. 왼쪽에서는 3을 사용했고, 아직 8이 남아 있어요.</a:t>
            </a:r>
          </a:p>
          <a:p>
            <a:endParaRPr/>
          </a:p>
          <a:p>
            <a:r>
              <a:t>앞의 비교 반복문은 양쪽 모두 값이 남아 있을 때만 실행됩니다. 한쪽이 비었는데 그쪽의 값을 읽으려고 하면 배열 범위를 벗어나게 되죠. 따라서 이 상태에서는 두 값을 비교하는 반복을 끝내고, 값이 남은 쪽을 처리하는 반복으로 넘어갑니다.</a:t>
            </a:r>
          </a:p>
          <a:p>
            <a:endParaRPr/>
          </a:p>
          <a:p>
            <a:r>
              <a:t>그림에서 왼쪽의 8을 결과 맨 뒤로 옮기면 2, 3, 6, 8이 됩니다. 왜 남은 값을 다시 정렬하지 않아도 될까요? 왼쪽 배열은 처음부터 정렬되어 있었기 때문입니다. 지금은 하나만 남았지만, 여러 값이 남아 있더라도 그 값들의 순서는 이미 작은 값부터 큰 값입니다. 그 순서대로 결과에 붙이면 됩니다.</a:t>
            </a:r>
          </a:p>
          <a:p>
            <a:endParaRPr/>
          </a:p>
          <a:p>
            <a:r>
              <a:t>파이썬 코드에서는 남은 왼쪽 값을 처리하는 while문과 남은 오른쪽 값을 처리하는 while문을 따로 씁니다. 빈 쪽의 while문은 조건이 처음부터 거짓이라서 한 번도 실행되지 않습니다. 그래서 양쪽 반복문을 모두 적어도 괜찮아요. 여기서는 남은 8을 out에 붙인 다음 i를 한 칸 늘리면 이번 병합이 끝납니다. 다음 장에서 배열 칸과 인덱스로 같은 동작을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113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2, 3, 6, 8이고 작은 값부터 정렬되어 있습니다. 새 결과를 반환하면 이번 호출이 끝납니다. 왼쪽 네 개를 정렬하는 호출이 여기서 끝나고, 처음 함수로 돌아가 오른쪽 네 개의 호출을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261599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네 개를 정렬해서 2, 3, 6, 8을 반환했습니다. 이제 처음 함수의 다음 줄로 넘어가 오른쪽 네 개를 정렬합니다. 오른쪽의 7, 1, 5, 4도 같은 방식으로 나누며, 먼저 7 하나와 1 하나의 결과를 받습니다. 이것이 네 번째 병합입니다.</a:t>
            </a:r>
          </a:p>
          <a:p>
            <a:endParaRPr/>
          </a:p>
          <a:p>
            <a:r>
              <a:t>왼쪽 입력은 7이고 오른쪽 입력은 1입니다.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7과 오른쪽 맨 앞의 1입니다.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앞쪽 두 개입니다. 이 정렬 결과는 여섯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125120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1입니다. 1이 더 작으므로 오른쪽의 값을 결과 뒤에 넣었습니다. 아래 결과는 1입니다.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65444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1, 7이고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27553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오른쪽의 앞쪽 두 원소는 네 번째 병합에서 1, 7이 되었습니다. 이제 뒤쪽의 5, 4를 처리합니다. 한 원소씩 나눠 5 하나와 4 하나를 돌려받았으므로, 이 둘을 정렬된 두 원소로 합칠 수 있습니다. 오른쪽 네 개를 합치기 전에 반드시 이 결과도 준비해야 합니다.</a:t>
            </a:r>
          </a:p>
          <a:p>
            <a:endParaRPr/>
          </a:p>
          <a:p>
            <a:r>
              <a:t>왼쪽 입력은 5이고 오른쪽 입력은 4입니다.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5과 오른쪽 맨 앞의 4입니다. 더 작은 4을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뒤쪽 두 개입니다. 이 정렬 결과는 여섯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45429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5과 오른쪽의 4입니다. 4이 더 작으므로 오른쪽의 값을 결과 뒤에 넣었습니다. 아래 결과는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5이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136344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5을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4, 5이고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15895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네 개 안의 두 작은 문제가 모두 끝났습니다. 네 번째 병합에서 1, 7을 받았고, 다섯 번째 병합에서 4, 5를 받았습니다. 따라서 지금 비교할 두 배열은 1, 7과 4, 5입니다. 원래 순서인 7, 1과 5, 4를 그대로 쓰는 것이 아닙니다. 이 병합이 끝나면 오른쪽 네 개도 정렬된 결과를 반환합니다.</a:t>
            </a:r>
          </a:p>
          <a:p>
            <a:endParaRPr/>
          </a:p>
          <a:p>
            <a:r>
              <a:t>왼쪽 입력은 1, 7이고 오른쪽 입력은 4, 5입니다.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1과 오른쪽 맨 앞의 4입니다.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오른쪽 4개 전체입니다. 이 병합이 끝나면 오른쪽 네 개가 완성되고, 마지막 전체 병합의 입력으로 넘깁니다.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2857973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1과 오른쪽의 4입니다. 1이 더 작으므로 왼쪽의 값을 결과 뒤에 넣었습니다. 아래 결과는 1입니다.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4입니다. 이 둘 중 더 작은 4을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434565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4입니다. 4이 더 작으므로 오른쪽의 값을 결과 뒤에 넣었습니다. 아래 결과는 1,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5입니다. 이 둘 중 더 작은 5을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109012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5입니다. 5이 더 작으므로 오른쪽의 값을 결과 뒤에 넣었습니다. 아래 결과는 1, 4, 5입니다.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913050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1, 4, 5, 7이고 작은 값부터 정렬되어 있습니다. 새 결과를 반환하면 이번 호출이 끝납니다. 오른쪽 네 개의 정렬도 끝났습니다. 처음 함수는 앞에서 받은 왼쪽 2, 3, 6, 8과 지금 받은 오른쪽 1, 4, 5, 7을 마지막 병합에 넘깁니다.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50426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병합을 시작하기 직전입니다. 왼쪽 배열은 2, 3, 6, 8이고 오른쪽 배열은 1, 4, 5, 7입니다. 두 배열은 각각 정렬되어 있지만, 이것을 그냥 이어 붙이면 2, 3, 6, 8, 1, 4, 5, 7이 되겠죠. 전체는 정렬되지 않습니다. 그래서 두 배열의 값을 작은 것부터 골라 새 결과에 넣어야 합니다.</a:t>
            </a:r>
          </a:p>
          <a:p>
            <a:endParaRPr/>
          </a:p>
          <a:p>
            <a:r>
              <a:t>파란 화살표 아이는 왼쪽에서 다음에 사용할 위치이고, 초록 화살표 제이는 오른쪽에서 다음에 사용할 위치입니다. 아직 아무 값도 사용하지 않았으므로 둘 다 인덱스 0, 즉 첫 번째 칸을 가리킵니다. 배열의 값 2와 인덱스 0은 서로 다른 것이라는 점도 구분해 주세요.</a:t>
            </a:r>
          </a:p>
          <a:p>
            <a:endParaRPr/>
          </a:p>
          <a:p>
            <a:r>
              <a:t>지금 비교하는 값은 왼쪽의 2와 오른쪽의 1입니다. 1이 더 작으므로 첫 결과로 1을 넣으면 됩니다. 왜 왼쪽 뒤의 3, 6, 8까지 전부 확인하지 않을까요? 왼쪽은 이미 정렬되어 있어서 맨 앞 2가 왼쪽의 남은 값 중 가장 작습니다. 오른쪽에서도 맨 앞 1이 가장 작습니다. 따라서 이 두 값 중 작은 것이 전체 남은 값 중에서도 가장 작습니다.</a:t>
            </a:r>
          </a:p>
          <a:p>
            <a:endParaRPr/>
          </a:p>
          <a:p>
            <a:r>
              <a:t>화면 아래의 점들은 아직 결과에 넣지 않은 자리입니다. 실제 코드에서는 처음에 빈 리스트로 시작하고, 값을 고를 때마다 맨 뒤에 하나씩 붙입니다. 다음 화면에서는 1을 붙인 뒤 어느 화살표만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번째로 오른쪽의 1을 골라 결과에 넣었습니다. 아래 결과 배열의 첫 칸이 1로 바뀌었죠. 그다음 오른쪽 화살표 제이가 인덱스 0에서 1로 이동했습니다. 이제 오른쪽에서는 4를 보고 있습니다.</a:t>
            </a:r>
          </a:p>
          <a:p>
            <a:endParaRPr/>
          </a:p>
          <a:p>
            <a:r>
              <a:t>왼쪽 화살표 아이는 왜 그대로일까요? 왼쪽의 2를 아직 결과에 넣지 않았기 때문입니다. 값 하나를 사용했을 때 그 배열의 화살표만 다음 칸으로 옮깁니다. 양쪽을 동시에 옮기면 왼쪽의 2를 사용하지도 않고 지나쳐 버리게 됩니다. 반대로 오른쪽 화살표를 옮기지 않으면 이미 넣은 1을 다시 고르게 됩니다.</a:t>
            </a:r>
          </a:p>
          <a:p>
            <a:endParaRPr/>
          </a:p>
          <a:p>
            <a:r>
              <a:t>여기서 화살표가 움직인다는 것은 배열의 숫자가 움직인다는 뜻이 아닙니다. 오른쪽의 1을 배열에서 지워서 당기는 것도 아닙니다. 원래 두 배열은 그대로 두고, 다음에 읽을 위치를 나타내는 인덱스만 바꿉니다.</a:t>
            </a:r>
          </a:p>
          <a:p>
            <a:endParaRPr/>
          </a:p>
          <a:p>
            <a:r>
              <a:t>이제 다음 비교 대상은 왼쪽의 2와 오른쪽의 4입니다. 두 값 중 무엇을 넣어야 할까요? 2입니다. 결과에는 이미 1이 있으니, 그 뒤에 2를 붙이면 됩니다. 이번에는 왼쪽 값을 사용하므로 왼쪽 화살표가 움직이게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비교에서는 왼쪽의 2와 오른쪽의 4를 봤습니다. 2가 더 작으니 결과 뒤에 2를 붙였습니다. 그래서 아래 결과가 1, 2가 되었고, 왼쪽 화살표 아이는 인덱스 0에서 1로 옮겨졌습니다. 이제 왼쪽의 다음 값은 3입니다.</a:t>
            </a:r>
          </a:p>
          <a:p>
            <a:endParaRPr/>
          </a:p>
          <a:p>
            <a:r>
              <a:t>오른쪽 화살표 제이는 인덱스 1에 그대로 있습니다. 오른쪽의 4를 아직 사용하지 않았기 때문입니다. 앞에서 1을 넣은 뒤 4가 비교 대상이 됐지만, 이번에는 2가 더 작아서 4가 선택되지 않은 것입니다. 다음 비교에도 4가 다시 나오는 것이 정상입니다.</a:t>
            </a:r>
          </a:p>
          <a:p>
            <a:endParaRPr/>
          </a:p>
          <a:p>
            <a:r>
              <a:t>지금 왼쪽에서 이미 사용한 값은 2이고, 오른쪽에서 이미 사용한 값은 1입니다. 두 화살표는 각 배열에서 아직 사용하지 않은 첫 값을 가리킵니다. 화살표가 지나간 칸은 결과에 들어간 값, 화살표부터 뒤쪽은 아직 남아 있는 값이라고 생각하면 됩니다.</a:t>
            </a:r>
          </a:p>
          <a:p>
            <a:endParaRPr/>
          </a:p>
          <a:p>
            <a:r>
              <a:t>다음에는 왼쪽의 3과 오른쪽의 4를 비교합니다. 다시 왼쪽의 3이 작죠. 그래서 3을 넣고 왼쪽 화살표만 한 칸 더 움직입니다. 어느 쪽 화살표가 움직이는지는 작은 값을 고른 쪽으로 결정됩니다.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번째로 3을 넣은 상태입니다. 아래 결과는 1, 2, 3이 되었고, 왼쪽 화살표 아이는 인덱스 1에서 2로 이동했습니다. 이제 왼쪽에서 가리키는 값은 6입니다. 오른쪽 화살표는 여전히 인덱스 1의 4를 가리킵니다.</a:t>
            </a:r>
          </a:p>
          <a:p>
            <a:endParaRPr/>
          </a:p>
          <a:p>
            <a:r>
              <a:t>오른쪽의 4가 여러 번 비교에 등장하니까 이상하게 느껴질 수도 있습니다. 하지만 4보다 작은 왼쪽 값 2와 3을 먼저 사용한 것이죠. 아직 4를 넣지 않았으므로 오른쪽 화살표를 움직이면 안 됩니다. 오른쪽에 같은 값이 복사되어 생긴 것도 아니고, 비교할 때마다 결과에 들어가는 것도 아닙니다.</a:t>
            </a:r>
          </a:p>
          <a:p>
            <a:endParaRPr/>
          </a:p>
          <a:p>
            <a:r>
              <a:t>이제 남은 값들을 보세요. 왼쪽에는 6, 8이 있고 오른쪽에는 4, 5, 7이 있습니다. 각 배열의 첫 값인 6과 4만 비교하면, 남은 전체에서 가장 작은 값이 4라는 것을 알 수 있습니다. 이미 넣은 1, 2, 3을 다시 비교할 필요도 없습니다.</a:t>
            </a:r>
          </a:p>
          <a:p>
            <a:endParaRPr/>
          </a:p>
          <a:p>
            <a:r>
              <a:t>따라서 다음 단계에서는 오른쪽의 4를 넣습니다. 이번에는 왼쪽 화살표는 그대로 두고 오른쪽 화살표를 움직입니다. 비교 대상이 3과 4에서 6과 4로 바뀌었다는 것을 확인하고 다음 화면으로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왼쪽의 6보다 오른쪽의 4가 작았습니다. 그래서 결과 뒤에 4를 넣었고, 아래는 1, 2, 3, 4가 되었습니다. 오른쪽 화살표 제이는 인덱스 1에서 2로 이동해서 이제 5를 가리킵니다.</a:t>
            </a:r>
          </a:p>
          <a:p>
            <a:endParaRPr/>
          </a:p>
          <a:p>
            <a:r>
              <a:t>왼쪽 화살표 아이는 인덱스 2에 그대로 있습니다. 왼쪽의 6은 비교에는 참여했지만 선택되지 않았습니다. 비교했다는 것과 사용했다는 것을 구분해야 합니다. 사용한 값의 화살표만 움직이는 이유가 바로 이것입니다.</a:t>
            </a:r>
          </a:p>
          <a:p>
            <a:endParaRPr/>
          </a:p>
          <a:p>
            <a:r>
              <a:t>현재 왼쪽에서 남은 값은 6, 8이고, 오른쪽에서 남은 값은 5, 7입니다. 이 값들을 다시 처음부터 정렬할 필요는 없습니다. 각 배열 안에서는 이미 순서가 정해져 있으니 다음 두 값 6과 5만 보면 됩니다.</a:t>
            </a:r>
          </a:p>
          <a:p>
            <a:endParaRPr/>
          </a:p>
          <a:p>
            <a:r>
              <a:t>다음에는 5가 더 작아서 오른쪽 값을 한 번 더 넣게 됩니다. 이렇게 같은 쪽에서 두 번 연속 선택될 수도 있습니다. 병합은 왼쪽과 오른쪽을 번갈아 넣는 작업이 아니라, 그때그때 남은 값 중 더 작은 값을 넣는 작업입니다.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값으로 5를 넣었습니다. 왼쪽의 6과 오른쪽의 5를 비교해서 5가 더 작았기 때문입니다. 아래 결과는 1, 2, 3, 4, 5가 되었고, 오른쪽 화살표 제이는 인덱스 2에서 3으로 이동했습니다. 이제 오른쪽의 마지막 값 7을 보고 있습니다.</a:t>
            </a:r>
          </a:p>
          <a:p>
            <a:endParaRPr/>
          </a:p>
          <a:p>
            <a:r>
              <a:t>왼쪽 화살표는 여전히 6을 가리킵니다. 6보다 작은 오른쪽 값 4와 5가 먼저 들어간 것이지, 6을 건너뛴 것은 아닙니다. 이제 다음 비교 대상은 6과 7이 됩니다. 이번에는 6이 작으므로 다음 단계에서 왼쪽 값을 사용합니다.</a:t>
            </a:r>
          </a:p>
          <a:p>
            <a:endParaRPr/>
          </a:p>
          <a:p>
            <a:r>
              <a:t>여기까지 과정을 되짚어 보면, 결과에는 항상 현재 남은 값 중 가장 작은 값이 추가됐습니다. 그래서 이미 만들어진 결과 1, 2, 3, 4, 5의 순서가 흐트러지지 않습니다. 새로 넣는 값은 앞에서 넣은 값보다 작아지지 않습니다.</a:t>
            </a:r>
          </a:p>
          <a:p>
            <a:endParaRPr/>
          </a:p>
          <a:p>
            <a:r>
              <a:t>오른쪽 화살표가 마지막 칸에 있다고 해서 바로 병합을 끝내는 것도 아닙니다. 인덱스 3의 7은 아직 사용하지 않은 값입니다. 마지막 칸을 가리키는 상태와 배열을 모두 사용한 상태는 다르다는 점을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비교에서는 왼쪽의 6과 오른쪽의 7을 봤고, 더 작은 6을 결과 뒤에 넣었습니다. 아래 결과는 1부터 6까지가 되었습니다. 왼쪽 화살표 아이가 인덱스 2에서 3으로 옮겨져서 이제 8을 가리킵니다.</a:t>
            </a:r>
          </a:p>
          <a:p>
            <a:endParaRPr/>
          </a:p>
          <a:p>
            <a:r>
              <a:t>현재 두 화살표는 모두 각 배열의 마지막 칸, 인덱스 3에 있습니다. 하지만 두 배열을 다 사용한 것은 아닙니다. 왼쪽에는 8이 하나 남아 있고 오른쪽에는 7이 하나 남아 있습니다. 그래서 비교 반복문을 한 번 더 실행해야 합니다.</a:t>
            </a:r>
          </a:p>
          <a:p>
            <a:endParaRPr/>
          </a:p>
          <a:p>
            <a:r>
              <a:t>여기서 코드의 조건이 인덱스가 배열 길이보다 작은지 확인하는 이유를 생각해 보세요. 길이가 4이면 사용할 수 있는 인덱스는 0, 1, 2, 3입니다. 지금 3은 정상적인 위치이므로 아직 읽어도 됩니다. 다음 칸인 4가 되면 그때는 읽을 값이 없습니다.</a:t>
            </a:r>
          </a:p>
          <a:p>
            <a:endParaRPr/>
          </a:p>
          <a:p>
            <a:r>
              <a:t>다음 비교는 8과 7입니다. 7이 더 작으므로 오른쪽의 마지막 값을 결과에 넣습니다. 그러면 오른쪽 화살표는 인덱스 4로 이동해서, 오른쪽 배열을 전부 사용했다는 상태가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번째로 7을 넣었습니다. 왼쪽의 8보다 오른쪽의 7이 작았기 때문입니다. 아래 결과에는 1, 2, 3, 4, 5, 6, 7이 들어 있습니다. 이제 오른쪽의 1, 4, 5, 7을 모두 사용했습니다.</a:t>
            </a:r>
          </a:p>
          <a:p>
            <a:endParaRPr/>
          </a:p>
          <a:p>
            <a:r>
              <a:t>오른쪽 화살표 제이는 3에서 4로 증가했습니다. 길이가 4인 배열에는 인덱스 4의 원소가 없습니다. 화면에서 오른쪽 화살표 대신 사용 완료라고 표시한 이유입니다. 이때 오른쪽의 다음 값을 읽으려고 하면 오류가 납니다. 더 비교할 값이 없으니 비교 반복문을 멈춰야 합니다.</a:t>
            </a:r>
          </a:p>
          <a:p>
            <a:endParaRPr/>
          </a:p>
          <a:p>
            <a:r>
              <a:t>왼쪽에는 아직 8이 하나 남아 있습니다. 이 값을 어떻게 해야 할까요? 오른쪽과 다시 비교할 수는 없지만, 그대로 결과 뒤에 붙이면 됩니다. 두 입력이 각각 정렬되어 있었고 매번 더 작은 값을 먼저 골랐기 때문에, 남은 왼쪽 값도 현재 결과 뒤에 이어 붙일 수 있습니다.</a:t>
            </a:r>
          </a:p>
          <a:p>
            <a:endParaRPr/>
          </a:p>
          <a:p>
            <a:r>
              <a:t>오른쪽이 끝났다고 전체 정렬이 끝난 것으로 처리하면 8이 결과에서 빠집니다. 비교 반복문이 끝난 뒤에 남은 값을 붙이는 작업이 꼭 필요합니다. 다음 화면에서는 그 마지막 처리를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다 사용했고 왼쪽에 8이 하나 남아 있었습니다. 그 8을 결과 뒤에 붙여서 1, 2, 3, 4, 5, 6, 7, 8을 완성했습니다. 두 배열에 있던 원소가 빠짐없이 한 번씩 결과에 들어갔습니다.</a:t>
            </a:r>
          </a:p>
          <a:p>
            <a:endParaRPr/>
          </a:p>
          <a:p>
            <a:r>
              <a:t>여기서 마지막 8은 오른쪽 값과 비교해서 고른 것이 아닙니다. 오른쪽에 비교할 값이 더 없으므로, 왼쪽의 남은 부분을 그대로 붙인 것입니다. 이번에는 하나만 남았지만 여러 개가 남아도 마찬가지입니다. 남은 부분 자체가 이미 정렬되어 있어서 순서대로 이어 붙이면 됩니다.</a:t>
            </a:r>
          </a:p>
          <a:p>
            <a:endParaRPr/>
          </a:p>
          <a:p>
            <a:r>
              <a:t>반대로 왼쪽 배열이 먼저 끝날 수도 있습니다. 그때는 오른쪽의 남은 부분을 붙이면 됩니다. 어느 쪽이 먼저 끝날지는 입력 값에 따라 달라지므로 코드에서는 양쪽의 남은 부분을 모두 처리합니다. 다 쓴 쪽에서 남은 부분을 가져오면 빈 리스트가 나오기 때문에 아무 값도 추가되지 않습니다.</a:t>
            </a:r>
          </a:p>
          <a:p>
            <a:endParaRPr/>
          </a:p>
          <a:p>
            <a:r>
              <a:t>지금까지 한 일을 코드로 옮기면 세 가지입니다. 남은 값이 양쪽에 있는 동안 앞의 두 값을 비교하고, 선택한 값만 결과에 넣은 뒤 그쪽 인덱스를 늘리고, 한쪽이 끝나면 남은 부분을 붙입니다. 다음 화면에서는 이 세 동작이 각각 어느 줄에 있는지 연결해서 읽어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화살표로 따라간 병합을 이제 Python 코드로 읽어 보겠습니다. 함수 이름은 merge이고, left와 right라는 두 리스트를 받습니다. 여기서 중요한 조건이 있습니다. 두 리스트는 각각 이미 정렬되어 있어야 합니다. 앞에서 만든 왼쪽 2, 3, 6, 8과 오른쪽 1, 4, 5, 7이 바로 그런 입력입니다. 섞인 배열을 아무렇게나 둘로 잘라서 이 함수에 바로 넣는 것은 아닙니다. 두 구간을 먼저 정렬한 다음 이 함수를 호출합니다.</a:t>
            </a:r>
          </a:p>
          <a:p>
            <a:endParaRPr/>
          </a:p>
          <a:p>
            <a:r>
              <a:t>함수 안의 첫 줄에서 out을 빈 리스트로 만듭니다. 아웃은 지금부터 작은 값을 하나씩 모을 결과입니다. 다음 줄의 아이와 제이는 둘 다 0으로 시작합니다. 아이는 왼쪽에서 다음에 읽을 위치, 제이는 오른쪽에서 다음에 읽을 위치입니다. 숫자 0은 배열의 값이 아니라 첫 번째 칸의 인덱스입니다.</a:t>
            </a:r>
          </a:p>
          <a:p>
            <a:endParaRPr/>
          </a:p>
          <a:p>
            <a:r>
              <a:t>while 조건을 보세요. 아이가 왼쪽 길이보다 작고, 동시에 제이가 오른쪽 길이보다 작아야 합니다. 양쪽에 읽을 값이 남아 있을 때만 비교한다는 뜻입니다. 길이가 4이면 마지막 인덱스는 3입니다. 인덱스가 4가 되면 더 읽으면 안 되니까, 길이보다 작다는 조건을 씁니다. 가운데의 and 때문에 양쪽 조건을 모두 만족해야 반복문 안으로 들어갑니다.</a:t>
            </a:r>
          </a:p>
          <a:p>
            <a:endParaRPr/>
          </a:p>
          <a:p>
            <a:r>
              <a:t>이제 if에서 왼쪽의 현재 값과 오른쪽의 현재 값을 비교합니다. 처음에는 2와 1입니다. 2가 1 이하가 아니므로 else로 갑니다. 오른쪽의 1을 out의 맨 뒤에 붙이고, 제이만 하나 늘립니다. append는 값 하나를 리스트 끝에 추가하는 함수입니다. 그래서 결과는 1 하나가 되고, 다음 오른쪽 값은 4가 됩니다. 왼쪽의 2는 아직 사용하지 않았으니 아이는 그대로 0입니다.</a:t>
            </a:r>
          </a:p>
          <a:p>
            <a:endParaRPr/>
          </a:p>
          <a:p>
            <a:r>
              <a:t>다음 반복에서는 2와 4를 비교합니다. 이번에는 if가 참이므로 왼쪽의 2를 붙이고 아이만 하나 늘립니다. 결과는 1, 2이고, 다음 비교는 3과 4가 됩니다. 같은 방식으로 3, 4, 5, 6, 7이 차례로 들어갑니다. 두 인덱스를 동시에 늘리면 사용하지 않은 값을 건너뛰게 되므로, 선택한 쪽만 늘려야 합니다.</a:t>
            </a:r>
          </a:p>
          <a:p>
            <a:endParaRPr/>
          </a:p>
          <a:p>
            <a:r>
              <a:t>비교 기호가 작다만 있는 것이 아니라 작거나 같다라는 점도 보세요. 두 값이 같으면 왼쪽 값을 먼저 넣습니다. 예를 들어 값은 둘 다 2지만 서로 다른 학생의 기록이라고 생각하면, 왼쪽에 있던 기록의 순서를 먼저 유지하는 것입니다. 이 규칙이 병합 정렬의 안정성과 연결됩니다.</a:t>
            </a:r>
          </a:p>
          <a:p>
            <a:endParaRPr/>
          </a:p>
          <a:p>
            <a:r>
              <a:t>오른쪽의 마지막 7을 사용하면 제이는 4가 됩니다. 오른쪽 길이도 4이므로 맨 위 while의 조건이 거짓이 되어 비교를 멈춥니다. 하지만 왼쪽에는 8이 남아 있죠. 그래서 아래에 두 번째 while이 있습니다. 아이가 왼쪽 길이보다 작은 동안, left[i]를 append로 결과 뒤에 하나 붙이고 아이를 1 늘립니다. 지금 아이는 3이므로 왼쪽의 마지막 8을 붙인 다음 4가 됩니다. 다시 조건을 확인하면 4는 길이 4보다 작지 않으니 반복을 끝냅니다. 남은 값이 여러 개여도 같은 방식으로 하나씩 붙이면 됩니다. 왼쪽 자체가 이미 정렬되어 있고, 오른쪽 값은 모두 처리했으므로 여기서는 다시 두 값을 비교할 필요가 없습니다.</a:t>
            </a:r>
          </a:p>
          <a:p>
            <a:endParaRPr/>
          </a:p>
          <a:p>
            <a:r>
              <a:t>세 번째 while은 오른쪽에 남은 값을 붙이는 부분입니다. 이번 예에서는 제이가 이미 4이므로 처음부터 조건이 거짓이고 한 번도 실행하지 않습니다. 반대로 왼쪽이 먼저 끝나는 입력이라면 두 번째 while을 건너뛰고 이 세 번째 while에서 오른쪽 값을 하나씩 붙입니다. 예를 들어 왼쪽이 1, 2이고 오른쪽이 3, 4이면, 위의 비교에서 1과 2를 먼저 넣고 아래의 오른쪽 while에서 3과 4를 넣는 것입니다. 처음부터 한쪽이 빈 리스트여도 이 구조로 처리할 수 있습니다. 세 while의 역할을 정리하면, 첫 번째는 양쪽 값을 비교해서 작은 값을 넣고, 두 번째는 남은 왼쪽 값을 넣고, 세 번째는 남은 오른쪽 값을 넣습니다. 마지막 return은 완성된 결과를 호출한 곳으로 돌려줍니다. 원래 left와 right는 바꾸지 않고 새 정렬 결과를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merge는 정렬된 리스트 두 개를 합치는 함수였습니다. 그러면 아직 섞여 있는 리스트를 어떻게 정렬할까요? 지금 보는 merge_sort가 입력을 작게 나눠 정렬하고, 마지막에 merge를 호출하는 역할을 합니다. 두 함수의 역할을 구분해서 읽어 보겠습니다.</a:t>
            </a:r>
          </a:p>
          <a:p>
            <a:endParaRPr/>
          </a:p>
          <a:p>
            <a:r>
              <a:t>맨 위의 조건은 길이가 1 이하인지 확인합니다. 빈 리스트이거나 원소가 하나이면 이미 정렬되어 있으므로 더 나누지 않고 돌려줍니다. a[:]는 리스트 전체를 복사해서 반환한다는 뜻입니다. 여기서 빈 입력도 함께 처리하므로, 재귀를 계속 호출하지 않고 안전하게 끝낼 수 있습니다.</a:t>
            </a:r>
          </a:p>
          <a:p>
            <a:endParaRPr/>
          </a:p>
          <a:p>
            <a:r>
              <a:t>원소가 여러 개이면 mid를 길이의 절반으로 잡습니다. 여덟 개에서는 8을 2로 나눈 몫인 4입니다. a[:mid]는 인덱스 0부터 3까지, 즉 8, 3, 6, 2입니다. a[mid:]는 인덱스 4부터 끝까지, 즉 7, 1, 5, 4입니다. 슬라이싱의 끝 인덱스는 포함하지 않기 때문에, 가운데 원소를 중복해서 가져오거나 빠뜨리지 않습니다.</a:t>
            </a:r>
          </a:p>
          <a:p>
            <a:endParaRPr/>
          </a:p>
          <a:p>
            <a:r>
              <a:t>이제 left를 계산하는 줄을 보세요. 오른쪽에서 merge_sort를 다시 호출하고 있습니다. 재귀 호출은 같은 함수를 더 작은 입력으로 부르는 것입니다. 왼쪽 8, 3, 6, 2를 다시 8, 3과 6, 2로 나누고, 8, 3은 다시 8 하나와 3 하나로 나눕니다. 하나가 되면 첫 조건에서 반환합니다. 두 결과가 돌아오면 merge가 3, 8을 만들고, 같은 방법으로 2, 6도 만듭니다. 이 둘을 병합하면 왼쪽 전체의 정렬 결과 2, 3, 6, 8이 됩니다.</a:t>
            </a:r>
          </a:p>
          <a:p>
            <a:endParaRPr/>
          </a:p>
          <a:p>
            <a:r>
              <a:t>이 동안 처음의 여덟 개짜리 호출은 왼쪽 결과가 돌아오기를 기다립니다. 왼쪽 호출이 다 끝나야 다음 줄로 내려가서 오른쪽을 정렬합니다. 두 줄이 동시에 실행되는 것은 아닙니다. 오른쪽도 같은 과정을 거쳐 1, 4, 5, 7을 반환합니다. 그러면 현재 호출의 left와 right에는 모두 정렬된 결과가 들어 있습니다.</a:t>
            </a:r>
          </a:p>
          <a:p>
            <a:endParaRPr/>
          </a:p>
          <a:p>
            <a:r>
              <a:t>마지막 줄에서 이 두 결과를 merge에 넣습니다. 그래서 앞 슬라이드에서 말한, 두 입력이 이미 정렬되어 있다는 조건이 성립하는 것입니다. 정렬되지 않은 두 구간을 먼저 합치는 것이 아니라, 각 구간의 정렬 결과를 받아서 합칩니다. 호출은 내려가면서 작은 문제를 만들고, 반환하면서 정렬된 결과를 차례로 합칩니다.</a:t>
            </a:r>
          </a:p>
          <a:p>
            <a:endParaRPr/>
          </a:p>
          <a:p>
            <a:r>
              <a:t>아래 실행 예에서는 merge_sort가 반환한 새 리스트를 print로 출력합니다. 이 Python 코드는 원래 a를 제자리에서 바꾸는 코드가 아닙니다. merge_sort를 호출만 하고 반환값을 사용하지 않으면 정렬 결과를 놓치게 됩니다. 사용할 때는 반환값을 출력하거나 변수에 받아야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병합도 원리는 같습니다. 정렬된 두 구간의 앞쪽 값을 비교하고, 작은 값을 결과에 쓰는 것입니다. 다만 지금 코드는 left와 right라는 별도 배열 두 개를 만들지 않고, 하나의 배열 a 안에서 두 구간을 인덱스로 구분합니다. 그래서 먼저 구간의 의미부터 확인하겠습니다.</a:t>
            </a:r>
          </a:p>
          <a:p>
            <a:endParaRPr/>
          </a:p>
          <a:p>
            <a:r>
              <a:t>lo부터 mid까지가 왼쪽 구간이고, mid 플러스 1부터 hi까지가 오른쪽 구간입니다. 양쪽 끝 인덱스를 모두 포함합니다. 예를 들어 a에 2, 3, 6, 8, 1, 4, 5, 7이 들어 있다면, lo가 0, mid가 3, hi가 7일 때 왼쪽은 인덱스 0부터 3까지이고 오른쪽은 4부터 7까지입니다. 각 구간 안에서는 이미 정렬되어 있습니다.</a:t>
            </a:r>
          </a:p>
          <a:p>
            <a:endParaRPr/>
          </a:p>
          <a:p>
            <a:r>
              <a:t>첫 줄에서 아이는 lo, 제이는 mid 플러스 1, 케이는 lo로 시작합니다. 아이와 제이는 각각 왼쪽과 오른쪽에서 읽을 위치이고, 케이는 임시 배열 tmp에 쓸 위치입니다. 임시 배열을 사용하는 이유는 원래 a에서 아직 읽지 않은 값을 덮어쓰지 않기 위해서입니다. 원래 배열은 비교할 때 읽고, 선택한 값은 우선 tmp에 저장합니다.</a:t>
            </a:r>
          </a:p>
          <a:p>
            <a:endParaRPr/>
          </a:p>
          <a:p>
            <a:r>
              <a:t>while에서는 아이가 mid 이하이고 제이가 hi 이하인지 확인합니다. 양쪽에 값이 남아 있을 때만 비교한다는 뜻입니다. 첫 비교는 a[0]의 2와 a[4]의 1입니다. 오른쪽 1이 작으므로 else 줄이 실행됩니다. tmp의 첫 칸에 1을 쓰고, 쓰기 위치 케이와 오른쪽 읽기 위치 제이를 하나씩 늘립니다.</a:t>
            </a:r>
          </a:p>
          <a:p>
            <a:endParaRPr/>
          </a:p>
          <a:p>
            <a:r>
              <a:t>tmp[k++] = a[j++]처럼 더하기 두 번이 붙어 있으면 낯설 수 있습니다. 뒤에 붙은 증가는 현재 위치를 먼저 사용한 다음 인덱스를 늘린다는 뜻입니다. 지금 줄을 풀어 읽으면, tmp의 케이 위치에 a의 제이 위치 값을 넣고, 케이와 제이를 각각 하나 증가시키는 것입니다. 다음 반복에서는 왼쪽 2와 오른쪽 4를 비교해서 왼쪽의 2를 넣습니다. 그때는 케이와 아이만 증가합니다.</a:t>
            </a:r>
          </a:p>
          <a:p>
            <a:endParaRPr/>
          </a:p>
          <a:p>
            <a:r>
              <a:t>어느 한쪽이 끝나면 첫 while을 나옵니다. 그 뒤의 두 while은 남은 값을 옮기는 부분입니다. 왼쪽에 남아 있으면 아이부터 mid까지, 오른쪽에 남아 있으면 제이부터 hi까지 tmp에 이어 씁니다. 먼저 끝난 쪽의 조건은 이미 거짓이므로 아무것도 쓰지 않습니다.</a:t>
            </a:r>
          </a:p>
          <a:p>
            <a:endParaRPr/>
          </a:p>
          <a:p>
            <a:r>
              <a:t>이제 tmp의 lo부터 hi까지에 병합 결과가 완성되었습니다. 마지막 for는 이 결과를 a의 같은 구간으로 복사합니다. 이 줄이 없으면 정렬 결과가 tmp에만 있고 원래 a는 바뀌지 않습니다. 이 C 함수는 새 배열을 return하는 대신 원래 배열 a의 지정 구간을 정렬된 결과로 바꾸는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C에서 전체 병합 정렬을 호출하는 순서를 보겠습니다. 함수의 입력은 원래 배열 a, 임시 배열 tmp, 정렬할 구간의 처음 lo와 마지막 hi입니다. 앞에서 정한 것처럼 lo와 hi 위치를 모두 포함합니다. 배열 길이가 여덟 개라면 처음 구간은 0부터 7입니다.</a:t>
            </a:r>
          </a:p>
          <a:p>
            <a:endParaRPr/>
          </a:p>
          <a:p>
            <a:r>
              <a:t>첫 조건에서 lo가 hi 이상이면 바로 반환합니다. lo와 hi가 같으면 원소 하나인 구간입니다. lo가 hi보다 크면 빈 구간이고요. 둘 다 더 정렬할 필요가 없으니 재귀를 멈춥니다. 이 조건을 먼저 확인해야 작은 구간을 계속 나누는 일이 생기지 않습니다.</a:t>
            </a:r>
          </a:p>
          <a:p>
            <a:endParaRPr/>
          </a:p>
          <a:p>
            <a:r>
              <a:t>다음으로 가운데 인덱스 mid를 계산합니다. lo가 0이고 hi가 7이면 차이 7을 2로 나눈 정수 몫은 3이고, lo를 더하면 mid는 3입니다. 그래서 왼쪽 재귀 호출은 0부터 3까지, 오른쪽 재귀 호출은 4부터 7까지가 됩니다. 왼쪽에 mid를 포함하고 오른쪽은 mid 플러스 1부터 시작하므로 원소가 빠지거나 겹치지 않습니다.</a:t>
            </a:r>
          </a:p>
          <a:p>
            <a:endParaRPr/>
          </a:p>
          <a:p>
            <a:r>
              <a:t>첫 재귀 호출은 왼쪽 네 개를 정렬합니다. 그 안에서도 다시 0부터 1, 2부터 3으로 나누고, 한 칸이 될 때까지 내려갑니다. 작은 구간의 정렬이 끝나면서 병합 결과가 a에 복사됩니다. 왼쪽 호출이 모두 끝나면 a의 왼쪽 구간은 2, 3, 6, 8이 됩니다. 그다음 오른쪽 호출을 실행해서 1, 4, 5, 7을 만듭니다.</a:t>
            </a:r>
          </a:p>
          <a:p>
            <a:endParaRPr/>
          </a:p>
          <a:p>
            <a:r>
              <a:t>두 호출이 끝난 뒤에야 마지막 merge를 실행합니다. 이 순서 덕분에 merge가 받는 왼쪽과 오른쪽 구간은 이미 정렬되어 있습니다. 마지막 병합에서 tmp에 전체 결과를 만들고 a로 복사하면 1부터 8까지의 정렬이 끝납니다.</a:t>
            </a:r>
          </a:p>
          <a:p>
            <a:endParaRPr/>
          </a:p>
          <a:p>
            <a:r>
              <a:t>아래 실행 예를 보면 a와 크기 8의 tmp를 준비하고, merge_sort에 0과 7을 전달합니다. tmp는 정렬할 배열 전체를 담을 수 있는 크기로 준비하고 모든 재귀 호출에 같은 배열을 넘깁니다. 각 호출은 자기가 맡은 인덱스 구간만 사용합니다. 이 함수는 반환값을 받아서 사용하는 함수가 아닙니다. 호출이 끝난 뒤 a의 내용이 정렬되어 있는지 확인하면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실제 병합을 끝까지 해 보았죠. 이번에는 그 과정에서 일을 얼마나 했는지 세겠습니다. 왼쪽의 이, 삼, 육, 팔과 오른쪽의 일, 사, 오, 칠은 이미 정렬되어 있습니다. 두 줄의 맨 앞을 비교해서 작은 값을 결과에 넣었습니다. 일부터 시작해서 팔까지, 결과에는 여덟 값이 들어갑니다.</a:t>
            </a:r>
          </a:p>
          <a:p>
            <a:endParaRPr/>
          </a:p>
          <a:p>
            <a:r>
              <a:t>어떤 값을 양쪽에서 반복해서 다시 넣지는 않습니다. 한 값을 넣을 때마다 왼쪽이나 오른쪽의 인덱스가 하나 증가하고, 그 값은 사용을 마칩니다. 따라서 두 입력의 길이를 합친 만큼 결과에 넣는 작업을 합니다. 네 개 더하기 네 개면 여덟 번이고, 다섯 개 더하기 세 개여도 여덟 번입니다.</a:t>
            </a:r>
          </a:p>
          <a:p>
            <a:endParaRPr/>
          </a:p>
          <a:p>
            <a:r>
              <a:t>입력의 길이를 일반적으로 엔이라고 부르면, 한 번의 병합에서 결과에 넣는 횟수는 엔입니다. 비교와 인덱스 이동도 값 하나마다 일정한 횟수로 합니다. 그래서 병합 한 번의 시간이 엔에 비례한다고 말하고, 오 엔이라고 적습니다.</a:t>
            </a:r>
          </a:p>
          <a:p>
            <a:endParaRPr/>
          </a:p>
          <a:p>
            <a:r>
              <a:t>여덟 번이라는 것은 지금 세고 있는 결과에 넣는 횟수입니다. 프로그램 전체가 명령어 여덟 개만 실행한다거나 여덟 초 걸린다는 뜻은 아닙니다. 다음 장의 세 반복문도 같은 여덟 값을 나눠서 처리합니다. 그 뒤에는 이런 병합을 전체 정렬에서 몇 층이나 하는지 세겠습니다.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69026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코드의 while문이 세 개라서 세 배쯤 오래 걸릴 수는 있지만, 그 때문에 시간 복잡도가 세제곱이 되는 것은 아닙니다. 무엇이 반복되는지를 보겠습니다. 왼쪽에 세 값, 오른쪽에 세 값이 있다고 하면 결과에 들어갈 값은 전부 여섯 개예요.</a:t>
            </a:r>
          </a:p>
          <a:p>
            <a:endParaRPr/>
          </a:p>
          <a:p>
            <a:r>
              <a:t>첫 번째 while문에서는 양쪽 현재 값을 비교하고 작은 값을 하나 결과에 넣습니다. 값을 넣을 때마다 왼쪽 인덱스 i 또는 오른쪽 인덱스 j 중 하나만 1씩 증가합니다. 이미 사용한 값을 앞으로 되돌려 다시 넣지는 않습니다. 한쪽을 다 쓰면 첫 반복은 끝납니다.</a:t>
            </a:r>
          </a:p>
          <a:p>
            <a:endParaRPr/>
          </a:p>
          <a:p>
            <a:r>
              <a:t>두 번째와 세 번째 while문은 남은 값을 처리합니다. 둘 중 값이 남은 쪽만 실제로 실행됩니다. 첫 반복에서 넣은 값과 남은 반복에서 넣은 값을 모두 합쳐도 p 더하기 q개입니다. 세 반복문은 서로 안에 들어 있는 것이 아니라 차례대로 실행되는 것이죠.</a:t>
            </a:r>
          </a:p>
          <a:p>
            <a:endParaRPr/>
          </a:p>
          <a:p>
            <a:r>
              <a:t>따라서 병합 한 번은 전체 입력 길이에 비례하는 시간입니다. p와 q를 합친 길이를 n이라고 하면 오 엔입니다. 비교 횟수와 결과에 넣는 횟수는 구분해야 합니다. 비교는 한쪽이 먼저 비면 끝나지만, 결과에는 여섯 값을 모두 넣어야 합니다. 이제 이 병합이 재귀 트리의 여러 층에서 반복되는 비용을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26597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보이는 배열들은 앞에서 직접 만든 정렬 결과입니다. 작은 병합부터 같은 크기의 결과들을 한 줄에 모아 놓았습니다. 첫 층을 보세요. 삼과 팔, 이와 육, 일과 칠, 사와 오인 두 개짜리 결과가 네 묶음입니다. 두 값을 넣는 병합을 네 번 했으니 이 층에서는 합계 여덟 값을 결과에 넣습니다.</a:t>
            </a:r>
          </a:p>
          <a:p>
            <a:endParaRPr/>
          </a:p>
          <a:p>
            <a:r>
              <a:t>두 번째 층에서는 두 개짜리 결과 두 묶음을 합쳐 네 개짜리 결과를 만듭니다. 왼쪽 결과는 이, 삼, 육, 팔이고 오른쪽 결과는 일, 사, 오, 칠입니다. 네 값을 넣는 병합이 두 번이니 역시 여덟 번입니다.</a:t>
            </a:r>
          </a:p>
          <a:p>
            <a:endParaRPr/>
          </a:p>
          <a:p>
            <a:r>
              <a:t>마지막 층은 이 두 네 개짜리 결과를 합칩니다. 일부터 팔까지인 최종 결과를 만들면서 여덟 값을 넣습니다. 이 층은 병합 호출이 하나이지만, 그 호출이 처리하는 값은 여덟 개입니다.</a:t>
            </a:r>
          </a:p>
          <a:p>
            <a:endParaRPr/>
          </a:p>
          <a:p>
            <a:r>
              <a:t>묶음의 개수는 네 개, 두 개, 한 개로 줄고, 묶음의 길이는 두 개, 네 개, 여덟 개로 늘었습니다. 둘을 곱하면 매 층에서 같은 여덟 개가 나옵니다. 따라서 이 예제의 병합 출력 횟수는 여덟 더하기 여덟 더하기 여덟, 스물네 번입니다. 다음 장에서는 왜 이런 병합 층이 세 개였는지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5333042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로그라는 기호가 처음 보이면 식 전체가 어려워 보입니다. 여기서 로그 투 여덟은 아주 구체적인 질문의 답이에요. 여덟을 계속 이로 나누어 일이 되려면 몇 번 나눠야 할까요?</a:t>
            </a:r>
          </a:p>
          <a:p>
            <a:endParaRPr/>
          </a:p>
          <a:p>
            <a:r>
              <a:t>한 번 나누면 사입니다. 두 번 나누면 이이고, 세 번 나누면 일이 됩니다. 화면의 숫자 여덟, 사, 이, 일이 네 개라고 해서 나눗셈을 네 번 한 것은 아닙니다. 숫자 사이를 넘어간 횟수는 세 번입니다. 그래서 로그 투 여덟이 삼입니다.</a:t>
            </a:r>
          </a:p>
          <a:p>
            <a:endParaRPr/>
          </a:p>
          <a:p>
            <a:r>
              <a:t>병합을 할 때는 이 길을 거꾸로 올라옵니다. 한 개짜리 결과 둘을 합쳐 두 개, 두 개짜리를 합쳐 네 개, 네 개짜리를 합쳐 여덟 개를 만듭니다. 원소 하나에서 시작해 병합하는 층도 세 개입니다.</a:t>
            </a:r>
          </a:p>
          <a:p>
            <a:endParaRPr/>
          </a:p>
          <a:p>
            <a:r>
              <a:t>열여섯이라면 열여섯, 여덟, 사, 이, 일로 네 번 줄어듭니다. 그래서 로그 투 열여섯은 사입니다. 이 수업의 예제처럼 원소 수가 이의 거듭제곱이면 정확히 이렇게 셀 수 있습니다. 다른 원소 수에서도 층 수는 로그 엔에 비례하지만 마지막 구간의 크기가 조금 다를 수 있습니다. 로그 기호를 볼 때는 일단 반씩 줄여 몇 단계가 되는지 떠올리세요.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20166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앞의 두 장을 합치겠습니다. 여덟 개 정렬에서는 한 층에 여덟 값을 결과에 넣고, 그런 병합 층이 세 개였습니다. 따라서 여덟 곱하기 삼, 스물네 번입니다.</a:t>
            </a:r>
          </a:p>
          <a:p>
            <a:endParaRPr/>
          </a:p>
          <a:p>
            <a:r>
              <a:t>원소 열여섯 개라면 어떨까요? 같은 층의 각 묶음을 합치면 전체 열여섯 값을 처리합니다. 병합 층은 네 개이므로 열여섯 곱하기 사, 예순네 번입니다. 서른두 개라면 한 층에 서른두 개이고 다섯 층이어서 백육십 번입니다.</a:t>
            </a:r>
          </a:p>
          <a:p>
            <a:endParaRPr/>
          </a:p>
          <a:p>
            <a:r>
              <a:t>앞의 숫자 여덟, 열여섯, 서른둘을 일반적인 원소 수 엔으로 바꿉니다. 뒤의 층 수 삼, 사, 오를 로그 투 엔으로 바꿉니다. 그러면 엔 곱하기 로그 투 엔이라는 모양이 됩니다. 전체 시간의 증가 정도를 적을 때는 오 엔 로그 엔이라고 씁니다.</a:t>
            </a:r>
          </a:p>
          <a:p>
            <a:endParaRPr/>
          </a:p>
          <a:p>
            <a:r>
              <a:t>오 표기는 정확한 밀리초를 예측하는 식이 아닙니다. 입력이 커질 때 작업량이 어떤 정도로 늘어나는지 나타냅니다. 실제 코드에는 재귀 호출, 인덱스 계산, 비교, 복사 같은 작업도 있지만, 지금 병합 정렬의 전체 시간은 여전히 엔 로그 엔 차수입니다. 이 코드는 입력이 이미 정렬되어 있어도 병합을 건너뛰지 않아서 최선, 평균, 최악 모두 같은 시간 차수입니다. 로그의 밑을 다른 고정된 값으로 쓰면 상수 배만 달라지므로 빅오에서는 보통 밑을 생략합니다.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818564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전체 작업량을 이미 셌습니다. 이번에는 그 일을 한 번의 호출 기준으로 적어 보겠습니다. 티 엔은 티 곱하기 엔이 아닙니다. 입력 길이가 엔일 때 병합 정렬 함수가 끝날 때까지 드는 시간을 티라는 이름으로 부른 것입니다. 티 팔은 여덟 개 정렬의 시간이고, 티 사는 네 개 정렬의 시간입니다.</a:t>
            </a:r>
          </a:p>
          <a:p>
            <a:endParaRPr/>
          </a:p>
          <a:p>
            <a:r>
              <a:t>여덟 개 정렬 함수 안에서는 먼저 왼쪽 네 개를 정렬하고, 오른쪽 네 개를 정렬합니다. 코드가 두 호출을 순서대로 실행하므로 두 부분에 든 시간을 더합니다. 왼쪽과 오른쪽은 같은 크기여서 둘 다 티 사라고 적지만, 실제 걸린 시간이 모든 데이터에서 정확히 같다는 뜻은 아닙니다. 입력 크기에 따른 작업량을 분석하는 표현입니다.</a:t>
            </a:r>
          </a:p>
          <a:p>
            <a:endParaRPr/>
          </a:p>
          <a:p>
            <a:r>
              <a:t>그 뒤 정렬된 두 결과를 한 줄로 병합합니다. 방금 확인한 대로 합계 여덟 값을 처리하므로 이 추가 작업은 여덟에 비례합니다. 화면의 마지막 항이 바로 이 병합 비용입니다.</a:t>
            </a:r>
          </a:p>
          <a:p>
            <a:endParaRPr/>
          </a:p>
          <a:p>
            <a:r>
              <a:t>여덟 대신 엔을 쓰면 티 엔은 티 엔 이분의 일 더하기 티 엔 이분의 일 더하기 오 엔이 됩니다. 같은 티 항 두 개를 모아 이 티 엔 이분의 일이라고 씁니다. 이것은 코드 안의 일을 나누어 적은 점화식입니다. 이 식만 보고 결과가 자동으로 나오는 것은 아니고, 앞에서 같은 층의 합계와 층 수를 세었기 때문에 전체가 오 엔 로그 엔이라는 것을 설명할 수 있는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735244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 2, 5와 오른쪽 1, 3, 7을 직접 병합해 보겠습니다. 앞의 코드를 외웠는지보다, 어느 값을 넣고 어느 인덱스를 움직여야 하는지 설명할 수 있는지 확인하는 문제입니다. 두 배열은 각각 이미 정렬되어 있습니다.</a:t>
            </a:r>
          </a:p>
          <a:p>
            <a:endParaRPr/>
          </a:p>
          <a:p>
            <a:r>
              <a:t>첫 비교는 왼쪽 2와 오른쪽 1입니다. 작은 1을 결과에 넣고 오른쪽 인덱스만 다음 칸으로 옮깁니다. 왼쪽의 2는 아직 사용하지 않았으므로 그대로 둡니다. 그러면 다음 비교는 2와 3입니다. 이번에는 2를 넣고 왼쪽을 움직입니다. 결과는 1, 2이고, 다음 비교 대상은 5와 3입니다.</a:t>
            </a:r>
          </a:p>
          <a:p>
            <a:endParaRPr/>
          </a:p>
          <a:p>
            <a:r>
              <a:t>3이 더 작으니 오른쪽의 3을 넣습니다. 오른쪽의 다음 값은 7입니다. 이제 5와 7을 비교해서 5를 넣습니다. 결과는 1, 2, 3, 5가 되고, 왼쪽의 두 원소를 모두 사용한 상태가 됩니다.</a:t>
            </a:r>
          </a:p>
          <a:p>
            <a:endParaRPr/>
          </a:p>
          <a:p>
            <a:r>
              <a:t>두 번째 질문은 바로 이 시점입니다. 왼쪽이 먼저 끝났으므로 오른쪽에서 아직 사용하지 않은 7을 결과 뒤에 붙입니다. 결과는 1, 2, 3, 5, 7입니다. 오른쪽 배열 전체를 다시 붙이면 이미 사용한 1과 3이 중복되겠죠. 반드시 오른쪽의 현재 인덱스부터 끝까지 남은 부분만 붙여야 합니다.</a:t>
            </a:r>
          </a:p>
          <a:p>
            <a:endParaRPr/>
          </a:p>
          <a:p>
            <a:r>
              <a:t>세 번째 질문도 생각해 보겠습니다. 왜 merge를 두 재귀 호출 뒤에 둘까요? 지금 우리가 맨 앞 두 값만 비교할 수 있었던 이유는 각 입력이 먼저 정렬되어 있었기 때문입니다. 왼쪽 재귀 호출과 오른쪽 재귀 호출이 그 정렬된 입력을 만들어 줍니다. 그 결과가 돌아온 다음 병합해야 전체를 올바르게 정렬할 수 있습니다. 재귀 호출을 했다는 사실만 말하는 것보다, 두 입력이 먼저 정렬되어야 병합이 가능하다고 연결해서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같은 정렬 문제를 퀵 정렬, 영어로 퀵소트로 풀어 보겠습니다. 여기서 사용할 배열은 8, 4, 6, 3, 7, 1입니다. 병합 정렬에서 사용한 여덟 값과는 다른 예제니까 화면의 입력을 먼저 확인해 주세요.</a:t>
            </a:r>
          </a:p>
          <a:p>
            <a:endParaRPr/>
          </a:p>
          <a:p>
            <a:r>
              <a:t>퀵 정렬의 피벗은 값을 나누는 비교 기준입니다. 이번 첫 호출에서는 가운데 칸의 값 6을 피벗으로 고릅니다. 그림의 가운데에 있는 6을 기준으로 6 이하인 값은 왼쪽에, 6보다 큰 값은 오른쪽에 모은다고 생각하면 됩니다. 3, 4, 1은 왼쪽에 들어갈 값이고, 7과 8은 오른쪽에 들어갈 값이죠.</a:t>
            </a:r>
          </a:p>
          <a:p>
            <a:endParaRPr/>
          </a:p>
          <a:p>
            <a:r>
              <a:t>이때 왼쪽 값들이 모두 정렬된 것은 아닙니다. 3, 4, 1은 아직 순서가 섞여 있어요. 분할 단계가 보장하는 것은 피벗보다 작은 쪽과 큰 쪽의 구분입니다. 피벗을 두 구간 사이의 자기 자리에 놓고 나면, 왼쪽 구간과 오른쪽 구간을 다시 퀵 정렬로 처리해야 합니다.</a:t>
            </a:r>
          </a:p>
          <a:p>
            <a:endParaRPr/>
          </a:p>
          <a:p>
            <a:r>
              <a:t>수업에서 사용하는 구현은 피벗 값을 먼저 맨 끝으로 옮겨 놓습니다. 그 다음 두 포인터로 나머지 구간을 검사하면서 잘못된 쪽에 있는 값을 찾아 교환합니다. 검사가 끝나면 피벗을 다시 두 구간 사이로 옮깁니다. 피벗을 끝으로 옮기는 교환과, 피벗의 최종 위치를 정하는 교환은 목적이 다릅니다. 이어지는 그림에서 첫 교환부터 모든 재귀 호출이 끝나는 순간까지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998040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정렬을 시작하겠습니다. 여기서 피벗이라는 말이 처음 나왔죠. 피벗은 값을 두 쪽으로 나눌 때 사용하는 비교 기준값입니다. 현재 배열 안에서 원소 하나를 고르고, 다른 값들을 그 값과 비교합니다. 지금 배열은 8, 4, 6, 3, 7, 1이고, 이번 기준값은 6으로 잡겠습니다. 주황색 칸의 6을 봐 주세요.</a:t>
            </a:r>
          </a:p>
          <a:p>
            <a:endParaRPr/>
          </a:p>
          <a:p>
            <a:r>
              <a:t>이번 코드의 규칙은 피벗 이하인 값은 왼쪽에 모으고, 피벗보다 큰 값은 오른쪽에 모으는 것입니다. 6을 기준으로 보면 4, 3, 1은 왼쪽에 들어가고 8, 7은 오른쪽에 들어가야 합니다. 같은 값이 나온다면 우리 코드는 왼쪽에 넣습니다. 이렇게 어느 쪽에 둘지 기준을 정하고 배열 안의 위치를 바꿉니다.</a:t>
            </a:r>
          </a:p>
          <a:p>
            <a:endParaRPr/>
          </a:p>
          <a:p>
            <a:r>
              <a:t>양쪽으로 나누는 작업이 끝나면 피벗을 두 묶음 사이에 놓습니다. 6 왼쪽에는 6 이하인 값이, 오른쪽에는 6보다 큰 값이 있도록 놓는 것입니다. 그러면 다음 정렬에서는 그 피벗을 제외하고 왼쪽 묶음과 오른쪽 묶음을 각각 정렬합니다. 왼쪽 내부의 값들도 아직 크기순으로 정리해야 하므로, 두 묶음에 같은 정렬 함수를 다시 호출합니다.</a:t>
            </a:r>
          </a:p>
          <a:p>
            <a:endParaRPr/>
          </a:p>
          <a:p>
            <a:r>
              <a:t>여기서 바로 다음 배열로 넘어가기 전에 준비 과정을 보겠습니다. 먼저 왜 6을 골랐는지 확인하고, 6과 마지막 값 1을 실제로 바꿔 보겠습니다. 그다음 두 포인터를 어디에 놓는지 보겠습니다. 피벗을 선택하는 일, 검사하는 동안 옮겨 두는 일, 검사 후 최종 자리에 넣는 일은 차례대로 진행하는 서로 다른 동작입니다.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240200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피벗 6을 고르는 과정을 보겠습니다. 배열의 칸 번호인 인덱스는 0부터 시작합니다. 원소가 여섯 개이므로 처음 칸은 0, 마지막 칸은 5입니다. 화면에서 맨 왼쪽의 8이 인덱스 0에 있고, 맨 오른쪽의 1이 인덱스 5에 있습니다. lo는 현재 구간의 처음 인덱스, hi는 마지막 인덱스라는 뜻입니다. 따라서 지금 lo는 0이고 hi는 5입니다.</a:t>
            </a:r>
          </a:p>
          <a:p>
            <a:endParaRPr/>
          </a:p>
          <a:p>
            <a:r>
              <a:t>이번 코드에서는 현재 구간의 가운데 인덱스에 있는 값을 고릅니다. lo와 hi를 더하고 2로 나눈 정수 몫을 사용합니다. 0과 5를 더하면 5이고, 2로 나눈 정수 몫은 2입니다. Python의 슬래시 두 개는 소수 부분을 버리고 몫을 구하는 연산입니다. 그래서 pivot_idx는 2가 됩니다. 아래 코드 한 줄이 이 계산을 합니다.</a:t>
            </a:r>
          </a:p>
          <a:p>
            <a:endParaRPr/>
          </a:p>
          <a:p>
            <a:r>
              <a:t>인덱스 2의 칸을 보세요. 그 칸에 6이 있으므로 피벗의 값은 6입니다. 인덱스 2와 피벗 값 6을 구분해 주세요. 인덱스는 칸 번호이고, 값은 그 칸 안에 들어 있는 숫자입니다. 지금은 이 값 6을 다른 원소와 비교하는 기준으로 쓰겠습니다.</a:t>
            </a:r>
          </a:p>
          <a:p>
            <a:endParaRPr/>
          </a:p>
          <a:p>
            <a:r>
              <a:t>가운데라는 말은 현재 배열에서의 위치를 뜻합니다. 숫자를 크기순으로 미리 정렬하거나, 가운데 크기의 숫자를 따로 찾은 것이 아닙니다. 피벗을 고르는 방법은 여러 가지가 있고, 여기서는 그림과 Python, C 코드가 모두 가운데 위치의 값을 고르는 방식으로 통일되어 있습니다.</a:t>
            </a:r>
          </a:p>
          <a:p>
            <a:endParaRPr/>
          </a:p>
          <a:p>
            <a:r>
              <a:t>아직 배열의 순서는 8, 4, 6, 3, 7, 1 그대로입니다. 지금까지는 기준값을 선택했을 뿐입니다. 다음 화면에서 인덱스 2의 피벗 6과 마지막 인덱스 5의 값 1을 서로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059648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윗줄은 교환 전이고 아랫줄은 교환 후입니다. 먼저 윗줄에서 주황색 피벗 6을 찾아보세요. 인덱스 2에 있습니다. 맨 오른쪽 인덱스 5에는 값 1이 있습니다. 이제 이 두 칸의 값을 서로 바꾸겠습니다. 중간에 있는 3과 7이나 다른 칸의 값은 움직이지 않습니다.</a:t>
            </a:r>
          </a:p>
          <a:p>
            <a:endParaRPr/>
          </a:p>
          <a:p>
            <a:r>
              <a:t>교환 후인 아랫줄을 보세요. 인덱스 2에는 원래 맨 끝에 있던 1이 들어갔고, 인덱스 5에는 원래 가운데에 있던 피벗 6이 들어갔습니다. 그래서 배열은 8, 4, 1, 3, 7, 6입니다. 여섯 값이 그대로 남아 있고 두 값의 위치만 바뀌었습니다. 6을 끝에 추가하거나 1을 지운 것이 아닙니다.</a:t>
            </a:r>
          </a:p>
          <a:p>
            <a:endParaRPr/>
          </a:p>
          <a:p>
            <a:r>
              <a:t>화면의 Python 한 줄은 두 값을 동시에 교환하는 문법입니다. 오른쪽에 적은 두 값을 먼저 읽어서, 왼쪽의 두 칸에 각각 넣습니다. 피벗 칸에는 이전의 마지막 값을 넣고, 마지막 칸에는 이전의 피벗 값을 넣습니다. C 코드에서는 같은 동작을 swap 함수로 합니다. 그림의 교환과 코드의 교환이 같은 두 칸을 대상으로 한다는 점을 확인해 주세요.</a:t>
            </a:r>
          </a:p>
          <a:p>
            <a:endParaRPr/>
          </a:p>
          <a:p>
            <a:r>
              <a:t>그런데 왜 피벗을 마지막 칸으로 옮길까요? 지금부터 다른 값들을 왼쪽과 오른쪽으로 나누면서 여러 칸의 값을 바꿀 것입니다. 이 구현에서는 기준값인 피벗을 마지막 칸에 따로 두고, 그 앞의 다섯 값만 두 포인터로 검사합니다. 그러면 두 포인터가 값을 교환하는 동안 피벗 칸은 그대로 유지됩니다. 비교할 때 사용하는 기준값은 계속 6입니다.</a:t>
            </a:r>
          </a:p>
          <a:p>
            <a:endParaRPr/>
          </a:p>
          <a:p>
            <a:r>
              <a:t>지금 맨 끝은 검사하는 동안 잠시 두는 자리입니다. 아직 6의 최종 정렬 위치를 정한 것은 아닙니다. 앞의 값들을 모두 나눈 뒤에는 6 이하인 묶음과 6보다 큰 묶음 사이에 6을 넣습니다. 그때 두 번째 피벗 교환이 나옵니다. 첫 교환은 검사 준비이고, 마지막 교환은 피벗 자리 확정이라는 차이를 기억해 주세요.</a:t>
            </a:r>
          </a:p>
          <a:p>
            <a:endParaRPr/>
          </a:p>
          <a:p>
            <a:r>
              <a:t>다음 화면에서는 피벗을 제외한 나머지 구간에 L과 R을 놓겠습니다. 아랫줄의 배열을 그대로 이어서 사용합니다.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2351201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배열 8, 4, 1, 3, 7, 6을 그대로 가져왔습니다. 마지막 칸의 주황색 6은 피벗이고, 검사하는 동안 그대로 둡니다. 이제 그 앞의 다섯 칸에 두 포인터를 놓습니다. L은 왼쪽에서 오른쪽으로 움직이고, R은 오른쪽에서 왼쪽으로 움직입니다.</a:t>
            </a:r>
          </a:p>
          <a:p>
            <a:endParaRPr/>
          </a:p>
          <a:p>
            <a:r>
              <a:t>L은 현재 구간의 처음인 lo에서 시작합니다. lo가 0이므로 L은 인덱스 0의 8을 가리킵니다. R은 마지막 칸인 hi에서 한 칸 앞, hi 마이너스 1에서 시작합니다. hi가 5이므로 R은 인덱스 4의 7을 가리킵니다. 화면에서 파란 L은 8 아래에 있고, 초록 R은 7 아래에 있습니다. 피벗 화살표는 맨 끝 6 아래에 따로 있습니다.</a:t>
            </a:r>
          </a:p>
          <a:p>
            <a:endParaRPr/>
          </a:p>
          <a:p>
            <a:r>
              <a:t>R을 5가 아니라 4에 놓는 이유가 중요합니다. 인덱스 5에는 검사 대상에서 빼 둔 피벗이 있기 때문입니다. 두 포인터는 인덱스 0부터 4까지에 있는 다른 원소들을 검사하고, 그 값들을 기준값 6과 비교합니다. 피벗을 검사 대상에서 제외한다고 해서 기준값 없이 비교하는 것은 아닙니다. pivot 변수에는 마지막 칸의 값 6이 들어 있습니다.</a:t>
            </a:r>
          </a:p>
          <a:p>
            <a:endParaRPr/>
          </a:p>
          <a:p>
            <a:r>
              <a:t>먼저 왼쪽 포인터 L의 조건을 봅니다. 왼쪽에 둘 수 있는 값은 6 이하입니다. 그런 값을 만나면 L을 오른쪽으로 한 칸 옮기고 다음 값을 확인합니다. 그런데 첫 값은 8입니다. 8은 6보다 크므로 오른쪽으로 보내야 합니다. 그래서 L은 지금 인덱스 0에서 멈춥니다. 아직 배열의 값을 교환하지 않았습니다.</a:t>
            </a:r>
          </a:p>
          <a:p>
            <a:endParaRPr/>
          </a:p>
          <a:p>
            <a:r>
              <a:t>이제 R이 반대쪽에서 왼쪽으로 보낼 값을 찾습니다. 현재 값 7은 6보다 크므로 오른쪽에 있어도 됩니다. 다음 화면에서는 R이 7의 칸을 지나 인덱스 3의 값 3으로 움직입니다. 그때 L은 8을, R은 3을 가리킵니다. 두 값의 자리를 바꾸면 큰 값은 오른쪽으로, 작은 값은 왼쪽으로 옮길 수 있습니다.</a:t>
            </a:r>
          </a:p>
          <a:p>
            <a:endParaRPr/>
          </a:p>
          <a:p>
            <a:r>
              <a:t>여기까지가 탐색을 시작하기 위한 준비입니다. 가운데 칸에서 6을 골랐고, 6과 1을 교환했고, 피벗 앞 구간에 L과 R을 놓았습니다. 다음부터는 이 상태에서 포인터가 한 칸씩 이동하는 모습을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0629297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포인터 R이 인덱스 4에서 3으로 옮겨졌습니다. 방금 인덱스 4에 있던 7은 피벗 6보다 컸죠. 큰 값은 오른쪽에 있어야 하므로, 7을 건드릴 필요 없이 그 칸을 지나간 것입니다. 포인터만 옮겼고 배열의 값 순서는 아직 그대로입니다.</a:t>
            </a:r>
          </a:p>
          <a:p>
            <a:endParaRPr/>
          </a:p>
          <a:p>
            <a:r>
              <a:t>인덱스 3에서 R이 만난 값은 3입니다. 3은 피벗 6 이하이므로 왼쪽으로 보내야 하는 값입니다. 그런데 지금은 오른쪽에서 검사하다 만났으니 여기서 R을 멈춥니다. L은 아직 인덱스 0의 8을 가리키고 있습니다.</a:t>
            </a:r>
          </a:p>
          <a:p>
            <a:endParaRPr/>
          </a:p>
          <a:p>
            <a:r>
              <a:t>두 화살표가 멈춘 이유를 함께 보세요. 왼쪽의 8은 큰 값이라 오른쪽으로 보내야 하고, 오른쪽에서 찾은 3은 작은 값이라 왼쪽으로 보내야 합니다. 서로 반대쪽에 있어야 하는 값 두 개를 찾은 것입니다. 따라서 둘을 바꾸면 두 값이 동시에 자기 쪽으로 이동합니다.</a:t>
            </a:r>
          </a:p>
          <a:p>
            <a:endParaRPr/>
          </a:p>
          <a:p>
            <a:r>
              <a:t>다만 교환하기 전에 두 포인터가 아직 교차하지 않았는지도 확인합니다. 지금은 L이 0이고 R이 3이므로 L이 R보다 작습니다. 아직 검사할 구간 안에서 두 값을 찾은 상태라서 교환할 수 있습니다. 다음 화면에서는 8과 3만 바꾸겠습니다. 맨 끝 피벗 6은 그대로 둡니다.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6을 끝으로 옮긴 뒤의 배열은 8, 4, 1, 3, 7, 6입니다. 마지막 칸의 6은 비교 기준으로 잠시 빼놓은 값입니다. 따라서 L과 R이 검사하는 범위는 그 앞의 다섯 칸입니다.</a:t>
            </a:r>
          </a:p>
          <a:p>
            <a:endParaRPr/>
          </a:p>
          <a:p>
            <a:r>
              <a:t>왼쪽에서 출발한 L은 값 8에서 멈췄습니다. 8은 피벗 6보다 크니까 왼쪽에 두면 안 되는 값이죠. 오른쪽에서 출발한 R은 7을 지나서 값 3에서 멈췄습니다. 3은 6 이하니까 왼쪽으로 보내야 할 값입니다. 지금 L은 인덱스 0이고 R은 인덱스 3입니다.</a:t>
            </a:r>
          </a:p>
          <a:p>
            <a:endParaRPr/>
          </a:p>
          <a:p>
            <a:r>
              <a:t>첫 장면에서 두 값이 서로 잘못된 쪽에 있다는 것을 확인해 주세요. 두 번째 장면에서는 그 두 값만 맞바꿉니다. 배열은 3, 4, 1, 8, 7, 6이 됩니다. 3은 왼쪽으로 왔고 8은 오른쪽으로 갔습니다. 가운데의 4와 1, 그리고 끝에 둔 피벗 6은 이번 교환에서 움직이지 않습니다.</a:t>
            </a:r>
          </a:p>
          <a:p>
            <a:endParaRPr/>
          </a:p>
          <a:p>
            <a:r>
              <a:t>값을 교환하는 것과 포인터를 움직이는 것은 별개의 동작입니다. 이 코드에서는 교환 직후에도 L은 0, R은 3입니다. 다음 반복에서 새로 들어온 값을 검사하면서 L과 R이 이동합니다. 그래서 그림의 두 장면에서도 포인터는 같은 칸을 가리키고 있습니다. 이어지는 배열 그림에서 L이 3, 4, 1을 지나고 R이 8을 지나면서 두 포인터가 교차하는 과정을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094598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8과 인덱스 3의 3을 바꿨습니다. 배열은 3, 4, 1, 8, 7, 6이 되었습니다. 처음에 왼쪽에 잘못 있던 큰 값 8이 오른쪽으로 갔고, 오른쪽에서 찾은 작은 값 3이 왼쪽으로 왔습니다. 나머지 값들은 움직이지 않았습니다.</a:t>
            </a:r>
          </a:p>
          <a:p>
            <a:endParaRPr/>
          </a:p>
          <a:p>
            <a:r>
              <a:t>화살표 위치도 보세요. L은 0, R은 3에 그대로 있습니다. 값을 교환했다고 해서 이 화면에서 포인터를 함께 옮긴 것은 아닙니다. 현재 코드에서는 교환 다음에 바깥 반복문을 다시 시작하고, 안쪽 while 조건을 다시 검사하면서 포인터를 이동시킵니다.</a:t>
            </a:r>
          </a:p>
          <a:p>
            <a:endParaRPr/>
          </a:p>
          <a:p>
            <a:r>
              <a:t>그럼 같은 위치에서 계속 교환하는 것 아닐까요? 이제 L이 있는 자리에는 8이 아니라 3이 있습니다. 3은 피벗 6 이하이므로 다음 검사에서 L이 지나갈 수 있습니다. R이 있는 자리에는 3 대신 8이 들어왔고, 8은 피벗보다 크므로 R도 자기 검사에서 지나갈 수 있습니다. 교환 결과가 다음 이동을 가능하게 만듭니다.</a:t>
            </a:r>
          </a:p>
          <a:p>
            <a:endParaRPr/>
          </a:p>
          <a:p>
            <a:r>
              <a:t>현재 왼쪽 부분의 순서가 3, 4, 1이라고 해서 잘못된 것은 아닙니다. 지금 하는 것은 작은 값들을 왼쪽에 모으는 분할입니다. 왼쪽 내부를 1, 3, 4로 정렬하는 작업은 나중 재귀 호출에서 합니다. 다음에는 L의 이동부터 다시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 반복문으로 돌아와서 L이 가리키는 값을 다시 검사했습니다. 인덱스 0의 값은 이제 3입니다. 3은 피벗 6 이하이므로 왼쪽에 있어도 되는 값입니다. 그래서 L을 인덱스 0에서 1로 한 칸 옮겼습니다.</a:t>
            </a:r>
          </a:p>
          <a:p>
            <a:endParaRPr/>
          </a:p>
          <a:p>
            <a:r>
              <a:t>L이 지나간 인덱스 0의 3은 왼쪽 묶음의 조건을 만족합니다. 하지만 3이 전체 정렬에서 첫 번째라는 뜻은 아닙니다. 뒤에 더 작은 1도 있으니까요. 지금 화살표가 확인하는 것은 정확한 크기순 순서가 아니라, 피벗을 기준으로 올바른 쪽에 놓였는지입니다.</a:t>
            </a:r>
          </a:p>
          <a:p>
            <a:endParaRPr/>
          </a:p>
          <a:p>
            <a:r>
              <a:t>배열은 여전히 3, 4, 1, 8, 7, 6입니다. 포인터를 옮기는 동안에는 값 자체를 이동시키지 않습니다. R은 아직 인덱스 3에 있습니다. 현재 코드는 왼쪽 while에서 지나갈 수 있는 값들을 먼저 모두 지나간 뒤, 오른쪽 while을 실행하기 때문입니다.</a:t>
            </a:r>
          </a:p>
          <a:p>
            <a:endParaRPr/>
          </a:p>
          <a:p>
            <a:r>
              <a:t>이제 L은 인덱스 1의 4를 가리킵니다. 4도 피벗 6 이하이므로 다음 검사에서 L이 한 번 더 이동할 수 있습니다. 왼쪽에서 6보다 큰 값을 만나거나, 두 포인터가 교차할 때까지 이 검사를 이어갑니다.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L이 인덱스 1의 4를 검사했습니다. 4는 피벗 6 이하이므로 왼쪽에 있어도 됩니다. 그래서 L을 1에서 2로 옮겼습니다. 지금 화살표가 가리키는 값은 인덱스 2의 1입니다.</a:t>
            </a:r>
          </a:p>
          <a:p>
            <a:endParaRPr/>
          </a:p>
          <a:p>
            <a:r>
              <a:t>앞에서 L이 지나간 값은 3과 4입니다. 둘 다 피벗 이하라는 조건을 만족했습니다. 이 두 값이 크기순으로 정렬되어 있어서 지나간 것은 아닙니다. 실제로 다음 값 1은 둘보다 작죠. 하지만 1 역시 피벗 6 이하이므로 왼쪽에 있어도 되는 값입니다.</a:t>
            </a:r>
          </a:p>
          <a:p>
            <a:endParaRPr/>
          </a:p>
          <a:p>
            <a:r>
              <a:t>이 과정을 보고 3과 4를 왜 바로 비교해서 정렬하지 않느냐고 생각할 수 있습니다. 지금 partition 함수는 전체를 한 번에 정렬하는 함수가 아닙니다. 피벗을 기준으로 나누는 일만 맡습니다. 작은 값들 내부의 정렬까지 여기서 섞어 하려고 하면 코드의 역할이 달라집니다. 그 정렬은 왼쪽 구간의 재귀 호출이 맡습니다.</a:t>
            </a:r>
          </a:p>
          <a:p>
            <a:endParaRPr/>
          </a:p>
          <a:p>
            <a:r>
              <a:t>R은 여전히 인덱스 3의 8에 있습니다. 왼쪽 검사부터 계속 진행하므로 지금은 L만 옮깁니다. 다음 화면에서는 1도 지나가고, L이 8을 만났을 때 왜 멈추는지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2의 1도 피벗 6 이하이므로 L을 인덱스 3으로 옮겼습니다. 이제 L이 보는 값은 8입니다. 8은 피벗보다 크므로 왼쪽에 둘 수 없습니다. 그래서 왼쪽 while은 여기서 멈춥니다.</a:t>
            </a:r>
          </a:p>
          <a:p>
            <a:endParaRPr/>
          </a:p>
          <a:p>
            <a:r>
              <a:t>지금 L과 R이 둘 다 인덱스 3을 가리키고 있습니다. 화살표가 같은 칸에 겹쳐 보이는 이유입니다. 같은 칸을 가리키는 것과 서로 지나쳐 교차한 것은 다릅니다. 현재는 L이 R과 같아서, 아직 L 이하 R이라는 검사 범위 조건은 만족합니다.</a:t>
            </a:r>
          </a:p>
          <a:p>
            <a:endParaRPr/>
          </a:p>
          <a:p>
            <a:r>
              <a:t>하지만 이 칸의 8은 오른쪽에 있어도 되는 큰 값입니다. 따라서 뒤에 실행되는 오른쪽 while에서 R이 왼쪽으로 움직이게 됩니다. 왼쪽 검사가 멈췄다고 곧바로 값을 교환하는 것이 아니라, 오른쪽 검사까지 실행한 다음 두 포인터의 위치를 확인합니다.</a:t>
            </a:r>
          </a:p>
          <a:p>
            <a:endParaRPr/>
          </a:p>
          <a:p>
            <a:r>
              <a:t>지금 왼쪽에는 3, 4, 1이 모여 있고, 그 오른쪽에 8과 7이 있습니다. 작은 쪽과 큰 쪽의 경계가 만들어지고 있다는 것을 보세요. 다음 화면에서 R이 한 칸 이동하면 L과 R이 교차합니다. 그때는 새로운 두 값을 교환하는 일을 끝내야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검사에서 인덱스 3의 8을 확인했습니다. 8은 피벗 6보다 크므로 오른쪽에 놓여도 되는 값입니다. 따라서 R을 3에서 2로 한 칸 옮겼습니다. L은 3에 그대로 있습니다. 이제 L이 3, R이 2라서 L이 R보다 커졌습니다.</a:t>
            </a:r>
          </a:p>
          <a:p>
            <a:endParaRPr/>
          </a:p>
          <a:p>
            <a:r>
              <a:t>두 포인터가 교차했다는 것은 사이에 아직 검사하지 않은 칸이 없다는 뜻입니다. L이 지나온 인덱스 0부터 2까지에는 3, 4, 1이 있고 모두 피벗 이하입니다. R이 지나온 인덱스 3부터 4까지에는 8, 7이 있고 모두 피벗보다 큽니다. 피벗은 아직 인덱스 5에 따로 있습니다.</a:t>
            </a:r>
          </a:p>
          <a:p>
            <a:endParaRPr/>
          </a:p>
          <a:p>
            <a:r>
              <a:t>여기서 인덱스 2의 1과 인덱스 3의 8을 바꾸면 안 됩니다. 이미 작은 쪽과 큰 쪽에 올바르게 놓인 값들입니다. 오른쪽 while도 L 이하 R이라는 조건을 먼저 검사하므로, 교차한 뒤에는 1을 읽고 계속 이동하지 않습니다. 바깥 반복문에서 교차를 확인하고 break로 빠져나옵니다.</a:t>
            </a:r>
          </a:p>
          <a:p>
            <a:endParaRPr/>
          </a:p>
          <a:p>
            <a:r>
              <a:t>이제 남은 일은 맨 끝 피벗 6을 경계에 놓는 것입니다. 경계의 위치는 L이 가리키는 인덱스 3입니다. 다음 화면에서는 그 자리에 있는 8과 맨 끝의 6을 바꿔 분할을 마무리하겠습니다.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포인터의 탐색을 마친 상태입니다. 배열은 3, 4, 1, 8, 7, 6이고, L은 인덱스 3, R은 인덱스 2입니다. L이 R보다 커졌으니까 더 이상 두 포인터가 찾은 값끼리 교환하지 않습니다.</a:t>
            </a:r>
          </a:p>
          <a:p>
            <a:endParaRPr/>
          </a:p>
          <a:p>
            <a:r>
              <a:t>이제 맨 끝에 잠시 두었던 피벗 6을 제자리로 옮겨야 합니다. 여기서 L이 가리키는 인덱스 3의 값은 8입니다. L보다 앞의 값들은 모두 6 이하이고, L부터 끝의 피벗 앞까지는 6보다 큰 값들입니다. 따라서 L의 칸은 피벗을 놓을 경계 자리입니다.</a:t>
            </a:r>
          </a:p>
          <a:p>
            <a:endParaRPr/>
          </a:p>
          <a:p>
            <a:r>
              <a:t>첫 번째 그림에서 값 8과 마지막의 6을 확인해 주세요. 그 두 값을 바꾸면 배열은 3, 4, 1, 6, 7, 8이 됩니다. 피벗 6은 인덱스 3에 들어갔고, 8은 맨 끝으로 이동했습니다. 이 교환은 앞에서 피벗을 검사 구간 밖으로 빼놓던 첫 교환과 다릅니다. 이번에는 피벗이 최종 정렬 위치에 들어간 것입니다.</a:t>
            </a:r>
          </a:p>
          <a:p>
            <a:endParaRPr/>
          </a:p>
          <a:p>
            <a:r>
              <a:t>두 번째 그림의 왼쪽에는 3, 4, 1이 있습니다. 이 값들의 내부 순서는 아직 정렬되지 않았지만 모두 6보다 작습니다. 오른쪽에는 7과 8이 있고 둘 다 6보다 큽니다. 다음 호출은 피벗 6을 제외한 왼쪽 인덱스 0부터 2까지, 그리고 오른쪽 인덱스 4부터 5까지입니다. 이어지는 슬라이드에서 이 두 구간을 실제로 다시 나누고, 최종 결과 1, 3, 4, 6, 7, 8이 완성될 때까지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6046747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탐색이 끝난 순간으로 돌아오겠습니다. 윗줄의 배열은 3, 4, 1, 8, 7, 6입니다. 앞에서 8과 3을 바꾼 뒤 두 포인터를 계속 움직였죠. L은 인덱스 3, R은 인덱스 2가 되어 서로 교차했습니다. 따라서 더 교환할 검사 대상 쌍이 없고, 반복문을 끝낸 상태입니다.</a:t>
            </a:r>
          </a:p>
          <a:p>
            <a:endParaRPr/>
          </a:p>
          <a:p>
            <a:r>
              <a:t>이때 L을 기준으로 구간을 나눠 보세요. L보다 앞인 인덱스 0, 1, 2에는 3, 4, 1이 있습니다. 모두 피벗 6 이하입니다. L부터 피벗 바로 앞까지인 인덱스 3과 4에는 8과 7이 있습니다. 모두 6보다 큽니다. 그래서 L은 큰 값 구간의 첫 칸입니다. 피벗이 두 묶음 사이에 들어가려면 바로 이 L 위치에 놓여야 합니다.</a:t>
            </a:r>
          </a:p>
          <a:p>
            <a:endParaRPr/>
          </a:p>
          <a:p>
            <a:r>
              <a:t>지금 L 위치에는 8이 있으니, 맨 끝의 피벗 6과 8을 교환하겠습니다. 인덱스 3에는 6이 들어가고, 인덱스 5에는 8이 들어갑니다. 8은 피벗보다 큰 값이므로 오른쪽 끝으로 가도 올바른 쪽에 놓인 것입니다. 인덱스 4의 7은 이미 오른쪽에 잘 놓여 있어서 움직일 필요가 없습니다.</a:t>
            </a:r>
          </a:p>
          <a:p>
            <a:endParaRPr/>
          </a:p>
          <a:p>
            <a:r>
              <a:t>아랫줄을 보세요. 배열은 3, 4, 1, 6, 7, 8이 되었습니다. 피벗 6이 가운데 경계인 인덱스 3에 있고, 그 왼쪽에는 6 이하인 값 세 개, 오른쪽에는 6보다 큰 값 두 개가 있습니다. 나중에 전체를 오름차순으로 정렬해도 이 예의 6은 앞에 1, 3, 4 세 값이 오므로 인덱스 3에 놓입니다. 이 교환으로 피벗의 자리가 확정된 것입니다.</a:t>
            </a:r>
          </a:p>
          <a:p>
            <a:endParaRPr/>
          </a:p>
          <a:p>
            <a:r>
              <a:t>앞에서 했던 첫 교환과 함께 비교해 보겠습니다. 처음에는 가운데 인덱스 2의 6과 마지막의 1을 바꿨습니다. 그 교환은 다른 값들을 검사하는 동안 피벗을 따로 두기 위한 준비였습니다. 지금은 검사 결과를 바탕으로 마지막의 6을 L 위치에 넣습니다. 두 번 모두 마지막 칸이 등장하지만, 준비할 때는 피벗을 끝으로 보내고, 끝날 때는 피벗을 경계로 가져오는 것입니다.</a:t>
            </a:r>
          </a:p>
          <a:p>
            <a:endParaRPr/>
          </a:p>
          <a:p>
            <a:r>
              <a:t>아랫줄의 왼쪽 3, 4, 1은 아직 크기순으로 정렬되어 있지 않습니다. 이번 분할이 확정한 것은 피벗의 자리와 양쪽에 들어갈 값의 범위입니다. partition은 피벗 위치 3을 반환합니다. 정렬 함수는 인덱스 0부터 2까지와 인덱스 4부터 5까지에 같은 정렬을 다시 적용합니다. 인덱스 3의 피벗은 그 두 호출에서 제외합니다. 다음 화면에서는 양쪽 구간이 어떻게 이어지는지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3158962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분할이 끝났습니다. 배열은 3, 4, 1, 6, 7, 8이고, 피벗 6은 인덱스 3에 자리를 잡았습니다. 하지만 왼쪽의 3, 4, 1은 아직 오름차순이 아니죠. 그래서 퀵 정렬은 여기서 끝나지 않습니다. 방금 했던 피벗 선택과 분할을 남은 구간에 다시 적용합니다.</a:t>
            </a:r>
          </a:p>
          <a:p>
            <a:endParaRPr/>
          </a:p>
          <a:p>
            <a:r>
              <a:t>partition이 돌려준 값 p는 피벗의 인덱스입니다. 지금은 3입니다. 처음 구간의 lo는 0, hi는 5였으니 왼쪽 호출은 0부터 p 마이너스 1, 즉 2까지입니다. 오른쪽 호출은 p 플러스 1인 4부터 5까지입니다. 인덱스 3의 피벗을 어느 호출에도 넣지 않는 이유는 그 값의 자리를 이미 정했기 때문입니다.</a:t>
            </a:r>
          </a:p>
          <a:p>
            <a:endParaRPr/>
          </a:p>
          <a:p>
            <a:r>
              <a:t>화면의 파란 세 칸이 먼저 처리할 왼쪽 구간입니다. 아래 코드에서는 왼쪽 호출을 먼저 적었습니다. 이 함수가 끝나서 돌아오기 전에는 다음 줄의 오른쪽 호출을 실행하지 않습니다. 두 구간을 한꺼번에 처리하는 것으로 생각하지 말고, 왼쪽을 끝내고 돌아와서 오른쪽으로 넘어간다고 보세요.</a:t>
            </a:r>
          </a:p>
          <a:p>
            <a:endParaRPr/>
          </a:p>
          <a:p>
            <a:r>
              <a:t>다음 화면부터는 왼쪽의 세 값만 검사하겠습니다. 회색으로 보이는 다른 칸은 이번 호출의 범위 밖입니다. 배열 전체는 그대로 하나이고, 같은 배열에서 검사할 처음과 끝 인덱스만 바뀝니다. 작은 새 배열을 따로 만들어 정렬하는 코드가 아닙니다.</a:t>
            </a:r>
          </a:p>
          <a:p>
            <a:endParaRPr/>
          </a:p>
          <a:p>
            <a:r>
              <a:t>왼쪽 구간에서 피벗을 다시 고르고, 포인터를 움직이고, 구간이 하나 이하가 될 때까지 따라가겠습니다. 그다음 원래 호출로 돌아와 오른쪽의 두 칸도 같은 코드로 처리하겠습니다.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3539951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 구간만 보겠습니다. 처음 인덱스는 0, 마지막 인덱스는 2입니다. 그 안의 값은 3, 4, 1입니다. 피벗을 고르는 규칙은 아까와 같습니다. 처음과 마지막 인덱스를 더하고 2로 나눈 정수 몫을 구합니다. 0 더하기 2를 2로 나누면 1이므로, 인덱스 1의 값 4를 피벗으로 고릅니다.</a:t>
            </a:r>
          </a:p>
          <a:p>
            <a:endParaRPr/>
          </a:p>
          <a:p>
            <a:r>
              <a:t>윗줄에서 주황색 4를 찾아보세요. 이제 그 값을 현재 구간의 마지막 칸으로 옮깁니다. 여기서 마지막이라는 말은 배열 전체의 마지막 인덱스 5가 아닙니다. 현재 호출의 hi인 인덱스 2를 말합니다. 이 칸에는 값 1이 있습니다. 따라서 4와 1을 서로 교환합니다.</a:t>
            </a:r>
          </a:p>
          <a:p>
            <a:endParaRPr/>
          </a:p>
          <a:p>
            <a:r>
              <a:t>아랫줄에서는 인덱스 1에 1이 들어가고 인덱스 2에 피벗 4가 들어갔습니다. 왼쪽 세 칸은 3, 1, 4가 되었습니다. 인덱스 0의 3은 그대로이고, 그 뒤의 6, 7, 8도 그대로입니다. 특히 앞에서 확정한 피벗 6을 다시 움직이지 않았다는 점을 확인해 주세요.</a:t>
            </a:r>
          </a:p>
          <a:p>
            <a:endParaRPr/>
          </a:p>
          <a:p>
            <a:r>
              <a:t>이 교환은 4를 최종 위치에 놓으려고 계산한 결과가 아니라, 다른 값들을 검사하기 위한 준비입니다. 검사 전에는 인덱스 2가 최종 자리인지 아직 판단하지 않았습니다. 앞의 3과 1을 모두 확인한 뒤 L이 어디에 멈췄는지로 최종 위치를 정합니다.</a:t>
            </a:r>
          </a:p>
          <a:p>
            <a:endParaRPr/>
          </a:p>
          <a:p>
            <a:r>
              <a:t>다음 화면에서는 L을 현재 구간의 처음인 0에, R을 피벗 바로 앞인 1에 놓습니다. 비교 기준은 새 피벗 4입니다. 이전 호출에서 사용한 피벗 6으로 계속 비교하는 것이 아닙니다. 호출마다 그 구간에 맞는 피벗을 새로 고릅니다.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702882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배열을 그대로 가져왔습니다. 현재 왼쪽 구간은 인덱스 0부터 2까지이고, 피벗 4는 맨 뒤인 인덱스 2에 있습니다. 두 포인터가 검사할 값은 그 앞의 3과 1뿐입니다. 화면의 회색 칸에 있는 6, 7, 8은 이번 분할에 참여하지 않습니다.</a:t>
            </a:r>
          </a:p>
          <a:p>
            <a:endParaRPr/>
          </a:p>
          <a:p>
            <a:r>
              <a:t>L은 lo에서 시작하므로 0입니다. R은 hi 마이너스 1에서 시작하므로 1입니다. 파란 L은 인덱스 0의 값 3을 가리키고, 초록 R은 인덱스 1의 값 1을 가리킵니다. 주황색 피벗 4는 인덱스 2에 그대로 둡니다.</a:t>
            </a:r>
          </a:p>
          <a:p>
            <a:endParaRPr/>
          </a:p>
          <a:p>
            <a:r>
              <a:t>이번 분할에서도 4 이하인 값은 왼쪽에 두고, 4보다 큰 값은 오른쪽으로 보냅니다. 코드는 L이 가리키는 값부터 검사합니다. 3은 4 이하이므로 지금 있는 왼쪽 자리에 두어도 됩니다. 이 조건이 맞으면 값의 자리를 바꾸는 대신 L만 오른쪽으로 한 칸 옮깁니다.</a:t>
            </a:r>
          </a:p>
          <a:p>
            <a:endParaRPr/>
          </a:p>
          <a:p>
            <a:r>
              <a:t>여기서는 아직 R을 움직이지 않았습니다. L 검사와 R 검사를 번갈아 무조건 한 칸씩 하는 코드가 아닙니다. L이 왼쪽에 둘 수 있는 값을 만나는 동안은 L의 반복문이 계속 진행됩니다. L이 큰 값을 만나거나 R을 넘어가면 그때 다음 조건을 확인합니다.</a:t>
            </a:r>
          </a:p>
          <a:p>
            <a:endParaRPr/>
          </a:p>
          <a:p>
            <a:r>
              <a:t>다음 화면에서 L이 0에서 1로 움직이는 모습을 보겠습니다. 배열 값은 그대로 두고 포인터만 이동합니다. 포인터의 숫자가 바뀌는 것과 배열 안의 값이 교환되는 것을 구분해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809876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값 3이 피벗 4 이하라는 것을 확인했습니다. 그래서 3은 그대로 두고 L을 0에서 1로 늘렸습니다. 배열은 여전히 3, 1, 4, 6, 7, 8입니다. 이번 화면에서 바뀐 것은 L의 위치뿐입니다.</a:t>
            </a:r>
          </a:p>
          <a:p>
            <a:endParaRPr/>
          </a:p>
          <a:p>
            <a:r>
              <a:t>이제 파란 L과 초록 R이 같은 인덱스 1을 가리킵니다. 그렇다고 탐색을 바로 끝내지는 않습니다. 반복문은 L이 R 이하일 때 현재 칸을 검사하도록 되어 있습니다. 지금 L과 R이 둘 다 1이므로, 이 칸에 있는 값 1을 한 번 더 확인해야 합니다.</a:t>
            </a:r>
          </a:p>
          <a:p>
            <a:endParaRPr/>
          </a:p>
          <a:p>
            <a:r>
              <a:t>값 1을 피벗 4와 비교해 보겠습니다. 1도 4 이하입니다. 따라서 이 값도 왼쪽에 두어도 됩니다. 다음 동작은 L을 한 칸 더 늘리는 것입니다. 여기서 두 포인터가 같은 칸을 가리킨다고 자기 자신과 교환하거나 R을 함께 옮기지 않습니다. 코드의 L 반복문 조건을 그대로 따라갑니다.</a:t>
            </a:r>
          </a:p>
          <a:p>
            <a:endParaRPr/>
          </a:p>
          <a:p>
            <a:r>
              <a:t>R은 아직 1입니다. L이 이동하는 동안 R은 기다리고 있습니다. 첫 번째 전체 분할에서는 L이 처음부터 큰 값 8을 만나 멈춰서 R을 움직였지만, 지금은 작은 값 3과 1을 연달아 만났습니다. 입력 값에 따라 어느 포인터가 얼마나 움직이는지가 달라집니다.</a:t>
            </a:r>
          </a:p>
          <a:p>
            <a:endParaRPr/>
          </a:p>
          <a:p>
            <a:r>
              <a:t>다음에는 L이 2, R이 1이 되어 서로 교차합니다. 그 순간 검사할 앞쪽 값이 더는 남아 있지 않습니다. 피벗을 어디에 넣어야 하는지 L의 위치를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3578089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1의 값 1도 피벗 4 이하였으므로 L을 2로 늘렸습니다. R은 그대로 1입니다. 이제 L이 R보다 커졌습니다. 검사할 구간을 모두 지나온 것이므로 포인터 탐색을 끝냅니다. 이때 R의 반복문은 앞에 붙은 L 이하 R 조건이 맞지 않아 더 검사하지 않습니다.</a:t>
            </a:r>
          </a:p>
          <a:p>
            <a:endParaRPr/>
          </a:p>
          <a:p>
            <a:r>
              <a:t>L은 큰 값 구간의 시작 위치를 나타냅니다. 이번에는 피벗 앞의 두 값이 모두 4 이하였으므로 큰 값 구간이 비어 있습니다. 그래서 L이 바로 피벗이 있는 인덱스 2에 도착했습니다. 주황색 피벗과 파란 L이 같은 칸에 보이는 이유입니다.</a:t>
            </a:r>
          </a:p>
          <a:p>
            <a:endParaRPr/>
          </a:p>
          <a:p>
            <a:r>
              <a:t>코드의 마지막 줄은 L 위치와 hi 위치를 교환합니다. 지금 L도 2이고 hi도 2이므로, 인덱스 2의 값 4를 자기 자신과 바꿉니다. 같은 칸에 같은 값이 들어가니 눈에 보이는 배열 변화가 없습니다. 그림이 빠진 것이 아니라 실제 코드에서도 값이 그대로인 경우입니다.</a:t>
            </a:r>
          </a:p>
          <a:p>
            <a:endParaRPr/>
          </a:p>
          <a:p>
            <a:r>
              <a:t>이제 partition은 피벗 위치 2를 반환합니다. 왼쪽에는 4 이하인 값 3과 1이 있고, 오른쪽에는 검사 대상 원소가 없습니다. 피벗 4의 자리는 확정했지만 앞의 3과 1은 아직 오름차순이 아닙니다. 둘의 순서를 정하는 호출이 한 번 더 필요합니다.</a:t>
            </a:r>
          </a:p>
          <a:p>
            <a:endParaRPr/>
          </a:p>
          <a:p>
            <a:r>
              <a:t>다음 왼쪽 호출 범위는 0부터 1까지입니다. 방금 확정한 인덱스 2의 4는 그 호출에서 제외합니다. 6을 제외했던 것과 같은 이유로, 이번에는 4도 더 움직이지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8454101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배열의 앞부분은 3, 1, 4입니다. 4의 자리는 확정했지만 3과 1은 순서가 뒤집혀 있죠. 그래서 퀵 정렬 함수를 다시 호출합니다. 이번 범위는 인덱스 0부터 1까지입니다. 원소가 두 개이므로 종료 조건에 해당하지 않고, 피벗을 고르는 작업을 진행합니다.</a:t>
            </a:r>
          </a:p>
          <a:p>
            <a:endParaRPr/>
          </a:p>
          <a:p>
            <a:r>
              <a:t>앞의 호출에서 p가 2였으므로 왼쪽 끝은 p 마이너스 1인 1이 됩니다. lo는 계속 0입니다. 따라서 코드에 적힌 quick_sort에 같은 배열 a와 0, 1을 넘깁니다. 다시 말하지만 인덱스가 새로 0, 1로 재설정된 것이 아닙니다. 원래 배열의 그 두 칸을 가리킵니다.</a:t>
            </a:r>
          </a:p>
          <a:p>
            <a:endParaRPr/>
          </a:p>
          <a:p>
            <a:r>
              <a:t>회색 칸의 4와 6은 각 분할에서 위치를 확정한 값입니다. 이번 호출에서는 이 칸들을 피벗 후보로 고르거나 서로 교환하지 않습니다. 오른쪽의 7, 8도 원래 호출에서 처리할 차례를 기다리고 있으므로 그대로 둡니다.</a:t>
            </a:r>
          </a:p>
          <a:p>
            <a:endParaRPr/>
          </a:p>
          <a:p>
            <a:r>
              <a:t>지금 함수 호출은 왼쪽 안의 왼쪽으로 더 들어간 상태입니다. 원래 구간 0부터 5까지를 처리하던 함수가 0부터 2까지의 함수를 호출했고, 그 함수가 다시 0부터 1까지의 함수를 호출했습니다. 안쪽 호출이 끝나면 바깥 호출로 차례대로 돌아가겠습니다.</a:t>
            </a:r>
          </a:p>
          <a:p>
            <a:endParaRPr/>
          </a:p>
          <a:p>
            <a:r>
              <a:t>다음 화면에서 가운데 인덱스를 계산해 보겠습니다. 0과 1을 더한 뒤 2로 나눈 정수 몫은 0입니다. 그래서 이번 피벗은 인덱스 0의 값 3입니다. 두 칸인 경우에는 왼쪽 칸을 피벗으로 고르게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464982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두 칸만 정렬합니다. 윗줄의 인덱스 0에는 3, 인덱스 1에는 1이 있습니다. 가운데 인덱스 계산은 0 더하기 1을 2로 나눈 정수 몫입니다. 결과가 0이므로 값 3이 피벗입니다. 짝수 개의 칸에서 가운데 위치가 두 개일 때, 이 계산은 왼쪽 칸을 고릅니다.</a:t>
            </a:r>
          </a:p>
          <a:p>
            <a:endParaRPr/>
          </a:p>
          <a:p>
            <a:r>
              <a:t>피벗을 검사 준비를 위해 현재 구간의 끝인 hi로 옮깁니다. 지금 hi는 1입니다. 그래서 인덱스 0의 3과 인덱스 1의 1을 교환합니다. 아랫줄을 보면 1이 인덱스 0으로, 피벗 3이 인덱스 1로 옮겨갔습니다.</a:t>
            </a:r>
          </a:p>
          <a:p>
            <a:endParaRPr/>
          </a:p>
          <a:p>
            <a:r>
              <a:t>이제 배열 전체는 1, 3, 4, 6, 7, 8입니다. 벌써 오름차순으로 보이죠. 하지만 이 코드에는 배열이 우연히 정렬되어 있는지 검사해서 바로 끝내는 별도 단계가 없습니다. 정해진 분할 절차를 계속 따라 피벗 3의 위치를 확인하고, 남은 작은 구간의 종료 조건도 확인합니다.</a:t>
            </a:r>
          </a:p>
          <a:p>
            <a:endParaRPr/>
          </a:p>
          <a:p>
            <a:r>
              <a:t>이번에 바뀐 칸은 처음 두 칸뿐입니다. 이전 단계에서 확정한 4와 6은 그대로입니다. 피벗을 옮기려고 배열 전체의 맨 끝 값 8과 바꾸면 범위를 벗어난 잘못된 동작이 되므로, 지금 호출의 hi가 1이라는 점을 계속 확인해 주세요.</a:t>
            </a:r>
          </a:p>
          <a:p>
            <a:endParaRPr/>
          </a:p>
          <a:p>
            <a:r>
              <a:t>다음에는 검사할 값이 1 하나만 남아 있습니다. L은 0, R은 hi 마이너스 1인 0에서 시작합니다. 두 포인터가 같은 칸에서 시작하는 분할도 같은 조건으로 처리할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340343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처음 두 값은 1, 3입니다. 피벗 3을 인덱스 1에 두었으므로, 그 앞에서 검사할 값은 인덱스 0의 1 하나입니다. L은 lo인 0, R은 hi 마이너스 1인 0입니다. 그래서 두 화살표가 같은 칸을 가리킵니다.</a:t>
            </a:r>
          </a:p>
          <a:p>
            <a:endParaRPr/>
          </a:p>
          <a:p>
            <a:r>
              <a:t>아까도 L과 R이 같은 칸에서 한 번 만났죠. 이 코드에서는 L이 R 이하인 동안 값을 검사합니다. 같을 때도 조건이 맞으므로 이 칸을 확인해야 합니다. 포인터가 같아졌다고 곧바로 분할을 끝내는 것으로 외우면 마지막 한 칸을 놓칠 수 있습니다.</a:t>
            </a:r>
          </a:p>
          <a:p>
            <a:endParaRPr/>
          </a:p>
          <a:p>
            <a:r>
              <a:t>현재 값 1을 피벗 3과 비교하겠습니다. 1은 3 이하이므로 왼쪽에 두면 됩니다. 이 경우 배열 값을 교환할 필요가 없습니다. L만 0에서 1로 한 칸 움직입니다. R은 0에 그대로 있습니다.</a:t>
            </a:r>
          </a:p>
          <a:p>
            <a:endParaRPr/>
          </a:p>
          <a:p>
            <a:r>
              <a:t>여기서 L을 옮기면 두 포인터가 서로 교차하게 됩니다. 그다음 반복문에서 L 이하 R 조건이 맞지 않아 더는 배열 원소를 검사하지 않습니다. 피벗이 있는 인덱스 1의 값 3을 검사 대상에 다시 넣지도 않습니다. 그 값은 비교 기준으로 따로 둔 값입니다.</a:t>
            </a:r>
          </a:p>
          <a:p>
            <a:endParaRPr/>
          </a:p>
          <a:p>
            <a:r>
              <a:t>다음 화면에서는 L이 피벗 칸에 도착한 상태와 마지막 교환을 보겠습니다. 앞의 값이 모두 피벗 이하인 경우에는 피벗이 이미 들어가야 할 칸에 있는 경우가 다시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7283183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 1이 피벗 3 이하라는 것을 확인하고 L을 1로 늘렸습니다. R은 0입니다. 이제 L이 R보다 크므로 탐색을 끝냅니다. 아랫줄 코드는 이번 구간의 마지막 교환을 그대로 숫자로 적은 것입니다.</a:t>
            </a:r>
          </a:p>
          <a:p>
            <a:endParaRPr/>
          </a:p>
          <a:p>
            <a:r>
              <a:t>L 위치는 인덱스 1이고 hi도 인덱스 1입니다. 그 칸에 피벗 3이 있습니다. 따라서 마지막 교환은 3을 자기 자신과 바꾸는 동작입니다. 배열은 1, 3, 4, 6, 7, 8 그대로입니다. 앞 단계의 피벗 4에서도 같은 경우를 보았습니다.</a:t>
            </a:r>
          </a:p>
          <a:p>
            <a:endParaRPr/>
          </a:p>
          <a:p>
            <a:r>
              <a:t>그렇다고 마지막 교환을 그림에서 임의로 생략한 것이 아닙니다. 코드의 교환문을 실행하지만 두 인덱스가 같아서 값이 변하지 않는 것입니다. 두 인덱스가 다른 경우에는 피벗이 움직이고, 같은 경우에는 지금처럼 제자리에 남습니다. 둘 다 같은 분할 코드가 처리합니다.</a:t>
            </a:r>
          </a:p>
          <a:p>
            <a:endParaRPr/>
          </a:p>
          <a:p>
            <a:r>
              <a:t>partition이 반환하는 피벗 위치 p는 1입니다. 그 왼쪽에는 값 1 하나가 있고 오른쪽 검사 구간은 비어 있습니다. 이제 이 두 구간에 퀵 정렬 함수를 다시 호출해 종료 조건을 확인하겠습니다. 피벗 3이 들어 있는 인덱스 1은 두 호출에서 제외합니다.</a:t>
            </a:r>
          </a:p>
          <a:p>
            <a:endParaRPr/>
          </a:p>
          <a:p>
            <a:r>
              <a:t>왼쪽 호출은 0부터 0까지입니다. 오른쪽 호출은 2부터 1까지입니다. 처음 인덱스가 마지막 인덱스보다 큰 오른쪽 범위는 원소가 없는 구간을 뜻합니다. 다음 화면에서 이 두 호출이 추가 분할 없이 끝나는 이유를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575859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3의 자리를 정했으므로 왼쪽과 오른쪽의 작은 구간에 함수를 호출합니다. 먼저 왼쪽은 인덱스 0부터 0까지입니다. 같은 처음과 끝이므로 값 1 하나만 들어 있습니다. 원소가 하나라면 서로 비교하거나 순서를 바꿀 다른 원소가 없습니다. 이미 정렬된 구간으로 보고 끝내면 됩니다.</a:t>
            </a:r>
          </a:p>
          <a:p>
            <a:endParaRPr/>
          </a:p>
          <a:p>
            <a:r>
              <a:t>코드 맨 위에는 lo가 hi 이상이면 return한다는 조건이 있습니다. 0은 0과 같으므로 이 조건이 맞습니다. 그래서 이 호출은 피벗을 고르지도 않고 partition을 실행하지도 않습니다. 곧바로 자신을 호출했던 구간 0부터 1까지의 함수로 돌아갑니다.</a:t>
            </a:r>
          </a:p>
          <a:p>
            <a:endParaRPr/>
          </a:p>
          <a:p>
            <a:r>
              <a:t>그다음 그 함수의 오른쪽 호출을 실행합니다. 범위는 2부터 1까지입니다. 처음 인덱스가 마지막 인덱스보다 크므로 여기에 들어가는 원소는 없습니다. 2번 칸에 있는 4를 검사하라는 뜻이 아닙니다. 이런 빈 구간도 lo가 hi 이상이라는 같은 조건으로 바로 끝냅니다.</a:t>
            </a:r>
          </a:p>
          <a:p>
            <a:endParaRPr/>
          </a:p>
          <a:p>
            <a:r>
              <a:t>두 호출이 모두 끝났으므로 구간 0부터 1까지의 정렬이 완료되었습니다. 처음 두 값은 1, 3입니다. 더 합치거나 복사할 작업은 없습니다. 이미 같은 배열 안에서 자리만 바꿨기 때문에 그 결과를 그대로 두고 함수 호출만 끝내면 됩니다.</a:t>
            </a:r>
          </a:p>
          <a:p>
            <a:endParaRPr/>
          </a:p>
          <a:p>
            <a:r>
              <a:t>다음에는 이 함수를 불렀던 구간 0부터 2까지의 함수로 돌아갑니다. 거기에는 아직 오른쪽 호출 한 줄이 남아 있습니다. 재귀가 끝난다는 말은 모든 호출을 한 번에 지우는 것이 아니라, 안쪽 함수부터 바깥 함수로 차례대로 돌아오는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6649956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구간 0부터 1까지의 호출을 끝냈습니다. 이제 그 함수를 불렀던 구간 0부터 2까지의 호출로 돌아왔습니다. 이 구간의 피벗은 값 4였고, 반환된 피벗 위치는 2였죠. 왼쪽 호출은 끝났으니 다음 줄의 오른쪽 호출을 실행할 차례입니다.</a:t>
            </a:r>
          </a:p>
          <a:p>
            <a:endParaRPr/>
          </a:p>
          <a:p>
            <a:r>
              <a:t>오른쪽 범위는 p 플러스 1인 3부터 hi인 2까지입니다. 3부터 2까지는 빈 구간입니다. 3이 2보다 크므로 종료 조건에 걸려 바로 돌아옵니다. 인덱스 3의 값 6을 다시 분할하는 것이 아닙니다. 이 호출에는 검사할 원소가 없습니다.</a:t>
            </a:r>
          </a:p>
          <a:p>
            <a:endParaRPr/>
          </a:p>
          <a:p>
            <a:r>
              <a:t>이렇게 구간 0부터 2까지의 양쪽 호출을 모두 끝냈습니다. 왼쪽 세 값은 이제 1, 3, 4입니다. 피벗 4 앞의 작은 값들이 정렬되었고, 그 뒤에는 추가 원소가 없었습니다. 따라서 이 함수도 끝내고 원래 구간 0부터 5까지의 함수로 돌아갑니다.</a:t>
            </a:r>
          </a:p>
          <a:p>
            <a:endParaRPr/>
          </a:p>
          <a:p>
            <a:r>
              <a:t>처음 호출에서는 피벗 6을 인덱스 3에 놓은 뒤 왼쪽 함수를 먼저 실행했었습니다. 지금이 바로 그 왼쪽 함수가 끝나서 돌아온 순간입니다. 이제 처음 호출의 다음 줄인 오른쪽 구간 4부터 5까지를 실행합니다. 코드에 적힌 순서대로 왼쪽을 완전히 끝낸 다음 오른쪽으로 넘어갑니다.</a:t>
            </a:r>
          </a:p>
          <a:p>
            <a:endParaRPr/>
          </a:p>
          <a:p>
            <a:r>
              <a:t>오른쪽 값은 7, 8이라 이미 크기순으로 보입니다. 하지만 이 코드는 두 값이 정렬되어 있는지 따로 확인하고 건너뛰지 않습니다. 원소가 두 개이므로 분할 절차를 실행합니다. 다음 화면에서 이 두 칸도 실제 코드대로 끝까지 처리해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734043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오른쪽 구간을 시작합니다. 범위는 인덱스 4부터 5까지이고 값은 7, 8입니다. 왼쪽의 1, 3, 4와 앞에서 확정한 6은 이번 호출의 범위 밖이므로 그대로 둡니다. 같은 배열의 마지막 두 칸만 보겠습니다.</a:t>
            </a:r>
          </a:p>
          <a:p>
            <a:endParaRPr/>
          </a:p>
          <a:p>
            <a:r>
              <a:t>피벗 인덱스를 계산해 보겠습니다. 4와 5를 더하면 9이고, 2로 나눈 정수 몫은 4입니다. 따라서 인덱스 4의 값 7이 피벗입니다. 계산에 인덱스를 사용했다는 점을 기억해 주세요. 값 7과 8의 평균을 구한 것이 아닙니다.</a:t>
            </a:r>
          </a:p>
          <a:p>
            <a:endParaRPr/>
          </a:p>
          <a:p>
            <a:r>
              <a:t>이 구현은 피벗을 먼저 현재 구간의 마지막 칸으로 옮깁니다. 지금 hi는 5이므로 인덱스 4의 7과 인덱스 5의 8을 서로 바꿉니다. 아랫줄에서는 오른쪽 두 칸이 8, 7이 되었습니다. 배열 전체는 1, 3, 4, 6, 8, 7입니다.</a:t>
            </a:r>
          </a:p>
          <a:p>
            <a:endParaRPr/>
          </a:p>
          <a:p>
            <a:r>
              <a:t>정렬되어 있던 7, 8을 왜 다시 바꾸는지 궁금할 수 있습니다. 이 코드는 피벗을 마지막에 따로 두고 나머지 값들을 검사하도록 만든 분할 방식입니다. 준비 과정에서 잠시 순서가 바뀔 수 있고, 검사 후 피벗을 알맞은 위치에 다시 넣으면 됩니다. 중간 배열이 언제나 오름차순이어야 하는 것은 아닙니다.</a:t>
            </a:r>
          </a:p>
          <a:p>
            <a:endParaRPr/>
          </a:p>
          <a:p>
            <a:r>
              <a:t>이제 검사할 값은 피벗 앞의 8 하나입니다. L은 lo인 4, R은 hi 마이너스 1인 4에서 시작합니다. 다음 화면에서 값 8이 피벗 7보다 크다는 것을 확인하고, 어느 포인터가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950395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오른쪽 두 칸은 8, 7입니다. 인덱스 5의 7을 기준값으로 따로 두고, 인덱스 4의 8을 검사하겠습니다. L과 R은 모두 4입니다. 같은 칸에서 시작한다는 점은 앞의 두 원소 분할과 같습니다.</a:t>
            </a:r>
          </a:p>
          <a:p>
            <a:endParaRPr/>
          </a:p>
          <a:p>
            <a:r>
              <a:t>먼저 L의 조건을 확인합니다. L은 피벗 이하인 값이면 오른쪽으로 지나갑니다. 그런데 현재 값은 8이고 피벗은 7입니다. 8은 7보다 크므로 왼쪽에 두면 안 됩니다. 따라서 L은 4에서 멈춥니다. 배열 값도 아직 바꾸지 않습니다.</a:t>
            </a:r>
          </a:p>
          <a:p>
            <a:endParaRPr/>
          </a:p>
          <a:p>
            <a:r>
              <a:t>이번에는 L이 멈췄고 두 포인터가 교차하지 않았으므로 R의 조건을 확인합니다. R은 피벗보다 큰 값이면 왼쪽으로 지나갑니다. 오른쪽에 두어도 되는 값을 찾았을 때 그 칸을 지나, 왼쪽으로 보내야 할 값이 있는지 찾는 것입니다.</a:t>
            </a:r>
          </a:p>
          <a:p>
            <a:endParaRPr/>
          </a:p>
          <a:p>
            <a:r>
              <a:t>R이 가리키는 값도 8입니다. 8은 피벗 7보다 크므로 R을 한 칸 왼쪽으로 움직입니다. 그러면 R은 3이 됩니다. 하지만 인덱스 3은 이번 구간의 처음인 4보다 앞에 있습니다. 다음 조건에서 L 이하 R이 맞지 않아 그 칸의 값 6은 검사하지 않습니다.</a:t>
            </a:r>
          </a:p>
          <a:p>
            <a:endParaRPr/>
          </a:p>
          <a:p>
            <a:r>
              <a:t>다음 화면에서는 L이 4에 그대로 있고 R만 3으로 이동해 교차한 모습을 보겠습니다. 두 포인터가 같은 칸에서 시작해도 값에 따라 L이 움직일 수도 있고 R이 움직일 수도 있습니다. 피벗과의 비교 결과를 따라가면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0887864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R이 인덱스 4의 값 8을 확인했습니다. 8은 피벗 7보다 크므로 오른쪽에 두면 되는 값입니다. 따라서 R을 한 칸 왼쪽인 3으로 줄였습니다. L은 큰 값 8에서 멈춰 있으므로 계속 4입니다. 이제 L이 R보다 커져 두 포인터가 교차했습니다.</a:t>
            </a:r>
          </a:p>
          <a:p>
            <a:endParaRPr/>
          </a:p>
          <a:p>
            <a:r>
              <a:t>화면에서 초록 R이 인덱스 3의 값 6 아래에 있습니다. 이것은 포인터의 숫자가 3이라는 뜻입니다. 값 6을 새로 검사하거나 움직인다는 뜻은 아닙니다. R을 줄인 뒤 반복문 조건을 다시 확인할 때, 먼저 L이 R 이하인지 검사합니다. 지금 4는 3 이하가 아니므로 뒤의 배열 값 비교는 실행하지 않습니다.</a:t>
            </a:r>
          </a:p>
          <a:p>
            <a:endParaRPr/>
          </a:p>
          <a:p>
            <a:r>
              <a:t>이 조건 덕분에 현재 구간 바깥의 원소를 검사하지 않습니다. 앞에서 확정한 피벗 6은 그대로 남습니다. 이런 경계에서는 포인터가 가리키는 칸의 값보다, 계속 검사할 수 있는 범위인지를 먼저 확인하는 것이 중요합니다.</a:t>
            </a:r>
          </a:p>
          <a:p>
            <a:endParaRPr/>
          </a:p>
          <a:p>
            <a:r>
              <a:t>이번 분할에서는 L과 R이 가리키는 서로 다른 두 값을 교환할 기회가 없었습니다. 검사 대상이 8 하나였고, 그 값은 피벗보다 큰 쪽에 두면 되기 때문입니다. 이제 포인터 탐색을 끝내고 피벗의 최종 위치를 정합니다.</a:t>
            </a:r>
          </a:p>
          <a:p>
            <a:endParaRPr/>
          </a:p>
          <a:p>
            <a:r>
              <a:t>L은 인덱스 4입니다. 그 앞의 현재 검사 구간에는 7 이하인 값이 없고, L 위치의 8은 7보다 큽니다. 따라서 피벗 7을 L 위치에 넣어야 합니다. 다음 화면에서 인덱스 4의 8과 마지막 인덱스 5의 7을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791250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포인터 탐색이 끝난 배열은 1, 3, 4, 6, 8, 7입니다. 오른쪽 구간에서 L은 인덱스 4를 가리킵니다. 그 칸의 값 8은 피벗 7보다 큽니다. 피벗이 앞에 오고 큰 값이 뒤에 오도록 이 두 값의 자리를 바꾸겠습니다.</a:t>
            </a:r>
          </a:p>
          <a:p>
            <a:endParaRPr/>
          </a:p>
          <a:p>
            <a:r>
              <a:t>윗줄에서 파란 L 아래의 8과 주황색 피벗 7을 찾아보세요. 인덱스 4와 5입니다. 코드의 마지막 교환문은 a의 L 위치와 hi 위치를 바꿉니다. 숫자를 넣어 보면 인덱스 4와 5의 교환입니다. 이 동작을 실행하면 인덱스 4에는 7, 인덱스 5에는 8이 들어갑니다.</a:t>
            </a:r>
          </a:p>
          <a:p>
            <a:endParaRPr/>
          </a:p>
          <a:p>
            <a:r>
              <a:t>아랫줄에서 오른쪽 구간이 다시 7, 8이 된 것을 볼 수 있습니다. 배열 전체도 1, 3, 4, 6, 7, 8입니다. 처음에 정렬되어 있던 두 값이 준비 교환 때문에 8, 7이 되었다가, 마지막 교환으로 다시 7, 8이 된 것입니다. 실제 코드에서는 두 교환을 모두 실행했습니다.</a:t>
            </a:r>
          </a:p>
          <a:p>
            <a:endParaRPr/>
          </a:p>
          <a:p>
            <a:r>
              <a:t>이제 partition은 피벗 위치 4를 반환합니다. 현재 구간 안에서 피벗 7보다 왼쪽인 구간은 비어 있고, 오른쪽에는 값 8 하나가 있습니다. 7의 자리를 정했으므로 다음 호출에서는 그 인덱스 4를 제외합니다.</a:t>
            </a:r>
          </a:p>
          <a:p>
            <a:endParaRPr/>
          </a:p>
          <a:p>
            <a:r>
              <a:t>배열이 오름차순으로 보이더라도 함수 호출을 아직 끝낸 것은 아닙니다. 남은 양쪽 호출이 종료 조건에 걸려 돌아오는 것까지 확인하겠습니다. 다음 화면의 왼쪽 범위는 4부터 3까지, 오른쪽 범위는 5부터 5까지입니다.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204342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7을 인덱스 4에 놓았으므로 양쪽 구간에 마지막으로 함수를 호출합니다. 이번 구간의 lo는 4, hi는 5였고, 피벗 위치 p는 4입니다. 왼쪽 범위는 lo부터 p 마이너스 1까지이므로 4부터 3까지입니다. 원소가 없는 빈 구간입니다.</a:t>
            </a:r>
          </a:p>
          <a:p>
            <a:endParaRPr/>
          </a:p>
          <a:p>
            <a:r>
              <a:t>왼쪽 호출은 처음 줄의 종료 조건에서 바로 끝납니다. 4가 3 이상이므로 피벗을 고르거나 배열 값을 읽을 필요가 없습니다. 인덱스 4의 7을 다시 검사하라는 뜻이 아닙니다. 피벗은 이미 양쪽 호출에서 제외했습니다.</a:t>
            </a:r>
          </a:p>
          <a:p>
            <a:endParaRPr/>
          </a:p>
          <a:p>
            <a:r>
              <a:t>그다음 오른쪽 호출은 p 플러스 1부터 hi까지이므로 5부터 5까지입니다. 인덱스 5의 값 8 하나가 들어 있습니다. 원소 하나는 그대로 정렬된 구간으로 볼 수 있으므로 5가 5 이상이라는 종료 조건에서 바로 돌아옵니다.</a:t>
            </a:r>
          </a:p>
          <a:p>
            <a:endParaRPr/>
          </a:p>
          <a:p>
            <a:r>
              <a:t>이제 구간 4부터 5까지의 왼쪽과 오른쪽 호출을 모두 끝냈습니다. 오른쪽 두 값은 7, 8이고, 더 처리할 구간은 없습니다. 이 함수도 끝내고 원래 구간 0부터 5까지의 함수로 돌아갑니다.</a:t>
            </a:r>
          </a:p>
          <a:p>
            <a:endParaRPr/>
          </a:p>
          <a:p>
            <a:r>
              <a:t>원래 함수는 왼쪽 구간을 이미 끝냈고 방금 오른쪽 구간도 끝냈습니다. 따라서 원래 함수에도 남은 정렬 호출이 없습니다. 다음 화면에서 완성된 배열과 실제 피벗 확정 순서를 한 번 정리하겠습니다.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9091241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퀵 정렬을 끝까지 따라왔습니다. 최종 배열은 1, 3, 4, 6, 7, 8입니다. 처음 배열의 값 여섯 개가 그대로 있고, 위치만 오름차순으로 바뀌었습니다. 원래 구간 0부터 5까지의 호출이 끝나는 순간입니다.</a:t>
            </a:r>
          </a:p>
          <a:p>
            <a:endParaRPr/>
          </a:p>
          <a:p>
            <a:r>
              <a:t>피벗을 확정한 순서를 다시 확인해 보겠습니다. 첫 번째 전체 분할에서 피벗 6을 인덱스 3에 놓았습니다. 그 왼쪽 구간 0부터 2까지에서는 피벗 4를 인덱스 2에 놓았고, 다시 그 왼쪽 0부터 1까지에서는 피벗 3을 인덱스 1에 놓았습니다. 작은 구간이 하나 또는 빈 구간이 되자 종료 조건으로 돌아왔습니다.</a:t>
            </a:r>
          </a:p>
          <a:p>
            <a:endParaRPr/>
          </a:p>
          <a:p>
            <a:r>
              <a:t>왼쪽을 모두 끝내고 원래 호출로 돌아온 뒤에는 오른쪽 4부터 5까지를 처리했습니다. 그 구간의 피벗 7은 인덱스 4에 놓였습니다. 양쪽에 남은 빈 구간과 원소 하나의 구간도 바로 끝내서, 처음 호출에 더 남은 일이 없게 되었습니다.</a:t>
            </a:r>
          </a:p>
          <a:p>
            <a:endParaRPr/>
          </a:p>
          <a:p>
            <a:r>
              <a:t>여기서 합병 정렬과 다른 점도 보입니다. 합병 정렬은 양쪽 결과를 다시 합치는 반복문이 필요했죠. 이번 퀵 정렬은 분할하면서 같은 배열 안의 값들을 교환했고, 피벗 왼쪽과 오른쪽도 그 배열의 정해진 범위 안에서 정렬했습니다. 그래서 호출이 돌아올 때 별도의 병합 단계는 필요하지 않습니다.</a:t>
            </a:r>
          </a:p>
          <a:p>
            <a:endParaRPr/>
          </a:p>
          <a:p>
            <a:r>
              <a:t>가장 중요한 흐름은 피벗을 정하고, 그 피벗을 제외한 작은 구간에 같은 함수를 호출하며, 원소가 하나 이하가 되면 끝내는 것입니다. 이번 예에서는 값 6만 제자리에 놓는 데서 멈추지 않고, 남은 모든 호출까지 끝냈습니다. 다음 코드 화면에서도 이 피벗 선택과 포인터 이동, 두 재귀 호출, 종료 조건을 그림과 연결해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85633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코드는 앞에서 그림으로 본 한 번의 분할을 Python으로 옮긴 것입니다. 함수 이름은 partition이고, 배열 a와 구간의 처음 lo, 마지막 hi를 받습니다. lo와 hi는 모두 포함하는 인덱스입니다. 이 함수의 결과는 정렬된 새 배열이 아니라, 배열을 바꾼 뒤 피벗이 놓인 위치입니다.</a:t>
            </a:r>
          </a:p>
          <a:p>
            <a:endParaRPr/>
          </a:p>
          <a:p>
            <a:r>
              <a:t>첫 줄에서 피벗으로 사용할 인덱스를 정합니다. 예제 구간은 0부터 5까지이므로 가운데 인덱스는 2이고 그 값은 6입니다. 다음 줄은 그 원소와 맨 끝 원소를 교환합니다. Python에서는 쉼표로 두 위치를 함께 대입해서 교환할 수 있습니다. 6과 1을 바꾸면 배열은 8, 4, 1, 3, 7, 6이 됩니다. 그다음 pivot에 맨 끝의 값 6을 저장해서 비교 기준으로 사용합니다.</a:t>
            </a:r>
          </a:p>
          <a:p>
            <a:endParaRPr/>
          </a:p>
          <a:p>
            <a:r>
              <a:t>L은 lo, R은 hi 마이너스 1로 시작합니다. 예제에서는 L이 0이고 R이 4입니다. 왜 R을 hi부터 시작하지 않을까요? hi 위치에는 피벗을 따로 뒀기 때문에, 두 포인터는 그 앞의 값들만 검사해야 합니다.</a:t>
            </a:r>
          </a:p>
          <a:p>
            <a:endParaRPr/>
          </a:p>
          <a:p>
            <a:r>
              <a:t>바깥의 while True는 분할을 반복하는 부분입니다. 먼저 안쪽의 왼쪽 while을 보세요. L이 R을 넘지 않았고, 현재 왼쪽 값이 피벗 이하이면 L을 하나 늘립니다. 왼쪽에 있어도 되는 값들을 지나가는 것입니다. 처음 L이 보는 8은 6보다 크니까 이 while은 이동하지 않고 멈춥니다.</a:t>
            </a:r>
          </a:p>
          <a:p>
            <a:endParaRPr/>
          </a:p>
          <a:p>
            <a:r>
              <a:t>다음 오른쪽 while은 현재 오른쪽 값이 피벗보다 큰 동안 R을 하나 줄입니다. 오른쪽에 있어도 되는 값들을 지나갑니다. 예제에서 7은 6보다 크므로 지나가고, 다음 3은 6 이하이므로 멈춥니다. 그래서 L은 8을, R은 3을 가리킵니다.</a:t>
            </a:r>
          </a:p>
          <a:p>
            <a:endParaRPr/>
          </a:p>
          <a:p>
            <a:r>
              <a:t>두 while 모두 맨 앞에 L 이하 R이라는 범위 검사를 두었습니다. and는 앞 조건이 거짓이면 뒤 조건을 읽지 않습니다. 따라서 포인터가 교차하면 배열 원소를 더 읽지 않습니다. 이 순서를 지키면 범위를 넘은 위치를 접근하는 문제를 막을 수 있습니다.</a:t>
            </a:r>
          </a:p>
          <a:p>
            <a:endParaRPr/>
          </a:p>
          <a:p>
            <a:r>
              <a:t>두 검사 뒤에 L이 R보다 커졌는지 확인합니다. 교차했다면 검사할 칸이 없어서 break로 바깥 반복문을 끝냅니다. 아직 교차하지 않았다면 두 포인터가 찾은 값을 교환합니다. 왼쪽에서 찾은 큰 값과 오른쪽에서 찾은 작은 값을 바꾸는 것입니다. 예제에서는 8과 3을 바꿔 3, 4, 1, 8, 7, 6을 만듭니다.</a:t>
            </a:r>
          </a:p>
          <a:p>
            <a:endParaRPr/>
          </a:p>
          <a:p>
            <a:r>
              <a:t>교환 다음에 L과 R을 직접 늘리고 줄이는 줄이 없는 것도 보세요. 다음 반복에서 교환된 값이 자기 쪽의 통과 조건을 만족하므로 안쪽 while이 이동시킵니다. 지금 L 자리의 3은 6 이하라서 지나가고, 오른쪽의 8은 6보다 커서 지나갑니다. 따라서 같은 두 값을 끝없이 다시 교환하지 않습니다.</a:t>
            </a:r>
          </a:p>
          <a:p>
            <a:endParaRPr/>
          </a:p>
          <a:p>
            <a:r>
              <a:t>그림처럼 L이 3, R이 2가 되면 반복문을 나옵니다. 마지막 교환은 다른 역할입니다. 맨 끝에 보관한 피벗 6을 L 위치의 8과 바꿔, 작은 쪽과 큰 쪽 사이에 놓습니다. 배열은 3, 4, 1, 6, 7, 8이고 피벗 위치는 3입니다. return L은 이 위치를 호출한 정렬 함수에 알려 줍니다. 그 함수가 피벗을 제외한 양쪽 구간을 다시 정렬하게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partition 함수는 피벗을 기준으로 나누는 일만 했습니다. 지금 quick_sort는 그 함수를 호출하고, 남은 양쪽 구간에 다시 같은 정렬을 적용합니다. 한 번 분할한 결과가 전체 정렬은 아니라는 점을 코드에서도 확인하겠습니다.</a:t>
            </a:r>
          </a:p>
          <a:p>
            <a:endParaRPr/>
          </a:p>
          <a:p>
            <a:r>
              <a:t>첫 조건은 lo가 hi 이상인지 확인합니다. 두 인덱스가 같으면 원소 하나인 구간이고, lo가 더 크면 빈 구간입니다. 둘 다 더 정렬할 필요가 없어서 바로 return합니다. 이때 반환하는 별도 결과값은 없습니다. 현재 함수는 원래 배열 a의 내용을 바꾸는 함수입니다.</a:t>
            </a:r>
          </a:p>
          <a:p>
            <a:endParaRPr/>
          </a:p>
          <a:p>
            <a:r>
              <a:t>여러 원소가 있으면 partition을 호출합니다. 아래 예제의 전체 구간은 0부터 5입니다. 앞에서 따라간 분할이 끝나면 배열은 3, 4, 1, 6, 7, 8이 되고, partition이 반환한 피벗 위치 3이 p에 들어갑니다. p는 피벗의 값 6이 아니라 그 값이 놓인 인덱스 3입니다. 값과 위치를 구분해야 합니다.</a:t>
            </a:r>
          </a:p>
          <a:p>
            <a:endParaRPr/>
          </a:p>
          <a:p>
            <a:r>
              <a:t>다음 호출은 왼쪽 0부터 p 마이너스 1, 즉 2까지를 정렬합니다. 그 안에 있는 3, 4, 1을 같은 방식으로 정렬해서 1, 3, 4로 만듭니다. 왼쪽 호출이 끝나면 오른쪽 p 플러스 1부터 5까지, 즉 4부터 5의 7, 8을 정렬합니다. 이미 자리가 정해진 피벗 위치 3은 어느 호출에도 들어가지 않습니다.</a:t>
            </a:r>
          </a:p>
          <a:p>
            <a:endParaRPr/>
          </a:p>
          <a:p>
            <a:r>
              <a:t>더 작은 구간들도 원소 하나 이하가 되면 첫 조건에서 끝납니다. 재귀 호출이 모두 돌아오면 전체 배열 a가 정렬되어 있습니다. 병합 정렬처럼 두 반환 리스트를 합치는 코드가 없는 이유는 분할할 때 작은 쪽과 큰 쪽을 원래 배열 안에서 이미 나눠 놓았기 때문입니다.</a:t>
            </a:r>
          </a:p>
          <a:p>
            <a:endParaRPr/>
          </a:p>
          <a:p>
            <a:r>
              <a:t>아래 실행 예에서는 quick_sort를 호출한 뒤 a를 출력합니다. 앞의 Python 병합 정렬은 반환한 새 리스트를 사용했지만, 이 코드는 원래 리스트를 바꿉니다. print(quick_sort(...))처럼 함수의 반환값을 출력하면 정렬된 배열이 아니라 None을 보게 됩니다. 호출 후 배열 a 자체를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코드도 앞에서 본 가운데 피벗과 양쪽 포인터 분할을 그대로 사용합니다. Python과 다른 문법 때문에 복잡해 보일 수 있으니, 먼저 교환을 담당하는 swap부터 보겠습니다. 두 배열 원소의 값을 서로 바꾸는 작은 함수입니다.</a:t>
            </a:r>
          </a:p>
          <a:p>
            <a:endParaRPr/>
          </a:p>
          <a:p>
            <a:r>
              <a:t>swap의 x와 y는 정수 값 자체가 아니라 정수가 있는 위치를 받습니다. 별표가 붙은 포인터 매개변수입니다. 함수 안의 별표 x와 별표 y는 그 위치에 있는 실제 값을 뜻합니다. 먼저 첫 값을 임시 변수 t에 보관하고, 첫 위치에 두 번째 값을 넣고, 두 번째 위치에 보관했던 값을 넣습니다. 보관하지 않고 첫 값을 덮어쓰면 원래 첫 값을 잃어버리므로 t가 필요합니다.</a:t>
            </a:r>
          </a:p>
          <a:p>
            <a:endParaRPr/>
          </a:p>
          <a:p>
            <a:r>
              <a:t>partition에서 swap을 부를 때 a의 m 위치 앞과 hi 위치 앞에 앤드 기호를 붙인 것을 보세요. 여기서 앤드는 그 배열 원소의 주소, 즉 저장 위치를 넘긴다는 뜻입니다. 그래서 swap이 실제 배열 원소를 바꿀 수 있습니다. 값만 복사해서 넘겨 지역 변수끼리 바꾸는 것이 아닙니다.</a:t>
            </a:r>
          </a:p>
          <a:p>
            <a:endParaRPr/>
          </a:p>
          <a:p>
            <a:r>
              <a:t>가운데 인덱스 m은 lo에 구간 길이 차이의 절반을 더해 계산합니다. lo가 0이고 hi가 5이면 m은 2입니다. 현재 구간 안의 가운데 위치를 고른다는 뜻이고, lo와 hi를 먼저 더하는 방식보다 큰 인덱스의 덧셈을 피할 수 있습니다. 예제에서는 m 위치의 6과 hi 위치의 1을 바꿉니다.</a:t>
            </a:r>
          </a:p>
          <a:p>
            <a:endParaRPr/>
          </a:p>
          <a:p>
            <a:r>
              <a:t>이제 pivot에 맨 끝 값 6을 저장하고 L과 R을 정합니다. L은 구간 처음, R은 피벗 바로 앞입니다. while(1)은 Python의 while True처럼 반복하고, 안쪽 두 while에서 각각 왼쪽의 피벗 이하 값과 오른쪽의 피벗 초과 값을 지나갑니다. L++는 L을 하나 늘리고 R--는 R을 하나 줄이는 표현입니다.</a:t>
            </a:r>
          </a:p>
          <a:p>
            <a:endParaRPr/>
          </a:p>
          <a:p>
            <a:r>
              <a:t>조건에서 앤드 두 개는 두 조건을 모두 만족해야 한다는 뜻입니다. 여기서는 앞 조건 L 이하 R이 거짓이면 뒤의 배열 값을 읽지 않습니다. 포인터가 교차했을 때 범위를 더 읽지 않도록 앞에서 먼저 검사하는 것입니다. 주소를 넘길 때의 앤드 하나와 조건을 연결할 때의 앤드 두 개는 역할이 다릅니다.</a:t>
            </a:r>
          </a:p>
          <a:p>
            <a:endParaRPr/>
          </a:p>
          <a:p>
            <a:r>
              <a:t>두 포인터가 교차하면 break로 끝냅니다. 아직 교차하지 않았으면 swap으로 잘못 놓인 두 값을 바꿉니다. 예제에서는 처음 8과 3을 바꾸고, 다음 검사에서 L이 3, R이 2가 되어 교차합니다. 마지막 swap은 L 위치와 피벗이 있는 hi 위치를 바꿔 피벗을 제자리에 넣습니다.</a:t>
            </a:r>
          </a:p>
          <a:p>
            <a:endParaRPr/>
          </a:p>
          <a:p>
            <a:r>
              <a:t>결과는 그림과 같은 3, 4, 1, 6, 7, 8이고 반환 위치는 3입니다. Python과 C의 문법은 달라도 피벗 선택, 포인터 이동 조건, 교환 순서, 반환 위치는 같습니다. 이 함수 역시 전체를 정렬하는 것이 아니라 피벗을 기준으로 한 번 나누는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quick_sort를 읽어 보겠습니다. 입력은 배열 a와 정렬할 구간의 양 끝 lo, hi입니다. 반환형이 void이므로 정렬된 새 배열이나 점수 같은 결과값을 돌려주는 함수가 아닙니다. 전달한 배열의 원소들을 직접 바꿉니다.</a:t>
            </a:r>
          </a:p>
          <a:p>
            <a:endParaRPr/>
          </a:p>
          <a:p>
            <a:r>
              <a:t>첫 줄은 lo가 hi 이상이면 반환하는 종료 조건입니다. 예를 들어 0부터 0이면 원소 하나이고, 0부터 마이너스 1이면 빈 구간입니다. 정렬할 값이 여러 개 있을 때만 partition으로 내려갑니다. 종료 조건을 분할 호출보다 먼저 두는 이유도 여기 있습니다. 빈 구간에서 피벗을 읽으려고 하면 안 됩니다.</a:t>
            </a:r>
          </a:p>
          <a:p>
            <a:endParaRPr/>
          </a:p>
          <a:p>
            <a:r>
              <a:t>partition의 반환값을 p에 저장합니다. 처음 0부터 5를 분할한 예에서는 p가 3입니다. 배열은 이미 3, 4, 1, 6, 7, 8로 바뀌어 있고, p는 피벗 6이 놓인 위치를 나타냅니다. 그다음 왼쪽 0부터 2를 정렬하고, 왼쪽 호출이 끝나면 오른쪽 4부터 5를 정렬합니다.</a:t>
            </a:r>
          </a:p>
          <a:p>
            <a:endParaRPr/>
          </a:p>
          <a:p>
            <a:r>
              <a:t>코드에 p 마이너스 1과 p 플러스 1이 있는 이유는 피벗 자체를 제외하기 위해서입니다. 이미 기준에 맞는 자리가 정해졌으므로 양쪽 내부만 정렬하면 됩니다. 남은 구간이 더 작아지고, 결국 종료 조건에 도달합니다. 재귀 호출 뒤에 merge 같은 추가 작업을 하지 않아도 전체 정렬이 완성됩니다.</a:t>
            </a:r>
          </a:p>
          <a:p>
            <a:endParaRPr/>
          </a:p>
          <a:p>
            <a:r>
              <a:t>아래 실행 예의 배열은 여섯 개라서 처음 호출은 0부터 5입니다. 마지막 인덱스를 6으로 쓰면 배열 범위를 넘으므로, 원소 수와 마지막 인덱스를 구분해 주세요. 앞의 swap과 partition을 함께 준비하고 이 호출을 실행하면 a가 1, 3, 4, 6, 7, 8로 바뀝니다. 호출 뒤에는 반환값이 아니라 a의 원소들을 출력해서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값이 여러 개 있으면 포인터 이동을 특히 주의해야 합니다. 화면처럼 배열이 2, 2, 2이고 피벗도 2인 경우를 따라가 보겠습니다. 맨 끝에 피벗을 두고 시작하면 L은 인덱스 0, R은 인덱스 1입니다.</a:t>
            </a:r>
          </a:p>
          <a:p>
            <a:endParaRPr/>
          </a:p>
          <a:p>
            <a:r>
              <a:t>지금 왼쪽 while의 조건은 현재 값이 피벗 이하라는 것입니다. 첫 2는 피벗 2와 같으므로 조건을 만족해서 L이 1로 이동합니다. 다음 2도 같으니 L이 다시 2로 이동합니다. 이제 L이 R보다 커져서 범위 조건이 거짓이 됩니다. 피벗 칸을 계속 읽는 것이 아니라, 검사 구간을 지나왔기 때문에 반복을 끝내는 것입니다.</a:t>
            </a:r>
          </a:p>
          <a:p>
            <a:endParaRPr/>
          </a:p>
          <a:p>
            <a:r>
              <a:t>마지막에는 L 위치와 맨 끝 피벗 위치가 같은 인덱스 2입니다. 같은 자리끼리 바꾸므로 배열은 그대로 2, 2, 2이고, 피벗 위치 2가 반환됩니다. 남은 왼쪽 구간에는 두 개가 있고 오른쪽에는 아무것도 없습니다. 화면 아래의 분할 크기가 바로 이것입니다.</a:t>
            </a:r>
          </a:p>
          <a:p>
            <a:endParaRPr/>
          </a:p>
          <a:p>
            <a:r>
              <a:t>따라서 무한 반복은 일어나지 않지만, 항상 효율적으로 반씩 나뉘는 것도 아닙니다. 모두 같은 값이면 같은 값들이 전부 왼쪽으로 가고, 매번 피벗 하나만 제외됩니다. 큰 입력에서는 n개, n 마이너스 1개, n 마이너스 2개처럼 조금씩 줄어드는 구간을 처리하므로 시간이 n 제곱에 비례할 수 있습니다. 같은 값을 멈추는 조건을 아무렇게나 바꾸면 무한 교환이 생길 수도 있으니, 현재 코드의 규칙을 함께 이해해야 합니다.</a:t>
            </a:r>
          </a:p>
          <a:p>
            <a:endParaRPr/>
          </a:p>
          <a:p>
            <a:r>
              <a:t>빈 배열도 확인하겠습니다. 길이가 0이면 첫 호출의 hi는 마이너스 1입니다. lo가 0이라서 종료 조건 lo 이상 hi를 즉시 만족하고, partition을 부르지 않습니다. 원소 하나인 경우도 두 끝 인덱스가 같아서 바로 끝납니다. 같은 값이 있는 경우의 분할과, 빈 구간에서의 종료는 서로 다른 확인 사항입니다.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시간은 피벗으로 나눈 뒤 양쪽 크기가 어떻게 되는지에 따라 달라집니다. 먼저 분할 한 번만 생각해 보겠습니다. L은 오른쪽으로만 이동하고 R은 왼쪽으로만 이동합니다. 이미 지나간 칸을 처음부터 다시 훑지 않으므로, 한 구간을 분할하는 작업은 그 구간의 원소 수에 비례합니다.</a:t>
            </a:r>
          </a:p>
          <a:p>
            <a:endParaRPr/>
          </a:p>
          <a:p>
            <a:r>
              <a:t>피벗이 크기순으로 가운데에 가까운 값이면 작은 쪽과 큰 쪽에 원소가 비슷하게 남습니다. 예를 들어 여덟 개를 처리한 뒤 남은 두 구간이 대략 반씩 줄어든다고 생각해 보세요. 같은 단계의 구간들에서 처리하는 원소 수를 모두 합하면 최대 n 정도이고, 구간 크기를 계속 반으로 줄이면 단계 수는 로그 n 정도입니다. 따라서 균형 있게 나뉘는 경우 전체 시간은 n 로그 n에 비례합니다.</a:t>
            </a:r>
          </a:p>
          <a:p>
            <a:endParaRPr/>
          </a:p>
          <a:p>
            <a:r>
              <a:t>반대로 피벗이 계속 가장 큰 값이라면 어떻게 될까요? 다른 모든 값이 왼쪽에 남고 오른쪽은 비어 있습니다. 처음에는 n개를 분할하고, 다음에는 n 마이너스 1개를 분할하고, 그다음에는 n 마이너스 2개를 처리합니다. 거의 전체를 다시 훑는 일이 여러 번 이어집니다. 이런 작업량의 합이 n 제곱에 비례해서 최악의 시간은 세타 n 제곱입니다.</a:t>
            </a:r>
          </a:p>
          <a:p>
            <a:endParaRPr/>
          </a:p>
          <a:p>
            <a:r>
              <a:t>화면 마지막 문장을 보세요. 가운데 인덱스의 값과, 크기순으로 가운데인 값은 다릅니다. 가운데 칸에 가장 큰 수가 있을 수도 있습니다. 그래서 현재 코드가 가운데 위치를 피벗으로 고른다고 해서 항상 양쪽이 절반씩 나뉘는 것은 아닙니다. 앞에서 모든 값이 같은 예에서도 한쪽으로 치우쳤습니다.</a:t>
            </a:r>
          </a:p>
          <a:p>
            <a:endParaRPr/>
          </a:p>
          <a:p>
            <a:r>
              <a:t>서로 다른 값들의 순서가 무작위인 입력에서는 이 방식의 평균 시간을 n 로그 n으로 볼 수 있습니다. 하지만 특정 입력 하나에서도 반드시 그 시간이 보장된다는 뜻은 아닙니다. 입력 가정이 없는 최악의 경우와 무작위 입력에서의 평균을 구분해야 합니다. 지금은 한 번의 분할은 n에 비례하고, 남은 구간이 얼마나 잘 줄어드는지가 전체 시간을 결정한다는 점을 이해하면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partition 코드를 보면 while문 안에 또 while문이 있습니다. 겉모양만 보고 이중 반복문이니 무조건 엔 제곱이라고 하면 틀립니다. 안쪽 반복이 매번 처음부터 출발하는지 확인해야 해요.</a:t>
            </a:r>
          </a:p>
          <a:p>
            <a:endParaRPr/>
          </a:p>
          <a:p>
            <a:r>
              <a:t>L은 왼쪽에서 출발해 오른쪽으로만 이동합니다. R은 오른쪽에서 출발해 왼쪽으로만 이동합니다. 두 값을 교환한 뒤에도 L을 처음 위치로 되돌리거나 R을 끝으로 되돌리지 않습니다. 이어서 아직 검사하지 않은 부분을 확인하는 것이죠.</a:t>
            </a:r>
          </a:p>
          <a:p>
            <a:endParaRPr/>
          </a:p>
          <a:p>
            <a:r>
              <a:t>그림의 예제에서 L은 0에서 3까지 이동했고, R은 4에서 2까지 이동했습니다. 포인터가 검사한 값과 교환한 값은 있지만, 교환할 때마다 구간 전체를 다시 훑은 것이 아닙니다. 따라서 길이 k의 한 구간을 분할하는 비용은 오 케이입니다.</a:t>
            </a:r>
          </a:p>
          <a:p>
            <a:endParaRPr/>
          </a:p>
          <a:p>
            <a:r>
              <a:t>이제 전체 퀵 정렬의 시간이 달라지는 이유를 생각해 보겠습니다. 분할 한 번의 비용은 선형이지만, 분할 후 남은 두 구간이 얼마나 비슷한 크기인지는 입력과 피벗에 따라 달라집니다. 비슷하게 나뉘면 재귀가 얕아지고, 한쪽으로 몰리면 긴 사슬이 됩니다. 그 차이를 다음 두 그림에서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8200954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그림은 매번 양쪽 구간이 비슷하게 나뉘는 경우입니다. 여덟 값에서 피벗 한 칸이 확정되고, 남은 값은 세 개와 네 개 정도로 나뉩니다. 다시 각 구간에서 피벗을 정하면 더 작은 두 구간으로 나뉩니다.</a:t>
            </a:r>
          </a:p>
          <a:p>
            <a:endParaRPr/>
          </a:p>
          <a:p>
            <a:r>
              <a:t>같은 층에 있는 구간들은 서로 겹치지 않습니다. 분할을 마친 피벗은 다음 층에서 빠지므로, 한 층에서 검사하는 값의 총량은 많아도 원래 n에 비례합니다. 부분 문제의 길이가 계속 절반 정도로 줄면 한 원소까지 가는 층 수는 로그 엔 정도입니다. 그래서 전체는 오 엔 로그 엔입니다.</a:t>
            </a:r>
          </a:p>
          <a:p>
            <a:endParaRPr/>
          </a:p>
          <a:p>
            <a:r>
              <a:t>다만 가운데 인덱스의 값을 고르는 것과 값의 중앙값을 고르는 것은 다른 말입니다. 배열의 가운데 칸에 매우 작은 값이 있을 수도 있고 매우 큰 값이 있을 수도 있죠. 가운데 칸을 피벗으로 고른다는 코드만으로 항상 이런 균형을 보장할 수는 없습니다.</a:t>
            </a:r>
          </a:p>
          <a:p>
            <a:endParaRPr/>
          </a:p>
          <a:p>
            <a:r>
              <a:t>퀵 정렬의 평균 시간으로 엔 로그 엔을 말할 때는 피벗이 특정한 나쁜 패턴에 계속 걸리지 않는다는 분포나 무작위 선택의 조건이 들어갑니다. 이 수업에서는 균형 있게 나뉜 경우와 한쪽으로 몰린 최악의 경우를 구분하면 됩니다. 가운데 칸을 택했으니 무조건 엔 로그 엔이라는 결론은 피하겠습니다.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8169494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구현은 피벗 이하인 값을 모두 왼쪽으로 보냅니다. 여덟 값이 모두 5인 입력을 생각해 볼게요. 가운데 칸의 5를 끝으로 옮겨도 나머지 값 역시 모두 5입니다. L은 모든 값을 지나가고, 피벗은 맨 오른쪽에 놓입니다.</a:t>
            </a:r>
          </a:p>
          <a:p>
            <a:endParaRPr/>
          </a:p>
          <a:p>
            <a:r>
              <a:t>그러면 다음에 정렬할 왼쪽 구간은 일곱 개이고 오른쪽 구간은 비어 있습니다. 일곱 개에서도 똑같은 일이 반복되어 다음 구간은 여섯 개가 됩니다. 양쪽으로 반반 나누는 트리가 아니라 여덟, 일곱, 여섯처럼 길게 이어지는 사슬이 되는 것이죠.</a:t>
            </a:r>
          </a:p>
          <a:p>
            <a:endParaRPr/>
          </a:p>
          <a:p>
            <a:r>
              <a:t>피벗을 제외한 검사 횟수를 단순하게 세면 첫 구간에서 일곱, 그 다음에서 여섯, 계속 줄어 마지막 두 원소에서는 하나입니다. 전부 합하면 스물여덟입니다. 일반적인 n에서는 엔 마이너스 일부터 일까지 더하므로 총량이 엔 제곱에 비례합니다. 이것이 현재 구현의 최악 시간 오 엔 제곱입니다.</a:t>
            </a:r>
          </a:p>
          <a:p>
            <a:endParaRPr/>
          </a:p>
          <a:p>
            <a:r>
              <a:t>모든 값이 같다는 입력도 유효한 입력입니다. 이 사례를 빼고 평균 시간만 말하면 최악을 설명하지 못하죠. 실제로 같은 키가 많을 때는 같은 값을 별도 구간으로 묶는 분할 같은 개선 방법도 있지만, 지금은 수업 코드가 어떤 경우에 느려지는지를 확실히 이해하는 데 집중하겠습니다.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4099742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정렬과 퀵 정렬을 함께 정리해 보겠습니다. 둘 다 큰 정렬 문제를 작은 구간의 정렬 문제로 나누지만, 구간을 나누는 기준과 정렬이 진행되는 지점이 다릅니다.</a:t>
            </a:r>
          </a:p>
          <a:p>
            <a:endParaRPr/>
          </a:p>
          <a:p>
            <a:r>
              <a:t>병합 정렬은 값의 크기와 상관없이 배열의 위치를 기준으로 반씩 나눕니다. 그래서 나누는 동안에는 8과 3의 순서가 그대로였습니다. 작은 구간의 정렬 결과가 돌아오면, 두 결과의 맨 앞을 비교하면서 병합합니다. 정렬된 두 입력을 합치는 단계가 전체 순서를 만들어 줍니다.</a:t>
            </a:r>
          </a:p>
          <a:p>
            <a:endParaRPr/>
          </a:p>
          <a:p>
            <a:r>
              <a:t>퀵 정렬은 피벗의 값을 기준으로 나눕니다. 왼쪽에는 피벗 이하, 오른쪽에는 피벗 초과의 값들을 두고 피벗을 그 사이에 놓았습니다. 분할하면서 피벗의 자리를 정하고, 그다음 양쪽 내부를 재귀로 정렬합니다. 이미 값의 크기에 따라 구간이 나뉘었기 때문에 양쪽 결과를 따로 병합할 필요가 없습니다.</a:t>
            </a:r>
          </a:p>
          <a:p>
            <a:endParaRPr/>
          </a:p>
          <a:p>
            <a:r>
              <a:t>그럼 퀵 정렬의 첫 분할이 끝나면 전체가 정렬되어 있을까요? 아까 결과 3, 4, 1, 6, 7, 8을 떠올려 보세요. 피벗 6의 위치는 맞지만 왼쪽의 1은 아직 뒤에 있습니다. 양쪽 내부의 재귀 정렬을 마쳐야 전체 정렬이 끝납니다. 피벗 자리가 정해졌다는 것과 전체가 정렬되었다는 것을 구분해야 합니다.</a:t>
            </a:r>
          </a:p>
          <a:p>
            <a:endParaRPr/>
          </a:p>
          <a:p>
            <a:r>
              <a:t>시간도 비교하겠습니다. 현재 병합 정렬은 구간을 반씩 나누고 모든 단계에서 병합하므로 최악에도 n 로그 n에 비례합니다. 퀵 정렬은 잘 나뉘면 n 로그 n이지만, 한쪽으로 계속 치우치면 n 제곱에 비례합니다.</a:t>
            </a:r>
          </a:p>
          <a:p>
            <a:endParaRPr/>
          </a:p>
          <a:p>
            <a:r>
              <a:t>안정성은 같은 값을 가진 원소들의 원래 순서를 유지하는 성질입니다. 병합 코드에서는 같은 값이면 왼쪽 기록을 먼저 넣어 그 순서를 유지합니다. 현재 퀵 코드는 멀리 떨어진 원소도 서로 바꾸기 때문에 같은 값을 가진 기록의 원래 순서를 보장하지 않습니다. 어느 정렬이 무조건 더 좋다고 외우기보다, 분할 기준과 실제 코드가 어떻게 움직이는지 설명할 수 있도록 두 방법을 연결해서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어느 회사의 일별 손익 변동을 여덟 개의 정수로 기록했다고 생각해 보겠습니다. 값은 3, 마이너스 5, 12, 마이너스 2, 7, 마이너스 9, 5, 1입니다. 이 값들은 그날의 손익 변화량이지, 그날의 주식 가격 자체가 아닙니다. 양수인 날은 이익이 나고, 음수인 날은 손실이 난다고 읽으면 됩니다.</a:t>
            </a:r>
          </a:p>
          <a:p>
            <a:endParaRPr/>
          </a:p>
          <a:p>
            <a:r>
              <a:t>문제는 연속된 며칠을 골라 그 기간의 합이 가장 크게 되도록 만드는 것입니다. 첫날부터 마지막 날까지 다 고를 필요는 없습니다. 시작 날짜와 끝 날짜를 정하고, 그 사이의 날짜를 모두 포함하면 돼요. 단, 하루 이상은 골라야 합니다. 아무 날짜도 고르지 않는 빈 구간은 허용하지 않습니다.</a:t>
            </a:r>
          </a:p>
          <a:p>
            <a:endParaRPr/>
          </a:p>
          <a:p>
            <a:r>
              <a:t>그림의 막대그래프를 보세요. 셋째 날의 12와 다섯째 날의 7이 눈에 들어오지만, 이 두 날만 골라 더할 수는 없습니다. 그 사이에 있는 넷째 날의 마이너스 2도 같이 포함해야 합니다. 그래서 셋째 날부터 다섯째 날까지의 합은 12에서 2를 빼고 7을 더한 17입니다.</a:t>
            </a:r>
          </a:p>
          <a:p>
            <a:endParaRPr/>
          </a:p>
          <a:p>
            <a:r>
              <a:t>여덟 날을 처음부터 끝까지 모두 더하면 12입니다. 따라서 전체를 선택한 합보다 이 세 날을 고른 합이 더 큽니다. 이 배열의 최대 구간 합은 17이고, 선택한 구간은 셋째 날부터 다섯째 날까지입니다. 코드에서는 첫 칸을 0부터 세니까 같은 구간을 인덱스 2부터 4까지라고 부릅니다. 뒤의 모든 재귀 호출과 중앙을 걸친 합 계산에서도 똑같은 여덟 값을 사용하겠습니다.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3473082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가장 먼저 떠올릴 수 있는 방법은 모든 시작 날짜와 끝 날짜를 확인하는 것입니다. 첫날에서 시작한다고 정해 볼게요. 첫날만 고르면 합이 3이고, 둘째 날까지 늘리면 3에서 5를 뺀 마이너스 2입니다. 셋째 날까지 늘리면 거기에 12를 더해서 10이 됩니다. 이런 식으로 마지막 날까지 끝점을 한 칸씩 늘립니다.</a:t>
            </a:r>
          </a:p>
          <a:p>
            <a:endParaRPr/>
          </a:p>
          <a:p>
            <a:r>
              <a:t>첫날에서 시작하는 구간을 다 확인했으면 이번에는 둘째 날에서 시작합니다. 둘째 날만 고르는 경우, 둘째 날부터 셋째 날까지 고르는 경우를 차례대로 보는 거죠. 이렇게 시작 날짜를 여덟째 날까지 옮기면 가능한 모든 연속 구간을 빠짐없이 검사할 수 있습니다.</a:t>
            </a:r>
          </a:p>
          <a:p>
            <a:endParaRPr/>
          </a:p>
          <a:p>
            <a:r>
              <a:t>여덟 값에서는 첫날에서 시작하는 후보가 여덟 개, 둘째 날에서 시작하는 후보가 일곱 개입니다. 그 뒤로 하나씩 줄어서 마지막 날에서는 한 개가 됩니다. 전부 합하면 후보는 36개입니다. 이 작은 예제에서는 직접 확인할 만한 양이죠. 하지만 값의 개수가 커지면 시작점과 끝점의 조합이 빠르게 늘어납니다.</a:t>
            </a:r>
          </a:p>
          <a:p>
            <a:endParaRPr/>
          </a:p>
          <a:p>
            <a:r>
              <a:t>끝점을 늘릴 때 지금까지 더한 합을 저장해 놓으면 새 값 하나만 더하면 됩니다. 이렇게 구현한 완전 탐색은 시간 복잡도가 O(n²)입니다. 매 구간의 합을 처음부터 다시 계산하면 일을 더 많이 하게 됩니다. 그림의 학생이 같은 후보를 계속 적느라 복잡해지는 모습을 보세요. 이제 배열을 나눠 작은 문제의 답을 가져오는 분할 정복으로 계산을 줄여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9160997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배열을 가운데에서 왼쪽 절반과 오른쪽 절반으로 나눠 보겠습니다. 우리가 찾는 최대 구간은 세 경우 중 하나에 들어갑니다. 첫째, 구간 전체가 왼쪽 절반 안에 있을 수 있습니다. 둘째, 구간 전체가 오른쪽 절반 안에 있을 수 있습니다. 셋째, 왼쪽에서 시작해서 가운데 경계를 지나 오른쪽까지 이어질 수 있습니다.</a:t>
            </a:r>
          </a:p>
          <a:p>
            <a:endParaRPr/>
          </a:p>
          <a:p>
            <a:r>
              <a:t>그림에서 왼쪽을 살피는 학생과 오른쪽을 살피는 학생을 보세요. 각자 자기 절반에서 가장 큰 구간 합을 찾는다고 생각하면 됩니다. 이 두 값을 코드에서는 left_max와 right_max라고 부릅니다. 이 값들은 각각의 절반 안에서 시작점과 끝점을 자유롭게 고른 결과입니다.</a:t>
            </a:r>
          </a:p>
          <a:p>
            <a:endParaRPr/>
          </a:p>
          <a:p>
            <a:r>
              <a:t>가운데의 학생은 다리 양쪽을 연결하는 구간을 살핍니다. 이 구간의 최대 합이 cross_max입니다. 여기서는 왼쪽의 아무 구간과 오른쪽의 아무 구간을 더하면 안 됩니다. 두 구간을 붙였을 때 사이에 빠진 칸이 없어야 하기 때문입니다. 왼쪽에서는 가운데 칸 mid에서 끝나는 구간, 오른쪽에서는 바로 다음 칸 mid+1에서 시작하는 구간을 찾아야 해요.</a:t>
            </a:r>
          </a:p>
          <a:p>
            <a:endParaRPr/>
          </a:p>
          <a:p>
            <a:r>
              <a:t>이번 여덟 값의 예제에서는 mid가 인덱스 3이고, 경계는 인덱스 3과 4 사이입니다. 중앙을 걸친 구간은 그 두 칸을 모두 포함해야 합니다. 왼쪽 절반의 최대 구간인 left_max와, mid에서 끝나는 최대 합인 left_sum은 다른 값일 수 있다는 점도 기억해 주세요. 세 경우의 후보를 모두 계산한 다음 max로 가장 큰 값을 고르면 정답을 놓치지 않습니다. 다음부터는 실제 배열에서 이 세 답이 만들어지는 과정을 한 단계씩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0519184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최대 구간 합을 처음부터 끝까지 따라가 보겠습니다. 예제 배열은 3, 마이너스 5, 12, 마이너스 2, 7, 마이너스 9, 5, 1입니다. 뒤의 코드에서도 똑같은 여덟 값을 사용할게요. 화면 아래의 작은 숫자는 값이 아니라 인덱스이고, 첫 칸은 인덱스 0입니다.</a:t>
            </a:r>
          </a:p>
          <a:p>
            <a:endParaRPr/>
          </a:p>
          <a:p>
            <a:r>
              <a:t>구간이라는 말은 배열에서 이어 붙은 칸들을 뜻합니다. 시작 칸 하나와 끝 칸 하나를 정하면 그 사이에 있는 값은 하나도 빼놓을 수 없습니다. 값 12와 7만 골라 더하는 것은 안 됩니다. 그 사이의 마이너스 2도 반드시 포함해야 해요. 또 아무 원소도 고르지 않는 빈 구간은 허용하지 않습니다.</a:t>
            </a:r>
          </a:p>
          <a:p>
            <a:endParaRPr/>
          </a:p>
          <a:p>
            <a:r>
              <a:t>지금 주황색으로 표시한 구간은 인덱스 2부터 4까지입니다. 12에서 2를 빼면 10이고, 거기에 7을 더하면 17입니다. 배열 전체를 더하면 12이므로, 전체를 선택하는 것보다 이 세 칸만 선택한 합이 더 큽니다. 음수가 있다고 무조건 그 칸에서 끊는 것도 아닙니다. 마이너스 2를 포함해도 양쪽의 큰 양수를 함께 가져올 수 있죠.</a:t>
            </a:r>
          </a:p>
          <a:p>
            <a:endParaRPr/>
          </a:p>
          <a:p>
            <a:r>
              <a:t>이제 답이 17이라는 사실을 코드에 넣고 출발하는 것이 아닙니다. 배열을 작은 구간으로 나누어 원소 하나에서 시작하고, 작은 답을 합쳐서 코드가 스스로 17을 찾는 과정을 보겠습니다. 각 단계에서 어떤 호출이 실행 중인지도 같이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6028018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함수는 지금 주어진 구간의 처음을 low, 끝을 high라고 부릅니다. 이번 전체 호출에서는 low가 0이고 high가 7입니다. mid는 0과 7을 더한 뒤 2로 나눈 정수 몫이므로 3입니다. 따라서 왼쪽은 인덱스 0부터 3까지, 오른쪽은 4부터 7까지예요. 화면의 세로선이 그 경계입니다.</a:t>
            </a:r>
          </a:p>
          <a:p>
            <a:endParaRPr/>
          </a:p>
          <a:p>
            <a:r>
              <a:t>연속한 구간을 하나 골랐다고 생각해 봅시다. 그 구간이 경계 왼쪽에서 끝날 수도 있고, 경계 오른쪽에서 시작할 수도 있습니다. 두 경우가 각각 왼쪽 안에만 있는 구간과 오른쪽 안에만 있는 구간입니다. 둘 다 아니라면 경계를 넘어 양쪽에 칸이 있는 구간입니다. 연속 구간이라서 이 세 경우 외에 네 번째 경우는 없어요.</a:t>
            </a:r>
          </a:p>
          <a:p>
            <a:endParaRPr/>
          </a:p>
          <a:p>
            <a:r>
              <a:t>left_max는 왼쪽 안에서 가장 큰 구간 합입니다. 왼쪽 네 칸 가운데 어디서 시작하고 어디서 끝내도 됩니다. right_max도 오른쪽 안에서 똑같이 구합니다. 두 값은 각 절반에 같은 함수를 다시 호출해서 받아올 거예요. 여기서는 아직 그 값들을 알고 있다고 가정하지 않겠습니다.</a:t>
            </a:r>
          </a:p>
          <a:p>
            <a:endParaRPr/>
          </a:p>
          <a:p>
            <a:r>
              <a:t>cross_max는 경계 양쪽을 모두 포함한 구간 가운데 가장 큰 합입니다. 아래 줄에서는 모양만 보여 주었습니다. 파란 줄과 초록 줄에 표시된 칸도 아직 정답 후보를 계산한 결과가 아니라 각 종류의 예입니다. 앞으로 재귀 호출로 왼쪽 답을 먼저 구하고, 오른쪽 답을 구한 뒤, 경계를 걸치는 답을 구해서 세 값을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7585012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걸친다는 조건을 자세히 보겠습니다. 지금 경계 바로 왼쪽은 인덱스 3의 마이너스 2이고, 바로 오른쪽은 인덱스 4의 7입니다. 왼쪽과 오른쪽을 모두 선택한 연속 구간이라면 이 두 칸을 반드시 지나가야 합니다. 한쪽 칸을 빼면 구간이 중간에서 끊어지니까요.</a:t>
            </a:r>
          </a:p>
          <a:p>
            <a:endParaRPr/>
          </a:p>
          <a:p>
            <a:r>
              <a:t>그래서 경계를 걸치는 답을 구할 때는 왼쪽의 끝을 mid에 고정합니다. 시작 칸만 mid, mid 마이너스 1, 그 전 칸으로 바꿔 봅니다. 실제 탐색에서는 mid의 값을 먼저 더하고, 포인터 i를 한 칸씩 왼쪽으로 옮기며 구간을 늘릴 거예요. 왼쪽 어디에서 끝나도 되는 left_max와는 조건이 다릅니다.</a:t>
            </a:r>
          </a:p>
          <a:p>
            <a:endParaRPr/>
          </a:p>
          <a:p>
            <a:r>
              <a:t>오른쪽은 시작 칸을 mid 플러스 1에 고정합니다. 끝 칸을 한 칸씩 오른쪽으로 늘려 봅니다. 이쪽 포인터 j는 4, 5, 6, 7 순서로 이동합니다. 양쪽에서 각각 가장 좋은 구간을 저장해 두면, 두 구간이 경계에서 바로 붙습니다. 중간에 빠진 칸도 없고, 같은 칸을 두 번 더하지도 않아요.</a:t>
            </a:r>
          </a:p>
          <a:p>
            <a:endParaRPr/>
          </a:p>
          <a:p>
            <a:r>
              <a:t>왼쪽에서 저장할 이름은 left_sum이고 오른쪽은 right_sum입니다. 재귀 호출에서 받는 left_max와 right_max와 구별해 주세요. 이름이 비슷하지만 선택할 수 있는 구간의 조건이 다릅니다. 다음 화면에서 이 차이를 숫자로 확인한 뒤, 실제 실행 순서대로 작은 호출부터 계산하겠습니다.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0861589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자주 헷갈리는 부분을 먼저 보겠습니다. 나중에 재귀 호출을 마치면 왼쪽 최대값은 12이고 오른쪽 최대값은 7이라는 답을 받습니다. 그러면 둘을 더해서 19라고 하면 되지 않을까요? 위의 줄에서 선택한 칸을 보세요. 12와 7 사이에 있는 마이너스 2를 빠뜨렸습니다. 그래서 두 칸을 더한 19는 연속 구간의 합이 아닙니다.</a:t>
            </a:r>
          </a:p>
          <a:p>
            <a:endParaRPr/>
          </a:p>
          <a:p>
            <a:r>
              <a:t>left_max는 왼쪽 전체에서 아무 구간이나 고를 수 있습니다. 값 12 한 칸에서 끝내도 되기 때문에 12가 답이 되는 것이죠. 하지만 경계를 걸치는 왼쪽 부분은 반드시 인덱스 3에서 끝나야 합니다. 값 12를 가져오려면 다음 칸인 마이너스 2도 같이 가져와야 해서 합이 10이 됩니다.</a:t>
            </a:r>
          </a:p>
          <a:p>
            <a:endParaRPr/>
          </a:p>
          <a:p>
            <a:r>
              <a:t>오른쪽 부분은 반드시 인덱스 4에서 시작해야 합니다. 이 예제에서는 7 한 칸이 가장 좋습니다. 따라서 경계에 붙은 왼쪽 합 10과 오른쪽 합 7을 더한 17이 실제로 가능한 걸친 구간입니다. 아래 주황색 칸은 12, 마이너스 2, 7이 모두 붙어 있어요.</a:t>
            </a:r>
          </a:p>
          <a:p>
            <a:endParaRPr/>
          </a:p>
          <a:p>
            <a:r>
              <a:t>여기서 12, 7, 10을 암기하지 않아도 됩니다. 뒤의 모든 화면에서 재귀 호출과 포인터 이동으로 각각 계산할 겁니다. 지금은 left_max와 left_sum이 서로 다른 조건의 값이라는 것만 기억해 주세요. 그 차이를 놓치면 중간 칸을 건너뛴 잘못된 답을 만들게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6000185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스캔에서는 두 값을 따로 관리합니다. current_sum은 지금 실제로 늘려 가는 구간의 합입니다. 처음에는 0에서 시작하고, 첫 칸을 읽은 다음 그 값을 더합니다. 다음 칸을 읽으면 이전 current_sum에 그 값을 계속 더해요. 탐색 중에 합이 작아졌다고 마음대로 0으로 바꾸지 않습니다. 경계에서 이어진 구간을 확인해야 하기 때문입니다.</a:t>
            </a:r>
          </a:p>
          <a:p>
            <a:endParaRPr/>
          </a:p>
          <a:p>
            <a:r>
              <a:t>left_sum은 왼쪽 후보들 가운데 지금까지 가장 큰 합을 저장합니다. 오른쪽을 훑을 때는 같은 역할을 right_sum이 합니다. 현재 합이 저장한 최댓값보다 크면 기록을 갱신하고, 그렇지 않으면 기록은 그대로 둡니다. 현재 구간과 최선으로 저장한 구간이 서로 다를 수도 있어요.</a:t>
            </a:r>
          </a:p>
          <a:p>
            <a:endParaRPr/>
          </a:p>
          <a:p>
            <a:r>
              <a:t>예를 들어 경계의 마이너스 2에서 시작해서 12를 더하면 현재 합은 10입니다. 그다음 마이너스 5를 더하면 현재 합은 5가 됩니다. 다음 칸을 더할 때는 10이 아니라 5에 더해야 합니다. 저장한 기록 10은 좋은 답을 잊지 않기 위한 값이지, 현재 합을 계산하는 출발점이 아닙니다.</a:t>
            </a:r>
          </a:p>
          <a:p>
            <a:endParaRPr/>
          </a:p>
          <a:p>
            <a:r>
              <a:t>최댓값 기록은 처음에 마이너스 무한대로 둡니다. 어떤 실제 합보다도 작다고 생각하면 돼요. 그러면 첫 원소가 음수여도 그 음수가 기록됩니다. 기록을 0으로 시작하면 음수만 있는 배열에서 허용하지 않은 빈 구간을 답으로 고르는 오류가 생깁니다. 아래 예에서는 첫 원소 마이너스 2를 읽고 기록이 그 값으로 바뀝니다.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4606994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호출이 어떻게 작아지는지 먼저 보겠습니다. 맨 위는 인덱스 0부터 7까지 여덟 칸입니다. 이것을 왼쪽 네 칸과 오른쪽 네 칸으로 나눕니다. 네 칸짜리 호출은 다시 두 칸씩 나누고, 두 칸짜리 호출은 원소 하나씩 나눕니다. 맨 아래의 원소 하나에서 함수가 멈춥니다.</a:t>
            </a:r>
          </a:p>
          <a:p>
            <a:endParaRPr/>
          </a:p>
          <a:p>
            <a:r>
              <a:t>원소 하나만 있는 구간에서는 고를 수 있는 비어 있지 않은 구간도 그 한 칸뿐입니다. 그래서 그 칸의 값을 바로 반환합니다. 양수는 물론 음수도 그대로 반환해요. 가장 왼쪽의 호출은 3을 돌려주고, 그 옆의 호출은 마이너스 5를 돌려줍니다. 두 값을 받은 두 칸짜리 부모 호출은 경계를 걸치는 합도 계산해서 세 후보를 비교합니다.</a:t>
            </a:r>
          </a:p>
          <a:p>
            <a:endParaRPr/>
          </a:p>
          <a:p>
            <a:r>
              <a:t>화면의 가지가 좌우로 나뉘어 있다고 두 호출이 동시에 실행되는 것은 아닙니다. 코드에 왼쪽 호출이 먼저 적혀 있으므로 맨 왼쪽 가지부터 내려갑니다. 그 호출에서 또 왼쪽을 먼저 실행합니다. 작은 답을 받아 왼쪽 네 칸의 답을 끝까지 구하고 나서야 전체 호출의 오른쪽 네 칸으로 넘어갑니다.</a:t>
            </a:r>
          </a:p>
          <a:p>
            <a:endParaRPr/>
          </a:p>
          <a:p>
            <a:r>
              <a:t>또 left_max라는 이름은 호출마다 따로 있습니다. 두 칸짜리 호출이 받은 left_max와 전체 여덟 칸짜리 호출이 기다리는 left_max는 같은 저장 공간이 아닙니다. 다음 화면들에서는 현재 처리하는 인덱스 구간을 제목에 넣고, 반환값을 어느 부모 호출이 받는지도 함께 말해 드리겠습니다.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0094696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7까지입니다. 이번 구간의 원소는 3, 마이너스 5, 12, 마이너스 2, 7, 마이너스 9,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7를 2로 나누어 소수 부분을 버리면 3입니다. 왼쪽 호출에는 0부터 3까지를 넘기고, 오른쪽 호출에는 4부터 7까지를 넘깁니다. mid는 왼쪽에만 포함되므로 같은 칸을 두 번 처리하지 않습니다.</a:t>
            </a:r>
          </a:p>
          <a:p>
            <a:endParaRPr/>
          </a:p>
          <a:p>
            <a:r>
              <a:t>코드는 left_max를 구하는 줄부터 실행합니다. 그래서 다음에는 왼쪽 [0~3] 호출 안으로 들어갑니다. 이 호출이 답을 돌려주기 전에는 right_max를 구하는 다음 줄로 넘어가지 않습니다. 지금은 전체 여덟 칸의 답을 구하는 호출입니다.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261091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3까지입니다. 이번 구간의 원소는 3, 마이너스 5, 12, 마이너스 2입니다.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3를 2로 나누어 소수 부분을 버리면 1입니다. 왼쪽 호출에는 0부터 1까지를 넘기고, 오른쪽 호출에는 2부터 3까지를 넘깁니다. mid는 왼쪽에만 포함되므로 같은 칸을 두 번 처리하지 않습니다.</a:t>
            </a:r>
          </a:p>
          <a:p>
            <a:endParaRPr/>
          </a:p>
          <a:p>
            <a:r>
              <a:t>코드는 left_max를 구하는 줄부터 실행합니다. 그래서 다음에는 왼쪽 [0~1] 호출 안으로 들어갑니다. 이 호출이 답을 돌려주기 전에는 right_max를 구하는 다음 줄로 넘어가지 않습니다. [0~7]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7368804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1까지입니다. 이번 구간의 원소는 3, 마이너스 5입니다.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1를 2로 나누어 소수 부분을 버리면 0입니다. 왼쪽 호출에는 0부터 0까지를 넘기고, 오른쪽 호출에는 1부터 1까지를 넘깁니다. mid는 왼쪽에만 포함되므로 같은 칸을 두 번 처리하지 않습니다.</a:t>
            </a:r>
          </a:p>
          <a:p>
            <a:endParaRPr/>
          </a:p>
          <a:p>
            <a:r>
              <a:t>코드는 left_max를 구하는 줄부터 실행합니다. 그래서 다음에는 왼쪽 [0~0] 호출 안으로 들어갑니다. 이 호출이 답을 돌려주기 전에는 right_max를 구하는 다음 줄로 넘어가지 않습니다. [0~3]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534060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0부터 0까지입니다.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3 하나입니다. 빈 구간을 고르지 않는 문제이므로 선택할 수 있는 구간은 이 한 칸밖에 없습니다. 이 값을 더 작은 호출로 나눌 필요는 없습니다. 따라서 종료 조건 low와 high가 같다는 조건을 만족하고, a[low]의 값 3을 바로 반환합니다.</a:t>
            </a:r>
          </a:p>
          <a:p>
            <a:endParaRPr/>
          </a:p>
          <a:p>
            <a:r>
              <a:t>이 반환값은 부모 [0~1]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62499360"/>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1부터 1까지입니다.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5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5을 바로 반환합니다.</a:t>
            </a:r>
          </a:p>
          <a:p>
            <a:endParaRPr/>
          </a:p>
          <a:p>
            <a:r>
              <a:t>이 반환값은 부모 [0~1]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7390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[0~1] 호출에서 경계를 걸치는 합을 구하는 왼쪽 스캔입니다. 현재 mid는 0입니다. 포인터 i가 가리킨 인덱스는 0이고, 그 칸의 값은 3입니다. 왼쪽 구간은 항상 0에서 끝나며, 시작 칸을 왼쪽으로 늘리고 있습니다.</a:t>
            </a:r>
          </a:p>
          <a:p>
            <a:endParaRPr/>
          </a:p>
          <a:p>
            <a:r>
              <a:t>바로 전 현재 합은 0이었습니다. 여기에 이번 칸의 3을 더하면 3입니다. 첫 줄에서 색칠한 구간은 인덱스 0부터 0까지이고, 이 칸들을 모두 더한 값이 current_sum 3입니다. 지금은 첫 칸을 읽었으므로 초기 0에 이 한 값을 더했습니다.</a:t>
            </a:r>
          </a:p>
          <a:p>
            <a:endParaRPr/>
          </a:p>
          <a:p>
            <a:r>
              <a:t>이제 기록 left_sum과 비교합니다. 기록은 아직 마이너스 무한대이므로 실제 합 3을 첫 기록으로 저장합니다. 아래 줄이 저장한 최선의 구간입니다. </a:t>
            </a:r>
          </a:p>
          <a:p>
            <a:endParaRPr/>
          </a:p>
          <a:p>
            <a:r>
              <a:t>현재 구간의 처음 low인 0까지 읽었습니다. 다음 인덱스 -1는 이 호출 범위 밖이므로 읽지 않고 왼쪽 반복문을 끝냅니다. left_sum 3을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1219669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[0~1] 호출에서 경계를 걸치는 합을 구하는 오른쪽 스캔입니다. 현재 mid는 0입니다. 포인터 j가 가리킨 인덱스는 1이고, 그 칸의 값은 마이너스 5입니다. 오른쪽 구간은 항상 1에서 시작하며, 끝 칸을 오른쪽으로 늘리고 있습니다.</a:t>
            </a:r>
          </a:p>
          <a:p>
            <a:endParaRPr/>
          </a:p>
          <a:p>
            <a:r>
              <a:t>바로 전 현재 합은 0이었습니다. 여기에 이번 칸의 마이너스 5을 더하면 마이너스 5입니다. 첫 줄에서 색칠한 구간은 인덱스 1부터 1까지이고, 이 칸들을 모두 더한 값이 current_sum 마이너스 5입니다. 지금은 첫 칸을 읽었으므로 초기 0에 이 한 값을 더했습니다.</a:t>
            </a:r>
          </a:p>
          <a:p>
            <a:endParaRPr/>
          </a:p>
          <a:p>
            <a:r>
              <a:t>이제 기록 right_sum과 비교합니다. 기록은 아직 마이너스 무한대이므로 실제 합 마이너스 5을 첫 기록으로 저장합니다. 아래 줄이 저장한 최선의 구간입니다. 왼쪽에서 끝낸 기록 3은 이 오른쪽 계산 동안 따로 보관하고 있습니다.</a:t>
            </a:r>
          </a:p>
          <a:p>
            <a:endParaRPr/>
          </a:p>
          <a:p>
            <a:r>
              <a:t>현재 구간의 끝 high인 1까지 읽었습니다. 다음 인덱스 2는 범위 밖이므로 읽지 않고 오른쪽 반복문을 끝냅니다. right_sum 마이너스 5을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273237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[0~1] 호출에서 필요한 후보 세 개를 모두 구했습니다. 왼쪽 안에서 가장 큰 합은 3이고, 오른쪽 안에서 가장 큰 합은 마이너스 5입니다. 경계를 걸친 합은 왼쪽 기록 3과 오른쪽 기록 마이너스 5을 더한 마이너스 2입니다. 화면의 각 줄은 그 값에 해당하는 실제 구간입니다.</a:t>
            </a:r>
          </a:p>
          <a:p>
            <a:endParaRPr/>
          </a:p>
          <a:p>
            <a:r>
              <a:t>이제 세 값 중 가장 큰 것을 고릅니다. 3, 마이너스 5, 마이너스 2 중 가장 큰 값은 3입니다. 왼쪽 안에만 있는 구간이 이 호출의 답입니다. 선택한 인덱스는 0부터 0까지입니다. 경계를 걸치는 계산을 했더라도 그 값이 반드시 답이 되는 것은 아니라는 점을 확인해 주세요.</a:t>
            </a:r>
          </a:p>
          <a:p>
            <a:endParaRPr/>
          </a:p>
          <a:p>
            <a:r>
              <a:t>이제 [0~1] 호출이 끝나고 부모 [0~3] 호출로 돌아갑니다. 부모는 이 3을 자신의 left_max에 저장합니다. 우리가 방금 비교한 left_max, right_max는 현재 [0~1]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591943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[0~3] 호출로 돌아왔습니다. 방금 반환받은 값은 3입니다. 왼쪽 [0~1] 안에서 합이 가장 큰 구간은 인덱스 0부터 0까지였고, 그 합이 3이었죠. 부모인 현재 호출은 이 결과를 자신의 left_max에 저장합니다.</a:t>
            </a:r>
          </a:p>
          <a:p>
            <a:endParaRPr/>
          </a:p>
          <a:p>
            <a:r>
              <a:t>여기서 left_max는 현재 [0~3] 호출의 왼쪽 전체에서 가장 큰 합을 뜻합니다. 화면의 파란 칸이 그 구간입니다. 경계의 mid까지 꼭 이어져야 하는 값은 아닙니다. 지금 파란 구간은 0에서 끝나므로, 현재 mid인 1까지 이어져 있지 않습니다. 나중에 경계를 걸치는 계산은 따로 할 거예요.</a:t>
            </a:r>
          </a:p>
          <a:p>
            <a:endParaRPr/>
          </a:p>
          <a:p>
            <a:r>
              <a:t>코드는 이제 다음 줄로 넘어갑니다. 오른쪽 [2~3] 호출을 시작하고, 그 답을 right_max에 받습니다. 아래 초록색 범위는 다음에 처리할 오른쪽 범위 전체입니다. 아직 오른쪽 답의 구간을 찾은 것이 아닙니다. 왼쪽 답 3은 저장해 둔 채로 오른쪽 호출이 끝나기를 기다립니다.</a:t>
            </a:r>
          </a:p>
          <a:p>
            <a:endParaRPr/>
          </a:p>
          <a:p>
            <a:r>
              <a:t>[0~7] 부모는 left_max의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209525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2부터 3까지입니다. 이번 구간의 원소는 12, 마이너스 2입니다.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2 더하기 3를 2로 나누어 소수 부분을 버리면 2입니다. 왼쪽 호출에는 2부터 2까지를 넘기고, 오른쪽 호출에는 3부터 3까지를 넘깁니다. mid는 왼쪽에만 포함되므로 같은 칸을 두 번 처리하지 않습니다.</a:t>
            </a:r>
          </a:p>
          <a:p>
            <a:endParaRPr/>
          </a:p>
          <a:p>
            <a:r>
              <a:t>코드는 left_max를 구하는 줄부터 실행합니다. 그래서 다음에는 왼쪽 [2~2] 호출 안으로 들어갑니다. 이 호출이 답을 돌려주기 전에는 right_max를 구하는 다음 줄로 넘어가지 않습니다. [0~3]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456852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2부터 2까지입니다.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12 하나입니다. 빈 구간을 고르지 않는 문제이므로 선택할 수 있는 구간은 이 한 칸밖에 없습니다. 이 값을 더 작은 호출로 나눌 필요는 없습니다. 따라서 종료 조건 low와 high가 같다는 조건을 만족하고, a[low]의 값 12을 바로 반환합니다.</a:t>
            </a:r>
          </a:p>
          <a:p>
            <a:endParaRPr/>
          </a:p>
          <a:p>
            <a:r>
              <a:t>이 반환값은 부모 [2~3]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3624363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3부터 3까지입니다.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2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2을 바로 반환합니다.</a:t>
            </a:r>
          </a:p>
          <a:p>
            <a:endParaRPr/>
          </a:p>
          <a:p>
            <a:r>
              <a:t>이 반환값은 부모 [2~3]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8562797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[2~3] 호출에서 경계를 걸치는 합을 구하는 왼쪽 스캔입니다. 현재 mid는 2입니다. 포인터 i가 가리킨 인덱스는 2이고, 그 칸의 값은 12입니다. 왼쪽 구간은 항상 2에서 끝나며, 시작 칸을 왼쪽으로 늘리고 있습니다.</a:t>
            </a:r>
          </a:p>
          <a:p>
            <a:endParaRPr/>
          </a:p>
          <a:p>
            <a:r>
              <a:t>바로 전 현재 합은 0이었습니다. 여기에 이번 칸의 12을 더하면 12입니다. 첫 줄에서 색칠한 구간은 인덱스 2부터 2까지이고, 이 칸들을 모두 더한 값이 current_sum 12입니다. 지금은 첫 칸을 읽었으므로 초기 0에 이 한 값을 더했습니다.</a:t>
            </a:r>
          </a:p>
          <a:p>
            <a:endParaRPr/>
          </a:p>
          <a:p>
            <a:r>
              <a:t>이제 기록 left_sum과 비교합니다. 기록은 아직 마이너스 무한대이므로 실제 합 12을 첫 기록으로 저장합니다. 아래 줄이 저장한 최선의 구간입니다. </a:t>
            </a:r>
          </a:p>
          <a:p>
            <a:endParaRPr/>
          </a:p>
          <a:p>
            <a:r>
              <a:t>현재 구간의 처음 low인 2까지 읽었습니다. 다음 인덱스 1는 이 호출 범위 밖이므로 읽지 않고 왼쪽 반복문을 끝냅니다. left_sum 12을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5413851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[2~3] 호출에서 경계를 걸치는 합을 구하는 오른쪽 스캔입니다. 현재 mid는 2입니다. 포인터 j가 가리킨 인덱스는 3이고, 그 칸의 값은 마이너스 2입니다. 오른쪽 구간은 항상 3에서 시작하며, 끝 칸을 오른쪽으로 늘리고 있습니다.</a:t>
            </a:r>
          </a:p>
          <a:p>
            <a:endParaRPr/>
          </a:p>
          <a:p>
            <a:r>
              <a:t>바로 전 현재 합은 0이었습니다. 여기에 이번 칸의 마이너스 2을 더하면 마이너스 2입니다. 첫 줄에서 색칠한 구간은 인덱스 3부터 3까지이고, 이 칸들을 모두 더한 값이 current_sum 마이너스 2입니다. 지금은 첫 칸을 읽었으므로 초기 0에 이 한 값을 더했습니다.</a:t>
            </a:r>
          </a:p>
          <a:p>
            <a:endParaRPr/>
          </a:p>
          <a:p>
            <a:r>
              <a:t>이제 기록 right_sum과 비교합니다. 기록은 아직 마이너스 무한대이므로 실제 합 마이너스 2을 첫 기록으로 저장합니다. 아래 줄이 저장한 최선의 구간입니다. 왼쪽에서 끝낸 기록 12은 이 오른쪽 계산 동안 따로 보관하고 있습니다.</a:t>
            </a:r>
          </a:p>
          <a:p>
            <a:endParaRPr/>
          </a:p>
          <a:p>
            <a:r>
              <a:t>현재 구간의 끝 high인 3까지 읽었습니다. 다음 인덱스 4는 범위 밖이므로 읽지 않고 오른쪽 반복문을 끝냅니다. right_sum 마이너스 2을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2261171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[2~3] 호출에서 필요한 후보 세 개를 모두 구했습니다. 왼쪽 안에서 가장 큰 합은 12이고, 오른쪽 안에서 가장 큰 합은 마이너스 2입니다. 경계를 걸친 합은 왼쪽 기록 12과 오른쪽 기록 마이너스 2을 더한 10입니다. 화면의 각 줄은 그 값에 해당하는 실제 구간입니다.</a:t>
            </a:r>
          </a:p>
          <a:p>
            <a:endParaRPr/>
          </a:p>
          <a:p>
            <a:r>
              <a:t>이제 세 값 중 가장 큰 것을 고릅니다. 12, 마이너스 2, 10 중 가장 큰 값은 12입니다. 왼쪽 안에만 있는 구간이 이 호출의 답입니다. 선택한 인덱스는 2부터 2까지입니다. 경계를 걸치는 계산을 했더라도 그 값이 반드시 답이 되는 것은 아니라는 점을 확인해 주세요.</a:t>
            </a:r>
          </a:p>
          <a:p>
            <a:endParaRPr/>
          </a:p>
          <a:p>
            <a:r>
              <a:t>이제 [2~3] 호출이 끝나고 부모 [0~3] 호출로 돌아갑니다. 부모는 이 12을 자신의 right_max에 저장합니다. 우리가 방금 비교한 left_max, right_max는 현재 [2~3]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7807040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[2~3]의 답은 12이고, 인덱스 2부터 2까지를 선택한 합입니다. 이 값을 현재 [0~3] 호출의 right_max에 저장합니다. 이전에 저장한 left_max 3도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1이므로 왼쪽 부분은 인덱스 1에서 끝나야 하고, 오른쪽 부분은 2에서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7975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3과 오른쪽 답 12을 이미 받았습니다. 이제 그 값들은 잠시 저장해 두고, 경계를 걸치는 답을 구하는 max_crossing_sum을 실행합니다. 현재 구간은 [0~3]이고 가운데 인덱스는 1입니다. 다른 작은 호출에서 썼던 mid가 아니라 지금 구간의 mid를 사용합니다.</a:t>
            </a:r>
          </a:p>
          <a:p>
            <a:endParaRPr/>
          </a:p>
          <a:p>
            <a:r>
              <a:t>왼쪽 스캔은 경계 바로 왼쪽 칸 a[1]에서 시작합니다. 이 칸의 값은 마이너스 5입니다. 그다음 0부터 0까지 인덱스를 하나씩 줄입니다. 이렇게 하면 왼쪽 구간의 끝은 항상 1에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7319140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왼쪽 스캔입니다. 현재 mid는 1입니다. 포인터 i가 가리킨 인덱스는 1이고, 그 칸의 값은 마이너스 5입니다. 왼쪽 구간은 항상 1에서 끝나며, 시작 칸을 왼쪽으로 늘리고 있습니다.</a:t>
            </a:r>
          </a:p>
          <a:p>
            <a:endParaRPr/>
          </a:p>
          <a:p>
            <a:r>
              <a:t>바로 전 현재 합은 0이었습니다. 여기에 이번 칸의 마이너스 5을 더하면 마이너스 5입니다. 첫 줄에서 색칠한 구간은 인덱스 1부터 1까지이고, 이 칸들을 모두 더한 값이 current_sum 마이너스 5입니다. 지금은 첫 칸을 읽었으므로 초기 0에 이 한 값을 더했습니다.</a:t>
            </a:r>
          </a:p>
          <a:p>
            <a:endParaRPr/>
          </a:p>
          <a:p>
            <a:r>
              <a:t>이제 기록 left_sum과 비교합니다. 기록은 아직 마이너스 무한대이므로 실제 합 마이너스 5을 첫 기록으로 저장합니다. 아래 줄이 저장한 최선의 구간입니다. </a:t>
            </a:r>
          </a:p>
          <a:p>
            <a:endParaRPr/>
          </a:p>
          <a:p>
            <a:r>
              <a:t>이제 i를 0로 줄입니다. 다음 칸에서는 지금 current_sum 마이너스 5에 a[0]를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515059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왼쪽 스캔입니다. 현재 mid는 1입니다. 포인터 i가 가리킨 인덱스는 0이고, 그 칸의 값은 3입니다. 왼쪽 구간은 항상 1에서 끝나며, 시작 칸을 왼쪽으로 늘리고 있습니다.</a:t>
            </a:r>
          </a:p>
          <a:p>
            <a:endParaRPr/>
          </a:p>
          <a:p>
            <a:r>
              <a:t>바로 전 현재 합은 마이너스 5이었습니다. 여기에 이번 칸의 3을 더하면 마이너스 2입니다. 첫 줄에서 색칠한 구간은 인덱스 0부터 1까지이고, 이 칸들을 모두 더한 값이 current_sum 마이너스 2입니다. 이전 최댓값 기록 −5에 더한 것이 아니라 이전 current_sum 마이너스 5에 더했습니다.</a:t>
            </a:r>
          </a:p>
          <a:p>
            <a:endParaRPr/>
          </a:p>
          <a:p>
            <a:r>
              <a:t>이제 기록 left_sum과 비교합니다. 현재 합 마이너스 2이 기존 기록 마이너스 5보다 큽니다. 그래서 기록을 마이너스 2으로 갱신하고, 지금 검사한 구간을 가장 좋은 구간으로 저장합니다. 아래 줄이 저장한 최선의 구간입니다. </a:t>
            </a:r>
          </a:p>
          <a:p>
            <a:endParaRPr/>
          </a:p>
          <a:p>
            <a:r>
              <a:t>현재 구간의 처음 low인 0까지 읽었습니다. 다음 인덱스 -1는 이 호출 범위 밖이므로 읽지 않고 왼쪽 반복문을 끝냅니다. left_sum 마이너스 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871952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1에 붙어 있는 가장 좋은 구간은 인덱스 0부터 1까지이고, 그 합은 마이너스 2입니다. 이 값을 left_sum에 보관합니다. 화면의 파란 칸이 기록한 구간입니다. 왼쪽 스캔의 마지막 current_sum 마이너스 2과 left_sum 마이너스 2을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2입니다. 왼쪽이 1에서 끝났으므로 오른쪽은 그 바로 다음 칸에서 시작해야 합니다. 오른쪽은 2부터 3까지 인덱스를 늘리며 읽습니다.</a:t>
            </a:r>
          </a:p>
          <a:p>
            <a:endParaRPr/>
          </a:p>
          <a:p>
            <a:r>
              <a:t>다음 화면부터는 오른쪽 현재 합을 계산하고 right_sum을 갱신합니다. 왼쪽 기록 마이너스 2은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2526018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오른쪽 스캔입니다. 현재 mid는 1입니다. 포인터 j가 가리킨 인덱스는 2이고, 그 칸의 값은 12입니다. 오른쪽 구간은 항상 2에서 시작하며, 끝 칸을 오른쪽으로 늘리고 있습니다.</a:t>
            </a:r>
          </a:p>
          <a:p>
            <a:endParaRPr/>
          </a:p>
          <a:p>
            <a:r>
              <a:t>바로 전 현재 합은 0이었습니다. 여기에 이번 칸의 12을 더하면 12입니다. 첫 줄에서 색칠한 구간은 인덱스 2부터 2까지이고, 이 칸들을 모두 더한 값이 current_sum 12입니다. 지금은 첫 칸을 읽었으므로 초기 0에 이 한 값을 더했습니다.</a:t>
            </a:r>
          </a:p>
          <a:p>
            <a:endParaRPr/>
          </a:p>
          <a:p>
            <a:r>
              <a:t>이제 기록 right_sum과 비교합니다. 기록은 아직 마이너스 무한대이므로 실제 합 12을 첫 기록으로 저장합니다. 아래 줄이 저장한 최선의 구간입니다. 왼쪽에서 끝낸 기록 마이너스 2은 이 오른쪽 계산 동안 따로 보관하고 있습니다.</a:t>
            </a:r>
          </a:p>
          <a:p>
            <a:endParaRPr/>
          </a:p>
          <a:p>
            <a:r>
              <a:t>이제 j를 3로 늘립니다. 다음 칸에서는 지금 current_sum 12에 a[3]를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9972985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오른쪽 스캔입니다. 현재 mid는 1입니다. 포인터 j가 가리킨 인덱스는 3이고, 그 칸의 값은 마이너스 2입니다. 오른쪽 구간은 항상 2에서 시작하며, 끝 칸을 오른쪽으로 늘리고 있습니다.</a:t>
            </a:r>
          </a:p>
          <a:p>
            <a:endParaRPr/>
          </a:p>
          <a:p>
            <a:r>
              <a:t>바로 전 현재 합은 12이었습니다. 여기에 이번 칸의 마이너스 2을 더하면 10입니다. 첫 줄에서 색칠한 구간은 인덱스 2부터 3까지이고, 이 칸들을 모두 더한 값이 current_sum 10입니다. 이전 최댓값 기록 12에 더한 것이 아니라 이전 current_sum 12에 더했습니다.</a:t>
            </a:r>
          </a:p>
          <a:p>
            <a:endParaRPr/>
          </a:p>
          <a:p>
            <a:r>
              <a:t>이제 기록 right_sum과 비교합니다. 현재 합 10은 기존 기록 12보다 크지 않습니다. 따라서 기록은 12을 유지하고, 기록한 구간도 인덱스 2부터 2까지로 그대로 둡니다. 현재 합이 줄어도 이전에 찾은 좋은 답을 잊으면 안 됩니다. 아래 줄이 저장한 최선의 구간입니다. 왼쪽에서 끝낸 기록 마이너스 2은 이 오른쪽 계산 동안 따로 보관하고 있습니다.</a:t>
            </a:r>
          </a:p>
          <a:p>
            <a:endParaRPr/>
          </a:p>
          <a:p>
            <a:r>
              <a:t>현재 구간의 끝 high인 3까지 읽었습니다. 다음 인덱스 4는 범위 밖이므로 읽지 않고 오른쪽 반복문을 끝냅니다. right_sum 12을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5828840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0부터 1까지의 합 마이너스 2입니다. 오른쪽 기록은 인덱스 2부터 2까지의 합 12입니다. 첫 줄과 둘째 줄에서 색칠한 칸을 확인해 보세요.</a:t>
            </a:r>
          </a:p>
          <a:p>
            <a:endParaRPr/>
          </a:p>
          <a:p>
            <a:r>
              <a:t>왼쪽 기록의 끝은 반드시 mid인 1이고, 오른쪽 기록의 시작은 반드시 mid 플러스 1인 2입니다. 따라서 두 구간을 붙이면 인덱스 0부터 2까지의 연속 구간 하나가 됩니다. 빠진 중간 칸도 없고, 양쪽에서 겹쳐 더한 칸도 없습니다.</a:t>
            </a:r>
          </a:p>
          <a:p>
            <a:endParaRPr/>
          </a:p>
          <a:p>
            <a:r>
              <a:t>두 기록을 더하면 마이너스 2 더하기 12이므로 10입니다. 이 값이 현재 [0~3]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3, right_max 12, 지금 구한 cross_max 10을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2376586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[0~3] 호출에서 필요한 후보 세 개를 모두 구했습니다. 왼쪽 안에서 가장 큰 합은 3이고, 오른쪽 안에서 가장 큰 합은 12입니다. 경계를 걸친 합은 왼쪽 기록 마이너스 2과 오른쪽 기록 12을 더한 10입니다. 화면의 각 줄은 그 값에 해당하는 실제 구간입니다.</a:t>
            </a:r>
          </a:p>
          <a:p>
            <a:endParaRPr/>
          </a:p>
          <a:p>
            <a:r>
              <a:t>이제 세 값 중 가장 큰 것을 고릅니다. 3, 12, 10 중 가장 큰 값은 12입니다. 오른쪽 안에만 있는 구간이 이 호출의 답입니다. 선택한 인덱스는 2부터 2까지입니다. 경계를 걸치는 계산을 했더라도 그 값이 반드시 답이 되는 것은 아니라는 점을 확인해 주세요.</a:t>
            </a:r>
          </a:p>
          <a:p>
            <a:endParaRPr/>
          </a:p>
          <a:p>
            <a:r>
              <a:t>이제 [0~3] 호출이 끝나고 부모 [0~7] 호출로 돌아갑니다. 부모는 이 12을 자신의 left_max에 저장합니다. 우리가 방금 비교한 left_max, right_max는 현재 [0~3]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5065897"/>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[0~7] 호출로 돌아왔습니다. 방금 반환받은 값은 12입니다. 왼쪽 [0~3] 안에서 합이 가장 큰 구간은 인덱스 2부터 2까지였고, 그 합이 12이었죠. 부모인 현재 호출은 이 결과를 자신의 left_max에 저장합니다.</a:t>
            </a:r>
          </a:p>
          <a:p>
            <a:endParaRPr/>
          </a:p>
          <a:p>
            <a:r>
              <a:t>여기서 left_max는 현재 [0~7] 호출의 왼쪽 전체에서 가장 큰 합을 뜻합니다. 화면의 파란 칸이 그 구간입니다. 경계의 mid까지 꼭 이어져야 하는 값은 아닙니다. 지금 파란 구간은 2에서 끝나므로, 현재 mid인 3까지 이어져 있지 않습니다. 나중에 경계를 걸치는 계산은 따로 할 거예요.</a:t>
            </a:r>
          </a:p>
          <a:p>
            <a:endParaRPr/>
          </a:p>
          <a:p>
            <a:r>
              <a:t>코드는 이제 다음 줄로 넘어갑니다. 오른쪽 [4~7] 호출을 시작하고, 그 답을 right_max에 받습니다. 아래 초록색 범위는 다음에 처리할 오른쪽 범위 전체입니다. 아직 오른쪽 답의 구간을 찾은 것이 아닙니다. 왼쪽 답 12은 저장해 둔 채로 오른쪽 호출이 끝나기를 기다립니다.</a:t>
            </a:r>
          </a:p>
          <a:p>
            <a:endParaRPr/>
          </a:p>
          <a:p>
            <a:r>
              <a:t>지금은 전체 여덟 칸의 답을 구하는 호출입니다.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653581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4부터 7까지입니다. 이번 구간의 원소는 7, 마이너스 9,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4 더하기 7를 2로 나누어 소수 부분을 버리면 5입니다. 왼쪽 호출에는 4부터 5까지를 넘기고, 오른쪽 호출에는 6부터 7까지를 넘깁니다. mid는 왼쪽에만 포함되므로 같은 칸을 두 번 처리하지 않습니다.</a:t>
            </a:r>
          </a:p>
          <a:p>
            <a:endParaRPr/>
          </a:p>
          <a:p>
            <a:r>
              <a:t>코드는 left_max를 구하는 줄부터 실행합니다. 그래서 다음에는 왼쪽 [4~5] 호출 안으로 들어갑니다. 이 호출이 답을 돌려주기 전에는 right_max를 구하는 다음 줄로 넘어가지 않습니다. [0~7]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20839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4부터 5까지입니다. 이번 구간의 원소는 7, 마이너스 9입니다.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4 더하기 5를 2로 나누어 소수 부분을 버리면 4입니다. 왼쪽 호출에는 4부터 4까지를 넘기고, 오른쪽 호출에는 5부터 5까지를 넘깁니다. mid는 왼쪽에만 포함되므로 같은 칸을 두 번 처리하지 않습니다.</a:t>
            </a:r>
          </a:p>
          <a:p>
            <a:endParaRPr/>
          </a:p>
          <a:p>
            <a:r>
              <a:t>코드는 left_max를 구하는 줄부터 실행합니다. 그래서 다음에는 왼쪽 [4~4] 호출 안으로 들어갑니다. 이 호출이 답을 돌려주기 전에는 right_max를 구하는 다음 줄로 넘어가지 않습니다. [4~7]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7561901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4부터 4까지입니다.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7 하나입니다. 빈 구간을 고르지 않는 문제이므로 선택할 수 있는 구간은 이 한 칸밖에 없습니다. 이 값을 더 작은 호출로 나눌 필요는 없습니다. 따라서 종료 조건 low와 high가 같다는 조건을 만족하고, a[low]의 값 7을 바로 반환합니다.</a:t>
            </a:r>
          </a:p>
          <a:p>
            <a:endParaRPr/>
          </a:p>
          <a:p>
            <a:r>
              <a:t>이 반환값은 부모 [4~5]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7714001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5부터 5까지입니다.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9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9을 바로 반환합니다.</a:t>
            </a:r>
          </a:p>
          <a:p>
            <a:endParaRPr/>
          </a:p>
          <a:p>
            <a:r>
              <a:t>이 반환값은 부모 [4~5]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17933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[4~5] 호출에서 경계를 걸치는 합을 구하는 왼쪽 스캔입니다. 현재 mid는 4입니다. 포인터 i가 가리킨 인덱스는 4이고, 그 칸의 값은 7입니다. 왼쪽 구간은 항상 4에서 끝나며, 시작 칸을 왼쪽으로 늘리고 있습니다.</a:t>
            </a:r>
          </a:p>
          <a:p>
            <a:endParaRPr/>
          </a:p>
          <a:p>
            <a:r>
              <a:t>바로 전 현재 합은 0이었습니다. 여기에 이번 칸의 7을 더하면 7입니다. 첫 줄에서 색칠한 구간은 인덱스 4부터 4까지이고, 이 칸들을 모두 더한 값이 current_sum 7입니다. 지금은 첫 칸을 읽었으므로 초기 0에 이 한 값을 더했습니다.</a:t>
            </a:r>
          </a:p>
          <a:p>
            <a:endParaRPr/>
          </a:p>
          <a:p>
            <a:r>
              <a:t>이제 기록 left_sum과 비교합니다. 기록은 아직 마이너스 무한대이므로 실제 합 7을 첫 기록으로 저장합니다. 아래 줄이 저장한 최선의 구간입니다. </a:t>
            </a:r>
          </a:p>
          <a:p>
            <a:endParaRPr/>
          </a:p>
          <a:p>
            <a:r>
              <a:t>현재 구간의 처음 low인 4까지 읽었습니다. 다음 인덱스 3는 이 호출 범위 밖이므로 읽지 않고 왼쪽 반복문을 끝냅니다. left_sum 7을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4337196"/>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[4~5] 호출에서 경계를 걸치는 합을 구하는 오른쪽 스캔입니다. 현재 mid는 4입니다. 포인터 j가 가리킨 인덱스는 5이고, 그 칸의 값은 마이너스 9입니다. 오른쪽 구간은 항상 5에서 시작하며, 끝 칸을 오른쪽으로 늘리고 있습니다.</a:t>
            </a:r>
          </a:p>
          <a:p>
            <a:endParaRPr/>
          </a:p>
          <a:p>
            <a:r>
              <a:t>바로 전 현재 합은 0이었습니다. 여기에 이번 칸의 마이너스 9을 더하면 마이너스 9입니다. 첫 줄에서 색칠한 구간은 인덱스 5부터 5까지이고, 이 칸들을 모두 더한 값이 current_sum 마이너스 9입니다. 지금은 첫 칸을 읽었으므로 초기 0에 이 한 값을 더했습니다.</a:t>
            </a:r>
          </a:p>
          <a:p>
            <a:endParaRPr/>
          </a:p>
          <a:p>
            <a:r>
              <a:t>이제 기록 right_sum과 비교합니다. 기록은 아직 마이너스 무한대이므로 실제 합 마이너스 9을 첫 기록으로 저장합니다. 아래 줄이 저장한 최선의 구간입니다. 왼쪽에서 끝낸 기록 7은 이 오른쪽 계산 동안 따로 보관하고 있습니다.</a:t>
            </a:r>
          </a:p>
          <a:p>
            <a:endParaRPr/>
          </a:p>
          <a:p>
            <a:r>
              <a:t>현재 구간의 끝 high인 5까지 읽었습니다. 다음 인덱스 6는 범위 밖이므로 읽지 않고 오른쪽 반복문을 끝냅니다. right_sum 마이너스 9을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606439"/>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[4~5] 호출에서 필요한 후보 세 개를 모두 구했습니다. 왼쪽 안에서 가장 큰 합은 7이고, 오른쪽 안에서 가장 큰 합은 마이너스 9입니다. 경계를 걸친 합은 왼쪽 기록 7과 오른쪽 기록 마이너스 9을 더한 마이너스 2입니다. 화면의 각 줄은 그 값에 해당하는 실제 구간입니다.</a:t>
            </a:r>
          </a:p>
          <a:p>
            <a:endParaRPr/>
          </a:p>
          <a:p>
            <a:r>
              <a:t>이제 세 값 중 가장 큰 것을 고릅니다. 7, 마이너스 9, 마이너스 2 중 가장 큰 값은 7입니다. 왼쪽 안에만 있는 구간이 이 호출의 답입니다. 선택한 인덱스는 4부터 4까지입니다. 경계를 걸치는 계산을 했더라도 그 값이 반드시 답이 되는 것은 아니라는 점을 확인해 주세요.</a:t>
            </a:r>
          </a:p>
          <a:p>
            <a:endParaRPr/>
          </a:p>
          <a:p>
            <a:r>
              <a:t>이제 [4~5] 호출이 끝나고 부모 [4~7] 호출로 돌아갑니다. 부모는 이 7을 자신의 left_max에 저장합니다. 우리가 방금 비교한 left_max, right_max는 현재 [4~5]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59510373"/>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[4~7] 호출로 돌아왔습니다. 방금 반환받은 값은 7입니다. 왼쪽 [4~5] 안에서 합이 가장 큰 구간은 인덱스 4부터 4까지였고, 그 합이 7이었죠. 부모인 현재 호출은 이 결과를 자신의 left_max에 저장합니다.</a:t>
            </a:r>
          </a:p>
          <a:p>
            <a:endParaRPr/>
          </a:p>
          <a:p>
            <a:r>
              <a:t>여기서 left_max는 현재 [4~7] 호출의 왼쪽 전체에서 가장 큰 합을 뜻합니다. 화면의 파란 칸이 그 구간입니다. 경계의 mid까지 꼭 이어져야 하는 값은 아닙니다. 지금 파란 구간은 4에서 끝나므로, 현재 mid인 5까지 이어져 있지 않습니다. 나중에 경계를 걸치는 계산은 따로 할 거예요.</a:t>
            </a:r>
          </a:p>
          <a:p>
            <a:endParaRPr/>
          </a:p>
          <a:p>
            <a:r>
              <a:t>코드는 이제 다음 줄로 넘어갑니다. 오른쪽 [6~7] 호출을 시작하고, 그 답을 right_max에 받습니다. 아래 초록색 범위는 다음에 처리할 오른쪽 범위 전체입니다. 아직 오른쪽 답의 구간을 찾은 것이 아닙니다. 왼쪽 답 7은 저장해 둔 채로 오른쪽 호출이 끝나기를 기다립니다.</a:t>
            </a:r>
          </a:p>
          <a:p>
            <a:endParaRPr/>
          </a:p>
          <a:p>
            <a:r>
              <a:t>[0~7] 부모는 right_max의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6859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6부터 7까지입니다. 이번 구간의 원소는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6 더하기 7를 2로 나누어 소수 부분을 버리면 6입니다. 왼쪽 호출에는 6부터 6까지를 넘기고, 오른쪽 호출에는 7부터 7까지를 넘깁니다. mid는 왼쪽에만 포함되므로 같은 칸을 두 번 처리하지 않습니다.</a:t>
            </a:r>
          </a:p>
          <a:p>
            <a:endParaRPr/>
          </a:p>
          <a:p>
            <a:r>
              <a:t>코드는 left_max를 구하는 줄부터 실행합니다. 그래서 다음에는 왼쪽 [6~6] 호출 안으로 들어갑니다. 이 호출이 답을 돌려주기 전에는 right_max를 구하는 다음 줄로 넘어가지 않습니다. [4~7]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9599612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6부터 6까지입니다.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5 하나입니다. 빈 구간을 고르지 않는 문제이므로 선택할 수 있는 구간은 이 한 칸밖에 없습니다. 이 값을 더 작은 호출로 나눌 필요는 없습니다. 따라서 종료 조건 low와 high가 같다는 조건을 만족하고, a[low]의 값 5을 바로 반환합니다.</a:t>
            </a:r>
          </a:p>
          <a:p>
            <a:endParaRPr/>
          </a:p>
          <a:p>
            <a:r>
              <a:t>이 반환값은 부모 [6~7]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3607988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7부터 7까지입니다.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1 하나입니다. 빈 구간을 고르지 않는 문제이므로 선택할 수 있는 구간은 이 한 칸밖에 없습니다. 이 값을 더 작은 호출로 나눌 필요는 없습니다. 따라서 종료 조건 low와 high가 같다는 조건을 만족하고, a[low]의 값 1을 바로 반환합니다.</a:t>
            </a:r>
          </a:p>
          <a:p>
            <a:endParaRPr/>
          </a:p>
          <a:p>
            <a:r>
              <a:t>이 반환값은 부모 [6~7]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8923025"/>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[6~7] 호출에서 경계를 걸치는 합을 구하는 왼쪽 스캔입니다. 현재 mid는 6입니다. 포인터 i가 가리킨 인덱스는 6이고, 그 칸의 값은 5입니다. 왼쪽 구간은 항상 6에서 끝나며, 시작 칸을 왼쪽으로 늘리고 있습니다.</a:t>
            </a:r>
          </a:p>
          <a:p>
            <a:endParaRPr/>
          </a:p>
          <a:p>
            <a:r>
              <a:t>바로 전 현재 합은 0이었습니다. 여기에 이번 칸의 5을 더하면 5입니다. 첫 줄에서 색칠한 구간은 인덱스 6부터 6까지이고, 이 칸들을 모두 더한 값이 current_sum 5입니다. 지금은 첫 칸을 읽었으므로 초기 0에 이 한 값을 더했습니다.</a:t>
            </a:r>
          </a:p>
          <a:p>
            <a:endParaRPr/>
          </a:p>
          <a:p>
            <a:r>
              <a:t>이제 기록 left_sum과 비교합니다. 기록은 아직 마이너스 무한대이므로 실제 합 5을 첫 기록으로 저장합니다. 아래 줄이 저장한 최선의 구간입니다. </a:t>
            </a:r>
          </a:p>
          <a:p>
            <a:endParaRPr/>
          </a:p>
          <a:p>
            <a:r>
              <a:t>현재 구간의 처음 low인 6까지 읽었습니다. 다음 인덱스 5는 이 호출 범위 밖이므로 읽지 않고 왼쪽 반복문을 끝냅니다. left_sum 5을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0266837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[6~7] 호출에서 경계를 걸치는 합을 구하는 오른쪽 스캔입니다. 현재 mid는 6입니다. 포인터 j가 가리킨 인덱스는 7이고, 그 칸의 값은 1입니다. 오른쪽 구간은 항상 7에서 시작하며, 끝 칸을 오른쪽으로 늘리고 있습니다.</a:t>
            </a:r>
          </a:p>
          <a:p>
            <a:endParaRPr/>
          </a:p>
          <a:p>
            <a:r>
              <a:t>바로 전 현재 합은 0이었습니다. 여기에 이번 칸의 1을 더하면 1입니다. 첫 줄에서 색칠한 구간은 인덱스 7부터 7까지이고, 이 칸들을 모두 더한 값이 current_sum 1입니다. 지금은 첫 칸을 읽었으므로 초기 0에 이 한 값을 더했습니다.</a:t>
            </a:r>
          </a:p>
          <a:p>
            <a:endParaRPr/>
          </a:p>
          <a:p>
            <a:r>
              <a:t>이제 기록 right_sum과 비교합니다. 기록은 아직 마이너스 무한대이므로 실제 합 1을 첫 기록으로 저장합니다. 아래 줄이 저장한 최선의 구간입니다. 왼쪽에서 끝낸 기록 5은 이 오른쪽 계산 동안 따로 보관하고 있습니다.</a:t>
            </a:r>
          </a:p>
          <a:p>
            <a:endParaRPr/>
          </a:p>
          <a:p>
            <a:r>
              <a:t>현재 구간의 끝 high인 7까지 읽었습니다. 다음 인덱스 8는 범위 밖이므로 읽지 않고 오른쪽 반복문을 끝냅니다. right_sum 1을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9134770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[6~7] 호출에서 필요한 후보 세 개를 모두 구했습니다. 왼쪽 안에서 가장 큰 합은 5이고, 오른쪽 안에서 가장 큰 합은 1입니다. 경계를 걸친 합은 왼쪽 기록 5과 오른쪽 기록 1을 더한 6입니다. 화면의 각 줄은 그 값에 해당하는 실제 구간입니다.</a:t>
            </a:r>
          </a:p>
          <a:p>
            <a:endParaRPr/>
          </a:p>
          <a:p>
            <a:r>
              <a:t>이제 세 값 중 가장 큰 것을 고릅니다. 5, 1, 6 중 가장 큰 값은 6입니다. 경계를 걸치는 구간이 이 호출의 답입니다. 선택한 인덱스는 6부터 7까지입니다. 이번에는 두 절반 안의 답보다 경계를 이어 붙인 답이 더 큽니다.</a:t>
            </a:r>
          </a:p>
          <a:p>
            <a:endParaRPr/>
          </a:p>
          <a:p>
            <a:r>
              <a:t>이제 [6~7] 호출이 끝나고 부모 [4~7] 호출로 돌아갑니다. 부모는 이 6을 자신의 right_max에 저장합니다. 우리가 방금 비교한 left_max, right_max는 현재 [6~7]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881612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[6~7]의 답은 6이고, 인덱스 6부터 7까지를 선택한 합입니다. 이 값을 현재 [4~7] 호출의 right_max에 저장합니다. 이전에 저장한 left_max 7도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5이므로 왼쪽 부분은 인덱스 5에서 끝나야 하고, 오른쪽 부분은 6에서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12854777"/>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7과 오른쪽 답 6을 이미 받았습니다. 이제 그 값들은 잠시 저장해 두고, 경계를 걸치는 답을 구하는 max_crossing_sum을 실행합니다. 현재 구간은 [4~7]이고 가운데 인덱스는 5입니다. 다른 작은 호출에서 썼던 mid가 아니라 지금 구간의 mid를 사용합니다.</a:t>
            </a:r>
          </a:p>
          <a:p>
            <a:endParaRPr/>
          </a:p>
          <a:p>
            <a:r>
              <a:t>왼쪽 스캔은 경계 바로 왼쪽 칸 a[5]에서 시작합니다. 이 칸의 값은 마이너스 9입니다. 그다음 4부터 4까지 인덱스를 하나씩 줄입니다. 이렇게 하면 왼쪽 구간의 끝은 항상 5에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78095519"/>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왼쪽 스캔입니다. 현재 mid는 5입니다. 포인터 i가 가리킨 인덱스는 5이고, 그 칸의 값은 마이너스 9입니다. 왼쪽 구간은 항상 5에서 끝나며, 시작 칸을 왼쪽으로 늘리고 있습니다.</a:t>
            </a:r>
          </a:p>
          <a:p>
            <a:endParaRPr/>
          </a:p>
          <a:p>
            <a:r>
              <a:t>바로 전 현재 합은 0이었습니다. 여기에 이번 칸의 마이너스 9을 더하면 마이너스 9입니다. 첫 줄에서 색칠한 구간은 인덱스 5부터 5까지이고, 이 칸들을 모두 더한 값이 current_sum 마이너스 9입니다. 지금은 첫 칸을 읽었으므로 초기 0에 이 한 값을 더했습니다.</a:t>
            </a:r>
          </a:p>
          <a:p>
            <a:endParaRPr/>
          </a:p>
          <a:p>
            <a:r>
              <a:t>이제 기록 left_sum과 비교합니다. 기록은 아직 마이너스 무한대이므로 실제 합 마이너스 9을 첫 기록으로 저장합니다. 아래 줄이 저장한 최선의 구간입니다. </a:t>
            </a:r>
          </a:p>
          <a:p>
            <a:endParaRPr/>
          </a:p>
          <a:p>
            <a:r>
              <a:t>이제 i를 4로 줄입니다. 다음 칸에서는 지금 current_sum 마이너스 9에 a[4]를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4693988"/>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왼쪽 스캔입니다. 현재 mid는 5입니다. 포인터 i가 가리킨 인덱스는 4이고, 그 칸의 값은 7입니다. 왼쪽 구간은 항상 5에서 끝나며, 시작 칸을 왼쪽으로 늘리고 있습니다.</a:t>
            </a:r>
          </a:p>
          <a:p>
            <a:endParaRPr/>
          </a:p>
          <a:p>
            <a:r>
              <a:t>바로 전 현재 합은 마이너스 9이었습니다. 여기에 이번 칸의 7을 더하면 마이너스 2입니다. 첫 줄에서 색칠한 구간은 인덱스 4부터 5까지이고, 이 칸들을 모두 더한 값이 current_sum 마이너스 2입니다. 이전 최댓값 기록 −9에 더한 것이 아니라 이전 current_sum 마이너스 9에 더했습니다.</a:t>
            </a:r>
          </a:p>
          <a:p>
            <a:endParaRPr/>
          </a:p>
          <a:p>
            <a:r>
              <a:t>이제 기록 left_sum과 비교합니다. 현재 합 마이너스 2이 기존 기록 마이너스 9보다 큽니다. 그래서 기록을 마이너스 2으로 갱신하고, 지금 검사한 구간을 가장 좋은 구간으로 저장합니다. 아래 줄이 저장한 최선의 구간입니다. </a:t>
            </a:r>
          </a:p>
          <a:p>
            <a:endParaRPr/>
          </a:p>
          <a:p>
            <a:r>
              <a:t>현재 구간의 처음 low인 4까지 읽었습니다. 다음 인덱스 3는 이 호출 범위 밖이므로 읽지 않고 왼쪽 반복문을 끝냅니다. left_sum 마이너스 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9715634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5에 붙어 있는 가장 좋은 구간은 인덱스 4부터 5까지이고, 그 합은 마이너스 2입니다. 이 값을 left_sum에 보관합니다. 화면의 파란 칸이 기록한 구간입니다. 왼쪽 스캔의 마지막 current_sum 마이너스 2과 left_sum 마이너스 2을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6입니다. 왼쪽이 5에서 끝났으므로 오른쪽은 그 바로 다음 칸에서 시작해야 합니다. 오른쪽은 6부터 7까지 인덱스를 늘리며 읽습니다.</a:t>
            </a:r>
          </a:p>
          <a:p>
            <a:endParaRPr/>
          </a:p>
          <a:p>
            <a:r>
              <a:t>다음 화면부터는 오른쪽 현재 합을 계산하고 right_sum을 갱신합니다. 왼쪽 기록 마이너스 2은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296435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오른쪽 스캔입니다. 현재 mid는 5입니다. 포인터 j가 가리킨 인덱스는 6이고, 그 칸의 값은 5입니다. 오른쪽 구간은 항상 6에서 시작하며, 끝 칸을 오른쪽으로 늘리고 있습니다.</a:t>
            </a:r>
          </a:p>
          <a:p>
            <a:endParaRPr/>
          </a:p>
          <a:p>
            <a:r>
              <a:t>바로 전 현재 합은 0이었습니다. 여기에 이번 칸의 5을 더하면 5입니다. 첫 줄에서 색칠한 구간은 인덱스 6부터 6까지이고, 이 칸들을 모두 더한 값이 current_sum 5입니다. 지금은 첫 칸을 읽었으므로 초기 0에 이 한 값을 더했습니다.</a:t>
            </a:r>
          </a:p>
          <a:p>
            <a:endParaRPr/>
          </a:p>
          <a:p>
            <a:r>
              <a:t>이제 기록 right_sum과 비교합니다. 기록은 아직 마이너스 무한대이므로 실제 합 5을 첫 기록으로 저장합니다. 아래 줄이 저장한 최선의 구간입니다. 왼쪽에서 끝낸 기록 마이너스 2은 이 오른쪽 계산 동안 따로 보관하고 있습니다.</a:t>
            </a:r>
          </a:p>
          <a:p>
            <a:endParaRPr/>
          </a:p>
          <a:p>
            <a:r>
              <a:t>이제 j를 7로 늘립니다. 다음 칸에서는 지금 current_sum 5에 a[7]를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8940354"/>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오른쪽 스캔입니다. 현재 mid는 5입니다. 포인터 j가 가리킨 인덱스는 7이고, 그 칸의 값은 1입니다. 오른쪽 구간은 항상 6에서 시작하며, 끝 칸을 오른쪽으로 늘리고 있습니다.</a:t>
            </a:r>
          </a:p>
          <a:p>
            <a:endParaRPr/>
          </a:p>
          <a:p>
            <a:r>
              <a:t>바로 전 현재 합은 5이었습니다. 여기에 이번 칸의 1을 더하면 6입니다. 첫 줄에서 색칠한 구간은 인덱스 6부터 7까지이고, 이 칸들을 모두 더한 값이 current_sum 6입니다. 이전 최댓값 기록 5에 더한 것이 아니라 이전 current_sum 5에 더했습니다.</a:t>
            </a:r>
          </a:p>
          <a:p>
            <a:endParaRPr/>
          </a:p>
          <a:p>
            <a:r>
              <a:t>이제 기록 right_sum과 비교합니다. 현재 합 6이 기존 기록 5보다 큽니다. 그래서 기록을 6으로 갱신하고, 지금 검사한 구간을 가장 좋은 구간으로 저장합니다. 아래 줄이 저장한 최선의 구간입니다. 왼쪽에서 끝낸 기록 마이너스 2은 이 오른쪽 계산 동안 따로 보관하고 있습니다.</a:t>
            </a:r>
          </a:p>
          <a:p>
            <a:endParaRPr/>
          </a:p>
          <a:p>
            <a:r>
              <a:t>현재 구간의 끝 high인 7까지 읽었습니다. 다음 인덱스 8는 범위 밖이므로 읽지 않고 오른쪽 반복문을 끝냅니다. right_sum 6을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970855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4부터 5까지의 합 마이너스 2입니다. 오른쪽 기록은 인덱스 6부터 7까지의 합 6입니다. 첫 줄과 둘째 줄에서 색칠한 칸을 확인해 보세요.</a:t>
            </a:r>
          </a:p>
          <a:p>
            <a:endParaRPr/>
          </a:p>
          <a:p>
            <a:r>
              <a:t>왼쪽 기록의 끝은 반드시 mid인 5이고, 오른쪽 기록의 시작은 반드시 mid 플러스 1인 6입니다. 따라서 두 구간을 붙이면 인덱스 4부터 7까지의 연속 구간 하나가 됩니다. 빠진 중간 칸도 없고, 양쪽에서 겹쳐 더한 칸도 없습니다.</a:t>
            </a:r>
          </a:p>
          <a:p>
            <a:endParaRPr/>
          </a:p>
          <a:p>
            <a:r>
              <a:t>두 기록을 더하면 마이너스 2 더하기 6이므로 4입니다. 이 값이 현재 [4~7]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7, right_max 6, 지금 구한 cross_max 4을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9429347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[4~7] 호출에서 필요한 후보 세 개를 모두 구했습니다. 왼쪽 안에서 가장 큰 합은 7이고, 오른쪽 안에서 가장 큰 합은 6입니다. 경계를 걸친 합은 왼쪽 기록 마이너스 2과 오른쪽 기록 6을 더한 4입니다. 화면의 각 줄은 그 값에 해당하는 실제 구간입니다.</a:t>
            </a:r>
          </a:p>
          <a:p>
            <a:endParaRPr/>
          </a:p>
          <a:p>
            <a:r>
              <a:t>이제 세 값 중 가장 큰 것을 고릅니다. 7, 6, 4 중 가장 큰 값은 7입니다. 왼쪽 안에만 있는 구간이 이 호출의 답입니다. 선택한 인덱스는 4부터 4까지입니다. 경계를 걸치는 계산을 했더라도 그 값이 반드시 답이 되는 것은 아니라는 점을 확인해 주세요.</a:t>
            </a:r>
          </a:p>
          <a:p>
            <a:endParaRPr/>
          </a:p>
          <a:p>
            <a:r>
              <a:t>이제 [4~7] 호출이 끝나고 부모 [0~7] 호출로 돌아갑니다. 부모는 이 7을 자신의 right_max에 저장합니다. 우리가 방금 비교한 left_max, right_max는 현재 [4~7]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3686270"/>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[4~7]의 답은 7이고, 인덱스 4부터 4까지를 선택한 합입니다. 이 값을 현재 [0~7] 호출의 right_max에 저장합니다. 이전에 저장한 left_max 12도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3이므로 왼쪽 부분은 인덱스 3에서 끝나야 하고, 오른쪽 부분은 4에서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7610998"/>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절반의 답 12와 오른쪽 절반의 답 7을 구했습니다. 이제 중앙 경계를 걸친 구간의 최대 합을 구할 차례입니다. 그림의 첫 장면은 왼쪽 스캔, 두 번째 장면은 오른쪽 스캔, 세 번째 장면은 두 결과를 붙이는 과정입니다.</a:t>
            </a:r>
          </a:p>
          <a:p>
            <a:endParaRPr/>
          </a:p>
          <a:p>
            <a:r>
              <a:t>왼쪽 스캔은 mid인 인덱스 3의 마이너스 2에서 출발합니다. 왼쪽으로 한 칸씩 넓혀 가면 현재 합은 마이너스 2, 10, 5, 8이 됩니다. 그중 가장 큰 값은 10이고, 그때 선택한 구간은 값 12와 마이너스 2입니다. 그림에서 금색으로 남겨 놓은 두 칸이 바로 그 구간이에요. 현재 합이 나중에 5나 8로 바뀌더라도, 지금까지의 최고 기록 10은 따로 저장해 둡니다.</a:t>
            </a:r>
          </a:p>
          <a:p>
            <a:endParaRPr/>
          </a:p>
          <a:p>
            <a:r>
              <a:t>오른쪽 스캔은 mid 바로 다음인 인덱스 4의 7에서 출발합니다. 오른쪽으로 넓히면 현재 합이 7, 마이너스 2, 3, 4가 됩니다. 최고 기록은 첫 칸의 7입니다. 더 멀리까지 넓혔다고 해서 그 긴 구간을 반드시 고르는 것은 아닙니다. 훑는 동안 가장 큰 합을 기록했던 구간을 고릅니다.</a:t>
            </a:r>
          </a:p>
          <a:p>
            <a:endParaRPr/>
          </a:p>
          <a:p>
            <a:r>
              <a:t>왼쪽 최고 기록 10과 오른쪽 최고 기록 7을 합하면 17입니다. 실제로 이어 붙인 값은 12, 마이너스 2, 7이고, 중간 칸이 빠지지 않았습니다. 여기서 왼쪽 기록 10은 왼쪽 절반 전체의 최대 구간 합 12와 다른 값입니다. 12만 고르면 경계 바로 왼쪽의 마이너스 2를 빠뜨리기 때문에 중앙을 걸친 구간으로 붙일 수 없어요. 이제 이 그림의 왼쪽 스캔부터 코드가 수행하는 순서대로 한 칸씩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70848332"/>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12과 오른쪽 답 7을 이미 받았습니다. 이제 그 값들은 잠시 저장해 두고, 경계를 걸치는 답을 구하는 max_crossing_sum을 실행합니다. 현재 구간은 [0~7]이고 가운데 인덱스는 3입니다. 다른 작은 호출에서 썼던 mid가 아니라 지금 구간의 mid를 사용합니다.</a:t>
            </a:r>
          </a:p>
          <a:p>
            <a:endParaRPr/>
          </a:p>
          <a:p>
            <a:r>
              <a:t>왼쪽 스캔은 경계 바로 왼쪽 칸 a[3]에서 시작합니다. 이 칸의 값은 마이너스 2입니다. 그다음 2부터 0까지 인덱스를 하나씩 줄입니다. 이렇게 하면 왼쪽 구간의 끝은 항상 3에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101374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3이고, 그 칸의 값은 마이너스 2입니다. 왼쪽 구간은 항상 3에서 끝나며, 시작 칸을 왼쪽으로 늘리고 있습니다.</a:t>
            </a:r>
          </a:p>
          <a:p>
            <a:endParaRPr/>
          </a:p>
          <a:p>
            <a:r>
              <a:t>바로 전 현재 합은 0이었습니다. 여기에 이번 칸의 마이너스 2을 더하면 마이너스 2입니다. 첫 줄에서 색칠한 구간은 인덱스 3부터 3까지이고, 이 칸들을 모두 더한 값이 current_sum 마이너스 2입니다. 지금은 첫 칸을 읽었으므로 초기 0에 이 한 값을 더했습니다.</a:t>
            </a:r>
          </a:p>
          <a:p>
            <a:endParaRPr/>
          </a:p>
          <a:p>
            <a:r>
              <a:t>이제 기록 left_sum과 비교합니다. 기록은 아직 마이너스 무한대이므로 실제 합 마이너스 2을 첫 기록으로 저장합니다. 아래 줄이 저장한 최선의 구간입니다. </a:t>
            </a:r>
          </a:p>
          <a:p>
            <a:endParaRPr/>
          </a:p>
          <a:p>
            <a:r>
              <a:t>이제 i를 2로 줄입니다. 다음 칸에서는 지금 current_sum 마이너스 2에 a[2]를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2254247"/>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2이고, 그 칸의 값은 12입니다. 왼쪽 구간은 항상 3에서 끝나며, 시작 칸을 왼쪽으로 늘리고 있습니다.</a:t>
            </a:r>
          </a:p>
          <a:p>
            <a:endParaRPr/>
          </a:p>
          <a:p>
            <a:r>
              <a:t>바로 전 현재 합은 마이너스 2이었습니다. 여기에 이번 칸의 12을 더하면 10입니다. 첫 줄에서 색칠한 구간은 인덱스 2부터 3까지이고, 이 칸들을 모두 더한 값이 current_sum 10입니다. 이전 최댓값 기록 −2에 더한 것이 아니라 이전 current_sum 마이너스 2에 더했습니다.</a:t>
            </a:r>
          </a:p>
          <a:p>
            <a:endParaRPr/>
          </a:p>
          <a:p>
            <a:r>
              <a:t>이제 기록 left_sum과 비교합니다. 현재 합 10이 기존 기록 마이너스 2보다 큽니다. 그래서 기록을 10으로 갱신하고, 지금 검사한 구간을 가장 좋은 구간으로 저장합니다. 아래 줄이 저장한 최선의 구간입니다. </a:t>
            </a:r>
          </a:p>
          <a:p>
            <a:endParaRPr/>
          </a:p>
          <a:p>
            <a:r>
              <a:t>이제 i를 1로 줄입니다. 다음 칸에서는 지금 current_sum 10에 a[1]를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45163496"/>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1이고, 그 칸의 값은 마이너스 5입니다. 왼쪽 구간은 항상 3에서 끝나며, 시작 칸을 왼쪽으로 늘리고 있습니다.</a:t>
            </a:r>
          </a:p>
          <a:p>
            <a:endParaRPr/>
          </a:p>
          <a:p>
            <a:r>
              <a:t>바로 전 현재 합은 10이었습니다. 여기에 이번 칸의 마이너스 5을 더하면 5입니다. 첫 줄에서 색칠한 구간은 인덱스 1부터 3까지이고, 이 칸들을 모두 더한 값이 current_sum 5입니다. 이전 최댓값 기록 10에 더한 것이 아니라 이전 current_sum 10에 더했습니다.</a:t>
            </a:r>
          </a:p>
          <a:p>
            <a:endParaRPr/>
          </a:p>
          <a:p>
            <a:r>
              <a:t>이제 기록 left_sum과 비교합니다. 현재 합 5은 기존 기록 10보다 크지 않습니다. 따라서 기록은 10을 유지하고, 기록한 구간도 인덱스 2부터 3까지로 그대로 둡니다. 현재 합이 줄어도 이전에 찾은 좋은 답을 잊으면 안 됩니다. 아래 줄이 저장한 최선의 구간입니다. </a:t>
            </a:r>
          </a:p>
          <a:p>
            <a:endParaRPr/>
          </a:p>
          <a:p>
            <a:r>
              <a:t>이제 i를 0로 줄입니다. 다음 칸에서는 지금 current_sum 5에 a[0]를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4185066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0이고, 그 칸의 값은 3입니다. 왼쪽 구간은 항상 3에서 끝나며, 시작 칸을 왼쪽으로 늘리고 있습니다.</a:t>
            </a:r>
          </a:p>
          <a:p>
            <a:endParaRPr/>
          </a:p>
          <a:p>
            <a:r>
              <a:t>바로 전 현재 합은 5이었습니다. 여기에 이번 칸의 3을 더하면 8입니다. 첫 줄에서 색칠한 구간은 인덱스 0부터 3까지이고, 이 칸들을 모두 더한 값이 current_sum 8입니다. 이전 최댓값 기록 10에 더한 것이 아니라 이전 current_sum 5에 더했습니다.</a:t>
            </a:r>
          </a:p>
          <a:p>
            <a:endParaRPr/>
          </a:p>
          <a:p>
            <a:r>
              <a:t>이제 기록 left_sum과 비교합니다. 현재 합 8은 기존 기록 10보다 크지 않습니다. 따라서 기록은 10을 유지하고, 기록한 구간도 인덱스 2부터 3까지로 그대로 둡니다. 현재 합이 줄어도 이전에 찾은 좋은 답을 잊으면 안 됩니다. 아래 줄이 저장한 최선의 구간입니다. </a:t>
            </a:r>
          </a:p>
          <a:p>
            <a:endParaRPr/>
          </a:p>
          <a:p>
            <a:r>
              <a:t>현재 구간의 처음 low인 0까지 읽었습니다. 다음 인덱스 -1는 이 호출 범위 밖이므로 읽지 않고 왼쪽 반복문을 끝냅니다. left_sum 10을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6609647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3에 붙어 있는 가장 좋은 구간은 인덱스 2부터 3까지이고, 그 합은 10입니다. 이 값을 left_sum에 보관합니다. 화면의 파란 칸이 기록한 구간입니다. 왼쪽 스캔의 마지막 current_sum 8과 left_sum 10을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4입니다. 왼쪽이 3에서 끝났으므로 오른쪽은 그 바로 다음 칸에서 시작해야 합니다. 오른쪽은 4부터 7까지 인덱스를 늘리며 읽습니다.</a:t>
            </a:r>
          </a:p>
          <a:p>
            <a:endParaRPr/>
          </a:p>
          <a:p>
            <a:r>
              <a:t>다음 화면부터는 오른쪽 현재 합을 계산하고 right_sum을 갱신합니다. 왼쪽 기록 10은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04282687"/>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4이고, 그 칸의 값은 7입니다. 오른쪽 구간은 항상 4에서 시작하며, 끝 칸을 오른쪽으로 늘리고 있습니다.</a:t>
            </a:r>
          </a:p>
          <a:p>
            <a:endParaRPr/>
          </a:p>
          <a:p>
            <a:r>
              <a:t>바로 전 현재 합은 0이었습니다. 여기에 이번 칸의 7을 더하면 7입니다. 첫 줄에서 색칠한 구간은 인덱스 4부터 4까지이고, 이 칸들을 모두 더한 값이 current_sum 7입니다. 지금은 첫 칸을 읽었으므로 초기 0에 이 한 값을 더했습니다.</a:t>
            </a:r>
          </a:p>
          <a:p>
            <a:endParaRPr/>
          </a:p>
          <a:p>
            <a:r>
              <a:t>이제 기록 right_sum과 비교합니다. 기록은 아직 마이너스 무한대이므로 실제 합 7을 첫 기록으로 저장합니다. 아래 줄이 저장한 최선의 구간입니다. 왼쪽에서 끝낸 기록 10은 이 오른쪽 계산 동안 따로 보관하고 있습니다.</a:t>
            </a:r>
          </a:p>
          <a:p>
            <a:endParaRPr/>
          </a:p>
          <a:p>
            <a:r>
              <a:t>이제 j를 5로 늘립니다. 다음 칸에서는 지금 current_sum 7에 a[5]를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7983898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5이고, 그 칸의 값은 마이너스 9입니다. 오른쪽 구간은 항상 4에서 시작하며, 끝 칸을 오른쪽으로 늘리고 있습니다.</a:t>
            </a:r>
          </a:p>
          <a:p>
            <a:endParaRPr/>
          </a:p>
          <a:p>
            <a:r>
              <a:t>바로 전 현재 합은 7이었습니다. 여기에 이번 칸의 마이너스 9을 더하면 마이너스 2입니다. 첫 줄에서 색칠한 구간은 인덱스 4부터 5까지이고, 이 칸들을 모두 더한 값이 current_sum 마이너스 2입니다. 이전 최댓값 기록 7에 더한 것이 아니라 이전 current_sum 7에 더했습니다.</a:t>
            </a:r>
          </a:p>
          <a:p>
            <a:endParaRPr/>
          </a:p>
          <a:p>
            <a:r>
              <a:t>이제 기록 right_sum과 비교합니다. 현재 합 마이너스 2은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이제 j를 6로 늘립니다. 다음 칸에서는 지금 current_sum 마이너스 2에 a[6]를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855024"/>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6이고, 그 칸의 값은 5입니다. 오른쪽 구간은 항상 4에서 시작하며, 끝 칸을 오른쪽으로 늘리고 있습니다.</a:t>
            </a:r>
          </a:p>
          <a:p>
            <a:endParaRPr/>
          </a:p>
          <a:p>
            <a:r>
              <a:t>바로 전 현재 합은 마이너스 2이었습니다. 여기에 이번 칸의 5을 더하면 3입니다. 첫 줄에서 색칠한 구간은 인덱스 4부터 6까지이고, 이 칸들을 모두 더한 값이 current_sum 3입니다. 이전 최댓값 기록 7에 더한 것이 아니라 이전 current_sum 마이너스 2에 더했습니다.</a:t>
            </a:r>
          </a:p>
          <a:p>
            <a:endParaRPr/>
          </a:p>
          <a:p>
            <a:r>
              <a:t>이제 기록 right_sum과 비교합니다. 현재 합 3은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이제 j를 7로 늘립니다. 다음 칸에서는 지금 current_sum 3에 a[7]를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3913968"/>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7이고, 그 칸의 값은 1입니다. 오른쪽 구간은 항상 4에서 시작하며, 끝 칸을 오른쪽으로 늘리고 있습니다.</a:t>
            </a:r>
          </a:p>
          <a:p>
            <a:endParaRPr/>
          </a:p>
          <a:p>
            <a:r>
              <a:t>바로 전 현재 합은 3이었습니다. 여기에 이번 칸의 1을 더하면 4입니다. 첫 줄에서 색칠한 구간은 인덱스 4부터 7까지이고, 이 칸들을 모두 더한 값이 current_sum 4입니다. 이전 최댓값 기록 7에 더한 것이 아니라 이전 current_sum 3에 더했습니다.</a:t>
            </a:r>
          </a:p>
          <a:p>
            <a:endParaRPr/>
          </a:p>
          <a:p>
            <a:r>
              <a:t>이제 기록 right_sum과 비교합니다. 현재 합 4은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현재 구간의 끝 high인 7까지 읽었습니다. 다음 인덱스 8는 범위 밖이므로 읽지 않고 오른쪽 반복문을 끝냅니다. right_sum 7을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27211505"/>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2부터 3까지의 합 10입니다. 오른쪽 기록은 인덱스 4부터 4까지의 합 7입니다. 첫 줄과 둘째 줄에서 색칠한 칸을 확인해 보세요.</a:t>
            </a:r>
          </a:p>
          <a:p>
            <a:endParaRPr/>
          </a:p>
          <a:p>
            <a:r>
              <a:t>왼쪽 기록의 끝은 반드시 mid인 3이고, 오른쪽 기록의 시작은 반드시 mid 플러스 1인 4입니다. 따라서 두 구간을 붙이면 인덱스 2부터 4까지의 연속 구간 하나가 됩니다. 빠진 중간 칸도 없고, 양쪽에서 겹쳐 더한 칸도 없습니다.</a:t>
            </a:r>
          </a:p>
          <a:p>
            <a:endParaRPr/>
          </a:p>
          <a:p>
            <a:r>
              <a:t>두 기록을 더하면 10 더하기 7이므로 17입니다. 이 값이 현재 [0~7]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12, right_max 7, 지금 구한 cross_max 17을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33346836"/>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[0~7] 호출에서 필요한 후보 세 개를 모두 구했습니다. 왼쪽 안에서 가장 큰 합은 12이고, 오른쪽 안에서 가장 큰 합은 7입니다. 경계를 걸친 합은 왼쪽 기록 10과 오른쪽 기록 7을 더한 17입니다. 화면의 각 줄은 그 값에 해당하는 실제 구간입니다.</a:t>
            </a:r>
          </a:p>
          <a:p>
            <a:endParaRPr/>
          </a:p>
          <a:p>
            <a:r>
              <a:t>이제 세 값 중 가장 큰 것을 고릅니다. 12, 7, 17 중 가장 큰 값은 17입니다. 경계를 걸치는 구간이 이 호출의 답입니다. 선택한 인덱스는 2부터 4까지입니다. 이번에는 두 절반 안의 답보다 경계를 이어 붙인 답이 더 큽니다.</a:t>
            </a:r>
          </a:p>
          <a:p>
            <a:endParaRPr/>
          </a:p>
          <a:p>
            <a:r>
              <a:t>이제 전체 여덟 칸의 계산이 끝났습니다. 반환하는 값은 17이고, 그 값에 해당하는 구간은 12 − 2 + 7입니다. 답을 코드에 미리 넣지 않고 작은 호출의 반환과 경계 스캔을 거쳐 찾았습니다.</a:t>
            </a:r>
          </a:p>
          <a:p>
            <a:endParaRPr/>
          </a:p>
          <a:p>
            <a:r>
              <a:t>뒤에서는 방금 따라간 과정을 실제 파이썬 코드와 연결해 보겠습니다. 특히 재귀 답과 경계에 붙은 기록이 어떻게 다른지, 음수만 있을 때도 빈 구간을 고르지 않는지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27516720"/>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방금 따라간 과정을 코드와 연결해 보겠습니다. 함수가 받는 세 입력은 배열 a, 시작 인덱스 low, 끝 인덱스 high입니다. low와 high는 둘 다 포함합니다. 전체 배열에서 시작할 때는 0과 len(a) 마이너스 1을 넘기므로 이 예제에서는 0과 7입니다.</a:t>
            </a:r>
          </a:p>
          <a:p>
            <a:endParaRPr/>
          </a:p>
          <a:p>
            <a:r>
              <a:t>첫 조건은 low와 high가 같은지 확인합니다. 같으면 원소 하나만 남은 것이어서 a[low]를 반환합니다. 화면에서 3, 마이너스 5, 12, 마이너스 2 같은 값들이 각각 위로 돌아왔던 부분이 이 줄입니다. 이 조건이 없으면 같은 한 칸을 계속 나누어 호출할 수 있어요.</a:t>
            </a:r>
          </a:p>
          <a:p>
            <a:endParaRPr/>
          </a:p>
          <a:p>
            <a:r>
              <a:t>두 칸 이상이면 mid를 계산합니다. 왼쪽 호출은 low부터 mid까지, 오른쪽 호출은 mid 플러스 1부터 high까지입니다. left_max를 받는 줄은 왼쪽 함수가 반환할 때까지 기다리고, 그 다음에 right_max를 받는 줄이 실행됩니다. 각 작은 호출도 이 코드의 처음부터 똑같이 시작한다는 점을 기억해 주세요.</a:t>
            </a:r>
          </a:p>
          <a:p>
            <a:endParaRPr/>
          </a:p>
          <a:p>
            <a:r>
              <a:t>양쪽 답을 받은 다음 max_crossing_sum을 호출합니다. 여기서 두 반복문으로 경계에 붙은 가장 좋은 합을 구합니다. 마지막 max는 세 값 중 가장 큰 값을 고르는 함수입니다. 전체 호출에서는 left_max가 12, right_max가 7, cross_max가 17이므로 17을 반환했습니다. 코드에는 정답 17이 미리 적혀 있지 않고 이 세 계산의 결과로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2184272"/>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 계산 함수의 왼쪽 부분입니다. left_sum에는 가장 큰 왼쪽 후보의 합을 저장합니다. 시작값 float의 마이너스 inf는 마이너스 무한대라는 뜻입니다. 실제로 나온 어떤 합보다도 작게 두어 첫 후보를 반드시 저장하려는 장치예요. current_sum은 아직 읽은 칸이 없어서 0으로 시작합니다.</a:t>
            </a:r>
          </a:p>
          <a:p>
            <a:endParaRPr/>
          </a:p>
          <a:p>
            <a:r>
              <a:t>반복문의 range는 mid에서 시작하고, 인덱스를 마이너스 1씩 줄입니다. 파이썬의 range는 두 번째 인수에 적힌 값을 포함하지 않기 때문에 멈춤값을 low가 아니라 low 마이너스 1로 적었습니다. 전체 호출에서는 range의 인수가 3, 마이너스 1, 마이너스 1입니다. 실제로 읽는 인덱스는 3, 2, 1, 0입니다. 인덱스 마이너스 1의 값은 읽지 않습니다.</a:t>
            </a:r>
          </a:p>
          <a:p>
            <a:endParaRPr/>
          </a:p>
          <a:p>
            <a:r>
              <a:t>current_sum 더하기 a[i]를 수행하면 mid부터 현재 i까지 이어진 모든 칸의 합이 됩니다. 화면에서 마이너스 2, 10, 5, 8로 바뀌었던 값이 이 변수입니다. 그다음 조건에서 현재 합이 left_sum보다 큰지 확인합니다. 클 때만 left_sum을 바꿉니다. 그래서 기록은 마이너스 2에서 10으로 갱신된 뒤 10을 유지했습니다.</a:t>
            </a:r>
          </a:p>
          <a:p>
            <a:endParaRPr/>
          </a:p>
          <a:p>
            <a:r>
              <a:t>이 코드에서는 구간의 시작 인덱스를 따로 저장하지 않고 합만 반환합니다. 우리가 그림에서 최선의 칸도 색칠한 것은 어떤 합인지 이해하기 위한 표시입니다. 프로그램에 필요한 답이 최대 합 하나라면 이 코드처럼 합만 가지고 있어도 됩니다. 다음 화면에서는 왼쪽 기록을 보관한 채 오른쪽 합을 새로 시작하겠습니다.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34441387"/>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반복문을 마친 다음 코드입니다. right_sum은 오른쪽 후보의 최댓값 기록이므로 마이너스 무한대로 시작합니다. current_sum은 오른쪽 부분만 더하기 위해 0으로 새로 설정합니다. 앞에서 구한 left_sum은 이 코드에서 바꾸지 않아요.</a:t>
            </a:r>
          </a:p>
          <a:p>
            <a:endParaRPr/>
          </a:p>
          <a:p>
            <a:r>
              <a:t>오른쪽 반복문은 mid 플러스 1에서 시작합니다. 왼쪽에 mid가 들어 있었으므로 바로 다음 칸부터 읽는 것입니다. 이번에는 인덱스를 오른쪽으로 늘리며 high까지 포함합니다. range의 멈춤값이 포함되지 않으므로 high 플러스 1을 적었습니다. 전체 호출에서 실제 인덱스는 4, 5, 6, 7이고, 8번 칸을 읽지는 않습니다.</a:t>
            </a:r>
          </a:p>
          <a:p>
            <a:endParaRPr/>
          </a:p>
          <a:p>
            <a:r>
              <a:t>각 칸의 값을 current_sum에 더한 뒤 right_sum과 비교합니다. 전체 호출의 현재 합은 7, 마이너스 2, 3, 4 순서였습니다. 첫 값 7이 가장 컸으므로 right_sum은 끝까지 7을 유지했습니다. 마지막에 나온 current_sum 4를 답으로 쓰지 않는 이유가 여기 있습니다. 마지막 후보와 가장 좋은 후보는 다를 수 있어요.</a:t>
            </a:r>
          </a:p>
          <a:p>
            <a:endParaRPr/>
          </a:p>
          <a:p>
            <a:r>
              <a:t>마지막 줄은 left_sum과 right_sum을 더해 반환합니다. 두 구간은 각각 mid에서 끝나고 mid 플러스 1에서 시작하므로 빈틈 없이 붙습니다. 전체 호출의 기록은 10과 7이었고 합은 17입니다. 이 값이 부모 함수에서 받는 cross_max가 됩니다. 이제 부모의 마지막 max가 left_max, right_max, cross_max를 비교합니다.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4799909"/>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반복문의 인덱스가 낯설 수 있어서 그림으로 한 번 더 보겠습니다. 전체 구간은 인덱스 0부터 7까지이고 mid는 3입니다. 왼쪽을 읽는 순서는 3, 2, 1, 0입니다. 화면의 파란 칸을 오른쪽 끝에서 왼쪽 끝으로 읽습니다. 오른쪽은 4, 5, 6, 7 순서이고 초록 칸을 왼쪽 끝에서 오른쪽 끝으로 읽어요.</a:t>
            </a:r>
          </a:p>
          <a:p>
            <a:endParaRPr/>
          </a:p>
          <a:p>
            <a:r>
              <a:t>range의 두 번째 인수는 실제로 방문하지 않는 멈춤값입니다. 왼쪽은 마지막으로 0번 칸을 읽어야 해서 멈춤값을 마이너스 1로 적었습니다. step이 마이너스 1이므로 인덱스를 계속 줄이다가 그 직전에 멈춥니다. 오른쪽은 마지막으로 7번 칸을 읽어야 해서 멈춤값을 8로 적었습니다.</a:t>
            </a:r>
          </a:p>
          <a:p>
            <a:endParaRPr/>
          </a:p>
          <a:p>
            <a:r>
              <a:t>파이썬에서는 배열의 마이너스 인덱스를 사용하면 뒤쪽 값을 읽을 수 있지만, 지금 왼쪽 반복문에서는 마이너스 1을 실제로 읽지 않습니다. 또한 a[8]에 접근하는 것도 아닙니다. range가 만들어 주는 인덱스 목록에 이 두 값은 포함되어 있지 않아요. 화면의 이동 순서를 그대로 목록으로 생각하면 쉽습니다.</a:t>
            </a:r>
          </a:p>
          <a:p>
            <a:endParaRPr/>
          </a:p>
          <a:p>
            <a:r>
              <a:t>더 작은 호출에서도 원리는 같습니다. 예를 들어 low가 4, mid가 5인 왼쪽 스캔은 5, 4만 읽고 멈춥니다. 배열 전체의 0까지 내려가면 안 됩니다. 반복문의 low와 high는 항상 현재 호출의 범위라는 점을 함께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4865343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지금까지의 예제에는 양수가 많았으니 음수만 있는 경우도 확인해 볼게요. 네 값은 마이너스 4, 마이너스 2, 마이너스 5, 마이너스 1입니다. 빈 구간은 허용하지 않으므로 답을 0으로 정하면 안 됩니다. 네 값 중 가장 덜 작은 값인 마이너스 1 한 칸이 전체 답입니다.</a:t>
            </a:r>
          </a:p>
          <a:p>
            <a:endParaRPr/>
          </a:p>
          <a:p>
            <a:r>
              <a:t>왼쪽 두 칸의 재귀 답은 마이너스 2이고 오른쪽 두 칸의 재귀 답은 마이너스 1입니다. 원소 하나에서도 음수를 그대로 반환하고, 두 칸에서도 음수 후보를 비교했기 때문에 이 답을 받을 수 있습니다. 음수를 0으로 바꾸는 코드는 이 문제의 조건과 다릅니다.</a:t>
            </a:r>
          </a:p>
          <a:p>
            <a:endParaRPr/>
          </a:p>
          <a:p>
            <a:r>
              <a:t>가운데 경계의 mid는 1입니다. 왼쪽 스캔은 마이너스 2에서 시작하고 마이너스 4를 더해서 현재 합이 마이너스 6이 됩니다. 기록은 더 큰 마이너스 2를 유지합니다. 오른쪽은 마이너스 5에서 시작하고 마이너스 1을 더해 마이너스 6이 됩니다. 기록은 마이너스 5를 유지합니다. 따라서 걸친 합은 마이너스 2와 마이너스 5를 더한 마이너스 7입니다.</a:t>
            </a:r>
          </a:p>
          <a:p>
            <a:endParaRPr/>
          </a:p>
          <a:p>
            <a:r>
              <a:t>세 후보 마이너스 2, 마이너스 1, 마이너스 7을 비교하면 마이너스 1이 가장 큽니다. 음수에서는 절댓값이 크다고 값도 큰 것이 아닙니다. 이 결과가 나오려면 최댓값 기록을 0이 아니라 마이너스 무한대로 초기화해야 한다는 점을 확인할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4120711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여덟 칸 예제에서는 경계를 걸친 합 17이 최종 답이었습니다. 하지만 항상 cross_max가 이기는 것은 아닙니다. 이번 네 값은 8, 마이너스 10, 마이너스 2, 마이너스 3입니다. 왼쪽 두 칸 안에서는 8 한 칸을 고른 합이 가장 크고, 오른쪽 안에서는 마이너스 2 한 칸이 가장 큽니다.</a:t>
            </a:r>
          </a:p>
          <a:p>
            <a:endParaRPr/>
          </a:p>
          <a:p>
            <a:r>
              <a:t>mid는 인덱스 1이어서 왼쪽 경계 칸이 마이너스 10입니다. 왼쪽 스캔의 첫 합은 마이너스 10이고, 그다음 8을 더하면 마이너스 2입니다. 둘 중 큰 기록은 마이너스 2입니다. 경계를 걸치는 왼쪽 부분에서는 값 8만 고를 수 없어요. 경계 칸 마이너스 10도 포함해야 하니까요.</a:t>
            </a:r>
          </a:p>
          <a:p>
            <a:endParaRPr/>
          </a:p>
          <a:p>
            <a:r>
              <a:t>오른쪽은 인덱스 2의 마이너스 2에서 시작하고, 마이너스 3을 더하면 합이 마이너스 5입니다. 오른쪽 기록은 마이너스 2를 유지합니다. 두 기록 마이너스 2와 마이너스 2를 더하면 cross_max는 마이너스 4입니다. 아래 줄에서 8, 마이너스 10, 마이너스 2가 모두 붙어 있는 것을 확인해 주세요.</a:t>
            </a:r>
          </a:p>
          <a:p>
            <a:endParaRPr/>
          </a:p>
          <a:p>
            <a:r>
              <a:t>마지막 비교는 8, 마이너스 2, 마이너스 4 중 가장 큰 8을 고릅니다. 경계를 걸친 구간을 정확히 계산해도, 그 구간이 더 불리하면 왼쪽 답을 그대로 반환해야 합니다. 그래서 마지막 줄은 left_sum 더하기 right_sum을 곧장 최종 답으로 내는 코드가 아니라, left_max, right_max, cross_max 세 값을 비교하는 코드입니다.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9608764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최대 구간 합에서도 실제 코드에서 시작하겠습니다. 지금 길이가 여덟인 구간의 가운데를 걸치는 합을 구하고 있습니다. 왼쪽 반복문은 가운데 왼쪽인 마이너스 이에서 시작해서 십이, 마이너스 오, 삼까지 읽습니다. 길이가 네 칸입니다.</a:t>
            </a:r>
          </a:p>
          <a:p>
            <a:endParaRPr/>
          </a:p>
          <a:p>
            <a:r>
              <a:t>그다음 오른쪽 반복문은 가운데 오른쪽인 칠에서 시작해서 마이너스 구, 오, 일까지 읽습니다. 이쪽도 네 칸입니다. 왼쪽을 다 읽은 뒤 오른쪽을 읽으니까 두 반복문의 작업량은 네 더하기 네, 여덟입니다. 네 곱하기 네가 아닙니다. 왼쪽의 각 칸마다 오른쪽 전체를 다시 읽는 코드가 아니기 때문입니다.</a:t>
            </a:r>
          </a:p>
          <a:p>
            <a:endParaRPr/>
          </a:p>
          <a:p>
            <a:r>
              <a:t>현재 구간의 길이가 네라면 양쪽을 합쳐 네 칸을 읽습니다. 길이가 둘이면 양쪽 한 칸씩, 합계 두 칸을 읽습니다. 따라서 한 번의 cross_max가 읽는 값의 개수는 현재 구간 길이에 비례합니다.</a:t>
            </a:r>
          </a:p>
          <a:p>
            <a:endParaRPr/>
          </a:p>
          <a:p>
            <a:r>
              <a:t>이것은 이 호출에서 가운데를 걸치는 합을 계산하는 비용만 센 것입니다. 왼쪽 내부와 오른쪽 내부의 최대 구간 합을 구하는 재귀 호출은 이 스캔과 별도로 실행됩니다. 전체 시간을 계산하려면 모든 크기의 호출에서 스캔한 값을 더해야 합니다. 다음 장에서 같은 크기의 호출들을 한 줄씩 모아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8650950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맨 위 호출은 여덟 칸 구간을 한 번 훑습니다. 그 전에 실행한 왼쪽과 오른쪽의 네 칸짜리 호출을 같은 층으로 모아 보면, 각 호출은 자기 구간 네 칸을 읽습니다. 두 호출을 합하면 역시 여덟 칸입니다.</a:t>
            </a:r>
          </a:p>
          <a:p>
            <a:endParaRPr/>
          </a:p>
          <a:p>
            <a:r>
              <a:t>그 아래 두 칸짜리 호출은 네 개입니다. 삼과 마이너스 오, 십이와 마이너스 이, 칠과 마이너스 구, 오와 일을 각각 담당합니다. 한 호출에서 두 칸을 읽고 그런 호출이 네 개이므로 여덟 칸입니다.</a:t>
            </a:r>
          </a:p>
          <a:p>
            <a:endParaRPr/>
          </a:p>
          <a:p>
            <a:r>
              <a:t>한 칸짜리는 cross_max를 호출하지 않고 값을 바로 반환합니다. 따라서 스캔하는 층은 두 칸, 네 칸, 여덟 칸인 세 층입니다. 각 층에서 읽은 합계가 여덟이므로 전체 스캔은 스물네 번입니다.</a:t>
            </a:r>
          </a:p>
          <a:p>
            <a:endParaRPr/>
          </a:p>
          <a:p>
            <a:r>
              <a:t>그림의 한 층은 동시에 실행된다는 뜻이 아닙니다. 실제 함수는 왼쪽 호출을 끝내고 오른쪽 호출을 실행합니다. 우리는 전체 작업량을 쉽게 더하려고 같은 크기의 호출을 같은 줄에 모았을 뿐입니다. 부모가 읽었던 칸을 자식도 읽기 때문에 하나의 원소는 서로 다른 층에서 다시 읽힙니다. 같은 층에서는 모든 구간을 합친 길이가 원래 여덟 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4118008"/>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처음의 어렵게 보였던 엔 로그 엔이 어디서 나왔는지 보겠습니다. 여덟 칸짜리 입력에서는 스캔하는 층이 세 개이고, 각 층에서 합계 여덟 칸을 읽었습니다. 여덟 곱하기 삼입니다.</a:t>
            </a:r>
          </a:p>
          <a:p>
            <a:endParaRPr/>
          </a:p>
          <a:p>
            <a:r>
              <a:t>왜 세 층일까요? 구간이 여덟, 사, 이, 일로 반씩 줄어듭니다. 한 칸에서 바로 반환하므로 스캔은 길이 여덟, 사, 이의 세 층에서만 합니다. 반으로 줄이는 횟수가 세 번이고, 이것이 로그 투 여덟입니다.</a:t>
            </a:r>
          </a:p>
          <a:p>
            <a:endParaRPr/>
          </a:p>
          <a:p>
            <a:r>
              <a:t>입력 길이가 엔으로 바뀌어도 같은 층의 호출들은 원래 구간을 나누어 맡습니다. 그래서 한 층에서 읽는 합계는 엔입니다. 이런 층 수가 로그 엔에 비례하므로 엔 곱하기 로그 엔이 나옵니다. 전체 시간은 오 엔 로그 엔이라고 적습니다.</a:t>
            </a:r>
          </a:p>
          <a:p>
            <a:endParaRPr/>
          </a:p>
          <a:p>
            <a:r>
              <a:t>여기서 이십사라는 값은 여덟 개 예제에서 스캔이 읽은 값의 개수입니다. 함수 호출, 최댓값 비교, 반환 등의 모든 명령어를 세어 이십사라고 한 것은 아닙니다. 그런 작업까지 포함해도 이 코드의 시간 차수는 엔 로그 엔입니다. 수식을 외우기 전에 한 층의 양이 엔이고 층 수가 로그 엔이라는 두 사실을 설명할 수 있으면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5323670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최대 구간 합 함수의 내용을 시간식으로 읽겠습니다. 티 엔은 길이가 엔인 구간의 최대 구간 합을 구하는 전체 시간입니다. 먼저 왼쪽 절반에서 답을 구하고, 오른쪽 절반에서 답을 구합니다. 두 호출 모두 길이가 절반인 문제여서 티 엔 이분의 일이 두 번 나옵니다.</a:t>
            </a:r>
          </a:p>
          <a:p>
            <a:endParaRPr/>
          </a:p>
          <a:p>
            <a:r>
              <a:t>그 다음에는 가운데를 걸치는 최대 합을 계산합니다. 왼쪽과 오른쪽을 한 번씩 읽는 cross_max입니다. 두 스캔의 길이를 합하면 현재 구간 길이 엔이므로 이 일은 오 엔입니다. 세 후보의 최댓값을 고르는 비교는 일정한 횟수이고, 이 선형 비용 안에 포함할 수 있습니다.</a:t>
            </a:r>
          </a:p>
          <a:p>
            <a:endParaRPr/>
          </a:p>
          <a:p>
            <a:r>
              <a:t>화면의 왼쪽 파란 항은 왼쪽 내부의 답, 초록 항은 오른쪽 내부의 답을 구하는 시간입니다. 주황 항은 현재 구간에서 중앙을 걸치는 답을 만드는 시간이에요. 티라는 시간 이름으로 코드의 세 부분을 그대로 나누어 적었습니다.</a:t>
            </a:r>
          </a:p>
          <a:p>
            <a:endParaRPr/>
          </a:p>
          <a:p>
            <a:r>
              <a:t>아래 줄의 이 티 엔 이분의 일은 왼쪽과 오른쪽의 두 시간을 모아 쓴 것입니다. 병합 정렬과 같은 모양의 식이지만 주황색 항이 하는 일은 다릅니다. 병합 정렬은 두 배열을 합쳤고, 여기서는 중앙에서 양쪽으로 훑었습니다. 두 코드 모두 한 층의 합계가 엔이고 그런 층이 로그 엔개여서 오 엔 로그 엔이 된 것입니다. 화살표 하나로 결론을 넘기기보다 앞의 층 그림과 연결해서 읽어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00008499"/>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과정을 마지막 그림으로 다시 묶어 보겠습니다. 맨 아래의 원소 하나는 자기 값을 그대로 반환했습니다. 그 위의 두 칸짜리 호출은 각각 3, 12, 7, 6을 반환했습니다. 특히 마지막 두 칸 5와 1은 경계를 이어 붙인 합 6이 더 좋았죠.</a:t>
            </a:r>
          </a:p>
          <a:p>
            <a:endParaRPr/>
          </a:p>
          <a:p>
            <a:r>
              <a:t>왼쪽 네 칸짜리 호출은 3, 12, 걸친 합 10을 비교해서 12를 반환했습니다. 오른쪽 네 칸짜리 호출은 7, 6, 걸친 합 4를 비교해서 7을 반환했습니다. 그래서 전체 호출이 받은 left_max는 12이고 right_max는 7이었습니다. 재귀 답을 갑자기 주어진 숫자로 생각하지 말고, 아래에서 실제로 계산해 올린 결과라고 보세요.</a:t>
            </a:r>
          </a:p>
          <a:p>
            <a:endParaRPr/>
          </a:p>
          <a:p>
            <a:r>
              <a:t>전체 경계는 인덱스 3과 4 사이였습니다. 왼쪽 스캔의 현재 합은 마이너스 2, 10, 5, 8이었고 저장한 최댓값은 10이었습니다. 오른쪽 현재 합은 7, 마이너스 2, 3, 4였고 저장한 최댓값은 7이었습니다. 두 기록을 더해서 cross_max 17을 만들었습니다. 그때 선택된 구간은 인덱스 2부터 4까지의 12, 마이너스 2, 7입니다.</a:t>
            </a:r>
          </a:p>
          <a:p>
            <a:endParaRPr/>
          </a:p>
          <a:p>
            <a:r>
              <a:t>마지막으로 12, 7, 17 중 가장 큰 17을 반환합니다. 기억할 것은 세 가지입니다. 재귀의 left_max와 right_max는 각 절반 내부의 답이고, 경계 스캔의 left_sum과 right_sum은 반드시 경계에 붙은 구간의 기록입니다. 그리고 현재 합과 저장한 최댓값은 서로 다를 수 있습니다. 이 구분을 하면 재귀 호출과 두 포인터의 이동을 코드 한 줄씩 따라갈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912004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쿼드 트리는 무엇을 하려고 쓰는지부터 보겠습니다. 그림을 컴퓨터에 넣으려면 각 칸이 무슨 색인지 기록해야 합니다. 아주 큰 바다 그림이라면 파란 칸이 같은 색으로 계속 반복될 수 있겠죠. 그 칸들을 전부 작은 조각으로 적는 대신, 이 넓은 영역은 전부 같은 색이라고 한 번만 기록할 수 있습니다.</a:t>
            </a:r>
          </a:p>
          <a:p>
            <a:endParaRPr/>
          </a:p>
          <a:p>
            <a:r>
              <a:t>오른쪽 그림을 보세요. 왼쪽은 바다도 섬도 모두 작은 격자로 나누었습니다. 오른쪽은 같은 성질을 가진 넓은 바다를 큰 영역으로 두고, 섬처럼 내용이 섞인 곳만 더 작게 나눕니다. 쿼드 트리는 이렇게 위치가 있는 영역을 큰 조각과 작은 조각으로 표현하는 자료 구조입니다.</a:t>
            </a:r>
          </a:p>
          <a:p>
            <a:endParaRPr/>
          </a:p>
          <a:p>
            <a:r>
              <a:t>이 수업에서는 흑백 그림을 저장하는 예제로 원리를 익히겠습니다. 흰색은 영, 검은색은 일이라고 정합니다. 한 영역이 전부 흰색이면 영 하나, 전부 검은색이면 일 하나만 적습니다. 두 색이 섞였으면 그 영역을 네 조각으로 나눈 뒤, 각 조각에서 같은 일을 합니다.</a:t>
            </a:r>
          </a:p>
          <a:p>
            <a:endParaRPr/>
          </a:p>
          <a:p>
            <a:r>
              <a:t>작게 저장한다고 원래 색을 지우거나 그림의 해상도를 낮추는 것은 아닙니다. 영역의 크기와 위치를 따라가며 기록을 읽으면 원래 그림의 모든 칸을 다시 채울 수 있습니다. 먼저 아주 작은 네 칸 곱하기 네 칸짜리 그림으로, 무엇을 저장하고 무엇을 복원하는지 끝까지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8912432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그림은 가로 네 칸, 세로 네 칸입니다. 전체가 열여섯 칸이죠. 왼쪽 위 두 칸 곱하기 두 칸은 흰색, 오른쪽 위는 검은색, 왼쪽 아래는 검은색, 오른쪽 아래는 흰색입니다. 먼저 이 그림이 입력이라는 점부터 잡고 갑시다. 결과로 원소를 정렬하거나 어느 칸을 찾는 문제가 아닙니다. 이 그림을 다시 그릴 수 있는 기록을 만드는 문제입니다.</a:t>
            </a:r>
          </a:p>
          <a:p>
            <a:endParaRPr/>
          </a:p>
          <a:p>
            <a:r>
              <a:t>모든 칸의 색을 그대로 적으면 오른쪽처럼 네 줄의 영과 일이 됩니다. 첫 행은 영, 영, 일, 일이고 둘째 행도 같습니다. 셋째와 넷째 행은 일, 일, 영, 영입니다. 이 방식은 열여섯 칸에 대해 색 열여섯 개를 기록합니다.</a:t>
            </a:r>
          </a:p>
          <a:p>
            <a:endParaRPr/>
          </a:p>
          <a:p>
            <a:r>
              <a:t>그런데 왼쪽 그림을 큰 네 영역으로 보면 각 영역 안에서 색이 반복되고 있습니다. 왼쪽 위는 네 칸 모두 영이므로 그 영역의 색을 영 하나로 표현할 수 있겠죠. 나머지 세 영역도 각각 한 색입니다. 쿼드 트리는 이 반복을 이용합니다.</a:t>
            </a:r>
          </a:p>
          <a:p>
            <a:endParaRPr/>
          </a:p>
          <a:p>
            <a:r>
              <a:t>앞으로 저장한 표현을 해석할 때는 전체 그림의 크기가 네 곱하기 네라는 정보를 함께 알고 있다고 가정합니다. 이 수업에서는 한 변이 일, 이, 사, 팔처럼 이의 거듭제곱인 정사각형을 다룹니다. 그래야 혼합 영역을 같은 크기의 정사각형 네 개로 계속 나눌 수 있습니다. 색 하나가 몇 칸을 채울지는 현재 맡은 영역의 크기로 결정합니다. 다음 페이지에서는 한 영역의 색 네 개가 색 하나로 바뀌어도 정보가 남는 이유를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127932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위 영역만 떼어 보겠습니다. 이 영역은 두 칸 곱하기 두 칸이고, 안에 있는 네 칸이 모두 흰색입니다. 영을 네 개 적을 수도 있지만, 이 영역은 전부 흰색이라고 알려 주면 영 하나로 충분합니다.</a:t>
            </a:r>
          </a:p>
          <a:p>
            <a:endParaRPr/>
          </a:p>
          <a:p>
            <a:r>
              <a:t>여기서 영 한 글자가 뜻하는 범위를 꼭 구분하세요. 영은 언제나 현재 맡은 영역 전체가 흰색이라는 뜻입니다. 지금은 두 곱하기 두 영역을 맡고 있으므로 네 칸을 모두 흰색으로 채우라는 기록입니다. 한 칸짜리 영역에서 영을 읽으면 그 한 칸만 채우고, 여덟 곱하기 여덟 영역에서 영을 읽으면 예순네 칸 모두 채웁니다.</a:t>
            </a:r>
          </a:p>
          <a:p>
            <a:endParaRPr/>
          </a:p>
          <a:p>
            <a:r>
              <a:t>왜 크기를 잃어버리지 않을까요? 이 기록을 읽는 쪽도 처음 그림의 크기를 알고, 부모가 네 조각으로 나눈 순서대로 각 자식에게 영역의 위치와 크기를 넘겨줍니다. 따라서 색 기록만 보아도 어느 영역에 적용되는지 알 수 있습니다.</a:t>
            </a:r>
          </a:p>
          <a:p>
            <a:endParaRPr/>
          </a:p>
          <a:p>
            <a:r>
              <a:t>검은색 영역도 똑같습니다. 지금 맡은 네 칸이 전부 검은색이면 일 하나로 기록합니다. 이렇게 한 색으로 끝난 영역은 더 나눌 필요가 없고, 트리에서 자식이 없는 마지막 노드가 됩니다. 아직 전체 네 곱하기 네 그림은 두 색이 섞여 있으므로, 다음에는 부모 영역을 어떻게 나누는지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49459412"/>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다시 전체 네 곱하기 네 그림입니다. 이 전체 영역에는 흰색과 검은색이 모두 있습니다. 그래서 영 하나나 일 하나로 끝낼 수 없습니다. 이럴 때 가로를 절반, 세로도 절반으로 나누어서 같은 크기의 네 영역을 만듭니다.</a:t>
            </a:r>
          </a:p>
          <a:p>
            <a:endParaRPr/>
          </a:p>
          <a:p>
            <a:r>
              <a:t>화면의 파란 선을 기준으로 왼쪽 위, 오른쪽 위, 왼쪽 아래, 오른쪽 아래가 생겼습니다. 각 영역은 두 곱하기 두입니다. 전체 면적 열여섯 칸을 네 영역이 네 칸씩 나누어 맡습니다. 영역들이 겹치거나 빠뜨리는 칸은 없습니다.</a:t>
            </a:r>
          </a:p>
          <a:p>
            <a:endParaRPr/>
          </a:p>
          <a:p>
            <a:r>
              <a:t>첫 번째 왼쪽 위는 전부 영입니다. 두 번째 오른쪽 위는 전부 일입니다. 세 번째 왼쪽 아래도 전부 일이고, 네 번째 오른쪽 아래는 전부 영입니다. 이 예제에서는 네 조각이 모두 한 색이어서 각 조각을 한 글자로 끝낼 수 있습니다.</a:t>
            </a:r>
          </a:p>
          <a:p>
            <a:endParaRPr/>
          </a:p>
          <a:p>
            <a:r>
              <a:t>쿼드 트리라는 이름에서 쿼드는 네 개를 뜻합니다. 색이 섞인 부모 영역 하나를 네 자식 영역으로 나누는 구조가 반복됩니다. 모든 자식이 또 나뉘는 것은 아닙니다. 지금처럼 한 색이면 그 자리에서 끝내고, 섞인 자식만 다시 네 조각으로 나눕니다. 다음에는 이 네 결과를 어떤 순서로 기록하는지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255321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자식의 색이 정해졌으니 이제 전체 결과를 적겠습니다. 이 수업에서는 왼쪽 위, 오른쪽 위, 왼쪽 아래, 오른쪽 아래 순서로 읽습니다. 영, 일, 일, 영이 됩니다. 이 순서는 저장할 때와 복원할 때 똑같이 써야 합니다.</a:t>
            </a:r>
          </a:p>
          <a:p>
            <a:endParaRPr/>
          </a:p>
          <a:p>
            <a:r>
              <a:t>이 네 색 앞뒤에 괄호를 붙이면 여는 괄호, 영, 일, 일, 영, 닫는 괄호가 됩니다. 여는 괄호는 현재 영역이 한 색으로 끝나지 않아서 네 자식으로 나뉘었다는 표시입니다. 괄호 안에는 방금 정한 순서대로 네 자식의 기록을 적습니다.</a:t>
            </a:r>
          </a:p>
          <a:p>
            <a:endParaRPr/>
          </a:p>
          <a:p>
            <a:r>
              <a:t>왜 그냥 영일일영만 쓰지 않을까요? 지금은 쉽게 눈으로 볼 수 있어도, 어떤 자식 안에 두 색이 섞이면 그 자식도 다시 나뉩니다. 괄호가 있어야 어느 결과가 어느 부모에 속하는지 구별할 수 있습니다. 색 영이나 일은 그 영역을 한 색으로 끝내고, 괄호는 더 작은 네 영역으로 들어가라는 표시인 셈입니다.</a:t>
            </a:r>
          </a:p>
          <a:p>
            <a:endParaRPr/>
          </a:p>
          <a:p>
            <a:r>
              <a:t>오른쪽 그림의 트리에서 맨 위 상자는 전체 그림입니다. 아래 네 상자는 그 그림의 네 영역입니다. 선으로 이어진 관계를 괄호 표현으로 적은 것이 이번 저장 결과입니다. 이 예제에서는 색 열여섯 개 대신 괄호를 포함한 여섯 기호로 표현했습니다. 파일의 실제 바이트 수를 비교한 숫자가 아니라, 지금 정한 표현에서 기호가 몇 개인지를 비교한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470792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기록을 보고 원래 그림을 다시 그려 보겠습니다. 처음에는 크기가 네 곱하기 네라는 것만 알고 있습니다. 첫 기호가 여는 괄호이므로 전체 영역을 두 곱하기 두인 네 부분으로 나눕니다. 아직 색은 채우지 않습니다.</a:t>
            </a:r>
          </a:p>
          <a:p>
            <a:endParaRPr/>
          </a:p>
          <a:p>
            <a:r>
              <a:t>첫 자식의 기록은 영입니다. 첫 자식은 왼쪽 위 영역을 맡으므로 그 영역 네 칸을 전부 흰색으로 채웁니다. 둘째 기록은 일입니다. 오른쪽 위 네 칸을 검은색으로 채웁니다. 셋째도 일이므로 왼쪽 아래 네 칸을 검은색으로, 넷째 영은 오른쪽 아래 네 칸을 흰색으로 채웁니다.</a:t>
            </a:r>
          </a:p>
          <a:p>
            <a:endParaRPr/>
          </a:p>
          <a:p>
            <a:r>
              <a:t>이렇게 네 자식을 모두 채운 뒤 닫는 괄호를 만납니다. 이 부모의 복원이 끝났다는 표시입니다. 화면 오른쪽의 복원 그림은 처음 입력과 칸마다 같은 색입니다. 색의 개수뿐 아니라 위치까지 복원해야 저장한 표현이 제대로 된 것입니다.</a:t>
            </a:r>
          </a:p>
          <a:p>
            <a:endParaRPr/>
          </a:p>
          <a:p>
            <a:r>
              <a:t>예를 들어 색 네 개의 순서를 바꿔 쓰면 검은 영역의 위치가 바뀌겠죠. 그래서 부모의 위치와 크기, 자식을 읽는 순서, 색과 분할을 나타내는 기호가 함께 필요합니다. 쿼드 트리의 저장과 복원은 이 규칙을 서로 반대 방향으로 사용하는 과정입니다. 압축 결과만 남겨도 원래 그림을 되살릴 수 있다는 것이 이 예제의 목적입니다.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4644713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단계 더 들어가는 작은 예제를 보겠습니다. 왼쪽 그림의 오른쪽 위는 전부 검은색이고 아래 두 영역은 전부 흰색입니다. 그런데 왼쪽 위 두 곱하기 두 안에는 흰색 세 칸과 검은색 한 칸이 섞였습니다.</a:t>
            </a:r>
          </a:p>
          <a:p>
            <a:endParaRPr/>
          </a:p>
          <a:p>
            <a:r>
              <a:t>부모를 네 조각으로 나눈 것과 같은 규칙을 왼쪽 위 자식에도 적용합니다. 그 두 곱하기 두를 다시 네 조각으로 나누면 한 칸짜리 영역 네 개가 됩니다. 순서대로 영, 영, 영, 일이므로 이 자식의 기록은 괄호 영영영일 괄호입니다.</a:t>
            </a:r>
          </a:p>
          <a:p>
            <a:endParaRPr/>
          </a:p>
          <a:p>
            <a:r>
              <a:t>전체 부모는 첫 자식의 이 긴 기록을 하나의 자식 답으로 받습니다. 그 뒤에 두 번째 자식의 일, 세 번째 자식의 영, 네 번째 자식의 영을 붙이고 자기 괄호로 묶습니다. 화면 아래 표현에서 맨 바깥 괄호는 전체 네 곱하기 네 영역이고, 안쪽 괄호는 왼쪽 위 두 곱하기 두 영역입니다.</a:t>
            </a:r>
          </a:p>
          <a:p>
            <a:endParaRPr/>
          </a:p>
          <a:p>
            <a:r>
              <a:t>여기서 안쪽 괄호를 만나도 전체 그림을 다시 나누는 것이 아닙니다. 지금 맡고 있는 왼쪽 위 자식만 나눕니다. 닫는 괄호를 읽으면 그 자식의 처리를 마치고 부모의 다음 자식으로 돌아갑니다. 이 원리를 알고 나면 뒤의 여덟 곱하기 여덟 예제에서도 같은 작업이 영역의 크기만 바뀌어 반복된다는 것을 볼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2727137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만든 결과를 한 번 정리하겠습니다. 쿼드 트리에서 한 색으로 끝난 영역에는 영 또는 일을 저장합니다. 색이 섞여 네 부분으로 나눈 영역에는 네 자식으로 이어지는 구조를 저장합니다. 괄호 표현은 이 구조를 문자열로 적는 한 가지 방식입니다.</a:t>
            </a:r>
          </a:p>
          <a:p>
            <a:endParaRPr/>
          </a:p>
          <a:p>
            <a:r>
              <a:t>오른쪽의 예쁜 그림도 같은 내용을 보여 줍니다. 작은 칸마다 색을 적는 대신, 같은 색으로 이루어진 큰 영역을 하나로 표현했습니다. 눈에 보이는 격자의 수가 줄어도 각 영역이 어디를 차지하는지 알고 있어서 원래 칸의 색을 복원할 수 있습니다.</a:t>
            </a:r>
          </a:p>
          <a:p>
            <a:endParaRPr/>
          </a:p>
          <a:p>
            <a:r>
              <a:t>이 방식이 항상 더 짧아지는 것은 아닙니다. 넓은 곳이 같은 색이면 한 글자로 끝낼 수 있지만, 흰색과 검은색이 칸마다 번갈아 나오면 끝까지 작게 나눠야 합니다. 색 기록에 더해 분할 괄호도 필요해서 표현이 오히려 길어질 수 있습니다. 뒤에서 단색 그림과 체크 무늬를 비교해 보겠습니다.</a:t>
            </a:r>
          </a:p>
          <a:p>
            <a:endParaRPr/>
          </a:p>
          <a:p>
            <a:r>
              <a:t>이제 이어지는 여덟 곱하기 여덟 그림은 방금보다 큰 입력입니다. 원리는 같습니다. 현재 영역이 같은 색인지 확인하고, 같으면 색 하나를 반환합니다. 섞였으면 네 영역의 답을 받아 묶습니다. 복원할 때는 기록을 같은 순서로 읽고, 색이면 현재 영역을 채웁니다. 좌표를 보기 전에 무엇을 기록하려는지 이 목적을 먼저 떠올리세요.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5273292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두 장면은 서로 다른 입력입니다. 왼쪽처럼 전체가 흰색이면, 칸마다 영을 반복해 저장할 필요가 없습니다. 이 영역은 전부 흰색이라는 뜻으로 영 한 글자를 기록합니다. 영역의 크기와 위치는 재귀 호출이 이미 알고 있으니까 그 한 글자로 해당 영역을 채울 수 있습니다.</a:t>
            </a:r>
          </a:p>
          <a:p>
            <a:endParaRPr/>
          </a:p>
          <a:p>
            <a:r>
              <a:t>오른쪽처럼 흰색과 검은색이 섞이면 한 글자로 나타낼 수 없습니다. 정사각형을 같은 크기의 네 부분으로 나눠서 각 부분을 살펴봅니다. 어떤 부분은 전부 흰색이고 어떤 부분은 전부 검은색일 수 있습니다. 그런 부분은 영 또는 일을 한 글자 기록하고 끝내요. 여전히 색이 섞인 부분만 다시 네 개로 나눕니다.</a:t>
            </a:r>
          </a:p>
          <a:p>
            <a:endParaRPr/>
          </a:p>
          <a:p>
            <a:r>
              <a:t>이 과정을 트리로 그리면 나누어진 영역이 자식 네 개를 가진 내부 노드가 되고, 더 나누지 않은 균일 영역이 리프 노드가 됩니다. 그래서 쿼드, 즉 네 갈래의 트리라고 부릅니다.</a:t>
            </a:r>
          </a:p>
          <a:p>
            <a:endParaRPr/>
          </a:p>
          <a:p>
            <a:r>
              <a:t>이제 말로만 설명하지 않고, 실제 코드에 들어 있는 여덟 곱하기 여덟 영상 하나를 끝까지 따라가겠습니다. 어느 호출이 어떤 영역을 받고, 그 호출이 어떤 문자열을 반환하는지 화면에 계속 함께 표시하겠습니다. 마지막에는 그 문자열을 읽어서 원래 영상도 다시 만들어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58355186"/>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예제는 한 변이 여덟 칸인 흑백 영상입니다. 행과 열은 모두 영부터 칠까지 세겠습니다. 흰 칸은 영이고 검은 칸은 일입니다. 윗부분 오른쪽 네 곱하기 네 영역은 전부 검은색입니다. 그리고 아래쪽에는 행 오, 열 일에 검은 칸이 하나 더 있어요. 다른 칸은 모두 흰색입니다.</a:t>
            </a:r>
          </a:p>
          <a:p>
            <a:endParaRPr/>
          </a:p>
          <a:p>
            <a:r>
              <a:t>처음 호출은 행 영, 열 영에서 시작하는 크기 여덟의 정사각형입니다. 코드에서는 x가 행, y가 열입니다. 그래프의 가로축과 세로축을 떠올리면 헷갈릴 수 있으니, 여기서는 행 r과 열 c라고 읽겠습니다. 호출의 세 숫자는 시작 행, 시작 열, 한 변의 길이입니다.</a:t>
            </a:r>
          </a:p>
          <a:p>
            <a:endParaRPr/>
          </a:p>
          <a:p>
            <a:r>
              <a:t>전체에 영과 일이 함께 있으므로 첫 호출에서 한 글자만 반환할 수는 없습니다. 네 영역으로 나누어 자식 호출을 하게 됩니다. 나누는 순서는 좌상, 우상, 좌하, 우하입니다. 이 순서와 시작 좌표를 다음 장에서 먼저 고정한 뒤, 각 호출을 하나씩 실행하겠습니다.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1289927"/>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정사각형의 한 변은 여덟이고, 절반인 half는 사입니다. 좌상은 시작 위치를 바꾸지 않고 행 영, 열 영에서 크기 사를 처리합니다. 우상은 열에 사를 더하니까 행 영, 열 사입니다. 좌하는 행에 사를 더해서 행 사, 열 영입니다. 우하는 둘 다 사를 더해 행 사, 열 사입니다.</a:t>
            </a:r>
          </a:p>
          <a:p>
            <a:endParaRPr/>
          </a:p>
          <a:p>
            <a:r>
              <a:t>행에 half를 더하면 아래쪽으로 이동하고, 열에 half를 더하면 오른쪽으로 이동합니다. 영역을 별도 배열로 잘라 복사하는 것이 아니라, 같은 영상에서 시작 좌표와 크기를 바꾸는 호출이에요.</a:t>
            </a:r>
          </a:p>
          <a:p>
            <a:endParaRPr/>
          </a:p>
          <a:p>
            <a:r>
              <a:t>부모는 우선 여는 괄호를 기록합니다. 자식 네 개의 문자열을 좌상, 우상, 좌하, 우하 순서대로 붙인 뒤 닫는 괄호를 기록하겠습니다. 아직 자식의 답을 모르므로 네 자리는 물음표입니다. 이제 첫 자식인 좌상 호출부터 처리해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10849739"/>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자식은 좌상입니다. 주황색 테두리 안의 행 영부터 삼, 열 영부터 삼을 보세요. 열여섯 칸이 모두 영입니다. 기준값인 첫 칸도 영이고, 나머지를 검사해도 다른 색이 나오지 않습니다.</a:t>
            </a:r>
          </a:p>
          <a:p>
            <a:endParaRPr/>
          </a:p>
          <a:p>
            <a:r>
              <a:t>따라서 이 호출은 더 작은 네 영역을 만들지 않습니다. 문자열 영 한 글자를 부모에게 반환하고 끝납니다. 크기 사인데 왜 영 한 개뿐인지 이해해야 해요. 한 글자가 한 픽셀을 뜻하는 것이 아니라, 지금 호출이 맡은 네 곱하기 네 영역 전체가 흰색이라는 뜻입니다.</a:t>
            </a:r>
          </a:p>
          <a:p>
            <a:endParaRPr/>
          </a:p>
          <a:p>
            <a:r>
              <a:t>부모는 여는 괄호 뒤에 이 영을 붙입니다. 첫 자식 호출이 끝났으니 다음 자식인 우상을 실행하겠습니다. 재귀 호출은 네 개가 화면에서 동시에 달리는 것이 아니라 이 코드에서는 정해진 순서로 하나씩 끝납니다.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99632018"/>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자식은 행 영, 열 사에서 시작하는 크기 사 영역입니다. 오른쪽 위의 주황색 테두리를 보세요. 이 영역은 열여섯 칸이 모두 일입니다. 첫 칸을 기준으로 검사하면 다른 색이 없어요.</a:t>
            </a:r>
          </a:p>
          <a:p>
            <a:endParaRPr/>
          </a:p>
          <a:p>
            <a:r>
              <a:t>이 호출은 문자열 일 한 글자를 반환합니다. 부모에게 돌아가면 좌상의 영 다음에 우상의 일을 붙입니다. 현재 부모가 모은 두 결과는 영, 일입니다. 이것이 위쪽 두 영역의 색을 정해진 순서로 기록한 것이죠.</a:t>
            </a:r>
          </a:p>
          <a:p>
            <a:endParaRPr/>
          </a:p>
          <a:p>
            <a:r>
              <a:t>여기서 색 값을 작은 순서대로 정렬하는 것이 아닙니다. 일 다음에 영이 나오는 입력도 그대로 그 순서로 저장합니다. 저장 순서는 위치가 결정합니다. 따라서 다음에 처리할 부분은 왼쪽 아래입니다. 그 안에 검은 칸 하나가 있어서 앞의 두 영역과 다르게 더 나눠야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513865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자식은 행 사, 열 영에서 시작하는 크기 사 영역입니다. 이 영역 대부분은 흰색이지만 행 오, 열 일의 검은 칸이 포함되어 있습니다. 영과 일이 섞였으므로 영 한 글자로 반환하면 그 검은 칸을 잃게 됩니다.</a:t>
            </a:r>
          </a:p>
          <a:p>
            <a:endParaRPr/>
          </a:p>
          <a:p>
            <a:r>
              <a:t>이 영역의 한 변도 절반으로 줄입니다. half는 이입니다. 좌하 호출 안에서 생기는 네 자식은 행 사 열 영, 행 사 열 이, 행 육 열 영, 행 육 열 이에서 시작하며, 크기는 모두 이입니다. 같은 규칙을 현재 영역에 다시 적용한 것입니다.</a:t>
            </a:r>
          </a:p>
          <a:p>
            <a:endParaRPr/>
          </a:p>
          <a:p>
            <a:r>
              <a:t>원래 영상의 루트는 좌하 결과가 나올 때까지 기다립니다. 좌하 호출은 자기 결과의 여는 괄호를 만들고, 자신의 좌상부터 처리합니다. 재귀에서 부모가 기다린다는 것은 부모의 실행 위치와 임시 결과를 기억해 두었다가 자식이 반환하면 이어서 실행한다는 뜻입니다.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94303366"/>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그림은 전체 영상이 아니라, 방금 처리하던 왼쪽 아래의 네 곱하기 네 부분을 확대한 것입니다. 축의 행 번호가 사부터 칠이고 열 번호가 영부터 삼인 것을 확인해 주세요. 좌표는 확대해도 원래 영상의 좌표를 유지합니다.</a:t>
            </a:r>
          </a:p>
          <a:p>
            <a:endParaRPr/>
          </a:p>
          <a:p>
            <a:r>
              <a:t>현재 영역을 십자선으로 나누면 크기 이인 네 부분이 됩니다. 첫 자식인 좌상의 두 곱하기 두만 영과 일이 섞여 있습니다. 그 시작 위치는 행 사, 열 영입니다. 나머지 세 부분은 전부 영인 것을 눈으로 확인할 수 있죠.</a:t>
            </a:r>
          </a:p>
          <a:p>
            <a:endParaRPr/>
          </a:p>
          <a:p>
            <a:r>
              <a:t>하지만 코드는 먼저 첫 자식 호출을 끝내고 나서 나머지 세 호출을 합니다. 따라서 지금은 행 사, 열 영, 크기 이의 호출로 내려갑니다. 이 부분도 같은 색이 아니니까 다시 한 변을 절반으로 줄입니다. 이번에는 half가 일이어서 각 자식이 픽셀 하나가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25177698"/>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행 사부터 오, 열 영부터 일인 두 곱하기 두 영역을 확대했습니다. 윗줄은 영 영, 아랫줄은 영 일입니다. 한 변이 이인데 색이 섞여 있으니 크기 일인 네 자식으로 나눕니다.</a:t>
            </a:r>
          </a:p>
          <a:p>
            <a:endParaRPr/>
          </a:p>
          <a:p>
            <a:r>
              <a:t>좌상은 행 사 열 영이라서 영이고, 우상은 행 사 열 일이라서 영입니다. 좌하는 행 오 열 영이라서 영이고, 우하는 행 오 열 일이라서 일입니다. 순서대로 읽으면 영, 영, 영, 일입니다.</a:t>
            </a:r>
          </a:p>
          <a:p>
            <a:endParaRPr/>
          </a:p>
          <a:p>
            <a:r>
              <a:t>이 네 값은 네 칸의 원래 위치를 보존하는 순서입니다. 윗줄을 먼저 왼쪽부터 읽고, 그다음 아랫줄을 왼쪽부터 읽는다고 생각하면 이 작은 예제에서는 쉽습니다. 영역이 커져도 위치 순서는 똑같습니다. 이제 한 칸짜리 자식들이 어떻게 끝나고, 두 곱하기 두 부모에게 돌아오는지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8570105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칸짜리 영역은 그 한 칸의 값만 있습니다. 따라서 반드시 균일합니다. 영이면 영을 반환하고 일이면 일을 반환합니다. 크기를 다시 영으로 줄이는 재귀 호출은 만들지 않습니다.</a:t>
            </a:r>
          </a:p>
          <a:p>
            <a:endParaRPr/>
          </a:p>
          <a:p>
            <a:r>
              <a:t>화면의 네 카드를 왼쪽부터 보겠습니다. 행 사 열 영의 호출은 영을 반환합니다. 다음 행 사 열 일도 영, 행 오 열 영도 영, 마지막 행 오 열 일은 일을 반환합니다. 각 호출이 끝난 뒤 부모인 두 곱하기 두 호출이 결과를 받습니다.</a:t>
            </a:r>
          </a:p>
          <a:p>
            <a:endParaRPr/>
          </a:p>
          <a:p>
            <a:r>
              <a:t>여기서는 한 픽셀씩 내려온 네 부분의 색이 모두 결정되었습니다. 부모는 영 영 영 일 네 문자열을 순서대로 붙여야 합니다. 혼합 영역이어서 나누었다는 표시인 괄호도 함께 기록합니다. 다음 장에서 여는 괄호, 네 자식 결과, 닫는 괄호를 실제 문자열로 조립해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35678345"/>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곱하기 두 부모는 네 자식의 결과를 모두 받았습니다. 혼합된 영역이었으므로 여는 괄호를 기록하고, 영 영 영 일 네 문자열을 붙이고, 닫는 괄호로 마칩니다. 완성된 결과는 괄호 영 영 영 일 괄호입니다.</a:t>
            </a:r>
          </a:p>
          <a:p>
            <a:endParaRPr/>
          </a:p>
          <a:p>
            <a:r>
              <a:t>괄호가 없다면 이 네 숫자가 한 영역의 네 자식인지, 서로 다른 여러 영역의 결과인지 알기 어렵습니다. 괄호는 이 부분이 다시 네 부분으로 나뉘었다는 구조를 기록합니다. 두 곱하기 두를 표현하는 여섯 글자가 생긴 것이죠.</a:t>
            </a:r>
          </a:p>
          <a:p>
            <a:endParaRPr/>
          </a:p>
          <a:p>
            <a:r>
              <a:t>이 호출은 완성된 문자열을 한 단계 위인 좌하 네 곱하기 네 부모에게 반환합니다. 전체 영상의 루트에게 바로 보내는 것이 아닙니다. 반환 대상은 자신을 호출한 부모입니다. 이제 그 네 곱하기 네 부모는 첫 자식의 답을 얻었고, 나머지 세 자식을 처리하면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02294602"/>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네 곱하기 네 호출로 돌아왔습니다. 첫 자식의 결과인 괄호 영 영 영 일 괄호는 이미 구했습니다. 이번에는 나머지 세 자식을 순서대로 확인합니다.</a:t>
            </a:r>
          </a:p>
          <a:p>
            <a:endParaRPr/>
          </a:p>
          <a:p>
            <a:r>
              <a:t>우상은 행 사, 열 이에서 시작하는 크기 이 영역입니다. 네 칸이 모두 영이므로 영을 반환합니다. 좌하는 행 육, 열 영의 크기 이 영역이고, 역시 네 칸이 모두 영입니다. 마지막 우하는 행 육, 열 이에서 시작하며 전부 영이라서 영을 반환합니다.</a:t>
            </a:r>
          </a:p>
          <a:p>
            <a:endParaRPr/>
          </a:p>
          <a:p>
            <a:r>
              <a:t>이 영역들은 크기가 이라고 해서 한 칸까지 무조건 나누지 않습니다. 균일하다는 검사 결과가 나오는 순간 더 나누지 않고 끝냅니다. 이것이 쿼드 트리가 큰 단색 영역을 짧게 표현할 수 있는 이유입니다.</a:t>
            </a:r>
          </a:p>
          <a:p>
            <a:endParaRPr/>
          </a:p>
          <a:p>
            <a:r>
              <a:t>이제 좌하 네 곱하기 네 부모가 받은 네 결과는 첫째가 괄호 영 영 영 일 괄호이고, 나머지가 영, 영, 영입니다. 다음 장에서 이 네 결과를 부모 자신의 괄호로 감싸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5627473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네 곱하기 네 영역도 원래 색이 섞였으므로 자기 괄호가 필요합니다. 먼저 여는 괄호를 씁니다. 첫 자식의 완성된 문자열인 괄호 영 영 영 일 괄호를 통째로 붙입니다. 그 뒤에 우상, 좌하, 우하에서 받은 영을 세 번 붙이고 닫는 괄호를 기록합니다.</a:t>
            </a:r>
          </a:p>
          <a:p>
            <a:endParaRPr/>
          </a:p>
          <a:p>
            <a:r>
              <a:t>그래서 완성된 문자열은 화면에 보이는 겹친 괄호가 됩니다. 가장 바깥의 한 쌍은 좌하 네 곱하기 네 영역이 나뉘었다는 뜻이고, 안쪽의 한 쌍은 그 안의 첫 두 곱하기 두 영역이 다시 나뉘었다는 뜻입니다. 겹친 괄호는 재귀 호출의 중첩을 그대로 나타냅니다.</a:t>
            </a:r>
          </a:p>
          <a:p>
            <a:endParaRPr/>
          </a:p>
          <a:p>
            <a:r>
              <a:t>이 문자열을 전체 영상의 루트에게 반환합니다. 이제 루트는 좌상의 영, 우상의 일, 그리고 좌하의 긴 문자열까지 받은 상태입니다. 루트의 마지막 자식인 우하만 남았습니다. 계산을 마친 영역을 다시 검사하지 않고, 아직 처리하지 않은 마지막 영역으로 넘어갑니다.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7588624"/>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영상의 루트로 돌아왔습니다. 마지막 자식은 행 사, 열 사에서 시작하는 크기 사 영역입니다. 오른쪽 아래의 열여섯 칸을 확인해 주세요. 전부 영입니다.</a:t>
            </a:r>
          </a:p>
          <a:p>
            <a:endParaRPr/>
          </a:p>
          <a:p>
            <a:r>
              <a:t>균일하므로 이 호출은 영 한 글자를 반환하고 끝납니다. 이제 루트의 네 자식 호출이 모두 끝났습니다. 왼쪽 위는 영, 오른쪽 위는 일, 왼쪽 아래는 겹친 괄호 문자열, 오른쪽 아래는 영입니다.</a:t>
            </a:r>
          </a:p>
          <a:p>
            <a:endParaRPr/>
          </a:p>
          <a:p>
            <a:r>
              <a:t>앞의 왼쪽 아래를 자세히 처리하느라 오래 걸렸지만, 오른쪽 아래는 단색이라서 검사 후 바로 끝납니다. 같은 크기의 영역이어도 색의 모양에 따라 만들어지는 자식 수와 반환 문자열 길이가 달라집니다. 전체 결과를 조립한 다음 이 차이를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36202586"/>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영상의 루트는 처음에 만들었던 여는 괄호 뒤에 자식 네 개의 결과를 순서대로 붙입니다. 좌상의 영, 우상의 일, 좌하의 겹친 괄호 문자열, 우하의 영입니다. 마지막에 루트의 닫는 괄호를 붙이면 화면의 결과가 완성됩니다.</a:t>
            </a:r>
          </a:p>
          <a:p>
            <a:endParaRPr/>
          </a:p>
          <a:p>
            <a:r>
              <a:t>원래 영상은 여덟 곱하기 여덟이니까 픽셀 값이 예순네 개입니다. 이 예제의 표현은 열여섯 글자입니다. 영과 일 열 글자, 여는 괄호와 닫는 괄호가 각각 세 글자씩이에요. 영과 일의 글자 수가 예순네보다 적다고 해서 픽셀을 버린 것은 아닙니다. 어떤 한 글자는 네 칸 또는 열여섯 칸짜리 단색 영역 전체를 뜻합니다.</a:t>
            </a:r>
          </a:p>
          <a:p>
            <a:endParaRPr/>
          </a:p>
          <a:p>
            <a:r>
              <a:t>이 수치는 문자 수를 비교한 것입니다. 실제 파일에서는 원본 픽셀을 비트 단위로 저장할 수도 있고 문자 인코딩이나 영상 크기 정보도 필요하므로, 바로 네 배의 파일 압축이라고 말할 수는 없습니다. 여기서는 재귀 구조로 균일 영역을 묶는 원리를 이해하면 됩니다. 이제 이 결과를 트리로 그려 보고, 다시 영상으로 복원하겠습니다.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64670549"/>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지금까지의 호출을 트리로 모았습니다. 맨 위의 루트는 전체 여덟 곱하기 여덟 영상입니다. 그 아래에 네 곱하기 네 자식 네 개가 있습니다. 좌상, 우상, 우하는 균일해서 각각 영, 일, 영으로 끝납니다. 좌하만 혼합이어서 두 곱하기 두 자식 네 개를 가집니다.</a:t>
            </a:r>
          </a:p>
          <a:p>
            <a:endParaRPr/>
          </a:p>
          <a:p>
            <a:r>
              <a:t>그 좌하의 첫 자식만 다시 혼합이므로 한 칸짜리 자식 네 개를 가집니다. 그 네 값은 영 영 영 일입니다. 나머지 세 두 곱하기 두 영역은 영으로 끝납니다.</a:t>
            </a:r>
          </a:p>
          <a:p>
            <a:endParaRPr/>
          </a:p>
          <a:p>
            <a:r>
              <a:t>나눈 노드는 세 개입니다. 루트, 좌하 네 곱하기 네, 그리고 그 안의 좌상 두 곱하기 두입니다. 끝난 리프는 열 개입니다. 전체 호출은 열세 개이죠. 모든 칸을 한 픽셀까지 나눴다면 훨씬 많은 노드가 생기지만, 이 예제는 큰 단색 영역에서 일찍 끝났습니다.</a:t>
            </a:r>
          </a:p>
          <a:p>
            <a:endParaRPr/>
          </a:p>
          <a:p>
            <a:r>
              <a:t>괄호 한 쌍은 이 트리의 내부 노드 하나를 나타내고, 숫자 한 글자는 리프 하나를 나타냅니다. 따라서 내부 노드 세 개는 괄호 여섯 글자로, 리프 열 개는 숫자 열 글자로 표현되어 총 열여섯 글자가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80654176"/>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압축 결과만 가지고 원래 영상을 복원해 보겠습니다. 복원 함수는 현재 영역의 시작 행, 시작 열, 크기를 알고 있고, 문자열에서 다음에 읽을 위치도 기억합니다. 처음에는 전체 여덟 곱하기 여덟 영역과 문자열의 첫 글자입니다.</a:t>
            </a:r>
          </a:p>
          <a:p>
            <a:endParaRPr/>
          </a:p>
          <a:p>
            <a:r>
              <a:t>첫 글자가 여는 괄호이므로 전체가 네 부분으로 나뉘었다는 뜻입니다. 영이나 일 한 글자를 전체에 칠하는 상황이 아닙니다. 반으로 줄인 크기 사와 네 위치를 계산하고, 좌상부터 자식 표현을 읽습니다.</a:t>
            </a:r>
          </a:p>
          <a:p>
            <a:endParaRPr/>
          </a:p>
          <a:p>
            <a:r>
              <a:t>첫 자식의 다음 글자는 영입니다. 그러면 좌상 네 곱하기 네 영역 전체를 흰색으로 채웁니다. 두 번째 자식의 다음 글자는 일이니까 우상 전체를 검은색으로 채웁니다. 다음 세 번째 자식 앞에는 다시 여는 괄호가 보입니다. 이 괄호는 왼쪽 아래를 더 나누라는 뜻이므로, 같은 방법으로 한 단계 내려갑니다.</a:t>
            </a:r>
          </a:p>
          <a:p>
            <a:endParaRPr/>
          </a:p>
          <a:p>
            <a:r>
              <a:t>여기서 한 글자를 읽는다는 것과 한 픽셀을 채운다는 것은 다릅니다. 영 하나를 읽어도 현재 영역이 크기 사이면 열여섯 칸을 채웁니다. 원본의 크기와 정해진 자식 순서가 있기 때문에 가능한 복원입니다.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1547400"/>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네 곱하기 네의 표현을 읽는 중입니다. 이 표현의 첫 괄호는 크기 이인 네 자식을 만들어야 한다는 뜻입니다. 그런데 첫 자식의 표현도 괄호로 시작하죠. 그래서 좌하의 좌상 두 곱하기 두를 다시 크기 일인 네 칸으로 나눕니다.</a:t>
            </a:r>
          </a:p>
          <a:p>
            <a:endParaRPr/>
          </a:p>
          <a:p>
            <a:r>
              <a:t>그 안의 네 숫자 영 영 영 일을 읽으면 행 사 열 영, 행 사 열 일, 행 오 열 영은 흰색이고 행 오 열 일은 검은색이 됩니다. 그 뒤 닫는 괄호를 읽으면 이 두 곱하기 두 영역의 자식 네 개를 다 읽었다는 뜻입니다.</a:t>
            </a:r>
          </a:p>
          <a:p>
            <a:endParaRPr/>
          </a:p>
          <a:p>
            <a:r>
              <a:t>한 단계 위로 돌아와 다음 세 숫자 영 영 영을 읽습니다. 각각 좌하 네 곱하기 네의 우상, 좌하, 우하인 두 곱하기 두 영역 전체를 흰색으로 채웁니다. 마지막 닫는 괄호를 읽으면 좌하 네 곱하기 네의 복원이 끝납니다.</a:t>
            </a:r>
          </a:p>
          <a:p>
            <a:endParaRPr/>
          </a:p>
          <a:p>
            <a:r>
              <a:t>문자열에 있는 괄호의 중첩과 재귀 함수가 내려갔다가 돌아오는 순서가 일치합니다. 괄호를 그냥 건너뛰거나 숫자만 한 줄로 읽으면 어느 크기의 영역에 색을 칠해야 하는지 잃게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03527429"/>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복원이 끝나면 전체 영상의 마지막 자식인 우하를 처리합니다. 다음 표현은 영 한 글자입니다. 현재 영역은 행 사, 열 사에서 시작하는 크기 사이므로 오른쪽 아래 열여섯 칸을 흰색으로 채웁니다.</a:t>
            </a:r>
          </a:p>
          <a:p>
            <a:endParaRPr/>
          </a:p>
          <a:p>
            <a:r>
              <a:t>이제 루트의 닫는 괄호를 읽습니다. 자식 네 개를 모두 복원했으니 전체 영상도 완성되었습니다. 오른쪽 위의 검은 네 곱하기 네 영역과 행 오 열 일의 검은 픽셀 하나가 처음 입력과 똑같이 돌아왔습니다.</a:t>
            </a:r>
          </a:p>
          <a:p>
            <a:endParaRPr/>
          </a:p>
          <a:p>
            <a:r>
              <a:t>큰 단색 영역을 색 한 글자로 저장했지만 그 영역의 범위는 재귀 구조가 알려 주었습니다. 그래서 균일한 영역의 세부 픽셀을 각각 기록하지 않아도 원본을 정확히 복원할 수 있습니다. 이것이 이번 압축 예제가 정보를 잃지 않는 이유입니다.</a:t>
            </a:r>
          </a:p>
          <a:p>
            <a:endParaRPr/>
          </a:p>
          <a:p>
            <a:r>
              <a:t>저장하는 쪽과 복원하는 쪽이 자식 순서를 다르게 사용하면 같은 문자열에서도 엉뚱한 위치가 칠해집니다. 왼쪽 위, 오른쪽 위, 왼쪽 아래, 오른쪽 아래라는 약속은 끝까지 같아야 합니다. 이제 입력 무늬에 따라 표현 길이가 어떻게 달라지는지도 비교해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70618216"/>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쿼드 트리 표현은 큰 단색 영역이 많을 때 짧아집니다. 왼쪽의 네 곱하기 네 영상은 모두 흰색이므로 영 한 글자로 끝납니다. 오른쪽처럼 매 칸의 색이 번갈아 나오는 체커보드는 어떤 두 곱하기 두도 혼합입니다. 따라서 모든 픽셀까지 내려갑니다.</a:t>
            </a:r>
          </a:p>
          <a:p>
            <a:endParaRPr/>
          </a:p>
          <a:p>
            <a:r>
              <a:t>네 곱하기 네 체커보드는 픽셀 리프 열여섯 개입니다. 내부 노드는 전체 루트 하나와 두 곱하기 두 노드 네 개, 합계 다섯 개입니다. 숫자 열여섯 글자에 내부 노드의 괄호 열 글자가 더해져 스물여섯 글자가 됩니다. 원래 픽셀 값 열여섯 개보다 오히려 긴 표현입니다.</a:t>
            </a:r>
          </a:p>
          <a:p>
            <a:endParaRPr/>
          </a:p>
          <a:p>
            <a:r>
              <a:t>이번 예제처럼 넓은 단색 부분이 있다면 효과적이지만, 복잡한 무늬가 끝까지 섞이면 괄호 구조의 비용 때문에 이 방식이 불리할 수도 있습니다. 압축 알고리즘이라고 해서 모든 입력에서 반드시 크기가 줄어드는 것은 아닙니다.</a:t>
            </a:r>
          </a:p>
          <a:p>
            <a:endParaRPr/>
          </a:p>
          <a:p>
            <a:r>
              <a:t>우리는 실제 파일 크기 대신 이 수업의 영, 일, 괄호 표현에서 문자 개수를 비교하고 있습니다. 다음 시간 분석에서도 트리의 깊이, 호출 수, 픽셀을 검사하는 횟수를 서로 구분하겠습니다.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22140103"/>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손으로 저장한 기록을 함수로 만들겠습니다. 함수 이름은 쿼드트리 컴프레스이고, 입력은 엑스, 와이, 엔, 이미지입니다. 여기서 엑스는 행 번호, 와이는 열 번호로 사용합니다. 수학 좌표의 가로 엑스라고 생각하면 헷갈리니 코드에서는 이미지의 행과 열이라는 뜻을 먼저 정합니다.</a:t>
            </a:r>
          </a:p>
          <a:p>
            <a:endParaRPr/>
          </a:p>
          <a:p>
            <a:r>
              <a:t>예를 들어 화면에서 강조한 영역은 엑스가 영, 와이가 영, 엔이 이입니다. 영행 영열에서 시작하는 두 곱하기 두 영역을 맡습니다. 전체 이미지 객체는 모든 호출이 함께 읽습니다. 각 호출은 자기 시작 위치와 한 변의 길이를 받아 그 안의 칸들만 확인합니다.</a:t>
            </a:r>
          </a:p>
          <a:p>
            <a:endParaRPr/>
          </a:p>
          <a:p>
            <a:r>
              <a:t>행 반복문의 끝이 엑스 더하기 엔인 이유를 보세요. range는 끝값 바로 전까지 가므로 영에서 시작해 크기 이라면 영, 일행을 확인합니다. 열도 영, 일열입니다. 이미지 아이 제이의 색을 첫 칸의 색과 비교합니다. 강조한 네 칸 중에는 다른 색도 있으므로 이 영역은 섞여 있습니다.</a:t>
            </a:r>
          </a:p>
          <a:p>
            <a:endParaRPr/>
          </a:p>
          <a:p>
            <a:r>
              <a:t>반대로 모든 칸이 첫 색과 같으면 색을 문자열로 바꾸어 반환하면 됩니다. 영은 흰색 영역의 기록이고 일은 검은색 영역의 기록입니다. 함수가 색 한 글자를 반환할 때도 자신이 맡은 영역 전체에 대한 답을 돌려주는 것입니다. 다음 페이지에서는 섞인 영역일 때 네 자식의 입력이 어떻게 바뀌는지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29818303"/>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영역이 섞여 있으면 한 변을 절반으로 줄입니다. 엔이 사라면 하프는 이입니다. 그러면 두 곱하기 두 자식 네 개가 생깁니다. 각 자식이 자기 영역의 기록을 반환하게 할 것입니다.</a:t>
            </a:r>
          </a:p>
          <a:p>
            <a:endParaRPr/>
          </a:p>
          <a:p>
            <a:r>
              <a:t>첫 자식은 왼쪽 위입니다. 시작 행 엑스와 시작 열 와이는 그대로이고, 크기만 하프로 바뀝니다. 두 번째 오른쪽 위는 같은 행에서 열이 하프만큼 오른쪽으로 이동합니다. 그래서 엑스, 와이 더하기 하프가 됩니다.</a:t>
            </a:r>
          </a:p>
          <a:p>
            <a:endParaRPr/>
          </a:p>
          <a:p>
            <a:r>
              <a:t>세 번째 왼쪽 아래는 행이 하프만큼 내려가고 열은 그대로입니다. 엑스 더하기 하프, 와이입니다. 네 번째 오른쪽 아래는 둘 다 이동해서 엑스 더하기 하프, 와이 더하기 하프가 됩니다. 화면의 같은 색 번호끼리 입력식과 영역이 연결됩니다.</a:t>
            </a:r>
          </a:p>
          <a:p>
            <a:endParaRPr/>
          </a:p>
          <a:p>
            <a:r>
              <a:t>부모가 그 자식 영역을 한 칸씩 직접 저장하는 대신, 같은 함수를 그 영역의 입력으로 다시 부릅니다. 이것이 여기서 재귀 호출을 쓰는 이유입니다. 한 색인 자식은 색 하나를 바로 반환하고, 섞인 자식은 다시 네 조각으로 나눕니다. 부모는 자식이 보낸 기록 네 개를 왼쪽 위부터 순서대로 붙이고, 자신의 여는 괄호와 닫는 괄호로 묶습니다. 각 호출이 무엇을 맡는지만 분명히 하면 재귀 안에서도 같은 규칙이 계속 적용됩니다.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6038172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함수의 흐름을 세 단계로 읽겠습니다. 처음 하는 일은 현재 영역의 색이 모두 같은지 검사하는 것입니다. 이 검사는 재귀 호출 전에 합니다. 지금 영역이 같은 색인지 알아야 더 나눌지 결정할 수 있기 때문입니다.</a:t>
            </a:r>
          </a:p>
          <a:p>
            <a:endParaRPr/>
          </a:p>
          <a:p>
            <a:r>
              <a:t>색이 같다는 결과가 나오면 색 한 글자를 반환하고 이 호출을 끝냅니다. 이 경우는 자식 호출이 하나도 없습니다. 한 칸짜리 영역은 언제나 한 색이므로, 계속 나누더라도 한 칸에서 반드시 멈춥니다.</a:t>
            </a:r>
          </a:p>
          <a:p>
            <a:endParaRPr/>
          </a:p>
          <a:p>
            <a:r>
              <a:t>색이 섞였다는 결과가 나오면 크기를 절반으로 하고 네 자식에게 각각 같은 함수를 호출합니다. 부모는 여는 괄호로 결과를 시작합니다. 왼쪽 위의 기록, 오른쪽 위의 기록, 왼쪽 아래의 기록, 오른쪽 아래의 기록을 받는 순서대로 붙입니다. 마지막에 닫는 괄호를 붙여 반환하면 지금 부모 영역의 기록이 완성됩니다.</a:t>
            </a:r>
          </a:p>
          <a:p>
            <a:endParaRPr/>
          </a:p>
          <a:p>
            <a:r>
              <a:t>다음 페이지의 Python 전체 코드가 바로 이 흐름을 적은 것입니다. 처음의 이중 반복문은 색 검사, is_uniform이 참일 때의 return은 단색 반환, 뒤의 네 호출은 혼합 영역 분할입니다. 코드에서 함수가 또 자기 이름을 부른다고 새로운 규칙을 쓰는 것이 아닙니다. 자식도 지금 보고 있는 같은 세 단계를 자기 위치와 크기에 적용합니다. 이 흐름을 보면서 전체 코드의 해당 부분을 짚어 봅시다.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0535521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저장 결과의 길이와 코드를 실행하는 시간을 구분하겠습니다. 어떤 영역을 영 하나로 저장한다고 해서 검사도 한 칸만 하고 끝낼 수 있을까요? 첫 칸이 흰색이어도 다른 곳에 검은 칸이 있을 수 있으므로, 전부 흰색이라고 결론을 내리려면 그 영역의 모든 칸을 확인해야 합니다.</a:t>
            </a:r>
          </a:p>
          <a:p>
            <a:endParaRPr/>
          </a:p>
          <a:p>
            <a:r>
              <a:t>왼쪽의 네 곱하기 네 단색 영역을 보세요. 결과는 영 한 글자지만 현재 코드의 검사 반복문은 열여섯 칸을 모두 읽습니다. 그래야 다른 색이 없다는 것을 알 수 있습니다. 검사 뒤에는 네 자식으로 내려가지 않고 바로 끝납니다.</a:t>
            </a:r>
          </a:p>
          <a:p>
            <a:endParaRPr/>
          </a:p>
          <a:p>
            <a:r>
              <a:t>오른쪽 그림에는 둘째 칸에 검은색이 있습니다. 첫 칸의 흰색과 비교했을 때 색이 다르므로, 전체가 한 색이 아니라는 사실을 벌써 알았습니다. 뒤의 모든 칸을 확인하지 않고 반복문을 끝내도 됩니다. 현재 Python 코드는 이렇게 다른 색을 만나면 두 반복문을 빠져나옵니다. 다만 혼합이라고 확인했으니 네 자식의 기록을 만들기 위한 호출은 이어집니다.</a:t>
            </a:r>
          </a:p>
          <a:p>
            <a:endParaRPr/>
          </a:p>
          <a:p>
            <a:r>
              <a:t>따라서 단색은 출력 기록이 짧고 분할도 없지만 처음 색 검사는 필요합니다. 혼합 영역은 검사에서 일찍 나갈 수 있어도 자식들의 처리가 남습니다. 시간 분석에서는 결과 몇 글자인지만 보지 말고, 어떤 영역에서 몇 칸을 검사하고 어떤 자식 호출을 하는지를 함께 봐야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47877885"/>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상한을 알아보기 위해 모든 영역에서 색 검사를 끝까지 한다고 가정해 보겠습니다. 실제 코드는 다른 색을 만나면 더 일찍 끝날 수 있습니다. 이번 그림은 오래 걸릴 수 있는 양을 넉넉하게 세는 모델입니다.</a:t>
            </a:r>
          </a:p>
          <a:p>
            <a:endParaRPr/>
          </a:p>
          <a:p>
            <a:r>
              <a:t>한 변이 여덟이면 전체 칸 수는 여덟 곱하기 여덟, 예순네입니다. 맨 위의 전체 영역에서 끝까지 검사하면 예순네 칸을 읽습니다. 전체가 혼합이어서 네 곱하기 네 영역 네 개로 나뉘었다고 해 봅시다. 자식 하나는 열여섯 칸을 맡고, 네 자식이 맡은 칸은 서로 겹치지 않습니다. 네 개를 합하면 역시 예순네 칸입니다.</a:t>
            </a:r>
          </a:p>
          <a:p>
            <a:endParaRPr/>
          </a:p>
          <a:p>
            <a:r>
              <a:t>그 아래 두 곱하기 두 영역은 최대 열여섯 개입니다. 각 영역의 네 칸을 전부 읽어도 합계는 예순네입니다. 마지막 한 칸짜리 영역은 최대 예순네 개이고 각각 한 칸이므로 다시 예순네입니다. 색이 같아서 중간에 끝난 영역은 아래 줄에 더 나오지 않기 때문에 실제 검사량은 줄어들 수 있습니다.</a:t>
            </a:r>
          </a:p>
          <a:p>
            <a:endParaRPr/>
          </a:p>
          <a:p>
            <a:r>
              <a:t>여기서 중요한 것은 한 층에서 작은 영역이 많아졌다고 전체 픽셀 수가 늘어나는 것이 아니라는 점입니다. 영역들이 원래 그림을 나누어 맡아서, 각 층의 색 검사량은 많아도 전체 칸 수 정도입니다. 다음 페이지에서는 이런 층이 몇 개가 될 수 있는지 세겠습니다.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45085362"/>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쿼드 트리에서는 한 변의 길이가 여덟, 사, 이, 일로 줄어듭니다. 가로와 세로를 각각 절반으로 만들기 때문에 한 번 내려갈 때 한 변은 이로 나누어집니다. 여덟에서 일까지 세 번 내려가니 최대 깊이는 로그 투 여덟, 삼입니다.</a:t>
            </a:r>
          </a:p>
          <a:p>
            <a:endParaRPr/>
          </a:p>
          <a:p>
            <a:r>
              <a:t>색 검사는 맨 위 여덟 곱하기 여덟부터 마지막 한 칸까지 할 수 있습니다. 그래서 검사하는 줄은 네 줄입니다. 각 줄에서 많아도 예순네 칸을 읽으므로 이 전체 검사 모델에서는 많아도 예순네 곱하기 네 번의 색 검사입니다. 그림의 깊이가 삼이라고 검사도 세 번만 하는 것은 아닙니다.</a:t>
            </a:r>
          </a:p>
          <a:p>
            <a:endParaRPr/>
          </a:p>
          <a:p>
            <a:r>
              <a:t>일반적으로 한 변을 에스, 전체 픽셀 수를 엔 대문자라고 쓰겠습니다. 엔은 에스 제곱입니다. 한 층의 검사량 상한은 엔이고, 층 수는 로그 투 에스 더하기 일입니다. 따라서 색 검사 시간의 상한을 오 엔 로그 에스라고 적을 수 있습니다. 한 변을 기준으로 쓰면 오 에스 제곱 로그 에스입니다. 에스가 일일 때는 한 칸만 처리하고 바로 끝납니다.</a:t>
            </a:r>
          </a:p>
          <a:p>
            <a:endParaRPr/>
          </a:p>
          <a:p>
            <a:r>
              <a:t>이것은 현재 코드가 모든 그림에서 정확히 그만큼 걸린다는 뜻이 아닙니다. 단색은 처음 검사 뒤 끝나고, 혼합은 검사에서 일찍 나갈 수도 있습니다. 문자열을 합치는 비용도 있지만, 각 깊이의 결과 길이를 합친 양 역시 전체 픽셀 수의 상수 배 이내여서 같은 상한으로 묶을 수 있습니다. 시간식을 읽을 때 엔이 픽셀 수인지 한 변인지 먼저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2177786"/>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마스터 정리는 어떤 알고리즘을 실행하는 새 방법이 아닙니다. 이미 만든 재귀 함수의 전체 시간이 입력 크기에 따라 어떻게 늘어나는지 계산하는 규칙입니다. 코드가 작은 문제를 몇 개 풀고, 각 문제의 크기가 얼마나 줄며, 현재 함수가 추가로 얼마나 일하는지를 알면 전체 시간의 형태를 구할 수 있습니다.</a:t>
            </a:r>
          </a:p>
          <a:p>
            <a:endParaRPr/>
          </a:p>
          <a:p>
            <a:r>
              <a:t>앞에서 병합 정렬은 한 층에서 원소 엔개를 처리했고 그런 층이 로그 엔개라고 직접 셌습니다. 마스터 정리는 이런 계산을 일정한 형태의 재귀식에 대해 정리해 둔 것입니다. 식을 쓰기 전에 코드의 일을 읽어야 하고, 식을 얻은 뒤에는 모든 호출에서 든 일을 더합니다.</a:t>
            </a:r>
          </a:p>
          <a:p>
            <a:endParaRPr/>
          </a:p>
          <a:p>
            <a:r>
              <a:t>그림의 세 나무는 일이 많이 몰린 높이가 서로 다른 경우를 떠올리기 위한 그림입니다. 첫째는 작은 문제들이 많은 아래쪽, 둘째는 여러 층에 비슷한 양, 셋째는 맨 위에서 많은 일을 하는 경우입니다. 실제 계산은 다음 페이지의 숫자와 그림으로 확인하겠습니다. 나무의 모양이나 사람 수 자체를 세어 시간식을 만드는 것은 아닙니다.</a:t>
            </a:r>
          </a:p>
          <a:p>
            <a:endParaRPr/>
          </a:p>
          <a:p>
            <a:r>
              <a:t>이번에는 입력 여덟 개로 시작해 한 층씩 얼마를 하는지 보여 드리겠습니다. 현재 함수의 일이 일정한 경우, 길이에 비례하는 경우, 길이의 제곱에 비례하는 경우를 같은 호출 구조로 비교할 겁니다. 그 차이를 확인하면 왜 전체 시간이 엔, 엔 로그 엔, 엔 제곱으로 달라지는지 이해할 수 있습니다. 마스터 정리는 그 이유를 정리한 이름입니다.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2208024"/>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정렬의 한 호출을 코드에서 보겠습니다. 왼쪽 절반을 정렬하는 호출이 있고, 오른쪽 절반을 정렬하는 호출이 있습니다. 그 뒤 정렬된 두 결과를 병합합니다. 지금 입력이 여덟 개라면 두 호출은 네 개씩 맡고, 병합은 그 여덟 값을 합칩니다.</a:t>
            </a:r>
          </a:p>
          <a:p>
            <a:endParaRPr/>
          </a:p>
          <a:p>
            <a:r>
              <a:t>티 엔은 원소 엔개를 처리하는 전체 시간입니다. 왼쪽 절반에 드는 시간은 티 괄호 엔 나누기 이이고, 오른쪽 절반도 같은 크기의 문제를 처리하니 같은 모양의 항으로 씁니다. 같은 항 두 개를 모아서 이 곱하기 티 괄호 엔 나누기 이라고 적습니다. 두 호출을 실제로 모두 실행한다는 뜻입니다.</a:t>
            </a:r>
          </a:p>
          <a:p>
            <a:endParaRPr/>
          </a:p>
          <a:p>
            <a:r>
              <a:t>마지막 병합은 현재 구간의 원소를 길이에 비례해서 처리합니다. 그래서 추가 시간이 오 엔입니다. 화면의 파란색과 초록색은 자식 호출, 주황색은 현재 함수가 직접 하는 병합을 나타냅니다. 이 세 부분을 더한 것이 지금의 시간식입니다.</a:t>
            </a:r>
          </a:p>
          <a:p>
            <a:endParaRPr/>
          </a:p>
          <a:p>
            <a:r>
              <a:t>여기서 티 괄호 엔 나누기 이를 현재 함수에서 엔 나누기 이 번 반복한다는 뜻으로 읽으면 안 됩니다. 그 크기의 작은 문제 하나를 끝까지 푸는 전체 시간이라는 뜻입니다. 그 작은 문제 안에서도 다시 같은 형태의 호출이 나오죠. 한 호출의 식을 적은 다음, 이 구조가 아래로 얼마나 반복되는지 계산해야 전체 시간의 결론을 얻을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1548454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일반식에서 에이와 비가 헷갈릴 수 있으니 각각 다른 질문의 답으로 읽겠습니다. 에이는 현재 함수가 작은 문제를 몇 개 푸는가입니다. 비는 그 작은 문제 하나의 크기가 원래 크기의 몇 분의 일인가를 정하는 나누는 수입니다.</a:t>
            </a:r>
          </a:p>
          <a:p>
            <a:endParaRPr/>
          </a:p>
          <a:p>
            <a:r>
              <a:t>병합 정렬은 왼쪽과 오른쪽의 두 문제를 모두 풀기 때문에 에이가 이입니다. 각 문제의 길이는 엔 나누기 이이므로 비도 이입니다. 지금 두 값이 같다고 해서 같은 뜻은 아닙니다. 이진 탐색에서는 한쪽 문제 하나만 계속 보므로 에이는 일이지만, 크기는 절반이 되므로 비는 이입니다.</a:t>
            </a:r>
          </a:p>
          <a:p>
            <a:endParaRPr/>
          </a:p>
          <a:p>
            <a:r>
              <a:t>오른쪽 그림처럼 여덟 개짜리 문제를 네 개짜리 두 문제로 나누었다고 해 보세요. 만들어 풀 문제의 개수는 둘이고, 하나의 문제 길이는 원래의 절반입니다. 호출 수와 입력 크기를 따로 읽어야 합니다.</a:t>
            </a:r>
          </a:p>
          <a:p>
            <a:endParaRPr/>
          </a:p>
          <a:p>
            <a:r>
              <a:t>에프 엔은 자식 함수들의 내부 시간까지 다시 세는 항이 아닙니다. 현재 함수가 자식 호출 밖에서 직접 하는 추가 작업입니다. 병합 정렬의 병합, 최대 구간 합의 중앙 스캔, 이진 탐색의 가운데 비교가 여기에 들어갑니다. 일반식은 에이 곱하기 티 괄호 엔 나누기 비 더하기 에프 엔입니다. 기호를 외우기보다 각 기호에 들어갈 일을 코드에서 가리킬 수 있어야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473364"/>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재귀 함수는 왼쪽을 먼저 끝내고 오른쪽을 실행하지만, 시간 분석에서는 크기가 같은 호출들을 같은 줄에 모아 놓으면 보기 쉽습니다. 맨 위는 여덟 개짜리 호출 하나입니다. 그다음 줄에는 네 개짜리 호출 둘, 그 아래에는 두 개짜리 호출 넷, 마지막에는 한 개짜리 호출 여덟 개가 있습니다.</a:t>
            </a:r>
          </a:p>
          <a:p>
            <a:endParaRPr/>
          </a:p>
          <a:p>
            <a:r>
              <a:t>이것은 함수가 실제로 동시에 실행된다는 뜻이 아닙니다. 각 호출에서 든 일을 빠짐없이 더하려고 같은 깊이끼리 모았을 뿐입니다. 전체 시간은 이 모든 줄의 시간 합입니다.</a:t>
            </a:r>
          </a:p>
          <a:p>
            <a:endParaRPr/>
          </a:p>
          <a:p>
            <a:r>
              <a:t>한 줄의 호출 수는 하나, 둘, 넷, 여덟로 늘어납니다. 하지만 호출 하나의 입력 길이는 여덟, 넷, 둘, 하나로 줄어들죠. 각 호출에서 하는 일이 입력 길이와 어떤 관계인지에 따라 두 변화가 합쳐진 결과가 달라집니다.</a:t>
            </a:r>
          </a:p>
          <a:p>
            <a:endParaRPr/>
          </a:p>
          <a:p>
            <a:r>
              <a:t>각 호출이 일정한 일을 하면 아래로 갈수록 호출이 많아진 만큼 그 줄의 일이 늘어납니다. 각 호출이 자기 길이만큼 일하면, 호출 수와 길이를 곱한 값이 매 줄에서 같아집니다. 각 호출이 자기 길이의 제곱만큼 일하면 길이가 작아지는 효과가 더 커서 아래 줄의 일이 줄어듭니다. 이 세 경우를 이제 같은 여덟 개짜리 구조에 넣어 직접 비교해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85996778"/>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번째는 각 호출에서 일정한 일만 하는 경우입니다. 배열의 합을 구한다고 해 보겠습니다. 원소 하나면 그 값을 반환하고, 여러 개라면 왼쪽 합과 오른쪽 합을 각각 구한 뒤 두 답을 더해 반환합니다.</a:t>
            </a:r>
          </a:p>
          <a:p>
            <a:endParaRPr/>
          </a:p>
          <a:p>
            <a:r>
              <a:t>화면의 입력은 팔, 삼, 육, 이, 칠, 일, 오, 사입니다. 왼쪽 네 개의 합은 십구이고 오른쪽 네 개의 합은 십칠입니다. 부모는 이 두 답을 더해서 삼십육을 반환합니다. 부모에서 자식 호출 밖에 하는 일은 두 결과를 더하는 것과 경계를 계산하는 정도입니다. 자기 구간을 다시 처음부터 끝까지 훑지 않습니다.</a:t>
            </a:r>
          </a:p>
          <a:p>
            <a:endParaRPr/>
          </a:p>
          <a:p>
            <a:r>
              <a:t>한 개짜리 호출도 값을 반환하는 일정한 일을 합니다. 그래서 입력 길이가 달라져도 호출 하나의 추가 작업은 상수 시간입니다. 시간식은 두 절반 호출의 시간 더하기 일정한 일, 이 곱하기 티 괄호 엔 나누기 이 더하기 오 일입니다.</a:t>
            </a:r>
          </a:p>
          <a:p>
            <a:endParaRPr/>
          </a:p>
          <a:p>
            <a:r>
              <a:t>여기서 합을 구하는 다른 코드가 길이 엔인 반복문을 현재 호출마다 쓴다면 추가 작업이 달라지겠죠. 지금 분석하는 것은 양쪽의 답을 받아 두 수만 더하는 구조입니다. 결과가 같아도 현재 함수가 직접 하는 일에 따라 시간식이 달라진다는 점을 확인하세요. 다음 페이지에서 이런 호출을 모두 더하면 전체 일이 얼마나 되는지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41964792"/>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합 계산 구조에서 각 호출의 일정한 작업을 한 단위라고 생각해 보겠습니다. 이 단위는 실제 명령어 한 개나 일 초가 아니라, 호출 하나에서 하는 일이 입력 크기와 무관하다는 것을 보기 위한 단위입니다.</a:t>
            </a:r>
          </a:p>
          <a:p>
            <a:endParaRPr/>
          </a:p>
          <a:p>
            <a:r>
              <a:t>맨 위에는 호출 하나이므로 그 줄의 일은 한 단위입니다. 다음 줄에는 호출 두 개여서 두 단위, 그다음은 네 단위, 마지막 한 원소짜리 호출은 여덟 개여서 여덟 단위입니다. 모두 더하면 열다섯 단위입니다. 입력 열여섯 개라면 일이 한, 이, 사, 팔, 십육으로 늘어 마지막 줄이 열여섯이고 합계는 삼십일입니다.</a:t>
            </a:r>
          </a:p>
          <a:p>
            <a:endParaRPr/>
          </a:p>
          <a:p>
            <a:r>
              <a:t>입력이 두 배가 되었을 때 마지막 줄의 일도 두 배가 되고, 그 위의 모든 줄을 더한 값도 거의 두 배로 늘었습니다. 계속 작아지는 원소 하나짜리 호출이 많아져서 그 마지막 줄의 양이 전체 크기를 결정합니다. 실제 재귀 호출 수는 원소 엔개일 때 이 엔 마이너스 일이고, 각 호출이 일정한 일이므로 전체 시간은 오 엔입니다.</a:t>
            </a:r>
          </a:p>
          <a:p>
            <a:endParaRPr/>
          </a:p>
          <a:p>
            <a:r>
              <a:t>이 경우에 로그 엔을 그냥 곱하면 안 됩니다. 각 줄의 양이 같지 않고 하나, 둘, 넷처럼 늘어나므로, 마지막 줄과 비슷한 차수로 전체 합이 정해집니다. 다음의 병합 정렬에서는 각 줄의 양이 같아서 로그가 곱해지는 것과 비교해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32040"/>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번째는 현재 함수가 자기 구간 길이에 비례하는 일을 하는 경우입니다. 병합 정렬에서는 현재 구간의 모든 값을 결과에 한 번씩 넣습니다. 길이 여덟짜리 호출이면 여덟 값, 네 개짜리 호출이면 네 값, 두 개짜리 호출이면 두 값을 넣는 것이죠.</a:t>
            </a:r>
          </a:p>
          <a:p>
            <a:endParaRPr/>
          </a:p>
          <a:p>
            <a:r>
              <a:t>맨 위 여덟 개짜리 병합은 하나여서 여덟 번 넣습니다. 다음 줄 네 개짜리 병합은 둘이라서 네 번 곱하기 둘, 여덟 번입니다. 그 아래 두 개짜리 병합은 넷이라서 두 번 곱하기 넷, 다시 여덟 번입니다. 호출 수가 늘어나는 효과와 구간 길이가 줄어드는 효과가 맞아서 각 병합 층의 합계가 같습니다.</a:t>
            </a:r>
          </a:p>
          <a:p>
            <a:endParaRPr/>
          </a:p>
          <a:p>
            <a:r>
              <a:t>여덟을 절반씩 줄여 하나가 되려면 세 번 내려갑니다. 한 원소에서는 병합을 하지 않고 반환하므로 병합하는 층은 세 개입니다. 여덟 더하기 여덟 더하기 여덟, 스물네 번 값을 넣습니다. 한 원소짜리 반환과 경계 계산도 비용이 있지만 전체 시간의 차수는 변하지 않습니다.</a:t>
            </a:r>
          </a:p>
          <a:p>
            <a:endParaRPr/>
          </a:p>
          <a:p>
            <a:r>
              <a:t>입력 길이가 엔이면 각 병합 층이 엔에 비례하고, 그런 층이 로그 투 엔에 비례합니다. 그래서 전체는 엔 곱하기 로그 엔입니다. 이것이 마스터 정리에서 각 층의 비용이 비슷한 경우에 로그가 붙는 이유입니다. 모든 재귀 함수라서 로그를 곱하는 것이 아니라, 비슷한 양의 일을 하는 층이 그만큼 반복되기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78535044"/>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번째는 현재 함수가 자기 구간에서 이중 반복을 하는 계산 모델입니다. 첫 반복과 둘째 반복이 각각 구간 길이만큼 돌면 현재 호출의 일은 길이의 제곱에 비례합니다. 자식은 앞의 예제처럼 절반 크기로 두 개를 풉니다.</a:t>
            </a:r>
          </a:p>
          <a:p>
            <a:endParaRPr/>
          </a:p>
          <a:p>
            <a:r>
              <a:t>길이 여덟인 맨 위 호출은 여덟 곱하기 여덟, 예순네 단위입니다. 다음 줄에는 길이 사인 호출 둘이 있습니다. 각각 사 곱하기 사, 십육 단위이므로 합계는 삼십이입니다. 두 개짜리 호출 넷은 각각 네 단위여서 합계 십육이고, 한 개짜리 호출 여덟의 일정한 처리까지 넣으면 여덟 단위입니다.</a:t>
            </a:r>
          </a:p>
          <a:p>
            <a:endParaRPr/>
          </a:p>
          <a:p>
            <a:r>
              <a:t>호출 수는 두 배씩 늘지만 호출 하나의 제곱 비용은 사 분의 일로 줄었습니다. 그래서 줄 전체의 양은 예순네, 삼십이, 십육, 여덟처럼 절반씩 줄어듭니다. 모든 줄을 더한 백이십은 맨 위 예순네의 두 배보다 작습니다.</a:t>
            </a:r>
          </a:p>
          <a:p>
            <a:endParaRPr/>
          </a:p>
          <a:p>
            <a:r>
              <a:t>입력 길이를 일반적인 엔으로 바꾸어도 맨 위가 엔 제곱이고 아래 줄들이 그 절반씩입니다. 전체 합은 엔 제곱의 상수 배 이내이고, 맨 위에서 이미 엔 제곱만큼 일합니다. 따라서 전체 시간은 엔 제곱 차수입니다. 층이 로그 엔개라는 이유만으로 엔 제곱 로그 엔이라고 하지 않는 이유가 바로 이것입니다. 이 모델은 실제 코드에서 추가 작업이 정말 제곱에 비례할 때 적용합니다.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83770923"/>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예제의 호출 구조는 모두 같습니다. 엔개를 엔 나누기 이인 두 문제로 나눕니다. 그런데 현재 호출의 추가 작업이 일정한지, 길이에 비례하는지, 길이의 제곱에 비례하는지에 따라 줄 전체의 일이 달라졌습니다.</a:t>
            </a:r>
          </a:p>
          <a:p>
            <a:endParaRPr/>
          </a:p>
          <a:p>
            <a:r>
              <a:t>일정한 일에서는 호출 수가 늘어난 만큼 아래로 갈수록 줄 전체의 일이 커졌습니다. 가장 아래에 엔개의 작은 문제가 있고, 그 마지막 줄의 양과 비슷한 차수로 전체가 엔이 됩니다.</a:t>
            </a:r>
          </a:p>
          <a:p>
            <a:endParaRPr/>
          </a:p>
          <a:p>
            <a:r>
              <a:t>병합처럼 길이에 비례하는 일에서는 같은 줄에 있는 구간들의 길이를 더하면 원래 엔입니다. 그래서 각 층의 합계가 비슷합니다. 비슷한 양이 로그 엔개 층에서 반복되니 전체가 엔 로그 엔입니다.</a:t>
            </a:r>
          </a:p>
          <a:p>
            <a:endParaRPr/>
          </a:p>
          <a:p>
            <a:r>
              <a:t>제곱에 비례하는 일에서는 각 구간이 작아지는 효과가 더 커서 아래로 갈수록 한 줄의 양이 절반씩 줄었습니다. 가장 위에서 엔 제곱 일을 이미 하고, 아래 모든 줄을 더해도 그 상수 배이므로 전체는 엔 제곱입니다.</a:t>
            </a:r>
          </a:p>
          <a:p>
            <a:endParaRPr/>
          </a:p>
          <a:p>
            <a:r>
              <a:t>마스터 정리의 세 가지 경우는 이러한 층별 비용의 차이를 식으로 정리한 것입니다. 지금 표는 호출 수 둘, 크기 절반이라는 구조에 대한 세 예제입니다. 다른 호출 수와 줄어드는 비율에서는 기준도 달라집니다. 기호만 바꿔 끼우기 전에 코드에서 현재 호출의 일을 확인하고, 다음 페이지처럼 실제 알고리즘에 연결해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79889224"/>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표에서는 실제 알고리즘의 시간식을 같이 읽어 보겠습니다. 먼저 이진 탐색은 정렬된 배열의 가운데 값을 보고 한쪽 절반만 남깁니다. 현재 단계에서 하는 일은 가운데 비교와 경계 변경이고 일정합니다. 따라서 작은 문제 하나와 일정한 일이므로 티 엔은 티 엔 나누기 이 더하기 오 일입니다.</a:t>
            </a:r>
          </a:p>
          <a:p>
            <a:endParaRPr/>
          </a:p>
          <a:p>
            <a:r>
              <a:t>이진 탐색에는 한 줄에서 여러 자식 호출을 모두 하는 일이 없습니다. 계속 따라가는 갈래가 하나라서 단계마다 일정한 일만 하고, 최대 로그 엔 정도의 단계가 이어집니다. 그래서 전체가 오 로그 엔입니다.</a:t>
            </a:r>
          </a:p>
          <a:p>
            <a:endParaRPr/>
          </a:p>
          <a:p>
            <a:r>
              <a:t>병합 정렬은 양쪽 절반을 둘 다 정렬하고 현재 구간 전체를 병합합니다. 두 절반 호출 더하기 길이에 비례하는 일이라서 전체가 오 엔 로그 엔입니다. 최대 구간 합의 분할 정복 코드도 두 절반에서 답을 구하고 가운데를 훑으므로 시간식의 모양이 같습니다.</a:t>
            </a:r>
          </a:p>
          <a:p>
            <a:endParaRPr/>
          </a:p>
          <a:p>
            <a:r>
              <a:t>앞의 배열 합 계산 예제는 양쪽 절반을 둘 다 풀지만 부모는 두 수만 더했습니다. 그래서 추가 작업이 일정했고 전체가 오 엔이었습니다. 같은 재귀라는 이유로 같은 시간식을 쓰면 안 됩니다. 작은 문제 몇 개를 끝까지 푸는지와 현재 함수가 직접 무엇을 하는지를 따로 읽으면 이 표의 차이가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49505317"/>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마스터 정리는 일정한 비율로 줄어드는 같은 크기의 작은 문제들을 푸는 재귀식에 적용하는 정리입니다. 오늘의 병합 정렬은 길이를 거의 절반씩 나누고 두 문제를 모두 풉니다. 바닥 함수의 일정한 처리와 반올림을 함께 고려해도 앞에서 계산한 시간 차수는 같습니다.</a:t>
            </a:r>
          </a:p>
          <a:p>
            <a:endParaRPr/>
          </a:p>
          <a:p>
            <a:r>
              <a:t>퀵 정렬은 피벗 위치에 따라 왼쪽과 오른쪽 길이가 달라집니다. 원소 여덟 개에서 피벗 하나를 빼고 삼 개와 사 개로 나뉠 수도 있지만, 영 개와 칠 개처럼 한쪽에 몰릴 수도 있습니다. 그래서 어떤 데이터에서도 이 곱하기 티 엔 나누기 이라고 그대로 적을 수 없습니다.</a:t>
            </a:r>
          </a:p>
          <a:p>
            <a:endParaRPr/>
          </a:p>
          <a:p>
            <a:r>
              <a:t>균형 있는 분할이 이어지면 층 수가 로그 엔 정도이고 각 층의 분할 작업이 엔 정도여서 엔 로그 엔입니다. 한쪽에 계속 몰리면 구간 길이가 엔, 엔 마이너스 일처럼 조금씩 줄고, 그 분할 비용을 더하면 최악에 엔 제곱이 됩니다.</a:t>
            </a:r>
          </a:p>
          <a:p>
            <a:endParaRPr/>
          </a:p>
          <a:p>
            <a:r>
              <a:t>또 현재 함수에서 배열을 복사하거나 새로 정렬하는 작업을 하는데 그 비용을 빼면 시간식 자체가 틀릴 수 있습니다. 마스터 정리는 코드에 없는 비용을 알아서 찾아주는 도구가 아닙니다. 호출 수, 작은 문제의 크기, 현재 함수의 작업을 먼저 정확히 읽은 뒤 그 형태가 정리의 조건에 맞을 때 사용합니다. 뒤의 참고식은 오늘 그림을 일반 기호로 표현한 것이므로 이 세 가지 뜻과 연결해서 읽으면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40448564"/>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본 세 경우를 일반 기호로 적은 참고 페이지입니다. 추가 작업이 일정한 일, 엔, 엔 제곱처럼 거듭제곱에 비례하는 경우를 설명하겠습니다. 티 엔은 에이 개의 작은 문제를 풀고, 각 문제 크기는 엔 나누기 비이며, 현재 호출의 추가 작업은 엔의 디 제곱에 비례한다고 가정합니다.</a:t>
            </a:r>
          </a:p>
          <a:p>
            <a:endParaRPr/>
          </a:p>
          <a:p>
            <a:r>
              <a:t>피는 비를 몇 제곱하면 에이가 되는지를 나타내는 수입니다. 그래서 피는 로그 비 에이입니다. 두 절반을 모두 풀던 예제에서는 에이가 이, 비도 이입니다. 이를 일 제곱하면 이이므로 피는 일입니다. 이때 기준 엔의 피 제곱은 그냥 엔입니다.</a:t>
            </a:r>
          </a:p>
          <a:p>
            <a:endParaRPr/>
          </a:p>
          <a:p>
            <a:r>
              <a:t>디가 피보다 작으면 각 호출의 비용이 작아지는 속도보다 호출 수가 늘어나는 영향이 커서 아래쪽 일이 지배합니다. 디가 피와 같으면 각 층의 일이 비슷하므로 로그 엔이 곱해집니다. 디가 피보다 크면 현재 큰 구간에서 하는 일이 커서 위쪽이 지배합니다. 표의 세 줄이 앞에서 직접 더한 세 그림과 대응합니다.</a:t>
            </a:r>
          </a:p>
          <a:p>
            <a:endParaRPr/>
          </a:p>
          <a:p>
            <a:r>
              <a:t>두 절반 예제의 디를 영, 일, 이로 대입하면 일정한 일에서 엔, 선형 작업에서 엔 로그 엔, 제곱 작업에서 엔 제곱이 됩니다. 세타 기호는 위쪽 상한뿐 아니라 같은 차수의 아래쪽도 갖는다는 뜻입니다. 이 표는 추가 작업이 거듭제곱에 비례하는 형태에 대한 정리입니다. 모든 복잡한 에프 엔에 그대로 쓰는 표는 아니며, 더 일반적인 형태는 별도의 정리 조건을 확인해야 합니다. 그림을 이해한 뒤 참고식의 기호를 하나씩 연결하면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85571974"/>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 예제에서도 현재 정사각형이 단색인지 검사합니다. 단색이면 색종이 조각 한 개를 세고 끝납니다. 혼합이면 네 부분으로 나눠 자식들의 조각 수를 더해요. 쿼드 트리와 같은 분할 구조지만 반환값이 문자열 대신 조각 수입니다.</a:t>
            </a:r>
          </a:p>
          <a:p>
            <a:endParaRPr/>
          </a:p>
          <a:p>
            <a:r>
              <a:t>단색인 네 곱하기 네 종이는 일인 픽셀이 열여섯 개라고 해도 조각 수는 한 개입니다. 반면 같은 색의 픽셀이 서로 다른 최종 영역에 있으면 각각의 조각으로 셉니다. 그래서 픽셀 개수와 색종이 개수를 혼동하면 안 됩니다.</a:t>
            </a:r>
          </a:p>
          <a:p>
            <a:endParaRPr/>
          </a:p>
          <a:p>
            <a:r>
              <a:t>시간은 색을 확인하는 검사 비용을 포함합니다. 전체가 같은 색이면 루트에서 모든 픽셀을 확인하고 끝나므로 전체 픽셀 수에 비례합니다. 계속 나뉘면 부모에서 확인한 칸을 자식에서도 다시 볼 수 있습니다. 한 변을 S, 픽셀 수를 N이라고 할 때 전체를 매번 검사하는 모델의 상한은 쿼드 트리와 같은 오 엔 로그 S입니다. 실제 코드처럼 다른 색을 만나자마자 내려가면 검사 횟수가 더 줄 수 있습니다.</a:t>
            </a:r>
          </a:p>
          <a:p>
            <a:endParaRPr/>
          </a:p>
          <a:p>
            <a:r>
              <a:t>문제에서 한 변을 n이라고 쓴다면 N은 n 제곱이고 같은 상한을 오 n 제곱 로그 n이라고 적게 됩니다. 기호가 어떤 입력 단위를 뜻하는지 확인하는 것이 먼저입니다.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37460130"/>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삼의 십일제곱을 칠로 나눈 나머지를 구하겠습니다. 삼을 열한 번 곱하는 대신 지수 십일을 절반으로 줄이는 호출을 하나 만듭니다. 십일은 오, 오는 이, 이는 일, 일은 영으로 줄어듭니다. 지수가 영이면 일의 나머지를 반환합니다.</a:t>
            </a:r>
          </a:p>
          <a:p>
            <a:endParaRPr/>
          </a:p>
          <a:p>
            <a:r>
              <a:t>이제 반환하면서 계산합니다. 지수 일이던 호출은 하위 결과 일의 제곱에 삼을 한 번 더 곱해 삼이 됩니다. 지수 이에서는 하위 결과 삼을 제곱해 구가 되고 칠로 나눈 나머지는 이입니다. 지수 오는 하위 결과 이를 제곱한 뒤, 지수가 홀수이므로 삼을 한 번 더 곱합니다. 십이를 칠로 나눈 나머지는 오입니다.</a:t>
            </a:r>
          </a:p>
          <a:p>
            <a:endParaRPr/>
          </a:p>
          <a:p>
            <a:r>
              <a:t>지수 십일에서는 하위 결과 오를 제곱합니다. 이십오를 칠로 나눈 나머지는 사이고, 홀수이므로 다시 삼을 곱해 십이를 칠로 나눈 나머지 오가 됩니다. 그래서 최종 결과는 오입니다.</a:t>
            </a:r>
          </a:p>
          <a:p>
            <a:endParaRPr/>
          </a:p>
          <a:p>
            <a:r>
              <a:t>매 호출은 절반 지수의 결과를 한 번만 구해 half에 저장합니다. 같은 재귀 호출을 두 번 써서 절반 제곱을 각각 구하지 않습니다. 저장한 숫자를 자기 자신과 곱하는 것이 이 방법의 핵심입니다. 다음 장에서 이 호출 수가 왜 로그 지수에 비례하는지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808463"/>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빠른 거듭제곱의 입력 크기를 나타내는 것은 배열 길이가 아니라 지수 b입니다. b가 십일이면 십일, 오, 이, 일, 영으로 줄어서 호출이 다섯 번입니다. 지수를 두 배로 늘려도 대략 한 단계만 더 내려가게 됩니다.</a:t>
            </a:r>
          </a:p>
          <a:p>
            <a:endParaRPr/>
          </a:p>
          <a:p>
            <a:r>
              <a:t>각 호출에서는 절반 지수의 결과를 half에 저장하고 제곱합니다. 지수가 홀수일 때만 a를 한 번 더 곱해요. 따라서 반환 단계의 곱셈은 한 번 또는 두 번이고 입력 지수와 관계없이 상수 개입니다. 단계 수는 로그 b이므로 전체 곱셈 횟수도 로그 b에 비례합니다.</a:t>
            </a:r>
          </a:p>
          <a:p>
            <a:endParaRPr/>
          </a:p>
          <a:p>
            <a:r>
              <a:t>중요한 조건은 재귀 호출을 한 번만 한다는 것입니다. power의 절반 지수 호출을 곱셈의 양쪽에 각각 쓰면 같은 작은 문제를 두 번 계산하게 됩니다. 그 경우 호출 수가 배로 퍼져서 지금의 로그 시간 분석을 그대로 쓸 수 없습니다.</a:t>
            </a:r>
          </a:p>
          <a:p>
            <a:endParaRPr/>
          </a:p>
          <a:p>
            <a:r>
              <a:t>여기서는 코드에 주어진 범위의 정수 곱셈과 나머지 연산을 한 번의 기본 연산으로 세고 있습니다. 무한히 큰 정수의 자릿수까지 따지는 분석은 별개예요. C에서는 중간 곱셈이 자료형 범위를 넘지 않는 입력 조건도 확인해야 합니다. 이번 함수의 실행 조건과 시간 복잡도를 코드 주석으로 짧게 설명할 때는 지수를 반씩 줄이고 같은 half를 재사용한다는 점을 연결하면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07304339"/>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장의 공통 구조를 다시 보겠습니다</a:t>
            </a:r>
            <a:r>
              <a:rPr lang="en-US" altLang="ko-KR"/>
              <a:t>. </a:t>
            </a:r>
            <a:r>
              <a:rPr lang="ko-KR" altLang="en-US"/>
              <a:t>문제를 작은 부분으로 나누고</a:t>
            </a:r>
            <a:r>
              <a:rPr lang="en-US" altLang="ko-KR"/>
              <a:t>, </a:t>
            </a:r>
            <a:r>
              <a:rPr lang="ko-KR" altLang="en-US"/>
              <a:t>각 부분을 재귀로 푼 뒤 답을 구성했습니다</a:t>
            </a:r>
            <a:r>
              <a:rPr lang="en-US" altLang="ko-KR"/>
              <a:t>. </a:t>
            </a:r>
            <a:r>
              <a:rPr lang="ko-KR" altLang="en-US"/>
              <a:t>병합 정렬은 이미 정렬된 두 줄의 앞에서 작은 값을 골라 합쳤고</a:t>
            </a:r>
            <a:r>
              <a:rPr lang="en-US" altLang="ko-KR"/>
              <a:t>, </a:t>
            </a:r>
            <a:r>
              <a:rPr lang="ko-KR" altLang="en-US"/>
              <a:t>퀵 정렬은 피벗의 자리를 확정한 뒤 그 왼쪽과 오른쪽을 다시 정렬했습니다</a:t>
            </a:r>
            <a:r>
              <a:rPr lang="en-US" altLang="ko-KR"/>
              <a:t>. </a:t>
            </a:r>
            <a:r>
              <a:rPr lang="ko-KR" altLang="en-US"/>
              <a:t>최대 구간 합에서는 왼쪽과 오른쪽의 답만 비교하면 중앙을 걸친 구간을 놓칠 수 있어서 세 경우를 모두 확인했어요</a:t>
            </a:r>
            <a:r>
              <a:rPr lang="en-US" altLang="ko-KR"/>
              <a:t>. </a:t>
            </a:r>
            <a:r>
              <a:rPr lang="ko-KR" altLang="en-US"/>
              <a:t>쿼드 트리는 같은 색인 큰 영역은 한 글자로 끝내고</a:t>
            </a:r>
            <a:r>
              <a:rPr lang="en-US" altLang="ko-KR"/>
              <a:t>, </a:t>
            </a:r>
            <a:r>
              <a:rPr lang="ko-KR" altLang="en-US"/>
              <a:t>색이 섞인 영역만 네 부분으로 나눴습니다</a:t>
            </a:r>
            <a:r>
              <a:rPr lang="en-US" altLang="ko-KR"/>
              <a:t>. </a:t>
            </a:r>
            <a:r>
              <a:rPr lang="ko-KR" altLang="en-US"/>
              <a:t>결과의 괄호 구조와 자식 순서를 이용해 원본도 다시 복원했습니다</a:t>
            </a:r>
            <a:r>
              <a:rPr lang="en-US" altLang="ko-KR"/>
              <a:t>. </a:t>
            </a:r>
            <a:r>
              <a:rPr lang="ko-KR" altLang="en-US"/>
              <a:t>시간 복잡도는 한 호출의 비용과 호출이 쌓이는 구조를 함께 보았습니다</a:t>
            </a:r>
            <a:r>
              <a:rPr lang="en-US" altLang="ko-KR"/>
              <a:t>. </a:t>
            </a:r>
            <a:r>
              <a:rPr lang="ko-KR" altLang="en-US"/>
              <a:t>정렬의 두 반복문이 중첩되어 보인다고 무조건 제곱은 아니고</a:t>
            </a:r>
            <a:r>
              <a:rPr lang="en-US" altLang="ko-KR"/>
              <a:t>, </a:t>
            </a:r>
            <a:r>
              <a:rPr lang="ko-KR" altLang="en-US"/>
              <a:t>트리의 깊이가 로그라고 모든 픽셀 검사 비용이 로그인 것도 아닙니다</a:t>
            </a:r>
            <a:r>
              <a:rPr lang="en-US" altLang="ko-KR"/>
              <a:t>. </a:t>
            </a:r>
            <a:r>
              <a:rPr lang="ko-KR" altLang="en-US"/>
              <a:t>색종이 예제에서는 픽셀 수와 조각 수를 구분했고</a:t>
            </a:r>
            <a:r>
              <a:rPr lang="en-US" altLang="ko-KR"/>
              <a:t>, </a:t>
            </a:r>
            <a:r>
              <a:rPr lang="ko-KR" altLang="en-US"/>
              <a:t>빠른 거듭제곱에서는 절반 지수의 결과를 한 번만 구해 재사용했습니다</a:t>
            </a:r>
            <a:r>
              <a:rPr lang="en-US" altLang="ko-KR"/>
              <a:t>. </a:t>
            </a:r>
            <a:r>
              <a:rPr lang="ko-KR" altLang="en-US"/>
              <a:t>종료 조건과 입력 단위까지 확인해서 각 알고리즘을 코드와 연결해 설명해 보세요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10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6.xml"/><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8.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9.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0.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222.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224.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225.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226.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227.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228.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229.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230.xml"/><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1.xml"/><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232.xml"/><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233.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234.xml"/><Relationship Id="rId1" Type="http://schemas.openxmlformats.org/officeDocument/2006/relationships/slideLayout" Target="../slideLayouts/slideLayout1.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235.xml"/><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236.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237.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238.xml"/><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2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FDE2B204-A8C4-415D-A9B2-2E7DA1604725}"/>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CHAPTER 04</a:t>
            </a:r>
          </a:p>
        </p:txBody>
      </p:sp>
      <p:sp>
        <p:nvSpPr>
          <p:cNvPr id="2" name="brand">
            <a:extLst>
              <a:ext uri="{FF2B5EF4-FFF2-40B4-BE49-F238E27FC236}">
                <a16:creationId xmlns:a16="http://schemas.microsoft.com/office/drawing/2014/main" id="{B5720B97-D417-43E3-B432-825EAB86E95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87033CB-C2CE-435E-A1D1-10B6598DB4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이번 장에서 배울 내용</a:t>
            </a:r>
          </a:p>
        </p:txBody>
      </p:sp>
      <p:sp>
        <p:nvSpPr>
          <p:cNvPr id="4" name="line-0">
            <a:extLst>
              <a:ext uri="{FF2B5EF4-FFF2-40B4-BE49-F238E27FC236}">
                <a16:creationId xmlns:a16="http://schemas.microsoft.com/office/drawing/2014/main" id="{F3DC994D-7F8E-4953-8758-7C4BBE5BC4A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00A2ABC8-8874-4346-B355-A20FC162AE24}"/>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9B0B10CD-8612-49B8-8D8C-F0647B4B2FB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a:t>
            </a:r>
            <a:endParaRPr sz="1050" b="0">
              <a:solidFill>
                <a:srgbClr val="151515"/>
              </a:solidFill>
              <a:latin typeface="Consolas"/>
              <a:ea typeface="Consolas"/>
              <a:cs typeface="Consolas"/>
            </a:endParaRPr>
          </a:p>
        </p:txBody>
      </p:sp>
      <p:sp>
        <p:nvSpPr>
          <p:cNvPr id="7" name="topic-0">
            <a:extLst>
              <a:ext uri="{FF2B5EF4-FFF2-40B4-BE49-F238E27FC236}">
                <a16:creationId xmlns:a16="http://schemas.microsoft.com/office/drawing/2014/main" id="{E69CFAC5-AD94-4079-988B-759E474B866D}"/>
              </a:ext>
            </a:extLst>
          </p:cNvPr>
          <p:cNvSpPr>
            <a:spLocks noGrp="1"/>
          </p:cNvSpPr>
          <p:nvPr/>
        </p:nvSpPr>
        <p:spPr>
          <a:xfrm>
            <a:off x="704850" y="18478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4.1   분할 정복의 기본</a:t>
            </a:r>
          </a:p>
        </p:txBody>
      </p:sp>
      <p:sp>
        <p:nvSpPr>
          <p:cNvPr id="8" name="topic-1">
            <a:extLst>
              <a:ext uri="{FF2B5EF4-FFF2-40B4-BE49-F238E27FC236}">
                <a16:creationId xmlns:a16="http://schemas.microsoft.com/office/drawing/2014/main" id="{6FA0596A-4788-45CF-ADEB-DB1ED5B15695}"/>
              </a:ext>
            </a:extLst>
          </p:cNvPr>
          <p:cNvSpPr>
            <a:spLocks noGrp="1"/>
          </p:cNvSpPr>
          <p:nvPr/>
        </p:nvSpPr>
        <p:spPr>
          <a:xfrm>
            <a:off x="704850" y="28765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4.2   병합 정렬 (Merge Sort)</a:t>
            </a:r>
          </a:p>
        </p:txBody>
      </p:sp>
      <p:sp>
        <p:nvSpPr>
          <p:cNvPr id="9" name="topic-2">
            <a:extLst>
              <a:ext uri="{FF2B5EF4-FFF2-40B4-BE49-F238E27FC236}">
                <a16:creationId xmlns:a16="http://schemas.microsoft.com/office/drawing/2014/main" id="{5887EC83-A158-45F7-B420-2D6773115FDD}"/>
              </a:ext>
            </a:extLst>
          </p:cNvPr>
          <p:cNvSpPr>
            <a:spLocks noGrp="1"/>
          </p:cNvSpPr>
          <p:nvPr/>
        </p:nvSpPr>
        <p:spPr>
          <a:xfrm>
            <a:off x="704850" y="39052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4.3   퀵 정렬 (Quick Sort)</a:t>
            </a:r>
          </a:p>
        </p:txBody>
      </p:sp>
      <p:sp>
        <p:nvSpPr>
          <p:cNvPr id="10" name="topic-3">
            <a:extLst>
              <a:ext uri="{FF2B5EF4-FFF2-40B4-BE49-F238E27FC236}">
                <a16:creationId xmlns:a16="http://schemas.microsoft.com/office/drawing/2014/main" id="{CD0172D5-D276-4655-83F8-464F34564578}"/>
              </a:ext>
            </a:extLst>
          </p:cNvPr>
          <p:cNvSpPr>
            <a:spLocks noGrp="1"/>
          </p:cNvSpPr>
          <p:nvPr/>
        </p:nvSpPr>
        <p:spPr>
          <a:xfrm>
            <a:off x="704850" y="49339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4.4   최대 구간 합</a:t>
            </a:r>
          </a:p>
        </p:txBody>
      </p:sp>
      <p:sp>
        <p:nvSpPr>
          <p:cNvPr id="11" name="topic-4">
            <a:extLst>
              <a:ext uri="{FF2B5EF4-FFF2-40B4-BE49-F238E27FC236}">
                <a16:creationId xmlns:a16="http://schemas.microsoft.com/office/drawing/2014/main" id="{886CBB1C-2D23-4201-9ADD-881FDBF952F0}"/>
              </a:ext>
            </a:extLst>
          </p:cNvPr>
          <p:cNvSpPr>
            <a:spLocks noGrp="1"/>
          </p:cNvSpPr>
          <p:nvPr/>
        </p:nvSpPr>
        <p:spPr>
          <a:xfrm>
            <a:off x="6343650" y="18478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4.5   쿼드 트리</a:t>
            </a:r>
          </a:p>
        </p:txBody>
      </p:sp>
      <p:sp>
        <p:nvSpPr>
          <p:cNvPr id="12" name="topic-5">
            <a:extLst>
              <a:ext uri="{FF2B5EF4-FFF2-40B4-BE49-F238E27FC236}">
                <a16:creationId xmlns:a16="http://schemas.microsoft.com/office/drawing/2014/main" id="{627F95CC-37DC-47A3-9CB4-0316697FDCF5}"/>
              </a:ext>
            </a:extLst>
          </p:cNvPr>
          <p:cNvSpPr>
            <a:spLocks noGrp="1"/>
          </p:cNvSpPr>
          <p:nvPr/>
        </p:nvSpPr>
        <p:spPr>
          <a:xfrm>
            <a:off x="6343650" y="28765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4.6   마스터 정리</a:t>
            </a:r>
          </a:p>
        </p:txBody>
      </p:sp>
      <p:sp>
        <p:nvSpPr>
          <p:cNvPr id="13" name="topic-6">
            <a:extLst>
              <a:ext uri="{FF2B5EF4-FFF2-40B4-BE49-F238E27FC236}">
                <a16:creationId xmlns:a16="http://schemas.microsoft.com/office/drawing/2014/main" id="{CA50BF67-B06A-4562-B7C0-A42C30490F00}"/>
              </a:ext>
            </a:extLst>
          </p:cNvPr>
          <p:cNvSpPr>
            <a:spLocks noGrp="1"/>
          </p:cNvSpPr>
          <p:nvPr/>
        </p:nvSpPr>
        <p:spPr>
          <a:xfrm>
            <a:off x="6343650" y="39052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4.7   코딩 테스트 예제</a:t>
            </a:r>
          </a:p>
        </p:txBody>
      </p:sp>
    </p:spTree>
    <p:extLst>
      <p:ext uri="{BB962C8B-B14F-4D97-AF65-F5344CB8AC3E}">
        <p14:creationId xmlns:p14="http://schemas.microsoft.com/office/powerpoint/2010/main" val="37145561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txBody>
          <a:bodyPr/>
          <a:lstStyle/>
          <a:p>
            <a:endParaRPr lang="ko-KR" altLang="en-US"/>
          </a:p>
        </p:txBody>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1F2ACB09-E994-4D70-8010-8D0DD2CECFF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BE2F985-8C78-42B6-A0D3-9E0E97D7F70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845ED82-8BE6-4D82-8B37-77022FCDB27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정렬: 한 장까지 나누고 합치기</a:t>
            </a:r>
          </a:p>
        </p:txBody>
      </p:sp>
      <p:sp>
        <p:nvSpPr>
          <p:cNvPr id="4" name="rule-0">
            <a:extLst>
              <a:ext uri="{FF2B5EF4-FFF2-40B4-BE49-F238E27FC236}">
                <a16:creationId xmlns:a16="http://schemas.microsoft.com/office/drawing/2014/main" id="{FE13EFCE-1341-4AA4-9B30-15FF09CFC44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4BF50CD-C0E7-4CEA-8833-A0DAD3EA3DB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E7373DC-B55E-4413-9E04-690B805939F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D3E289E6-70D7-4652-B020-9E71B95E335A}"/>
              </a:ext>
            </a:extLst>
          </p:cNvPr>
          <p:cNvSpPr>
            <a:spLocks noGrp="1"/>
          </p:cNvSpPr>
          <p:nvPr/>
        </p:nvSpPr>
        <p:spPr>
          <a:xfrm>
            <a:off x="609600" y="1676400"/>
            <a:ext cx="10972800" cy="723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입력: [8, 3, 6, 2, 7, 1, 5, 4] → 출력: [1, 2, 3, 4, 5, 6, 7, 8]</a:t>
            </a:r>
          </a:p>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작은 문제의 정렬 결과를 받아, 두 줄의 맨 앞에서 작은 값을 골라 붙입니다.</a:t>
            </a:r>
          </a:p>
        </p:txBody>
      </p:sp>
      <p:pic>
        <p:nvPicPr>
          <p:cNvPr id="8" name="그림 7">
            <a:extLst>
              <a:ext uri="{FF2B5EF4-FFF2-40B4-BE49-F238E27FC236}">
                <a16:creationId xmlns:a16="http://schemas.microsoft.com/office/drawing/2014/main" id="{7C774EBE-7962-4923-9000-66DD34A178AE}"/>
              </a:ext>
            </a:extLst>
          </p:cNvPr>
          <p:cNvPicPr>
            <a:picLocks noChangeAspect="1"/>
          </p:cNvPicPr>
          <p:nvPr/>
        </p:nvPicPr>
        <p:blipFill>
          <a:blip r:embed="rId3"/>
          <a:stretch/>
        </p:blipFill>
        <p:spPr>
          <a:xfrm>
            <a:off x="2861471" y="2447925"/>
            <a:ext cx="6469057" cy="3533775"/>
          </a:xfrm>
          <a:prstGeom prst="rect">
            <a:avLst/>
          </a:prstGeom>
        </p:spPr>
      </p:pic>
      <p:sp>
        <p:nvSpPr>
          <p:cNvPr id="9" name="caption">
            <a:extLst>
              <a:ext uri="{FF2B5EF4-FFF2-40B4-BE49-F238E27FC236}">
                <a16:creationId xmlns:a16="http://schemas.microsoft.com/office/drawing/2014/main" id="{B8750BB0-3E8A-4C02-A733-B81EFF435B4F}"/>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한 장은 이미 정렬된 상태입니다. 정렬된 두 결과를 병합해 더 큰 결과를 만듭니다.</a:t>
            </a:r>
          </a:p>
        </p:txBody>
      </p:sp>
    </p:spTree>
    <p:extLst>
      <p:ext uri="{BB962C8B-B14F-4D97-AF65-F5344CB8AC3E}">
        <p14:creationId xmlns:p14="http://schemas.microsoft.com/office/powerpoint/2010/main" val="3616995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5C341608-D0E0-484D-AE11-281C302EC1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901CACC0-BA67-4A6E-A6E7-AC62CFFDBA2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3D1EC5-1F24-4462-9172-14E5133144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① · 8개를 4개씩</a:t>
            </a:r>
          </a:p>
        </p:txBody>
      </p:sp>
      <p:sp>
        <p:nvSpPr>
          <p:cNvPr id="4" name="직사각형 3">
            <a:extLst>
              <a:ext uri="{FF2B5EF4-FFF2-40B4-BE49-F238E27FC236}">
                <a16:creationId xmlns:a16="http://schemas.microsoft.com/office/drawing/2014/main" id="{B5B38B9E-D04C-4EF3-B825-25A62315F17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CFC5494B-457B-4ED3-84CF-56F6305D3BCC}"/>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위치에서 나눕니다. 숫자의 크기는 아직 비교하지 않습니다.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[8,3,6,2], 오른쪽 [7,1,5,4]의 원래 순서를 유지합니다.</a:t>
            </a:r>
          </a:p>
        </p:txBody>
      </p:sp>
      <p:sp>
        <p:nvSpPr>
          <p:cNvPr id="6" name="footer">
            <a:extLst>
              <a:ext uri="{FF2B5EF4-FFF2-40B4-BE49-F238E27FC236}">
                <a16:creationId xmlns:a16="http://schemas.microsoft.com/office/drawing/2014/main" id="{C3F8AE1E-AF6E-44AE-BA54-AB15D29C0C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E3A422A-A9C7-42F2-8198-51E33DA9D37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6B787700-2EF9-4747-9E71-E13664D17365}"/>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3AE6ED49-8F4A-428A-9408-86CE2D1CB692}"/>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372F96A-D143-4E34-8422-78D3DC7CD122}"/>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ABCD580F-8312-416B-A207-788C1B7EFA63}"/>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1781B5A3-1697-4BF4-A68F-F00E8C069F33}"/>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13" name="표 12">
            <a:extLst>
              <a:ext uri="{FF2B5EF4-FFF2-40B4-BE49-F238E27FC236}">
                <a16:creationId xmlns:a16="http://schemas.microsoft.com/office/drawing/2014/main" id="{75E08AC7-9A04-4BFD-B07E-EF6EF2932EB0}"/>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6</a:t>
                      </a:r>
                    </a:p>
                  </a:txBody>
                  <a:tcPr anchor="ctr">
                    <a:solidFill>
                      <a:srgbClr val="DCECFB"/>
                    </a:solidFill>
                  </a:tcPr>
                </a:tc>
                <a:tc>
                  <a:txBody>
                    <a:bodyPr/>
                    <a:lstStyle/>
                    <a:p>
                      <a:pPr algn="ctr"/>
                      <a:r>
                        <a:rPr sz="2250"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4" name="표 13">
            <a:extLst>
              <a:ext uri="{FF2B5EF4-FFF2-40B4-BE49-F238E27FC236}">
                <a16:creationId xmlns:a16="http://schemas.microsoft.com/office/drawing/2014/main" id="{2CE87EE2-A411-4DAF-A552-682078A1F603}"/>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DEFE6"/>
                    </a:solidFill>
                  </a:tcPr>
                </a:tc>
                <a:tc>
                  <a:txBody>
                    <a:bodyPr/>
                    <a:lstStyle/>
                    <a:p>
                      <a:pPr algn="ctr"/>
                      <a:r>
                        <a:rPr sz="2250" b="1">
                          <a:solidFill>
                            <a:srgbClr val="151515"/>
                          </a:solidFill>
                          <a:latin typeface="Consolas"/>
                          <a:ea typeface="Consolas"/>
                          <a:cs typeface="Consolas"/>
                        </a:rPr>
                        <a:t>1</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next">
            <a:extLst>
              <a:ext uri="{FF2B5EF4-FFF2-40B4-BE49-F238E27FC236}">
                <a16:creationId xmlns:a16="http://schemas.microsoft.com/office/drawing/2014/main" id="{F74E9B3A-1FA3-4588-8FFE-7847D233DA62}"/>
              </a:ext>
            </a:extLst>
          </p:cNvPr>
          <p:cNvSpPr>
            <a:spLocks noGrp="1"/>
          </p:cNvSpPr>
          <p:nvPr/>
        </p:nvSpPr>
        <p:spPr>
          <a:xfrm>
            <a:off x="1143000" y="5019675"/>
            <a:ext cx="9906000" cy="476250"/>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06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다음: 네 개짜리 구간도 더 작은 문제로 나눕니다.</a:t>
            </a:r>
          </a:p>
        </p:txBody>
      </p:sp>
    </p:spTree>
    <p:extLst>
      <p:ext uri="{BB962C8B-B14F-4D97-AF65-F5344CB8AC3E}">
        <p14:creationId xmlns:p14="http://schemas.microsoft.com/office/powerpoint/2010/main" val="3670942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BEC96228-65E6-431A-9D22-698A7EA3464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0728B11-FCB0-4FD6-9A37-0637675479F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85D214D-BBA6-4E78-85DC-608C443C9C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② · 4개를 2개씩</a:t>
            </a:r>
          </a:p>
        </p:txBody>
      </p:sp>
      <p:sp>
        <p:nvSpPr>
          <p:cNvPr id="4" name="직사각형 3">
            <a:extLst>
              <a:ext uri="{FF2B5EF4-FFF2-40B4-BE49-F238E27FC236}">
                <a16:creationId xmlns:a16="http://schemas.microsoft.com/office/drawing/2014/main" id="{8789F09C-C6FB-46DA-B89D-0CBAEBA7802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CFDD9E4-B2A2-4370-A0D0-04D4091DA04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네 개짜리 구간도 각각 가운데에서 나눕니다.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개짜리 네 묶음이 생겼지만, 아직 정렬된 결과는 아닙니다.</a:t>
            </a:r>
          </a:p>
        </p:txBody>
      </p:sp>
      <p:sp>
        <p:nvSpPr>
          <p:cNvPr id="6" name="footer">
            <a:extLst>
              <a:ext uri="{FF2B5EF4-FFF2-40B4-BE49-F238E27FC236}">
                <a16:creationId xmlns:a16="http://schemas.microsoft.com/office/drawing/2014/main" id="{3187B693-927C-4F38-8424-C1A909772BC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A5994B2-C3C9-45AB-A975-16BFE4477F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1CC1F265-F9B9-461E-97D1-5C14601D62B6}"/>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93348592-3432-4044-84E0-DE98C0D71B0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0572469F-2908-4256-87B4-D45DB9A95254}"/>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191EB16-5EC9-40B8-A389-CFADF30C6562}"/>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3351E50C-54F4-4ED7-9FA8-88B125F2BBD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35B346A-B2FA-4023-8C5A-CB55F5FA01B6}"/>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C682CBCB-7221-40C4-A200-16BC77902014}"/>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4472047A-A1A4-4990-BEEE-4B541769813A}"/>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A4451E41-4E0B-4AAB-815D-B3E09B5E6677}"/>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4120BEEA-5C50-48BF-8B95-5D08F0EE0060}"/>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99F429BF-15E1-4A65-A1CB-CC55BE4B1D67}"/>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8A29EF9-ECFB-4FF3-8891-A46B506E9106}"/>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D4CBFB01-5E30-462A-8330-83264E326553}"/>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C2FBF41A-04B7-493B-BD79-7A740A3DE8D4}"/>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BA74306C-3F9E-44EF-BE18-5C8A6C2D1D96}"/>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3" name="표 22">
            <a:extLst>
              <a:ext uri="{FF2B5EF4-FFF2-40B4-BE49-F238E27FC236}">
                <a16:creationId xmlns:a16="http://schemas.microsoft.com/office/drawing/2014/main" id="{F3B87C7B-1EED-4E86-B999-9BBF4DAB1192}"/>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4" name="표 23">
            <a:extLst>
              <a:ext uri="{FF2B5EF4-FFF2-40B4-BE49-F238E27FC236}">
                <a16:creationId xmlns:a16="http://schemas.microsoft.com/office/drawing/2014/main" id="{E72E64B7-AA1E-4CA6-ACFD-36D6747C6461}"/>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DEFE6"/>
                    </a:solidFill>
                  </a:tcPr>
                </a:tc>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25" name="표 24">
            <a:extLst>
              <a:ext uri="{FF2B5EF4-FFF2-40B4-BE49-F238E27FC236}">
                <a16:creationId xmlns:a16="http://schemas.microsoft.com/office/drawing/2014/main" id="{4346B2F5-469F-44A0-B32F-B81ADFF6DB38}"/>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tc>
                  <a:txBody>
                    <a:bodyPr/>
                    <a:lstStyle/>
                    <a:p>
                      <a:pPr algn="ctr"/>
                      <a:r>
                        <a:rPr sz="2250"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6" name="표 25">
            <a:extLst>
              <a:ext uri="{FF2B5EF4-FFF2-40B4-BE49-F238E27FC236}">
                <a16:creationId xmlns:a16="http://schemas.microsoft.com/office/drawing/2014/main" id="{C35F797B-F18E-4722-96B1-A754C8AB018B}"/>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next">
            <a:extLst>
              <a:ext uri="{FF2B5EF4-FFF2-40B4-BE49-F238E27FC236}">
                <a16:creationId xmlns:a16="http://schemas.microsoft.com/office/drawing/2014/main" id="{EC808234-5DC3-4751-81FC-918C11C5BC0D}"/>
              </a:ext>
            </a:extLst>
          </p:cNvPr>
          <p:cNvSpPr>
            <a:spLocks noGrp="1"/>
          </p:cNvSpPr>
          <p:nvPr/>
        </p:nvSpPr>
        <p:spPr>
          <a:xfrm>
            <a:off x="1143000" y="5829300"/>
            <a:ext cx="99060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다음: 두 개짜리 구간을 원소 하나씩 나눕니다.</a:t>
            </a:r>
          </a:p>
        </p:txBody>
      </p:sp>
    </p:spTree>
    <p:extLst>
      <p:ext uri="{BB962C8B-B14F-4D97-AF65-F5344CB8AC3E}">
        <p14:creationId xmlns:p14="http://schemas.microsoft.com/office/powerpoint/2010/main" val="2303636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ection">
            <a:extLst>
              <a:ext uri="{FF2B5EF4-FFF2-40B4-BE49-F238E27FC236}">
                <a16:creationId xmlns:a16="http://schemas.microsoft.com/office/drawing/2014/main" id="{C2C6DDD3-AE24-4C47-A326-12C6BA0F00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D8929B6-93CB-45EC-8C21-FC3BCAF8990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A90E107-185B-470B-8501-5705CBF484A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③ · 2개를 1개씩</a:t>
            </a:r>
          </a:p>
        </p:txBody>
      </p:sp>
      <p:sp>
        <p:nvSpPr>
          <p:cNvPr id="4" name="직사각형 3">
            <a:extLst>
              <a:ext uri="{FF2B5EF4-FFF2-40B4-BE49-F238E27FC236}">
                <a16:creationId xmlns:a16="http://schemas.microsoft.com/office/drawing/2014/main" id="{C5504C76-C644-4ABE-9181-E223E7FF96E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431491F-5B14-413B-94F4-76BB430AD83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원소가 하나이면 더 정렬할 것이 없습니다. 여기서 재귀 호출을 멈춥니다.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한 원소짜리 결과 두 개를 받아 병합을 시작합니다.</a:t>
            </a:r>
          </a:p>
        </p:txBody>
      </p:sp>
      <p:sp>
        <p:nvSpPr>
          <p:cNvPr id="6" name="footer">
            <a:extLst>
              <a:ext uri="{FF2B5EF4-FFF2-40B4-BE49-F238E27FC236}">
                <a16:creationId xmlns:a16="http://schemas.microsoft.com/office/drawing/2014/main" id="{21D84FF9-C92F-405F-A35B-135BB70062C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A916708-AEE2-40FF-B2D9-48D7DDC6E29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48B9D429-5037-4214-9809-EF635FCD1DF3}"/>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B8A6111D-6A1B-4318-9DE9-877AAFC7D6F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25C7193-3CC1-4517-B58B-3143F79B4C35}"/>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BA591D12-AB41-4F42-96B6-450B909F464E}"/>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DF5E61AC-CB46-4B3A-9405-C8EFFDE4140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0DA38BA-46E4-46DD-A87C-917959426287}"/>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E4567F0B-8EA4-4F1A-8346-F377F9A9CF8A}"/>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E1B62485-A578-419A-A64E-008BAE1E0B9B}"/>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8245637B-1FB4-4C1A-A99B-AE8046057616}"/>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7290D1F0-C992-4F05-9AE5-C917A0DC0503}"/>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25047E3C-E05A-4DDF-9ACA-4191144D780F}"/>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20065E5-875F-405D-8EED-9688E36C840D}"/>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0A7C0173-F296-42D5-946F-0D1C4AF8BBF9}"/>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741D8334-67B4-45B0-8CDC-DD2136BC2406}"/>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2CFEB954-66BC-4FD6-A8B3-8C3D1BF2AF5A}"/>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3" name="직사각형 22">
            <a:extLst>
              <a:ext uri="{FF2B5EF4-FFF2-40B4-BE49-F238E27FC236}">
                <a16:creationId xmlns:a16="http://schemas.microsoft.com/office/drawing/2014/main" id="{DFB4F1FF-A615-4264-A0A9-B9CB62BEBA87}"/>
              </a:ext>
            </a:extLst>
          </p:cNvPr>
          <p:cNvSpPr>
            <a:spLocks noGrp="1"/>
          </p:cNvSpPr>
          <p:nvPr/>
        </p:nvSpPr>
        <p:spPr>
          <a:xfrm>
            <a:off x="1971675" y="5067300"/>
            <a:ext cx="19050" cy="257175"/>
          </a:xfrm>
          <a:prstGeom prst="rect">
            <a:avLst/>
          </a:prstGeom>
          <a:solidFill>
            <a:srgbClr val="AAAAAA"/>
          </a:solidFill>
          <a:ln w="0">
            <a:noFill/>
          </a:ln>
        </p:spPr>
        <p:txBody>
          <a:bodyPr/>
          <a:lstStyle/>
          <a:p>
            <a:endParaRPr lang="ko-KR" altLang="en-US"/>
          </a:p>
        </p:txBody>
      </p:sp>
      <p:sp>
        <p:nvSpPr>
          <p:cNvPr id="24" name="직사각형 23">
            <a:extLst>
              <a:ext uri="{FF2B5EF4-FFF2-40B4-BE49-F238E27FC236}">
                <a16:creationId xmlns:a16="http://schemas.microsoft.com/office/drawing/2014/main" id="{7A152A80-D800-4CB7-B18D-0AC061C86ECC}"/>
              </a:ext>
            </a:extLst>
          </p:cNvPr>
          <p:cNvSpPr>
            <a:spLocks noGrp="1"/>
          </p:cNvSpPr>
          <p:nvPr/>
        </p:nvSpPr>
        <p:spPr>
          <a:xfrm>
            <a:off x="1295400" y="5324475"/>
            <a:ext cx="1371600" cy="19050"/>
          </a:xfrm>
          <a:prstGeom prst="rect">
            <a:avLst/>
          </a:prstGeom>
          <a:solidFill>
            <a:srgbClr val="AAAAAA"/>
          </a:solidFill>
          <a:ln w="0">
            <a:noFill/>
          </a:ln>
        </p:spPr>
        <p:txBody>
          <a:bodyPr/>
          <a:lstStyle/>
          <a:p>
            <a:endParaRPr lang="ko-KR" altLang="en-US"/>
          </a:p>
        </p:txBody>
      </p:sp>
      <p:sp>
        <p:nvSpPr>
          <p:cNvPr id="25" name="직사각형 24">
            <a:extLst>
              <a:ext uri="{FF2B5EF4-FFF2-40B4-BE49-F238E27FC236}">
                <a16:creationId xmlns:a16="http://schemas.microsoft.com/office/drawing/2014/main" id="{5B68F6EC-04AC-4D80-8A95-D7C0924BC210}"/>
              </a:ext>
            </a:extLst>
          </p:cNvPr>
          <p:cNvSpPr>
            <a:spLocks noGrp="1"/>
          </p:cNvSpPr>
          <p:nvPr/>
        </p:nvSpPr>
        <p:spPr>
          <a:xfrm>
            <a:off x="1285875" y="5324475"/>
            <a:ext cx="19050" cy="295275"/>
          </a:xfrm>
          <a:prstGeom prst="rect">
            <a:avLst/>
          </a:prstGeom>
          <a:solidFill>
            <a:srgbClr val="AAAAAA"/>
          </a:solidFill>
          <a:ln w="0">
            <a:noFill/>
          </a:ln>
        </p:spPr>
        <p:txBody>
          <a:bodyPr/>
          <a:lstStyle/>
          <a:p>
            <a:endParaRPr lang="ko-KR" altLang="en-US"/>
          </a:p>
        </p:txBody>
      </p:sp>
      <p:sp>
        <p:nvSpPr>
          <p:cNvPr id="26" name="직사각형 25">
            <a:extLst>
              <a:ext uri="{FF2B5EF4-FFF2-40B4-BE49-F238E27FC236}">
                <a16:creationId xmlns:a16="http://schemas.microsoft.com/office/drawing/2014/main" id="{4C9672DF-3FA0-4A1D-9FE6-A0374833D27F}"/>
              </a:ext>
            </a:extLst>
          </p:cNvPr>
          <p:cNvSpPr>
            <a:spLocks noGrp="1"/>
          </p:cNvSpPr>
          <p:nvPr/>
        </p:nvSpPr>
        <p:spPr>
          <a:xfrm>
            <a:off x="2657475" y="5324475"/>
            <a:ext cx="19050" cy="2952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76BC1CD8-1E08-4CBC-B0AF-E77062162AFB}"/>
              </a:ext>
            </a:extLst>
          </p:cNvPr>
          <p:cNvSpPr>
            <a:spLocks noGrp="1"/>
          </p:cNvSpPr>
          <p:nvPr/>
        </p:nvSpPr>
        <p:spPr>
          <a:xfrm>
            <a:off x="4714875" y="5067300"/>
            <a:ext cx="19050" cy="257175"/>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51AF680A-179E-45D1-A318-AF83CE0AE053}"/>
              </a:ext>
            </a:extLst>
          </p:cNvPr>
          <p:cNvSpPr>
            <a:spLocks noGrp="1"/>
          </p:cNvSpPr>
          <p:nvPr/>
        </p:nvSpPr>
        <p:spPr>
          <a:xfrm>
            <a:off x="4038600" y="5324475"/>
            <a:ext cx="1371600" cy="190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DF89B62-D5DD-464F-8C74-E36C51ADF18B}"/>
              </a:ext>
            </a:extLst>
          </p:cNvPr>
          <p:cNvSpPr>
            <a:spLocks noGrp="1"/>
          </p:cNvSpPr>
          <p:nvPr/>
        </p:nvSpPr>
        <p:spPr>
          <a:xfrm>
            <a:off x="4029075" y="5324475"/>
            <a:ext cx="19050" cy="295275"/>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D3B6A350-AFD4-4293-9C5C-23240EA7BEFC}"/>
              </a:ext>
            </a:extLst>
          </p:cNvPr>
          <p:cNvSpPr>
            <a:spLocks noGrp="1"/>
          </p:cNvSpPr>
          <p:nvPr/>
        </p:nvSpPr>
        <p:spPr>
          <a:xfrm>
            <a:off x="5400675" y="5324475"/>
            <a:ext cx="19050" cy="2952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5E72037C-8BBC-4DD4-8AA5-0BC13FAFE23C}"/>
              </a:ext>
            </a:extLst>
          </p:cNvPr>
          <p:cNvSpPr>
            <a:spLocks noGrp="1"/>
          </p:cNvSpPr>
          <p:nvPr/>
        </p:nvSpPr>
        <p:spPr>
          <a:xfrm>
            <a:off x="7458075" y="5067300"/>
            <a:ext cx="19050" cy="257175"/>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89D891DB-9494-4F88-949A-0F339CAA2816}"/>
              </a:ext>
            </a:extLst>
          </p:cNvPr>
          <p:cNvSpPr>
            <a:spLocks noGrp="1"/>
          </p:cNvSpPr>
          <p:nvPr/>
        </p:nvSpPr>
        <p:spPr>
          <a:xfrm>
            <a:off x="6781800" y="5324475"/>
            <a:ext cx="1371600" cy="190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F1BB8CB8-CE79-4CDF-BC81-21F1D4F916E5}"/>
              </a:ext>
            </a:extLst>
          </p:cNvPr>
          <p:cNvSpPr>
            <a:spLocks noGrp="1"/>
          </p:cNvSpPr>
          <p:nvPr/>
        </p:nvSpPr>
        <p:spPr>
          <a:xfrm>
            <a:off x="6772275" y="5324475"/>
            <a:ext cx="19050" cy="295275"/>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BC561234-6CFD-4C92-8EB5-FA38185132EF}"/>
              </a:ext>
            </a:extLst>
          </p:cNvPr>
          <p:cNvSpPr>
            <a:spLocks noGrp="1"/>
          </p:cNvSpPr>
          <p:nvPr/>
        </p:nvSpPr>
        <p:spPr>
          <a:xfrm>
            <a:off x="8143875" y="5324475"/>
            <a:ext cx="19050" cy="2952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639FBB0D-5D70-4DFC-A7B6-417F433935C2}"/>
              </a:ext>
            </a:extLst>
          </p:cNvPr>
          <p:cNvSpPr>
            <a:spLocks noGrp="1"/>
          </p:cNvSpPr>
          <p:nvPr/>
        </p:nvSpPr>
        <p:spPr>
          <a:xfrm>
            <a:off x="10201275" y="5067300"/>
            <a:ext cx="19050" cy="257175"/>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EFFAF92E-0F65-4A92-88CB-03608D1AD0E0}"/>
              </a:ext>
            </a:extLst>
          </p:cNvPr>
          <p:cNvSpPr>
            <a:spLocks noGrp="1"/>
          </p:cNvSpPr>
          <p:nvPr/>
        </p:nvSpPr>
        <p:spPr>
          <a:xfrm>
            <a:off x="9525000" y="5324475"/>
            <a:ext cx="1371600" cy="190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BFD312EC-D170-447D-A1AB-B875995A2DCD}"/>
              </a:ext>
            </a:extLst>
          </p:cNvPr>
          <p:cNvSpPr>
            <a:spLocks noGrp="1"/>
          </p:cNvSpPr>
          <p:nvPr/>
        </p:nvSpPr>
        <p:spPr>
          <a:xfrm>
            <a:off x="9515475" y="5324475"/>
            <a:ext cx="19050" cy="295275"/>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1B3FDA89-7053-4F50-ABC5-0CADF3F13341}"/>
              </a:ext>
            </a:extLst>
          </p:cNvPr>
          <p:cNvSpPr>
            <a:spLocks noGrp="1"/>
          </p:cNvSpPr>
          <p:nvPr/>
        </p:nvSpPr>
        <p:spPr>
          <a:xfrm>
            <a:off x="10887075" y="5324475"/>
            <a:ext cx="19050" cy="295275"/>
          </a:xfrm>
          <a:prstGeom prst="rect">
            <a:avLst/>
          </a:prstGeom>
          <a:solidFill>
            <a:srgbClr val="AAAAAA"/>
          </a:solidFill>
          <a:ln w="0">
            <a:noFill/>
          </a:ln>
        </p:spPr>
        <p:txBody>
          <a:bodyPr/>
          <a:lstStyle/>
          <a:p>
            <a:endParaRPr lang="ko-KR" altLang="en-US"/>
          </a:p>
        </p:txBody>
      </p:sp>
      <p:graphicFrame>
        <p:nvGraphicFramePr>
          <p:cNvPr id="39" name="표 38">
            <a:extLst>
              <a:ext uri="{FF2B5EF4-FFF2-40B4-BE49-F238E27FC236}">
                <a16:creationId xmlns:a16="http://schemas.microsoft.com/office/drawing/2014/main" id="{C3A68F19-35EE-4F31-87B6-7D556678FF13}"/>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0" name="표 39">
            <a:extLst>
              <a:ext uri="{FF2B5EF4-FFF2-40B4-BE49-F238E27FC236}">
                <a16:creationId xmlns:a16="http://schemas.microsoft.com/office/drawing/2014/main" id="{08776C10-934E-4108-9C4C-C38101E69637}"/>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1" name="표 40">
            <a:extLst>
              <a:ext uri="{FF2B5EF4-FFF2-40B4-BE49-F238E27FC236}">
                <a16:creationId xmlns:a16="http://schemas.microsoft.com/office/drawing/2014/main" id="{2DE40EBA-9D21-4ED9-8EB2-EBAA7546F2DC}"/>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2" name="표 41">
            <a:extLst>
              <a:ext uri="{FF2B5EF4-FFF2-40B4-BE49-F238E27FC236}">
                <a16:creationId xmlns:a16="http://schemas.microsoft.com/office/drawing/2014/main" id="{10A5A052-33FD-4CF6-8028-DE960E686135}"/>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3" name="표 42">
            <a:extLst>
              <a:ext uri="{FF2B5EF4-FFF2-40B4-BE49-F238E27FC236}">
                <a16:creationId xmlns:a16="http://schemas.microsoft.com/office/drawing/2014/main" id="{C4CD2744-3456-48E5-A0F0-46C74CB9C25D}"/>
              </a:ext>
            </a:extLst>
          </p:cNvPr>
          <p:cNvGraphicFramePr/>
          <p:nvPr/>
        </p:nvGraphicFramePr>
        <p:xfrm>
          <a:off x="914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4" name="표 43">
            <a:extLst>
              <a:ext uri="{FF2B5EF4-FFF2-40B4-BE49-F238E27FC236}">
                <a16:creationId xmlns:a16="http://schemas.microsoft.com/office/drawing/2014/main" id="{7837098A-3E36-4354-8339-E4413D062009}"/>
              </a:ext>
            </a:extLst>
          </p:cNvPr>
          <p:cNvGraphicFramePr/>
          <p:nvPr/>
        </p:nvGraphicFramePr>
        <p:xfrm>
          <a:off x="2286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5" name="표 44">
            <a:extLst>
              <a:ext uri="{FF2B5EF4-FFF2-40B4-BE49-F238E27FC236}">
                <a16:creationId xmlns:a16="http://schemas.microsoft.com/office/drawing/2014/main" id="{EF5D8E68-A9B6-41DD-AC38-D2CD73C8F41D}"/>
              </a:ext>
            </a:extLst>
          </p:cNvPr>
          <p:cNvGraphicFramePr/>
          <p:nvPr/>
        </p:nvGraphicFramePr>
        <p:xfrm>
          <a:off x="3657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6" name="표 45">
            <a:extLst>
              <a:ext uri="{FF2B5EF4-FFF2-40B4-BE49-F238E27FC236}">
                <a16:creationId xmlns:a16="http://schemas.microsoft.com/office/drawing/2014/main" id="{029605BF-D463-4961-8225-5BDE668E8578}"/>
              </a:ext>
            </a:extLst>
          </p:cNvPr>
          <p:cNvGraphicFramePr/>
          <p:nvPr/>
        </p:nvGraphicFramePr>
        <p:xfrm>
          <a:off x="50292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7" name="표 46">
            <a:extLst>
              <a:ext uri="{FF2B5EF4-FFF2-40B4-BE49-F238E27FC236}">
                <a16:creationId xmlns:a16="http://schemas.microsoft.com/office/drawing/2014/main" id="{CF9952A1-10A0-45F9-B89D-2A86985FE340}"/>
              </a:ext>
            </a:extLst>
          </p:cNvPr>
          <p:cNvGraphicFramePr/>
          <p:nvPr/>
        </p:nvGraphicFramePr>
        <p:xfrm>
          <a:off x="64008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8" name="표 47">
            <a:extLst>
              <a:ext uri="{FF2B5EF4-FFF2-40B4-BE49-F238E27FC236}">
                <a16:creationId xmlns:a16="http://schemas.microsoft.com/office/drawing/2014/main" id="{3630119E-9679-4970-98BA-21BD7E420AE5}"/>
              </a:ext>
            </a:extLst>
          </p:cNvPr>
          <p:cNvGraphicFramePr/>
          <p:nvPr/>
        </p:nvGraphicFramePr>
        <p:xfrm>
          <a:off x="7772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9" name="표 48">
            <a:extLst>
              <a:ext uri="{FF2B5EF4-FFF2-40B4-BE49-F238E27FC236}">
                <a16:creationId xmlns:a16="http://schemas.microsoft.com/office/drawing/2014/main" id="{13E7D5BC-EFA8-4234-8D03-3131A45C2BA7}"/>
              </a:ext>
            </a:extLst>
          </p:cNvPr>
          <p:cNvGraphicFramePr/>
          <p:nvPr/>
        </p:nvGraphicFramePr>
        <p:xfrm>
          <a:off x="9144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A85046C2-5AD4-41C3-9F01-6754E09BDCDB}"/>
              </a:ext>
            </a:extLst>
          </p:cNvPr>
          <p:cNvGraphicFramePr/>
          <p:nvPr/>
        </p:nvGraphicFramePr>
        <p:xfrm>
          <a:off x="10515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1" name="base">
            <a:extLst>
              <a:ext uri="{FF2B5EF4-FFF2-40B4-BE49-F238E27FC236}">
                <a16:creationId xmlns:a16="http://schemas.microsoft.com/office/drawing/2014/main" id="{51A1B54E-33A0-4E72-88DF-8FD8A7E932D7}"/>
              </a:ext>
            </a:extLst>
          </p:cNvPr>
          <p:cNvSpPr>
            <a:spLocks noGrp="1"/>
          </p:cNvSpPr>
          <p:nvPr/>
        </p:nvSpPr>
        <p:spPr>
          <a:xfrm>
            <a:off x="1143000" y="6315075"/>
            <a:ext cx="9906000" cy="238125"/>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한 원소 = 이미 정렬됨 → 반환 → 두 결과를 병합</a:t>
            </a:r>
          </a:p>
        </p:txBody>
      </p:sp>
    </p:spTree>
    <p:extLst>
      <p:ext uri="{BB962C8B-B14F-4D97-AF65-F5344CB8AC3E}">
        <p14:creationId xmlns:p14="http://schemas.microsoft.com/office/powerpoint/2010/main" val="38877344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section">
            <a:extLst>
              <a:ext uri="{FF2B5EF4-FFF2-40B4-BE49-F238E27FC236}">
                <a16:creationId xmlns:a16="http://schemas.microsoft.com/office/drawing/2014/main" id="{A9280351-6432-4322-9071-45307EA49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D260031-89B3-44F8-9576-9169B560D0A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418F9F-8503-4A58-BBEA-A7853D6C49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실제 병합 순서 · 왼쪽부터 끝낸다</a:t>
            </a:r>
          </a:p>
        </p:txBody>
      </p:sp>
      <p:sp>
        <p:nvSpPr>
          <p:cNvPr id="4" name="직사각형 3">
            <a:extLst>
              <a:ext uri="{FF2B5EF4-FFF2-40B4-BE49-F238E27FC236}">
                <a16:creationId xmlns:a16="http://schemas.microsoft.com/office/drawing/2014/main" id="{1A605FD3-68B4-4A11-8186-A12CB99D99B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990DC924-5C8B-4738-BD22-AFC0562A667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① → ② → ③: 왼쪽 4개 완료     ④ → ⑤ → ⑥: 오른쪽 4개 완료</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⑦: 두 결과를 합쳐 전체 8개 정렬</a:t>
            </a:r>
          </a:p>
        </p:txBody>
      </p:sp>
      <p:sp>
        <p:nvSpPr>
          <p:cNvPr id="6" name="footer">
            <a:extLst>
              <a:ext uri="{FF2B5EF4-FFF2-40B4-BE49-F238E27FC236}">
                <a16:creationId xmlns:a16="http://schemas.microsoft.com/office/drawing/2014/main" id="{072D28AA-C8CB-406A-8E8E-CFD02C7624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66B8030-5DD7-4810-A9B4-58D2E6951B2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7445BDD0-3D7E-4325-A816-70A11526F812}"/>
              </a:ext>
            </a:extLst>
          </p:cNvPr>
          <p:cNvSpPr>
            <a:spLocks noGrp="1"/>
          </p:cNvSpPr>
          <p:nvPr/>
        </p:nvSpPr>
        <p:spPr>
          <a:xfrm>
            <a:off x="6086475" y="314325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5F415256-9158-4359-A832-720783EA625C}"/>
              </a:ext>
            </a:extLst>
          </p:cNvPr>
          <p:cNvSpPr>
            <a:spLocks noGrp="1"/>
          </p:cNvSpPr>
          <p:nvPr/>
        </p:nvSpPr>
        <p:spPr>
          <a:xfrm>
            <a:off x="3352800" y="340042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25CA24A3-F70D-4C15-80EC-0233FC9B4690}"/>
              </a:ext>
            </a:extLst>
          </p:cNvPr>
          <p:cNvSpPr>
            <a:spLocks noGrp="1"/>
          </p:cNvSpPr>
          <p:nvPr/>
        </p:nvSpPr>
        <p:spPr>
          <a:xfrm>
            <a:off x="3343275" y="3400425"/>
            <a:ext cx="19050" cy="247650"/>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25423F8-101F-4605-89C7-094183A34C8E}"/>
              </a:ext>
            </a:extLst>
          </p:cNvPr>
          <p:cNvSpPr>
            <a:spLocks noGrp="1"/>
          </p:cNvSpPr>
          <p:nvPr/>
        </p:nvSpPr>
        <p:spPr>
          <a:xfrm>
            <a:off x="8829675" y="3400425"/>
            <a:ext cx="19050" cy="247650"/>
          </a:xfrm>
          <a:prstGeom prst="rect">
            <a:avLst/>
          </a:prstGeom>
          <a:solidFill>
            <a:srgbClr val="AAAAAA"/>
          </a:solidFill>
          <a:ln w="0">
            <a:noFill/>
          </a:ln>
        </p:spPr>
        <p:txBody>
          <a:bodyPr/>
          <a:lstStyle/>
          <a:p>
            <a:endParaRPr lang="ko-KR" altLang="en-US"/>
          </a:p>
        </p:txBody>
      </p:sp>
      <p:sp>
        <p:nvSpPr>
          <p:cNvPr id="12" name="order-label-0-0">
            <a:extLst>
              <a:ext uri="{FF2B5EF4-FFF2-40B4-BE49-F238E27FC236}">
                <a16:creationId xmlns:a16="http://schemas.microsoft.com/office/drawing/2014/main" id="{39BAA391-BB60-4397-8D22-A495E6B9C4EE}"/>
              </a:ext>
            </a:extLst>
          </p:cNvPr>
          <p:cNvSpPr>
            <a:spLocks noGrp="1"/>
          </p:cNvSpPr>
          <p:nvPr/>
        </p:nvSpPr>
        <p:spPr>
          <a:xfrm>
            <a:off x="1676400" y="2400300"/>
            <a:ext cx="88392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⑦ 전체 병합</a:t>
            </a:r>
          </a:p>
        </p:txBody>
      </p:sp>
      <p:graphicFrame>
        <p:nvGraphicFramePr>
          <p:cNvPr id="13" name="표 12">
            <a:extLst>
              <a:ext uri="{FF2B5EF4-FFF2-40B4-BE49-F238E27FC236}">
                <a16:creationId xmlns:a16="http://schemas.microsoft.com/office/drawing/2014/main" id="{4A099375-F9C7-44CB-A5DD-BFE08EF88FB9}"/>
              </a:ext>
            </a:extLst>
          </p:cNvPr>
          <p:cNvGraphicFramePr/>
          <p:nvPr/>
        </p:nvGraphicFramePr>
        <p:xfrm>
          <a:off x="1676400" y="264795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175" b="1">
                          <a:solidFill>
                            <a:srgbClr val="151515"/>
                          </a:solidFill>
                          <a:latin typeface="Consolas"/>
                          <a:ea typeface="Consolas"/>
                          <a:cs typeface="Consolas"/>
                        </a:rPr>
                        <a:t>1</a:t>
                      </a:r>
                    </a:p>
                  </a:txBody>
                  <a:tcPr anchor="ctr">
                    <a:solidFill>
                      <a:srgbClr val="E7E7E7"/>
                    </a:solidFill>
                  </a:tcPr>
                </a:tc>
                <a:tc>
                  <a:txBody>
                    <a:bodyPr/>
                    <a:lstStyle/>
                    <a:p>
                      <a:pPr algn="ctr"/>
                      <a:r>
                        <a:rPr sz="2175" b="1">
                          <a:solidFill>
                            <a:srgbClr val="151515"/>
                          </a:solidFill>
                          <a:latin typeface="Consolas"/>
                          <a:ea typeface="Consolas"/>
                          <a:cs typeface="Consolas"/>
                        </a:rPr>
                        <a:t>2</a:t>
                      </a:r>
                    </a:p>
                  </a:txBody>
                  <a:tcPr anchor="ctr">
                    <a:solidFill>
                      <a:srgbClr val="E7E7E7"/>
                    </a:solidFill>
                  </a:tcPr>
                </a:tc>
                <a:tc>
                  <a:txBody>
                    <a:bodyPr/>
                    <a:lstStyle/>
                    <a:p>
                      <a:pPr algn="ctr"/>
                      <a:r>
                        <a:rPr sz="2175" b="1">
                          <a:solidFill>
                            <a:srgbClr val="151515"/>
                          </a:solidFill>
                          <a:latin typeface="Consolas"/>
                          <a:ea typeface="Consolas"/>
                          <a:cs typeface="Consolas"/>
                        </a:rPr>
                        <a:t>3</a:t>
                      </a:r>
                    </a:p>
                  </a:txBody>
                  <a:tcPr anchor="ctr">
                    <a:solidFill>
                      <a:srgbClr val="E7E7E7"/>
                    </a:solidFill>
                  </a:tcPr>
                </a:tc>
                <a:tc>
                  <a:txBody>
                    <a:bodyPr/>
                    <a:lstStyle/>
                    <a:p>
                      <a:pPr algn="ctr"/>
                      <a:r>
                        <a:rPr sz="2175" b="1">
                          <a:solidFill>
                            <a:srgbClr val="151515"/>
                          </a:solidFill>
                          <a:latin typeface="Consolas"/>
                          <a:ea typeface="Consolas"/>
                          <a:cs typeface="Consolas"/>
                        </a:rPr>
                        <a:t>4</a:t>
                      </a:r>
                    </a:p>
                  </a:txBody>
                  <a:tcPr anchor="ctr">
                    <a:solidFill>
                      <a:srgbClr val="E7E7E7"/>
                    </a:solidFill>
                  </a:tcPr>
                </a:tc>
                <a:tc>
                  <a:txBody>
                    <a:bodyPr/>
                    <a:lstStyle/>
                    <a:p>
                      <a:pPr algn="ctr"/>
                      <a:r>
                        <a:rPr sz="2175" b="1">
                          <a:solidFill>
                            <a:srgbClr val="151515"/>
                          </a:solidFill>
                          <a:latin typeface="Consolas"/>
                          <a:ea typeface="Consolas"/>
                          <a:cs typeface="Consolas"/>
                        </a:rPr>
                        <a:t>5</a:t>
                      </a:r>
                    </a:p>
                  </a:txBody>
                  <a:tcPr anchor="ctr">
                    <a:solidFill>
                      <a:srgbClr val="E7E7E7"/>
                    </a:solidFill>
                  </a:tcPr>
                </a:tc>
                <a:tc>
                  <a:txBody>
                    <a:bodyPr/>
                    <a:lstStyle/>
                    <a:p>
                      <a:pPr algn="ctr"/>
                      <a:r>
                        <a:rPr sz="2175" b="1">
                          <a:solidFill>
                            <a:srgbClr val="151515"/>
                          </a:solidFill>
                          <a:latin typeface="Consolas"/>
                          <a:ea typeface="Consolas"/>
                          <a:cs typeface="Consolas"/>
                        </a:rPr>
                        <a:t>6</a:t>
                      </a:r>
                    </a:p>
                  </a:txBody>
                  <a:tcPr anchor="ctr">
                    <a:solidFill>
                      <a:srgbClr val="E7E7E7"/>
                    </a:solidFill>
                  </a:tcPr>
                </a:tc>
                <a:tc>
                  <a:txBody>
                    <a:bodyPr/>
                    <a:lstStyle/>
                    <a:p>
                      <a:pPr algn="ctr"/>
                      <a:r>
                        <a:rPr sz="2175" b="1">
                          <a:solidFill>
                            <a:srgbClr val="151515"/>
                          </a:solidFill>
                          <a:latin typeface="Consolas"/>
                          <a:ea typeface="Consolas"/>
                          <a:cs typeface="Consolas"/>
                        </a:rPr>
                        <a:t>7</a:t>
                      </a:r>
                    </a:p>
                  </a:txBody>
                  <a:tcPr anchor="ctr">
                    <a:solidFill>
                      <a:srgbClr val="E7E7E7"/>
                    </a:solidFill>
                  </a:tcPr>
                </a:tc>
                <a:tc>
                  <a:txBody>
                    <a:bodyPr/>
                    <a:lstStyle/>
                    <a:p>
                      <a:pPr algn="ctr"/>
                      <a:r>
                        <a:rPr sz="21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CFC1A61-301C-44CB-8266-5981A180180D}"/>
              </a:ext>
            </a:extLst>
          </p:cNvPr>
          <p:cNvSpPr>
            <a:spLocks noGrp="1"/>
          </p:cNvSpPr>
          <p:nvPr/>
        </p:nvSpPr>
        <p:spPr>
          <a:xfrm>
            <a:off x="3343275" y="4143375"/>
            <a:ext cx="19050" cy="257175"/>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938AA0F3-3B36-47C6-B0B1-D1E9493F6B68}"/>
              </a:ext>
            </a:extLst>
          </p:cNvPr>
          <p:cNvSpPr>
            <a:spLocks noGrp="1"/>
          </p:cNvSpPr>
          <p:nvPr/>
        </p:nvSpPr>
        <p:spPr>
          <a:xfrm>
            <a:off x="1981200" y="4400550"/>
            <a:ext cx="2743200" cy="19050"/>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39AE5541-F6B6-4C09-A538-BFC479A3C99F}"/>
              </a:ext>
            </a:extLst>
          </p:cNvPr>
          <p:cNvSpPr>
            <a:spLocks noGrp="1"/>
          </p:cNvSpPr>
          <p:nvPr/>
        </p:nvSpPr>
        <p:spPr>
          <a:xfrm>
            <a:off x="1971675" y="4400550"/>
            <a:ext cx="19050" cy="247650"/>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68C65B0A-7298-4EB9-B367-EE1EBE19508D}"/>
              </a:ext>
            </a:extLst>
          </p:cNvPr>
          <p:cNvSpPr>
            <a:spLocks noGrp="1"/>
          </p:cNvSpPr>
          <p:nvPr/>
        </p:nvSpPr>
        <p:spPr>
          <a:xfrm>
            <a:off x="4714875" y="4400550"/>
            <a:ext cx="19050" cy="247650"/>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5581DB1D-BA58-4043-919A-AED14EFB92BD}"/>
              </a:ext>
            </a:extLst>
          </p:cNvPr>
          <p:cNvSpPr>
            <a:spLocks noGrp="1"/>
          </p:cNvSpPr>
          <p:nvPr/>
        </p:nvSpPr>
        <p:spPr>
          <a:xfrm>
            <a:off x="8829675" y="4143375"/>
            <a:ext cx="19050" cy="257175"/>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A7BF4496-11A2-48E8-A782-A20D2AEAF5AC}"/>
              </a:ext>
            </a:extLst>
          </p:cNvPr>
          <p:cNvSpPr>
            <a:spLocks noGrp="1"/>
          </p:cNvSpPr>
          <p:nvPr/>
        </p:nvSpPr>
        <p:spPr>
          <a:xfrm>
            <a:off x="7467600" y="4400550"/>
            <a:ext cx="2743200" cy="19050"/>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7B0BC02E-A0F9-4B1C-90CC-CB3C773C3583}"/>
              </a:ext>
            </a:extLst>
          </p:cNvPr>
          <p:cNvSpPr>
            <a:spLocks noGrp="1"/>
          </p:cNvSpPr>
          <p:nvPr/>
        </p:nvSpPr>
        <p:spPr>
          <a:xfrm>
            <a:off x="7458075" y="4400550"/>
            <a:ext cx="19050" cy="247650"/>
          </a:xfrm>
          <a:prstGeom prst="rect">
            <a:avLst/>
          </a:prstGeom>
          <a:solidFill>
            <a:srgbClr val="AAAAAA"/>
          </a:solidFill>
          <a:ln w="0">
            <a:noFill/>
          </a:ln>
        </p:spPr>
        <p:txBody>
          <a:bodyPr/>
          <a:lstStyle/>
          <a:p>
            <a:endParaRPr lang="ko-KR" altLang="en-US"/>
          </a:p>
        </p:txBody>
      </p:sp>
      <p:sp>
        <p:nvSpPr>
          <p:cNvPr id="21" name="직사각형 20">
            <a:extLst>
              <a:ext uri="{FF2B5EF4-FFF2-40B4-BE49-F238E27FC236}">
                <a16:creationId xmlns:a16="http://schemas.microsoft.com/office/drawing/2014/main" id="{FF803C05-97CE-4FF8-9870-A9FCE90C2600}"/>
              </a:ext>
            </a:extLst>
          </p:cNvPr>
          <p:cNvSpPr>
            <a:spLocks noGrp="1"/>
          </p:cNvSpPr>
          <p:nvPr/>
        </p:nvSpPr>
        <p:spPr>
          <a:xfrm>
            <a:off x="10201275" y="4400550"/>
            <a:ext cx="19050" cy="247650"/>
          </a:xfrm>
          <a:prstGeom prst="rect">
            <a:avLst/>
          </a:prstGeom>
          <a:solidFill>
            <a:srgbClr val="AAAAAA"/>
          </a:solidFill>
          <a:ln w="0">
            <a:noFill/>
          </a:ln>
        </p:spPr>
        <p:txBody>
          <a:bodyPr/>
          <a:lstStyle/>
          <a:p>
            <a:endParaRPr lang="ko-KR" altLang="en-US"/>
          </a:p>
        </p:txBody>
      </p:sp>
      <p:sp>
        <p:nvSpPr>
          <p:cNvPr id="22" name="order-label-1-0">
            <a:extLst>
              <a:ext uri="{FF2B5EF4-FFF2-40B4-BE49-F238E27FC236}">
                <a16:creationId xmlns:a16="http://schemas.microsoft.com/office/drawing/2014/main" id="{386DE4B9-80CB-4E0A-9D6F-2B6E4EFC9FAE}"/>
              </a:ext>
            </a:extLst>
          </p:cNvPr>
          <p:cNvSpPr>
            <a:spLocks noGrp="1"/>
          </p:cNvSpPr>
          <p:nvPr/>
        </p:nvSpPr>
        <p:spPr>
          <a:xfrm>
            <a:off x="11430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③ 왼쪽 4개</a:t>
            </a:r>
          </a:p>
        </p:txBody>
      </p:sp>
      <p:graphicFrame>
        <p:nvGraphicFramePr>
          <p:cNvPr id="23" name="표 22">
            <a:extLst>
              <a:ext uri="{FF2B5EF4-FFF2-40B4-BE49-F238E27FC236}">
                <a16:creationId xmlns:a16="http://schemas.microsoft.com/office/drawing/2014/main" id="{897B0B50-B552-4ECE-8EBB-0C92377E00AB}"/>
              </a:ext>
            </a:extLst>
          </p:cNvPr>
          <p:cNvGraphicFramePr/>
          <p:nvPr/>
        </p:nvGraphicFramePr>
        <p:xfrm>
          <a:off x="11430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CECFB"/>
                    </a:solidFill>
                  </a:tcPr>
                </a:tc>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6</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24" name="order-label-1-1">
            <a:extLst>
              <a:ext uri="{FF2B5EF4-FFF2-40B4-BE49-F238E27FC236}">
                <a16:creationId xmlns:a16="http://schemas.microsoft.com/office/drawing/2014/main" id="{AD0BF5D2-7DD8-4A8E-8B7E-C899B3160715}"/>
              </a:ext>
            </a:extLst>
          </p:cNvPr>
          <p:cNvSpPr>
            <a:spLocks noGrp="1"/>
          </p:cNvSpPr>
          <p:nvPr/>
        </p:nvSpPr>
        <p:spPr>
          <a:xfrm>
            <a:off x="66294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⑥ 오른쪽 4개</a:t>
            </a:r>
          </a:p>
        </p:txBody>
      </p:sp>
      <p:graphicFrame>
        <p:nvGraphicFramePr>
          <p:cNvPr id="25" name="표 24">
            <a:extLst>
              <a:ext uri="{FF2B5EF4-FFF2-40B4-BE49-F238E27FC236}">
                <a16:creationId xmlns:a16="http://schemas.microsoft.com/office/drawing/2014/main" id="{551CCDA5-BDCC-43A5-81BD-257490F0F4C6}"/>
              </a:ext>
            </a:extLst>
          </p:cNvPr>
          <p:cNvGraphicFramePr/>
          <p:nvPr/>
        </p:nvGraphicFramePr>
        <p:xfrm>
          <a:off x="66294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DEFE6"/>
                    </a:solidFill>
                  </a:tcPr>
                </a:tc>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tc>
                  <a:txBody>
                    <a:bodyPr/>
                    <a:lstStyle/>
                    <a:p>
                      <a:pPr algn="ctr"/>
                      <a:r>
                        <a:rPr sz="21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6" name="직사각형 25">
            <a:extLst>
              <a:ext uri="{FF2B5EF4-FFF2-40B4-BE49-F238E27FC236}">
                <a16:creationId xmlns:a16="http://schemas.microsoft.com/office/drawing/2014/main" id="{BFF40A75-37A6-449F-8ECC-D17D3BA5E467}"/>
              </a:ext>
            </a:extLst>
          </p:cNvPr>
          <p:cNvSpPr>
            <a:spLocks noGrp="1"/>
          </p:cNvSpPr>
          <p:nvPr/>
        </p:nvSpPr>
        <p:spPr>
          <a:xfrm>
            <a:off x="1971675" y="5143500"/>
            <a:ext cx="19050" cy="2571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671D6D72-479D-4A25-BB27-7BB0B47097C3}"/>
              </a:ext>
            </a:extLst>
          </p:cNvPr>
          <p:cNvSpPr>
            <a:spLocks noGrp="1"/>
          </p:cNvSpPr>
          <p:nvPr/>
        </p:nvSpPr>
        <p:spPr>
          <a:xfrm>
            <a:off x="1295400" y="5400675"/>
            <a:ext cx="1371600" cy="19050"/>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BC83EEC2-8799-4983-9D2E-13770589DC78}"/>
              </a:ext>
            </a:extLst>
          </p:cNvPr>
          <p:cNvSpPr>
            <a:spLocks noGrp="1"/>
          </p:cNvSpPr>
          <p:nvPr/>
        </p:nvSpPr>
        <p:spPr>
          <a:xfrm>
            <a:off x="1285875" y="5400675"/>
            <a:ext cx="19050" cy="2476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8DDB521-1F73-4C7B-A61C-1EFB9F1448E7}"/>
              </a:ext>
            </a:extLst>
          </p:cNvPr>
          <p:cNvSpPr>
            <a:spLocks noGrp="1"/>
          </p:cNvSpPr>
          <p:nvPr/>
        </p:nvSpPr>
        <p:spPr>
          <a:xfrm>
            <a:off x="2657475" y="5400675"/>
            <a:ext cx="19050" cy="247650"/>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BE9EBECE-508C-47F0-B849-BB735B2F5705}"/>
              </a:ext>
            </a:extLst>
          </p:cNvPr>
          <p:cNvSpPr>
            <a:spLocks noGrp="1"/>
          </p:cNvSpPr>
          <p:nvPr/>
        </p:nvSpPr>
        <p:spPr>
          <a:xfrm>
            <a:off x="4714875" y="5143500"/>
            <a:ext cx="19050" cy="2571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4F5A3895-778F-4274-BF7A-DF5B6774D9B3}"/>
              </a:ext>
            </a:extLst>
          </p:cNvPr>
          <p:cNvSpPr>
            <a:spLocks noGrp="1"/>
          </p:cNvSpPr>
          <p:nvPr/>
        </p:nvSpPr>
        <p:spPr>
          <a:xfrm>
            <a:off x="4038600" y="5400675"/>
            <a:ext cx="1371600" cy="19050"/>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41CD864E-7571-4F52-BF5C-2E619037B1B1}"/>
              </a:ext>
            </a:extLst>
          </p:cNvPr>
          <p:cNvSpPr>
            <a:spLocks noGrp="1"/>
          </p:cNvSpPr>
          <p:nvPr/>
        </p:nvSpPr>
        <p:spPr>
          <a:xfrm>
            <a:off x="4029075" y="5400675"/>
            <a:ext cx="19050" cy="2476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344295EF-9A68-469F-AF4B-CDD1F4DC6A5B}"/>
              </a:ext>
            </a:extLst>
          </p:cNvPr>
          <p:cNvSpPr>
            <a:spLocks noGrp="1"/>
          </p:cNvSpPr>
          <p:nvPr/>
        </p:nvSpPr>
        <p:spPr>
          <a:xfrm>
            <a:off x="5400675" y="5400675"/>
            <a:ext cx="19050" cy="247650"/>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F7435295-E42F-44AB-B806-372C5C0A7A63}"/>
              </a:ext>
            </a:extLst>
          </p:cNvPr>
          <p:cNvSpPr>
            <a:spLocks noGrp="1"/>
          </p:cNvSpPr>
          <p:nvPr/>
        </p:nvSpPr>
        <p:spPr>
          <a:xfrm>
            <a:off x="7458075" y="5143500"/>
            <a:ext cx="19050" cy="2571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4963F448-1D96-46D3-AAE9-13A2E2A81DA0}"/>
              </a:ext>
            </a:extLst>
          </p:cNvPr>
          <p:cNvSpPr>
            <a:spLocks noGrp="1"/>
          </p:cNvSpPr>
          <p:nvPr/>
        </p:nvSpPr>
        <p:spPr>
          <a:xfrm>
            <a:off x="6781800" y="5400675"/>
            <a:ext cx="1371600" cy="19050"/>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2B88AF48-C16A-4CE1-AE02-D1D61DC2BBB4}"/>
              </a:ext>
            </a:extLst>
          </p:cNvPr>
          <p:cNvSpPr>
            <a:spLocks noGrp="1"/>
          </p:cNvSpPr>
          <p:nvPr/>
        </p:nvSpPr>
        <p:spPr>
          <a:xfrm>
            <a:off x="6772275" y="5400675"/>
            <a:ext cx="19050" cy="2476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887FF17B-9352-4ADE-B2F7-9CEF4BE72930}"/>
              </a:ext>
            </a:extLst>
          </p:cNvPr>
          <p:cNvSpPr>
            <a:spLocks noGrp="1"/>
          </p:cNvSpPr>
          <p:nvPr/>
        </p:nvSpPr>
        <p:spPr>
          <a:xfrm>
            <a:off x="8143875" y="5400675"/>
            <a:ext cx="19050" cy="247650"/>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0DF16999-D3FB-439D-B106-170749381C34}"/>
              </a:ext>
            </a:extLst>
          </p:cNvPr>
          <p:cNvSpPr>
            <a:spLocks noGrp="1"/>
          </p:cNvSpPr>
          <p:nvPr/>
        </p:nvSpPr>
        <p:spPr>
          <a:xfrm>
            <a:off x="10201275" y="5143500"/>
            <a:ext cx="19050" cy="257175"/>
          </a:xfrm>
          <a:prstGeom prst="rect">
            <a:avLst/>
          </a:prstGeom>
          <a:solidFill>
            <a:srgbClr val="AAAAAA"/>
          </a:solidFill>
          <a:ln w="0">
            <a:noFill/>
          </a:ln>
        </p:spPr>
        <p:txBody>
          <a:bodyPr/>
          <a:lstStyle/>
          <a:p>
            <a:endParaRPr lang="ko-KR" altLang="en-US"/>
          </a:p>
        </p:txBody>
      </p:sp>
      <p:sp>
        <p:nvSpPr>
          <p:cNvPr id="39" name="직사각형 38">
            <a:extLst>
              <a:ext uri="{FF2B5EF4-FFF2-40B4-BE49-F238E27FC236}">
                <a16:creationId xmlns:a16="http://schemas.microsoft.com/office/drawing/2014/main" id="{CEA6DD83-A3C4-40B0-9173-0AB13AF2B95B}"/>
              </a:ext>
            </a:extLst>
          </p:cNvPr>
          <p:cNvSpPr>
            <a:spLocks noGrp="1"/>
          </p:cNvSpPr>
          <p:nvPr/>
        </p:nvSpPr>
        <p:spPr>
          <a:xfrm>
            <a:off x="9525000" y="5400675"/>
            <a:ext cx="1371600" cy="19050"/>
          </a:xfrm>
          <a:prstGeom prst="rect">
            <a:avLst/>
          </a:prstGeom>
          <a:solidFill>
            <a:srgbClr val="AAAAAA"/>
          </a:solidFill>
          <a:ln w="0">
            <a:noFill/>
          </a:ln>
        </p:spPr>
        <p:txBody>
          <a:bodyPr/>
          <a:lstStyle/>
          <a:p>
            <a:endParaRPr lang="ko-KR" altLang="en-US"/>
          </a:p>
        </p:txBody>
      </p:sp>
      <p:sp>
        <p:nvSpPr>
          <p:cNvPr id="40" name="직사각형 39">
            <a:extLst>
              <a:ext uri="{FF2B5EF4-FFF2-40B4-BE49-F238E27FC236}">
                <a16:creationId xmlns:a16="http://schemas.microsoft.com/office/drawing/2014/main" id="{411885E4-F65B-4DFA-8FAE-4CE4A02E2A60}"/>
              </a:ext>
            </a:extLst>
          </p:cNvPr>
          <p:cNvSpPr>
            <a:spLocks noGrp="1"/>
          </p:cNvSpPr>
          <p:nvPr/>
        </p:nvSpPr>
        <p:spPr>
          <a:xfrm>
            <a:off x="9515475" y="5400675"/>
            <a:ext cx="19050" cy="247650"/>
          </a:xfrm>
          <a:prstGeom prst="rect">
            <a:avLst/>
          </a:prstGeom>
          <a:solidFill>
            <a:srgbClr val="AAAAAA"/>
          </a:solidFill>
          <a:ln w="0">
            <a:noFill/>
          </a:ln>
        </p:spPr>
        <p:txBody>
          <a:bodyPr/>
          <a:lstStyle/>
          <a:p>
            <a:endParaRPr lang="ko-KR" altLang="en-US"/>
          </a:p>
        </p:txBody>
      </p:sp>
      <p:sp>
        <p:nvSpPr>
          <p:cNvPr id="41" name="직사각형 40">
            <a:extLst>
              <a:ext uri="{FF2B5EF4-FFF2-40B4-BE49-F238E27FC236}">
                <a16:creationId xmlns:a16="http://schemas.microsoft.com/office/drawing/2014/main" id="{3D85A672-7526-4FF0-BEFB-A215770B2186}"/>
              </a:ext>
            </a:extLst>
          </p:cNvPr>
          <p:cNvSpPr>
            <a:spLocks noGrp="1"/>
          </p:cNvSpPr>
          <p:nvPr/>
        </p:nvSpPr>
        <p:spPr>
          <a:xfrm>
            <a:off x="10887075" y="5400675"/>
            <a:ext cx="19050" cy="247650"/>
          </a:xfrm>
          <a:prstGeom prst="rect">
            <a:avLst/>
          </a:prstGeom>
          <a:solidFill>
            <a:srgbClr val="AAAAAA"/>
          </a:solidFill>
          <a:ln w="0">
            <a:noFill/>
          </a:ln>
        </p:spPr>
        <p:txBody>
          <a:bodyPr/>
          <a:lstStyle/>
          <a:p>
            <a:endParaRPr lang="ko-KR" altLang="en-US"/>
          </a:p>
        </p:txBody>
      </p:sp>
      <p:sp>
        <p:nvSpPr>
          <p:cNvPr id="42" name="order-label-2-0">
            <a:extLst>
              <a:ext uri="{FF2B5EF4-FFF2-40B4-BE49-F238E27FC236}">
                <a16:creationId xmlns:a16="http://schemas.microsoft.com/office/drawing/2014/main" id="{1A6FB4EC-B93F-498E-AFEA-D018E439124B}"/>
              </a:ext>
            </a:extLst>
          </p:cNvPr>
          <p:cNvSpPr>
            <a:spLocks noGrp="1"/>
          </p:cNvSpPr>
          <p:nvPr/>
        </p:nvSpPr>
        <p:spPr>
          <a:xfrm>
            <a:off x="8763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① 병합</a:t>
            </a:r>
          </a:p>
        </p:txBody>
      </p:sp>
      <p:graphicFrame>
        <p:nvGraphicFramePr>
          <p:cNvPr id="43" name="표 42">
            <a:extLst>
              <a:ext uri="{FF2B5EF4-FFF2-40B4-BE49-F238E27FC236}">
                <a16:creationId xmlns:a16="http://schemas.microsoft.com/office/drawing/2014/main" id="{D8DFC10D-AA65-4597-A609-5379100CE2BF}"/>
              </a:ext>
            </a:extLst>
          </p:cNvPr>
          <p:cNvGraphicFramePr/>
          <p:nvPr/>
        </p:nvGraphicFramePr>
        <p:xfrm>
          <a:off x="8763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order-label-2-1">
            <a:extLst>
              <a:ext uri="{FF2B5EF4-FFF2-40B4-BE49-F238E27FC236}">
                <a16:creationId xmlns:a16="http://schemas.microsoft.com/office/drawing/2014/main" id="{B5DB57CC-40F1-49C4-91CC-D96B91D64BD6}"/>
              </a:ext>
            </a:extLst>
          </p:cNvPr>
          <p:cNvSpPr>
            <a:spLocks noGrp="1"/>
          </p:cNvSpPr>
          <p:nvPr/>
        </p:nvSpPr>
        <p:spPr>
          <a:xfrm>
            <a:off x="36195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② 병합</a:t>
            </a:r>
          </a:p>
        </p:txBody>
      </p:sp>
      <p:graphicFrame>
        <p:nvGraphicFramePr>
          <p:cNvPr id="45" name="표 44">
            <a:extLst>
              <a:ext uri="{FF2B5EF4-FFF2-40B4-BE49-F238E27FC236}">
                <a16:creationId xmlns:a16="http://schemas.microsoft.com/office/drawing/2014/main" id="{76860921-DCC1-4B79-9175-5C5C77195230}"/>
              </a:ext>
            </a:extLst>
          </p:cNvPr>
          <p:cNvGraphicFramePr/>
          <p:nvPr/>
        </p:nvGraphicFramePr>
        <p:xfrm>
          <a:off x="36195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DEFE6"/>
                    </a:solidFill>
                  </a:tcPr>
                </a:tc>
                <a:tc>
                  <a:txBody>
                    <a:bodyPr/>
                    <a:lstStyle/>
                    <a:p>
                      <a:pPr algn="ctr"/>
                      <a:r>
                        <a:rPr sz="2175"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6" name="order-label-2-2">
            <a:extLst>
              <a:ext uri="{FF2B5EF4-FFF2-40B4-BE49-F238E27FC236}">
                <a16:creationId xmlns:a16="http://schemas.microsoft.com/office/drawing/2014/main" id="{7895F06E-031C-4ACB-9E58-ADAA41B3843C}"/>
              </a:ext>
            </a:extLst>
          </p:cNvPr>
          <p:cNvSpPr>
            <a:spLocks noGrp="1"/>
          </p:cNvSpPr>
          <p:nvPr/>
        </p:nvSpPr>
        <p:spPr>
          <a:xfrm>
            <a:off x="63627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④ 병합</a:t>
            </a:r>
          </a:p>
        </p:txBody>
      </p:sp>
      <p:graphicFrame>
        <p:nvGraphicFramePr>
          <p:cNvPr id="47" name="표 46">
            <a:extLst>
              <a:ext uri="{FF2B5EF4-FFF2-40B4-BE49-F238E27FC236}">
                <a16:creationId xmlns:a16="http://schemas.microsoft.com/office/drawing/2014/main" id="{1D92885C-5A75-4BF9-9D0F-E861FD4B1511}"/>
              </a:ext>
            </a:extLst>
          </p:cNvPr>
          <p:cNvGraphicFramePr/>
          <p:nvPr/>
        </p:nvGraphicFramePr>
        <p:xfrm>
          <a:off x="63627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CECFB"/>
                    </a:solidFill>
                  </a:tcPr>
                </a:tc>
                <a:tc>
                  <a:txBody>
                    <a:bodyPr/>
                    <a:lstStyle/>
                    <a:p>
                      <a:pPr algn="ctr"/>
                      <a:r>
                        <a:rPr sz="2175"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8" name="order-label-2-3">
            <a:extLst>
              <a:ext uri="{FF2B5EF4-FFF2-40B4-BE49-F238E27FC236}">
                <a16:creationId xmlns:a16="http://schemas.microsoft.com/office/drawing/2014/main" id="{3D03F84F-6126-4528-8342-F45332222A8C}"/>
              </a:ext>
            </a:extLst>
          </p:cNvPr>
          <p:cNvSpPr>
            <a:spLocks noGrp="1"/>
          </p:cNvSpPr>
          <p:nvPr/>
        </p:nvSpPr>
        <p:spPr>
          <a:xfrm>
            <a:off x="91059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⑤ 병합</a:t>
            </a:r>
          </a:p>
        </p:txBody>
      </p:sp>
      <p:graphicFrame>
        <p:nvGraphicFramePr>
          <p:cNvPr id="49" name="표 48">
            <a:extLst>
              <a:ext uri="{FF2B5EF4-FFF2-40B4-BE49-F238E27FC236}">
                <a16:creationId xmlns:a16="http://schemas.microsoft.com/office/drawing/2014/main" id="{AE9DE415-3C52-4FFC-97CC-69AC4FA342E0}"/>
              </a:ext>
            </a:extLst>
          </p:cNvPr>
          <p:cNvGraphicFramePr/>
          <p:nvPr/>
        </p:nvGraphicFramePr>
        <p:xfrm>
          <a:off x="91059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34CAF166-102D-4132-B0DF-E487D242AC94}"/>
              </a:ext>
            </a:extLst>
          </p:cNvPr>
          <p:cNvGraphicFramePr/>
          <p:nvPr/>
        </p:nvGraphicFramePr>
        <p:xfrm>
          <a:off x="914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1" name="표 50">
            <a:extLst>
              <a:ext uri="{FF2B5EF4-FFF2-40B4-BE49-F238E27FC236}">
                <a16:creationId xmlns:a16="http://schemas.microsoft.com/office/drawing/2014/main" id="{7074D80D-F902-4CFE-8D3D-0947F248B9BC}"/>
              </a:ext>
            </a:extLst>
          </p:cNvPr>
          <p:cNvGraphicFramePr/>
          <p:nvPr/>
        </p:nvGraphicFramePr>
        <p:xfrm>
          <a:off x="2286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2" name="표 51">
            <a:extLst>
              <a:ext uri="{FF2B5EF4-FFF2-40B4-BE49-F238E27FC236}">
                <a16:creationId xmlns:a16="http://schemas.microsoft.com/office/drawing/2014/main" id="{4228601C-A8C3-4398-A058-CDEDAB4DBE59}"/>
              </a:ext>
            </a:extLst>
          </p:cNvPr>
          <p:cNvGraphicFramePr/>
          <p:nvPr/>
        </p:nvGraphicFramePr>
        <p:xfrm>
          <a:off x="3657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3" name="표 52">
            <a:extLst>
              <a:ext uri="{FF2B5EF4-FFF2-40B4-BE49-F238E27FC236}">
                <a16:creationId xmlns:a16="http://schemas.microsoft.com/office/drawing/2014/main" id="{AE1420DF-8EF9-4490-B23A-645A098DC478}"/>
              </a:ext>
            </a:extLst>
          </p:cNvPr>
          <p:cNvGraphicFramePr/>
          <p:nvPr/>
        </p:nvGraphicFramePr>
        <p:xfrm>
          <a:off x="50292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4" name="표 53">
            <a:extLst>
              <a:ext uri="{FF2B5EF4-FFF2-40B4-BE49-F238E27FC236}">
                <a16:creationId xmlns:a16="http://schemas.microsoft.com/office/drawing/2014/main" id="{9306F685-7D7A-48CF-B1FC-2372C5779E94}"/>
              </a:ext>
            </a:extLst>
          </p:cNvPr>
          <p:cNvGraphicFramePr/>
          <p:nvPr/>
        </p:nvGraphicFramePr>
        <p:xfrm>
          <a:off x="64008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5" name="표 54">
            <a:extLst>
              <a:ext uri="{FF2B5EF4-FFF2-40B4-BE49-F238E27FC236}">
                <a16:creationId xmlns:a16="http://schemas.microsoft.com/office/drawing/2014/main" id="{8C025A25-60F5-4891-B4F9-51B50C79D83D}"/>
              </a:ext>
            </a:extLst>
          </p:cNvPr>
          <p:cNvGraphicFramePr/>
          <p:nvPr/>
        </p:nvGraphicFramePr>
        <p:xfrm>
          <a:off x="7772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6" name="표 55">
            <a:extLst>
              <a:ext uri="{FF2B5EF4-FFF2-40B4-BE49-F238E27FC236}">
                <a16:creationId xmlns:a16="http://schemas.microsoft.com/office/drawing/2014/main" id="{A085EC4B-5DE5-4B7D-92CC-76B2B72CD3C1}"/>
              </a:ext>
            </a:extLst>
          </p:cNvPr>
          <p:cNvGraphicFramePr/>
          <p:nvPr/>
        </p:nvGraphicFramePr>
        <p:xfrm>
          <a:off x="9144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7" name="표 56">
            <a:extLst>
              <a:ext uri="{FF2B5EF4-FFF2-40B4-BE49-F238E27FC236}">
                <a16:creationId xmlns:a16="http://schemas.microsoft.com/office/drawing/2014/main" id="{2B5E12C0-5095-4090-9E0E-AE22D50078CE}"/>
              </a:ext>
            </a:extLst>
          </p:cNvPr>
          <p:cNvGraphicFramePr/>
          <p:nvPr/>
        </p:nvGraphicFramePr>
        <p:xfrm>
          <a:off x="10515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4113412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632F56A4-5B0B-4570-823C-E1F58F7300F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EA946D2-B70D-4362-936A-22B27BEC9AA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5F3A2DE-108F-47CB-B5AB-35E7B2E120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[8]과 [3] 병합 · 시작</a:t>
            </a:r>
          </a:p>
        </p:txBody>
      </p:sp>
      <p:sp>
        <p:nvSpPr>
          <p:cNvPr id="4" name="직사각형 3">
            <a:extLst>
              <a:ext uri="{FF2B5EF4-FFF2-40B4-BE49-F238E27FC236}">
                <a16:creationId xmlns:a16="http://schemas.microsoft.com/office/drawing/2014/main" id="{141A7B97-4AB2-4A06-8D5F-A98980A5EB5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20F7FE3-8169-4B3C-96E5-72A98F693A5F}"/>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8과 오른쪽 3을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042AEDC5-C398-4501-B44A-F609BA7EF33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BE0B240-EC26-48AE-B14B-2EDA4F7D0B7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A90C723-68B5-4C52-BFA8-C0B8BB71E26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82067CF4-FE5D-4CFC-A54E-A63499D59535}"/>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CB760A5-57FC-477F-A9F3-5A1031866CD0}"/>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58A85DD-35D1-43E0-9A6E-05998507968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0628C73-0576-4920-8A7A-800ECDEC6DF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3A41101-8975-4E1E-97CB-855BB7D41BF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B022E0D-582E-4BF8-A769-C4CE052B217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B605CCFE-3FFC-4055-A3A7-2C77F337A61A}"/>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DBE13C36-AFE5-4CEE-BB2E-5552D05E1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CD83C1A-A7B2-4AA0-A7F6-BBAD7551B8FA}"/>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2B72F7E-58ED-4EB1-92D5-D82C02C754DC}"/>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C5E2791-1930-4CA0-8A7E-9C795B6A35A7}"/>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B8067DE1-1315-41A2-9BE8-0EB3D870DAF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F13CDD3-22E3-47FA-BC7F-A0407CBB08E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67757F12-607E-49ED-812F-FA5717A4D24F}"/>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3FB50AA5-2910-4885-BCD0-F4C59A126A26}"/>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15766DE6-54BA-4A16-9484-C7E0147AAF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DF400C1D-A77D-493E-BC6E-FE2F8DCC9D5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0AD0CA67-D3D3-4DFA-A456-3E489783FEA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962314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C4CA368-E8FC-42C8-908B-E3FA31EFDC0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F6E643F-5139-4EBA-AE81-E5E7F31CBD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DCF0F26-0F4D-41F0-8952-7A5174DF9E6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1번째 값 3 추가</a:t>
            </a:r>
          </a:p>
        </p:txBody>
      </p:sp>
      <p:sp>
        <p:nvSpPr>
          <p:cNvPr id="4" name="직사각형 3">
            <a:extLst>
              <a:ext uri="{FF2B5EF4-FFF2-40B4-BE49-F238E27FC236}">
                <a16:creationId xmlns:a16="http://schemas.microsoft.com/office/drawing/2014/main" id="{E99B935A-7E1F-469F-BD25-FAA3F394F18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88EF225-0191-4918-ABE8-FFD5270ED201}"/>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3 → 오른쪽의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EF95010A-D138-489C-B479-BE975137A6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102D8D1-F9CF-4F2B-BB69-7B9E3C0C72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4854E4A5-007B-4D5A-92DE-AB5337C98D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CE5DAAB-43F8-4E56-9522-9894422579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C6DBC45-89AC-462D-8444-06EB9AAAF976}"/>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3DA9C5C5-FA59-4543-85A7-B69F05568F55}"/>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1FBC8B5-418C-4EA0-8872-69FE007ADCE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17DC0492-550E-4530-A8CD-E8E5242B92AC}"/>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CAB59BF-64DC-4C04-965A-381CDAFF36B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7A819CE-D0A6-417C-8B8C-57D0C6D12E69}"/>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AE9816E-6334-4777-88AE-8FD505647A9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D315772-49CC-4247-9E7E-42CD68D4207E}"/>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0FC22ED-4D94-418B-ABC3-D553B4A0AC9B}"/>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5C6850B-EE3A-40E0-A9C1-0A7CF1157EB5}"/>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57D10354-A0EF-45AF-B30D-ABC2FF2C6B7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350778D5-523E-4B27-8F40-3AB91ADDC123}"/>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7070C809-D621-4352-A0EB-79B80E8537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936C30D-E496-4476-A75F-6A6429966D7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4ABA2DFD-22BF-489D-A302-15423D2BAE83}"/>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7E7AB54E-D00C-447B-92B8-28BA0EADE354}"/>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8E5E4E5-0765-4958-985D-E24E1838226A}"/>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918726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53F7C5EA-EA54-4527-8B6A-EDC41B54E5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B9E8669-D84E-4FA7-8527-EC5DEFC25A9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FF6156-6682-452E-9527-EAC01914645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2번째 값 8 추가</a:t>
            </a:r>
          </a:p>
        </p:txBody>
      </p:sp>
      <p:sp>
        <p:nvSpPr>
          <p:cNvPr id="4" name="직사각형 3">
            <a:extLst>
              <a:ext uri="{FF2B5EF4-FFF2-40B4-BE49-F238E27FC236}">
                <a16:creationId xmlns:a16="http://schemas.microsoft.com/office/drawing/2014/main" id="{FA43D893-733F-4821-856B-46FF3AED2F0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45680B2-9E1A-47E1-A5C0-7CBF880C4B1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1AE6312D-26D5-4CC0-BDEE-6543E416E2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B5804A-5C0F-4AFF-B275-6C365C784BC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2BCBE20-6B7F-42A3-88FA-DCCACEAF5D5D}"/>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D72934CA-4A26-416D-82A5-56F842221822}"/>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EAA8C8F-9D99-4353-9A1F-32F01027807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D565999E-B50A-4623-BF8A-E8D23CD026E8}"/>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EA17E0B8-26F5-4DAE-9CF6-430E7ED59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2448FE28-8C6E-4D4D-A6A5-42740FC22C6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52E18281-ADEB-45D2-92B3-7F249DD70A8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46BAD0DA-0529-4753-A91C-9B0499E3DC8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565126D-4074-45F0-9BD8-72D920EAB71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EB240BD-64E7-4796-91E1-70159E51C41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CBF962E-003D-403C-98D4-A5B90B4B1EA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BDFEB98-541C-4AC1-8872-0DEC2A2C88B8}"/>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A734AA5F-17BA-45A9-AA24-7E83A665246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77A825F3-0F01-475E-9137-E17F3D2898A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09FAFF43-743F-4794-A78F-6678637E088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B720EF70-155C-4F64-80BA-DDF96658EC9C}"/>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result-caption">
            <a:extLst>
              <a:ext uri="{FF2B5EF4-FFF2-40B4-BE49-F238E27FC236}">
                <a16:creationId xmlns:a16="http://schemas.microsoft.com/office/drawing/2014/main" id="{94AACD3D-6988-48BC-B049-C7A9D4672540}"/>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569D83D8-D9CB-4F0A-B327-38414821CA2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[3, 8]</a:t>
            </a:r>
          </a:p>
        </p:txBody>
      </p:sp>
      <p:sp>
        <p:nvSpPr>
          <p:cNvPr id="26" name="next-merge">
            <a:extLst>
              <a:ext uri="{FF2B5EF4-FFF2-40B4-BE49-F238E27FC236}">
                <a16:creationId xmlns:a16="http://schemas.microsoft.com/office/drawing/2014/main" id="{B71D0A0F-EAFD-4786-BF6F-2C0B03DE6517}"/>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왼쪽 입력으로 사용</a:t>
            </a:r>
          </a:p>
        </p:txBody>
      </p:sp>
      <p:sp>
        <p:nvSpPr>
          <p:cNvPr id="27" name="trace-rule">
            <a:extLst>
              <a:ext uri="{FF2B5EF4-FFF2-40B4-BE49-F238E27FC236}">
                <a16:creationId xmlns:a16="http://schemas.microsoft.com/office/drawing/2014/main" id="{BA88F5D6-EE78-4468-AFBE-690B24219F56}"/>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7217118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8B95781-7282-4D73-B8A2-78EEC95A4D8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82C8DFC-2923-4CEC-A589-1F67C37D8F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B758036-6A0C-43B4-9E81-698732D24B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[6]과 [2] 병합 · 시작</a:t>
            </a:r>
          </a:p>
        </p:txBody>
      </p:sp>
      <p:sp>
        <p:nvSpPr>
          <p:cNvPr id="4" name="직사각형 3">
            <a:extLst>
              <a:ext uri="{FF2B5EF4-FFF2-40B4-BE49-F238E27FC236}">
                <a16:creationId xmlns:a16="http://schemas.microsoft.com/office/drawing/2014/main" id="{5FF29A5E-5E2D-4C52-9DD7-574DA6E95BE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BDA3F15-7B94-47E4-BA6A-13009BF4AEB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6과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98B9DC0-249A-4DB4-96BE-2ABC9C240A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B844CD-9383-424F-B7CD-24D6B806B7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625400E-F57B-4966-8733-45F2FB66F91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B1A9A52-12DC-4DFC-87E3-47406FE437A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3CA7C5-555C-42B2-AA53-4F86CF4CD1F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CDEE04C-6620-4EBF-8BA4-75CCDF137E4D}"/>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541BF2F2-F8DA-4F60-9769-AE9B9BE902B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3212E911-3CD2-4F3D-88BB-536814B1E44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B11E0A96-3B9E-440A-9456-21FDABB605A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B27F213-D09C-4915-BC6E-456B97DD63C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8460E6D8-A1BF-4F53-9428-1ED46C4AB5C0}"/>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6024886-8F8B-4050-87D3-3A1ECA6E8FB0}"/>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E0FF42C-D09F-4CE5-AFB8-806ECC9AE3CE}"/>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197FCAC-60FA-45EB-BCC4-66CD8273C47F}"/>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05EC3334-66EC-4598-A048-98E898F803E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34CB7B-48D1-467E-84EB-ABBCA980DF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A3B939F4-F0FC-480B-8CE8-78E17B4A968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97CB8871-468E-4A83-BE30-FF988B558B5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5ECB2B4D-5C32-4D5B-AA80-FFF799C9ABDA}"/>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2D949FF4-E6C9-4138-AFA7-3F1B2B8C8C20}"/>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B67E6E57-2C7B-4634-B166-36B2E28AD64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7632909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2B6F84D1-700E-4358-9F5C-16D5C0720E8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5A6751C-45AF-4679-93F6-03493E5EEC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5BEC4B-B594-4320-82CD-32E70137F5D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1번째 값 2 추가</a:t>
            </a:r>
          </a:p>
        </p:txBody>
      </p:sp>
      <p:sp>
        <p:nvSpPr>
          <p:cNvPr id="4" name="직사각형 3">
            <a:extLst>
              <a:ext uri="{FF2B5EF4-FFF2-40B4-BE49-F238E27FC236}">
                <a16:creationId xmlns:a16="http://schemas.microsoft.com/office/drawing/2014/main" id="{B569B989-F55F-41DD-A884-743D6EF4F68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97AF69-38B4-4E15-9500-A142B21F9902}"/>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6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1B0CCD64-D179-4C5B-BECB-B03047DF53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2865540-FA8D-49CA-B3FC-024D428E18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FF0506A-8F1E-478A-B82A-6484BA266C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94BC5B6-8F99-445E-840B-98563CC531A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9E48443D-C12B-40CD-9259-1E06CC581B58}"/>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88D9089D-7D63-4B9A-97C9-3A184E279414}"/>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D6471ED-8B23-4AC5-B779-0128C114A04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B3A32347-1E6A-474A-864C-6000545C1BCD}"/>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A3F2F5F9-8EBC-474B-ACA0-D1A8D921521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2542437-3955-450F-8D12-E2523A1BF44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069E3D7E-E899-442F-AD6D-F7A5791CE6B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65A7B8B-8E18-4AE3-8B01-223E0BAC5D49}"/>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266C24-0960-4D7A-9E96-11CEF46B024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4170C895-6B8F-4046-A3AF-8DA1B3AF30A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7AD4D47-E13B-47BF-B7BE-4D2C0C975F2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13EFCB3A-0651-4F55-B83B-2A24D38408B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F29E56E2-2E8B-440B-A3F7-6AB127F82AE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27AFBBA-BAF8-4726-80B9-9E5B4C386F4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EF3361CF-655D-43D6-A91B-1A0DA4D9784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F7922BFE-94FC-4A47-AFEC-467F91D3045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32BBB0D-9C33-4F20-AF73-CC1DDE673597}"/>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94252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7B6DEBC0-A23F-4BCA-8E50-87CB00FA7C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1A157C8-B7C1-474A-AFA2-D73B52FD9B4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524D7B-171A-4489-A7EE-9EC711D0EB4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2번째 값 6 추가</a:t>
            </a:r>
          </a:p>
        </p:txBody>
      </p:sp>
      <p:sp>
        <p:nvSpPr>
          <p:cNvPr id="4" name="직사각형 3">
            <a:extLst>
              <a:ext uri="{FF2B5EF4-FFF2-40B4-BE49-F238E27FC236}">
                <a16:creationId xmlns:a16="http://schemas.microsoft.com/office/drawing/2014/main" id="{7417467E-0700-4DF1-B4D1-1AFEFBA71A8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A3E495B-9109-4099-8910-18D6C0B9817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D617DD0-C365-4CDF-9F47-056E7B76F9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45A9677-C093-4E3F-99AD-8C12AA54148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4230609-D1C3-44B2-AF39-374F0FAC7C4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24B39CF-0630-47BE-8DB5-FB8C7E825E1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C411338-151B-4AA0-8B71-A7B8FE6C15F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2AF3460B-E797-41E7-8111-D36DB59D3C62}"/>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AD0091FB-EBDD-416B-8AD3-0DF2B940D77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4D0C94FD-0B32-4B0C-88D8-9A5E73BA68D8}"/>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8B03FA60-7BC8-4FF9-8BC1-911698E9109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3256061-0963-4F17-B5D6-3778790CA435}"/>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CEF1AFB7-E970-4673-8D25-94BFB08C9F9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DE1A671-1235-4106-8138-C8EB89DCCE56}"/>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0D17FAC1-C66B-49F4-A8B6-8900423FFBA5}"/>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1E60AE0C-0DF4-49A4-AB43-D13294D293A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967C0C1B-9F89-41FE-A896-74B73C87AF8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B4F337E9-B09A-4E85-B81E-AC04E1DFA0DA}"/>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3AA0C16C-9344-45FC-B2C8-C265C51AC42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EFE780C-A074-438E-92F0-59619ACAF61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result-caption">
            <a:extLst>
              <a:ext uri="{FF2B5EF4-FFF2-40B4-BE49-F238E27FC236}">
                <a16:creationId xmlns:a16="http://schemas.microsoft.com/office/drawing/2014/main" id="{873FFB34-DD3C-4E91-8B38-EF2CF4E1F986}"/>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AF557634-5466-48EE-A7A3-895E4E5F8A4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6]</a:t>
            </a:r>
          </a:p>
        </p:txBody>
      </p:sp>
      <p:sp>
        <p:nvSpPr>
          <p:cNvPr id="26" name="next-merge">
            <a:extLst>
              <a:ext uri="{FF2B5EF4-FFF2-40B4-BE49-F238E27FC236}">
                <a16:creationId xmlns:a16="http://schemas.microsoft.com/office/drawing/2014/main" id="{8FFF5C4F-E5AD-4EAE-B14C-579C69D660C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오른쪽 입력으로 사용</a:t>
            </a:r>
          </a:p>
        </p:txBody>
      </p:sp>
      <p:sp>
        <p:nvSpPr>
          <p:cNvPr id="27" name="trace-rule">
            <a:extLst>
              <a:ext uri="{FF2B5EF4-FFF2-40B4-BE49-F238E27FC236}">
                <a16:creationId xmlns:a16="http://schemas.microsoft.com/office/drawing/2014/main" id="{74236777-E82D-4396-9F66-1482C90D2B1E}"/>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0427432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9A170E74-DE3E-4B5F-A2D8-58E430A68A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365515C-BF4F-414D-A539-55F3353763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AAD9688-5B64-4227-82F6-6424F9D1F75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병합의 비교: 고른 쪽의 포인터만 이동</a:t>
            </a:r>
          </a:p>
        </p:txBody>
      </p:sp>
      <p:sp>
        <p:nvSpPr>
          <p:cNvPr id="4" name="rule-1">
            <a:extLst>
              <a:ext uri="{FF2B5EF4-FFF2-40B4-BE49-F238E27FC236}">
                <a16:creationId xmlns:a16="http://schemas.microsoft.com/office/drawing/2014/main" id="{EA3D9DBC-BF28-4499-8A07-215066FCD0F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D614292A-4D69-4721-BD23-E95E9D9FBD8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18E1EF2-1868-45C3-8232-29307E81F20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7CE76077-226F-4E79-BDE0-760A0D802A22}"/>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왼쪽 [3, 8]과 오른쪽 [2, 6]은 이미 정렬되어 있습니다. 맨 앞의 3과 2를 비교합니다.</a:t>
            </a:r>
          </a:p>
        </p:txBody>
      </p:sp>
      <p:pic>
        <p:nvPicPr>
          <p:cNvPr id="8" name="그림 7">
            <a:extLst>
              <a:ext uri="{FF2B5EF4-FFF2-40B4-BE49-F238E27FC236}">
                <a16:creationId xmlns:a16="http://schemas.microsoft.com/office/drawing/2014/main" id="{70BE4733-FE7C-4C34-AB0A-CCAD360F7646}"/>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26244368-C9BC-4965-8A23-117069EDFBE6}"/>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2를 꺼내면 j만 앞으로 이동합니다. i는 아직 사용하지 않은 3을 계속 가리킵니다.</a:t>
            </a:r>
          </a:p>
        </p:txBody>
      </p:sp>
    </p:spTree>
    <p:extLst>
      <p:ext uri="{BB962C8B-B14F-4D97-AF65-F5344CB8AC3E}">
        <p14:creationId xmlns:p14="http://schemas.microsoft.com/office/powerpoint/2010/main" val="1559474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83459D1-F95D-4D3A-9B76-0A327C1ED6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819E01AF-EB18-4AD3-BCEC-2DD792A8AF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3186A95-1AB6-41F3-9F1E-0B5C6028E2E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[3, 8]과 [2, 6] 병합 · 시작</a:t>
            </a:r>
          </a:p>
        </p:txBody>
      </p:sp>
      <p:sp>
        <p:nvSpPr>
          <p:cNvPr id="4" name="직사각형 3">
            <a:extLst>
              <a:ext uri="{FF2B5EF4-FFF2-40B4-BE49-F238E27FC236}">
                <a16:creationId xmlns:a16="http://schemas.microsoft.com/office/drawing/2014/main" id="{66E4477E-0D96-4058-989C-270AC906B3F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3D390C3-ED29-4561-BB8B-44AF5BBD947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3과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C2583165-EBAA-4228-A0A2-53340AC03A4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EEEFCD2-9B28-4525-8D51-EDD4A524DA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78E8B84-D3D6-4983-A277-EA03A76134C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11D6AF9-C2B7-4D5F-8861-2C8B49834E7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FCEF33D-AC3D-42B6-87BF-43CDFBE5CD4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5D4184-3C5C-4C6A-91E0-F7B92C31EBF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E07957D1-E20D-4BFA-BDA6-8D7126D6E01E}"/>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62932112-2563-4119-AB29-7A6DA9BC8E0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251B42C6-5D6C-4609-A037-2094CCE0D2D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AD9EFB5-415A-48EC-BF17-7DE519E5A15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285ADC29-7449-426F-96CE-B8E92BADBECB}"/>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84240E7-2BA3-408D-99D1-75D2F4D46C46}"/>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852045C-97DC-41C2-A7B8-387B34825947}"/>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9418C61-5E67-411F-B6DE-BBD2EC407204}"/>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7999C86-1A72-445E-A8D1-D770869A763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B2E1B07-B71E-4C74-8D7B-FD633CB87A20}"/>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7DD443AE-B132-40DB-B643-E273BD5E6BEF}"/>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B557BF08-5D9D-4E8D-8CB8-884BD6448C9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0432AAFC-9CEB-4DC9-88D8-69488099B3C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73A20682-037A-445A-8BCC-D2E32F8F782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159C2D9-B680-4CBF-8E83-D1B6D7CDBEA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67F1A7C-5B5E-4ACF-BF90-7AFB16CDB2C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A05D41EF-3AB1-4651-A688-3746086D2BE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AAEF86A8-2241-4E7C-85EA-7F27032ACF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C5115BBA-B705-4355-9413-7822A56B83D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936027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64FD57F-E322-4633-A893-9E42384A31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D640107-7D6C-4266-A596-A5B3853A10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154CF-1DCB-4374-B2D6-18D7ACAFF1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1번째 값 2 추가</a:t>
            </a:r>
          </a:p>
        </p:txBody>
      </p:sp>
      <p:sp>
        <p:nvSpPr>
          <p:cNvPr id="4" name="직사각형 3">
            <a:extLst>
              <a:ext uri="{FF2B5EF4-FFF2-40B4-BE49-F238E27FC236}">
                <a16:creationId xmlns:a16="http://schemas.microsoft.com/office/drawing/2014/main" id="{962D81A8-A7BD-4D6D-8219-76D1653CD6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FBC2F6D-AC65-4ECD-B197-ADE2775FDDC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70DC40A6-1769-4840-845E-8DFF623C6DC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DED4B1E-CFA4-423F-9415-A1AF1B66BC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CEE9201-375A-4450-9043-153AC0FBAC5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4E0C13B6-8ABC-4CE3-A506-05C54E899349}"/>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1BFCAB7-852A-4D7B-AE61-49B2141FD0E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2BC1F9C-A87E-4ED7-816C-172642C0DF42}"/>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116B6241-C998-44BC-A800-4A871E7DCB7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7BA8CB6-6D84-4B4D-AFB9-C9FD4D9DDAF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032418B9-0F6B-4058-9F74-F499F100846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54C01DE-8343-474E-B5CF-024B675F5CB3}"/>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754E2026-5280-4095-957C-332D2E08D0A1}"/>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94A3972F-37D1-46EF-A347-ABC50DD6037C}"/>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1A6EE975-58F0-4432-B492-F70757ABF54B}"/>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1A3B884-2D9E-42C3-8856-2F6D91C3947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130C2CE-B775-4C22-9CCC-12CFDF560C2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75A0C16A-6C0C-4530-B9DC-8DD340E2A9E6}"/>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C0713070-8D63-4390-99CF-16629ECF851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CE1E3820-D5A9-49DE-BAD0-5BE725A8FA8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67BDCDE7-B35B-45B8-B2E0-DFB313B539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B08C6D2A-739F-46CF-A965-F072D1C9E83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0B8D90B1-2600-4F4E-9607-CE1D459D92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29FF490-D555-46F3-B014-3F0F1A096A45}"/>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E0D05BC7-82CA-408E-9DAD-AE041ACF90FC}"/>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62D62DDE-E3C3-471C-9F17-1F76F7EA54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194911CE-82AE-4CAA-99BE-4BB54188788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3797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6AB9ABC-6645-451D-A674-351D5D849D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E929435-64F9-4C7F-903D-D2D8FA73132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A28D3B8-6789-4937-8F41-055F55ED92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2번째 값 3 추가</a:t>
            </a:r>
          </a:p>
        </p:txBody>
      </p:sp>
      <p:sp>
        <p:nvSpPr>
          <p:cNvPr id="4" name="직사각형 3">
            <a:extLst>
              <a:ext uri="{FF2B5EF4-FFF2-40B4-BE49-F238E27FC236}">
                <a16:creationId xmlns:a16="http://schemas.microsoft.com/office/drawing/2014/main" id="{390B8BFF-8D31-4CE1-A9EF-5E3A35DEF45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B82FF8-4E9B-40FF-9BC0-D81E6F8641D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 오른쪽 6 → 왼쪽의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05CDB8BC-C333-4B25-BBFB-888DCB8ADC8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DC3C72-53F2-4FDF-AC6A-635C50B4B1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C31F2E3-2561-40D9-B271-D2196C0AB50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724E896-C7C2-412C-B1F7-C62C32FBA1F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C63EE53C-6D4D-4E8E-BB1C-3FA910DDA3B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2213E2E-DA7A-44EC-8ADB-F0B54DB80CA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81514B82-737B-4957-B4E1-0AA5CE6064A4}"/>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79086FC0-384F-4571-86A2-44A65A8B54B0}"/>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43418D97-51BF-4AB5-B0B8-57239C0F7C04}"/>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6E4A61B-219A-45CD-B155-18B8A28F4BA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6359FE63-2852-418A-AF8E-992E2302D337}"/>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004DA21-D4F4-44E6-B445-47A92715C038}"/>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A3547579-D2BD-49C4-AC01-55D75EFABD2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F456C871-0647-4554-A83A-BA630D8031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3665A768-367F-40E1-8154-1AC1D4CFCDD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2918D69C-3141-4826-B14D-178B6457174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B1604E4-DF58-4713-A86F-D6371E16A406}"/>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30AF04E-9E50-4D4D-8D33-0ACAFB4C4B5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6A40776-3D6E-4AC4-971C-7D69741CAC1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D01E5668-05FA-4FF3-A233-2653888CB019}"/>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7E5AC5C1-F8CA-4173-87D4-A9391FB0A52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79517D9-3643-42BF-B91E-8970875F5C2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797AC807-C9AB-4BA4-AC15-79263D11B0A9}"/>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5AF5EDFE-99C0-4754-8567-D26DD0FCDA3E}"/>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9E3A6B40-D05E-4202-9359-D7974D977AEF}"/>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5169435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9FC12CB9-D975-405E-A783-91D8A736CB9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C581EAE8-F83F-4E8D-B5A0-39DE95A0C6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1023F35-19DB-46C5-B0D5-6DA834FA14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3번째 값 6 추가</a:t>
            </a:r>
          </a:p>
        </p:txBody>
      </p:sp>
      <p:sp>
        <p:nvSpPr>
          <p:cNvPr id="4" name="직사각형 3">
            <a:extLst>
              <a:ext uri="{FF2B5EF4-FFF2-40B4-BE49-F238E27FC236}">
                <a16:creationId xmlns:a16="http://schemas.microsoft.com/office/drawing/2014/main" id="{29118B18-0E0E-482F-B7F9-03BBECFE0E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D2A776D-11BD-47C1-888D-E29012ECF8FB}"/>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6 → 오른쪽의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7DD4996-50A4-4811-A554-3AD59290F4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482B879-CE9F-4DDB-89A3-CA601DC8C7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97EFF15-01EE-4635-B717-6376DB7A0970}"/>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7655BB2-AE2A-4DD4-996F-9966C66959F2}"/>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CAF26F1-5941-472B-8B2C-81C9F876571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D50FD97-D355-462E-ACC4-A4E624D1A7A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84A106C-C2C8-4455-9E83-63CA107DBC9F}"/>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9C2C6F8B-361B-41D0-8533-00BD00BED81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7C7136BC-CF48-4076-9743-86845B4593F6}"/>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6A91DFDC-8EA4-437B-841E-642F2E7E26E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BBD84EA-55E8-4BFD-AA30-CFF8910243B9}"/>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A5034111-078D-4147-9EAC-B7617F93EDCD}"/>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6A27B223-A572-4BC9-852B-C05BA030F429}"/>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DAAE5E38-43BB-41C3-93B9-C4CB13915C19}"/>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28EB458-37EB-4B5D-B53F-FB60F989C75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320C54B2-A01D-48C9-BE10-EE950772101C}"/>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98C8A220-7FE1-4D38-AA2E-A984A45850F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AC5D487-AD45-40FF-8BE2-61E3C5A0553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81D32869-55DD-4A5C-BA10-81365546B5C2}"/>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C197D0F-29DC-4965-8FF2-C1BC115B16B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2A5624A-7EFE-411A-8BE6-A8C4BE6DDD2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A1707934-FD93-4718-AAA4-AB9B191E89A4}"/>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064C87B1-D7CD-4BD4-9CD4-B44E326655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B0688422-DCBA-483E-982F-1AF314D5DB9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81565BA4-775C-44C8-8DA0-1C27A4398A0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62906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77AFE49E-55FA-4B49-83A6-95E5C25C806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EA79B38-419D-4E72-9330-7E866BF3B3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788C38A-24AF-45D5-9866-7DA42A5BCAE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한쪽을 다 쓰면 남은 값을 붙입니다</a:t>
            </a:r>
          </a:p>
        </p:txBody>
      </p:sp>
      <p:sp>
        <p:nvSpPr>
          <p:cNvPr id="4" name="rule-2">
            <a:extLst>
              <a:ext uri="{FF2B5EF4-FFF2-40B4-BE49-F238E27FC236}">
                <a16:creationId xmlns:a16="http://schemas.microsoft.com/office/drawing/2014/main" id="{2F84AE41-141F-4E28-8484-AED04FDD9C4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2A3111D-9055-44F2-A96A-CDC66A925BA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91F5143-D273-46BB-8A3A-A9C4A1649CB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24</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F06FA162-A73D-422C-97B0-1A9E5E1E42AB}"/>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현재 결과는 [2, 3, 6]입니다. 오른쪽은 비었고, 왼쪽에는 8만 남았습니다.</a:t>
            </a:r>
          </a:p>
        </p:txBody>
      </p:sp>
      <p:pic>
        <p:nvPicPr>
          <p:cNvPr id="8" name="그림 7">
            <a:extLst>
              <a:ext uri="{FF2B5EF4-FFF2-40B4-BE49-F238E27FC236}">
                <a16:creationId xmlns:a16="http://schemas.microsoft.com/office/drawing/2014/main" id="{0D36416D-65ED-4F0F-91FA-5AAD44F3254B}"/>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1AD9088B-34F4-48AB-A75E-5486D6298E01}"/>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비어 있는 쪽에서는 값을 읽지 않습니다. 남은 쪽의 값을 순서대로 결과에 붙입니다.</a:t>
            </a:r>
          </a:p>
        </p:txBody>
      </p:sp>
    </p:spTree>
    <p:extLst>
      <p:ext uri="{BB962C8B-B14F-4D97-AF65-F5344CB8AC3E}">
        <p14:creationId xmlns:p14="http://schemas.microsoft.com/office/powerpoint/2010/main" val="37032113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C816414A-A54A-4EE1-A9E3-0AE186C923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C66DF17-770F-4CAA-94AB-23152A3FF78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EA7DF9A-C437-43B3-A427-579812DBD4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4번째 값 8 추가</a:t>
            </a:r>
          </a:p>
        </p:txBody>
      </p:sp>
      <p:sp>
        <p:nvSpPr>
          <p:cNvPr id="4" name="직사각형 3">
            <a:extLst>
              <a:ext uri="{FF2B5EF4-FFF2-40B4-BE49-F238E27FC236}">
                <a16:creationId xmlns:a16="http://schemas.microsoft.com/office/drawing/2014/main" id="{E276D071-298F-4BD7-85AF-8A0CFBE6B17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2104B55-5C2C-4402-A5AF-DCE9EA96BE5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40EBBDD-506E-4ABA-ACCF-330AA2A78F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25F5AD-B804-4370-B512-1CBCA6CB456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0AFFD00E-FFC1-4F0B-9352-CF7702A8CA2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1F3A6474-1DB9-4685-8D9E-F0D0F12525C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5864832-2AA2-49A8-A837-922BA225537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8F3CA47C-CA8C-486C-96BC-B9791CC7C701}"/>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55086580-E8B4-4BC0-BD2B-7F6FD92ADFD9}"/>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ED8E82F1-934A-4966-A648-0A1412FECA3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231C0DF-77AD-4C7B-929E-E2B100CEEB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F1FCAF3B-9996-4EFE-B5AB-0F6B2EB9245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9DB07519-6148-415A-B9B5-1208F57AEBEC}"/>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8A08147C-592A-488B-8C75-9FFB21394C7C}"/>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40802871-7803-4EF1-B416-41B729D5CA7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AC2F950B-97A7-43DF-AEEE-31AE7E0672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14CCFCD5-B97D-4E7E-8A2E-8D828E47E0D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BDCA26C6-45A3-42E0-ADBD-0CB48DF3ABC4}"/>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59B7EB68-5DD2-432E-8544-3C404471F0A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4AC0BDB1-B364-4071-BC47-156DE234071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02A017A-BB89-4470-AB8A-8C11938BB18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2DDB5A0-4777-4C76-A71B-220584180CD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DF2578D-F5FC-47DF-BAF0-24494FA9EEC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B6FD86AB-9463-4C99-A024-AE4923E461AB}"/>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result-caption">
            <a:extLst>
              <a:ext uri="{FF2B5EF4-FFF2-40B4-BE49-F238E27FC236}">
                <a16:creationId xmlns:a16="http://schemas.microsoft.com/office/drawing/2014/main" id="{FE33CE60-8475-4A96-8030-87A200D9CF57}"/>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9DABE6BD-2440-43AA-8923-EBF5C085908F}"/>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3, 6, 8]</a:t>
            </a:r>
          </a:p>
        </p:txBody>
      </p:sp>
      <p:sp>
        <p:nvSpPr>
          <p:cNvPr id="30" name="next-merge">
            <a:extLst>
              <a:ext uri="{FF2B5EF4-FFF2-40B4-BE49-F238E27FC236}">
                <a16:creationId xmlns:a16="http://schemas.microsoft.com/office/drawing/2014/main" id="{3D327505-E52A-4BC0-97FE-86085436BBB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왼쪽 4개 완료 → 오른쪽으로</a:t>
            </a:r>
          </a:p>
        </p:txBody>
      </p:sp>
      <p:sp>
        <p:nvSpPr>
          <p:cNvPr id="31" name="trace-rule">
            <a:extLst>
              <a:ext uri="{FF2B5EF4-FFF2-40B4-BE49-F238E27FC236}">
                <a16:creationId xmlns:a16="http://schemas.microsoft.com/office/drawing/2014/main" id="{F7680F7D-0472-4CC9-9535-4360AF83C6FC}"/>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001876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7E26A71-D0E3-42A6-905C-2CDB1BDA7A3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2E2B231-B8C0-42E6-A658-EF13BAA7C50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53EDF2A-98BD-4768-B6AF-69C9BE1E489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[7]과 [1] 병합 · 시작</a:t>
            </a:r>
          </a:p>
        </p:txBody>
      </p:sp>
      <p:sp>
        <p:nvSpPr>
          <p:cNvPr id="4" name="직사각형 3">
            <a:extLst>
              <a:ext uri="{FF2B5EF4-FFF2-40B4-BE49-F238E27FC236}">
                <a16:creationId xmlns:a16="http://schemas.microsoft.com/office/drawing/2014/main" id="{15002E08-1AA7-4615-AC95-7267401F8E1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DFA1C07-B362-4F6B-8A85-970E351722F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7과 오른쪽 1을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C2E96C1-729A-4882-9F18-50CD83B9916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8EF7CD8-7B59-4A3F-B40B-011ADA96F6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C51ADD12-DA71-48B1-AFB6-5C3A88D6DE2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DA5505E-4BDD-474F-8E02-AF9650F30DE7}"/>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95DF350-AA47-4BBC-BDCE-EB976CCE5A6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8F6CE18-469B-4233-B942-6065E9C5078A}"/>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33EDE7ED-3189-47CC-8C4C-12EF96D3BAE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018C1962-DC9D-4331-8BCD-1B2B47DE40B0}"/>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E96F8974-B2FE-49BF-9FF6-D0EFDBD883C9}"/>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701346AC-6F1C-4AE9-9EFA-4B65AD904600}"/>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2FB4CA15-C74A-4453-87C2-74FFA9148FA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AACF2687-8D2A-46FC-8DC8-4EC6F065C5A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E2C5372-6F68-41BF-9FB3-7753308B9678}"/>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9B2CD58-E20A-4C24-93F7-B235498A4909}"/>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347B82C5-5614-49A0-B76A-11A180727BB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FD77B499-628E-43A2-BAC5-C1EA8CF05C0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9BEEE1E1-0DA5-445C-BA5E-98AA3B06B9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F914B42-FE2F-4B35-80B5-CE992A3B748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78AAB731-7BFC-46BF-8956-61E911A37B6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E690CDC4-2F80-4152-8F83-4778898A7DC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DA83347-A8F3-41A4-9676-C10F857A79A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31326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36164E5-7BA8-451D-8904-6E3724BA32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AE16C58-678D-4C1D-8EC8-E6BBC2BD40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052F8-F69A-4BCB-961E-40BB9920EC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1번째 값 1 추가</a:t>
            </a:r>
          </a:p>
        </p:txBody>
      </p:sp>
      <p:sp>
        <p:nvSpPr>
          <p:cNvPr id="4" name="직사각형 3">
            <a:extLst>
              <a:ext uri="{FF2B5EF4-FFF2-40B4-BE49-F238E27FC236}">
                <a16:creationId xmlns:a16="http://schemas.microsoft.com/office/drawing/2014/main" id="{58A84CFC-97C2-42CD-9363-B1F387439D0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C7DB09F-7BC1-4571-82C2-71A3F876979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1 → 오른쪽의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CC37B6AA-6A05-4DDE-AA85-CCEEB2CD82D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C11EE15-4859-4EDD-B4FB-7C6718B982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578ED01F-14B1-4362-A775-67E36D25DBF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06C4D50-078A-4844-86A8-B3652A857CE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77F8504D-8717-4592-A8E7-D9B42E34783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37365B2-2187-4449-B0C8-0A5FB51AE81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D3AEF89C-35FC-4ED6-AD50-A76B8BA57044}"/>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4741238-9FF5-45B2-9CDA-1AFA1272DEE2}"/>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4D25E9A2-004F-4361-8F2C-D3EF51006B2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6A8BAA41-6BE0-4DF8-91EE-3B3C3820D2D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720F6E46-412F-4C0A-9B74-0004309CEAF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8A71872-0A15-4EB5-A3B6-927ED84C208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F61C8F5-3A79-4857-AD47-CAA826D0146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1D92736-ABA0-458F-B45A-4266EF474D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F8522B52-93F9-41FF-A1A0-CE1DD7746E8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EEDC456-CCFB-4A6F-84EC-5387D31CC1B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ECDA088-0DAA-4AD3-B00E-B8A53234B741}"/>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52A3577-FA5F-4208-971C-38C605A31DA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D7BF1FFF-36AF-4CC6-944A-C1BBB456602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03EAFC54-41E4-42B8-86B5-0AA156F6E1F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BF7D6EF-4083-4E0D-91E8-D7C1679B2F9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866874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F6D92D76-B3C5-4717-B88F-5310E043FB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03067CE-DA49-4F98-A678-1FC743EDAE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ED1BCD-EA35-48A9-9A28-14FD19A32B6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2번째 값 7 추가</a:t>
            </a:r>
          </a:p>
        </p:txBody>
      </p:sp>
      <p:sp>
        <p:nvSpPr>
          <p:cNvPr id="4" name="직사각형 3">
            <a:extLst>
              <a:ext uri="{FF2B5EF4-FFF2-40B4-BE49-F238E27FC236}">
                <a16:creationId xmlns:a16="http://schemas.microsoft.com/office/drawing/2014/main" id="{3F50C1EE-DCF6-43E4-96B0-D23D3B42794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7FBBB87-AB03-4896-B316-4636E6F77474}"/>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A3ABF14-75FC-466F-9292-DF4E33EEAB4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FAA4B2F-F117-4C3F-8C01-75C203BAF91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BEE182D-0701-4EA8-9CE4-689FF323180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63B946F-514E-419D-9FCD-72742815E8D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EFCDCB5-B581-4D3E-A6BE-4B3EF384D5F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E0BD3F1F-242F-49E2-A25C-1E288DD78A5B}"/>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9FF02D06-A452-4375-A48C-AD5D3226ECA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4104B6D-E6F4-409D-9ACF-0E4D0670613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26C316C2-0954-41A8-B028-7EBF7A7F2130}"/>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D25AFA1-72A3-4419-808B-D71BA222F3B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246FD770-C239-4CEB-A715-446B493A64D5}"/>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B102FE7-9C5E-4898-ABE4-B62C6FB07AB3}"/>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BAF4C1F-D7F9-4737-94A5-77B50853D4E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8AE647D-BB7C-4E65-85F1-3FCB6ADDD5D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1645B9CB-1EBC-4440-95D7-E160E0FCFD1C}"/>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EE8C521-1A71-492D-9186-3E03F7F0779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8ECEFD63-739C-42EF-B5AF-44F77648CA4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851543C-5145-491D-B3C4-8FAB9E33151E}"/>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result-caption">
            <a:extLst>
              <a:ext uri="{FF2B5EF4-FFF2-40B4-BE49-F238E27FC236}">
                <a16:creationId xmlns:a16="http://schemas.microsoft.com/office/drawing/2014/main" id="{AF43D90F-3560-4832-8C73-80804343BC1E}"/>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7F1AEECE-9C47-4A52-A281-4A2E61E56DBB}"/>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7]</a:t>
            </a:r>
          </a:p>
        </p:txBody>
      </p:sp>
      <p:sp>
        <p:nvSpPr>
          <p:cNvPr id="26" name="next-merge">
            <a:extLst>
              <a:ext uri="{FF2B5EF4-FFF2-40B4-BE49-F238E27FC236}">
                <a16:creationId xmlns:a16="http://schemas.microsoft.com/office/drawing/2014/main" id="{5E32DC1E-4859-4DE3-836E-242795B601F4}"/>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왼쪽 입력으로 사용</a:t>
            </a:r>
          </a:p>
        </p:txBody>
      </p:sp>
      <p:sp>
        <p:nvSpPr>
          <p:cNvPr id="27" name="trace-rule">
            <a:extLst>
              <a:ext uri="{FF2B5EF4-FFF2-40B4-BE49-F238E27FC236}">
                <a16:creationId xmlns:a16="http://schemas.microsoft.com/office/drawing/2014/main" id="{7356A885-08FB-44E4-A815-37053644C4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6312588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C2D6E03A-02B3-4134-857A-7A6392117E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F05EBAF-E733-4735-838D-67223F76E97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AA9026-DD01-4431-9D49-BFD44CAD52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[5]과 [4] 병합 · 시작</a:t>
            </a:r>
          </a:p>
        </p:txBody>
      </p:sp>
      <p:sp>
        <p:nvSpPr>
          <p:cNvPr id="4" name="직사각형 3">
            <a:extLst>
              <a:ext uri="{FF2B5EF4-FFF2-40B4-BE49-F238E27FC236}">
                <a16:creationId xmlns:a16="http://schemas.microsoft.com/office/drawing/2014/main" id="{B25A19A3-CBCB-412F-AABE-1F254E7676C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B3407EA-60BD-4478-BD66-EA3D02737DA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5과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052BA16-3A25-40C4-B768-29F185C217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2C6C86F-5327-4435-9C22-B4A3965BF61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13BCDC3-9661-4415-B4B7-2208DCDD6775}"/>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F4904A0-BBFC-4C27-BD5C-F4BAE10624E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AB02EF82-4404-4E57-8413-8BA38FC28E0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7E6D9048-7729-4A0D-AD97-8614C0FA297C}"/>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6BC55651-EF8F-4D6A-B42D-89405A285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BFD3C92-53E2-456A-ABBA-F01F5A8D7B7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CBDAE6AF-B96C-4D54-94B1-BD43E12FEDA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408CE64-E5EE-4B85-8743-0B70FF2834C2}"/>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3C36DD61-27C8-40BF-8007-1DD6F121AD0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B99AA5EE-E1CC-4FF4-B1C0-B6CA258EE7E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F501CF5-B7C4-4140-90A1-0A2F93FBA1B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4F06D39-5637-4C6F-967A-A753411E594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CDECFB23-0BBC-4C8C-A7D4-9FAA6195EBA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689EB7C9-C5ED-4CF0-8758-BE3BCBA030DE}"/>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D2F918ED-0CA0-47AE-A476-0EC100DC3543}"/>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916B816-1CB8-428A-9644-173B6F8216A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2CE60C60-48D5-4709-8647-5B6F4E274A7F}"/>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1A9A316B-A174-4770-91DE-6DABF472E956}"/>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F3025066-74E8-46BE-8E3E-55E9EA5DC1F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6844531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5D2C18D-D8DE-4DA6-AE84-B2E0DAA2F7E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702E657-78DA-437D-8C72-DCA73E368E7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D0C322-7C58-4C1C-B04E-605A4F9D78B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1번째 값 4 추가</a:t>
            </a:r>
          </a:p>
        </p:txBody>
      </p:sp>
      <p:sp>
        <p:nvSpPr>
          <p:cNvPr id="4" name="직사각형 3">
            <a:extLst>
              <a:ext uri="{FF2B5EF4-FFF2-40B4-BE49-F238E27FC236}">
                <a16:creationId xmlns:a16="http://schemas.microsoft.com/office/drawing/2014/main" id="{D7724C43-1668-4D7E-9125-3775480146A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8679FDE-5875-472A-9529-FE5F104CE4A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5CF0D773-7C33-4490-89C5-C19C22FF511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6506CC-1085-41D8-9B8B-1A1B4F4AFC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2286052-E45E-4BDF-9F44-8A10686DE6F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F4C60119-E7AA-4A20-B73C-2CA9479CDA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50C867-996A-46BF-BEF4-FB0E49AF2C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534981EE-BEEE-4FF0-96FB-4D2258D9674B}"/>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07B3BA5-AC40-4DFF-9652-0ECBC3601972}"/>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E07227AA-906D-4341-88CA-7DA7D9BA63EA}"/>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24B794E-A189-4079-9025-604CB49F2AB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B672B7EA-5199-409D-9C53-F83ADA079197}"/>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AFB4E757-235E-40FC-ACF2-30A4F70D9D4E}"/>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1D94F857-54F2-4972-91D3-E2E41CFF770B}"/>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24FF192-390F-4C78-929A-E528D645F5F3}"/>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A30E0E1-14D8-408C-BEBD-8CE94F2CC442}"/>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86E21260-1E24-40D1-BA3D-ECD9C8CCED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B529318-F240-4997-87A8-11C65068868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BDDA1513-22D3-49DC-AB2D-F25F3C75B452}"/>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E832C0D-F66F-469A-8CF4-BA2B426E94F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C2C1CF2D-922D-465B-AFD1-3AE90F038AAD}"/>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33752F31-AEAD-4CDE-9E99-39CA808474C5}"/>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7DDF391C-27A9-488D-9752-20321493B96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1325482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6B6C6787-5072-4B5A-8042-D8029FE1BCB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7AC04E9-A4AC-4AA7-8B4B-A0F6C28853B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DD50C57-619E-4610-BD31-1035982BFE0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2번째 값 5 추가</a:t>
            </a:r>
          </a:p>
        </p:txBody>
      </p:sp>
      <p:sp>
        <p:nvSpPr>
          <p:cNvPr id="4" name="직사각형 3">
            <a:extLst>
              <a:ext uri="{FF2B5EF4-FFF2-40B4-BE49-F238E27FC236}">
                <a16:creationId xmlns:a16="http://schemas.microsoft.com/office/drawing/2014/main" id="{5ACE0E16-669D-4AF5-BA0C-01793819D9F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B363E4A-EB34-4F99-9329-404BE3BE9E4E}"/>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0FF0D1F5-F65F-4D2B-949A-E45F45028DC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B0BB51A-38FD-4521-8145-15745F277B0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B53ABC4B-0251-453A-B0F7-5A9E024A661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A54C345B-9B06-405F-817F-2CA8EA0C1E0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3570472-028D-4699-A574-7208AFCAF5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F9AF23FC-6B4D-4ABF-B299-41382278EE91}"/>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500C5DE1-20DF-46F6-9496-01826AB4890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59624182-911B-4D39-9E23-172764E59BA1}"/>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1EA6E99-98F0-4204-9A23-D91EEC2A2896}"/>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E63048FB-A528-4FA4-97C2-F2358A4F267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5C86775B-FA07-48CF-B6A3-AF492527916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F8AD6619-4CD6-4FA2-9602-2CF7CCD76677}"/>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9AE4B5-BCF4-41F7-AF85-E38E56D09F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6D3C3F68-B416-46A4-8020-37D26D7078D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118FCB9-5198-4245-903F-A076E22F3ED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F6CA41-7EBE-4A47-8E6C-638B8C3787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9F6A041-81E8-493E-A1E5-EDF1F75CBF8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7DA7550-275A-42B1-B696-6AA8B2C84A1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result-caption">
            <a:extLst>
              <a:ext uri="{FF2B5EF4-FFF2-40B4-BE49-F238E27FC236}">
                <a16:creationId xmlns:a16="http://schemas.microsoft.com/office/drawing/2014/main" id="{72647C61-3F25-4E20-BD18-A45C33EAFB1C}"/>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0C74D252-7679-4CAF-A4F4-6CD65E88BA5E}"/>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[4, 5]</a:t>
            </a:r>
          </a:p>
        </p:txBody>
      </p:sp>
      <p:sp>
        <p:nvSpPr>
          <p:cNvPr id="26" name="next-merge">
            <a:extLst>
              <a:ext uri="{FF2B5EF4-FFF2-40B4-BE49-F238E27FC236}">
                <a16:creationId xmlns:a16="http://schemas.microsoft.com/office/drawing/2014/main" id="{6C935331-D63D-4B63-BAAE-28F34D38D442}"/>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오른쪽 입력으로 사용</a:t>
            </a:r>
          </a:p>
        </p:txBody>
      </p:sp>
      <p:sp>
        <p:nvSpPr>
          <p:cNvPr id="27" name="trace-rule">
            <a:extLst>
              <a:ext uri="{FF2B5EF4-FFF2-40B4-BE49-F238E27FC236}">
                <a16:creationId xmlns:a16="http://schemas.microsoft.com/office/drawing/2014/main" id="{D82B449E-4933-4688-9743-90CEB402A5E4}"/>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869275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86DFCDA0-9DB3-4811-8402-635AD236FE0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A57F9F9-BF01-4DC5-92F6-ED1A2399BD7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DB9FDB-8FBD-475B-A491-E505EEB7C27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[1, 7]과 [4, 5] 병합 · 시작</a:t>
            </a:r>
          </a:p>
        </p:txBody>
      </p:sp>
      <p:sp>
        <p:nvSpPr>
          <p:cNvPr id="4" name="직사각형 3">
            <a:extLst>
              <a:ext uri="{FF2B5EF4-FFF2-40B4-BE49-F238E27FC236}">
                <a16:creationId xmlns:a16="http://schemas.microsoft.com/office/drawing/2014/main" id="{A0384589-2731-48E4-A52C-A1D43A3A8AE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BF4A852-CBC5-41C4-8064-F471029CD20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1과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AACCF8C4-091C-4E26-82D8-0F12F32D6F9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FF70DD7-707C-4E1E-98FB-9B2C3E8C66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6734A3D-8218-4A3F-8A57-4EAED05B801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D0A8C63-2B5E-4CFF-A6F3-B1985AAE346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CECFB"/>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52204A8-5FCC-4614-9695-E0FF85D5FB1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C00AEF-2268-48EA-8687-726A5081D0E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A80A09E5-DFC9-47FE-A1A3-809B25E5E7F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BA371990-F1B7-4DFC-B06D-C282BDE4003A}"/>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1AB0DEB3-EA50-4E5D-BFC6-790FA210E50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2B2F3C6D-64EA-4EB8-9483-CED0A68CADE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D4893B3-CE11-47FD-9437-AFB7E5D02E36}"/>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78D676E-D84D-408F-999E-40C3CA5FC67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29FF6040-B72D-4287-8A00-D182E57FDC0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0C5C7A6A-8F3D-49A8-A5D5-17C3D8B37FC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650C0783-B459-48CA-B53A-60595A9360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AFA1F798-E266-49B5-AF61-3716DE30114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6EDD3318-3AD2-4523-84E0-8ECAA76B2B4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583CF3A-F71A-49DE-A5C4-954DFA080992}"/>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8A56D1E-86BC-4A51-AF84-C1589EADA96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91CF82F0-45CA-4C0C-9C25-C3AE7C572F54}"/>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0D616DA-BCE8-4C6A-A9E3-0E0DA20599D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4B41B871-449B-44D1-BB67-30E826BBDBB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D3DF76FC-31A9-4974-A872-2653A3F848D1}"/>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CC84361-8FED-466D-93E5-3DE51A17C88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8649A52-558C-40E0-BD7E-15AC09B3C2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5372733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AEEB2FD9-1548-4BE4-8AB2-CA24F762B63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AB8982F-5E0C-41EA-B894-58800AB2AE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FFEE693-4973-42C7-909A-C101FDE53BB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1번째 값 1 추가</a:t>
            </a:r>
          </a:p>
        </p:txBody>
      </p:sp>
      <p:sp>
        <p:nvSpPr>
          <p:cNvPr id="4" name="직사각형 3">
            <a:extLst>
              <a:ext uri="{FF2B5EF4-FFF2-40B4-BE49-F238E27FC236}">
                <a16:creationId xmlns:a16="http://schemas.microsoft.com/office/drawing/2014/main" id="{5535139A-9468-446C-8149-905AAA72057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75D66003-3BEF-4E49-BAD3-62A4DFBF91E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 ≤ 오른쪽 4 → 왼쪽의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46F3A911-1C9D-4233-8674-521F75D0F1F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D1C37A-8032-4C99-9307-C3CD4BC492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845F3D7-F6BA-4257-9009-7EEEA7C435A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2F6E5F7-E182-4E92-94A1-A1EC233657CC}"/>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E5020E9F-A0C8-49F4-9700-A8E8D1D6678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5A3A256-9358-4312-9DC0-A14B059B6FCD}"/>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5121522-BC2B-43BB-AA91-B0D98115FA21}"/>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0019928-85F1-4040-BB03-31FF0A73F8A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CEE6DE06-DFB0-459C-8E5C-03401E9BF1A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735503D-D233-48FC-A22F-C8D3F4135DB2}"/>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CF645BA6-89F0-4EFA-B162-CA907727BDDD}"/>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ECE5A6E-400B-4DFA-828D-2FA259FD58B5}"/>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FF73AC35-F09E-44B7-8673-65ABCA0EAA3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910A84C1-FB19-4151-BE72-54CC97F15535}"/>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3807F81-4D78-4661-BA79-B325C98CA3C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870E9A8-0480-4DBE-AB11-E40EBCE1DAC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D6B06E8-4264-43C2-900C-9C9885824580}"/>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087DC92-6805-441B-B438-801D45EB1C2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787AF9E6-93C6-4BE1-9EFD-7AB69907B1C9}"/>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4A21A71-5021-4125-938E-858383FD2B7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5F818DE3-E23A-4B55-88DF-0C234C4E293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082E874-8FD3-44CF-905C-5CE3ABFC554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2704DBC7-9638-4306-8DB4-D0EB584950EE}"/>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5E7243A7-4301-4E30-8BAE-0C9B4E2E447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50596FCC-3C53-4F5E-8B60-69EC59A2FD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959286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DB52AC4-79E2-4B54-8120-E1186729AC9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FCA5C830-1ECA-4BE5-9A27-F524D96036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003A411-3BD6-4023-BAA7-D6BF71908AB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2번째 값 4 추가</a:t>
            </a:r>
          </a:p>
        </p:txBody>
      </p:sp>
      <p:sp>
        <p:nvSpPr>
          <p:cNvPr id="4" name="직사각형 3">
            <a:extLst>
              <a:ext uri="{FF2B5EF4-FFF2-40B4-BE49-F238E27FC236}">
                <a16:creationId xmlns:a16="http://schemas.microsoft.com/office/drawing/2014/main" id="{F0FE3998-5766-43BA-BE60-FE02C00D6A1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35AF93D-414E-4239-8C43-27E0B8C4B4F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425B2A7A-E6DB-4263-9E0A-F5F8AE4558B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2F86B04-5687-40E6-8E58-334ADD6ECC6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EDD7326-0951-48D8-8657-3E8C27F63FE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B77EBD23-343C-47EE-9C3A-D1EF2F9F6DF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B902893-7172-42DF-9409-751EC8A2A7B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3431210C-1B54-4BDE-A39F-81C4408DB2D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26E704EF-0B13-477F-894E-27D4E6C7F0DB}"/>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DDBA79E-A6F8-403D-BE03-5614D5CCBBD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B74EEC15-1A66-41A5-8AE5-2C706D93F5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31461FD-D595-49A5-91E5-20DC579516E7}"/>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E0EFC03A-8309-4933-AB57-87CCC9C2B593}"/>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78BAC04F-353A-42B2-A95D-9D2BCE49CAE9}"/>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DE3652E-8266-4B92-873A-95E6DFFDD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A9FA57-5778-4FFA-9DA9-B30FEA49F797}"/>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4F7681B0-CD0B-4EC4-A577-00A1AC68860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FFA79538-8656-48C7-B2E3-2C4E21B3F87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2572D384-C307-429C-B355-97AB4CF93B95}"/>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8B6AA9E4-2841-4159-9940-995ADEC45A9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5665921-6BA0-4516-91D5-1EDAD6F9D10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2093584A-D4E8-4B69-8DF7-0CCAE676B35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0C6100E-8454-4414-8715-2B44BBE61EA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2EAF0E58-65C9-4803-8BEC-1EBC2C6E3D7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CC38D942-21DD-42CB-94A4-94C46817A01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A2818BF-4F3D-411D-8772-10C7D6CF5CB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BC96511-BE67-45D2-8729-88AAF3500BA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405558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1B7EFD15-D6E0-4732-9104-B710B1CB5B5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5A2B5F6-BEE8-4B84-ACAA-4BCF65CDE3C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FADD38-3AE1-4037-A9D7-C5BA145DCAB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3번째 값 5 추가</a:t>
            </a:r>
          </a:p>
        </p:txBody>
      </p:sp>
      <p:sp>
        <p:nvSpPr>
          <p:cNvPr id="4" name="직사각형 3">
            <a:extLst>
              <a:ext uri="{FF2B5EF4-FFF2-40B4-BE49-F238E27FC236}">
                <a16:creationId xmlns:a16="http://schemas.microsoft.com/office/drawing/2014/main" id="{8C6DFC1A-909B-4F0C-BFFE-2AC16C2B156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3756F040-3019-49CB-B32B-E525F3EBE88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5 → 오른쪽의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A3FB668-BCD5-4628-9E2F-A8DFD355552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0C8C918-3D47-48D9-BAF4-07454FD6E3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0E31848-F371-4F8B-9EB8-5A1FE6E0FCC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F09837-01E6-4C03-8257-3E543B15B72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958058A-72F4-4545-A879-485F643B9B9F}"/>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B610A28-F01B-452B-91EA-E1387BDDCC68}"/>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E3271CC-7FEA-4F78-8CC6-DB59CFBADA75}"/>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E3C4ED4-70FB-4E6C-8F14-E098F9B16C0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4A5C1C0-5E1B-4D95-80C9-B36B0F0D5DF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B712EFE-80F1-45E5-9F99-767B98FFFE5D}"/>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66B7D67-7880-4E19-B515-D8F9D8FD9BA8}"/>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B0C1B51E-67FF-4CAB-85ED-841D9F0C53A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3CA9241-1905-4344-9A55-08178E651AA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1351234D-34D7-47AE-993E-2B408CEFE053}"/>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827913A8-E6EF-4EE2-BFB4-7C4864813F2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E069BB35-B6CD-44F3-A8B3-951D2938D35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8E234267-8CA2-459A-9A04-254BBBAA4394}"/>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F7255A0-C061-41FD-A13F-1815E73935D1}"/>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DEBAAE68-C4F3-46BF-81FD-F0B37361601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4C06F13D-480B-4B5C-8A5E-9900896B46D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4BEF8CA-E3F1-48FE-8EC8-5FC8DC0BE588}"/>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309E2DA-3316-46A8-8367-28A45E9B870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431FCF6D-D117-4DD0-ABE8-13F557B524BB}"/>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6735E81-F369-4752-B617-DE475BB8596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E89FC78A-6754-4D53-B8AF-3DC4BBD0EF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516897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265F5F2B-356F-498E-8E2F-E2BF338B652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9CFAE54-1579-49A2-A998-9C87CB139FE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1F7F375-A3E7-4B4F-9AC7-F707CB604C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4번째 값 7 추가</a:t>
            </a:r>
          </a:p>
        </p:txBody>
      </p:sp>
      <p:sp>
        <p:nvSpPr>
          <p:cNvPr id="4" name="직사각형 3">
            <a:extLst>
              <a:ext uri="{FF2B5EF4-FFF2-40B4-BE49-F238E27FC236}">
                <a16:creationId xmlns:a16="http://schemas.microsoft.com/office/drawing/2014/main" id="{E3DE12AD-610B-4DAC-91CD-25D113E1F22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BF66EF53-87F6-4BA4-9AED-54DC5163928A}"/>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ABBAF31-B578-4851-93B6-E35CAC9D99D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9228EA1-03FC-4E92-A1DB-817331A4A7D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2AB0144B-8A4E-4E39-9F22-D2439A06E6D9}"/>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238D7D-1762-4877-9C56-250CE941DAC4}"/>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A584EAA-6B99-4C47-AEC2-5D27626B9E1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903F2301-DB3C-4EC9-AB2B-C1CEED765E4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75054A10-E7BC-4510-AD1A-8D7BE2C89B5D}"/>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639DD68E-4B48-4439-9B03-C0962F40650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A72E3DC6-7AC8-4C53-9C5A-F6A1D4079AE9}"/>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7BBE3F83-86FD-4A6E-AD88-723C6F7B653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18FB935-A612-447C-9114-D8779E911E05}"/>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0861DC40-76A0-4FE1-9F4E-8932836862B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D83834D-F3A7-4E88-B91B-B102DE4135D2}"/>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E31849-39E6-4BAA-BE20-91957E1F1C3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948439AD-99EC-4D33-9BA8-DCF4ABE715C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99A4DE0D-3023-4772-96EE-80959B5006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03AB1B57-671C-42AA-8325-742239D78CE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5471324-64BE-4481-8338-9334EA2DF94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26B0158B-2575-456C-A8A4-4B44FE1E515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B82AC81-CD5E-4735-A95E-7C2E20206D70}"/>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8AC4A6FE-974B-478C-A98A-C8F77989732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536A31A-5974-4A86-A94E-17CA913932C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result-caption">
            <a:extLst>
              <a:ext uri="{FF2B5EF4-FFF2-40B4-BE49-F238E27FC236}">
                <a16:creationId xmlns:a16="http://schemas.microsoft.com/office/drawing/2014/main" id="{7A9B6847-CFCB-4050-ABE8-98CC417D4972}"/>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EABF3B47-7137-42EA-A3B4-8CCBD96D6EE9}"/>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4, 5, 7]</a:t>
            </a:r>
          </a:p>
        </p:txBody>
      </p:sp>
      <p:sp>
        <p:nvSpPr>
          <p:cNvPr id="30" name="next-merge">
            <a:extLst>
              <a:ext uri="{FF2B5EF4-FFF2-40B4-BE49-F238E27FC236}">
                <a16:creationId xmlns:a16="http://schemas.microsoft.com/office/drawing/2014/main" id="{5989C4B9-540D-40DD-A4AD-65F789FBF4BB}"/>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⑦에서 오른쪽 입력으로 사용</a:t>
            </a:r>
          </a:p>
        </p:txBody>
      </p:sp>
      <p:sp>
        <p:nvSpPr>
          <p:cNvPr id="31" name="trace-rule">
            <a:extLst>
              <a:ext uri="{FF2B5EF4-FFF2-40B4-BE49-F238E27FC236}">
                <a16:creationId xmlns:a16="http://schemas.microsoft.com/office/drawing/2014/main" id="{B5C7AE53-88C6-455B-8B85-2F8E5732521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585587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43</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wrap="none" lIns="0" tIns="0" rIns="0" bIns="0" anchor="t">
            <a:noAutofit/>
          </a:bodyPr>
          <a:lstStyle>
            <a:defPPr>
              <a:defRPr sz="1800">
                <a:solidFill>
                  <a:srgbClr val="151515"/>
                </a:solidFill>
                <a:latin typeface="Consolas"/>
                <a:ea typeface="Consolas"/>
                <a:cs typeface="Consolas"/>
              </a:defRPr>
            </a:defPPr>
          </a:lstStyle>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def merge(left, 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 = []</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j = 0</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 and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if left[i] &lt;= 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else:</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box-0">
            <a:extLst>
              <a:ext uri="{FF2B5EF4-FFF2-40B4-BE49-F238E27FC236}">
                <a16:creationId xmlns:a16="http://schemas.microsoft.com/office/drawing/2014/main" id="{38884161-424A-406E-9A19-500E7443990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
            <a:extLst>
              <a:ext uri="{FF2B5EF4-FFF2-40B4-BE49-F238E27FC236}">
                <a16:creationId xmlns:a16="http://schemas.microsoft.com/office/drawing/2014/main" id="{D081E8A2-B282-4AA9-BB84-F8282233B3F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2">
            <a:extLst>
              <a:ext uri="{FF2B5EF4-FFF2-40B4-BE49-F238E27FC236}">
                <a16:creationId xmlns:a16="http://schemas.microsoft.com/office/drawing/2014/main" id="{5EEC55D2-D99B-4CD2-B619-B8E8AEFD41C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한 번: 값 8개를 결과에 8번 넣습니다</a:t>
            </a:r>
          </a:p>
        </p:txBody>
      </p:sp>
      <p:sp>
        <p:nvSpPr>
          <p:cNvPr id="4" name="box-3">
            <a:extLst>
              <a:ext uri="{FF2B5EF4-FFF2-40B4-BE49-F238E27FC236}">
                <a16:creationId xmlns:a16="http://schemas.microsoft.com/office/drawing/2014/main" id="{D78E70BB-4D1F-4BE9-A684-392F9034C4FD}"/>
              </a:ext>
            </a:extLst>
          </p:cNvPr>
          <p:cNvSpPr>
            <a:spLocks noGrp="1"/>
          </p:cNvSpPr>
          <p:nvPr/>
        </p:nvSpPr>
        <p:spPr>
          <a:xfrm>
            <a:off x="609600" y="1381125"/>
            <a:ext cx="10972800" cy="9525"/>
          </a:xfrm>
          <a:prstGeom prst="rect">
            <a:avLst/>
          </a:prstGeom>
          <a:solidFill>
            <a:srgbClr val="151515"/>
          </a:solidFill>
          <a:ln w="0">
            <a:noFill/>
          </a:ln>
        </p:spPr>
      </p:sp>
      <p:sp>
        <p:nvSpPr>
          <p:cNvPr id="5" name="box-4">
            <a:extLst>
              <a:ext uri="{FF2B5EF4-FFF2-40B4-BE49-F238E27FC236}">
                <a16:creationId xmlns:a16="http://schemas.microsoft.com/office/drawing/2014/main" id="{9B188760-D0BE-49CC-ADDE-D1A225FD8AB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155C2C9-4E16-441C-AA8F-64544A32C3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50</a:t>
            </a:r>
            <a:endParaRPr sz="1050" b="0">
              <a:solidFill>
                <a:srgbClr val="151515"/>
              </a:solidFill>
              <a:latin typeface="Consolas"/>
              <a:ea typeface="Consolas"/>
              <a:cs typeface="Consolas"/>
            </a:endParaRPr>
          </a:p>
        </p:txBody>
      </p:sp>
      <p:sp>
        <p:nvSpPr>
          <p:cNvPr id="7" name="box-6">
            <a:extLst>
              <a:ext uri="{FF2B5EF4-FFF2-40B4-BE49-F238E27FC236}">
                <a16:creationId xmlns:a16="http://schemas.microsoft.com/office/drawing/2014/main" id="{54E7F5A1-B56B-4C83-93B0-0D3AD31CB560}"/>
              </a:ext>
            </a:extLst>
          </p:cNvPr>
          <p:cNvSpPr>
            <a:spLocks noGrp="1"/>
          </p:cNvSpPr>
          <p:nvPr/>
        </p:nvSpPr>
        <p:spPr>
          <a:xfrm>
            <a:off x="609600" y="1752600"/>
            <a:ext cx="10972800" cy="400050"/>
          </a:xfrm>
          <a:prstGeom prst="rect">
            <a:avLst/>
          </a:prstGeom>
          <a:noFill/>
          <a:ln w="0">
            <a:noFill/>
          </a:ln>
        </p:spPr>
        <p:txBody>
          <a:bodyPr wrap="none" lIns="0" tIns="0" rIns="0" bIns="0" anchor="t">
            <a:noAutofit/>
          </a:bodyPr>
          <a:lstStyle>
            <a:defPPr algn="l">
              <a:defRPr sz="2025" b="1">
                <a:solidFill>
                  <a:srgbClr val="151515"/>
                </a:solidFill>
                <a:latin typeface="Malgun Gothic"/>
                <a:ea typeface="Malgun Gothic"/>
                <a:cs typeface="Malgun Gothic"/>
              </a:defRPr>
            </a:defPPr>
          </a:lstStyle>
          <a:p>
            <a:pPr algn="l">
              <a:lnSpc>
                <a:spcPct val="112000"/>
              </a:lnSpc>
              <a:buNone/>
              <a:defRPr sz="2025" b="1">
                <a:solidFill>
                  <a:srgbClr val="151515"/>
                </a:solidFill>
                <a:latin typeface="Malgun Gothic"/>
                <a:ea typeface="Malgun Gothic"/>
                <a:cs typeface="Malgun Gothic"/>
              </a:defRPr>
            </a:pPr>
            <a:r>
              <a:rPr sz="2025" b="1">
                <a:solidFill>
                  <a:srgbClr val="151515"/>
                </a:solidFill>
                <a:latin typeface="Malgun Gothic"/>
                <a:ea typeface="Malgun Gothic"/>
                <a:cs typeface="Malgun Gothic"/>
              </a:rPr>
              <a:t>이미 정렬된 두 입력</a:t>
            </a:r>
          </a:p>
        </p:txBody>
      </p:sp>
      <p:sp>
        <p:nvSpPr>
          <p:cNvPr id="8" name="box-7">
            <a:extLst>
              <a:ext uri="{FF2B5EF4-FFF2-40B4-BE49-F238E27FC236}">
                <a16:creationId xmlns:a16="http://schemas.microsoft.com/office/drawing/2014/main" id="{8BE91775-D8CC-424B-8E36-DA486AA61FBC}"/>
              </a:ext>
            </a:extLst>
          </p:cNvPr>
          <p:cNvSpPr>
            <a:spLocks noGrp="1"/>
          </p:cNvSpPr>
          <p:nvPr/>
        </p:nvSpPr>
        <p:spPr>
          <a:xfrm>
            <a:off x="2514600" y="2324100"/>
            <a:ext cx="723900" cy="723900"/>
          </a:xfrm>
          <a:prstGeom prst="rect">
            <a:avLst/>
          </a:prstGeom>
          <a:solidFill>
            <a:srgbClr val="EEF5F8"/>
          </a:solidFill>
          <a:ln w="9525">
            <a:solidFill>
              <a:srgbClr val="146995"/>
            </a:solidFill>
          </a:ln>
        </p:spPr>
      </p:sp>
      <p:sp>
        <p:nvSpPr>
          <p:cNvPr id="9" name="box-8">
            <a:extLst>
              <a:ext uri="{FF2B5EF4-FFF2-40B4-BE49-F238E27FC236}">
                <a16:creationId xmlns:a16="http://schemas.microsoft.com/office/drawing/2014/main" id="{686EB5C4-0073-4E26-A332-5179D2F0B5BA}"/>
              </a:ext>
            </a:extLst>
          </p:cNvPr>
          <p:cNvSpPr>
            <a:spLocks noGrp="1"/>
          </p:cNvSpPr>
          <p:nvPr/>
        </p:nvSpPr>
        <p:spPr>
          <a:xfrm>
            <a:off x="25146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0" name="box-9">
            <a:extLst>
              <a:ext uri="{FF2B5EF4-FFF2-40B4-BE49-F238E27FC236}">
                <a16:creationId xmlns:a16="http://schemas.microsoft.com/office/drawing/2014/main" id="{1CE1BCAE-1053-4A17-895B-C68AA4482418}"/>
              </a:ext>
            </a:extLst>
          </p:cNvPr>
          <p:cNvSpPr>
            <a:spLocks noGrp="1"/>
          </p:cNvSpPr>
          <p:nvPr/>
        </p:nvSpPr>
        <p:spPr>
          <a:xfrm>
            <a:off x="3238500" y="2324100"/>
            <a:ext cx="723900" cy="723900"/>
          </a:xfrm>
          <a:prstGeom prst="rect">
            <a:avLst/>
          </a:prstGeom>
          <a:solidFill>
            <a:srgbClr val="EEF5F8"/>
          </a:solidFill>
          <a:ln w="9525">
            <a:solidFill>
              <a:srgbClr val="146995"/>
            </a:solidFill>
          </a:ln>
        </p:spPr>
      </p:sp>
      <p:sp>
        <p:nvSpPr>
          <p:cNvPr id="11" name="box-10">
            <a:extLst>
              <a:ext uri="{FF2B5EF4-FFF2-40B4-BE49-F238E27FC236}">
                <a16:creationId xmlns:a16="http://schemas.microsoft.com/office/drawing/2014/main" id="{7344B736-2762-4C7E-9766-1735A3CEE44C}"/>
              </a:ext>
            </a:extLst>
          </p:cNvPr>
          <p:cNvSpPr>
            <a:spLocks noGrp="1"/>
          </p:cNvSpPr>
          <p:nvPr/>
        </p:nvSpPr>
        <p:spPr>
          <a:xfrm>
            <a:off x="32385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2" name="box-11">
            <a:extLst>
              <a:ext uri="{FF2B5EF4-FFF2-40B4-BE49-F238E27FC236}">
                <a16:creationId xmlns:a16="http://schemas.microsoft.com/office/drawing/2014/main" id="{02780A2B-CD90-4C8E-AEE4-1A89518633F2}"/>
              </a:ext>
            </a:extLst>
          </p:cNvPr>
          <p:cNvSpPr>
            <a:spLocks noGrp="1"/>
          </p:cNvSpPr>
          <p:nvPr/>
        </p:nvSpPr>
        <p:spPr>
          <a:xfrm>
            <a:off x="3962400" y="2324100"/>
            <a:ext cx="723900" cy="723900"/>
          </a:xfrm>
          <a:prstGeom prst="rect">
            <a:avLst/>
          </a:prstGeom>
          <a:solidFill>
            <a:srgbClr val="EEF5F8"/>
          </a:solidFill>
          <a:ln w="9525">
            <a:solidFill>
              <a:srgbClr val="146995"/>
            </a:solidFill>
          </a:ln>
        </p:spPr>
      </p:sp>
      <p:sp>
        <p:nvSpPr>
          <p:cNvPr id="13" name="box-12">
            <a:extLst>
              <a:ext uri="{FF2B5EF4-FFF2-40B4-BE49-F238E27FC236}">
                <a16:creationId xmlns:a16="http://schemas.microsoft.com/office/drawing/2014/main" id="{09D392ED-A3AA-4E0C-91A0-A0DB21DB27D3}"/>
              </a:ext>
            </a:extLst>
          </p:cNvPr>
          <p:cNvSpPr>
            <a:spLocks noGrp="1"/>
          </p:cNvSpPr>
          <p:nvPr/>
        </p:nvSpPr>
        <p:spPr>
          <a:xfrm>
            <a:off x="39624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14" name="box-13">
            <a:extLst>
              <a:ext uri="{FF2B5EF4-FFF2-40B4-BE49-F238E27FC236}">
                <a16:creationId xmlns:a16="http://schemas.microsoft.com/office/drawing/2014/main" id="{A9B44708-6FCA-429C-94E5-8BC65AA30844}"/>
              </a:ext>
            </a:extLst>
          </p:cNvPr>
          <p:cNvSpPr>
            <a:spLocks noGrp="1"/>
          </p:cNvSpPr>
          <p:nvPr/>
        </p:nvSpPr>
        <p:spPr>
          <a:xfrm>
            <a:off x="4686300" y="2324100"/>
            <a:ext cx="723900" cy="723900"/>
          </a:xfrm>
          <a:prstGeom prst="rect">
            <a:avLst/>
          </a:prstGeom>
          <a:solidFill>
            <a:srgbClr val="EEF5F8"/>
          </a:solidFill>
          <a:ln w="9525">
            <a:solidFill>
              <a:srgbClr val="146995"/>
            </a:solidFill>
          </a:ln>
        </p:spPr>
      </p:sp>
      <p:sp>
        <p:nvSpPr>
          <p:cNvPr id="15" name="box-14">
            <a:extLst>
              <a:ext uri="{FF2B5EF4-FFF2-40B4-BE49-F238E27FC236}">
                <a16:creationId xmlns:a16="http://schemas.microsoft.com/office/drawing/2014/main" id="{8C3098DB-12D1-4123-BDB2-A86EC954CB1E}"/>
              </a:ext>
            </a:extLst>
          </p:cNvPr>
          <p:cNvSpPr>
            <a:spLocks noGrp="1"/>
          </p:cNvSpPr>
          <p:nvPr/>
        </p:nvSpPr>
        <p:spPr>
          <a:xfrm>
            <a:off x="46863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16" name="box-15">
            <a:extLst>
              <a:ext uri="{FF2B5EF4-FFF2-40B4-BE49-F238E27FC236}">
                <a16:creationId xmlns:a16="http://schemas.microsoft.com/office/drawing/2014/main" id="{17FAFADB-B1EE-4750-A871-391EC70195BD}"/>
              </a:ext>
            </a:extLst>
          </p:cNvPr>
          <p:cNvSpPr>
            <a:spLocks noGrp="1"/>
          </p:cNvSpPr>
          <p:nvPr/>
        </p:nvSpPr>
        <p:spPr>
          <a:xfrm>
            <a:off x="5695950" y="2324100"/>
            <a:ext cx="723900" cy="723900"/>
          </a:xfrm>
          <a:prstGeom prst="rect">
            <a:avLst/>
          </a:prstGeom>
          <a:solidFill>
            <a:srgbClr val="EEF5F8"/>
          </a:solidFill>
          <a:ln w="9525">
            <a:solidFill>
              <a:srgbClr val="146995"/>
            </a:solidFill>
          </a:ln>
        </p:spPr>
      </p:sp>
      <p:sp>
        <p:nvSpPr>
          <p:cNvPr id="17" name="box-16">
            <a:extLst>
              <a:ext uri="{FF2B5EF4-FFF2-40B4-BE49-F238E27FC236}">
                <a16:creationId xmlns:a16="http://schemas.microsoft.com/office/drawing/2014/main" id="{294A3186-9C2A-46DC-9531-95BB62DCD3BE}"/>
              </a:ext>
            </a:extLst>
          </p:cNvPr>
          <p:cNvSpPr>
            <a:spLocks noGrp="1"/>
          </p:cNvSpPr>
          <p:nvPr/>
        </p:nvSpPr>
        <p:spPr>
          <a:xfrm>
            <a:off x="56959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18" name="box-17">
            <a:extLst>
              <a:ext uri="{FF2B5EF4-FFF2-40B4-BE49-F238E27FC236}">
                <a16:creationId xmlns:a16="http://schemas.microsoft.com/office/drawing/2014/main" id="{1B31212B-1F0A-4011-A842-27F9AAC2B9A3}"/>
              </a:ext>
            </a:extLst>
          </p:cNvPr>
          <p:cNvSpPr>
            <a:spLocks noGrp="1"/>
          </p:cNvSpPr>
          <p:nvPr/>
        </p:nvSpPr>
        <p:spPr>
          <a:xfrm>
            <a:off x="6419850" y="2324100"/>
            <a:ext cx="723900" cy="723900"/>
          </a:xfrm>
          <a:prstGeom prst="rect">
            <a:avLst/>
          </a:prstGeom>
          <a:solidFill>
            <a:srgbClr val="EEF5F8"/>
          </a:solidFill>
          <a:ln w="9525">
            <a:solidFill>
              <a:srgbClr val="146995"/>
            </a:solidFill>
          </a:ln>
        </p:spPr>
      </p:sp>
      <p:sp>
        <p:nvSpPr>
          <p:cNvPr id="19" name="box-18">
            <a:extLst>
              <a:ext uri="{FF2B5EF4-FFF2-40B4-BE49-F238E27FC236}">
                <a16:creationId xmlns:a16="http://schemas.microsoft.com/office/drawing/2014/main" id="{276072AF-EF83-4C7C-BB40-C7597ACB9393}"/>
              </a:ext>
            </a:extLst>
          </p:cNvPr>
          <p:cNvSpPr>
            <a:spLocks noGrp="1"/>
          </p:cNvSpPr>
          <p:nvPr/>
        </p:nvSpPr>
        <p:spPr>
          <a:xfrm>
            <a:off x="64198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20" name="box-19">
            <a:extLst>
              <a:ext uri="{FF2B5EF4-FFF2-40B4-BE49-F238E27FC236}">
                <a16:creationId xmlns:a16="http://schemas.microsoft.com/office/drawing/2014/main" id="{AB89C00A-AA9C-4593-B566-ED078969B15E}"/>
              </a:ext>
            </a:extLst>
          </p:cNvPr>
          <p:cNvSpPr>
            <a:spLocks noGrp="1"/>
          </p:cNvSpPr>
          <p:nvPr/>
        </p:nvSpPr>
        <p:spPr>
          <a:xfrm>
            <a:off x="7143750" y="2324100"/>
            <a:ext cx="723900" cy="723900"/>
          </a:xfrm>
          <a:prstGeom prst="rect">
            <a:avLst/>
          </a:prstGeom>
          <a:solidFill>
            <a:srgbClr val="EEF5F8"/>
          </a:solidFill>
          <a:ln w="9525">
            <a:solidFill>
              <a:srgbClr val="146995"/>
            </a:solidFill>
          </a:ln>
        </p:spPr>
      </p:sp>
      <p:sp>
        <p:nvSpPr>
          <p:cNvPr id="21" name="box-20">
            <a:extLst>
              <a:ext uri="{FF2B5EF4-FFF2-40B4-BE49-F238E27FC236}">
                <a16:creationId xmlns:a16="http://schemas.microsoft.com/office/drawing/2014/main" id="{BCED3ED9-E57B-4415-B8EB-1ED538DE8558}"/>
              </a:ext>
            </a:extLst>
          </p:cNvPr>
          <p:cNvSpPr>
            <a:spLocks noGrp="1"/>
          </p:cNvSpPr>
          <p:nvPr/>
        </p:nvSpPr>
        <p:spPr>
          <a:xfrm>
            <a:off x="71437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2" name="box-21">
            <a:extLst>
              <a:ext uri="{FF2B5EF4-FFF2-40B4-BE49-F238E27FC236}">
                <a16:creationId xmlns:a16="http://schemas.microsoft.com/office/drawing/2014/main" id="{5A757E16-8DDE-48F6-B715-DCF2827E57E4}"/>
              </a:ext>
            </a:extLst>
          </p:cNvPr>
          <p:cNvSpPr>
            <a:spLocks noGrp="1"/>
          </p:cNvSpPr>
          <p:nvPr/>
        </p:nvSpPr>
        <p:spPr>
          <a:xfrm>
            <a:off x="7867650" y="2324100"/>
            <a:ext cx="723900" cy="723900"/>
          </a:xfrm>
          <a:prstGeom prst="rect">
            <a:avLst/>
          </a:prstGeom>
          <a:solidFill>
            <a:srgbClr val="EEF5F8"/>
          </a:solidFill>
          <a:ln w="9525">
            <a:solidFill>
              <a:srgbClr val="146995"/>
            </a:solidFill>
          </a:ln>
        </p:spPr>
      </p:sp>
      <p:sp>
        <p:nvSpPr>
          <p:cNvPr id="23" name="box-22">
            <a:extLst>
              <a:ext uri="{FF2B5EF4-FFF2-40B4-BE49-F238E27FC236}">
                <a16:creationId xmlns:a16="http://schemas.microsoft.com/office/drawing/2014/main" id="{2B309B33-43AC-40AE-8511-6CBB1EBA93FB}"/>
              </a:ext>
            </a:extLst>
          </p:cNvPr>
          <p:cNvSpPr>
            <a:spLocks noGrp="1"/>
          </p:cNvSpPr>
          <p:nvPr/>
        </p:nvSpPr>
        <p:spPr>
          <a:xfrm>
            <a:off x="78676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24" name="box-23">
            <a:extLst>
              <a:ext uri="{FF2B5EF4-FFF2-40B4-BE49-F238E27FC236}">
                <a16:creationId xmlns:a16="http://schemas.microsoft.com/office/drawing/2014/main" id="{D8B7A59E-98A3-4CCE-895B-A7BB80F0040B}"/>
              </a:ext>
            </a:extLst>
          </p:cNvPr>
          <p:cNvSpPr>
            <a:spLocks noGrp="1"/>
          </p:cNvSpPr>
          <p:nvPr/>
        </p:nvSpPr>
        <p:spPr>
          <a:xfrm>
            <a:off x="609600" y="3238500"/>
            <a:ext cx="10972800" cy="409575"/>
          </a:xfrm>
          <a:prstGeom prst="rect">
            <a:avLst/>
          </a:prstGeom>
          <a:noFill/>
          <a:ln w="0">
            <a:noFill/>
          </a:ln>
        </p:spPr>
        <p:txBody>
          <a:bodyPr wrap="none" lIns="0" tIns="0" rIns="0" bIns="0" anchor="t">
            <a:noAutofit/>
          </a:bodyPr>
          <a:lstStyle>
            <a:defPPr algn="ctr">
              <a:defRPr sz="2100" b="0">
                <a:solidFill>
                  <a:srgbClr val="151515"/>
                </a:solidFill>
                <a:latin typeface="Malgun Gothic"/>
                <a:ea typeface="Malgun Gothic"/>
                <a:cs typeface="Malgun Gothic"/>
              </a:defRPr>
            </a:defPPr>
          </a:lstStyle>
          <a:p>
            <a:pPr algn="ctr">
              <a:lnSpc>
                <a:spcPct val="112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두 줄에서 작은 값부터 하나씩 선택</a:t>
            </a:r>
          </a:p>
        </p:txBody>
      </p:sp>
      <p:sp>
        <p:nvSpPr>
          <p:cNvPr id="25" name="box-24">
            <a:extLst>
              <a:ext uri="{FF2B5EF4-FFF2-40B4-BE49-F238E27FC236}">
                <a16:creationId xmlns:a16="http://schemas.microsoft.com/office/drawing/2014/main" id="{A4162A1E-6C31-4F1B-B0C0-70F44CFF2AAB}"/>
              </a:ext>
            </a:extLst>
          </p:cNvPr>
          <p:cNvSpPr>
            <a:spLocks noGrp="1"/>
          </p:cNvSpPr>
          <p:nvPr/>
        </p:nvSpPr>
        <p:spPr>
          <a:xfrm>
            <a:off x="609600" y="4229100"/>
            <a:ext cx="1524000" cy="409575"/>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결과</a:t>
            </a:r>
          </a:p>
        </p:txBody>
      </p:sp>
      <p:sp>
        <p:nvSpPr>
          <p:cNvPr id="26" name="box-25">
            <a:extLst>
              <a:ext uri="{FF2B5EF4-FFF2-40B4-BE49-F238E27FC236}">
                <a16:creationId xmlns:a16="http://schemas.microsoft.com/office/drawing/2014/main" id="{7774EDE5-B042-445A-AB1E-56C47E6452A3}"/>
              </a:ext>
            </a:extLst>
          </p:cNvPr>
          <p:cNvSpPr>
            <a:spLocks noGrp="1"/>
          </p:cNvSpPr>
          <p:nvPr/>
        </p:nvSpPr>
        <p:spPr>
          <a:xfrm>
            <a:off x="2514600" y="4086225"/>
            <a:ext cx="723900" cy="723900"/>
          </a:xfrm>
          <a:prstGeom prst="rect">
            <a:avLst/>
          </a:prstGeom>
          <a:solidFill>
            <a:srgbClr val="EEF5F8"/>
          </a:solidFill>
          <a:ln w="9525">
            <a:solidFill>
              <a:srgbClr val="146995"/>
            </a:solidFill>
          </a:ln>
        </p:spPr>
      </p:sp>
      <p:sp>
        <p:nvSpPr>
          <p:cNvPr id="27" name="box-26">
            <a:extLst>
              <a:ext uri="{FF2B5EF4-FFF2-40B4-BE49-F238E27FC236}">
                <a16:creationId xmlns:a16="http://schemas.microsoft.com/office/drawing/2014/main" id="{31A07089-2725-4A6C-BAB7-CE9A8534D68F}"/>
              </a:ext>
            </a:extLst>
          </p:cNvPr>
          <p:cNvSpPr>
            <a:spLocks noGrp="1"/>
          </p:cNvSpPr>
          <p:nvPr/>
        </p:nvSpPr>
        <p:spPr>
          <a:xfrm>
            <a:off x="25146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28" name="box-27">
            <a:extLst>
              <a:ext uri="{FF2B5EF4-FFF2-40B4-BE49-F238E27FC236}">
                <a16:creationId xmlns:a16="http://schemas.microsoft.com/office/drawing/2014/main" id="{82E2FD12-7919-4779-B916-7E2A6721D4CD}"/>
              </a:ext>
            </a:extLst>
          </p:cNvPr>
          <p:cNvSpPr>
            <a:spLocks noGrp="1"/>
          </p:cNvSpPr>
          <p:nvPr/>
        </p:nvSpPr>
        <p:spPr>
          <a:xfrm>
            <a:off x="3238500" y="4086225"/>
            <a:ext cx="723900" cy="723900"/>
          </a:xfrm>
          <a:prstGeom prst="rect">
            <a:avLst/>
          </a:prstGeom>
          <a:solidFill>
            <a:srgbClr val="EEF5F8"/>
          </a:solidFill>
          <a:ln w="9525">
            <a:solidFill>
              <a:srgbClr val="146995"/>
            </a:solidFill>
          </a:ln>
        </p:spPr>
      </p:sp>
      <p:sp>
        <p:nvSpPr>
          <p:cNvPr id="29" name="box-28">
            <a:extLst>
              <a:ext uri="{FF2B5EF4-FFF2-40B4-BE49-F238E27FC236}">
                <a16:creationId xmlns:a16="http://schemas.microsoft.com/office/drawing/2014/main" id="{EDE5E2FA-7ABC-41D5-A2DC-6A4C4086CDE9}"/>
              </a:ext>
            </a:extLst>
          </p:cNvPr>
          <p:cNvSpPr>
            <a:spLocks noGrp="1"/>
          </p:cNvSpPr>
          <p:nvPr/>
        </p:nvSpPr>
        <p:spPr>
          <a:xfrm>
            <a:off x="32385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30" name="box-29">
            <a:extLst>
              <a:ext uri="{FF2B5EF4-FFF2-40B4-BE49-F238E27FC236}">
                <a16:creationId xmlns:a16="http://schemas.microsoft.com/office/drawing/2014/main" id="{69AECF3D-B87A-44B1-B2CA-55171DDD3174}"/>
              </a:ext>
            </a:extLst>
          </p:cNvPr>
          <p:cNvSpPr>
            <a:spLocks noGrp="1"/>
          </p:cNvSpPr>
          <p:nvPr/>
        </p:nvSpPr>
        <p:spPr>
          <a:xfrm>
            <a:off x="3962400" y="4086225"/>
            <a:ext cx="723900" cy="723900"/>
          </a:xfrm>
          <a:prstGeom prst="rect">
            <a:avLst/>
          </a:prstGeom>
          <a:solidFill>
            <a:srgbClr val="EEF5F8"/>
          </a:solidFill>
          <a:ln w="9525">
            <a:solidFill>
              <a:srgbClr val="146995"/>
            </a:solidFill>
          </a:ln>
        </p:spPr>
      </p:sp>
      <p:sp>
        <p:nvSpPr>
          <p:cNvPr id="31" name="box-30">
            <a:extLst>
              <a:ext uri="{FF2B5EF4-FFF2-40B4-BE49-F238E27FC236}">
                <a16:creationId xmlns:a16="http://schemas.microsoft.com/office/drawing/2014/main" id="{811B7CAB-8806-479D-A1A4-2DB568666700}"/>
              </a:ext>
            </a:extLst>
          </p:cNvPr>
          <p:cNvSpPr>
            <a:spLocks noGrp="1"/>
          </p:cNvSpPr>
          <p:nvPr/>
        </p:nvSpPr>
        <p:spPr>
          <a:xfrm>
            <a:off x="39624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32" name="box-31">
            <a:extLst>
              <a:ext uri="{FF2B5EF4-FFF2-40B4-BE49-F238E27FC236}">
                <a16:creationId xmlns:a16="http://schemas.microsoft.com/office/drawing/2014/main" id="{F9D1E87A-15D3-4CB4-8AB5-ECBA3BC222AA}"/>
              </a:ext>
            </a:extLst>
          </p:cNvPr>
          <p:cNvSpPr>
            <a:spLocks noGrp="1"/>
          </p:cNvSpPr>
          <p:nvPr/>
        </p:nvSpPr>
        <p:spPr>
          <a:xfrm>
            <a:off x="4686300" y="4086225"/>
            <a:ext cx="723900" cy="723900"/>
          </a:xfrm>
          <a:prstGeom prst="rect">
            <a:avLst/>
          </a:prstGeom>
          <a:solidFill>
            <a:srgbClr val="EEF5F8"/>
          </a:solidFill>
          <a:ln w="9525">
            <a:solidFill>
              <a:srgbClr val="146995"/>
            </a:solidFill>
          </a:ln>
        </p:spPr>
      </p:sp>
      <p:sp>
        <p:nvSpPr>
          <p:cNvPr id="33" name="box-32">
            <a:extLst>
              <a:ext uri="{FF2B5EF4-FFF2-40B4-BE49-F238E27FC236}">
                <a16:creationId xmlns:a16="http://schemas.microsoft.com/office/drawing/2014/main" id="{84D97FAB-8E3A-4282-94B1-E4400FC81BA2}"/>
              </a:ext>
            </a:extLst>
          </p:cNvPr>
          <p:cNvSpPr>
            <a:spLocks noGrp="1"/>
          </p:cNvSpPr>
          <p:nvPr/>
        </p:nvSpPr>
        <p:spPr>
          <a:xfrm>
            <a:off x="46863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34" name="box-33">
            <a:extLst>
              <a:ext uri="{FF2B5EF4-FFF2-40B4-BE49-F238E27FC236}">
                <a16:creationId xmlns:a16="http://schemas.microsoft.com/office/drawing/2014/main" id="{8D4F2EEA-548B-46DE-87E6-E610DDC605C4}"/>
              </a:ext>
            </a:extLst>
          </p:cNvPr>
          <p:cNvSpPr>
            <a:spLocks noGrp="1"/>
          </p:cNvSpPr>
          <p:nvPr/>
        </p:nvSpPr>
        <p:spPr>
          <a:xfrm>
            <a:off x="5410200" y="4086225"/>
            <a:ext cx="723900" cy="723900"/>
          </a:xfrm>
          <a:prstGeom prst="rect">
            <a:avLst/>
          </a:prstGeom>
          <a:solidFill>
            <a:srgbClr val="EEF5F8"/>
          </a:solidFill>
          <a:ln w="9525">
            <a:solidFill>
              <a:srgbClr val="146995"/>
            </a:solidFill>
          </a:ln>
        </p:spPr>
      </p:sp>
      <p:sp>
        <p:nvSpPr>
          <p:cNvPr id="35" name="box-34">
            <a:extLst>
              <a:ext uri="{FF2B5EF4-FFF2-40B4-BE49-F238E27FC236}">
                <a16:creationId xmlns:a16="http://schemas.microsoft.com/office/drawing/2014/main" id="{CCA5B845-9177-41B0-B90E-64557ED35B5C}"/>
              </a:ext>
            </a:extLst>
          </p:cNvPr>
          <p:cNvSpPr>
            <a:spLocks noGrp="1"/>
          </p:cNvSpPr>
          <p:nvPr/>
        </p:nvSpPr>
        <p:spPr>
          <a:xfrm>
            <a:off x="54102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36" name="box-35">
            <a:extLst>
              <a:ext uri="{FF2B5EF4-FFF2-40B4-BE49-F238E27FC236}">
                <a16:creationId xmlns:a16="http://schemas.microsoft.com/office/drawing/2014/main" id="{E18910DD-0D6C-4132-A3DB-311803157ABB}"/>
              </a:ext>
            </a:extLst>
          </p:cNvPr>
          <p:cNvSpPr>
            <a:spLocks noGrp="1"/>
          </p:cNvSpPr>
          <p:nvPr/>
        </p:nvSpPr>
        <p:spPr>
          <a:xfrm>
            <a:off x="6134100" y="4086225"/>
            <a:ext cx="723900" cy="723900"/>
          </a:xfrm>
          <a:prstGeom prst="rect">
            <a:avLst/>
          </a:prstGeom>
          <a:solidFill>
            <a:srgbClr val="EEF5F8"/>
          </a:solidFill>
          <a:ln w="9525">
            <a:solidFill>
              <a:srgbClr val="146995"/>
            </a:solidFill>
          </a:ln>
        </p:spPr>
      </p:sp>
      <p:sp>
        <p:nvSpPr>
          <p:cNvPr id="37" name="box-36">
            <a:extLst>
              <a:ext uri="{FF2B5EF4-FFF2-40B4-BE49-F238E27FC236}">
                <a16:creationId xmlns:a16="http://schemas.microsoft.com/office/drawing/2014/main" id="{39CD79CF-89A8-4377-8295-5E6A3A3FC92F}"/>
              </a:ext>
            </a:extLst>
          </p:cNvPr>
          <p:cNvSpPr>
            <a:spLocks noGrp="1"/>
          </p:cNvSpPr>
          <p:nvPr/>
        </p:nvSpPr>
        <p:spPr>
          <a:xfrm>
            <a:off x="61341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38" name="box-37">
            <a:extLst>
              <a:ext uri="{FF2B5EF4-FFF2-40B4-BE49-F238E27FC236}">
                <a16:creationId xmlns:a16="http://schemas.microsoft.com/office/drawing/2014/main" id="{D21A95AD-15D6-4A95-AFCE-A32888B35791}"/>
              </a:ext>
            </a:extLst>
          </p:cNvPr>
          <p:cNvSpPr>
            <a:spLocks noGrp="1"/>
          </p:cNvSpPr>
          <p:nvPr/>
        </p:nvSpPr>
        <p:spPr>
          <a:xfrm>
            <a:off x="6858000" y="4086225"/>
            <a:ext cx="723900" cy="723900"/>
          </a:xfrm>
          <a:prstGeom prst="rect">
            <a:avLst/>
          </a:prstGeom>
          <a:solidFill>
            <a:srgbClr val="EEF5F8"/>
          </a:solidFill>
          <a:ln w="9525">
            <a:solidFill>
              <a:srgbClr val="146995"/>
            </a:solidFill>
          </a:ln>
        </p:spPr>
      </p:sp>
      <p:sp>
        <p:nvSpPr>
          <p:cNvPr id="39" name="box-38">
            <a:extLst>
              <a:ext uri="{FF2B5EF4-FFF2-40B4-BE49-F238E27FC236}">
                <a16:creationId xmlns:a16="http://schemas.microsoft.com/office/drawing/2014/main" id="{5880C0BA-99A5-43E0-AAA6-D0CF12517D6A}"/>
              </a:ext>
            </a:extLst>
          </p:cNvPr>
          <p:cNvSpPr>
            <a:spLocks noGrp="1"/>
          </p:cNvSpPr>
          <p:nvPr/>
        </p:nvSpPr>
        <p:spPr>
          <a:xfrm>
            <a:off x="68580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40" name="box-39">
            <a:extLst>
              <a:ext uri="{FF2B5EF4-FFF2-40B4-BE49-F238E27FC236}">
                <a16:creationId xmlns:a16="http://schemas.microsoft.com/office/drawing/2014/main" id="{8F6451A3-9779-40E2-937C-BB46534FF567}"/>
              </a:ext>
            </a:extLst>
          </p:cNvPr>
          <p:cNvSpPr>
            <a:spLocks noGrp="1"/>
          </p:cNvSpPr>
          <p:nvPr/>
        </p:nvSpPr>
        <p:spPr>
          <a:xfrm>
            <a:off x="7581900" y="4086225"/>
            <a:ext cx="723900" cy="723900"/>
          </a:xfrm>
          <a:prstGeom prst="rect">
            <a:avLst/>
          </a:prstGeom>
          <a:solidFill>
            <a:srgbClr val="EEF5F8"/>
          </a:solidFill>
          <a:ln w="9525">
            <a:solidFill>
              <a:srgbClr val="146995"/>
            </a:solidFill>
          </a:ln>
        </p:spPr>
      </p:sp>
      <p:sp>
        <p:nvSpPr>
          <p:cNvPr id="41" name="box-40">
            <a:extLst>
              <a:ext uri="{FF2B5EF4-FFF2-40B4-BE49-F238E27FC236}">
                <a16:creationId xmlns:a16="http://schemas.microsoft.com/office/drawing/2014/main" id="{7C153FD2-1B6C-42D4-9846-6A5C8141D73F}"/>
              </a:ext>
            </a:extLst>
          </p:cNvPr>
          <p:cNvSpPr>
            <a:spLocks noGrp="1"/>
          </p:cNvSpPr>
          <p:nvPr/>
        </p:nvSpPr>
        <p:spPr>
          <a:xfrm>
            <a:off x="75819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42" name="box-41">
            <a:extLst>
              <a:ext uri="{FF2B5EF4-FFF2-40B4-BE49-F238E27FC236}">
                <a16:creationId xmlns:a16="http://schemas.microsoft.com/office/drawing/2014/main" id="{64541E3D-6D4A-496C-9032-34E53033038E}"/>
              </a:ext>
            </a:extLst>
          </p:cNvPr>
          <p:cNvSpPr>
            <a:spLocks noGrp="1"/>
          </p:cNvSpPr>
          <p:nvPr/>
        </p:nvSpPr>
        <p:spPr>
          <a:xfrm>
            <a:off x="2514600" y="5181600"/>
            <a:ext cx="8572500" cy="476250"/>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4개 + 4개 = 8개를 한 번씩 처리</a:t>
            </a:r>
          </a:p>
        </p:txBody>
      </p:sp>
      <p:sp>
        <p:nvSpPr>
          <p:cNvPr id="43" name="box-42">
            <a:extLst>
              <a:ext uri="{FF2B5EF4-FFF2-40B4-BE49-F238E27FC236}">
                <a16:creationId xmlns:a16="http://schemas.microsoft.com/office/drawing/2014/main" id="{DC6A36EA-6A55-4317-905B-DF3427E1A9C4}"/>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병합 한 번의 작업량은 전체 길이에 비례합니다. 길이가 n이면 O(n)입니다.</a:t>
            </a:r>
          </a:p>
        </p:txBody>
      </p:sp>
    </p:spTree>
    <p:extLst>
      <p:ext uri="{BB962C8B-B14F-4D97-AF65-F5344CB8AC3E}">
        <p14:creationId xmlns:p14="http://schemas.microsoft.com/office/powerpoint/2010/main" val="3989973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C02EC869-D6E1-463F-B086-23D2F0DEBA4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9B0230E-912B-4CB9-AFE3-F7C643C1256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07A3A72-5FC4-4AF8-8CF7-78B23113CB1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한 번: 세 while문의 합은 선형 시간</a:t>
            </a:r>
          </a:p>
        </p:txBody>
      </p:sp>
      <p:sp>
        <p:nvSpPr>
          <p:cNvPr id="4" name="line-1">
            <a:extLst>
              <a:ext uri="{FF2B5EF4-FFF2-40B4-BE49-F238E27FC236}">
                <a16:creationId xmlns:a16="http://schemas.microsoft.com/office/drawing/2014/main" id="{9E92CA8F-BF34-4F37-B61E-0F4781681195}"/>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5A93BDD-C63A-49B5-9945-D5343614A6E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4BC2DF9-E6C4-461B-8810-87B277FB8CC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51</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5A9F6C66-94BE-4D07-A3C9-658B6876C964}"/>
              </a:ext>
            </a:extLst>
          </p:cNvPr>
          <p:cNvGraphicFramePr/>
          <p:nvPr/>
        </p:nvGraphicFramePr>
        <p:xfrm>
          <a:off x="609600" y="2028825"/>
          <a:ext cx="10972800" cy="2828925"/>
        </p:xfrm>
        <a:graphic>
          <a:graphicData uri="http://schemas.openxmlformats.org/drawingml/2006/table">
            <a:tbl>
              <a:tblPr/>
              <a:tblGrid>
                <a:gridCol w="3048000">
                  <a:extLst>
                    <a:ext uri="{9D8B030D-6E8A-4147-A177-3AD203B41FA5}">
                      <a16:colId xmlns:a16="http://schemas.microsoft.com/office/drawing/2014/main" val="20000"/>
                    </a:ext>
                  </a:extLst>
                </a:gridCol>
                <a:gridCol w="495300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707231">
                <a:tc>
                  <a:txBody>
                    <a:bodyPr/>
                    <a:lstStyle/>
                    <a:p>
                      <a:pPr algn="ctr"/>
                      <a:r>
                        <a:rPr sz="1875" b="1">
                          <a:solidFill>
                            <a:srgbClr val="FFFFFF"/>
                          </a:solidFill>
                          <a:latin typeface="Malgun Gothic"/>
                          <a:ea typeface="Malgun Gothic"/>
                          <a:cs typeface="Malgun Gothic"/>
                        </a:rPr>
                        <a:t>반복문</a:t>
                      </a:r>
                    </a:p>
                  </a:txBody>
                  <a:tcPr anchor="ctr">
                    <a:solidFill>
                      <a:srgbClr val="151515"/>
                    </a:solidFill>
                  </a:tcPr>
                </a:tc>
                <a:tc>
                  <a:txBody>
                    <a:bodyPr/>
                    <a:lstStyle/>
                    <a:p>
                      <a:pPr algn="ctr"/>
                      <a:r>
                        <a:rPr sz="1875" b="1">
                          <a:solidFill>
                            <a:srgbClr val="FFFFFF"/>
                          </a:solidFill>
                          <a:latin typeface="Malgun Gothic"/>
                          <a:ea typeface="Malgun Gothic"/>
                          <a:cs typeface="Malgun Gothic"/>
                        </a:rPr>
                        <a:t>하는 일</a:t>
                      </a:r>
                    </a:p>
                  </a:txBody>
                  <a:tcPr anchor="ctr">
                    <a:solidFill>
                      <a:srgbClr val="151515"/>
                    </a:solidFill>
                  </a:tcPr>
                </a:tc>
                <a:tc>
                  <a:txBody>
                    <a:bodyPr/>
                    <a:lstStyle/>
                    <a:p>
                      <a:pPr algn="ctr"/>
                      <a:r>
                        <a:rPr sz="1875" b="1">
                          <a:solidFill>
                            <a:srgbClr val="FFFFFF"/>
                          </a:solidFill>
                          <a:latin typeface="Malgun Gothic"/>
                          <a:ea typeface="Malgun Gothic"/>
                          <a:cs typeface="Malgun Gothic"/>
                        </a:rPr>
                        <a:t>진행하는 인덱스</a:t>
                      </a:r>
                    </a:p>
                  </a:txBody>
                  <a:tcPr anchor="ctr">
                    <a:solidFill>
                      <a:srgbClr val="151515"/>
                    </a:solidFill>
                  </a:tcPr>
                </a:tc>
                <a:extLst>
                  <a:ext uri="{0D108BD9-81ED-4DB2-BD59-A6C34878D82A}">
                    <a16:rowId xmlns:a16="http://schemas.microsoft.com/office/drawing/2014/main" val="10000"/>
                  </a:ext>
                </a:extLst>
              </a:tr>
              <a:tr h="707231">
                <a:tc>
                  <a:txBody>
                    <a:bodyPr/>
                    <a:lstStyle/>
                    <a:p>
                      <a:pPr algn="ctr"/>
                      <a:r>
                        <a:rPr sz="1875" b="0">
                          <a:solidFill>
                            <a:srgbClr val="151515"/>
                          </a:solidFill>
                          <a:latin typeface="Malgun Gothic"/>
                          <a:ea typeface="Malgun Gothic"/>
                          <a:cs typeface="Malgun Gothic"/>
                        </a:rPr>
                        <a:t>양쪽을 비교하는 while</a:t>
                      </a:r>
                    </a:p>
                  </a:txBody>
                  <a:tcPr anchor="ctr">
                    <a:solidFill>
                      <a:srgbClr val="FFFFFF"/>
                    </a:solidFill>
                  </a:tcPr>
                </a:tc>
                <a:tc>
                  <a:txBody>
                    <a:bodyPr/>
                    <a:lstStyle/>
                    <a:p>
                      <a:pPr algn="ctr"/>
                      <a:r>
                        <a:rPr sz="1875" b="0">
                          <a:solidFill>
                            <a:srgbClr val="151515"/>
                          </a:solidFill>
                          <a:latin typeface="Malgun Gothic"/>
                          <a:ea typeface="Malgun Gothic"/>
                          <a:cs typeface="Malgun Gothic"/>
                        </a:rPr>
                        <a:t>작은 값 하나를 결과에 넣음</a:t>
                      </a:r>
                    </a:p>
                  </a:txBody>
                  <a:tcPr anchor="ctr">
                    <a:solidFill>
                      <a:srgbClr val="FFFFFF"/>
                    </a:solidFill>
                  </a:tcPr>
                </a:tc>
                <a:tc>
                  <a:txBody>
                    <a:bodyPr/>
                    <a:lstStyle/>
                    <a:p>
                      <a:pPr algn="ctr"/>
                      <a:r>
                        <a:rPr sz="1875" b="0">
                          <a:solidFill>
                            <a:srgbClr val="151515"/>
                          </a:solidFill>
                          <a:latin typeface="Malgun Gothic"/>
                          <a:ea typeface="Malgun Gothic"/>
                          <a:cs typeface="Malgun Gothic"/>
                        </a:rPr>
                        <a:t>i 또는 j가 1 증가</a:t>
                      </a:r>
                    </a:p>
                  </a:txBody>
                  <a:tcPr anchor="ctr">
                    <a:solidFill>
                      <a:srgbClr val="FFFFFF"/>
                    </a:solidFill>
                  </a:tcPr>
                </a:tc>
                <a:extLst>
                  <a:ext uri="{0D108BD9-81ED-4DB2-BD59-A6C34878D82A}">
                    <a16:rowId xmlns:a16="http://schemas.microsoft.com/office/drawing/2014/main" val="10001"/>
                  </a:ext>
                </a:extLst>
              </a:tr>
              <a:tr h="707231">
                <a:tc>
                  <a:txBody>
                    <a:bodyPr/>
                    <a:lstStyle/>
                    <a:p>
                      <a:pPr algn="ctr"/>
                      <a:r>
                        <a:rPr sz="1875" b="0">
                          <a:solidFill>
                            <a:srgbClr val="151515"/>
                          </a:solidFill>
                          <a:latin typeface="Malgun Gothic"/>
                          <a:ea typeface="Malgun Gothic"/>
                          <a:cs typeface="Malgun Gothic"/>
                        </a:rPr>
                        <a:t>왼쪽이 남은 while</a:t>
                      </a:r>
                    </a:p>
                  </a:txBody>
                  <a:tcPr anchor="ctr">
                    <a:solidFill>
                      <a:srgbClr val="F1F4F6"/>
                    </a:solidFill>
                  </a:tcPr>
                </a:tc>
                <a:tc>
                  <a:txBody>
                    <a:bodyPr/>
                    <a:lstStyle/>
                    <a:p>
                      <a:pPr algn="ctr"/>
                      <a:r>
                        <a:rPr sz="1875" b="0">
                          <a:solidFill>
                            <a:srgbClr val="151515"/>
                          </a:solidFill>
                          <a:latin typeface="Malgun Gothic"/>
                          <a:ea typeface="Malgun Gothic"/>
                          <a:cs typeface="Malgun Gothic"/>
                        </a:rPr>
                        <a:t>남은 왼쪽 값을 순서대로 넣음</a:t>
                      </a:r>
                    </a:p>
                  </a:txBody>
                  <a:tcPr anchor="ctr">
                    <a:solidFill>
                      <a:srgbClr val="F1F4F6"/>
                    </a:solidFill>
                  </a:tcPr>
                </a:tc>
                <a:tc>
                  <a:txBody>
                    <a:bodyPr/>
                    <a:lstStyle/>
                    <a:p>
                      <a:pPr algn="ctr"/>
                      <a:r>
                        <a:rPr sz="1875" b="0">
                          <a:solidFill>
                            <a:srgbClr val="151515"/>
                          </a:solidFill>
                          <a:latin typeface="Malgun Gothic"/>
                          <a:ea typeface="Malgun Gothic"/>
                          <a:cs typeface="Malgun Gothic"/>
                        </a:rPr>
                        <a:t>i가 1 증가</a:t>
                      </a:r>
                    </a:p>
                  </a:txBody>
                  <a:tcPr anchor="ctr">
                    <a:solidFill>
                      <a:srgbClr val="F1F4F6"/>
                    </a:solidFill>
                  </a:tcPr>
                </a:tc>
                <a:extLst>
                  <a:ext uri="{0D108BD9-81ED-4DB2-BD59-A6C34878D82A}">
                    <a16:rowId xmlns:a16="http://schemas.microsoft.com/office/drawing/2014/main" val="10002"/>
                  </a:ext>
                </a:extLst>
              </a:tr>
              <a:tr h="707231">
                <a:tc>
                  <a:txBody>
                    <a:bodyPr/>
                    <a:lstStyle/>
                    <a:p>
                      <a:pPr algn="ctr"/>
                      <a:r>
                        <a:rPr sz="1875" b="0">
                          <a:solidFill>
                            <a:srgbClr val="151515"/>
                          </a:solidFill>
                          <a:latin typeface="Malgun Gothic"/>
                          <a:ea typeface="Malgun Gothic"/>
                          <a:cs typeface="Malgun Gothic"/>
                        </a:rPr>
                        <a:t>오른쪽이 남은 while</a:t>
                      </a:r>
                    </a:p>
                  </a:txBody>
                  <a:tcPr anchor="ctr">
                    <a:solidFill>
                      <a:srgbClr val="FFFFFF"/>
                    </a:solidFill>
                  </a:tcPr>
                </a:tc>
                <a:tc>
                  <a:txBody>
                    <a:bodyPr/>
                    <a:lstStyle/>
                    <a:p>
                      <a:pPr algn="ctr"/>
                      <a:r>
                        <a:rPr sz="1875" b="0">
                          <a:solidFill>
                            <a:srgbClr val="151515"/>
                          </a:solidFill>
                          <a:latin typeface="Malgun Gothic"/>
                          <a:ea typeface="Malgun Gothic"/>
                          <a:cs typeface="Malgun Gothic"/>
                        </a:rPr>
                        <a:t>남은 오른쪽 값을 순서대로 넣음</a:t>
                      </a:r>
                    </a:p>
                  </a:txBody>
                  <a:tcPr anchor="ctr">
                    <a:solidFill>
                      <a:srgbClr val="FFFFFF"/>
                    </a:solidFill>
                  </a:tcPr>
                </a:tc>
                <a:tc>
                  <a:txBody>
                    <a:bodyPr/>
                    <a:lstStyle/>
                    <a:p>
                      <a:pPr algn="ctr"/>
                      <a:r>
                        <a:rPr sz="1875" b="0">
                          <a:solidFill>
                            <a:srgbClr val="151515"/>
                          </a:solidFill>
                          <a:latin typeface="Malgun Gothic"/>
                          <a:ea typeface="Malgun Gothic"/>
                          <a:cs typeface="Malgun Gothic"/>
                        </a:rPr>
                        <a:t>j가 1 증가</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count">
            <a:extLst>
              <a:ext uri="{FF2B5EF4-FFF2-40B4-BE49-F238E27FC236}">
                <a16:creationId xmlns:a16="http://schemas.microsoft.com/office/drawing/2014/main" id="{5678D655-268C-4C71-931F-CF4FF853D51B}"/>
              </a:ext>
            </a:extLst>
          </p:cNvPr>
          <p:cNvSpPr>
            <a:spLocks noGrp="1"/>
          </p:cNvSpPr>
          <p:nvPr/>
        </p:nvSpPr>
        <p:spPr>
          <a:xfrm>
            <a:off x="609600" y="5257800"/>
            <a:ext cx="10972800" cy="476250"/>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세 반복문의 출력 횟수 합 = p + q = n</a:t>
            </a:r>
          </a:p>
        </p:txBody>
      </p:sp>
      <p:sp>
        <p:nvSpPr>
          <p:cNvPr id="9" name="caption">
            <a:extLst>
              <a:ext uri="{FF2B5EF4-FFF2-40B4-BE49-F238E27FC236}">
                <a16:creationId xmlns:a16="http://schemas.microsoft.com/office/drawing/2014/main" id="{BEA5C02B-0DF4-4489-BA4A-63150C98DD99}"/>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값 하나는 결과에 한 번만 들어갑니다. 병합 한 번의 시간은 O(n)입니다.</a:t>
            </a:r>
          </a:p>
        </p:txBody>
      </p:sp>
    </p:spTree>
    <p:extLst>
      <p:ext uri="{BB962C8B-B14F-4D97-AF65-F5344CB8AC3E}">
        <p14:creationId xmlns:p14="http://schemas.microsoft.com/office/powerpoint/2010/main" val="39291908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box-43">
            <a:extLst>
              <a:ext uri="{FF2B5EF4-FFF2-40B4-BE49-F238E27FC236}">
                <a16:creationId xmlns:a16="http://schemas.microsoft.com/office/drawing/2014/main" id="{839B20DB-301C-4106-A0DD-BD39BD591E3D}"/>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44">
            <a:extLst>
              <a:ext uri="{FF2B5EF4-FFF2-40B4-BE49-F238E27FC236}">
                <a16:creationId xmlns:a16="http://schemas.microsoft.com/office/drawing/2014/main" id="{4203D503-9C6E-4753-854C-8DA836D3A1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45">
            <a:extLst>
              <a:ext uri="{FF2B5EF4-FFF2-40B4-BE49-F238E27FC236}">
                <a16:creationId xmlns:a16="http://schemas.microsoft.com/office/drawing/2014/main" id="{893D6AD7-D891-450B-8CB2-C59D8C626D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병합: 한 층에서 다루는 값은 8개</a:t>
            </a:r>
          </a:p>
        </p:txBody>
      </p:sp>
      <p:sp>
        <p:nvSpPr>
          <p:cNvPr id="4" name="box-46">
            <a:extLst>
              <a:ext uri="{FF2B5EF4-FFF2-40B4-BE49-F238E27FC236}">
                <a16:creationId xmlns:a16="http://schemas.microsoft.com/office/drawing/2014/main" id="{59CD7320-BB25-45B5-A333-1AF627E0FB07}"/>
              </a:ext>
            </a:extLst>
          </p:cNvPr>
          <p:cNvSpPr>
            <a:spLocks noGrp="1"/>
          </p:cNvSpPr>
          <p:nvPr/>
        </p:nvSpPr>
        <p:spPr>
          <a:xfrm>
            <a:off x="609600" y="1381125"/>
            <a:ext cx="10972800" cy="9525"/>
          </a:xfrm>
          <a:prstGeom prst="rect">
            <a:avLst/>
          </a:prstGeom>
          <a:solidFill>
            <a:srgbClr val="151515"/>
          </a:solidFill>
          <a:ln w="0">
            <a:noFill/>
          </a:ln>
        </p:spPr>
      </p:sp>
      <p:sp>
        <p:nvSpPr>
          <p:cNvPr id="5" name="box-47">
            <a:extLst>
              <a:ext uri="{FF2B5EF4-FFF2-40B4-BE49-F238E27FC236}">
                <a16:creationId xmlns:a16="http://schemas.microsoft.com/office/drawing/2014/main" id="{05FBDAA1-5298-40F7-B03A-8B0ED79CF97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022246E-CD07-45A0-8344-90B8D8800FF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52</a:t>
            </a:r>
            <a:endParaRPr sz="1050" b="0">
              <a:solidFill>
                <a:srgbClr val="151515"/>
              </a:solidFill>
              <a:latin typeface="Consolas"/>
              <a:ea typeface="Consolas"/>
              <a:cs typeface="Consolas"/>
            </a:endParaRPr>
          </a:p>
        </p:txBody>
      </p:sp>
      <p:sp>
        <p:nvSpPr>
          <p:cNvPr id="7" name="box-49">
            <a:extLst>
              <a:ext uri="{FF2B5EF4-FFF2-40B4-BE49-F238E27FC236}">
                <a16:creationId xmlns:a16="http://schemas.microsoft.com/office/drawing/2014/main" id="{E2DF0183-DC1E-43A8-A4B4-28E823F50B01}"/>
              </a:ext>
            </a:extLst>
          </p:cNvPr>
          <p:cNvSpPr>
            <a:spLocks noGrp="1"/>
          </p:cNvSpPr>
          <p:nvPr/>
        </p:nvSpPr>
        <p:spPr>
          <a:xfrm>
            <a:off x="609600" y="222885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첫 병합 층</a:t>
            </a:r>
          </a:p>
        </p:txBody>
      </p:sp>
      <p:sp>
        <p:nvSpPr>
          <p:cNvPr id="8" name="box-50">
            <a:extLst>
              <a:ext uri="{FF2B5EF4-FFF2-40B4-BE49-F238E27FC236}">
                <a16:creationId xmlns:a16="http://schemas.microsoft.com/office/drawing/2014/main" id="{0A2173D8-D3DF-4E03-ABA2-0415BC27C1BF}"/>
              </a:ext>
            </a:extLst>
          </p:cNvPr>
          <p:cNvSpPr>
            <a:spLocks noGrp="1"/>
          </p:cNvSpPr>
          <p:nvPr/>
        </p:nvSpPr>
        <p:spPr>
          <a:xfrm>
            <a:off x="2333625" y="2095500"/>
            <a:ext cx="619125" cy="619125"/>
          </a:xfrm>
          <a:prstGeom prst="rect">
            <a:avLst/>
          </a:prstGeom>
          <a:solidFill>
            <a:srgbClr val="EEF5F8"/>
          </a:solidFill>
          <a:ln w="9525">
            <a:solidFill>
              <a:srgbClr val="146995"/>
            </a:solidFill>
          </a:ln>
        </p:spPr>
      </p:sp>
      <p:sp>
        <p:nvSpPr>
          <p:cNvPr id="9" name="box-51">
            <a:extLst>
              <a:ext uri="{FF2B5EF4-FFF2-40B4-BE49-F238E27FC236}">
                <a16:creationId xmlns:a16="http://schemas.microsoft.com/office/drawing/2014/main" id="{FC563748-209A-4A00-AF3F-80E5703F59A1}"/>
              </a:ext>
            </a:extLst>
          </p:cNvPr>
          <p:cNvSpPr>
            <a:spLocks noGrp="1"/>
          </p:cNvSpPr>
          <p:nvPr/>
        </p:nvSpPr>
        <p:spPr>
          <a:xfrm>
            <a:off x="23336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0" name="box-52">
            <a:extLst>
              <a:ext uri="{FF2B5EF4-FFF2-40B4-BE49-F238E27FC236}">
                <a16:creationId xmlns:a16="http://schemas.microsoft.com/office/drawing/2014/main" id="{7402E5F4-CBEB-4A09-8B9C-F84FDF9534AB}"/>
              </a:ext>
            </a:extLst>
          </p:cNvPr>
          <p:cNvSpPr>
            <a:spLocks noGrp="1"/>
          </p:cNvSpPr>
          <p:nvPr/>
        </p:nvSpPr>
        <p:spPr>
          <a:xfrm>
            <a:off x="2952750" y="2095500"/>
            <a:ext cx="619125" cy="619125"/>
          </a:xfrm>
          <a:prstGeom prst="rect">
            <a:avLst/>
          </a:prstGeom>
          <a:solidFill>
            <a:srgbClr val="EEF5F8"/>
          </a:solidFill>
          <a:ln w="9525">
            <a:solidFill>
              <a:srgbClr val="146995"/>
            </a:solidFill>
          </a:ln>
        </p:spPr>
      </p:sp>
      <p:sp>
        <p:nvSpPr>
          <p:cNvPr id="11" name="box-53">
            <a:extLst>
              <a:ext uri="{FF2B5EF4-FFF2-40B4-BE49-F238E27FC236}">
                <a16:creationId xmlns:a16="http://schemas.microsoft.com/office/drawing/2014/main" id="{3A77C85F-EE1C-431E-AF45-A3D9EEC03BF5}"/>
              </a:ext>
            </a:extLst>
          </p:cNvPr>
          <p:cNvSpPr>
            <a:spLocks noGrp="1"/>
          </p:cNvSpPr>
          <p:nvPr/>
        </p:nvSpPr>
        <p:spPr>
          <a:xfrm>
            <a:off x="29527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12" name="box-54">
            <a:extLst>
              <a:ext uri="{FF2B5EF4-FFF2-40B4-BE49-F238E27FC236}">
                <a16:creationId xmlns:a16="http://schemas.microsoft.com/office/drawing/2014/main" id="{CBC094E6-D25C-4D22-BA4C-13181698E8F7}"/>
              </a:ext>
            </a:extLst>
          </p:cNvPr>
          <p:cNvSpPr>
            <a:spLocks noGrp="1"/>
          </p:cNvSpPr>
          <p:nvPr/>
        </p:nvSpPr>
        <p:spPr>
          <a:xfrm>
            <a:off x="3762375" y="2095500"/>
            <a:ext cx="619125" cy="619125"/>
          </a:xfrm>
          <a:prstGeom prst="rect">
            <a:avLst/>
          </a:prstGeom>
          <a:solidFill>
            <a:srgbClr val="EEF5F8"/>
          </a:solidFill>
          <a:ln w="9525">
            <a:solidFill>
              <a:srgbClr val="146995"/>
            </a:solidFill>
          </a:ln>
        </p:spPr>
      </p:sp>
      <p:sp>
        <p:nvSpPr>
          <p:cNvPr id="13" name="box-55">
            <a:extLst>
              <a:ext uri="{FF2B5EF4-FFF2-40B4-BE49-F238E27FC236}">
                <a16:creationId xmlns:a16="http://schemas.microsoft.com/office/drawing/2014/main" id="{B119F46A-31EB-4DCC-972D-6DF5B667DB27}"/>
              </a:ext>
            </a:extLst>
          </p:cNvPr>
          <p:cNvSpPr>
            <a:spLocks noGrp="1"/>
          </p:cNvSpPr>
          <p:nvPr/>
        </p:nvSpPr>
        <p:spPr>
          <a:xfrm>
            <a:off x="37623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4" name="box-56">
            <a:extLst>
              <a:ext uri="{FF2B5EF4-FFF2-40B4-BE49-F238E27FC236}">
                <a16:creationId xmlns:a16="http://schemas.microsoft.com/office/drawing/2014/main" id="{2D24D1D3-3620-4D00-B533-5145DF001FF2}"/>
              </a:ext>
            </a:extLst>
          </p:cNvPr>
          <p:cNvSpPr>
            <a:spLocks noGrp="1"/>
          </p:cNvSpPr>
          <p:nvPr/>
        </p:nvSpPr>
        <p:spPr>
          <a:xfrm>
            <a:off x="4381500" y="2095500"/>
            <a:ext cx="619125" cy="619125"/>
          </a:xfrm>
          <a:prstGeom prst="rect">
            <a:avLst/>
          </a:prstGeom>
          <a:solidFill>
            <a:srgbClr val="EEF5F8"/>
          </a:solidFill>
          <a:ln w="9525">
            <a:solidFill>
              <a:srgbClr val="146995"/>
            </a:solidFill>
          </a:ln>
        </p:spPr>
      </p:sp>
      <p:sp>
        <p:nvSpPr>
          <p:cNvPr id="15" name="box-57">
            <a:extLst>
              <a:ext uri="{FF2B5EF4-FFF2-40B4-BE49-F238E27FC236}">
                <a16:creationId xmlns:a16="http://schemas.microsoft.com/office/drawing/2014/main" id="{7C16DFD7-4CDF-4C43-8B4E-7B06FE6F2A4D}"/>
              </a:ext>
            </a:extLst>
          </p:cNvPr>
          <p:cNvSpPr>
            <a:spLocks noGrp="1"/>
          </p:cNvSpPr>
          <p:nvPr/>
        </p:nvSpPr>
        <p:spPr>
          <a:xfrm>
            <a:off x="43815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16" name="box-58">
            <a:extLst>
              <a:ext uri="{FF2B5EF4-FFF2-40B4-BE49-F238E27FC236}">
                <a16:creationId xmlns:a16="http://schemas.microsoft.com/office/drawing/2014/main" id="{786EEDCB-2A0C-4DF6-ADE8-646AA2961714}"/>
              </a:ext>
            </a:extLst>
          </p:cNvPr>
          <p:cNvSpPr>
            <a:spLocks noGrp="1"/>
          </p:cNvSpPr>
          <p:nvPr/>
        </p:nvSpPr>
        <p:spPr>
          <a:xfrm>
            <a:off x="5191125" y="2095500"/>
            <a:ext cx="619125" cy="619125"/>
          </a:xfrm>
          <a:prstGeom prst="rect">
            <a:avLst/>
          </a:prstGeom>
          <a:solidFill>
            <a:srgbClr val="EEF5F8"/>
          </a:solidFill>
          <a:ln w="9525">
            <a:solidFill>
              <a:srgbClr val="146995"/>
            </a:solidFill>
          </a:ln>
        </p:spPr>
      </p:sp>
      <p:sp>
        <p:nvSpPr>
          <p:cNvPr id="17" name="box-59">
            <a:extLst>
              <a:ext uri="{FF2B5EF4-FFF2-40B4-BE49-F238E27FC236}">
                <a16:creationId xmlns:a16="http://schemas.microsoft.com/office/drawing/2014/main" id="{D300B742-DCB0-408F-A1E8-5D9EB69BAE42}"/>
              </a:ext>
            </a:extLst>
          </p:cNvPr>
          <p:cNvSpPr>
            <a:spLocks noGrp="1"/>
          </p:cNvSpPr>
          <p:nvPr/>
        </p:nvSpPr>
        <p:spPr>
          <a:xfrm>
            <a:off x="51911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18" name="box-60">
            <a:extLst>
              <a:ext uri="{FF2B5EF4-FFF2-40B4-BE49-F238E27FC236}">
                <a16:creationId xmlns:a16="http://schemas.microsoft.com/office/drawing/2014/main" id="{03385899-B228-4CEF-89A1-70196C788D65}"/>
              </a:ext>
            </a:extLst>
          </p:cNvPr>
          <p:cNvSpPr>
            <a:spLocks noGrp="1"/>
          </p:cNvSpPr>
          <p:nvPr/>
        </p:nvSpPr>
        <p:spPr>
          <a:xfrm>
            <a:off x="5810250" y="2095500"/>
            <a:ext cx="619125" cy="619125"/>
          </a:xfrm>
          <a:prstGeom prst="rect">
            <a:avLst/>
          </a:prstGeom>
          <a:solidFill>
            <a:srgbClr val="EEF5F8"/>
          </a:solidFill>
          <a:ln w="9525">
            <a:solidFill>
              <a:srgbClr val="146995"/>
            </a:solidFill>
          </a:ln>
        </p:spPr>
      </p:sp>
      <p:sp>
        <p:nvSpPr>
          <p:cNvPr id="19" name="box-61">
            <a:extLst>
              <a:ext uri="{FF2B5EF4-FFF2-40B4-BE49-F238E27FC236}">
                <a16:creationId xmlns:a16="http://schemas.microsoft.com/office/drawing/2014/main" id="{A41B3A20-53F0-4F65-906A-376FC25BE89B}"/>
              </a:ext>
            </a:extLst>
          </p:cNvPr>
          <p:cNvSpPr>
            <a:spLocks noGrp="1"/>
          </p:cNvSpPr>
          <p:nvPr/>
        </p:nvSpPr>
        <p:spPr>
          <a:xfrm>
            <a:off x="58102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20" name="box-62">
            <a:extLst>
              <a:ext uri="{FF2B5EF4-FFF2-40B4-BE49-F238E27FC236}">
                <a16:creationId xmlns:a16="http://schemas.microsoft.com/office/drawing/2014/main" id="{B940D15C-3A94-4060-A34F-DB78DA10C666}"/>
              </a:ext>
            </a:extLst>
          </p:cNvPr>
          <p:cNvSpPr>
            <a:spLocks noGrp="1"/>
          </p:cNvSpPr>
          <p:nvPr/>
        </p:nvSpPr>
        <p:spPr>
          <a:xfrm>
            <a:off x="6619875" y="2095500"/>
            <a:ext cx="619125" cy="619125"/>
          </a:xfrm>
          <a:prstGeom prst="rect">
            <a:avLst/>
          </a:prstGeom>
          <a:solidFill>
            <a:srgbClr val="EEF5F8"/>
          </a:solidFill>
          <a:ln w="9525">
            <a:solidFill>
              <a:srgbClr val="146995"/>
            </a:solidFill>
          </a:ln>
        </p:spPr>
      </p:sp>
      <p:sp>
        <p:nvSpPr>
          <p:cNvPr id="21" name="box-63">
            <a:extLst>
              <a:ext uri="{FF2B5EF4-FFF2-40B4-BE49-F238E27FC236}">
                <a16:creationId xmlns:a16="http://schemas.microsoft.com/office/drawing/2014/main" id="{B9F8F4E7-4005-42B8-8666-CE1B7EAF97BE}"/>
              </a:ext>
            </a:extLst>
          </p:cNvPr>
          <p:cNvSpPr>
            <a:spLocks noGrp="1"/>
          </p:cNvSpPr>
          <p:nvPr/>
        </p:nvSpPr>
        <p:spPr>
          <a:xfrm>
            <a:off x="66198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22" name="box-64">
            <a:extLst>
              <a:ext uri="{FF2B5EF4-FFF2-40B4-BE49-F238E27FC236}">
                <a16:creationId xmlns:a16="http://schemas.microsoft.com/office/drawing/2014/main" id="{5AFCC06C-91A0-445C-ADE0-8447EFF43C84}"/>
              </a:ext>
            </a:extLst>
          </p:cNvPr>
          <p:cNvSpPr>
            <a:spLocks noGrp="1"/>
          </p:cNvSpPr>
          <p:nvPr/>
        </p:nvSpPr>
        <p:spPr>
          <a:xfrm>
            <a:off x="7239000" y="2095500"/>
            <a:ext cx="619125" cy="619125"/>
          </a:xfrm>
          <a:prstGeom prst="rect">
            <a:avLst/>
          </a:prstGeom>
          <a:solidFill>
            <a:srgbClr val="EEF5F8"/>
          </a:solidFill>
          <a:ln w="9525">
            <a:solidFill>
              <a:srgbClr val="146995"/>
            </a:solidFill>
          </a:ln>
        </p:spPr>
      </p:sp>
      <p:sp>
        <p:nvSpPr>
          <p:cNvPr id="23" name="box-65">
            <a:extLst>
              <a:ext uri="{FF2B5EF4-FFF2-40B4-BE49-F238E27FC236}">
                <a16:creationId xmlns:a16="http://schemas.microsoft.com/office/drawing/2014/main" id="{B891549A-A7FF-416C-B6FD-6F162FE168F5}"/>
              </a:ext>
            </a:extLst>
          </p:cNvPr>
          <p:cNvSpPr>
            <a:spLocks noGrp="1"/>
          </p:cNvSpPr>
          <p:nvPr/>
        </p:nvSpPr>
        <p:spPr>
          <a:xfrm>
            <a:off x="72390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4" name="box-66">
            <a:extLst>
              <a:ext uri="{FF2B5EF4-FFF2-40B4-BE49-F238E27FC236}">
                <a16:creationId xmlns:a16="http://schemas.microsoft.com/office/drawing/2014/main" id="{B4B9D6F2-7535-401B-90D1-EAA46A752801}"/>
              </a:ext>
            </a:extLst>
          </p:cNvPr>
          <p:cNvSpPr>
            <a:spLocks noGrp="1"/>
          </p:cNvSpPr>
          <p:nvPr/>
        </p:nvSpPr>
        <p:spPr>
          <a:xfrm>
            <a:off x="9105900" y="222885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 × 4 = 8</a:t>
            </a:r>
          </a:p>
        </p:txBody>
      </p:sp>
      <p:sp>
        <p:nvSpPr>
          <p:cNvPr id="25" name="box-67">
            <a:extLst>
              <a:ext uri="{FF2B5EF4-FFF2-40B4-BE49-F238E27FC236}">
                <a16:creationId xmlns:a16="http://schemas.microsoft.com/office/drawing/2014/main" id="{97105441-E29F-4356-936A-7D050CA4697F}"/>
              </a:ext>
            </a:extLst>
          </p:cNvPr>
          <p:cNvSpPr>
            <a:spLocks noGrp="1"/>
          </p:cNvSpPr>
          <p:nvPr/>
        </p:nvSpPr>
        <p:spPr>
          <a:xfrm>
            <a:off x="609600" y="3362325"/>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두 번째 층</a:t>
            </a:r>
          </a:p>
        </p:txBody>
      </p:sp>
      <p:sp>
        <p:nvSpPr>
          <p:cNvPr id="26" name="box-68">
            <a:extLst>
              <a:ext uri="{FF2B5EF4-FFF2-40B4-BE49-F238E27FC236}">
                <a16:creationId xmlns:a16="http://schemas.microsoft.com/office/drawing/2014/main" id="{96421E04-47A5-4BE2-AE1B-7089F2B3225A}"/>
              </a:ext>
            </a:extLst>
          </p:cNvPr>
          <p:cNvSpPr>
            <a:spLocks noGrp="1"/>
          </p:cNvSpPr>
          <p:nvPr/>
        </p:nvSpPr>
        <p:spPr>
          <a:xfrm>
            <a:off x="2333625" y="3228975"/>
            <a:ext cx="619125" cy="619125"/>
          </a:xfrm>
          <a:prstGeom prst="rect">
            <a:avLst/>
          </a:prstGeom>
          <a:solidFill>
            <a:srgbClr val="EEF5F8"/>
          </a:solidFill>
          <a:ln w="9525">
            <a:solidFill>
              <a:srgbClr val="146995"/>
            </a:solidFill>
          </a:ln>
        </p:spPr>
      </p:sp>
      <p:sp>
        <p:nvSpPr>
          <p:cNvPr id="27" name="box-69">
            <a:extLst>
              <a:ext uri="{FF2B5EF4-FFF2-40B4-BE49-F238E27FC236}">
                <a16:creationId xmlns:a16="http://schemas.microsoft.com/office/drawing/2014/main" id="{BFF50D59-41A2-44F6-B040-1B45870410EA}"/>
              </a:ext>
            </a:extLst>
          </p:cNvPr>
          <p:cNvSpPr>
            <a:spLocks noGrp="1"/>
          </p:cNvSpPr>
          <p:nvPr/>
        </p:nvSpPr>
        <p:spPr>
          <a:xfrm>
            <a:off x="2333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28" name="box-70">
            <a:extLst>
              <a:ext uri="{FF2B5EF4-FFF2-40B4-BE49-F238E27FC236}">
                <a16:creationId xmlns:a16="http://schemas.microsoft.com/office/drawing/2014/main" id="{8F713331-D5BA-47B7-93D7-A89160619CA4}"/>
              </a:ext>
            </a:extLst>
          </p:cNvPr>
          <p:cNvSpPr>
            <a:spLocks noGrp="1"/>
          </p:cNvSpPr>
          <p:nvPr/>
        </p:nvSpPr>
        <p:spPr>
          <a:xfrm>
            <a:off x="2952750" y="3228975"/>
            <a:ext cx="619125" cy="619125"/>
          </a:xfrm>
          <a:prstGeom prst="rect">
            <a:avLst/>
          </a:prstGeom>
          <a:solidFill>
            <a:srgbClr val="EEF5F8"/>
          </a:solidFill>
          <a:ln w="9525">
            <a:solidFill>
              <a:srgbClr val="146995"/>
            </a:solidFill>
          </a:ln>
        </p:spPr>
      </p:sp>
      <p:sp>
        <p:nvSpPr>
          <p:cNvPr id="29" name="box-71">
            <a:extLst>
              <a:ext uri="{FF2B5EF4-FFF2-40B4-BE49-F238E27FC236}">
                <a16:creationId xmlns:a16="http://schemas.microsoft.com/office/drawing/2014/main" id="{5A262F9F-5BEF-45F8-A017-EC82D5B54DB5}"/>
              </a:ext>
            </a:extLst>
          </p:cNvPr>
          <p:cNvSpPr>
            <a:spLocks noGrp="1"/>
          </p:cNvSpPr>
          <p:nvPr/>
        </p:nvSpPr>
        <p:spPr>
          <a:xfrm>
            <a:off x="2952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30" name="box-72">
            <a:extLst>
              <a:ext uri="{FF2B5EF4-FFF2-40B4-BE49-F238E27FC236}">
                <a16:creationId xmlns:a16="http://schemas.microsoft.com/office/drawing/2014/main" id="{3ABFE142-4A37-4841-8781-853154683654}"/>
              </a:ext>
            </a:extLst>
          </p:cNvPr>
          <p:cNvSpPr>
            <a:spLocks noGrp="1"/>
          </p:cNvSpPr>
          <p:nvPr/>
        </p:nvSpPr>
        <p:spPr>
          <a:xfrm>
            <a:off x="3571875" y="3228975"/>
            <a:ext cx="619125" cy="619125"/>
          </a:xfrm>
          <a:prstGeom prst="rect">
            <a:avLst/>
          </a:prstGeom>
          <a:solidFill>
            <a:srgbClr val="EEF5F8"/>
          </a:solidFill>
          <a:ln w="9525">
            <a:solidFill>
              <a:srgbClr val="146995"/>
            </a:solidFill>
          </a:ln>
        </p:spPr>
      </p:sp>
      <p:sp>
        <p:nvSpPr>
          <p:cNvPr id="31" name="box-73">
            <a:extLst>
              <a:ext uri="{FF2B5EF4-FFF2-40B4-BE49-F238E27FC236}">
                <a16:creationId xmlns:a16="http://schemas.microsoft.com/office/drawing/2014/main" id="{7A96D4B8-6D34-419B-A6B3-542B1391E010}"/>
              </a:ext>
            </a:extLst>
          </p:cNvPr>
          <p:cNvSpPr>
            <a:spLocks noGrp="1"/>
          </p:cNvSpPr>
          <p:nvPr/>
        </p:nvSpPr>
        <p:spPr>
          <a:xfrm>
            <a:off x="3571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32" name="box-74">
            <a:extLst>
              <a:ext uri="{FF2B5EF4-FFF2-40B4-BE49-F238E27FC236}">
                <a16:creationId xmlns:a16="http://schemas.microsoft.com/office/drawing/2014/main" id="{0C41E5F4-7941-4D3D-86A5-331EFB166351}"/>
              </a:ext>
            </a:extLst>
          </p:cNvPr>
          <p:cNvSpPr>
            <a:spLocks noGrp="1"/>
          </p:cNvSpPr>
          <p:nvPr/>
        </p:nvSpPr>
        <p:spPr>
          <a:xfrm>
            <a:off x="4191000" y="3228975"/>
            <a:ext cx="619125" cy="619125"/>
          </a:xfrm>
          <a:prstGeom prst="rect">
            <a:avLst/>
          </a:prstGeom>
          <a:solidFill>
            <a:srgbClr val="EEF5F8"/>
          </a:solidFill>
          <a:ln w="9525">
            <a:solidFill>
              <a:srgbClr val="146995"/>
            </a:solidFill>
          </a:ln>
        </p:spPr>
      </p:sp>
      <p:sp>
        <p:nvSpPr>
          <p:cNvPr id="33" name="box-75">
            <a:extLst>
              <a:ext uri="{FF2B5EF4-FFF2-40B4-BE49-F238E27FC236}">
                <a16:creationId xmlns:a16="http://schemas.microsoft.com/office/drawing/2014/main" id="{7ED5E732-66A6-4557-A183-BAB3D181CC16}"/>
              </a:ext>
            </a:extLst>
          </p:cNvPr>
          <p:cNvSpPr>
            <a:spLocks noGrp="1"/>
          </p:cNvSpPr>
          <p:nvPr/>
        </p:nvSpPr>
        <p:spPr>
          <a:xfrm>
            <a:off x="4191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34" name="box-76">
            <a:extLst>
              <a:ext uri="{FF2B5EF4-FFF2-40B4-BE49-F238E27FC236}">
                <a16:creationId xmlns:a16="http://schemas.microsoft.com/office/drawing/2014/main" id="{64B086E7-69E2-4737-8FA0-E2088293D20E}"/>
              </a:ext>
            </a:extLst>
          </p:cNvPr>
          <p:cNvSpPr>
            <a:spLocks noGrp="1"/>
          </p:cNvSpPr>
          <p:nvPr/>
        </p:nvSpPr>
        <p:spPr>
          <a:xfrm>
            <a:off x="5000625" y="3228975"/>
            <a:ext cx="619125" cy="619125"/>
          </a:xfrm>
          <a:prstGeom prst="rect">
            <a:avLst/>
          </a:prstGeom>
          <a:solidFill>
            <a:srgbClr val="EEF5F8"/>
          </a:solidFill>
          <a:ln w="9525">
            <a:solidFill>
              <a:srgbClr val="146995"/>
            </a:solidFill>
          </a:ln>
        </p:spPr>
      </p:sp>
      <p:sp>
        <p:nvSpPr>
          <p:cNvPr id="35" name="box-77">
            <a:extLst>
              <a:ext uri="{FF2B5EF4-FFF2-40B4-BE49-F238E27FC236}">
                <a16:creationId xmlns:a16="http://schemas.microsoft.com/office/drawing/2014/main" id="{7B20FDB7-E161-4066-A046-D37D6BDB09C8}"/>
              </a:ext>
            </a:extLst>
          </p:cNvPr>
          <p:cNvSpPr>
            <a:spLocks noGrp="1"/>
          </p:cNvSpPr>
          <p:nvPr/>
        </p:nvSpPr>
        <p:spPr>
          <a:xfrm>
            <a:off x="5000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36" name="box-78">
            <a:extLst>
              <a:ext uri="{FF2B5EF4-FFF2-40B4-BE49-F238E27FC236}">
                <a16:creationId xmlns:a16="http://schemas.microsoft.com/office/drawing/2014/main" id="{11611267-C325-4E65-A868-115DF1AD10A4}"/>
              </a:ext>
            </a:extLst>
          </p:cNvPr>
          <p:cNvSpPr>
            <a:spLocks noGrp="1"/>
          </p:cNvSpPr>
          <p:nvPr/>
        </p:nvSpPr>
        <p:spPr>
          <a:xfrm>
            <a:off x="5619750" y="3228975"/>
            <a:ext cx="619125" cy="619125"/>
          </a:xfrm>
          <a:prstGeom prst="rect">
            <a:avLst/>
          </a:prstGeom>
          <a:solidFill>
            <a:srgbClr val="EEF5F8"/>
          </a:solidFill>
          <a:ln w="9525">
            <a:solidFill>
              <a:srgbClr val="146995"/>
            </a:solidFill>
          </a:ln>
        </p:spPr>
      </p:sp>
      <p:sp>
        <p:nvSpPr>
          <p:cNvPr id="37" name="box-79">
            <a:extLst>
              <a:ext uri="{FF2B5EF4-FFF2-40B4-BE49-F238E27FC236}">
                <a16:creationId xmlns:a16="http://schemas.microsoft.com/office/drawing/2014/main" id="{96D93E32-CDA9-4711-8D3B-D916B12E79C3}"/>
              </a:ext>
            </a:extLst>
          </p:cNvPr>
          <p:cNvSpPr>
            <a:spLocks noGrp="1"/>
          </p:cNvSpPr>
          <p:nvPr/>
        </p:nvSpPr>
        <p:spPr>
          <a:xfrm>
            <a:off x="5619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38" name="box-80">
            <a:extLst>
              <a:ext uri="{FF2B5EF4-FFF2-40B4-BE49-F238E27FC236}">
                <a16:creationId xmlns:a16="http://schemas.microsoft.com/office/drawing/2014/main" id="{AED43351-0B7D-4DEA-AD43-0A1608CF663C}"/>
              </a:ext>
            </a:extLst>
          </p:cNvPr>
          <p:cNvSpPr>
            <a:spLocks noGrp="1"/>
          </p:cNvSpPr>
          <p:nvPr/>
        </p:nvSpPr>
        <p:spPr>
          <a:xfrm>
            <a:off x="6238875" y="3228975"/>
            <a:ext cx="619125" cy="619125"/>
          </a:xfrm>
          <a:prstGeom prst="rect">
            <a:avLst/>
          </a:prstGeom>
          <a:solidFill>
            <a:srgbClr val="EEF5F8"/>
          </a:solidFill>
          <a:ln w="9525">
            <a:solidFill>
              <a:srgbClr val="146995"/>
            </a:solidFill>
          </a:ln>
        </p:spPr>
      </p:sp>
      <p:sp>
        <p:nvSpPr>
          <p:cNvPr id="39" name="box-81">
            <a:extLst>
              <a:ext uri="{FF2B5EF4-FFF2-40B4-BE49-F238E27FC236}">
                <a16:creationId xmlns:a16="http://schemas.microsoft.com/office/drawing/2014/main" id="{0E00F091-02EF-43AD-AC49-5CA0105A0D5E}"/>
              </a:ext>
            </a:extLst>
          </p:cNvPr>
          <p:cNvSpPr>
            <a:spLocks noGrp="1"/>
          </p:cNvSpPr>
          <p:nvPr/>
        </p:nvSpPr>
        <p:spPr>
          <a:xfrm>
            <a:off x="6238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40" name="box-82">
            <a:extLst>
              <a:ext uri="{FF2B5EF4-FFF2-40B4-BE49-F238E27FC236}">
                <a16:creationId xmlns:a16="http://schemas.microsoft.com/office/drawing/2014/main" id="{756ED884-556D-4335-BA73-1EA6140CCC7E}"/>
              </a:ext>
            </a:extLst>
          </p:cNvPr>
          <p:cNvSpPr>
            <a:spLocks noGrp="1"/>
          </p:cNvSpPr>
          <p:nvPr/>
        </p:nvSpPr>
        <p:spPr>
          <a:xfrm>
            <a:off x="6858000" y="3228975"/>
            <a:ext cx="619125" cy="619125"/>
          </a:xfrm>
          <a:prstGeom prst="rect">
            <a:avLst/>
          </a:prstGeom>
          <a:solidFill>
            <a:srgbClr val="EEF5F8"/>
          </a:solidFill>
          <a:ln w="9525">
            <a:solidFill>
              <a:srgbClr val="146995"/>
            </a:solidFill>
          </a:ln>
        </p:spPr>
      </p:sp>
      <p:sp>
        <p:nvSpPr>
          <p:cNvPr id="41" name="box-83">
            <a:extLst>
              <a:ext uri="{FF2B5EF4-FFF2-40B4-BE49-F238E27FC236}">
                <a16:creationId xmlns:a16="http://schemas.microsoft.com/office/drawing/2014/main" id="{A029EBFE-CE8E-49D7-A4DB-0416443F309A}"/>
              </a:ext>
            </a:extLst>
          </p:cNvPr>
          <p:cNvSpPr>
            <a:spLocks noGrp="1"/>
          </p:cNvSpPr>
          <p:nvPr/>
        </p:nvSpPr>
        <p:spPr>
          <a:xfrm>
            <a:off x="6858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42" name="box-84">
            <a:extLst>
              <a:ext uri="{FF2B5EF4-FFF2-40B4-BE49-F238E27FC236}">
                <a16:creationId xmlns:a16="http://schemas.microsoft.com/office/drawing/2014/main" id="{89537B3C-460F-4F17-8C76-9E9D250EA755}"/>
              </a:ext>
            </a:extLst>
          </p:cNvPr>
          <p:cNvSpPr>
            <a:spLocks noGrp="1"/>
          </p:cNvSpPr>
          <p:nvPr/>
        </p:nvSpPr>
        <p:spPr>
          <a:xfrm>
            <a:off x="9105900" y="3362325"/>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 × 2 = 8</a:t>
            </a:r>
          </a:p>
        </p:txBody>
      </p:sp>
      <p:sp>
        <p:nvSpPr>
          <p:cNvPr id="43" name="box-85">
            <a:extLst>
              <a:ext uri="{FF2B5EF4-FFF2-40B4-BE49-F238E27FC236}">
                <a16:creationId xmlns:a16="http://schemas.microsoft.com/office/drawing/2014/main" id="{B7BF8ABB-99F2-4637-942E-BC31EA10C453}"/>
              </a:ext>
            </a:extLst>
          </p:cNvPr>
          <p:cNvSpPr>
            <a:spLocks noGrp="1"/>
          </p:cNvSpPr>
          <p:nvPr/>
        </p:nvSpPr>
        <p:spPr>
          <a:xfrm>
            <a:off x="609600" y="449580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마지막 층</a:t>
            </a:r>
          </a:p>
        </p:txBody>
      </p:sp>
      <p:sp>
        <p:nvSpPr>
          <p:cNvPr id="44" name="box-86">
            <a:extLst>
              <a:ext uri="{FF2B5EF4-FFF2-40B4-BE49-F238E27FC236}">
                <a16:creationId xmlns:a16="http://schemas.microsoft.com/office/drawing/2014/main" id="{79A64302-A0D8-4E4F-9B73-DC05E19AFBD4}"/>
              </a:ext>
            </a:extLst>
          </p:cNvPr>
          <p:cNvSpPr>
            <a:spLocks noGrp="1"/>
          </p:cNvSpPr>
          <p:nvPr/>
        </p:nvSpPr>
        <p:spPr>
          <a:xfrm>
            <a:off x="2333625" y="4362450"/>
            <a:ext cx="619125" cy="619125"/>
          </a:xfrm>
          <a:prstGeom prst="rect">
            <a:avLst/>
          </a:prstGeom>
          <a:solidFill>
            <a:srgbClr val="EEF5F8"/>
          </a:solidFill>
          <a:ln w="9525">
            <a:solidFill>
              <a:srgbClr val="146995"/>
            </a:solidFill>
          </a:ln>
        </p:spPr>
      </p:sp>
      <p:sp>
        <p:nvSpPr>
          <p:cNvPr id="45" name="box-87">
            <a:extLst>
              <a:ext uri="{FF2B5EF4-FFF2-40B4-BE49-F238E27FC236}">
                <a16:creationId xmlns:a16="http://schemas.microsoft.com/office/drawing/2014/main" id="{FAC1E49C-D58E-40D7-964B-37697D73CA58}"/>
              </a:ext>
            </a:extLst>
          </p:cNvPr>
          <p:cNvSpPr>
            <a:spLocks noGrp="1"/>
          </p:cNvSpPr>
          <p:nvPr/>
        </p:nvSpPr>
        <p:spPr>
          <a:xfrm>
            <a:off x="23336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46" name="box-88">
            <a:extLst>
              <a:ext uri="{FF2B5EF4-FFF2-40B4-BE49-F238E27FC236}">
                <a16:creationId xmlns:a16="http://schemas.microsoft.com/office/drawing/2014/main" id="{E0237EFC-9482-4444-AA63-3C332026ED13}"/>
              </a:ext>
            </a:extLst>
          </p:cNvPr>
          <p:cNvSpPr>
            <a:spLocks noGrp="1"/>
          </p:cNvSpPr>
          <p:nvPr/>
        </p:nvSpPr>
        <p:spPr>
          <a:xfrm>
            <a:off x="2952750" y="4362450"/>
            <a:ext cx="619125" cy="619125"/>
          </a:xfrm>
          <a:prstGeom prst="rect">
            <a:avLst/>
          </a:prstGeom>
          <a:solidFill>
            <a:srgbClr val="EEF5F8"/>
          </a:solidFill>
          <a:ln w="9525">
            <a:solidFill>
              <a:srgbClr val="146995"/>
            </a:solidFill>
          </a:ln>
        </p:spPr>
      </p:sp>
      <p:sp>
        <p:nvSpPr>
          <p:cNvPr id="47" name="box-89">
            <a:extLst>
              <a:ext uri="{FF2B5EF4-FFF2-40B4-BE49-F238E27FC236}">
                <a16:creationId xmlns:a16="http://schemas.microsoft.com/office/drawing/2014/main" id="{B34E246C-BA67-4A60-9FD4-B71368301506}"/>
              </a:ext>
            </a:extLst>
          </p:cNvPr>
          <p:cNvSpPr>
            <a:spLocks noGrp="1"/>
          </p:cNvSpPr>
          <p:nvPr/>
        </p:nvSpPr>
        <p:spPr>
          <a:xfrm>
            <a:off x="29527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48" name="box-90">
            <a:extLst>
              <a:ext uri="{FF2B5EF4-FFF2-40B4-BE49-F238E27FC236}">
                <a16:creationId xmlns:a16="http://schemas.microsoft.com/office/drawing/2014/main" id="{B8A61D11-F62D-46D7-967E-31E028BC8B1C}"/>
              </a:ext>
            </a:extLst>
          </p:cNvPr>
          <p:cNvSpPr>
            <a:spLocks noGrp="1"/>
          </p:cNvSpPr>
          <p:nvPr/>
        </p:nvSpPr>
        <p:spPr>
          <a:xfrm>
            <a:off x="3571875" y="4362450"/>
            <a:ext cx="619125" cy="619125"/>
          </a:xfrm>
          <a:prstGeom prst="rect">
            <a:avLst/>
          </a:prstGeom>
          <a:solidFill>
            <a:srgbClr val="EEF5F8"/>
          </a:solidFill>
          <a:ln w="9525">
            <a:solidFill>
              <a:srgbClr val="146995"/>
            </a:solidFill>
          </a:ln>
        </p:spPr>
      </p:sp>
      <p:sp>
        <p:nvSpPr>
          <p:cNvPr id="49" name="box-91">
            <a:extLst>
              <a:ext uri="{FF2B5EF4-FFF2-40B4-BE49-F238E27FC236}">
                <a16:creationId xmlns:a16="http://schemas.microsoft.com/office/drawing/2014/main" id="{7AA58DE9-E21A-4DFB-98AE-1E3EAA893D4D}"/>
              </a:ext>
            </a:extLst>
          </p:cNvPr>
          <p:cNvSpPr>
            <a:spLocks noGrp="1"/>
          </p:cNvSpPr>
          <p:nvPr/>
        </p:nvSpPr>
        <p:spPr>
          <a:xfrm>
            <a:off x="35718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50" name="box-92">
            <a:extLst>
              <a:ext uri="{FF2B5EF4-FFF2-40B4-BE49-F238E27FC236}">
                <a16:creationId xmlns:a16="http://schemas.microsoft.com/office/drawing/2014/main" id="{8C6B4DCC-BA39-44FD-BF7B-39C80BC02DBB}"/>
              </a:ext>
            </a:extLst>
          </p:cNvPr>
          <p:cNvSpPr>
            <a:spLocks noGrp="1"/>
          </p:cNvSpPr>
          <p:nvPr/>
        </p:nvSpPr>
        <p:spPr>
          <a:xfrm>
            <a:off x="4191000" y="4362450"/>
            <a:ext cx="619125" cy="619125"/>
          </a:xfrm>
          <a:prstGeom prst="rect">
            <a:avLst/>
          </a:prstGeom>
          <a:solidFill>
            <a:srgbClr val="EEF5F8"/>
          </a:solidFill>
          <a:ln w="9525">
            <a:solidFill>
              <a:srgbClr val="146995"/>
            </a:solidFill>
          </a:ln>
        </p:spPr>
      </p:sp>
      <p:sp>
        <p:nvSpPr>
          <p:cNvPr id="51" name="box-93">
            <a:extLst>
              <a:ext uri="{FF2B5EF4-FFF2-40B4-BE49-F238E27FC236}">
                <a16:creationId xmlns:a16="http://schemas.microsoft.com/office/drawing/2014/main" id="{93A1AECD-DAC4-46AE-9BCD-FDEB10CB4D9B}"/>
              </a:ext>
            </a:extLst>
          </p:cNvPr>
          <p:cNvSpPr>
            <a:spLocks noGrp="1"/>
          </p:cNvSpPr>
          <p:nvPr/>
        </p:nvSpPr>
        <p:spPr>
          <a:xfrm>
            <a:off x="41910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52" name="box-94">
            <a:extLst>
              <a:ext uri="{FF2B5EF4-FFF2-40B4-BE49-F238E27FC236}">
                <a16:creationId xmlns:a16="http://schemas.microsoft.com/office/drawing/2014/main" id="{1A60CDCD-F7EC-4B6E-A274-08A535FB6777}"/>
              </a:ext>
            </a:extLst>
          </p:cNvPr>
          <p:cNvSpPr>
            <a:spLocks noGrp="1"/>
          </p:cNvSpPr>
          <p:nvPr/>
        </p:nvSpPr>
        <p:spPr>
          <a:xfrm>
            <a:off x="4810125" y="4362450"/>
            <a:ext cx="619125" cy="619125"/>
          </a:xfrm>
          <a:prstGeom prst="rect">
            <a:avLst/>
          </a:prstGeom>
          <a:solidFill>
            <a:srgbClr val="EEF5F8"/>
          </a:solidFill>
          <a:ln w="9525">
            <a:solidFill>
              <a:srgbClr val="146995"/>
            </a:solidFill>
          </a:ln>
        </p:spPr>
      </p:sp>
      <p:sp>
        <p:nvSpPr>
          <p:cNvPr id="53" name="box-95">
            <a:extLst>
              <a:ext uri="{FF2B5EF4-FFF2-40B4-BE49-F238E27FC236}">
                <a16:creationId xmlns:a16="http://schemas.microsoft.com/office/drawing/2014/main" id="{621D0552-4B60-498E-9414-D6D2B78FA02C}"/>
              </a:ext>
            </a:extLst>
          </p:cNvPr>
          <p:cNvSpPr>
            <a:spLocks noGrp="1"/>
          </p:cNvSpPr>
          <p:nvPr/>
        </p:nvSpPr>
        <p:spPr>
          <a:xfrm>
            <a:off x="48101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54" name="box-96">
            <a:extLst>
              <a:ext uri="{FF2B5EF4-FFF2-40B4-BE49-F238E27FC236}">
                <a16:creationId xmlns:a16="http://schemas.microsoft.com/office/drawing/2014/main" id="{D8A2330E-4B45-4132-9933-EA2A739CD44A}"/>
              </a:ext>
            </a:extLst>
          </p:cNvPr>
          <p:cNvSpPr>
            <a:spLocks noGrp="1"/>
          </p:cNvSpPr>
          <p:nvPr/>
        </p:nvSpPr>
        <p:spPr>
          <a:xfrm>
            <a:off x="5429250" y="4362450"/>
            <a:ext cx="619125" cy="619125"/>
          </a:xfrm>
          <a:prstGeom prst="rect">
            <a:avLst/>
          </a:prstGeom>
          <a:solidFill>
            <a:srgbClr val="EEF5F8"/>
          </a:solidFill>
          <a:ln w="9525">
            <a:solidFill>
              <a:srgbClr val="146995"/>
            </a:solidFill>
          </a:ln>
        </p:spPr>
      </p:sp>
      <p:sp>
        <p:nvSpPr>
          <p:cNvPr id="55" name="box-97">
            <a:extLst>
              <a:ext uri="{FF2B5EF4-FFF2-40B4-BE49-F238E27FC236}">
                <a16:creationId xmlns:a16="http://schemas.microsoft.com/office/drawing/2014/main" id="{5361C92D-6F5D-4F9C-B821-76D4E291CAC8}"/>
              </a:ext>
            </a:extLst>
          </p:cNvPr>
          <p:cNvSpPr>
            <a:spLocks noGrp="1"/>
          </p:cNvSpPr>
          <p:nvPr/>
        </p:nvSpPr>
        <p:spPr>
          <a:xfrm>
            <a:off x="54292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56" name="box-98">
            <a:extLst>
              <a:ext uri="{FF2B5EF4-FFF2-40B4-BE49-F238E27FC236}">
                <a16:creationId xmlns:a16="http://schemas.microsoft.com/office/drawing/2014/main" id="{4B4812B6-EFBA-4A7A-B30D-46526FCC289D}"/>
              </a:ext>
            </a:extLst>
          </p:cNvPr>
          <p:cNvSpPr>
            <a:spLocks noGrp="1"/>
          </p:cNvSpPr>
          <p:nvPr/>
        </p:nvSpPr>
        <p:spPr>
          <a:xfrm>
            <a:off x="6048375" y="4362450"/>
            <a:ext cx="619125" cy="619125"/>
          </a:xfrm>
          <a:prstGeom prst="rect">
            <a:avLst/>
          </a:prstGeom>
          <a:solidFill>
            <a:srgbClr val="EEF5F8"/>
          </a:solidFill>
          <a:ln w="9525">
            <a:solidFill>
              <a:srgbClr val="146995"/>
            </a:solidFill>
          </a:ln>
        </p:spPr>
      </p:sp>
      <p:sp>
        <p:nvSpPr>
          <p:cNvPr id="57" name="box-99">
            <a:extLst>
              <a:ext uri="{FF2B5EF4-FFF2-40B4-BE49-F238E27FC236}">
                <a16:creationId xmlns:a16="http://schemas.microsoft.com/office/drawing/2014/main" id="{2703414C-63DE-4177-B24B-4D5981840A5F}"/>
              </a:ext>
            </a:extLst>
          </p:cNvPr>
          <p:cNvSpPr>
            <a:spLocks noGrp="1"/>
          </p:cNvSpPr>
          <p:nvPr/>
        </p:nvSpPr>
        <p:spPr>
          <a:xfrm>
            <a:off x="60483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58" name="box-100">
            <a:extLst>
              <a:ext uri="{FF2B5EF4-FFF2-40B4-BE49-F238E27FC236}">
                <a16:creationId xmlns:a16="http://schemas.microsoft.com/office/drawing/2014/main" id="{3FFA9896-B48D-47AC-8120-DD4B1C737446}"/>
              </a:ext>
            </a:extLst>
          </p:cNvPr>
          <p:cNvSpPr>
            <a:spLocks noGrp="1"/>
          </p:cNvSpPr>
          <p:nvPr/>
        </p:nvSpPr>
        <p:spPr>
          <a:xfrm>
            <a:off x="6667500" y="4362450"/>
            <a:ext cx="619125" cy="619125"/>
          </a:xfrm>
          <a:prstGeom prst="rect">
            <a:avLst/>
          </a:prstGeom>
          <a:solidFill>
            <a:srgbClr val="EEF5F8"/>
          </a:solidFill>
          <a:ln w="9525">
            <a:solidFill>
              <a:srgbClr val="146995"/>
            </a:solidFill>
          </a:ln>
        </p:spPr>
      </p:sp>
      <p:sp>
        <p:nvSpPr>
          <p:cNvPr id="59" name="box-101">
            <a:extLst>
              <a:ext uri="{FF2B5EF4-FFF2-40B4-BE49-F238E27FC236}">
                <a16:creationId xmlns:a16="http://schemas.microsoft.com/office/drawing/2014/main" id="{C78BA347-D919-4C3D-9B39-1F92EF7D5D2A}"/>
              </a:ext>
            </a:extLst>
          </p:cNvPr>
          <p:cNvSpPr>
            <a:spLocks noGrp="1"/>
          </p:cNvSpPr>
          <p:nvPr/>
        </p:nvSpPr>
        <p:spPr>
          <a:xfrm>
            <a:off x="66675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60" name="box-102">
            <a:extLst>
              <a:ext uri="{FF2B5EF4-FFF2-40B4-BE49-F238E27FC236}">
                <a16:creationId xmlns:a16="http://schemas.microsoft.com/office/drawing/2014/main" id="{C3DF6E71-78D8-44E8-8AB4-D65043D4D2E1}"/>
              </a:ext>
            </a:extLst>
          </p:cNvPr>
          <p:cNvSpPr>
            <a:spLocks noGrp="1"/>
          </p:cNvSpPr>
          <p:nvPr/>
        </p:nvSpPr>
        <p:spPr>
          <a:xfrm>
            <a:off x="9105900" y="449580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 × 1 = 8</a:t>
            </a:r>
          </a:p>
        </p:txBody>
      </p:sp>
      <p:sp>
        <p:nvSpPr>
          <p:cNvPr id="61" name="box-103">
            <a:extLst>
              <a:ext uri="{FF2B5EF4-FFF2-40B4-BE49-F238E27FC236}">
                <a16:creationId xmlns:a16="http://schemas.microsoft.com/office/drawing/2014/main" id="{C6567830-B3B7-4F9F-B312-9DBBD6273824}"/>
              </a:ext>
            </a:extLst>
          </p:cNvPr>
          <p:cNvSpPr>
            <a:spLocks noGrp="1"/>
          </p:cNvSpPr>
          <p:nvPr/>
        </p:nvSpPr>
        <p:spPr>
          <a:xfrm>
            <a:off x="2333625" y="5353050"/>
            <a:ext cx="9048750" cy="457200"/>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8 + 8 + 8 = 24번</a:t>
            </a:r>
          </a:p>
        </p:txBody>
      </p:sp>
      <p:sp>
        <p:nvSpPr>
          <p:cNvPr id="62" name="box-104">
            <a:extLst>
              <a:ext uri="{FF2B5EF4-FFF2-40B4-BE49-F238E27FC236}">
                <a16:creationId xmlns:a16="http://schemas.microsoft.com/office/drawing/2014/main" id="{5AA6EC53-FA67-485D-9BFC-AC58457F5E37}"/>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각 값이 결과에 들어가는 횟수를 셉니다. 한 원소에서 바로 반환하는 비용은 별도로 있습니다.</a:t>
            </a:r>
          </a:p>
        </p:txBody>
      </p:sp>
    </p:spTree>
    <p:extLst>
      <p:ext uri="{BB962C8B-B14F-4D97-AF65-F5344CB8AC3E}">
        <p14:creationId xmlns:p14="http://schemas.microsoft.com/office/powerpoint/2010/main" val="11058578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box-105">
            <a:extLst>
              <a:ext uri="{FF2B5EF4-FFF2-40B4-BE49-F238E27FC236}">
                <a16:creationId xmlns:a16="http://schemas.microsoft.com/office/drawing/2014/main" id="{6461F685-A47B-4454-B831-FD1DF24CA36A}"/>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06">
            <a:extLst>
              <a:ext uri="{FF2B5EF4-FFF2-40B4-BE49-F238E27FC236}">
                <a16:creationId xmlns:a16="http://schemas.microsoft.com/office/drawing/2014/main" id="{1DD58FEC-6DA3-4369-8D3E-623F997904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07">
            <a:extLst>
              <a:ext uri="{FF2B5EF4-FFF2-40B4-BE49-F238E27FC236}">
                <a16:creationId xmlns:a16="http://schemas.microsoft.com/office/drawing/2014/main" id="{7B1A647D-B4A9-47B2-9D53-01C097666A9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log₂8 = 3: 반으로 나누는 횟수가 3번</a:t>
            </a:r>
          </a:p>
        </p:txBody>
      </p:sp>
      <p:sp>
        <p:nvSpPr>
          <p:cNvPr id="4" name="box-108">
            <a:extLst>
              <a:ext uri="{FF2B5EF4-FFF2-40B4-BE49-F238E27FC236}">
                <a16:creationId xmlns:a16="http://schemas.microsoft.com/office/drawing/2014/main" id="{D19A1DC0-DB88-497E-951B-8B907E59D0D5}"/>
              </a:ext>
            </a:extLst>
          </p:cNvPr>
          <p:cNvSpPr>
            <a:spLocks noGrp="1"/>
          </p:cNvSpPr>
          <p:nvPr/>
        </p:nvSpPr>
        <p:spPr>
          <a:xfrm>
            <a:off x="609600" y="1381125"/>
            <a:ext cx="10972800" cy="9525"/>
          </a:xfrm>
          <a:prstGeom prst="rect">
            <a:avLst/>
          </a:prstGeom>
          <a:solidFill>
            <a:srgbClr val="151515"/>
          </a:solidFill>
          <a:ln w="0">
            <a:noFill/>
          </a:ln>
        </p:spPr>
      </p:sp>
      <p:sp>
        <p:nvSpPr>
          <p:cNvPr id="5" name="box-109">
            <a:extLst>
              <a:ext uri="{FF2B5EF4-FFF2-40B4-BE49-F238E27FC236}">
                <a16:creationId xmlns:a16="http://schemas.microsoft.com/office/drawing/2014/main" id="{98A666AD-2802-40A6-9D3A-D9B4953FE6C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FE7908D-3FC4-4DF3-A4FE-AB3406B1AF6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53</a:t>
            </a:r>
            <a:endParaRPr sz="1050" b="0">
              <a:solidFill>
                <a:srgbClr val="151515"/>
              </a:solidFill>
              <a:latin typeface="Consolas"/>
              <a:ea typeface="Consolas"/>
              <a:cs typeface="Consolas"/>
            </a:endParaRPr>
          </a:p>
        </p:txBody>
      </p:sp>
      <p:sp>
        <p:nvSpPr>
          <p:cNvPr id="7" name="box-111">
            <a:extLst>
              <a:ext uri="{FF2B5EF4-FFF2-40B4-BE49-F238E27FC236}">
                <a16:creationId xmlns:a16="http://schemas.microsoft.com/office/drawing/2014/main" id="{181F9234-35FD-4950-B15A-C98DA0EB97BE}"/>
              </a:ext>
            </a:extLst>
          </p:cNvPr>
          <p:cNvSpPr>
            <a:spLocks noGrp="1"/>
          </p:cNvSpPr>
          <p:nvPr/>
        </p:nvSpPr>
        <p:spPr>
          <a:xfrm>
            <a:off x="990600" y="2209800"/>
            <a:ext cx="1695450" cy="895350"/>
          </a:xfrm>
          <a:prstGeom prst="rect">
            <a:avLst/>
          </a:prstGeom>
          <a:solidFill>
            <a:srgbClr val="EEF5F8"/>
          </a:solidFill>
          <a:ln w="9525">
            <a:solidFill>
              <a:srgbClr val="146995"/>
            </a:solidFill>
          </a:ln>
        </p:spPr>
      </p:sp>
      <p:sp>
        <p:nvSpPr>
          <p:cNvPr id="8" name="box-112">
            <a:extLst>
              <a:ext uri="{FF2B5EF4-FFF2-40B4-BE49-F238E27FC236}">
                <a16:creationId xmlns:a16="http://schemas.microsoft.com/office/drawing/2014/main" id="{9A8EC108-CB83-4DF0-BF05-5981762B4A54}"/>
              </a:ext>
            </a:extLst>
          </p:cNvPr>
          <p:cNvSpPr>
            <a:spLocks noGrp="1"/>
          </p:cNvSpPr>
          <p:nvPr/>
        </p:nvSpPr>
        <p:spPr>
          <a:xfrm>
            <a:off x="99060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8</a:t>
            </a:r>
          </a:p>
        </p:txBody>
      </p:sp>
      <p:sp>
        <p:nvSpPr>
          <p:cNvPr id="9" name="box-113">
            <a:extLst>
              <a:ext uri="{FF2B5EF4-FFF2-40B4-BE49-F238E27FC236}">
                <a16:creationId xmlns:a16="http://schemas.microsoft.com/office/drawing/2014/main" id="{CC2576B0-DE1F-4638-9073-BB4F69291BFB}"/>
              </a:ext>
            </a:extLst>
          </p:cNvPr>
          <p:cNvSpPr>
            <a:spLocks noGrp="1"/>
          </p:cNvSpPr>
          <p:nvPr/>
        </p:nvSpPr>
        <p:spPr>
          <a:xfrm>
            <a:off x="2771775" y="2419350"/>
            <a:ext cx="1047750" cy="400050"/>
          </a:xfrm>
          <a:prstGeom prst="rect">
            <a:avLst/>
          </a:prstGeom>
          <a:noFill/>
          <a:ln w="0">
            <a:noFill/>
          </a:ln>
        </p:spPr>
        <p:txBody>
          <a:bodyPr wrap="none" lIns="0" tIns="0" rIns="0" bIns="0" anchor="t">
            <a:noAutofit/>
          </a:bodyPr>
          <a:lstStyle>
            <a:defPPr algn="ctr">
              <a:defRPr sz="2175" b="0">
                <a:solidFill>
                  <a:srgbClr val="151515"/>
                </a:solidFill>
                <a:latin typeface="Malgun Gothic"/>
                <a:ea typeface="Malgun Gothic"/>
                <a:cs typeface="Malgun Gothic"/>
              </a:defRPr>
            </a:defPPr>
          </a:lstStyle>
          <a:p>
            <a:pPr algn="ctr">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 2</a:t>
            </a:r>
          </a:p>
        </p:txBody>
      </p:sp>
      <p:sp>
        <p:nvSpPr>
          <p:cNvPr id="10" name="box-114">
            <a:extLst>
              <a:ext uri="{FF2B5EF4-FFF2-40B4-BE49-F238E27FC236}">
                <a16:creationId xmlns:a16="http://schemas.microsoft.com/office/drawing/2014/main" id="{98A92415-45DD-4655-9328-D25C710A20F5}"/>
              </a:ext>
            </a:extLst>
          </p:cNvPr>
          <p:cNvSpPr>
            <a:spLocks noGrp="1"/>
          </p:cNvSpPr>
          <p:nvPr/>
        </p:nvSpPr>
        <p:spPr>
          <a:xfrm>
            <a:off x="2762250" y="3000375"/>
            <a:ext cx="1066800" cy="352425"/>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1번째</a:t>
            </a:r>
          </a:p>
        </p:txBody>
      </p:sp>
      <p:sp>
        <p:nvSpPr>
          <p:cNvPr id="11" name="box-115">
            <a:extLst>
              <a:ext uri="{FF2B5EF4-FFF2-40B4-BE49-F238E27FC236}">
                <a16:creationId xmlns:a16="http://schemas.microsoft.com/office/drawing/2014/main" id="{6A03BE26-D73B-4A48-8DAD-44ABCAA4DC64}"/>
              </a:ext>
            </a:extLst>
          </p:cNvPr>
          <p:cNvSpPr>
            <a:spLocks noGrp="1"/>
          </p:cNvSpPr>
          <p:nvPr/>
        </p:nvSpPr>
        <p:spPr>
          <a:xfrm>
            <a:off x="3829050" y="2209800"/>
            <a:ext cx="1695450" cy="895350"/>
          </a:xfrm>
          <a:prstGeom prst="rect">
            <a:avLst/>
          </a:prstGeom>
          <a:solidFill>
            <a:srgbClr val="EEF5F8"/>
          </a:solidFill>
          <a:ln w="9525">
            <a:solidFill>
              <a:srgbClr val="146995"/>
            </a:solidFill>
          </a:ln>
        </p:spPr>
      </p:sp>
      <p:sp>
        <p:nvSpPr>
          <p:cNvPr id="12" name="box-116">
            <a:extLst>
              <a:ext uri="{FF2B5EF4-FFF2-40B4-BE49-F238E27FC236}">
                <a16:creationId xmlns:a16="http://schemas.microsoft.com/office/drawing/2014/main" id="{5F08099C-9823-448F-94D8-3A22451C5E93}"/>
              </a:ext>
            </a:extLst>
          </p:cNvPr>
          <p:cNvSpPr>
            <a:spLocks noGrp="1"/>
          </p:cNvSpPr>
          <p:nvPr/>
        </p:nvSpPr>
        <p:spPr>
          <a:xfrm>
            <a:off x="382905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4</a:t>
            </a:r>
          </a:p>
        </p:txBody>
      </p:sp>
      <p:sp>
        <p:nvSpPr>
          <p:cNvPr id="13" name="box-117">
            <a:extLst>
              <a:ext uri="{FF2B5EF4-FFF2-40B4-BE49-F238E27FC236}">
                <a16:creationId xmlns:a16="http://schemas.microsoft.com/office/drawing/2014/main" id="{2BDE9583-EF9A-4544-8056-F0FD0EF95D79}"/>
              </a:ext>
            </a:extLst>
          </p:cNvPr>
          <p:cNvSpPr>
            <a:spLocks noGrp="1"/>
          </p:cNvSpPr>
          <p:nvPr/>
        </p:nvSpPr>
        <p:spPr>
          <a:xfrm>
            <a:off x="5610225" y="2419350"/>
            <a:ext cx="1047750" cy="400050"/>
          </a:xfrm>
          <a:prstGeom prst="rect">
            <a:avLst/>
          </a:prstGeom>
          <a:noFill/>
          <a:ln w="0">
            <a:noFill/>
          </a:ln>
        </p:spPr>
        <p:txBody>
          <a:bodyPr wrap="none" lIns="0" tIns="0" rIns="0" bIns="0" anchor="t">
            <a:noAutofit/>
          </a:bodyPr>
          <a:lstStyle>
            <a:defPPr algn="ctr">
              <a:defRPr sz="2175" b="0">
                <a:solidFill>
                  <a:srgbClr val="151515"/>
                </a:solidFill>
                <a:latin typeface="Malgun Gothic"/>
                <a:ea typeface="Malgun Gothic"/>
                <a:cs typeface="Malgun Gothic"/>
              </a:defRPr>
            </a:defPPr>
          </a:lstStyle>
          <a:p>
            <a:pPr algn="ctr">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 2</a:t>
            </a:r>
          </a:p>
        </p:txBody>
      </p:sp>
      <p:sp>
        <p:nvSpPr>
          <p:cNvPr id="14" name="box-118">
            <a:extLst>
              <a:ext uri="{FF2B5EF4-FFF2-40B4-BE49-F238E27FC236}">
                <a16:creationId xmlns:a16="http://schemas.microsoft.com/office/drawing/2014/main" id="{1B7E39D1-F521-4D2F-9749-EACFCC04C76E}"/>
              </a:ext>
            </a:extLst>
          </p:cNvPr>
          <p:cNvSpPr>
            <a:spLocks noGrp="1"/>
          </p:cNvSpPr>
          <p:nvPr/>
        </p:nvSpPr>
        <p:spPr>
          <a:xfrm>
            <a:off x="5600700" y="3000375"/>
            <a:ext cx="1066800" cy="352425"/>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2번째</a:t>
            </a:r>
          </a:p>
        </p:txBody>
      </p:sp>
      <p:sp>
        <p:nvSpPr>
          <p:cNvPr id="15" name="box-119">
            <a:extLst>
              <a:ext uri="{FF2B5EF4-FFF2-40B4-BE49-F238E27FC236}">
                <a16:creationId xmlns:a16="http://schemas.microsoft.com/office/drawing/2014/main" id="{BD9B5C00-75DF-4E34-BE06-5EE0B7E605A0}"/>
              </a:ext>
            </a:extLst>
          </p:cNvPr>
          <p:cNvSpPr>
            <a:spLocks noGrp="1"/>
          </p:cNvSpPr>
          <p:nvPr/>
        </p:nvSpPr>
        <p:spPr>
          <a:xfrm>
            <a:off x="6667500" y="2209800"/>
            <a:ext cx="1695450" cy="895350"/>
          </a:xfrm>
          <a:prstGeom prst="rect">
            <a:avLst/>
          </a:prstGeom>
          <a:solidFill>
            <a:srgbClr val="EEF5F8"/>
          </a:solidFill>
          <a:ln w="9525">
            <a:solidFill>
              <a:srgbClr val="146995"/>
            </a:solidFill>
          </a:ln>
        </p:spPr>
      </p:sp>
      <p:sp>
        <p:nvSpPr>
          <p:cNvPr id="16" name="box-120">
            <a:extLst>
              <a:ext uri="{FF2B5EF4-FFF2-40B4-BE49-F238E27FC236}">
                <a16:creationId xmlns:a16="http://schemas.microsoft.com/office/drawing/2014/main" id="{C4EDBD57-3A6A-47B5-A011-153EFE596733}"/>
              </a:ext>
            </a:extLst>
          </p:cNvPr>
          <p:cNvSpPr>
            <a:spLocks noGrp="1"/>
          </p:cNvSpPr>
          <p:nvPr/>
        </p:nvSpPr>
        <p:spPr>
          <a:xfrm>
            <a:off x="666750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2</a:t>
            </a:r>
          </a:p>
        </p:txBody>
      </p:sp>
      <p:sp>
        <p:nvSpPr>
          <p:cNvPr id="17" name="box-121">
            <a:extLst>
              <a:ext uri="{FF2B5EF4-FFF2-40B4-BE49-F238E27FC236}">
                <a16:creationId xmlns:a16="http://schemas.microsoft.com/office/drawing/2014/main" id="{ABDAA18E-D387-4CA9-B189-2C11908E3241}"/>
              </a:ext>
            </a:extLst>
          </p:cNvPr>
          <p:cNvSpPr>
            <a:spLocks noGrp="1"/>
          </p:cNvSpPr>
          <p:nvPr/>
        </p:nvSpPr>
        <p:spPr>
          <a:xfrm>
            <a:off x="8448675" y="2419350"/>
            <a:ext cx="1047750" cy="400050"/>
          </a:xfrm>
          <a:prstGeom prst="rect">
            <a:avLst/>
          </a:prstGeom>
          <a:noFill/>
          <a:ln w="0">
            <a:noFill/>
          </a:ln>
        </p:spPr>
        <p:txBody>
          <a:bodyPr wrap="none" lIns="0" tIns="0" rIns="0" bIns="0" anchor="t">
            <a:noAutofit/>
          </a:bodyPr>
          <a:lstStyle>
            <a:defPPr algn="ctr">
              <a:defRPr sz="2175" b="0">
                <a:solidFill>
                  <a:srgbClr val="151515"/>
                </a:solidFill>
                <a:latin typeface="Malgun Gothic"/>
                <a:ea typeface="Malgun Gothic"/>
                <a:cs typeface="Malgun Gothic"/>
              </a:defRPr>
            </a:defPPr>
          </a:lstStyle>
          <a:p>
            <a:pPr algn="ctr">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 2</a:t>
            </a:r>
          </a:p>
        </p:txBody>
      </p:sp>
      <p:sp>
        <p:nvSpPr>
          <p:cNvPr id="18" name="box-122">
            <a:extLst>
              <a:ext uri="{FF2B5EF4-FFF2-40B4-BE49-F238E27FC236}">
                <a16:creationId xmlns:a16="http://schemas.microsoft.com/office/drawing/2014/main" id="{0299931F-E828-4333-B2DA-EB99E626275B}"/>
              </a:ext>
            </a:extLst>
          </p:cNvPr>
          <p:cNvSpPr>
            <a:spLocks noGrp="1"/>
          </p:cNvSpPr>
          <p:nvPr/>
        </p:nvSpPr>
        <p:spPr>
          <a:xfrm>
            <a:off x="8439150" y="3000375"/>
            <a:ext cx="1066800" cy="352425"/>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3번째</a:t>
            </a:r>
          </a:p>
        </p:txBody>
      </p:sp>
      <p:sp>
        <p:nvSpPr>
          <p:cNvPr id="19" name="box-123">
            <a:extLst>
              <a:ext uri="{FF2B5EF4-FFF2-40B4-BE49-F238E27FC236}">
                <a16:creationId xmlns:a16="http://schemas.microsoft.com/office/drawing/2014/main" id="{E8EA0DA1-37E8-4DDD-86D5-3166FD68D0D2}"/>
              </a:ext>
            </a:extLst>
          </p:cNvPr>
          <p:cNvSpPr>
            <a:spLocks noGrp="1"/>
          </p:cNvSpPr>
          <p:nvPr/>
        </p:nvSpPr>
        <p:spPr>
          <a:xfrm>
            <a:off x="9505950" y="2209800"/>
            <a:ext cx="1695450" cy="895350"/>
          </a:xfrm>
          <a:prstGeom prst="rect">
            <a:avLst/>
          </a:prstGeom>
          <a:solidFill>
            <a:srgbClr val="EEF5F8"/>
          </a:solidFill>
          <a:ln w="9525">
            <a:solidFill>
              <a:srgbClr val="146995"/>
            </a:solidFill>
          </a:ln>
        </p:spPr>
      </p:sp>
      <p:sp>
        <p:nvSpPr>
          <p:cNvPr id="20" name="box-124">
            <a:extLst>
              <a:ext uri="{FF2B5EF4-FFF2-40B4-BE49-F238E27FC236}">
                <a16:creationId xmlns:a16="http://schemas.microsoft.com/office/drawing/2014/main" id="{9F36CCC5-D5EA-415C-B06A-42A29215603B}"/>
              </a:ext>
            </a:extLst>
          </p:cNvPr>
          <p:cNvSpPr>
            <a:spLocks noGrp="1"/>
          </p:cNvSpPr>
          <p:nvPr/>
        </p:nvSpPr>
        <p:spPr>
          <a:xfrm>
            <a:off x="950595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1</a:t>
            </a:r>
          </a:p>
        </p:txBody>
      </p:sp>
      <p:sp>
        <p:nvSpPr>
          <p:cNvPr id="21" name="box-125">
            <a:extLst>
              <a:ext uri="{FF2B5EF4-FFF2-40B4-BE49-F238E27FC236}">
                <a16:creationId xmlns:a16="http://schemas.microsoft.com/office/drawing/2014/main" id="{8B2EBDD5-861B-4343-AD9D-33A7AD7E7998}"/>
              </a:ext>
            </a:extLst>
          </p:cNvPr>
          <p:cNvSpPr>
            <a:spLocks noGrp="1"/>
          </p:cNvSpPr>
          <p:nvPr/>
        </p:nvSpPr>
        <p:spPr>
          <a:xfrm>
            <a:off x="990600" y="3876675"/>
            <a:ext cx="10382250" cy="457200"/>
          </a:xfrm>
          <a:prstGeom prst="rect">
            <a:avLst/>
          </a:prstGeom>
          <a:noFill/>
          <a:ln w="0">
            <a:noFill/>
          </a:ln>
        </p:spPr>
        <p:txBody>
          <a:bodyPr wrap="none" lIns="0" tIns="0" rIns="0" bIns="0" anchor="t">
            <a:noAutofit/>
          </a:bodyPr>
          <a:lstStyle>
            <a:defPPr algn="l">
              <a:defRPr sz="2550" b="1">
                <a:solidFill>
                  <a:srgbClr val="151515"/>
                </a:solidFill>
                <a:latin typeface="Malgun Gothic"/>
                <a:ea typeface="Malgun Gothic"/>
                <a:cs typeface="Malgun Gothic"/>
              </a:defRPr>
            </a:defPPr>
          </a:lstStyle>
          <a:p>
            <a:pPr algn="l">
              <a:lnSpc>
                <a:spcPct val="112000"/>
              </a:lnSpc>
              <a:buNone/>
              <a:defRPr sz="2550" b="1">
                <a:solidFill>
                  <a:srgbClr val="151515"/>
                </a:solidFill>
                <a:latin typeface="Malgun Gothic"/>
                <a:ea typeface="Malgun Gothic"/>
                <a:cs typeface="Malgun Gothic"/>
              </a:defRPr>
            </a:pPr>
            <a:r>
              <a:rPr sz="2550" b="1">
                <a:solidFill>
                  <a:srgbClr val="151515"/>
                </a:solidFill>
                <a:latin typeface="Malgun Gothic"/>
                <a:ea typeface="Malgun Gothic"/>
                <a:cs typeface="Malgun Gothic"/>
              </a:rPr>
              <a:t>8에서 1까지 줄이는 횟수: 3번</a:t>
            </a:r>
          </a:p>
        </p:txBody>
      </p:sp>
      <p:sp>
        <p:nvSpPr>
          <p:cNvPr id="22" name="box-126">
            <a:extLst>
              <a:ext uri="{FF2B5EF4-FFF2-40B4-BE49-F238E27FC236}">
                <a16:creationId xmlns:a16="http://schemas.microsoft.com/office/drawing/2014/main" id="{3584BD6B-448C-4D01-81AD-C2E3234571CE}"/>
              </a:ext>
            </a:extLst>
          </p:cNvPr>
          <p:cNvSpPr>
            <a:spLocks noGrp="1"/>
          </p:cNvSpPr>
          <p:nvPr/>
        </p:nvSpPr>
        <p:spPr>
          <a:xfrm>
            <a:off x="990600" y="4705350"/>
            <a:ext cx="10382250" cy="542925"/>
          </a:xfrm>
          <a:prstGeom prst="rect">
            <a:avLst/>
          </a:prstGeom>
          <a:noFill/>
          <a:ln w="0">
            <a:noFill/>
          </a:ln>
        </p:spPr>
        <p:txBody>
          <a:bodyPr wrap="none" lIns="0" tIns="0" rIns="0" bIns="0" anchor="t">
            <a:noAutofit/>
          </a:bodyPr>
          <a:lstStyle>
            <a:defPPr algn="l">
              <a:defRPr sz="3150" b="1">
                <a:solidFill>
                  <a:srgbClr val="146995"/>
                </a:solidFill>
                <a:latin typeface="Consolas"/>
                <a:ea typeface="Consolas"/>
                <a:cs typeface="Consolas"/>
              </a:defRPr>
            </a:defPPr>
          </a:lstStyle>
          <a:p>
            <a:pPr algn="l">
              <a:lnSpc>
                <a:spcPct val="112000"/>
              </a:lnSpc>
              <a:buNone/>
              <a:defRPr sz="3150" b="1">
                <a:solidFill>
                  <a:srgbClr val="146995"/>
                </a:solidFill>
                <a:latin typeface="Consolas"/>
                <a:ea typeface="Consolas"/>
                <a:cs typeface="Consolas"/>
              </a:defRPr>
            </a:pPr>
            <a:r>
              <a:rPr sz="3150" b="1">
                <a:solidFill>
                  <a:srgbClr val="146995"/>
                </a:solidFill>
                <a:latin typeface="Consolas"/>
                <a:ea typeface="Consolas"/>
                <a:cs typeface="Consolas"/>
              </a:rPr>
              <a:t>log₂8 = 3</a:t>
            </a:r>
          </a:p>
        </p:txBody>
      </p:sp>
      <p:sp>
        <p:nvSpPr>
          <p:cNvPr id="23" name="box-127">
            <a:extLst>
              <a:ext uri="{FF2B5EF4-FFF2-40B4-BE49-F238E27FC236}">
                <a16:creationId xmlns:a16="http://schemas.microsoft.com/office/drawing/2014/main" id="{0024D98B-3004-4E1F-A78A-783F06716589}"/>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log₂16 = 4, log₂32 = 5. 원소 수를 두 배로 늘리면 병합 층이 하나 늘어납니다.</a:t>
            </a:r>
          </a:p>
        </p:txBody>
      </p:sp>
    </p:spTree>
    <p:extLst>
      <p:ext uri="{BB962C8B-B14F-4D97-AF65-F5344CB8AC3E}">
        <p14:creationId xmlns:p14="http://schemas.microsoft.com/office/powerpoint/2010/main" val="14471212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box-128">
            <a:extLst>
              <a:ext uri="{FF2B5EF4-FFF2-40B4-BE49-F238E27FC236}">
                <a16:creationId xmlns:a16="http://schemas.microsoft.com/office/drawing/2014/main" id="{DFE993B7-74F2-479F-B86D-AACA48BDA14D}"/>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29">
            <a:extLst>
              <a:ext uri="{FF2B5EF4-FFF2-40B4-BE49-F238E27FC236}">
                <a16:creationId xmlns:a16="http://schemas.microsoft.com/office/drawing/2014/main" id="{FC205785-0657-4EAA-A14C-B6FFD7F849D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30">
            <a:extLst>
              <a:ext uri="{FF2B5EF4-FFF2-40B4-BE49-F238E27FC236}">
                <a16:creationId xmlns:a16="http://schemas.microsoft.com/office/drawing/2014/main" id="{710DD329-2EEF-41B7-9AD0-68EB31A4452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n log n: 한 층의 작업량에 층 수를 곱합니다</a:t>
            </a:r>
          </a:p>
        </p:txBody>
      </p:sp>
      <p:sp>
        <p:nvSpPr>
          <p:cNvPr id="4" name="box-131">
            <a:extLst>
              <a:ext uri="{FF2B5EF4-FFF2-40B4-BE49-F238E27FC236}">
                <a16:creationId xmlns:a16="http://schemas.microsoft.com/office/drawing/2014/main" id="{18AA861D-525B-4E17-9AAF-F3672383C4D0}"/>
              </a:ext>
            </a:extLst>
          </p:cNvPr>
          <p:cNvSpPr>
            <a:spLocks noGrp="1"/>
          </p:cNvSpPr>
          <p:nvPr/>
        </p:nvSpPr>
        <p:spPr>
          <a:xfrm>
            <a:off x="609600" y="1381125"/>
            <a:ext cx="10972800" cy="9525"/>
          </a:xfrm>
          <a:prstGeom prst="rect">
            <a:avLst/>
          </a:prstGeom>
          <a:solidFill>
            <a:srgbClr val="151515"/>
          </a:solidFill>
          <a:ln w="0">
            <a:noFill/>
          </a:ln>
        </p:spPr>
      </p:sp>
      <p:sp>
        <p:nvSpPr>
          <p:cNvPr id="5" name="box-132">
            <a:extLst>
              <a:ext uri="{FF2B5EF4-FFF2-40B4-BE49-F238E27FC236}">
                <a16:creationId xmlns:a16="http://schemas.microsoft.com/office/drawing/2014/main" id="{0A420F9C-660F-4F73-A200-FA9262E4C0A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267B88C-23D2-47CD-82B8-D617A8A0543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54</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73630401-E372-4DD0-AD0B-6BA17B2961E9}"/>
              </a:ext>
            </a:extLst>
          </p:cNvPr>
          <p:cNvGraphicFramePr/>
          <p:nvPr/>
        </p:nvGraphicFramePr>
        <p:xfrm>
          <a:off x="609600" y="2019300"/>
          <a:ext cx="10972800" cy="2686050"/>
        </p:xfrm>
        <a:graphic>
          <a:graphicData uri="http://schemas.openxmlformats.org/drawingml/2006/table">
            <a:tbl>
              <a:tblPr/>
              <a:tblGrid>
                <a:gridCol w="323850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4591050">
                  <a:extLst>
                    <a:ext uri="{9D8B030D-6E8A-4147-A177-3AD203B41FA5}">
                      <a16:colId xmlns:a16="http://schemas.microsoft.com/office/drawing/2014/main" val="20002"/>
                    </a:ext>
                  </a:extLst>
                </a:gridCol>
              </a:tblGrid>
              <a:tr h="671513">
                <a:tc>
                  <a:txBody>
                    <a:bodyPr/>
                    <a:lstStyle/>
                    <a:p>
                      <a:pPr algn="ctr"/>
                      <a:r>
                        <a:rPr sz="2175" b="1">
                          <a:solidFill>
                            <a:srgbClr val="FFFFFF"/>
                          </a:solidFill>
                          <a:latin typeface="Malgun Gothic"/>
                          <a:ea typeface="Malgun Gothic"/>
                          <a:cs typeface="Malgun Gothic"/>
                        </a:rPr>
                        <a:t>원소 수</a:t>
                      </a:r>
                    </a:p>
                  </a:txBody>
                  <a:tcPr anchor="ctr">
                    <a:solidFill>
                      <a:srgbClr val="151515"/>
                    </a:solidFill>
                  </a:tcPr>
                </a:tc>
                <a:tc>
                  <a:txBody>
                    <a:bodyPr/>
                    <a:lstStyle/>
                    <a:p>
                      <a:pPr algn="ctr"/>
                      <a:r>
                        <a:rPr sz="2175" b="1">
                          <a:solidFill>
                            <a:srgbClr val="FFFFFF"/>
                          </a:solidFill>
                          <a:latin typeface="Malgun Gothic"/>
                          <a:ea typeface="Malgun Gothic"/>
                          <a:cs typeface="Malgun Gothic"/>
                        </a:rPr>
                        <a:t>병합 층 수</a:t>
                      </a:r>
                    </a:p>
                  </a:txBody>
                  <a:tcPr anchor="ctr">
                    <a:solidFill>
                      <a:srgbClr val="151515"/>
                    </a:solidFill>
                  </a:tcPr>
                </a:tc>
                <a:tc>
                  <a:txBody>
                    <a:bodyPr/>
                    <a:lstStyle/>
                    <a:p>
                      <a:pPr algn="ctr"/>
                      <a:r>
                        <a:rPr sz="2175" b="1">
                          <a:solidFill>
                            <a:srgbClr val="FFFFFF"/>
                          </a:solidFill>
                          <a:latin typeface="Malgun Gothic"/>
                          <a:ea typeface="Malgun Gothic"/>
                          <a:cs typeface="Malgun Gothic"/>
                        </a:rPr>
                        <a:t>결과에 넣는 횟수</a:t>
                      </a:r>
                    </a:p>
                  </a:txBody>
                  <a:tcPr anchor="ctr">
                    <a:solidFill>
                      <a:srgbClr val="151515"/>
                    </a:solidFill>
                  </a:tcPr>
                </a:tc>
                <a:extLst>
                  <a:ext uri="{0D108BD9-81ED-4DB2-BD59-A6C34878D82A}">
                    <a16:rowId xmlns:a16="http://schemas.microsoft.com/office/drawing/2014/main" val="10000"/>
                  </a:ext>
                </a:extLst>
              </a:tr>
              <a:tr h="671513">
                <a:tc>
                  <a:txBody>
                    <a:bodyPr/>
                    <a:lstStyle/>
                    <a:p>
                      <a:pPr algn="ctr"/>
                      <a:r>
                        <a:rPr sz="2175" b="0">
                          <a:solidFill>
                            <a:srgbClr val="151515"/>
                          </a:solidFill>
                          <a:latin typeface="Malgun Gothic"/>
                          <a:ea typeface="Malgun Gothic"/>
                          <a:cs typeface="Malgun Gothic"/>
                        </a:rPr>
                        <a:t>8개</a:t>
                      </a:r>
                    </a:p>
                  </a:txBody>
                  <a:tcPr anchor="ctr">
                    <a:solidFill>
                      <a:srgbClr val="FFFFFF"/>
                    </a:solidFill>
                  </a:tcPr>
                </a:tc>
                <a:tc>
                  <a:txBody>
                    <a:bodyPr/>
                    <a:lstStyle/>
                    <a:p>
                      <a:pPr algn="ctr"/>
                      <a:r>
                        <a:rPr sz="2175" b="0">
                          <a:solidFill>
                            <a:srgbClr val="151515"/>
                          </a:solidFill>
                          <a:latin typeface="Malgun Gothic"/>
                          <a:ea typeface="Malgun Gothic"/>
                          <a:cs typeface="Malgun Gothic"/>
                        </a:rPr>
                        <a:t>3층</a:t>
                      </a:r>
                    </a:p>
                  </a:txBody>
                  <a:tcPr anchor="ctr">
                    <a:solidFill>
                      <a:srgbClr val="FFFFFF"/>
                    </a:solidFill>
                  </a:tcPr>
                </a:tc>
                <a:tc>
                  <a:txBody>
                    <a:bodyPr/>
                    <a:lstStyle/>
                    <a:p>
                      <a:pPr algn="ctr"/>
                      <a:r>
                        <a:rPr sz="2175" b="0">
                          <a:solidFill>
                            <a:srgbClr val="151515"/>
                          </a:solidFill>
                          <a:latin typeface="Malgun Gothic"/>
                          <a:ea typeface="Malgun Gothic"/>
                          <a:cs typeface="Malgun Gothic"/>
                        </a:rPr>
                        <a:t>8 × 3 = 24</a:t>
                      </a:r>
                    </a:p>
                  </a:txBody>
                  <a:tcPr anchor="ctr">
                    <a:solidFill>
                      <a:srgbClr val="FFFFFF"/>
                    </a:solidFill>
                  </a:tcPr>
                </a:tc>
                <a:extLst>
                  <a:ext uri="{0D108BD9-81ED-4DB2-BD59-A6C34878D82A}">
                    <a16:rowId xmlns:a16="http://schemas.microsoft.com/office/drawing/2014/main" val="10001"/>
                  </a:ext>
                </a:extLst>
              </a:tr>
              <a:tr h="671513">
                <a:tc>
                  <a:txBody>
                    <a:bodyPr/>
                    <a:lstStyle/>
                    <a:p>
                      <a:pPr algn="ctr"/>
                      <a:r>
                        <a:rPr sz="2175" b="0">
                          <a:solidFill>
                            <a:srgbClr val="151515"/>
                          </a:solidFill>
                          <a:latin typeface="Malgun Gothic"/>
                          <a:ea typeface="Malgun Gothic"/>
                          <a:cs typeface="Malgun Gothic"/>
                        </a:rPr>
                        <a:t>16개</a:t>
                      </a:r>
                    </a:p>
                  </a:txBody>
                  <a:tcPr anchor="ctr">
                    <a:solidFill>
                      <a:srgbClr val="F1F4F6"/>
                    </a:solidFill>
                  </a:tcPr>
                </a:tc>
                <a:tc>
                  <a:txBody>
                    <a:bodyPr/>
                    <a:lstStyle/>
                    <a:p>
                      <a:pPr algn="ctr"/>
                      <a:r>
                        <a:rPr sz="2175" b="0">
                          <a:solidFill>
                            <a:srgbClr val="151515"/>
                          </a:solidFill>
                          <a:latin typeface="Malgun Gothic"/>
                          <a:ea typeface="Malgun Gothic"/>
                          <a:cs typeface="Malgun Gothic"/>
                        </a:rPr>
                        <a:t>4층</a:t>
                      </a:r>
                    </a:p>
                  </a:txBody>
                  <a:tcPr anchor="ctr">
                    <a:solidFill>
                      <a:srgbClr val="F1F4F6"/>
                    </a:solidFill>
                  </a:tcPr>
                </a:tc>
                <a:tc>
                  <a:txBody>
                    <a:bodyPr/>
                    <a:lstStyle/>
                    <a:p>
                      <a:pPr algn="ctr"/>
                      <a:r>
                        <a:rPr sz="2175" b="0">
                          <a:solidFill>
                            <a:srgbClr val="151515"/>
                          </a:solidFill>
                          <a:latin typeface="Malgun Gothic"/>
                          <a:ea typeface="Malgun Gothic"/>
                          <a:cs typeface="Malgun Gothic"/>
                        </a:rPr>
                        <a:t>16 × 4 = 64</a:t>
                      </a:r>
                    </a:p>
                  </a:txBody>
                  <a:tcPr anchor="ctr">
                    <a:solidFill>
                      <a:srgbClr val="F1F4F6"/>
                    </a:solidFill>
                  </a:tcPr>
                </a:tc>
                <a:extLst>
                  <a:ext uri="{0D108BD9-81ED-4DB2-BD59-A6C34878D82A}">
                    <a16:rowId xmlns:a16="http://schemas.microsoft.com/office/drawing/2014/main" val="10002"/>
                  </a:ext>
                </a:extLst>
              </a:tr>
              <a:tr h="671513">
                <a:tc>
                  <a:txBody>
                    <a:bodyPr/>
                    <a:lstStyle/>
                    <a:p>
                      <a:pPr algn="ctr"/>
                      <a:r>
                        <a:rPr sz="2175" b="0">
                          <a:solidFill>
                            <a:srgbClr val="151515"/>
                          </a:solidFill>
                          <a:latin typeface="Malgun Gothic"/>
                          <a:ea typeface="Malgun Gothic"/>
                          <a:cs typeface="Malgun Gothic"/>
                        </a:rPr>
                        <a:t>32개</a:t>
                      </a:r>
                    </a:p>
                  </a:txBody>
                  <a:tcPr anchor="ctr">
                    <a:solidFill>
                      <a:srgbClr val="FFFFFF"/>
                    </a:solidFill>
                  </a:tcPr>
                </a:tc>
                <a:tc>
                  <a:txBody>
                    <a:bodyPr/>
                    <a:lstStyle/>
                    <a:p>
                      <a:pPr algn="ctr"/>
                      <a:r>
                        <a:rPr sz="2175" b="0">
                          <a:solidFill>
                            <a:srgbClr val="151515"/>
                          </a:solidFill>
                          <a:latin typeface="Malgun Gothic"/>
                          <a:ea typeface="Malgun Gothic"/>
                          <a:cs typeface="Malgun Gothic"/>
                        </a:rPr>
                        <a:t>5층</a:t>
                      </a:r>
                    </a:p>
                  </a:txBody>
                  <a:tcPr anchor="ctr">
                    <a:solidFill>
                      <a:srgbClr val="FFFFFF"/>
                    </a:solidFill>
                  </a:tcPr>
                </a:tc>
                <a:tc>
                  <a:txBody>
                    <a:bodyPr/>
                    <a:lstStyle/>
                    <a:p>
                      <a:pPr algn="ctr"/>
                      <a:r>
                        <a:rPr sz="2175" b="0">
                          <a:solidFill>
                            <a:srgbClr val="151515"/>
                          </a:solidFill>
                          <a:latin typeface="Malgun Gothic"/>
                          <a:ea typeface="Malgun Gothic"/>
                          <a:cs typeface="Malgun Gothic"/>
                        </a:rPr>
                        <a:t>32 × 5 = 160</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box-135">
            <a:extLst>
              <a:ext uri="{FF2B5EF4-FFF2-40B4-BE49-F238E27FC236}">
                <a16:creationId xmlns:a16="http://schemas.microsoft.com/office/drawing/2014/main" id="{BC24A05A-3F08-4CD5-8790-D13CA5ECDF48}"/>
              </a:ext>
            </a:extLst>
          </p:cNvPr>
          <p:cNvSpPr>
            <a:spLocks noGrp="1"/>
          </p:cNvSpPr>
          <p:nvPr/>
        </p:nvSpPr>
        <p:spPr>
          <a:xfrm>
            <a:off x="609600" y="5067300"/>
            <a:ext cx="10972800" cy="476250"/>
          </a:xfrm>
          <a:prstGeom prst="rect">
            <a:avLst/>
          </a:prstGeom>
          <a:noFill/>
          <a:ln w="0">
            <a:noFill/>
          </a:ln>
        </p:spPr>
        <p:txBody>
          <a:bodyPr wrap="none" lIns="0" tIns="0" rIns="0" bIns="0" anchor="t">
            <a:noAutofit/>
          </a:bodyPr>
          <a:lstStyle>
            <a:defPPr algn="l">
              <a:defRPr sz="2700" b="1">
                <a:solidFill>
                  <a:srgbClr val="146995"/>
                </a:solidFill>
                <a:latin typeface="Malgun Gothic"/>
                <a:ea typeface="Malgun Gothic"/>
                <a:cs typeface="Malgun Gothic"/>
              </a:defRPr>
            </a:defPPr>
          </a:lstStyle>
          <a:p>
            <a:pPr algn="l">
              <a:lnSpc>
                <a:spcPct val="112000"/>
              </a:lnSpc>
              <a:buNone/>
              <a:defRPr sz="2700" b="1">
                <a:solidFill>
                  <a:srgbClr val="146995"/>
                </a:solidFill>
                <a:latin typeface="Malgun Gothic"/>
                <a:ea typeface="Malgun Gothic"/>
                <a:cs typeface="Malgun Gothic"/>
              </a:defRPr>
            </a:pPr>
            <a:r>
              <a:rPr sz="2700" b="1">
                <a:solidFill>
                  <a:srgbClr val="146995"/>
                </a:solidFill>
                <a:latin typeface="Malgun Gothic"/>
                <a:ea typeface="Malgun Gothic"/>
                <a:cs typeface="Malgun Gothic"/>
              </a:rPr>
              <a:t>원소 수 n × 층 수 log₂n</a:t>
            </a:r>
          </a:p>
        </p:txBody>
      </p:sp>
      <p:sp>
        <p:nvSpPr>
          <p:cNvPr id="9" name="box-136">
            <a:extLst>
              <a:ext uri="{FF2B5EF4-FFF2-40B4-BE49-F238E27FC236}">
                <a16:creationId xmlns:a16="http://schemas.microsoft.com/office/drawing/2014/main" id="{EC31BD26-6CCD-456C-977D-55B46F320E85}"/>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병합 정렬의 전체 시간은 O(n log n). O는 입력이 커질 때 작업량이 늘어나는 정도를 나타냅니다.</a:t>
            </a:r>
          </a:p>
        </p:txBody>
      </p:sp>
    </p:spTree>
    <p:extLst>
      <p:ext uri="{BB962C8B-B14F-4D97-AF65-F5344CB8AC3E}">
        <p14:creationId xmlns:p14="http://schemas.microsoft.com/office/powerpoint/2010/main" val="36889385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box-137">
            <a:extLst>
              <a:ext uri="{FF2B5EF4-FFF2-40B4-BE49-F238E27FC236}">
                <a16:creationId xmlns:a16="http://schemas.microsoft.com/office/drawing/2014/main" id="{2C4D44D9-F7EF-4B4F-ACA5-0AD8C1893F8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38">
            <a:extLst>
              <a:ext uri="{FF2B5EF4-FFF2-40B4-BE49-F238E27FC236}">
                <a16:creationId xmlns:a16="http://schemas.microsoft.com/office/drawing/2014/main" id="{10B82099-CEAB-4383-88A0-9C15B963DEF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39">
            <a:extLst>
              <a:ext uri="{FF2B5EF4-FFF2-40B4-BE49-F238E27FC236}">
                <a16:creationId xmlns:a16="http://schemas.microsoft.com/office/drawing/2014/main" id="{DD1565A4-4F27-426E-8F75-09CB90FB97C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T(n): 원소 n개를 정렬하는 데 드는 시간</a:t>
            </a:r>
          </a:p>
        </p:txBody>
      </p:sp>
      <p:sp>
        <p:nvSpPr>
          <p:cNvPr id="4" name="box-140">
            <a:extLst>
              <a:ext uri="{FF2B5EF4-FFF2-40B4-BE49-F238E27FC236}">
                <a16:creationId xmlns:a16="http://schemas.microsoft.com/office/drawing/2014/main" id="{6B3855AB-EA9A-4FED-B7E4-79108E915CB7}"/>
              </a:ext>
            </a:extLst>
          </p:cNvPr>
          <p:cNvSpPr>
            <a:spLocks noGrp="1"/>
          </p:cNvSpPr>
          <p:nvPr/>
        </p:nvSpPr>
        <p:spPr>
          <a:xfrm>
            <a:off x="609600" y="1381125"/>
            <a:ext cx="10972800" cy="9525"/>
          </a:xfrm>
          <a:prstGeom prst="rect">
            <a:avLst/>
          </a:prstGeom>
          <a:solidFill>
            <a:srgbClr val="151515"/>
          </a:solidFill>
          <a:ln w="0">
            <a:noFill/>
          </a:ln>
        </p:spPr>
      </p:sp>
      <p:sp>
        <p:nvSpPr>
          <p:cNvPr id="5" name="box-141">
            <a:extLst>
              <a:ext uri="{FF2B5EF4-FFF2-40B4-BE49-F238E27FC236}">
                <a16:creationId xmlns:a16="http://schemas.microsoft.com/office/drawing/2014/main" id="{B28CFB9E-CA42-4E32-86BA-91FD73699F6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2E674D8-7CCF-47FD-A932-47B3A9DD7EC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55</a:t>
            </a:r>
            <a:endParaRPr sz="1050" b="0">
              <a:solidFill>
                <a:srgbClr val="151515"/>
              </a:solidFill>
              <a:latin typeface="Consolas"/>
              <a:ea typeface="Consolas"/>
              <a:cs typeface="Consolas"/>
            </a:endParaRPr>
          </a:p>
        </p:txBody>
      </p:sp>
      <p:sp>
        <p:nvSpPr>
          <p:cNvPr id="7" name="box-143">
            <a:extLst>
              <a:ext uri="{FF2B5EF4-FFF2-40B4-BE49-F238E27FC236}">
                <a16:creationId xmlns:a16="http://schemas.microsoft.com/office/drawing/2014/main" id="{1F5FBA4D-CFA8-444F-9D2C-9FD44371A451}"/>
              </a:ext>
            </a:extLst>
          </p:cNvPr>
          <p:cNvSpPr>
            <a:spLocks noGrp="1"/>
          </p:cNvSpPr>
          <p:nvPr/>
        </p:nvSpPr>
        <p:spPr>
          <a:xfrm>
            <a:off x="609600" y="1724025"/>
            <a:ext cx="10972800" cy="409575"/>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8개 정렬의 시간 = 왼쪽 4개 + 오른쪽 4개 + 병합</a:t>
            </a:r>
          </a:p>
        </p:txBody>
      </p:sp>
      <p:sp>
        <p:nvSpPr>
          <p:cNvPr id="8" name="box-144">
            <a:extLst>
              <a:ext uri="{FF2B5EF4-FFF2-40B4-BE49-F238E27FC236}">
                <a16:creationId xmlns:a16="http://schemas.microsoft.com/office/drawing/2014/main" id="{2094E524-F26C-4A47-89C5-CBF432E87788}"/>
              </a:ext>
            </a:extLst>
          </p:cNvPr>
          <p:cNvSpPr>
            <a:spLocks noGrp="1"/>
          </p:cNvSpPr>
          <p:nvPr/>
        </p:nvSpPr>
        <p:spPr>
          <a:xfrm>
            <a:off x="857250" y="2505075"/>
            <a:ext cx="1714500" cy="514350"/>
          </a:xfrm>
          <a:prstGeom prst="rect">
            <a:avLst/>
          </a:prstGeom>
          <a:noFill/>
          <a:ln w="0">
            <a:noFill/>
          </a:ln>
        </p:spPr>
        <p:txBody>
          <a:bodyPr wrap="none" lIns="0" tIns="0" rIns="0" bIns="0" anchor="t">
            <a:noAutofit/>
          </a:bodyPr>
          <a:lstStyle>
            <a:defPPr algn="l">
              <a:defRPr sz="3000" b="1">
                <a:solidFill>
                  <a:srgbClr val="151515"/>
                </a:solidFill>
                <a:latin typeface="Consolas"/>
                <a:ea typeface="Consolas"/>
                <a:cs typeface="Consolas"/>
              </a:defRPr>
            </a:defPPr>
          </a:lstStyle>
          <a:p>
            <a:pPr algn="l">
              <a:lnSpc>
                <a:spcPct val="112000"/>
              </a:lnSpc>
              <a:buNone/>
              <a:defRPr sz="3000" b="1">
                <a:solidFill>
                  <a:srgbClr val="151515"/>
                </a:solidFill>
                <a:latin typeface="Consolas"/>
                <a:ea typeface="Consolas"/>
                <a:cs typeface="Consolas"/>
              </a:defRPr>
            </a:pPr>
            <a:r>
              <a:rPr sz="3000" b="1">
                <a:solidFill>
                  <a:srgbClr val="151515"/>
                </a:solidFill>
                <a:latin typeface="Consolas"/>
                <a:ea typeface="Consolas"/>
                <a:cs typeface="Consolas"/>
              </a:rPr>
              <a:t>T(8)</a:t>
            </a:r>
          </a:p>
        </p:txBody>
      </p:sp>
      <p:sp>
        <p:nvSpPr>
          <p:cNvPr id="9" name="box-145">
            <a:extLst>
              <a:ext uri="{FF2B5EF4-FFF2-40B4-BE49-F238E27FC236}">
                <a16:creationId xmlns:a16="http://schemas.microsoft.com/office/drawing/2014/main" id="{B4ED1BB3-5A70-4F9F-A2A5-CC6934DD1724}"/>
              </a:ext>
            </a:extLst>
          </p:cNvPr>
          <p:cNvSpPr>
            <a:spLocks noGrp="1"/>
          </p:cNvSpPr>
          <p:nvPr/>
        </p:nvSpPr>
        <p:spPr>
          <a:xfrm>
            <a:off x="2581275" y="2505075"/>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0" name="box-146">
            <a:extLst>
              <a:ext uri="{FF2B5EF4-FFF2-40B4-BE49-F238E27FC236}">
                <a16:creationId xmlns:a16="http://schemas.microsoft.com/office/drawing/2014/main" id="{27D7AAAA-0440-49D8-8B4C-B6B49C3F15F0}"/>
              </a:ext>
            </a:extLst>
          </p:cNvPr>
          <p:cNvSpPr>
            <a:spLocks noGrp="1"/>
          </p:cNvSpPr>
          <p:nvPr/>
        </p:nvSpPr>
        <p:spPr>
          <a:xfrm>
            <a:off x="3314700" y="2505075"/>
            <a:ext cx="2447925" cy="514350"/>
          </a:xfrm>
          <a:prstGeom prst="rect">
            <a:avLst/>
          </a:prstGeom>
          <a:noFill/>
          <a:ln w="0">
            <a:noFill/>
          </a:ln>
        </p:spPr>
        <p:txBody>
          <a:bodyPr wrap="none" lIns="0" tIns="0" rIns="0" bIns="0" anchor="t">
            <a:noAutofit/>
          </a:bodyPr>
          <a:lstStyle>
            <a:defPPr algn="l">
              <a:defRPr sz="3000" b="1">
                <a:solidFill>
                  <a:srgbClr val="146995"/>
                </a:solidFill>
                <a:latin typeface="Consolas"/>
                <a:ea typeface="Consolas"/>
                <a:cs typeface="Consolas"/>
              </a:defRPr>
            </a:defPPr>
          </a:lstStyle>
          <a:p>
            <a:pPr algn="l">
              <a:lnSpc>
                <a:spcPct val="112000"/>
              </a:lnSpc>
              <a:buNone/>
              <a:defRPr sz="3000" b="1">
                <a:solidFill>
                  <a:srgbClr val="146995"/>
                </a:solidFill>
                <a:latin typeface="Consolas"/>
                <a:ea typeface="Consolas"/>
                <a:cs typeface="Consolas"/>
              </a:defRPr>
            </a:pPr>
            <a:r>
              <a:rPr sz="3000" b="1">
                <a:solidFill>
                  <a:srgbClr val="146995"/>
                </a:solidFill>
                <a:latin typeface="Consolas"/>
                <a:ea typeface="Consolas"/>
                <a:cs typeface="Consolas"/>
              </a:rPr>
              <a:t>T(4)</a:t>
            </a:r>
          </a:p>
        </p:txBody>
      </p:sp>
      <p:sp>
        <p:nvSpPr>
          <p:cNvPr id="11" name="box-147">
            <a:extLst>
              <a:ext uri="{FF2B5EF4-FFF2-40B4-BE49-F238E27FC236}">
                <a16:creationId xmlns:a16="http://schemas.microsoft.com/office/drawing/2014/main" id="{E0F0A23F-58D2-4659-95FE-F9EE5C83650D}"/>
              </a:ext>
            </a:extLst>
          </p:cNvPr>
          <p:cNvSpPr>
            <a:spLocks noGrp="1"/>
          </p:cNvSpPr>
          <p:nvPr/>
        </p:nvSpPr>
        <p:spPr>
          <a:xfrm>
            <a:off x="5734050" y="2505075"/>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2" name="box-148">
            <a:extLst>
              <a:ext uri="{FF2B5EF4-FFF2-40B4-BE49-F238E27FC236}">
                <a16:creationId xmlns:a16="http://schemas.microsoft.com/office/drawing/2014/main" id="{83FA5DC9-6945-4669-B8BF-D196D2254197}"/>
              </a:ext>
            </a:extLst>
          </p:cNvPr>
          <p:cNvSpPr>
            <a:spLocks noGrp="1"/>
          </p:cNvSpPr>
          <p:nvPr/>
        </p:nvSpPr>
        <p:spPr>
          <a:xfrm>
            <a:off x="6438900" y="2505075"/>
            <a:ext cx="2447925" cy="514350"/>
          </a:xfrm>
          <a:prstGeom prst="rect">
            <a:avLst/>
          </a:prstGeom>
          <a:noFill/>
          <a:ln w="0">
            <a:noFill/>
          </a:ln>
        </p:spPr>
        <p:txBody>
          <a:bodyPr wrap="none" lIns="0" tIns="0" rIns="0" bIns="0" anchor="t">
            <a:noAutofit/>
          </a:bodyPr>
          <a:lstStyle>
            <a:defPPr algn="l">
              <a:defRPr sz="3000" b="1">
                <a:solidFill>
                  <a:srgbClr val="21744F"/>
                </a:solidFill>
                <a:latin typeface="Consolas"/>
                <a:ea typeface="Consolas"/>
                <a:cs typeface="Consolas"/>
              </a:defRPr>
            </a:defPPr>
          </a:lstStyle>
          <a:p>
            <a:pPr algn="l">
              <a:lnSpc>
                <a:spcPct val="112000"/>
              </a:lnSpc>
              <a:buNone/>
              <a:defRPr sz="3000" b="1">
                <a:solidFill>
                  <a:srgbClr val="21744F"/>
                </a:solidFill>
                <a:latin typeface="Consolas"/>
                <a:ea typeface="Consolas"/>
                <a:cs typeface="Consolas"/>
              </a:defRPr>
            </a:pPr>
            <a:r>
              <a:rPr sz="3000" b="1">
                <a:solidFill>
                  <a:srgbClr val="21744F"/>
                </a:solidFill>
                <a:latin typeface="Consolas"/>
                <a:ea typeface="Consolas"/>
                <a:cs typeface="Consolas"/>
              </a:rPr>
              <a:t>T(4)</a:t>
            </a:r>
          </a:p>
        </p:txBody>
      </p:sp>
      <p:sp>
        <p:nvSpPr>
          <p:cNvPr id="13" name="box-149">
            <a:extLst>
              <a:ext uri="{FF2B5EF4-FFF2-40B4-BE49-F238E27FC236}">
                <a16:creationId xmlns:a16="http://schemas.microsoft.com/office/drawing/2014/main" id="{76142EA2-464E-49E1-8831-DDF783E9A341}"/>
              </a:ext>
            </a:extLst>
          </p:cNvPr>
          <p:cNvSpPr>
            <a:spLocks noGrp="1"/>
          </p:cNvSpPr>
          <p:nvPr/>
        </p:nvSpPr>
        <p:spPr>
          <a:xfrm>
            <a:off x="8839200" y="2505075"/>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4" name="box-150">
            <a:extLst>
              <a:ext uri="{FF2B5EF4-FFF2-40B4-BE49-F238E27FC236}">
                <a16:creationId xmlns:a16="http://schemas.microsoft.com/office/drawing/2014/main" id="{5DA897C6-0951-4179-88F0-4E0E1C8C8355}"/>
              </a:ext>
            </a:extLst>
          </p:cNvPr>
          <p:cNvSpPr>
            <a:spLocks noGrp="1"/>
          </p:cNvSpPr>
          <p:nvPr/>
        </p:nvSpPr>
        <p:spPr>
          <a:xfrm>
            <a:off x="9525000" y="2505075"/>
            <a:ext cx="1981200" cy="514350"/>
          </a:xfrm>
          <a:prstGeom prst="rect">
            <a:avLst/>
          </a:prstGeom>
          <a:noFill/>
          <a:ln w="0">
            <a:noFill/>
          </a:ln>
        </p:spPr>
        <p:txBody>
          <a:bodyPr wrap="none" lIns="0" tIns="0" rIns="0" bIns="0" anchor="t">
            <a:noAutofit/>
          </a:bodyPr>
          <a:lstStyle>
            <a:defPPr algn="l">
              <a:defRPr sz="3000" b="1">
                <a:solidFill>
                  <a:srgbClr val="AD630C"/>
                </a:solidFill>
                <a:latin typeface="Consolas"/>
                <a:ea typeface="Consolas"/>
                <a:cs typeface="Consolas"/>
              </a:defRPr>
            </a:defPPr>
          </a:lstStyle>
          <a:p>
            <a:pPr algn="l">
              <a:lnSpc>
                <a:spcPct val="112000"/>
              </a:lnSpc>
              <a:buNone/>
              <a:defRPr sz="3000" b="1">
                <a:solidFill>
                  <a:srgbClr val="AD630C"/>
                </a:solidFill>
                <a:latin typeface="Consolas"/>
                <a:ea typeface="Consolas"/>
                <a:cs typeface="Consolas"/>
              </a:defRPr>
            </a:pPr>
            <a:r>
              <a:rPr sz="3000" b="1">
                <a:solidFill>
                  <a:srgbClr val="AD630C"/>
                </a:solidFill>
                <a:latin typeface="Consolas"/>
                <a:ea typeface="Consolas"/>
                <a:cs typeface="Consolas"/>
              </a:rPr>
              <a:t>병합 비용</a:t>
            </a:r>
          </a:p>
        </p:txBody>
      </p:sp>
      <p:sp>
        <p:nvSpPr>
          <p:cNvPr id="15" name="box-151">
            <a:extLst>
              <a:ext uri="{FF2B5EF4-FFF2-40B4-BE49-F238E27FC236}">
                <a16:creationId xmlns:a16="http://schemas.microsoft.com/office/drawing/2014/main" id="{1389258B-E242-463C-8C6B-E0B2090E354A}"/>
              </a:ext>
            </a:extLst>
          </p:cNvPr>
          <p:cNvSpPr>
            <a:spLocks noGrp="1"/>
          </p:cNvSpPr>
          <p:nvPr/>
        </p:nvSpPr>
        <p:spPr>
          <a:xfrm>
            <a:off x="666750" y="3228975"/>
            <a:ext cx="1905000" cy="361950"/>
          </a:xfrm>
          <a:prstGeom prst="rect">
            <a:avLst/>
          </a:prstGeom>
          <a:noFill/>
          <a:ln w="0">
            <a:noFill/>
          </a:ln>
        </p:spPr>
        <p:txBody>
          <a:bodyPr wrap="none" lIns="0" tIns="0" rIns="0" bIns="0" anchor="t">
            <a:noAutofit/>
          </a:bodyPr>
          <a:lstStyle>
            <a:defPPr algn="ctr">
              <a:defRPr sz="1800" b="0">
                <a:solidFill>
                  <a:srgbClr val="151515"/>
                </a:solidFill>
                <a:latin typeface="Malgun Gothic"/>
                <a:ea typeface="Malgun Gothic"/>
                <a:cs typeface="Malgun Gothic"/>
              </a:defRPr>
            </a:defPPr>
          </a:lstStyle>
          <a:p>
            <a:pPr algn="ctr">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전체 시간</a:t>
            </a:r>
          </a:p>
        </p:txBody>
      </p:sp>
      <p:sp>
        <p:nvSpPr>
          <p:cNvPr id="16" name="box-152">
            <a:extLst>
              <a:ext uri="{FF2B5EF4-FFF2-40B4-BE49-F238E27FC236}">
                <a16:creationId xmlns:a16="http://schemas.microsoft.com/office/drawing/2014/main" id="{EBA1725A-888F-4873-9AB2-F3C6ED49D8F8}"/>
              </a:ext>
            </a:extLst>
          </p:cNvPr>
          <p:cNvSpPr>
            <a:spLocks noGrp="1"/>
          </p:cNvSpPr>
          <p:nvPr/>
        </p:nvSpPr>
        <p:spPr>
          <a:xfrm>
            <a:off x="3114675" y="3228975"/>
            <a:ext cx="2762250" cy="361950"/>
          </a:xfrm>
          <a:prstGeom prst="rect">
            <a:avLst/>
          </a:prstGeom>
          <a:noFill/>
          <a:ln w="0">
            <a:noFill/>
          </a:ln>
        </p:spPr>
        <p:txBody>
          <a:bodyPr wrap="none" lIns="0" tIns="0" rIns="0" bIns="0" anchor="t">
            <a:noAutofit/>
          </a:bodyPr>
          <a:lstStyle>
            <a:defPPr algn="ctr">
              <a:defRPr sz="1800" b="0">
                <a:solidFill>
                  <a:srgbClr val="146995"/>
                </a:solidFill>
                <a:latin typeface="Malgun Gothic"/>
                <a:ea typeface="Malgun Gothic"/>
                <a:cs typeface="Malgun Gothic"/>
              </a:defRPr>
            </a:defPPr>
          </a:lstStyle>
          <a:p>
            <a:pPr algn="ctr">
              <a:lnSpc>
                <a:spcPct val="112000"/>
              </a:lnSpc>
              <a:buNone/>
              <a:defRPr sz="1800" b="0">
                <a:solidFill>
                  <a:srgbClr val="146995"/>
                </a:solidFill>
                <a:latin typeface="Malgun Gothic"/>
                <a:ea typeface="Malgun Gothic"/>
                <a:cs typeface="Malgun Gothic"/>
              </a:defRPr>
            </a:pPr>
            <a:r>
              <a:rPr sz="1800" b="0">
                <a:solidFill>
                  <a:srgbClr val="146995"/>
                </a:solidFill>
                <a:latin typeface="Malgun Gothic"/>
                <a:ea typeface="Malgun Gothic"/>
                <a:cs typeface="Malgun Gothic"/>
              </a:rPr>
              <a:t>왼쪽 절반의 시간</a:t>
            </a:r>
          </a:p>
        </p:txBody>
      </p:sp>
      <p:sp>
        <p:nvSpPr>
          <p:cNvPr id="17" name="box-153">
            <a:extLst>
              <a:ext uri="{FF2B5EF4-FFF2-40B4-BE49-F238E27FC236}">
                <a16:creationId xmlns:a16="http://schemas.microsoft.com/office/drawing/2014/main" id="{EC310327-7A79-4D07-84E3-6790EBBFE449}"/>
              </a:ext>
            </a:extLst>
          </p:cNvPr>
          <p:cNvSpPr>
            <a:spLocks noGrp="1"/>
          </p:cNvSpPr>
          <p:nvPr/>
        </p:nvSpPr>
        <p:spPr>
          <a:xfrm>
            <a:off x="6191250" y="3228975"/>
            <a:ext cx="2857500" cy="361950"/>
          </a:xfrm>
          <a:prstGeom prst="rect">
            <a:avLst/>
          </a:prstGeom>
          <a:noFill/>
          <a:ln w="0">
            <a:noFill/>
          </a:ln>
        </p:spPr>
        <p:txBody>
          <a:bodyPr wrap="none" lIns="0" tIns="0" rIns="0" bIns="0" anchor="t">
            <a:noAutofit/>
          </a:bodyPr>
          <a:lstStyle>
            <a:defPPr algn="ctr">
              <a:defRPr sz="1800" b="0">
                <a:solidFill>
                  <a:srgbClr val="21744F"/>
                </a:solidFill>
                <a:latin typeface="Malgun Gothic"/>
                <a:ea typeface="Malgun Gothic"/>
                <a:cs typeface="Malgun Gothic"/>
              </a:defRPr>
            </a:defPPr>
          </a:lstStyle>
          <a:p>
            <a:pPr algn="ctr">
              <a:lnSpc>
                <a:spcPct val="112000"/>
              </a:lnSpc>
              <a:buNone/>
              <a:defRPr sz="1800" b="0">
                <a:solidFill>
                  <a:srgbClr val="21744F"/>
                </a:solidFill>
                <a:latin typeface="Malgun Gothic"/>
                <a:ea typeface="Malgun Gothic"/>
                <a:cs typeface="Malgun Gothic"/>
              </a:defRPr>
            </a:pPr>
            <a:r>
              <a:rPr sz="1800" b="0">
                <a:solidFill>
                  <a:srgbClr val="21744F"/>
                </a:solidFill>
                <a:latin typeface="Malgun Gothic"/>
                <a:ea typeface="Malgun Gothic"/>
                <a:cs typeface="Malgun Gothic"/>
              </a:rPr>
              <a:t>오른쪽 절반의 시간</a:t>
            </a:r>
          </a:p>
        </p:txBody>
      </p:sp>
      <p:sp>
        <p:nvSpPr>
          <p:cNvPr id="18" name="box-154">
            <a:extLst>
              <a:ext uri="{FF2B5EF4-FFF2-40B4-BE49-F238E27FC236}">
                <a16:creationId xmlns:a16="http://schemas.microsoft.com/office/drawing/2014/main" id="{0D22FA2C-6FB0-458A-BFF1-A139F7656CD7}"/>
              </a:ext>
            </a:extLst>
          </p:cNvPr>
          <p:cNvSpPr>
            <a:spLocks noGrp="1"/>
          </p:cNvSpPr>
          <p:nvPr/>
        </p:nvSpPr>
        <p:spPr>
          <a:xfrm>
            <a:off x="9324975" y="3228975"/>
            <a:ext cx="2257425" cy="361950"/>
          </a:xfrm>
          <a:prstGeom prst="rect">
            <a:avLst/>
          </a:prstGeom>
          <a:noFill/>
          <a:ln w="0">
            <a:noFill/>
          </a:ln>
        </p:spPr>
        <p:txBody>
          <a:bodyPr wrap="none" lIns="0" tIns="0" rIns="0" bIns="0" anchor="t">
            <a:noAutofit/>
          </a:bodyPr>
          <a:lstStyle>
            <a:defPPr algn="ctr">
              <a:defRPr sz="1725" b="0">
                <a:solidFill>
                  <a:srgbClr val="AD630C"/>
                </a:solidFill>
                <a:latin typeface="Malgun Gothic"/>
                <a:ea typeface="Malgun Gothic"/>
                <a:cs typeface="Malgun Gothic"/>
              </a:defRPr>
            </a:defPPr>
          </a:lstStyle>
          <a:p>
            <a:pPr algn="ctr">
              <a:lnSpc>
                <a:spcPct val="112000"/>
              </a:lnSpc>
              <a:buNone/>
              <a:defRPr sz="1725" b="0">
                <a:solidFill>
                  <a:srgbClr val="AD630C"/>
                </a:solidFill>
                <a:latin typeface="Malgun Gothic"/>
                <a:ea typeface="Malgun Gothic"/>
                <a:cs typeface="Malgun Gothic"/>
              </a:defRPr>
            </a:pPr>
            <a:r>
              <a:rPr sz="1725" b="0">
                <a:solidFill>
                  <a:srgbClr val="AD630C"/>
                </a:solidFill>
                <a:latin typeface="Malgun Gothic"/>
                <a:ea typeface="Malgun Gothic"/>
                <a:cs typeface="Malgun Gothic"/>
              </a:rPr>
              <a:t>현재 구간의 작업</a:t>
            </a:r>
          </a:p>
        </p:txBody>
      </p:sp>
      <p:sp>
        <p:nvSpPr>
          <p:cNvPr id="19" name="box-155">
            <a:extLst>
              <a:ext uri="{FF2B5EF4-FFF2-40B4-BE49-F238E27FC236}">
                <a16:creationId xmlns:a16="http://schemas.microsoft.com/office/drawing/2014/main" id="{922603EC-A140-4BD3-B012-AB4BF8904BCD}"/>
              </a:ext>
            </a:extLst>
          </p:cNvPr>
          <p:cNvSpPr>
            <a:spLocks noGrp="1"/>
          </p:cNvSpPr>
          <p:nvPr/>
        </p:nvSpPr>
        <p:spPr>
          <a:xfrm>
            <a:off x="609600" y="4000500"/>
            <a:ext cx="10972800" cy="9525"/>
          </a:xfrm>
          <a:prstGeom prst="rect">
            <a:avLst/>
          </a:prstGeom>
          <a:solidFill>
            <a:srgbClr val="CCCCCC"/>
          </a:solidFill>
          <a:ln w="0">
            <a:noFill/>
          </a:ln>
        </p:spPr>
      </p:sp>
      <p:sp>
        <p:nvSpPr>
          <p:cNvPr id="20" name="box-156">
            <a:extLst>
              <a:ext uri="{FF2B5EF4-FFF2-40B4-BE49-F238E27FC236}">
                <a16:creationId xmlns:a16="http://schemas.microsoft.com/office/drawing/2014/main" id="{3C7F354B-0491-4436-BA9C-57EE19CAE700}"/>
              </a:ext>
            </a:extLst>
          </p:cNvPr>
          <p:cNvSpPr>
            <a:spLocks noGrp="1"/>
          </p:cNvSpPr>
          <p:nvPr/>
        </p:nvSpPr>
        <p:spPr>
          <a:xfrm>
            <a:off x="609600" y="4276725"/>
            <a:ext cx="109728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수를 n으로 바꾸면</a:t>
            </a:r>
          </a:p>
        </p:txBody>
      </p:sp>
      <p:sp>
        <p:nvSpPr>
          <p:cNvPr id="21" name="box-157">
            <a:extLst>
              <a:ext uri="{FF2B5EF4-FFF2-40B4-BE49-F238E27FC236}">
                <a16:creationId xmlns:a16="http://schemas.microsoft.com/office/drawing/2014/main" id="{63BB5ADB-930D-4F11-B169-339F03721FB9}"/>
              </a:ext>
            </a:extLst>
          </p:cNvPr>
          <p:cNvSpPr>
            <a:spLocks noGrp="1"/>
          </p:cNvSpPr>
          <p:nvPr/>
        </p:nvSpPr>
        <p:spPr>
          <a:xfrm>
            <a:off x="609600" y="4914900"/>
            <a:ext cx="10972800" cy="571500"/>
          </a:xfrm>
          <a:prstGeom prst="rect">
            <a:avLst/>
          </a:prstGeom>
          <a:noFill/>
          <a:ln w="0">
            <a:noFill/>
          </a:ln>
        </p:spPr>
        <p:txBody>
          <a:bodyPr wrap="none" lIns="0" tIns="0" rIns="0" bIns="0" anchor="t">
            <a:noAutofit/>
          </a:bodyPr>
          <a:lstStyle>
            <a:defPPr algn="l">
              <a:defRPr sz="2925" b="1">
                <a:solidFill>
                  <a:srgbClr val="146995"/>
                </a:solidFill>
                <a:latin typeface="Consolas"/>
                <a:ea typeface="Consolas"/>
                <a:cs typeface="Consolas"/>
              </a:defRPr>
            </a:defPPr>
          </a:lstStyle>
          <a:p>
            <a:pPr algn="l">
              <a:lnSpc>
                <a:spcPct val="112000"/>
              </a:lnSpc>
              <a:buNone/>
              <a:defRPr sz="2925" b="1">
                <a:solidFill>
                  <a:srgbClr val="146995"/>
                </a:solidFill>
                <a:latin typeface="Consolas"/>
                <a:ea typeface="Consolas"/>
                <a:cs typeface="Consolas"/>
              </a:defRPr>
            </a:pPr>
            <a:r>
              <a:rPr sz="2925" b="1">
                <a:solidFill>
                  <a:srgbClr val="146995"/>
                </a:solidFill>
                <a:latin typeface="Consolas"/>
                <a:ea typeface="Consolas"/>
                <a:cs typeface="Consolas"/>
              </a:rPr>
              <a:t>T(n) = 2T(n/2) + O(n)</a:t>
            </a:r>
          </a:p>
        </p:txBody>
      </p:sp>
      <p:sp>
        <p:nvSpPr>
          <p:cNvPr id="22" name="box-158">
            <a:extLst>
              <a:ext uri="{FF2B5EF4-FFF2-40B4-BE49-F238E27FC236}">
                <a16:creationId xmlns:a16="http://schemas.microsoft.com/office/drawing/2014/main" id="{2B8D0BE6-A404-4FA0-803B-2329F7F41FA1}"/>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2T(n/2)는 절반 크기의 문제 두 개를 풀 시간입니다. O(n)은 그 두 결과를 합칠 시간입니다.</a:t>
            </a:r>
          </a:p>
        </p:txBody>
      </p:sp>
    </p:spTree>
    <p:extLst>
      <p:ext uri="{BB962C8B-B14F-4D97-AF65-F5344CB8AC3E}">
        <p14:creationId xmlns:p14="http://schemas.microsoft.com/office/powerpoint/2010/main" val="42767194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56</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0332BCE2-3CE3-45ED-891B-2057AECFD3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F28731EC-30A4-48AD-A3B1-525842816F1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6EE0A0-1613-424B-9E99-2A5882264E6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피벗을 기준으로 구간 나누기</a:t>
            </a:r>
          </a:p>
        </p:txBody>
      </p:sp>
      <p:sp>
        <p:nvSpPr>
          <p:cNvPr id="4" name="rule-3">
            <a:extLst>
              <a:ext uri="{FF2B5EF4-FFF2-40B4-BE49-F238E27FC236}">
                <a16:creationId xmlns:a16="http://schemas.microsoft.com/office/drawing/2014/main" id="{5C76A7F1-C5AF-4ED4-AFCC-46B83BBBD484}"/>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7E47875C-49B0-46EE-B3EC-667D985E8A5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21AB867-664A-4C06-AD3A-5A1FA004EB0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57</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2C59ABA2-939A-49C3-BE06-6AA0F6B07689}"/>
              </a:ext>
            </a:extLst>
          </p:cNvPr>
          <p:cNvSpPr>
            <a:spLocks noGrp="1"/>
          </p:cNvSpPr>
          <p:nvPr/>
        </p:nvSpPr>
        <p:spPr>
          <a:xfrm>
            <a:off x="609600" y="1676400"/>
            <a:ext cx="10972800" cy="723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입력은 [8, 4, 6, 3, 7, 1]이고, 이번 비교 기준값인 피벗은 6입니다.</a:t>
            </a:r>
          </a:p>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이 구현은 6 이하를 왼쪽에, 6보다 큰 값을 오른쪽에 모읍니다.</a:t>
            </a:r>
          </a:p>
        </p:txBody>
      </p:sp>
      <p:pic>
        <p:nvPicPr>
          <p:cNvPr id="8" name="그림 7">
            <a:extLst>
              <a:ext uri="{FF2B5EF4-FFF2-40B4-BE49-F238E27FC236}">
                <a16:creationId xmlns:a16="http://schemas.microsoft.com/office/drawing/2014/main" id="{7B58E292-71BB-456F-ABC1-0C8EE722CA4C}"/>
              </a:ext>
            </a:extLst>
          </p:cNvPr>
          <p:cNvPicPr>
            <a:picLocks noChangeAspect="1"/>
          </p:cNvPicPr>
          <p:nvPr/>
        </p:nvPicPr>
        <p:blipFill>
          <a:blip r:embed="rId3"/>
          <a:stretch/>
        </p:blipFill>
        <p:spPr>
          <a:xfrm>
            <a:off x="2861471" y="2447925"/>
            <a:ext cx="6469057" cy="3533775"/>
          </a:xfrm>
          <a:prstGeom prst="rect">
            <a:avLst/>
          </a:prstGeom>
        </p:spPr>
      </p:pic>
      <p:sp>
        <p:nvSpPr>
          <p:cNvPr id="9" name="caption">
            <a:extLst>
              <a:ext uri="{FF2B5EF4-FFF2-40B4-BE49-F238E27FC236}">
                <a16:creationId xmlns:a16="http://schemas.microsoft.com/office/drawing/2014/main" id="{9EC3F524-B875-4D1C-934A-4E587A99C2A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분할 직후에는 양쪽 구간이 아직 정렬되지 않을 수 있습니다. 각 구간을 다시 정렬합니다.</a:t>
            </a:r>
          </a:p>
        </p:txBody>
      </p:sp>
    </p:spTree>
    <p:extLst>
      <p:ext uri="{BB962C8B-B14F-4D97-AF65-F5344CB8AC3E}">
        <p14:creationId xmlns:p14="http://schemas.microsoft.com/office/powerpoint/2010/main" val="21761237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C30FD447-517A-4C84-9788-290C715DF14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BD0DFFE-B815-4537-80B2-10A6D645880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4C42512-FC40-4838-B4C9-8390A92FA0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(Quick Sort)</a:t>
            </a:r>
          </a:p>
        </p:txBody>
      </p:sp>
      <p:sp>
        <p:nvSpPr>
          <p:cNvPr id="4" name="직사각형 3">
            <a:extLst>
              <a:ext uri="{FF2B5EF4-FFF2-40B4-BE49-F238E27FC236}">
                <a16:creationId xmlns:a16="http://schemas.microsoft.com/office/drawing/2014/main" id="{FC5E6D16-D411-499D-B672-A4BA6DA506D0}"/>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209A34F-3E41-4318-8D2C-837A46EA1D3C}"/>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피벗은 원소들을 나누는 비교 기준값입니다.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이번 구현은 피벗 이하를 왼쪽, 피벗 초과를 오른쪽에 모읍니다.</a:t>
            </a:r>
          </a:p>
        </p:txBody>
      </p:sp>
      <p:sp>
        <p:nvSpPr>
          <p:cNvPr id="6" name="footer">
            <a:extLst>
              <a:ext uri="{FF2B5EF4-FFF2-40B4-BE49-F238E27FC236}">
                <a16:creationId xmlns:a16="http://schemas.microsoft.com/office/drawing/2014/main" id="{EAD6C35F-F529-439D-9164-9C85AAFE9CB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EDE98E-1ACD-4194-BD72-2C2338D319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58</a:t>
            </a:r>
            <a:endParaRPr sz="1050" b="0">
              <a:solidFill>
                <a:srgbClr val="151515"/>
              </a:solidFill>
              <a:latin typeface="Consolas"/>
              <a:ea typeface="Consolas"/>
              <a:cs typeface="Consolas"/>
            </a:endParaRPr>
          </a:p>
        </p:txBody>
      </p:sp>
      <p:sp>
        <p:nvSpPr>
          <p:cNvPr id="8" name="input-label">
            <a:extLst>
              <a:ext uri="{FF2B5EF4-FFF2-40B4-BE49-F238E27FC236}">
                <a16:creationId xmlns:a16="http://schemas.microsoft.com/office/drawing/2014/main" id="{477233D7-866A-4993-8300-94E41BF7735A}"/>
              </a:ext>
            </a:extLst>
          </p:cNvPr>
          <p:cNvSpPr>
            <a:spLocks noGrp="1"/>
          </p:cNvSpPr>
          <p:nvPr/>
        </p:nvSpPr>
        <p:spPr>
          <a:xfrm>
            <a:off x="609600" y="3181350"/>
            <a:ext cx="10972800" cy="26670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이번 입력</a:t>
            </a:r>
          </a:p>
        </p:txBody>
      </p:sp>
      <p:sp>
        <p:nvSpPr>
          <p:cNvPr id="9" name="input-label">
            <a:extLst>
              <a:ext uri="{FF2B5EF4-FFF2-40B4-BE49-F238E27FC236}">
                <a16:creationId xmlns:a16="http://schemas.microsoft.com/office/drawing/2014/main" id="{292C8979-3206-4D2D-A7F4-C49A6350CFF0}"/>
              </a:ext>
            </a:extLst>
          </p:cNvPr>
          <p:cNvSpPr>
            <a:spLocks noGrp="1"/>
          </p:cNvSpPr>
          <p:nvPr/>
        </p:nvSpPr>
        <p:spPr>
          <a:xfrm>
            <a:off x="609600" y="369570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endParaRPr/>
          </a:p>
        </p:txBody>
      </p:sp>
      <p:graphicFrame>
        <p:nvGraphicFramePr>
          <p:cNvPr id="10" name="표 9">
            <a:extLst>
              <a:ext uri="{FF2B5EF4-FFF2-40B4-BE49-F238E27FC236}">
                <a16:creationId xmlns:a16="http://schemas.microsoft.com/office/drawing/2014/main" id="{F782E191-E876-4799-802C-EE6BED321A9F}"/>
              </a:ext>
            </a:extLst>
          </p:cNvPr>
          <p:cNvGraphicFramePr/>
          <p:nvPr/>
        </p:nvGraphicFramePr>
        <p:xfrm>
          <a:off x="609600" y="3524250"/>
          <a:ext cx="10972800" cy="57150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1" name="input-pointer-2">
            <a:extLst>
              <a:ext uri="{FF2B5EF4-FFF2-40B4-BE49-F238E27FC236}">
                <a16:creationId xmlns:a16="http://schemas.microsoft.com/office/drawing/2014/main" id="{671C0E7F-FB71-42E9-95ED-D10336F3B9F0}"/>
              </a:ext>
            </a:extLst>
          </p:cNvPr>
          <p:cNvSpPr>
            <a:spLocks noGrp="1"/>
          </p:cNvSpPr>
          <p:nvPr/>
        </p:nvSpPr>
        <p:spPr>
          <a:xfrm>
            <a:off x="4267200" y="4391025"/>
            <a:ext cx="18288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2" name="after-partition">
            <a:extLst>
              <a:ext uri="{FF2B5EF4-FFF2-40B4-BE49-F238E27FC236}">
                <a16:creationId xmlns:a16="http://schemas.microsoft.com/office/drawing/2014/main" id="{2B8BBF65-AB4B-4930-829A-FB5BC3A75A88}"/>
              </a:ext>
            </a:extLst>
          </p:cNvPr>
          <p:cNvSpPr>
            <a:spLocks noGrp="1"/>
          </p:cNvSpPr>
          <p:nvPr/>
        </p:nvSpPr>
        <p:spPr>
          <a:xfrm>
            <a:off x="609600" y="5467350"/>
            <a:ext cx="10972800" cy="3810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6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분할 뒤 피벗의 자리를 정하고, 피벗 양쪽 구간을 다시 정렬합니다.</a:t>
            </a:r>
          </a:p>
        </p:txBody>
      </p:sp>
    </p:spTree>
    <p:extLst>
      <p:ext uri="{BB962C8B-B14F-4D97-AF65-F5344CB8AC3E}">
        <p14:creationId xmlns:p14="http://schemas.microsoft.com/office/powerpoint/2010/main" val="498157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91AA4A0-463F-4FA6-98C3-E9A455CADB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61C81F63-B631-49C6-9865-9D37B79748E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D378713-AE93-4935-AB61-C8311158157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선택: 가운데 칸의 6</a:t>
            </a:r>
          </a:p>
        </p:txBody>
      </p:sp>
      <p:sp>
        <p:nvSpPr>
          <p:cNvPr id="4" name="직사각형 3">
            <a:extLst>
              <a:ext uri="{FF2B5EF4-FFF2-40B4-BE49-F238E27FC236}">
                <a16:creationId xmlns:a16="http://schemas.microsoft.com/office/drawing/2014/main" id="{64D9B565-6798-4215-8DAE-DF4957AB1BB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FB0AB3E-6C03-462E-94F5-A76C89AC40C8}"/>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구간은 lo = 0부터 hi = 5까지입니다.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(lo + hi) // 2 = 2에서 피벗 a[2] = 6을 고릅니다.</a:t>
            </a:r>
          </a:p>
        </p:txBody>
      </p:sp>
      <p:sp>
        <p:nvSpPr>
          <p:cNvPr id="6" name="footer">
            <a:extLst>
              <a:ext uri="{FF2B5EF4-FFF2-40B4-BE49-F238E27FC236}">
                <a16:creationId xmlns:a16="http://schemas.microsoft.com/office/drawing/2014/main" id="{E13595B8-1D1F-458C-B62E-D65112995A5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C57FB31-6FB9-43CF-AB4A-B5850CD7703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59</a:t>
            </a:r>
            <a:endParaRPr sz="1050" b="0">
              <a:solidFill>
                <a:srgbClr val="151515"/>
              </a:solidFill>
              <a:latin typeface="Consolas"/>
              <a:ea typeface="Consolas"/>
              <a:cs typeface="Consolas"/>
            </a:endParaRPr>
          </a:p>
        </p:txBody>
      </p:sp>
      <p:sp>
        <p:nvSpPr>
          <p:cNvPr id="8" name="choose-label">
            <a:extLst>
              <a:ext uri="{FF2B5EF4-FFF2-40B4-BE49-F238E27FC236}">
                <a16:creationId xmlns:a16="http://schemas.microsoft.com/office/drawing/2014/main" id="{8BDDB89E-5B41-4B15-84EF-88E32C5F0D2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7CAD763E-B275-4D7F-82DF-15D30276A2F4}"/>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0" name="choose-index-0">
            <a:extLst>
              <a:ext uri="{FF2B5EF4-FFF2-40B4-BE49-F238E27FC236}">
                <a16:creationId xmlns:a16="http://schemas.microsoft.com/office/drawing/2014/main" id="{EAD616E4-4F4A-48A2-B1EA-0C6D51C3925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choose-pointer-0">
            <a:extLst>
              <a:ext uri="{FF2B5EF4-FFF2-40B4-BE49-F238E27FC236}">
                <a16:creationId xmlns:a16="http://schemas.microsoft.com/office/drawing/2014/main" id="{7238953B-E582-4287-A6A0-7A6A89DA9F82}"/>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lo</a:t>
            </a:r>
          </a:p>
        </p:txBody>
      </p:sp>
      <p:sp>
        <p:nvSpPr>
          <p:cNvPr id="12" name="choose-index-1">
            <a:extLst>
              <a:ext uri="{FF2B5EF4-FFF2-40B4-BE49-F238E27FC236}">
                <a16:creationId xmlns:a16="http://schemas.microsoft.com/office/drawing/2014/main" id="{73F19E2F-7B8C-4DCB-86E9-0E1BF16A73C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choose-index-2">
            <a:extLst>
              <a:ext uri="{FF2B5EF4-FFF2-40B4-BE49-F238E27FC236}">
                <a16:creationId xmlns:a16="http://schemas.microsoft.com/office/drawing/2014/main" id="{60A4D4A8-64E6-4FBC-9DB3-4B95D93A566B}"/>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choose-pointer-2">
            <a:extLst>
              <a:ext uri="{FF2B5EF4-FFF2-40B4-BE49-F238E27FC236}">
                <a16:creationId xmlns:a16="http://schemas.microsoft.com/office/drawing/2014/main" id="{4DC422F1-9149-40F3-A04E-BC9E63E1E1E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choose-index-3">
            <a:extLst>
              <a:ext uri="{FF2B5EF4-FFF2-40B4-BE49-F238E27FC236}">
                <a16:creationId xmlns:a16="http://schemas.microsoft.com/office/drawing/2014/main" id="{43F953A1-E90B-43D1-BE19-010B99CAA974}"/>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choose-index-4">
            <a:extLst>
              <a:ext uri="{FF2B5EF4-FFF2-40B4-BE49-F238E27FC236}">
                <a16:creationId xmlns:a16="http://schemas.microsoft.com/office/drawing/2014/main" id="{861D6D0F-00F0-4D15-B5D7-985042DBC202}"/>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choose-index-5">
            <a:extLst>
              <a:ext uri="{FF2B5EF4-FFF2-40B4-BE49-F238E27FC236}">
                <a16:creationId xmlns:a16="http://schemas.microsoft.com/office/drawing/2014/main" id="{DA90EDFD-0089-4DDC-8200-7697F83EDF5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choose-pointer-5">
            <a:extLst>
              <a:ext uri="{FF2B5EF4-FFF2-40B4-BE49-F238E27FC236}">
                <a16:creationId xmlns:a16="http://schemas.microsoft.com/office/drawing/2014/main" id="{4984A524-C145-465C-983D-F8143AF39897}"/>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hi</a:t>
            </a:r>
          </a:p>
        </p:txBody>
      </p:sp>
      <p:sp>
        <p:nvSpPr>
          <p:cNvPr id="19" name="choose-code">
            <a:extLst>
              <a:ext uri="{FF2B5EF4-FFF2-40B4-BE49-F238E27FC236}">
                <a16:creationId xmlns:a16="http://schemas.microsoft.com/office/drawing/2014/main" id="{DC1A8F2B-7602-4389-A9EB-4F7008891995}"/>
              </a:ext>
            </a:extLst>
          </p:cNvPr>
          <p:cNvSpPr>
            <a:spLocks noGrp="1"/>
          </p:cNvSpPr>
          <p:nvPr/>
        </p:nvSpPr>
        <p:spPr>
          <a:xfrm>
            <a:off x="1809750" y="5095875"/>
            <a:ext cx="9525000" cy="40005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6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pivot_idx = (lo + hi) // 2</a:t>
            </a:r>
          </a:p>
        </p:txBody>
      </p:sp>
      <p:sp>
        <p:nvSpPr>
          <p:cNvPr id="20" name="choose-rule">
            <a:extLst>
              <a:ext uri="{FF2B5EF4-FFF2-40B4-BE49-F238E27FC236}">
                <a16:creationId xmlns:a16="http://schemas.microsoft.com/office/drawing/2014/main" id="{DA4CF6DD-1267-4367-B845-B59F2E680D75}"/>
              </a:ext>
            </a:extLst>
          </p:cNvPr>
          <p:cNvSpPr>
            <a:spLocks noGrp="1"/>
          </p:cNvSpPr>
          <p:nvPr/>
        </p:nvSpPr>
        <p:spPr>
          <a:xfrm>
            <a:off x="1809750" y="5676900"/>
            <a:ext cx="9772650" cy="3619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이번 코드가 사용하는 피벗 선택 규칙입니다.</a:t>
            </a:r>
          </a:p>
        </p:txBody>
      </p:sp>
    </p:spTree>
    <p:extLst>
      <p:ext uri="{BB962C8B-B14F-4D97-AF65-F5344CB8AC3E}">
        <p14:creationId xmlns:p14="http://schemas.microsoft.com/office/powerpoint/2010/main" val="12196991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1B6FDEDC-93A8-4011-89C3-5514DFEA2FA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9189E26-9754-4B43-B297-F0919A8EE84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63388E5-A68A-4D45-8F1A-28F19620B36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6과 마지막 값 1의 교환</a:t>
            </a:r>
          </a:p>
        </p:txBody>
      </p:sp>
      <p:sp>
        <p:nvSpPr>
          <p:cNvPr id="4" name="직사각형 3">
            <a:extLst>
              <a:ext uri="{FF2B5EF4-FFF2-40B4-BE49-F238E27FC236}">
                <a16:creationId xmlns:a16="http://schemas.microsoft.com/office/drawing/2014/main" id="{EE210FBB-2B98-4248-94D2-C347E7B3260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E8F93B68-16DB-4258-BA36-39B40EEE0FFB}"/>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a[2] = 6과 마지막 값 a[5] = 1을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6은 인덱스 5로, 1은 인덱스 2로 이동합니다.</a:t>
            </a:r>
          </a:p>
        </p:txBody>
      </p:sp>
      <p:sp>
        <p:nvSpPr>
          <p:cNvPr id="6" name="footer">
            <a:extLst>
              <a:ext uri="{FF2B5EF4-FFF2-40B4-BE49-F238E27FC236}">
                <a16:creationId xmlns:a16="http://schemas.microsoft.com/office/drawing/2014/main" id="{CB61FCDE-F8DC-4759-88CC-B3F727CE34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55352ED-B3D8-4D29-90C6-BEEC23395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60</a:t>
            </a:r>
            <a:endParaRPr sz="1050" b="0">
              <a:solidFill>
                <a:srgbClr val="151515"/>
              </a:solidFill>
              <a:latin typeface="Consolas"/>
              <a:ea typeface="Consolas"/>
              <a:cs typeface="Consolas"/>
            </a:endParaRPr>
          </a:p>
        </p:txBody>
      </p:sp>
      <p:sp>
        <p:nvSpPr>
          <p:cNvPr id="8" name="move-code">
            <a:extLst>
              <a:ext uri="{FF2B5EF4-FFF2-40B4-BE49-F238E27FC236}">
                <a16:creationId xmlns:a16="http://schemas.microsoft.com/office/drawing/2014/main" id="{89235F9E-FA6B-4410-A07C-7BEBC5F4CD15}"/>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a[pivot_idx], a[hi] = a[hi], a[pivot_idx]</a:t>
            </a:r>
          </a:p>
        </p:txBody>
      </p:sp>
      <p:sp>
        <p:nvSpPr>
          <p:cNvPr id="9" name="move-before-label">
            <a:extLst>
              <a:ext uri="{FF2B5EF4-FFF2-40B4-BE49-F238E27FC236}">
                <a16:creationId xmlns:a16="http://schemas.microsoft.com/office/drawing/2014/main" id="{5067E9FB-FE50-4A9C-A992-BEBD8B5CF154}"/>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946936A5-2AAD-41E5-934A-232FB185B447}"/>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1" name="move-before-index-0">
            <a:extLst>
              <a:ext uri="{FF2B5EF4-FFF2-40B4-BE49-F238E27FC236}">
                <a16:creationId xmlns:a16="http://schemas.microsoft.com/office/drawing/2014/main" id="{EBE61C47-F2E9-42DA-A36A-9036814091F5}"/>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move-before-index-1">
            <a:extLst>
              <a:ext uri="{FF2B5EF4-FFF2-40B4-BE49-F238E27FC236}">
                <a16:creationId xmlns:a16="http://schemas.microsoft.com/office/drawing/2014/main" id="{A38EDE10-9E6B-4913-BF43-0853FBF7F6C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move-before-index-2">
            <a:extLst>
              <a:ext uri="{FF2B5EF4-FFF2-40B4-BE49-F238E27FC236}">
                <a16:creationId xmlns:a16="http://schemas.microsoft.com/office/drawing/2014/main" id="{C47B0A07-218B-41A1-91D4-DB3EF53EBA9F}"/>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move-before-pointer-2">
            <a:extLst>
              <a:ext uri="{FF2B5EF4-FFF2-40B4-BE49-F238E27FC236}">
                <a16:creationId xmlns:a16="http://schemas.microsoft.com/office/drawing/2014/main" id="{14DB25A1-8BC6-43D4-80F4-5C51CC3A290C}"/>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move-before-index-3">
            <a:extLst>
              <a:ext uri="{FF2B5EF4-FFF2-40B4-BE49-F238E27FC236}">
                <a16:creationId xmlns:a16="http://schemas.microsoft.com/office/drawing/2014/main" id="{5E542C8A-A52F-4E94-832D-BBBD4AAC23D0}"/>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move-before-index-4">
            <a:extLst>
              <a:ext uri="{FF2B5EF4-FFF2-40B4-BE49-F238E27FC236}">
                <a16:creationId xmlns:a16="http://schemas.microsoft.com/office/drawing/2014/main" id="{35D1D19F-8093-432C-8B52-9977C93E0ADA}"/>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move-before-index-5">
            <a:extLst>
              <a:ext uri="{FF2B5EF4-FFF2-40B4-BE49-F238E27FC236}">
                <a16:creationId xmlns:a16="http://schemas.microsoft.com/office/drawing/2014/main" id="{9A4CD4CD-9ABD-4A5F-A430-8F3E816BE3B3}"/>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move-before-pointer-5">
            <a:extLst>
              <a:ext uri="{FF2B5EF4-FFF2-40B4-BE49-F238E27FC236}">
                <a16:creationId xmlns:a16="http://schemas.microsoft.com/office/drawing/2014/main" id="{90CAE218-7FC4-4513-97B3-A505A28D8788}"/>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9" name="move-after-label">
            <a:extLst>
              <a:ext uri="{FF2B5EF4-FFF2-40B4-BE49-F238E27FC236}">
                <a16:creationId xmlns:a16="http://schemas.microsoft.com/office/drawing/2014/main" id="{9BADD366-CA3A-423B-A4DA-DB3822A8251B}"/>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0" name="표 19">
            <a:extLst>
              <a:ext uri="{FF2B5EF4-FFF2-40B4-BE49-F238E27FC236}">
                <a16:creationId xmlns:a16="http://schemas.microsoft.com/office/drawing/2014/main" id="{8CB2C602-8118-4D82-8432-033A021369E4}"/>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21" name="move-after-index-0">
            <a:extLst>
              <a:ext uri="{FF2B5EF4-FFF2-40B4-BE49-F238E27FC236}">
                <a16:creationId xmlns:a16="http://schemas.microsoft.com/office/drawing/2014/main" id="{8A9E2D24-2594-4DCB-B195-612AC3589F59}"/>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move-after-index-1">
            <a:extLst>
              <a:ext uri="{FF2B5EF4-FFF2-40B4-BE49-F238E27FC236}">
                <a16:creationId xmlns:a16="http://schemas.microsoft.com/office/drawing/2014/main" id="{A24B4AC2-B8C8-40A2-8943-070D4D2EE34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move-after-index-2">
            <a:extLst>
              <a:ext uri="{FF2B5EF4-FFF2-40B4-BE49-F238E27FC236}">
                <a16:creationId xmlns:a16="http://schemas.microsoft.com/office/drawing/2014/main" id="{84483D91-0FC5-4D7E-87EF-DABE21E76CBA}"/>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move-after-pointer-2">
            <a:extLst>
              <a:ext uri="{FF2B5EF4-FFF2-40B4-BE49-F238E27FC236}">
                <a16:creationId xmlns:a16="http://schemas.microsoft.com/office/drawing/2014/main" id="{82F909D8-B6EB-43D9-B21B-A9A37C95E1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5" name="move-after-index-3">
            <a:extLst>
              <a:ext uri="{FF2B5EF4-FFF2-40B4-BE49-F238E27FC236}">
                <a16:creationId xmlns:a16="http://schemas.microsoft.com/office/drawing/2014/main" id="{DFEECA3F-5D3E-404C-9025-5841A1B5050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move-after-index-4">
            <a:extLst>
              <a:ext uri="{FF2B5EF4-FFF2-40B4-BE49-F238E27FC236}">
                <a16:creationId xmlns:a16="http://schemas.microsoft.com/office/drawing/2014/main" id="{797C20E6-F6A8-4241-9A6F-2D883ADC9807}"/>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move-after-index-5">
            <a:extLst>
              <a:ext uri="{FF2B5EF4-FFF2-40B4-BE49-F238E27FC236}">
                <a16:creationId xmlns:a16="http://schemas.microsoft.com/office/drawing/2014/main" id="{F44C99A7-FBBC-443F-BEDD-0F55A8A754F0}"/>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move-after-pointer-5">
            <a:extLst>
              <a:ext uri="{FF2B5EF4-FFF2-40B4-BE49-F238E27FC236}">
                <a16:creationId xmlns:a16="http://schemas.microsoft.com/office/drawing/2014/main" id="{C3A33030-EE2B-41B1-9418-3B96C9D2A745}"/>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9" name="temporary">
            <a:extLst>
              <a:ext uri="{FF2B5EF4-FFF2-40B4-BE49-F238E27FC236}">
                <a16:creationId xmlns:a16="http://schemas.microsoft.com/office/drawing/2014/main" id="{1EE66B05-4053-4F1F-BF7B-ED2B8D79F7F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끝의 6은 검사 동안 임시로 두는 값입니다. 최종 위치는 분할이 끝난 뒤 정합니다.</a:t>
            </a:r>
          </a:p>
        </p:txBody>
      </p:sp>
    </p:spTree>
    <p:extLst>
      <p:ext uri="{BB962C8B-B14F-4D97-AF65-F5344CB8AC3E}">
        <p14:creationId xmlns:p14="http://schemas.microsoft.com/office/powerpoint/2010/main" val="35394888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01FA01BA-7CA4-4C68-850E-BBE57CF211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1AF170AC-40E2-4F20-8897-8CFAD323B9B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BDC7786-D5E4-4A82-AD3E-37B561AA51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탐색 시작: L = 0, R = 4</a:t>
            </a:r>
          </a:p>
        </p:txBody>
      </p:sp>
      <p:sp>
        <p:nvSpPr>
          <p:cNvPr id="4" name="직사각형 3">
            <a:extLst>
              <a:ext uri="{FF2B5EF4-FFF2-40B4-BE49-F238E27FC236}">
                <a16:creationId xmlns:a16="http://schemas.microsoft.com/office/drawing/2014/main" id="{1C27AB2C-8003-4C62-B84A-114CD6EC98F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17D1D2A-F31D-44B7-8706-7E09840A7AB9}"/>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0, R = 4에서 시작합니다.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마지막 칸의 피벗 6을 제외하고, 인덱스 0~4를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비교에서 8 &gt; 6이므로 L은 인덱스 0에서 멈춥니다.</a:t>
            </a:r>
          </a:p>
        </p:txBody>
      </p:sp>
      <p:sp>
        <p:nvSpPr>
          <p:cNvPr id="6" name="footer">
            <a:extLst>
              <a:ext uri="{FF2B5EF4-FFF2-40B4-BE49-F238E27FC236}">
                <a16:creationId xmlns:a16="http://schemas.microsoft.com/office/drawing/2014/main" id="{DAB6EE2F-C64E-4869-B92D-A9BE2D06F09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2A2394D-F638-41A3-851C-BAC2D2CFAB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61</a:t>
            </a:r>
            <a:endParaRPr sz="1050" b="0">
              <a:solidFill>
                <a:srgbClr val="151515"/>
              </a:solidFill>
              <a:latin typeface="Consolas"/>
              <a:ea typeface="Consolas"/>
              <a:cs typeface="Consolas"/>
            </a:endParaRPr>
          </a:p>
        </p:txBody>
      </p:sp>
      <p:sp>
        <p:nvSpPr>
          <p:cNvPr id="8" name="begin-label">
            <a:extLst>
              <a:ext uri="{FF2B5EF4-FFF2-40B4-BE49-F238E27FC236}">
                <a16:creationId xmlns:a16="http://schemas.microsoft.com/office/drawing/2014/main" id="{BC4EEC0E-48E0-48AE-BA86-76D28C93D268}"/>
              </a:ext>
            </a:extLst>
          </p:cNvPr>
          <p:cNvSpPr>
            <a:spLocks noGrp="1"/>
          </p:cNvSpPr>
          <p:nvPr/>
        </p:nvSpPr>
        <p:spPr>
          <a:xfrm>
            <a:off x="609600" y="34099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32DA96EA-62F6-490A-A4E2-BC8A19B0251D}"/>
              </a:ext>
            </a:extLst>
          </p:cNvPr>
          <p:cNvGraphicFramePr/>
          <p:nvPr/>
        </p:nvGraphicFramePr>
        <p:xfrm>
          <a:off x="1809750" y="32385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0" name="begin-index-0">
            <a:extLst>
              <a:ext uri="{FF2B5EF4-FFF2-40B4-BE49-F238E27FC236}">
                <a16:creationId xmlns:a16="http://schemas.microsoft.com/office/drawing/2014/main" id="{E2B0C2A4-17CA-4448-9123-A6CA39E8A951}"/>
              </a:ext>
            </a:extLst>
          </p:cNvPr>
          <p:cNvSpPr>
            <a:spLocks noGrp="1"/>
          </p:cNvSpPr>
          <p:nvPr/>
        </p:nvSpPr>
        <p:spPr>
          <a:xfrm>
            <a:off x="1809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begin-pointer-0">
            <a:extLst>
              <a:ext uri="{FF2B5EF4-FFF2-40B4-BE49-F238E27FC236}">
                <a16:creationId xmlns:a16="http://schemas.microsoft.com/office/drawing/2014/main" id="{CC594F6B-ACDE-43FE-B60A-C79555672E33}"/>
              </a:ext>
            </a:extLst>
          </p:cNvPr>
          <p:cNvSpPr>
            <a:spLocks noGrp="1"/>
          </p:cNvSpPr>
          <p:nvPr/>
        </p:nvSpPr>
        <p:spPr>
          <a:xfrm>
            <a:off x="1809750" y="41052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begin-index-1">
            <a:extLst>
              <a:ext uri="{FF2B5EF4-FFF2-40B4-BE49-F238E27FC236}">
                <a16:creationId xmlns:a16="http://schemas.microsoft.com/office/drawing/2014/main" id="{003A366E-2107-4542-9E1A-D168B35F262C}"/>
              </a:ext>
            </a:extLst>
          </p:cNvPr>
          <p:cNvSpPr>
            <a:spLocks noGrp="1"/>
          </p:cNvSpPr>
          <p:nvPr/>
        </p:nvSpPr>
        <p:spPr>
          <a:xfrm>
            <a:off x="31813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begin-index-2">
            <a:extLst>
              <a:ext uri="{FF2B5EF4-FFF2-40B4-BE49-F238E27FC236}">
                <a16:creationId xmlns:a16="http://schemas.microsoft.com/office/drawing/2014/main" id="{005F945D-995F-4F90-AFA4-8D7263815F42}"/>
              </a:ext>
            </a:extLst>
          </p:cNvPr>
          <p:cNvSpPr>
            <a:spLocks noGrp="1"/>
          </p:cNvSpPr>
          <p:nvPr/>
        </p:nvSpPr>
        <p:spPr>
          <a:xfrm>
            <a:off x="45529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begin-index-3">
            <a:extLst>
              <a:ext uri="{FF2B5EF4-FFF2-40B4-BE49-F238E27FC236}">
                <a16:creationId xmlns:a16="http://schemas.microsoft.com/office/drawing/2014/main" id="{91C7A188-1A79-4F09-8844-F1A68EC6FE80}"/>
              </a:ext>
            </a:extLst>
          </p:cNvPr>
          <p:cNvSpPr>
            <a:spLocks noGrp="1"/>
          </p:cNvSpPr>
          <p:nvPr/>
        </p:nvSpPr>
        <p:spPr>
          <a:xfrm>
            <a:off x="59245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begin-index-4">
            <a:extLst>
              <a:ext uri="{FF2B5EF4-FFF2-40B4-BE49-F238E27FC236}">
                <a16:creationId xmlns:a16="http://schemas.microsoft.com/office/drawing/2014/main" id="{F89225C1-95AE-4469-8557-1B36384ECAE8}"/>
              </a:ext>
            </a:extLst>
          </p:cNvPr>
          <p:cNvSpPr>
            <a:spLocks noGrp="1"/>
          </p:cNvSpPr>
          <p:nvPr/>
        </p:nvSpPr>
        <p:spPr>
          <a:xfrm>
            <a:off x="72961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begin-pointer-4">
            <a:extLst>
              <a:ext uri="{FF2B5EF4-FFF2-40B4-BE49-F238E27FC236}">
                <a16:creationId xmlns:a16="http://schemas.microsoft.com/office/drawing/2014/main" id="{AFC1CCCB-C111-4004-A129-C7F98A769520}"/>
              </a:ext>
            </a:extLst>
          </p:cNvPr>
          <p:cNvSpPr>
            <a:spLocks noGrp="1"/>
          </p:cNvSpPr>
          <p:nvPr/>
        </p:nvSpPr>
        <p:spPr>
          <a:xfrm>
            <a:off x="7296150" y="41052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7" name="begin-index-5">
            <a:extLst>
              <a:ext uri="{FF2B5EF4-FFF2-40B4-BE49-F238E27FC236}">
                <a16:creationId xmlns:a16="http://schemas.microsoft.com/office/drawing/2014/main" id="{88EE50C9-DAA1-4901-9C9E-6922F6F35A25}"/>
              </a:ext>
            </a:extLst>
          </p:cNvPr>
          <p:cNvSpPr>
            <a:spLocks noGrp="1"/>
          </p:cNvSpPr>
          <p:nvPr/>
        </p:nvSpPr>
        <p:spPr>
          <a:xfrm>
            <a:off x="8667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begin-pointer-5">
            <a:extLst>
              <a:ext uri="{FF2B5EF4-FFF2-40B4-BE49-F238E27FC236}">
                <a16:creationId xmlns:a16="http://schemas.microsoft.com/office/drawing/2014/main" id="{B2F5939F-A19F-4BA0-A198-0171B61EA900}"/>
              </a:ext>
            </a:extLst>
          </p:cNvPr>
          <p:cNvSpPr>
            <a:spLocks noGrp="1"/>
          </p:cNvSpPr>
          <p:nvPr/>
        </p:nvSpPr>
        <p:spPr>
          <a:xfrm>
            <a:off x="8667750" y="41052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9" name="begin-code">
            <a:extLst>
              <a:ext uri="{FF2B5EF4-FFF2-40B4-BE49-F238E27FC236}">
                <a16:creationId xmlns:a16="http://schemas.microsoft.com/office/drawing/2014/main" id="{463353ED-868C-4ACA-9328-0AC2ED7A0959}"/>
              </a:ext>
            </a:extLst>
          </p:cNvPr>
          <p:cNvSpPr>
            <a:spLocks noGrp="1"/>
          </p:cNvSpPr>
          <p:nvPr/>
        </p:nvSpPr>
        <p:spPr>
          <a:xfrm>
            <a:off x="1809750" y="4857750"/>
            <a:ext cx="9772650" cy="685800"/>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pivot = a[hi]</a:t>
            </a:r>
          </a:p>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L, R = lo, hi - 1</a:t>
            </a:r>
          </a:p>
        </p:txBody>
      </p:sp>
      <p:sp>
        <p:nvSpPr>
          <p:cNvPr id="20" name="begin-next">
            <a:extLst>
              <a:ext uri="{FF2B5EF4-FFF2-40B4-BE49-F238E27FC236}">
                <a16:creationId xmlns:a16="http://schemas.microsoft.com/office/drawing/2014/main" id="{EC37F1B3-5DDC-4073-8F58-E029787A97FD}"/>
              </a:ext>
            </a:extLst>
          </p:cNvPr>
          <p:cNvSpPr>
            <a:spLocks noGrp="1"/>
          </p:cNvSpPr>
          <p:nvPr/>
        </p:nvSpPr>
        <p:spPr>
          <a:xfrm>
            <a:off x="1809750" y="5667375"/>
            <a:ext cx="9772650" cy="34290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다음: R이 7을 지나, 왼쪽으로 보낼 값 3을 찾습니다.</a:t>
            </a:r>
          </a:p>
        </p:txBody>
      </p:sp>
    </p:spTree>
    <p:extLst>
      <p:ext uri="{BB962C8B-B14F-4D97-AF65-F5344CB8AC3E}">
        <p14:creationId xmlns:p14="http://schemas.microsoft.com/office/powerpoint/2010/main" val="8521362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62</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B3C37D52-D0D2-40A4-B79E-008FEF4DA1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8747972-5920-40A6-BDFF-DBD9685FA85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B684E0-1259-4941-ACDF-A1E1D00BBBC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두 포인터가 찾은 8과 3의 교환</a:t>
            </a:r>
          </a:p>
        </p:txBody>
      </p:sp>
      <p:sp>
        <p:nvSpPr>
          <p:cNvPr id="4" name="rule-4">
            <a:extLst>
              <a:ext uri="{FF2B5EF4-FFF2-40B4-BE49-F238E27FC236}">
                <a16:creationId xmlns:a16="http://schemas.microsoft.com/office/drawing/2014/main" id="{AE0991D4-B7DB-4FC2-B666-5031D3058E0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A713EAF-76BA-46E4-B1A0-728743A7EE0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33EEB17-B431-4DE8-972B-6CEA6F7D2C3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63</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775EC92F-DF01-426F-AD78-EE162FA99C64}"/>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L = 0의 8은 오른쪽으로, R = 3의 3은 왼쪽으로 보내야 합니다. 피벗은 끝의 6입니다.</a:t>
            </a:r>
          </a:p>
        </p:txBody>
      </p:sp>
      <p:pic>
        <p:nvPicPr>
          <p:cNvPr id="8" name="그림 7">
            <a:extLst>
              <a:ext uri="{FF2B5EF4-FFF2-40B4-BE49-F238E27FC236}">
                <a16:creationId xmlns:a16="http://schemas.microsoft.com/office/drawing/2014/main" id="{610EDCB3-2739-462D-924D-BC2FE49C2E94}"/>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CB480CE1-5003-4A70-B5ED-9A8D34929029}"/>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이번에는 두 값만 맞바꿉니다. L = 0, R = 3은 다음 탐색에서 이동합니다.</a:t>
            </a:r>
          </a:p>
        </p:txBody>
      </p:sp>
    </p:spTree>
    <p:extLst>
      <p:ext uri="{BB962C8B-B14F-4D97-AF65-F5344CB8AC3E}">
        <p14:creationId xmlns:p14="http://schemas.microsoft.com/office/powerpoint/2010/main" val="31662951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64</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65</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66</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67</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68</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49506B32-45EE-4696-9290-BD5FE284E6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FC4C96E-A455-42CB-97E7-242EA405676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ED98A6-2569-4539-9F5D-0E323F05D1F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마지막 교환: 피벗 6의 자리 확정</a:t>
            </a:r>
          </a:p>
        </p:txBody>
      </p:sp>
      <p:sp>
        <p:nvSpPr>
          <p:cNvPr id="4" name="rule-5">
            <a:extLst>
              <a:ext uri="{FF2B5EF4-FFF2-40B4-BE49-F238E27FC236}">
                <a16:creationId xmlns:a16="http://schemas.microsoft.com/office/drawing/2014/main" id="{40A445E2-1896-4468-8E48-1A57B40E0A6A}"/>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E1AF51B-E3EF-4193-B3DE-CB9426D7864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7E88509-ADB2-4C15-875A-B961F500794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69</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DCF09E0F-1041-469C-9B4E-A9EA97114F78}"/>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L = 3, R = 2로 교차했습니다. L이 가리키는 8과 맨 끝의 피벗 6을 바꿉니다.</a:t>
            </a:r>
          </a:p>
        </p:txBody>
      </p:sp>
      <p:pic>
        <p:nvPicPr>
          <p:cNvPr id="8" name="그림 7">
            <a:extLst>
              <a:ext uri="{FF2B5EF4-FFF2-40B4-BE49-F238E27FC236}">
                <a16:creationId xmlns:a16="http://schemas.microsoft.com/office/drawing/2014/main" id="{19FD0839-608C-466C-9DFC-1EF437EAB102}"/>
              </a:ext>
            </a:extLst>
          </p:cNvPr>
          <p:cNvPicPr>
            <a:picLocks noChangeAspect="1"/>
          </p:cNvPicPr>
          <p:nvPr/>
        </p:nvPicPr>
        <p:blipFill>
          <a:blip r:embed="rId3"/>
          <a:stretch/>
        </p:blipFill>
        <p:spPr>
          <a:xfrm>
            <a:off x="1258372" y="2181225"/>
            <a:ext cx="9675255" cy="3800475"/>
          </a:xfrm>
          <a:prstGeom prst="rect">
            <a:avLst/>
          </a:prstGeom>
        </p:spPr>
      </p:pic>
      <p:sp>
        <p:nvSpPr>
          <p:cNvPr id="9" name="caption">
            <a:extLst>
              <a:ext uri="{FF2B5EF4-FFF2-40B4-BE49-F238E27FC236}">
                <a16:creationId xmlns:a16="http://schemas.microsoft.com/office/drawing/2014/main" id="{4E4644CD-5E7E-4CED-AC17-C8CB2203038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6의 자리는 확정되었습니다. 6을 제외한 왼쪽 세 칸과 오른쪽 두 칸을 다시 정렬합니다.</a:t>
            </a:r>
          </a:p>
        </p:txBody>
      </p:sp>
    </p:spTree>
    <p:extLst>
      <p:ext uri="{BB962C8B-B14F-4D97-AF65-F5344CB8AC3E}">
        <p14:creationId xmlns:p14="http://schemas.microsoft.com/office/powerpoint/2010/main" val="6487066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84FA6A66-0C75-412B-A7D7-70C46C6B7F6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AABB25B-2ADC-48FE-837E-94056C7509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5A8C20C-21E1-43E2-B0DE-B201C05A786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⑧ 피벗을 두 구간 사이에 놓는 교환</a:t>
            </a:r>
          </a:p>
        </p:txBody>
      </p:sp>
      <p:sp>
        <p:nvSpPr>
          <p:cNvPr id="4" name="직사각형 3">
            <a:extLst>
              <a:ext uri="{FF2B5EF4-FFF2-40B4-BE49-F238E27FC236}">
                <a16:creationId xmlns:a16="http://schemas.microsoft.com/office/drawing/2014/main" id="{A1B17120-8BDB-4F83-B98E-B1F88D29177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B6EB386-58A2-49AA-814C-998E5A9CF0E7}"/>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3, R = 2로 교차했습니다. L은 큰 값 구간의 첫 칸입니다.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그 칸의 8과 맨 끝 피벗 6을 교환합니다. 피벗의 최종 위치는 3입니다.</a:t>
            </a:r>
          </a:p>
        </p:txBody>
      </p:sp>
      <p:sp>
        <p:nvSpPr>
          <p:cNvPr id="6" name="footer">
            <a:extLst>
              <a:ext uri="{FF2B5EF4-FFF2-40B4-BE49-F238E27FC236}">
                <a16:creationId xmlns:a16="http://schemas.microsoft.com/office/drawing/2014/main" id="{36C2D372-D692-487E-BC47-D9DFDE820F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3850092-E791-45F6-B803-4CD8DB667B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70</a:t>
            </a:r>
            <a:endParaRPr sz="1050" b="0">
              <a:solidFill>
                <a:srgbClr val="151515"/>
              </a:solidFill>
              <a:latin typeface="Consolas"/>
              <a:ea typeface="Consolas"/>
              <a:cs typeface="Consolas"/>
            </a:endParaRPr>
          </a:p>
        </p:txBody>
      </p:sp>
      <p:sp>
        <p:nvSpPr>
          <p:cNvPr id="8" name="finish-code">
            <a:extLst>
              <a:ext uri="{FF2B5EF4-FFF2-40B4-BE49-F238E27FC236}">
                <a16:creationId xmlns:a16="http://schemas.microsoft.com/office/drawing/2014/main" id="{632FAEEE-3AB7-432C-ABBD-706E8F20C6E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a[L], a[hi] = a[hi], a[L]</a:t>
            </a:r>
          </a:p>
        </p:txBody>
      </p:sp>
      <p:sp>
        <p:nvSpPr>
          <p:cNvPr id="9" name="finish-before-label">
            <a:extLst>
              <a:ext uri="{FF2B5EF4-FFF2-40B4-BE49-F238E27FC236}">
                <a16:creationId xmlns:a16="http://schemas.microsoft.com/office/drawing/2014/main" id="{DE58ACAF-0423-446C-B350-AD2817D3EB5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1F029646-9D78-4A21-8265-C8EFCE2C11FA}"/>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1" name="finish-before-index-0">
            <a:extLst>
              <a:ext uri="{FF2B5EF4-FFF2-40B4-BE49-F238E27FC236}">
                <a16:creationId xmlns:a16="http://schemas.microsoft.com/office/drawing/2014/main" id="{84B36DCD-8CED-40C6-A19E-5D6745006C1C}"/>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finish-before-index-1">
            <a:extLst>
              <a:ext uri="{FF2B5EF4-FFF2-40B4-BE49-F238E27FC236}">
                <a16:creationId xmlns:a16="http://schemas.microsoft.com/office/drawing/2014/main" id="{9C549C43-DD12-4D18-BEDF-91349D814CA7}"/>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finish-before-index-2">
            <a:extLst>
              <a:ext uri="{FF2B5EF4-FFF2-40B4-BE49-F238E27FC236}">
                <a16:creationId xmlns:a16="http://schemas.microsoft.com/office/drawing/2014/main" id="{878F4C34-9FC5-46A9-AED9-9A4B5857ADB3}"/>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finish-before-pointer-2">
            <a:extLst>
              <a:ext uri="{FF2B5EF4-FFF2-40B4-BE49-F238E27FC236}">
                <a16:creationId xmlns:a16="http://schemas.microsoft.com/office/drawing/2014/main" id="{E3E919BB-1050-4571-A747-A57732B705CE}"/>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finish-before-index-3">
            <a:extLst>
              <a:ext uri="{FF2B5EF4-FFF2-40B4-BE49-F238E27FC236}">
                <a16:creationId xmlns:a16="http://schemas.microsoft.com/office/drawing/2014/main" id="{283AAC60-D028-40C7-B574-8720069C0A49}"/>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finish-before-pointer-3">
            <a:extLst>
              <a:ext uri="{FF2B5EF4-FFF2-40B4-BE49-F238E27FC236}">
                <a16:creationId xmlns:a16="http://schemas.microsoft.com/office/drawing/2014/main" id="{7931A72D-F083-4996-9FD9-72CBC65E9B07}"/>
              </a:ext>
            </a:extLst>
          </p:cNvPr>
          <p:cNvSpPr>
            <a:spLocks noGrp="1"/>
          </p:cNvSpPr>
          <p:nvPr/>
        </p:nvSpPr>
        <p:spPr>
          <a:xfrm>
            <a:off x="59245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7" name="finish-before-index-4">
            <a:extLst>
              <a:ext uri="{FF2B5EF4-FFF2-40B4-BE49-F238E27FC236}">
                <a16:creationId xmlns:a16="http://schemas.microsoft.com/office/drawing/2014/main" id="{5A72BAF5-05DE-4697-93E8-9096CE2EA90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8" name="finish-before-index-5">
            <a:extLst>
              <a:ext uri="{FF2B5EF4-FFF2-40B4-BE49-F238E27FC236}">
                <a16:creationId xmlns:a16="http://schemas.microsoft.com/office/drawing/2014/main" id="{ECCA4909-7182-4C0C-8FF5-C99A18BCE230}"/>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9" name="finish-before-pointer-5">
            <a:extLst>
              <a:ext uri="{FF2B5EF4-FFF2-40B4-BE49-F238E27FC236}">
                <a16:creationId xmlns:a16="http://schemas.microsoft.com/office/drawing/2014/main" id="{45E01680-B801-4D8B-9CE2-F6CBDF1AFC61}"/>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0" name="finish-after-label">
            <a:extLst>
              <a:ext uri="{FF2B5EF4-FFF2-40B4-BE49-F238E27FC236}">
                <a16:creationId xmlns:a16="http://schemas.microsoft.com/office/drawing/2014/main" id="{834BD7FF-022E-4DE0-AC33-315C4A2628F9}"/>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1" name="표 20">
            <a:extLst>
              <a:ext uri="{FF2B5EF4-FFF2-40B4-BE49-F238E27FC236}">
                <a16:creationId xmlns:a16="http://schemas.microsoft.com/office/drawing/2014/main" id="{E17C060C-81FA-4AB4-B6D1-C75DE96D0B8F}"/>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finish-after-index-0">
            <a:extLst>
              <a:ext uri="{FF2B5EF4-FFF2-40B4-BE49-F238E27FC236}">
                <a16:creationId xmlns:a16="http://schemas.microsoft.com/office/drawing/2014/main" id="{0948BCA8-8199-4277-A601-B153C71361B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finish-after-index-1">
            <a:extLst>
              <a:ext uri="{FF2B5EF4-FFF2-40B4-BE49-F238E27FC236}">
                <a16:creationId xmlns:a16="http://schemas.microsoft.com/office/drawing/2014/main" id="{CC3561E4-E0E6-4B7E-A600-6EB14E8A397C}"/>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finish-after-index-2">
            <a:extLst>
              <a:ext uri="{FF2B5EF4-FFF2-40B4-BE49-F238E27FC236}">
                <a16:creationId xmlns:a16="http://schemas.microsoft.com/office/drawing/2014/main" id="{ED3551EB-2AC2-4817-9494-93DB79BB03C1}"/>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finish-after-index-3">
            <a:extLst>
              <a:ext uri="{FF2B5EF4-FFF2-40B4-BE49-F238E27FC236}">
                <a16:creationId xmlns:a16="http://schemas.microsoft.com/office/drawing/2014/main" id="{F457C119-EA2B-4321-B8E9-37BC095035FA}"/>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finish-after-pointer-3">
            <a:extLst>
              <a:ext uri="{FF2B5EF4-FFF2-40B4-BE49-F238E27FC236}">
                <a16:creationId xmlns:a16="http://schemas.microsoft.com/office/drawing/2014/main" id="{AEB2C90C-866F-4308-A596-3B044E840234}"/>
              </a:ext>
            </a:extLst>
          </p:cNvPr>
          <p:cNvSpPr>
            <a:spLocks noGrp="1"/>
          </p:cNvSpPr>
          <p:nvPr/>
        </p:nvSpPr>
        <p:spPr>
          <a:xfrm>
            <a:off x="59245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7" name="finish-after-index-4">
            <a:extLst>
              <a:ext uri="{FF2B5EF4-FFF2-40B4-BE49-F238E27FC236}">
                <a16:creationId xmlns:a16="http://schemas.microsoft.com/office/drawing/2014/main" id="{A9460426-F9D4-4201-8D2B-8A681C30B0E5}"/>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8" name="finish-after-index-5">
            <a:extLst>
              <a:ext uri="{FF2B5EF4-FFF2-40B4-BE49-F238E27FC236}">
                <a16:creationId xmlns:a16="http://schemas.microsoft.com/office/drawing/2014/main" id="{AD28A13D-EAA0-469D-A428-DA1504CD792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9" name="finish-range">
            <a:extLst>
              <a:ext uri="{FF2B5EF4-FFF2-40B4-BE49-F238E27FC236}">
                <a16:creationId xmlns:a16="http://schemas.microsoft.com/office/drawing/2014/main" id="{F7EB5374-0F69-4B1D-A992-BCE78079EE10}"/>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파랑: 6 이하인 왼쪽 구간     주황: 피벗 6     초록: 6보다 큰 오른쪽 구간</a:t>
            </a:r>
          </a:p>
        </p:txBody>
      </p:sp>
    </p:spTree>
    <p:extLst>
      <p:ext uri="{BB962C8B-B14F-4D97-AF65-F5344CB8AC3E}">
        <p14:creationId xmlns:p14="http://schemas.microsoft.com/office/powerpoint/2010/main" val="70196062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3DED2EE7-3764-4955-992E-032C5CC3D29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D8B0F5D-59D9-4DB7-B054-6E157CC9DB9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1730B79-FFF1-4B6F-84F9-DD1AE192257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호출: 왼쪽 구간 0~2부터</a:t>
            </a:r>
          </a:p>
        </p:txBody>
      </p:sp>
      <p:sp>
        <p:nvSpPr>
          <p:cNvPr id="4" name="직사각형 3">
            <a:extLst>
              <a:ext uri="{FF2B5EF4-FFF2-40B4-BE49-F238E27FC236}">
                <a16:creationId xmlns:a16="http://schemas.microsoft.com/office/drawing/2014/main" id="{19C38582-DEB9-4724-8506-02DEA0E875F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92E6855-8E30-4C24-802B-80E497A0D8D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6의 위치 p = 3은 확정됐습니다. 다음 정렬에서 제외합니다.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[3,4,1]을 먼저 정렬하고, 그 호출이 끝나면 오른쪽 [7,8]을 정렬합니다.</a:t>
            </a:r>
          </a:p>
        </p:txBody>
      </p:sp>
      <p:sp>
        <p:nvSpPr>
          <p:cNvPr id="6" name="row-0-label">
            <a:extLst>
              <a:ext uri="{FF2B5EF4-FFF2-40B4-BE49-F238E27FC236}">
                <a16:creationId xmlns:a16="http://schemas.microsoft.com/office/drawing/2014/main" id="{90146053-F4BE-43DA-BE4C-E2446AD60D9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00E63606-5933-4784-8FAC-D764C0D1461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BF8A61B-3C7E-42A2-B508-CBE1FBF23BED}"/>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CA0F840-9354-446B-9247-DFCBF242570D}"/>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FB5DBE11-D966-43BE-9523-23C2C1DBDB4C}"/>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E3A7A95B-DAAD-4312-BC03-92595C20274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B1BB4F78-F96C-4086-A700-DE783AE33C3D}"/>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9B24C669-7408-4B34-9FB8-F75B525E08B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BED33E5D-F51F-432F-BD0F-B3DB6462BAFC}"/>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9DDBEBFF-F5EB-452B-A40C-76B70963880B}"/>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E8922BEF-3327-4DE2-A982-78D6AEB999D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먼저 왼쪽 호출을 끝냅니다. 오른쪽 호출은 그동안 기다립니다.</a:t>
            </a:r>
          </a:p>
        </p:txBody>
      </p:sp>
      <p:sp>
        <p:nvSpPr>
          <p:cNvPr id="17" name="footer">
            <a:extLst>
              <a:ext uri="{FF2B5EF4-FFF2-40B4-BE49-F238E27FC236}">
                <a16:creationId xmlns:a16="http://schemas.microsoft.com/office/drawing/2014/main" id="{45BD2160-5D22-4A39-AE9E-50F285DABF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FFABBEDD-A638-4F87-B9AC-F62439CE4D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2352915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21245E3-0AE7-4C64-B1DA-C3AEFDA127D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FE050D6-DDF8-4170-BB58-4CE26DCF26F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5B5183A-C7AB-4C58-9109-3C24752C9A8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[3,4,1]: 피벗 4의 이동</a:t>
            </a:r>
          </a:p>
        </p:txBody>
      </p:sp>
      <p:sp>
        <p:nvSpPr>
          <p:cNvPr id="4" name="직사각형 3">
            <a:extLst>
              <a:ext uri="{FF2B5EF4-FFF2-40B4-BE49-F238E27FC236}">
                <a16:creationId xmlns:a16="http://schemas.microsoft.com/office/drawing/2014/main" id="{FE1ADF83-B797-46F2-92F6-5C1E9E55CAA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B0C0F26-F0BF-429F-9BD1-5EC30EC4A1B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0, hi = 2이므로 가운데 인덱스는 1입니다. 피벗은 a[1] = 4입니다.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4와 이 구간의 마지막 값 a[2] = 1을 교환합니다.</a:t>
            </a:r>
          </a:p>
        </p:txBody>
      </p:sp>
      <p:sp>
        <p:nvSpPr>
          <p:cNvPr id="6" name="row-0-label">
            <a:extLst>
              <a:ext uri="{FF2B5EF4-FFF2-40B4-BE49-F238E27FC236}">
                <a16:creationId xmlns:a16="http://schemas.microsoft.com/office/drawing/2014/main" id="{25146F28-CE2F-4421-ABC3-C422A8C69C91}"/>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D831311-282D-4BB6-910E-03AC683EE9F0}"/>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935837-76D0-468C-8B80-A996D06430AA}"/>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2E693EE-3541-4C81-A0C4-F6F084C52F1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E9403CD5-F3BA-4C7F-8DB4-1F526584CE33}"/>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1" name="row-0-index-2">
            <a:extLst>
              <a:ext uri="{FF2B5EF4-FFF2-40B4-BE49-F238E27FC236}">
                <a16:creationId xmlns:a16="http://schemas.microsoft.com/office/drawing/2014/main" id="{5CAF7593-B86B-4219-9518-60C094307BE8}"/>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68DEE73F-E1C2-4783-85D4-736E8628E7A4}"/>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3" name="row-0-index-3">
            <a:extLst>
              <a:ext uri="{FF2B5EF4-FFF2-40B4-BE49-F238E27FC236}">
                <a16:creationId xmlns:a16="http://schemas.microsoft.com/office/drawing/2014/main" id="{B38FFAE7-50CE-4AA0-B80B-A6AD76E0082E}"/>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E707423F-7A1D-4176-B478-7FE63C30D22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BAD709A6-035A-4849-854D-3633FCC5A1C2}"/>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17D4D3CF-3195-4C92-8FAE-0DCA190323AD}"/>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FECA06A5-988A-4652-AECC-DB7D31328215}"/>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25D527EC-BAAD-4F47-9E3F-57AE0D43A21F}"/>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8F9A1D0-E825-4DF1-887F-767B950970B1}"/>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pointer-1-0">
            <a:extLst>
              <a:ext uri="{FF2B5EF4-FFF2-40B4-BE49-F238E27FC236}">
                <a16:creationId xmlns:a16="http://schemas.microsoft.com/office/drawing/2014/main" id="{ED64382F-2015-4295-AD8C-6C03AA5F13A2}"/>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1" name="row-1-index-2">
            <a:extLst>
              <a:ext uri="{FF2B5EF4-FFF2-40B4-BE49-F238E27FC236}">
                <a16:creationId xmlns:a16="http://schemas.microsoft.com/office/drawing/2014/main" id="{4C365494-FE66-49BC-89E2-5079D4B66C3F}"/>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2" name="row-1-pointer-2-0">
            <a:extLst>
              <a:ext uri="{FF2B5EF4-FFF2-40B4-BE49-F238E27FC236}">
                <a16:creationId xmlns:a16="http://schemas.microsoft.com/office/drawing/2014/main" id="{2DA889C6-3FBE-4BCA-83F0-E0020F31AE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3" name="row-1-index-3">
            <a:extLst>
              <a:ext uri="{FF2B5EF4-FFF2-40B4-BE49-F238E27FC236}">
                <a16:creationId xmlns:a16="http://schemas.microsoft.com/office/drawing/2014/main" id="{F578C770-F74D-4466-B21E-6F4C7BB748B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4FD2817F-6485-4838-9DC5-7D7FA6D727F8}"/>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EF24B2D3-2A50-4C69-BEE8-71ECC4BD4DF3}"/>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960D8608-0B57-4CF1-B6AC-B25AC1771C7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a[2] = a[2], a[1]</a:t>
            </a:r>
          </a:p>
        </p:txBody>
      </p:sp>
      <p:sp>
        <p:nvSpPr>
          <p:cNvPr id="27" name="caption">
            <a:extLst>
              <a:ext uri="{FF2B5EF4-FFF2-40B4-BE49-F238E27FC236}">
                <a16:creationId xmlns:a16="http://schemas.microsoft.com/office/drawing/2014/main" id="{27CC703F-5210-492B-98FE-C0B34D868F7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현재 구간의 마지막 칸은 hi = 2입니다.</a:t>
            </a:r>
          </a:p>
        </p:txBody>
      </p:sp>
      <p:sp>
        <p:nvSpPr>
          <p:cNvPr id="28" name="footer">
            <a:extLst>
              <a:ext uri="{FF2B5EF4-FFF2-40B4-BE49-F238E27FC236}">
                <a16:creationId xmlns:a16="http://schemas.microsoft.com/office/drawing/2014/main" id="{24D6E761-6ACD-4740-A130-81D210A4A3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4E39E72C-A126-4B97-B6A7-1AF1FFDE42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7206638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B3FA8C2-A4A9-4533-AFAD-3346134EF61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DA601D80-7AB9-4780-8B45-CF90E852A18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199C757-9F4D-42F8-B690-F76596805CF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 = 0, R = 1에서 시작</a:t>
            </a:r>
          </a:p>
        </p:txBody>
      </p:sp>
      <p:sp>
        <p:nvSpPr>
          <p:cNvPr id="4" name="직사각형 3">
            <a:extLst>
              <a:ext uri="{FF2B5EF4-FFF2-40B4-BE49-F238E27FC236}">
                <a16:creationId xmlns:a16="http://schemas.microsoft.com/office/drawing/2014/main" id="{208C6BC3-9568-481A-B1EE-6F5ED2EFDAA1}"/>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F56E610-E8C0-4630-A72D-0B4CB69A59E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3과 1입니다. 피벗 4는 인덱스 2에 따로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L은 3을, R은 1을 가리킵니다. 먼저 L의 값부터 검사합니다.</a:t>
            </a:r>
          </a:p>
        </p:txBody>
      </p:sp>
      <p:sp>
        <p:nvSpPr>
          <p:cNvPr id="6" name="row-0-label">
            <a:extLst>
              <a:ext uri="{FF2B5EF4-FFF2-40B4-BE49-F238E27FC236}">
                <a16:creationId xmlns:a16="http://schemas.microsoft.com/office/drawing/2014/main" id="{C054C33B-C960-46AA-A459-C71C0B68DE7B}"/>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C10A3858-AEBB-432F-BBEF-8FD673FEB6B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F091B04E-3D25-44B8-BE05-345E9D2ED07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EE5C2FE7-9C84-4F85-961F-AC56F904D42A}"/>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index-1">
            <a:extLst>
              <a:ext uri="{FF2B5EF4-FFF2-40B4-BE49-F238E27FC236}">
                <a16:creationId xmlns:a16="http://schemas.microsoft.com/office/drawing/2014/main" id="{CF62BCB0-8850-4354-86AB-62B71089F55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6D5764FE-568D-4BE6-97BE-43A626512D27}"/>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105DF8F3-C39B-4D93-A8E0-239F43E22E81}"/>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BC3B4465-E66F-4A20-A214-3CDFB9980817}"/>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A91E964C-93DB-4E66-BC69-526EF575F69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85C0A97D-24CF-4173-8723-67A457C49B3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C8111034-0A74-4459-8682-9F7C8617390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AA8D505-60AF-4358-A609-652D18C2BB9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4</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1</a:t>
            </a:r>
          </a:p>
        </p:txBody>
      </p:sp>
      <p:sp>
        <p:nvSpPr>
          <p:cNvPr id="18" name="caption">
            <a:extLst>
              <a:ext uri="{FF2B5EF4-FFF2-40B4-BE49-F238E27FC236}">
                <a16:creationId xmlns:a16="http://schemas.microsoft.com/office/drawing/2014/main" id="{03EFC852-D3A1-4D8D-B2B5-4FFD50E8D35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3 ≤ 4이므로 다음에 L을 한 칸 늘립니다.</a:t>
            </a:r>
          </a:p>
        </p:txBody>
      </p:sp>
      <p:sp>
        <p:nvSpPr>
          <p:cNvPr id="19" name="footer">
            <a:extLst>
              <a:ext uri="{FF2B5EF4-FFF2-40B4-BE49-F238E27FC236}">
                <a16:creationId xmlns:a16="http://schemas.microsoft.com/office/drawing/2014/main" id="{EB1C5BB1-3BB0-4B19-AC54-7A7C1D37F90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C4AF81CA-FAE2-49C8-8FF4-A7EC0DA802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93796766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576D7DA-810D-4B33-960F-0D80C0B2628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F110D8D-D654-45E8-A068-A37EBE0B052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C24209-2FB1-440E-8005-EF57F92115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L이 0에서 1로 이동</a:t>
            </a:r>
          </a:p>
        </p:txBody>
      </p:sp>
      <p:sp>
        <p:nvSpPr>
          <p:cNvPr id="4" name="직사각형 3">
            <a:extLst>
              <a:ext uri="{FF2B5EF4-FFF2-40B4-BE49-F238E27FC236}">
                <a16:creationId xmlns:a16="http://schemas.microsoft.com/office/drawing/2014/main" id="{9534CE5C-47AF-4DA4-BAF3-B25A8E3A060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FDA936C-3A16-41D8-A3F9-551E8866627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a[0] = 3 ≤ 4이므로 L을 1로 늘립니다. 배열 값은 그대로입니다.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L과 R은 모두 인덱스 1의 값 1을 가리킵니다.</a:t>
            </a:r>
          </a:p>
        </p:txBody>
      </p:sp>
      <p:sp>
        <p:nvSpPr>
          <p:cNvPr id="6" name="row-0-label">
            <a:extLst>
              <a:ext uri="{FF2B5EF4-FFF2-40B4-BE49-F238E27FC236}">
                <a16:creationId xmlns:a16="http://schemas.microsoft.com/office/drawing/2014/main" id="{C590C8B9-03C7-44FF-BFE0-230DDF97476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1782A6A3-2F84-4B2D-A4B7-C92E5C05B22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50BF83F-691A-4A7B-9E3F-13266E87448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BBBE3C6-A11E-4C69-8095-C45B85137860}"/>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D47646-F9EE-47D8-B671-5CD98E295240}"/>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1" name="row-0-pointer-1-1">
            <a:extLst>
              <a:ext uri="{FF2B5EF4-FFF2-40B4-BE49-F238E27FC236}">
                <a16:creationId xmlns:a16="http://schemas.microsoft.com/office/drawing/2014/main" id="{E68D2FB7-A92D-4CA7-B1CC-1BC343778AE5}"/>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A4C65338-9D49-4216-89E5-26C6F1A52C12}"/>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FC9065AE-78EB-4D6E-AC26-CDC0EFF5120A}"/>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754A7EDE-7131-4E8B-B586-C120CEA781EA}"/>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61080E86-75D0-4821-8355-5C35C76A50C0}"/>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A1F77C38-2690-4B70-987E-220D5F53F1E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531DBA9D-CBEC-43E2-8FAF-F2002B4DFF5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 1</a:t>
            </a:r>
          </a:p>
        </p:txBody>
      </p:sp>
      <p:sp>
        <p:nvSpPr>
          <p:cNvPr id="18" name="caption">
            <a:extLst>
              <a:ext uri="{FF2B5EF4-FFF2-40B4-BE49-F238E27FC236}">
                <a16:creationId xmlns:a16="http://schemas.microsoft.com/office/drawing/2014/main" id="{743F37D9-608F-4171-95E4-652424BDC7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R인 칸도 검사합니다. 1 ≤ 4이므로 L이 다시 이동합니다.</a:t>
            </a:r>
          </a:p>
        </p:txBody>
      </p:sp>
      <p:sp>
        <p:nvSpPr>
          <p:cNvPr id="19" name="footer">
            <a:extLst>
              <a:ext uri="{FF2B5EF4-FFF2-40B4-BE49-F238E27FC236}">
                <a16:creationId xmlns:a16="http://schemas.microsoft.com/office/drawing/2014/main" id="{EFD37965-4183-45BC-B1CF-C5D608A1595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34A291E-135B-4780-949B-344D5CD80E6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11509504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97D3831C-C9C2-4FB6-8651-8944F28BEFC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A016AF-0CB6-41A7-888C-1AA4F472C7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EF0F7C-CADF-447E-A2C6-3320994B51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교차 후 인덱스 2 확정</a:t>
            </a:r>
          </a:p>
        </p:txBody>
      </p:sp>
      <p:sp>
        <p:nvSpPr>
          <p:cNvPr id="4" name="직사각형 3">
            <a:extLst>
              <a:ext uri="{FF2B5EF4-FFF2-40B4-BE49-F238E27FC236}">
                <a16:creationId xmlns:a16="http://schemas.microsoft.com/office/drawing/2014/main" id="{20C3AA48-C2A4-4D4D-9AD4-2D03F54F742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ACA71D1-8034-4755-8700-6FEB17BD9B02}"/>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a[1] = 1 ≤ 4이므로 L = 2, R = 1로 교차합니다.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2이므로 마지막 교환은 4와 자기 자신입니다. 배열은 그대로입니다.</a:t>
            </a:r>
          </a:p>
        </p:txBody>
      </p:sp>
      <p:sp>
        <p:nvSpPr>
          <p:cNvPr id="6" name="row-0-label">
            <a:extLst>
              <a:ext uri="{FF2B5EF4-FFF2-40B4-BE49-F238E27FC236}">
                <a16:creationId xmlns:a16="http://schemas.microsoft.com/office/drawing/2014/main" id="{9E6A2E61-7C68-4BCC-B968-2640E9AB15B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2A1D049C-956F-4E2D-BC4D-7D20C2093B9F}"/>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C8BD5F9C-214E-4FF8-86D1-E2F6149B4B20}"/>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7629AEB-5AD8-47A6-BA66-E6091D7275C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8D3020-3B79-4507-ABA8-37336A8C2319}"/>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2">
            <a:extLst>
              <a:ext uri="{FF2B5EF4-FFF2-40B4-BE49-F238E27FC236}">
                <a16:creationId xmlns:a16="http://schemas.microsoft.com/office/drawing/2014/main" id="{C7FE5D39-4B48-473F-9072-B77FEA5D3A64}"/>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09AD36AC-4D36-437B-B9C2-E31A6ED6352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3" name="row-0-pointer-2-1">
            <a:extLst>
              <a:ext uri="{FF2B5EF4-FFF2-40B4-BE49-F238E27FC236}">
                <a16:creationId xmlns:a16="http://schemas.microsoft.com/office/drawing/2014/main" id="{339F7576-C599-4036-B528-896DE1B0127E}"/>
              </a:ext>
            </a:extLst>
          </p:cNvPr>
          <p:cNvSpPr>
            <a:spLocks noGrp="1"/>
          </p:cNvSpPr>
          <p:nvPr/>
        </p:nvSpPr>
        <p:spPr>
          <a:xfrm>
            <a:off x="45529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C58B7C52-8891-42DC-A7FD-E919FAAA5D2E}"/>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5C550F55-E648-40A6-81F5-8BE62BBCB16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D76C538D-6E02-48B5-A96F-2F4F2D1220F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491520B8-EC7A-4B3E-8624-F752E031328C}"/>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a[2], a[2] = a[2], a[2]</a:t>
            </a:r>
          </a:p>
        </p:txBody>
      </p:sp>
      <p:sp>
        <p:nvSpPr>
          <p:cNvPr id="18" name="caption">
            <a:extLst>
              <a:ext uri="{FF2B5EF4-FFF2-40B4-BE49-F238E27FC236}">
                <a16:creationId xmlns:a16="http://schemas.microsoft.com/office/drawing/2014/main" id="{3E758AED-3533-44EA-B701-D77B1E93F23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2입니다. 앞의 [3,1]은 아직 정렬해야 합니다.</a:t>
            </a:r>
          </a:p>
        </p:txBody>
      </p:sp>
      <p:sp>
        <p:nvSpPr>
          <p:cNvPr id="19" name="footer">
            <a:extLst>
              <a:ext uri="{FF2B5EF4-FFF2-40B4-BE49-F238E27FC236}">
                <a16:creationId xmlns:a16="http://schemas.microsoft.com/office/drawing/2014/main" id="{677F18DB-B59C-40A1-A851-E2E8FC86BA3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F8352E5C-8A9D-4014-9E14-294DD6636D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96263023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1F696C2B-1E53-42A5-B5FF-C80C7BDCB3E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4CCA9F9-936A-4CC2-9438-C89598AA42A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59EF62B-5D66-42ED-AE9A-7881F87E7FA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왼쪽 호출: 구간 0~1</a:t>
            </a:r>
          </a:p>
        </p:txBody>
      </p:sp>
      <p:sp>
        <p:nvSpPr>
          <p:cNvPr id="4" name="직사각형 3">
            <a:extLst>
              <a:ext uri="{FF2B5EF4-FFF2-40B4-BE49-F238E27FC236}">
                <a16:creationId xmlns:a16="http://schemas.microsoft.com/office/drawing/2014/main" id="{CC52715F-0AEF-477A-BA8B-9E86BE4B1BC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7133F2B-508C-42A7-82DC-ACFD89D2352D}"/>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4의 위치 p = 2를 제외하고, 왼쪽 [3,1]을 다시 정렬합니다.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lo = 0, hi = 1입니다. 4와 6의 칸은 이번 호출에서 움직이지 않습니다.</a:t>
            </a:r>
          </a:p>
        </p:txBody>
      </p:sp>
      <p:sp>
        <p:nvSpPr>
          <p:cNvPr id="6" name="row-0-label">
            <a:extLst>
              <a:ext uri="{FF2B5EF4-FFF2-40B4-BE49-F238E27FC236}">
                <a16:creationId xmlns:a16="http://schemas.microsoft.com/office/drawing/2014/main" id="{17BD6FDB-0B74-45A5-8F5C-60139EB2C73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E5CCCE3-2BAA-4665-9634-06C9005D384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2157AF-EAFE-4E9D-A394-727B4C5A66B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2FC9804-AC79-4DC1-AC7A-72523DB6B655}"/>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36509077-467C-4883-97B5-688742A50277}"/>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7C8EBA7-4548-4D7A-A0F2-1F58A64261D3}"/>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8144268-4EE7-439E-9DE5-391C129CBB8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0C190B06-D387-4E91-BA76-B1513C579197}"/>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A0C69085-6B1B-4D57-BCFE-EA0260D8C15E}"/>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1)</a:t>
            </a:r>
          </a:p>
        </p:txBody>
      </p:sp>
      <p:sp>
        <p:nvSpPr>
          <p:cNvPr id="15" name="caption">
            <a:extLst>
              <a:ext uri="{FF2B5EF4-FFF2-40B4-BE49-F238E27FC236}">
                <a16:creationId xmlns:a16="http://schemas.microsoft.com/office/drawing/2014/main" id="{C8DBDAA5-32BE-47A6-AE54-F2B5BBE45BBA}"/>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원소가 두 개이므로 한 번 더 분할합니다.</a:t>
            </a:r>
          </a:p>
        </p:txBody>
      </p:sp>
      <p:sp>
        <p:nvSpPr>
          <p:cNvPr id="16" name="footer">
            <a:extLst>
              <a:ext uri="{FF2B5EF4-FFF2-40B4-BE49-F238E27FC236}">
                <a16:creationId xmlns:a16="http://schemas.microsoft.com/office/drawing/2014/main" id="{A9D2C1A3-0FE9-422D-A8DB-A9CAB5B377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9E40C139-5A3C-44F2-827F-5E776A0C09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6273994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AD2183B-9F83-4931-A730-498593F3A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FC005E0-E26F-416C-B443-7AFE957075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103F4FE-8137-4B1C-AB9A-D3BBAF2AA5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[3,1]: 피벗 3의 이동</a:t>
            </a:r>
          </a:p>
        </p:txBody>
      </p:sp>
      <p:sp>
        <p:nvSpPr>
          <p:cNvPr id="4" name="직사각형 3">
            <a:extLst>
              <a:ext uri="{FF2B5EF4-FFF2-40B4-BE49-F238E27FC236}">
                <a16:creationId xmlns:a16="http://schemas.microsoft.com/office/drawing/2014/main" id="{DF28EB16-55FC-4B87-B284-B39BEBCBDF1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AA421CC-D0B9-4EAC-A2E9-0E86672B50E3}"/>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(0 + 1) // 2 = 0이므로 피벗은 a[0] = 3입니다.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3과 현재 구간의 마지막 값 a[1] = 1을 교환합니다.</a:t>
            </a:r>
          </a:p>
        </p:txBody>
      </p:sp>
      <p:sp>
        <p:nvSpPr>
          <p:cNvPr id="6" name="row-0-label">
            <a:extLst>
              <a:ext uri="{FF2B5EF4-FFF2-40B4-BE49-F238E27FC236}">
                <a16:creationId xmlns:a16="http://schemas.microsoft.com/office/drawing/2014/main" id="{D99ECD32-42AD-4ED7-903C-6507F1217EB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7A72E16-53EA-42FD-8D3A-82713D724636}"/>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8A1F344F-0109-4F96-B1A2-0E745D76E7E1}"/>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9BBE94FF-83D0-45B1-B3D7-23AD8A808A62}"/>
              </a:ext>
            </a:extLst>
          </p:cNvPr>
          <p:cNvSpPr>
            <a:spLocks noGrp="1"/>
          </p:cNvSpPr>
          <p:nvPr/>
        </p:nvSpPr>
        <p:spPr>
          <a:xfrm>
            <a:off x="1809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0" name="row-0-index-1">
            <a:extLst>
              <a:ext uri="{FF2B5EF4-FFF2-40B4-BE49-F238E27FC236}">
                <a16:creationId xmlns:a16="http://schemas.microsoft.com/office/drawing/2014/main" id="{5C008F2B-09AE-47FA-94EB-E419BE8BE1E5}"/>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0B514456-0B35-42D1-935D-A1BF8FE6AF26}"/>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2" name="row-0-index-2">
            <a:extLst>
              <a:ext uri="{FF2B5EF4-FFF2-40B4-BE49-F238E27FC236}">
                <a16:creationId xmlns:a16="http://schemas.microsoft.com/office/drawing/2014/main" id="{FEA67AE8-8406-4453-9065-3332BDEE17A2}"/>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index-3">
            <a:extLst>
              <a:ext uri="{FF2B5EF4-FFF2-40B4-BE49-F238E27FC236}">
                <a16:creationId xmlns:a16="http://schemas.microsoft.com/office/drawing/2014/main" id="{5E92B316-33BF-467E-A8D1-BB1504FAFA9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FDAD009C-3238-435F-AB90-3939E6DFB6C0}"/>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01A9AFC2-1602-4B01-B071-95244770A1D1}"/>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B2D0806B-DF3B-47FB-8DAA-3050605E2405}"/>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AF861A8-809E-4824-AE6C-95D60B8C7453}"/>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A7F06687-56C5-42E9-94E9-FA0019286A22}"/>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pointer-0-0">
            <a:extLst>
              <a:ext uri="{FF2B5EF4-FFF2-40B4-BE49-F238E27FC236}">
                <a16:creationId xmlns:a16="http://schemas.microsoft.com/office/drawing/2014/main" id="{B477809C-65E9-43AA-B0E3-182510E87368}"/>
              </a:ext>
            </a:extLst>
          </p:cNvPr>
          <p:cNvSpPr>
            <a:spLocks noGrp="1"/>
          </p:cNvSpPr>
          <p:nvPr/>
        </p:nvSpPr>
        <p:spPr>
          <a:xfrm>
            <a:off x="18097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0" name="row-1-index-1">
            <a:extLst>
              <a:ext uri="{FF2B5EF4-FFF2-40B4-BE49-F238E27FC236}">
                <a16:creationId xmlns:a16="http://schemas.microsoft.com/office/drawing/2014/main" id="{B6258E1D-2131-4F09-8F6F-36EEF4E556E2}"/>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1" name="row-1-pointer-1-0">
            <a:extLst>
              <a:ext uri="{FF2B5EF4-FFF2-40B4-BE49-F238E27FC236}">
                <a16:creationId xmlns:a16="http://schemas.microsoft.com/office/drawing/2014/main" id="{86DEEF7E-B3E1-4D71-903F-4040D93B802F}"/>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2" name="row-1-index-2">
            <a:extLst>
              <a:ext uri="{FF2B5EF4-FFF2-40B4-BE49-F238E27FC236}">
                <a16:creationId xmlns:a16="http://schemas.microsoft.com/office/drawing/2014/main" id="{C622039D-B70D-4DBF-BC65-4363D4FAE5CD}"/>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row-1-index-3">
            <a:extLst>
              <a:ext uri="{FF2B5EF4-FFF2-40B4-BE49-F238E27FC236}">
                <a16:creationId xmlns:a16="http://schemas.microsoft.com/office/drawing/2014/main" id="{7F2F688D-A917-4D45-8729-DCB2CF91CFD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B35D6765-577E-4CED-B011-3E528EC127D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BC57FD5F-0824-4ECC-BD73-980DB96543A4}"/>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7A2E3518-A974-461B-9DB6-056B638B63A9}"/>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a[0], a[1] = a[1], a[0]</a:t>
            </a:r>
          </a:p>
        </p:txBody>
      </p:sp>
      <p:sp>
        <p:nvSpPr>
          <p:cNvPr id="27" name="caption">
            <a:extLst>
              <a:ext uri="{FF2B5EF4-FFF2-40B4-BE49-F238E27FC236}">
                <a16:creationId xmlns:a16="http://schemas.microsoft.com/office/drawing/2014/main" id="{7EB078FF-EA48-440C-AEC1-CC541F05A886}"/>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 구간의 hi는 1입니다. 그 뒤의 칸은 바꾸지 않습니다.</a:t>
            </a:r>
          </a:p>
        </p:txBody>
      </p:sp>
      <p:sp>
        <p:nvSpPr>
          <p:cNvPr id="28" name="footer">
            <a:extLst>
              <a:ext uri="{FF2B5EF4-FFF2-40B4-BE49-F238E27FC236}">
                <a16:creationId xmlns:a16="http://schemas.microsoft.com/office/drawing/2014/main" id="{CF83EAB4-6654-40E2-9E23-6E80D3FEAC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8C1D22E5-89E9-4996-8997-7C16EBC388D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77</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05368849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7109DD84-FF14-4B5D-81D8-D925965919A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F71941-0668-4661-8B02-6604BF4D60C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711A2E4-F644-43E2-9DEE-0FD69DB8336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L = R = 0에서 시작</a:t>
            </a:r>
          </a:p>
        </p:txBody>
      </p:sp>
      <p:sp>
        <p:nvSpPr>
          <p:cNvPr id="4" name="직사각형 3">
            <a:extLst>
              <a:ext uri="{FF2B5EF4-FFF2-40B4-BE49-F238E27FC236}">
                <a16:creationId xmlns:a16="http://schemas.microsoft.com/office/drawing/2014/main" id="{0AC14260-5A5D-4946-97E3-B7BBBFEA861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3186957-0584-4BD2-A217-CFEE9470B088}"/>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3은 인덱스 1에 두고, 앞의 값 1만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L과 R은 모두 인덱스 0을 가리킵니다. 1 ≤ 3이므로 L을 늘립니다.</a:t>
            </a:r>
          </a:p>
        </p:txBody>
      </p:sp>
      <p:sp>
        <p:nvSpPr>
          <p:cNvPr id="6" name="row-0-label">
            <a:extLst>
              <a:ext uri="{FF2B5EF4-FFF2-40B4-BE49-F238E27FC236}">
                <a16:creationId xmlns:a16="http://schemas.microsoft.com/office/drawing/2014/main" id="{C7034892-BB77-4D73-B227-CE2F8461242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B8C9C7F3-CAD5-4131-BD4A-0B73130D22A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77F78A4-0562-4E19-86D4-96228726F9F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0456D762-7AF2-4CDC-AFE4-E04640B9D670}"/>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pointer-0-1">
            <a:extLst>
              <a:ext uri="{FF2B5EF4-FFF2-40B4-BE49-F238E27FC236}">
                <a16:creationId xmlns:a16="http://schemas.microsoft.com/office/drawing/2014/main" id="{D7A6A221-98AE-41F1-A327-026A3CCFA3A5}"/>
              </a:ext>
            </a:extLst>
          </p:cNvPr>
          <p:cNvSpPr>
            <a:spLocks noGrp="1"/>
          </p:cNvSpPr>
          <p:nvPr/>
        </p:nvSpPr>
        <p:spPr>
          <a:xfrm>
            <a:off x="18097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1">
            <a:extLst>
              <a:ext uri="{FF2B5EF4-FFF2-40B4-BE49-F238E27FC236}">
                <a16:creationId xmlns:a16="http://schemas.microsoft.com/office/drawing/2014/main" id="{159D7E9B-A79D-49F7-AA88-2D8ADA022A3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row-0-pointer-1-0">
            <a:extLst>
              <a:ext uri="{FF2B5EF4-FFF2-40B4-BE49-F238E27FC236}">
                <a16:creationId xmlns:a16="http://schemas.microsoft.com/office/drawing/2014/main" id="{BD3DD98A-C124-4DA8-8AE5-E6892079DADE}"/>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202D1E0B-7916-468A-9D2E-6B227D423B6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680766-7EEB-4A12-98E3-D4EA45D6D6DB}"/>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02B5E842-5AA0-48F5-93B2-F5834159FED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365E78C6-53C1-450B-86A1-6A3752CC6D3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7660B134-347A-46BB-8135-ABD67819CC3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0</a:t>
            </a:r>
          </a:p>
        </p:txBody>
      </p:sp>
      <p:sp>
        <p:nvSpPr>
          <p:cNvPr id="18" name="caption">
            <a:extLst>
              <a:ext uri="{FF2B5EF4-FFF2-40B4-BE49-F238E27FC236}">
                <a16:creationId xmlns:a16="http://schemas.microsoft.com/office/drawing/2014/main" id="{7D26C921-7161-4CA8-B867-0FD0DBA6D46C}"/>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R이어도 현재 칸을 한 번 검사합니다.</a:t>
            </a:r>
          </a:p>
        </p:txBody>
      </p:sp>
      <p:sp>
        <p:nvSpPr>
          <p:cNvPr id="19" name="footer">
            <a:extLst>
              <a:ext uri="{FF2B5EF4-FFF2-40B4-BE49-F238E27FC236}">
                <a16:creationId xmlns:a16="http://schemas.microsoft.com/office/drawing/2014/main" id="{676998A6-DA83-46BF-BD18-24498C98FF4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4EBCA455-20E3-4110-91A6-DF2164DF56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78</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80076694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1ADC1441-61B9-49D6-998C-A315A929D36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EEADE77A-A667-48A9-814D-E89C6AC2193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13D902-C6E4-4521-9AEA-57C1100F37F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교차 후 인덱스 1 확정</a:t>
            </a:r>
          </a:p>
        </p:txBody>
      </p:sp>
      <p:sp>
        <p:nvSpPr>
          <p:cNvPr id="4" name="직사각형 3">
            <a:extLst>
              <a:ext uri="{FF2B5EF4-FFF2-40B4-BE49-F238E27FC236}">
                <a16:creationId xmlns:a16="http://schemas.microsoft.com/office/drawing/2014/main" id="{523FF129-B995-4990-B6AD-11D71487A3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6B637673-FB75-4713-9505-832DC2FCA7E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 ≤ 3이므로 L = 1, R = 0이 되어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1입니다. 마지막 교환은 3과 자기 자신이므로 배열은 그대로입니다.</a:t>
            </a:r>
          </a:p>
        </p:txBody>
      </p:sp>
      <p:sp>
        <p:nvSpPr>
          <p:cNvPr id="6" name="row-0-label">
            <a:extLst>
              <a:ext uri="{FF2B5EF4-FFF2-40B4-BE49-F238E27FC236}">
                <a16:creationId xmlns:a16="http://schemas.microsoft.com/office/drawing/2014/main" id="{F8CC12BB-8821-4162-94C1-F06A4FC68BB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828EB925-FC96-440E-9724-11FF29103EE0}"/>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4874C374-1747-4B42-B295-A00AC73A43BC}"/>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84A1A805-7AF5-425A-ADB3-2668826B8B96}"/>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0" name="row-0-index-1">
            <a:extLst>
              <a:ext uri="{FF2B5EF4-FFF2-40B4-BE49-F238E27FC236}">
                <a16:creationId xmlns:a16="http://schemas.microsoft.com/office/drawing/2014/main" id="{7ECA0C79-0956-4961-9FBE-B8E84BF2A92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A44DE6E0-B08C-4162-839E-67ADBA41466A}"/>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row-0-pointer-1-1">
            <a:extLst>
              <a:ext uri="{FF2B5EF4-FFF2-40B4-BE49-F238E27FC236}">
                <a16:creationId xmlns:a16="http://schemas.microsoft.com/office/drawing/2014/main" id="{C00442E2-6CF2-488C-870D-2E3400ACF93F}"/>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191EC43E-2CC8-449C-B3DA-74610E37793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031156-78A0-49BC-ABEA-7EE15933F6F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CCC3495D-2994-4CE7-B754-775172C0717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804134F0-89A0-4018-9D55-7DA83470DE8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0B2C662-6855-485A-BA1F-966CCB0C5DE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a[1] = a[1], a[1]</a:t>
            </a:r>
          </a:p>
        </p:txBody>
      </p:sp>
      <p:sp>
        <p:nvSpPr>
          <p:cNvPr id="18" name="caption">
            <a:extLst>
              <a:ext uri="{FF2B5EF4-FFF2-40B4-BE49-F238E27FC236}">
                <a16:creationId xmlns:a16="http://schemas.microsoft.com/office/drawing/2014/main" id="{EB0D1F38-FCD2-493A-9867-84C53CEF7E84}"/>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1입니다. 다음 구간은 [0,0]과 [2,1]입니다.</a:t>
            </a:r>
          </a:p>
        </p:txBody>
      </p:sp>
      <p:sp>
        <p:nvSpPr>
          <p:cNvPr id="19" name="footer">
            <a:extLst>
              <a:ext uri="{FF2B5EF4-FFF2-40B4-BE49-F238E27FC236}">
                <a16:creationId xmlns:a16="http://schemas.microsoft.com/office/drawing/2014/main" id="{B165DDF9-D1A9-4875-A397-46B027BFE52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0D4FFFE-6F44-458A-9D4F-144FF4D540B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79</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0077363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F192DB85-93C6-478E-8F6B-76E07A65F5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7ED5BC9D-E7CC-406D-9219-BF92AEC5A3A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BACA2BC-2E3E-4F96-9505-CDF41A3B3F4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종료 조건: 한 칸과 빈 구간</a:t>
            </a:r>
          </a:p>
        </p:txBody>
      </p:sp>
      <p:sp>
        <p:nvSpPr>
          <p:cNvPr id="4" name="직사각형 3">
            <a:extLst>
              <a:ext uri="{FF2B5EF4-FFF2-40B4-BE49-F238E27FC236}">
                <a16:creationId xmlns:a16="http://schemas.microsoft.com/office/drawing/2014/main" id="{FAD47C47-44CD-4234-A09D-4F7F13AE4B4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E6BF5B4-4557-4D37-97DE-C1EF46581FA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quick_sort(a, 0, 0)은 원소 하나입니다. quick_sort(a, 2, 1)은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hi이므로 partition을 호출하지 않고 바로 돌아옵니다.</a:t>
            </a:r>
          </a:p>
        </p:txBody>
      </p:sp>
      <p:sp>
        <p:nvSpPr>
          <p:cNvPr id="6" name="row-0-label">
            <a:extLst>
              <a:ext uri="{FF2B5EF4-FFF2-40B4-BE49-F238E27FC236}">
                <a16:creationId xmlns:a16="http://schemas.microsoft.com/office/drawing/2014/main" id="{7F80258D-7855-4227-857C-DDC97A8B2CF6}"/>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4CE81B-66C7-4BCF-8FF4-642B7E6264B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C5570D9-30DD-42F2-AC4D-329D1E4325B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5DCDC746-BA00-44B7-9E24-EF23306B3F37}"/>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0" name="row-0-index-1">
            <a:extLst>
              <a:ext uri="{FF2B5EF4-FFF2-40B4-BE49-F238E27FC236}">
                <a16:creationId xmlns:a16="http://schemas.microsoft.com/office/drawing/2014/main" id="{12800F57-30BE-4E0B-8544-A41202271B4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index-2">
            <a:extLst>
              <a:ext uri="{FF2B5EF4-FFF2-40B4-BE49-F238E27FC236}">
                <a16:creationId xmlns:a16="http://schemas.microsoft.com/office/drawing/2014/main" id="{478F0DEE-33E5-43B9-B7AF-CC92862FC65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index-3">
            <a:extLst>
              <a:ext uri="{FF2B5EF4-FFF2-40B4-BE49-F238E27FC236}">
                <a16:creationId xmlns:a16="http://schemas.microsoft.com/office/drawing/2014/main" id="{B1ECA3A5-A7B5-4F65-AB9D-BA3C04F3CDD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3" name="row-0-index-4">
            <a:extLst>
              <a:ext uri="{FF2B5EF4-FFF2-40B4-BE49-F238E27FC236}">
                <a16:creationId xmlns:a16="http://schemas.microsoft.com/office/drawing/2014/main" id="{A6ED8301-4AF4-4062-8FA9-FE856EFEF0E9}"/>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6ABC2848-CEB8-43C0-BD31-FB603E666318}"/>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065BA7E0-3BE0-40F6-94E6-DAB0313D32E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0)</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2, 1)</a:t>
            </a:r>
          </a:p>
        </p:txBody>
      </p:sp>
      <p:sp>
        <p:nvSpPr>
          <p:cNvPr id="16" name="caption">
            <a:extLst>
              <a:ext uri="{FF2B5EF4-FFF2-40B4-BE49-F238E27FC236}">
                <a16:creationId xmlns:a16="http://schemas.microsoft.com/office/drawing/2014/main" id="{AA154F91-BEC3-4427-9059-FEDC46C4483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종료 조건 lo ≥ hi는 원소 하나인 경우와 빈 구간을 함께 처리합니다.</a:t>
            </a:r>
          </a:p>
        </p:txBody>
      </p:sp>
      <p:sp>
        <p:nvSpPr>
          <p:cNvPr id="17" name="footer">
            <a:extLst>
              <a:ext uri="{FF2B5EF4-FFF2-40B4-BE49-F238E27FC236}">
                <a16:creationId xmlns:a16="http://schemas.microsoft.com/office/drawing/2014/main" id="{E30B158D-FA03-4AAC-9A95-DF098FD5328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E4FD7409-D2A4-47CD-9CD7-E41711119C8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80</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7139084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D4B75C87-C384-4F10-9CA5-E0C7A4CAA53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A7FC5DD-56BE-4F27-A504-1069704755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27231F9-9F41-4AD3-B993-EEC16BC477E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정렬 종료와 원래 호출로 복귀</a:t>
            </a:r>
          </a:p>
        </p:txBody>
      </p:sp>
      <p:sp>
        <p:nvSpPr>
          <p:cNvPr id="4" name="직사각형 3">
            <a:extLst>
              <a:ext uri="{FF2B5EF4-FFF2-40B4-BE49-F238E27FC236}">
                <a16:creationId xmlns:a16="http://schemas.microsoft.com/office/drawing/2014/main" id="{22D3A6B6-E3A8-413D-A8BB-BC72B903A01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F05A1F6-F206-4EE5-A2A8-03933AA77A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구간 0~1을 끝내고 0~2 호출로 돌아옵니다. 오른쪽 [3,2]도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[1,3,4]를 모두 끝냈으므로, 원래 0~5 호출에서 오른쪽 4~5를 시작합니다.</a:t>
            </a:r>
          </a:p>
        </p:txBody>
      </p:sp>
      <p:sp>
        <p:nvSpPr>
          <p:cNvPr id="6" name="row-0-label">
            <a:extLst>
              <a:ext uri="{FF2B5EF4-FFF2-40B4-BE49-F238E27FC236}">
                <a16:creationId xmlns:a16="http://schemas.microsoft.com/office/drawing/2014/main" id="{D099AA8C-06F7-4CC7-85AD-F3F1BAF97E44}"/>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DEB7039F-4D96-4F6A-BA0C-8327AFA540F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7ECE670-C2F7-4E55-A211-A37758F9100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8EF50E4-2B49-470E-B2AD-20CAFFFE47EA}"/>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9674C0D9-48DA-4332-99EA-FBD7C70C33C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EB0B82C-AF52-41E9-BE7A-F65CEF39041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ED72CA73-18CA-4E24-B2DE-9DB5B96D9B03}"/>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4685CEE8-6969-49AA-9659-D1ADE72684C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4F7652A8-03BB-40E2-8C89-B797D81A24BA}"/>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3FDCB438-5878-4B7F-A3AB-F2C1984EDA99}"/>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3,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F6C1329D-2D1A-4A4E-A5A9-5E647F3840B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[1,3,4]는 완료했습니다. 다음 검사 범위는 인덱스 4~5입니다.</a:t>
            </a:r>
          </a:p>
        </p:txBody>
      </p:sp>
      <p:sp>
        <p:nvSpPr>
          <p:cNvPr id="17" name="footer">
            <a:extLst>
              <a:ext uri="{FF2B5EF4-FFF2-40B4-BE49-F238E27FC236}">
                <a16:creationId xmlns:a16="http://schemas.microsoft.com/office/drawing/2014/main" id="{BF92A377-47AD-4DB0-A5A3-9505ECD31B8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2A7A23A8-80E1-4C3D-8207-A4C9419A73A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219548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7B1217A-525C-4D4F-8342-1359B31C00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0F85ED2-B795-4006-8345-862DF6CC32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9DD29D-7754-437D-A04A-DFA0614E528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 [7,8]: 피벗 7의 이동</a:t>
            </a:r>
          </a:p>
        </p:txBody>
      </p:sp>
      <p:sp>
        <p:nvSpPr>
          <p:cNvPr id="4" name="직사각형 3">
            <a:extLst>
              <a:ext uri="{FF2B5EF4-FFF2-40B4-BE49-F238E27FC236}">
                <a16:creationId xmlns:a16="http://schemas.microsoft.com/office/drawing/2014/main" id="{F91A1CA7-32CD-40D1-8414-7FB63F35EE1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E4E7A78-5AE5-449D-BEC7-C38D3C691934}"/>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4, hi = 5입니다. 가운데 인덱스는 4이고 피벗은 a[4] = 7입니다.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7과 현재 구간의 마지막 값 a[5] = 8을 교환합니다.</a:t>
            </a:r>
          </a:p>
        </p:txBody>
      </p:sp>
      <p:sp>
        <p:nvSpPr>
          <p:cNvPr id="6" name="row-0-label">
            <a:extLst>
              <a:ext uri="{FF2B5EF4-FFF2-40B4-BE49-F238E27FC236}">
                <a16:creationId xmlns:a16="http://schemas.microsoft.com/office/drawing/2014/main" id="{F8B77709-7DAC-4A07-97D6-A9B7700DBF56}"/>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4E2F995-E11D-46E4-9EB1-4DF1D3648A44}"/>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82C387-32F1-4D7D-8D2F-DAEDA8CFEAE3}"/>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BA6E7070-5059-465E-8721-11D9F731247C}"/>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D0A46364-5F44-48BA-8E6D-3E42FBD9443B}"/>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B87463D6-510E-4F19-A03B-D7B1595E35B6}"/>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9045F05-4786-4937-86BD-C451D82AF82B}"/>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3E967BE9-CE7B-42E4-9F93-2F407D29A8E9}"/>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5">
            <a:extLst>
              <a:ext uri="{FF2B5EF4-FFF2-40B4-BE49-F238E27FC236}">
                <a16:creationId xmlns:a16="http://schemas.microsoft.com/office/drawing/2014/main" id="{20448A1E-9FA2-4945-9A76-A9881923268A}"/>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8400B041-10E2-4507-BF8D-D7A9CD75C537}"/>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6" name="row-1-label">
            <a:extLst>
              <a:ext uri="{FF2B5EF4-FFF2-40B4-BE49-F238E27FC236}">
                <a16:creationId xmlns:a16="http://schemas.microsoft.com/office/drawing/2014/main" id="{B9E09BD3-BFA7-4E67-A428-DFD9BE3EF8EF}"/>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75C0B5F-C328-471E-9EE4-DCAE5F86E2EA}"/>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CB174DE0-DD4C-424E-9223-FD0939A01EDC}"/>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1BCB1A2-20D7-4D4A-B249-89B0DEAB4C9B}"/>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5E98F3F6-FFBB-4D33-8F99-54F83243C564}"/>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243D8A04-902C-4B87-A9F1-31BB4A74E115}"/>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D316660E-8CAE-4087-89EF-A8C5732F6E7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1C489635-35DD-4A50-9EA2-98499488C359}"/>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4" name="row-1-index-5">
            <a:extLst>
              <a:ext uri="{FF2B5EF4-FFF2-40B4-BE49-F238E27FC236}">
                <a16:creationId xmlns:a16="http://schemas.microsoft.com/office/drawing/2014/main" id="{616EBFBC-80A7-4EA9-9BB2-3EA0329A645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3D8225C0-F363-4FA4-9752-77C35B3B9BCE}"/>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6" name="code">
            <a:extLst>
              <a:ext uri="{FF2B5EF4-FFF2-40B4-BE49-F238E27FC236}">
                <a16:creationId xmlns:a16="http://schemas.microsoft.com/office/drawing/2014/main" id="{5E30E128-2985-4B61-8E9B-F1CE253673D7}"/>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F032B432-6B1D-4DB3-B0C8-8AA3F6F424A5}"/>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원래 [7,8]이어도 이 코드의 준비 교환을 그대로 실행합니다.</a:t>
            </a:r>
          </a:p>
        </p:txBody>
      </p:sp>
      <p:sp>
        <p:nvSpPr>
          <p:cNvPr id="28" name="footer">
            <a:extLst>
              <a:ext uri="{FF2B5EF4-FFF2-40B4-BE49-F238E27FC236}">
                <a16:creationId xmlns:a16="http://schemas.microsoft.com/office/drawing/2014/main" id="{752879BE-371F-4DCC-8F93-9352E1A8CDD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D0ED281D-B319-41FB-9B74-E8B807143B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82509074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C1D098BC-3FFD-492B-9442-958DCBF6C6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A1E3B19-9A3F-4022-BE27-6708C467B9C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C06B55-0592-451E-AB6D-EC7B2356A7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L = R = 4에서 시작</a:t>
            </a:r>
          </a:p>
        </p:txBody>
      </p:sp>
      <p:sp>
        <p:nvSpPr>
          <p:cNvPr id="4" name="직사각형 3">
            <a:extLst>
              <a:ext uri="{FF2B5EF4-FFF2-40B4-BE49-F238E27FC236}">
                <a16:creationId xmlns:a16="http://schemas.microsoft.com/office/drawing/2014/main" id="{9C34382B-183C-4AD2-854B-A226841879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361E7D8-ED3E-42C6-96BC-7DB1A5F0F6C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a[4] = 8 하나입니다. 피벗 7은 인덱스 5에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 &gt; 7이므로 L은 멈춥니다. 이어서 R의 조건을 검사합니다.</a:t>
            </a:r>
          </a:p>
        </p:txBody>
      </p:sp>
      <p:sp>
        <p:nvSpPr>
          <p:cNvPr id="6" name="row-0-label">
            <a:extLst>
              <a:ext uri="{FF2B5EF4-FFF2-40B4-BE49-F238E27FC236}">
                <a16:creationId xmlns:a16="http://schemas.microsoft.com/office/drawing/2014/main" id="{1D3F1E7D-328F-4B6C-9F99-535CDFA29EE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F19202F-8824-4D2A-8F98-CFD53EEDB9A9}"/>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754B868-A536-4D58-9930-F8C6E47431D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AACA7F8-2CD1-4F66-805B-26E34C1F8FC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D3CF23A-C739-4017-8B97-4641BD3A2B38}"/>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85FB5A20-F435-4753-A709-8FBDEF86DC5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BADE0935-9960-46F4-9EDB-7A7572A56A2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10B3B0C4-FC52-4969-8A58-5008D3D82440}"/>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pointer-4-1">
            <a:extLst>
              <a:ext uri="{FF2B5EF4-FFF2-40B4-BE49-F238E27FC236}">
                <a16:creationId xmlns:a16="http://schemas.microsoft.com/office/drawing/2014/main" id="{DFC68202-1B0A-44F2-9FCA-90B31F575846}"/>
              </a:ext>
            </a:extLst>
          </p:cNvPr>
          <p:cNvSpPr>
            <a:spLocks noGrp="1"/>
          </p:cNvSpPr>
          <p:nvPr/>
        </p:nvSpPr>
        <p:spPr>
          <a:xfrm>
            <a:off x="72961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row-0-index-5">
            <a:extLst>
              <a:ext uri="{FF2B5EF4-FFF2-40B4-BE49-F238E27FC236}">
                <a16:creationId xmlns:a16="http://schemas.microsoft.com/office/drawing/2014/main" id="{1250A164-247D-4A40-A6BD-8EFEE2C65F7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0807021A-22B8-4AF7-AB44-6FA31B9C1A4B}"/>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5FFF47F2-6AEF-4A8C-B77C-5FC4DE95E27C}"/>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7</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4</a:t>
            </a:r>
          </a:p>
        </p:txBody>
      </p:sp>
      <p:sp>
        <p:nvSpPr>
          <p:cNvPr id="18" name="caption">
            <a:extLst>
              <a:ext uri="{FF2B5EF4-FFF2-40B4-BE49-F238E27FC236}">
                <a16:creationId xmlns:a16="http://schemas.microsoft.com/office/drawing/2014/main" id="{56998136-0BA6-44D2-973A-24494B08ADE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L은 8 &gt; 7에서 멈춥니다. R은 같은 8을 지나 왼쪽으로 이동합니다.</a:t>
            </a:r>
          </a:p>
        </p:txBody>
      </p:sp>
      <p:sp>
        <p:nvSpPr>
          <p:cNvPr id="19" name="footer">
            <a:extLst>
              <a:ext uri="{FF2B5EF4-FFF2-40B4-BE49-F238E27FC236}">
                <a16:creationId xmlns:a16="http://schemas.microsoft.com/office/drawing/2014/main" id="{F9CB1F0F-A3D6-4CB0-837D-47CDB89EEB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B636EEDC-5121-423E-B2EF-6C35DDD5B9A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4224575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FB80698C-193D-49FC-B0C4-C637F9EDB48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8F393C6-012D-4E05-BE63-A9F7FA714F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9F491-0342-447B-9738-E1664DCCCD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R이 4에서 3으로 이동</a:t>
            </a:r>
          </a:p>
        </p:txBody>
      </p:sp>
      <p:sp>
        <p:nvSpPr>
          <p:cNvPr id="4" name="직사각형 3">
            <a:extLst>
              <a:ext uri="{FF2B5EF4-FFF2-40B4-BE49-F238E27FC236}">
                <a16:creationId xmlns:a16="http://schemas.microsoft.com/office/drawing/2014/main" id="{FAC5D517-0BB0-450E-B347-5D1C3A107A4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A49A3D8-2E58-4981-9A02-4C367E1EF6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a[4] = 8 &gt; 7이므로 R을 3으로 줄입니다. L = 4, R = 3으로 교차합니다.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R 조건이 거짓이므로 a[3] = 6은 비교하지 않습니다. 이번 탐색은 끝입니다.</a:t>
            </a:r>
          </a:p>
        </p:txBody>
      </p:sp>
      <p:sp>
        <p:nvSpPr>
          <p:cNvPr id="6" name="row-0-label">
            <a:extLst>
              <a:ext uri="{FF2B5EF4-FFF2-40B4-BE49-F238E27FC236}">
                <a16:creationId xmlns:a16="http://schemas.microsoft.com/office/drawing/2014/main" id="{6AE954B9-6C75-4537-8157-5FB49C96AE9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5F5565-2C29-4989-9490-BA36D24EBE6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B4315CC-9CB4-479A-9F1D-3DE3362B1B3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3D9E69E-731C-4502-98EF-B1DF69EBBD5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5A25D93D-C940-4E9E-B750-4426EA5A1FAF}"/>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9F0F656F-78CB-456C-BBB5-216AFEE2F52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3C6A629C-389C-4763-9004-8B07D043298C}"/>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3" name="row-0-index-4">
            <a:extLst>
              <a:ext uri="{FF2B5EF4-FFF2-40B4-BE49-F238E27FC236}">
                <a16:creationId xmlns:a16="http://schemas.microsoft.com/office/drawing/2014/main" id="{31914503-9EDC-4134-946C-DA3C04FD292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pointer-4-0">
            <a:extLst>
              <a:ext uri="{FF2B5EF4-FFF2-40B4-BE49-F238E27FC236}">
                <a16:creationId xmlns:a16="http://schemas.microsoft.com/office/drawing/2014/main" id="{FC35AB2A-F9BC-4E14-9DC0-CB1952537535}"/>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5" name="row-0-index-5">
            <a:extLst>
              <a:ext uri="{FF2B5EF4-FFF2-40B4-BE49-F238E27FC236}">
                <a16:creationId xmlns:a16="http://schemas.microsoft.com/office/drawing/2014/main" id="{FD0FDD67-82CA-4C61-AC8F-5776B84FACF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6668FA09-1E7A-41C8-9810-E3BECDE2A2ED}"/>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8A5E152B-7B94-40DD-9F13-78958BA2140A}"/>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3</a:t>
            </a:r>
          </a:p>
        </p:txBody>
      </p:sp>
      <p:sp>
        <p:nvSpPr>
          <p:cNvPr id="18" name="caption">
            <a:extLst>
              <a:ext uri="{FF2B5EF4-FFF2-40B4-BE49-F238E27FC236}">
                <a16:creationId xmlns:a16="http://schemas.microsoft.com/office/drawing/2014/main" id="{63976502-CED5-4619-B3E8-230741D02A73}"/>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R은 범위 밖으로 이동했지만, 범위 밖의 값 6은 검사하거나 바꾸지 않습니다.</a:t>
            </a:r>
          </a:p>
        </p:txBody>
      </p:sp>
      <p:sp>
        <p:nvSpPr>
          <p:cNvPr id="19" name="footer">
            <a:extLst>
              <a:ext uri="{FF2B5EF4-FFF2-40B4-BE49-F238E27FC236}">
                <a16:creationId xmlns:a16="http://schemas.microsoft.com/office/drawing/2014/main" id="{1923F3CB-9C4C-4847-99EF-83119A7A75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AE1333E2-515E-40BA-AC6B-98051DDF1D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12405205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FD32AAB5-21FF-442A-A747-F40383F53F1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B75B90F3-C854-40F5-93ED-D614A12651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85729C6-C81A-4E3F-ACF3-A00822F75B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7과 8 교환: 인덱스 4 확정</a:t>
            </a:r>
          </a:p>
        </p:txBody>
      </p:sp>
      <p:sp>
        <p:nvSpPr>
          <p:cNvPr id="4" name="직사각형 3">
            <a:extLst>
              <a:ext uri="{FF2B5EF4-FFF2-40B4-BE49-F238E27FC236}">
                <a16:creationId xmlns:a16="http://schemas.microsoft.com/office/drawing/2014/main" id="{24F7C7A7-51FC-4CF3-A94D-CC79939FDCB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3FE0564B-5304-43E7-BD4B-CE49E2A877C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4의 값 8과 hi = 5의 피벗 7을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7은 인덱스 4, 큰 값 8은 인덱스 5에 놓입니다.</a:t>
            </a:r>
          </a:p>
        </p:txBody>
      </p:sp>
      <p:sp>
        <p:nvSpPr>
          <p:cNvPr id="6" name="row-0-label">
            <a:extLst>
              <a:ext uri="{FF2B5EF4-FFF2-40B4-BE49-F238E27FC236}">
                <a16:creationId xmlns:a16="http://schemas.microsoft.com/office/drawing/2014/main" id="{59DAFCDA-DFE1-4011-BFC3-F0A5E1685AEB}"/>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207DBFC-B333-4DC1-A828-58AE1A3225C8}"/>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A617A1-9356-401F-84F0-E1EE28179444}"/>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C4A371F-BF4D-4F2A-9D2C-87B079D450CB}"/>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6D1C99ED-C83D-4DB7-9329-DE82881AEC09}"/>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D7CCF8E2-7C33-4D1B-961A-2A046C4918D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06C163BF-55DF-448C-AE54-062FB67155A7}"/>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444C78BF-A9D9-4880-9F09-A99140934494}"/>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index-5">
            <a:extLst>
              <a:ext uri="{FF2B5EF4-FFF2-40B4-BE49-F238E27FC236}">
                <a16:creationId xmlns:a16="http://schemas.microsoft.com/office/drawing/2014/main" id="{6917215A-B81B-4839-97B1-4470363260F7}"/>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11CB8C1B-439F-400D-AC6C-ADF8395966ED}"/>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6" name="row-1-label">
            <a:extLst>
              <a:ext uri="{FF2B5EF4-FFF2-40B4-BE49-F238E27FC236}">
                <a16:creationId xmlns:a16="http://schemas.microsoft.com/office/drawing/2014/main" id="{BED315C9-1FC6-433E-92CA-242696E92883}"/>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3E5C8176-5E52-461B-A112-DA8577CBC780}"/>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06E158D2-4CC1-4FE9-9441-241BA4FC143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9935436D-C8EB-4950-AD43-51F6FC687EF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CE41929A-6DB7-48EC-A686-7DE286DDA456}"/>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44420EDC-1A62-4283-BEDF-A4CF8A35F5D6}"/>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73E83C92-1C88-4B7D-9DA4-7661066D10BE}"/>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9655B895-F3EE-49C4-BDFA-3044EF528B0F}"/>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4" name="row-1-index-5">
            <a:extLst>
              <a:ext uri="{FF2B5EF4-FFF2-40B4-BE49-F238E27FC236}">
                <a16:creationId xmlns:a16="http://schemas.microsoft.com/office/drawing/2014/main" id="{AA7FD573-F4D0-4A8D-905A-10D24004CE5F}"/>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117CAB48-A609-4A63-AC51-BA05B0EC99A8}"/>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큰 값</a:t>
            </a:r>
          </a:p>
        </p:txBody>
      </p:sp>
      <p:sp>
        <p:nvSpPr>
          <p:cNvPr id="26" name="code">
            <a:extLst>
              <a:ext uri="{FF2B5EF4-FFF2-40B4-BE49-F238E27FC236}">
                <a16:creationId xmlns:a16="http://schemas.microsoft.com/office/drawing/2014/main" id="{C193E66A-2CCF-4DFB-A98B-A4B9CB0C02ED}"/>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5A931A26-4DAE-4942-B143-09AAF4D76F3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4입니다. 다음 구간은 [4,3]과 [5,5]입니다.</a:t>
            </a:r>
          </a:p>
        </p:txBody>
      </p:sp>
      <p:sp>
        <p:nvSpPr>
          <p:cNvPr id="28" name="footer">
            <a:extLst>
              <a:ext uri="{FF2B5EF4-FFF2-40B4-BE49-F238E27FC236}">
                <a16:creationId xmlns:a16="http://schemas.microsoft.com/office/drawing/2014/main" id="{D67120F4-AE3C-4C46-91D7-DDF8547D76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6DE9CEFE-B882-4400-8FDB-4E3BAD6F891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5950906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4C68FEF0-88E8-4638-87B3-08E8D73207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F214D79-20AA-428A-9E0C-46E312ED6D0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CDECEB9-C351-4AF8-817A-23227D37A51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오른쪽의 남은 호출도 종료</a:t>
            </a:r>
          </a:p>
        </p:txBody>
      </p:sp>
      <p:sp>
        <p:nvSpPr>
          <p:cNvPr id="4" name="직사각형 3">
            <a:extLst>
              <a:ext uri="{FF2B5EF4-FFF2-40B4-BE49-F238E27FC236}">
                <a16:creationId xmlns:a16="http://schemas.microsoft.com/office/drawing/2014/main" id="{F62A2775-D839-45A1-B4E8-CA74842A8D0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97164F82-1976-4200-8483-17972ABE16F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[4,3]은 빈 구간이고, 오른쪽 [5,5]는 값 8 하나입니다.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hi에서 끝납니다. 오른쪽 4~5의 정렬도 완료했습니다.</a:t>
            </a:r>
          </a:p>
        </p:txBody>
      </p:sp>
      <p:sp>
        <p:nvSpPr>
          <p:cNvPr id="6" name="row-0-label">
            <a:extLst>
              <a:ext uri="{FF2B5EF4-FFF2-40B4-BE49-F238E27FC236}">
                <a16:creationId xmlns:a16="http://schemas.microsoft.com/office/drawing/2014/main" id="{1BC9E954-5578-4294-9453-6D1BFCBF57F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33996573-7F3A-4BB2-B3E2-1C79B419B56C}"/>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3206A20-95D8-43B6-A7C3-8E4F46571E3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2A1862D-7BA1-4611-A1D7-7647066DE3CB}"/>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379D098-2206-4A29-8DFB-9964A6A7D89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C6F55C1-C683-4B62-9E2A-AFEC91B53EF1}"/>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AB0090A1-C9BE-488E-BCCE-ADF4C9DDEA65}"/>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5702FED7-D691-4A3D-8017-7E878EB1D634}"/>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7</a:t>
            </a:r>
          </a:p>
        </p:txBody>
      </p:sp>
      <p:sp>
        <p:nvSpPr>
          <p:cNvPr id="14" name="row-0-index-5">
            <a:extLst>
              <a:ext uri="{FF2B5EF4-FFF2-40B4-BE49-F238E27FC236}">
                <a16:creationId xmlns:a16="http://schemas.microsoft.com/office/drawing/2014/main" id="{9FCC7639-E1FA-4518-B214-4AD570A6EB1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90DB58D9-574C-44FE-9BBC-86B2A99956F9}"/>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6" name="code">
            <a:extLst>
              <a:ext uri="{FF2B5EF4-FFF2-40B4-BE49-F238E27FC236}">
                <a16:creationId xmlns:a16="http://schemas.microsoft.com/office/drawing/2014/main" id="{CD670CC9-7C08-45B1-BD8D-E9052A8DCE5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5, 5)</a:t>
            </a:r>
          </a:p>
        </p:txBody>
      </p:sp>
      <p:sp>
        <p:nvSpPr>
          <p:cNvPr id="17" name="caption">
            <a:extLst>
              <a:ext uri="{FF2B5EF4-FFF2-40B4-BE49-F238E27FC236}">
                <a16:creationId xmlns:a16="http://schemas.microsoft.com/office/drawing/2014/main" id="{CFA92A71-126B-4E33-8BAD-7342A803D1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 두 호출은 partition 없이 끝납니다. 원래 0~5 호출로 돌아갑니다.</a:t>
            </a:r>
          </a:p>
        </p:txBody>
      </p:sp>
      <p:sp>
        <p:nvSpPr>
          <p:cNvPr id="18" name="footer">
            <a:extLst>
              <a:ext uri="{FF2B5EF4-FFF2-40B4-BE49-F238E27FC236}">
                <a16:creationId xmlns:a16="http://schemas.microsoft.com/office/drawing/2014/main" id="{E158B0A3-0E5D-4B0C-8584-19190E961A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9" name="page">
            <a:extLst>
              <a:ext uri="{FF2B5EF4-FFF2-40B4-BE49-F238E27FC236}">
                <a16:creationId xmlns:a16="http://schemas.microsoft.com/office/drawing/2014/main" id="{8A3A9F9A-CC1F-4855-97C8-4DCC8D578B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04191754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7F8B8BCD-36F4-42A4-A3BA-F3CBE75063A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9B73EB4-7531-4358-AE58-70038E6FBCB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D1B5E1A-5C65-4008-BBAC-AA89C69027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완료: 모든 호출 종료</a:t>
            </a:r>
          </a:p>
        </p:txBody>
      </p:sp>
      <p:sp>
        <p:nvSpPr>
          <p:cNvPr id="4" name="직사각형 3">
            <a:extLst>
              <a:ext uri="{FF2B5EF4-FFF2-40B4-BE49-F238E27FC236}">
                <a16:creationId xmlns:a16="http://schemas.microsoft.com/office/drawing/2014/main" id="{4DECBB23-C106-49BD-B57A-D5E8E7C9C88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9FCB4DD-8B56-4509-A800-4F7C576E0BE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최종 배열은 [1,3,4,6,7,8]입니다. 원래 배열 안에서 정렬했습니다.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호출과 오른쪽 호출이 모두 끝나, 처음 quick_sort(a, 0, 5)도 종료합니다.</a:t>
            </a:r>
          </a:p>
        </p:txBody>
      </p:sp>
      <p:sp>
        <p:nvSpPr>
          <p:cNvPr id="6" name="row-0-label">
            <a:extLst>
              <a:ext uri="{FF2B5EF4-FFF2-40B4-BE49-F238E27FC236}">
                <a16:creationId xmlns:a16="http://schemas.microsoft.com/office/drawing/2014/main" id="{6842D980-6845-4F52-B053-31722BBD3F28}"/>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배열</a:t>
            </a:r>
          </a:p>
        </p:txBody>
      </p:sp>
      <p:graphicFrame>
        <p:nvGraphicFramePr>
          <p:cNvPr id="7" name="표 6">
            <a:extLst>
              <a:ext uri="{FF2B5EF4-FFF2-40B4-BE49-F238E27FC236}">
                <a16:creationId xmlns:a16="http://schemas.microsoft.com/office/drawing/2014/main" id="{679290DE-E15E-4AA9-8BB1-B0B4C43A92E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E247E5B2-D03D-450F-BC65-F2C9972B5292}"/>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3BD4917-458C-4898-8164-5FC2964B8DEE}"/>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E4764DEA-2169-4986-BC01-2EE9A69B4E20}"/>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3CC8584-7A9B-446A-ACF0-B40221CCB61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EBFC4DB6-6609-4BE6-9B22-D6FB0E6ACB0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7C71CAF4-ABBC-4E4D-A244-A077FC5FF01D}"/>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6C3548A9-9362-4E82-8EB0-AC139C6465A0}"/>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5)</a:t>
            </a:r>
          </a:p>
        </p:txBody>
      </p:sp>
      <p:sp>
        <p:nvSpPr>
          <p:cNvPr id="15" name="caption">
            <a:extLst>
              <a:ext uri="{FF2B5EF4-FFF2-40B4-BE49-F238E27FC236}">
                <a16:creationId xmlns:a16="http://schemas.microsoft.com/office/drawing/2014/main" id="{E85F97BC-4769-4F5D-B705-99673050B999}"/>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피벗 확정 순서: 6(인덱스 3), 4(인덱스 2), 3(인덱스 1), 7(인덱스 4)</a:t>
            </a:r>
          </a:p>
        </p:txBody>
      </p:sp>
      <p:sp>
        <p:nvSpPr>
          <p:cNvPr id="16" name="footer">
            <a:extLst>
              <a:ext uri="{FF2B5EF4-FFF2-40B4-BE49-F238E27FC236}">
                <a16:creationId xmlns:a16="http://schemas.microsoft.com/office/drawing/2014/main" id="{F0428BB1-2EE5-4AF8-8EA5-2E1379F943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8D5E0A95-3354-40CE-9349-634DBC3034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87</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18301065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90</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92</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93</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6AF8EAA3-36B6-4A70-BF73-B8F84B7F2D85}"/>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E196FB3-9D02-4A40-9363-C13A3B8494D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A9FF16-7A8D-4DEE-A480-1D11AFAC36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분할 한 번: 포인터는 뒤로 돌아가지 않습니다</a:t>
            </a:r>
          </a:p>
        </p:txBody>
      </p:sp>
      <p:sp>
        <p:nvSpPr>
          <p:cNvPr id="4" name="line-13">
            <a:extLst>
              <a:ext uri="{FF2B5EF4-FFF2-40B4-BE49-F238E27FC236}">
                <a16:creationId xmlns:a16="http://schemas.microsoft.com/office/drawing/2014/main" id="{8FE418C0-537D-4A70-91C6-207A1EBF20C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2643F8B4-4B5C-4B0B-AA1A-8430B0CC520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B49156C-EE90-494B-AE71-B34DEB39DE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94</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ABA83F59-0B96-4AB1-B380-7A47B04D6FE8}"/>
              </a:ext>
            </a:extLst>
          </p:cNvPr>
          <p:cNvGraphicFramePr/>
          <p:nvPr/>
        </p:nvGraphicFramePr>
        <p:xfrm>
          <a:off x="609600" y="2038350"/>
          <a:ext cx="10972800" cy="2143125"/>
        </p:xfrm>
        <a:graphic>
          <a:graphicData uri="http://schemas.openxmlformats.org/drawingml/2006/table">
            <a:tbl>
              <a:tblPr/>
              <a:tblGrid>
                <a:gridCol w="1905000">
                  <a:extLst>
                    <a:ext uri="{9D8B030D-6E8A-4147-A177-3AD203B41FA5}">
                      <a16:colId xmlns:a16="http://schemas.microsoft.com/office/drawing/2014/main" val="20000"/>
                    </a:ext>
                  </a:extLst>
                </a:gridCol>
                <a:gridCol w="4095750">
                  <a:extLst>
                    <a:ext uri="{9D8B030D-6E8A-4147-A177-3AD203B41FA5}">
                      <a16:colId xmlns:a16="http://schemas.microsoft.com/office/drawing/2014/main" val="20001"/>
                    </a:ext>
                  </a:extLst>
                </a:gridCol>
                <a:gridCol w="4972050">
                  <a:extLst>
                    <a:ext uri="{9D8B030D-6E8A-4147-A177-3AD203B41FA5}">
                      <a16:colId xmlns:a16="http://schemas.microsoft.com/office/drawing/2014/main" val="20002"/>
                    </a:ext>
                  </a:extLst>
                </a:gridCol>
              </a:tblGrid>
              <a:tr h="714375">
                <a:tc>
                  <a:txBody>
                    <a:bodyPr/>
                    <a:lstStyle/>
                    <a:p>
                      <a:pPr algn="ctr"/>
                      <a:r>
                        <a:rPr sz="2100" b="1">
                          <a:solidFill>
                            <a:srgbClr val="FFFFFF"/>
                          </a:solidFill>
                          <a:latin typeface="Malgun Gothic"/>
                          <a:ea typeface="Malgun Gothic"/>
                          <a:cs typeface="Malgun Gothic"/>
                        </a:rPr>
                        <a:t>포인터</a:t>
                      </a:r>
                    </a:p>
                  </a:txBody>
                  <a:tcPr anchor="ctr">
                    <a:solidFill>
                      <a:srgbClr val="151515"/>
                    </a:solidFill>
                  </a:tcPr>
                </a:tc>
                <a:tc>
                  <a:txBody>
                    <a:bodyPr/>
                    <a:lstStyle/>
                    <a:p>
                      <a:pPr algn="ctr"/>
                      <a:r>
                        <a:rPr sz="2100" b="1">
                          <a:solidFill>
                            <a:srgbClr val="FFFFFF"/>
                          </a:solidFill>
                          <a:latin typeface="Malgun Gothic"/>
                          <a:ea typeface="Malgun Gothic"/>
                          <a:cs typeface="Malgun Gothic"/>
                        </a:rPr>
                        <a:t>진행 방향</a:t>
                      </a:r>
                    </a:p>
                  </a:txBody>
                  <a:tcPr anchor="ctr">
                    <a:solidFill>
                      <a:srgbClr val="151515"/>
                    </a:solidFill>
                  </a:tcPr>
                </a:tc>
                <a:tc>
                  <a:txBody>
                    <a:bodyPr/>
                    <a:lstStyle/>
                    <a:p>
                      <a:pPr algn="ctr"/>
                      <a:r>
                        <a:rPr sz="2100" b="1">
                          <a:solidFill>
                            <a:srgbClr val="FFFFFF"/>
                          </a:solidFill>
                          <a:latin typeface="Malgun Gothic"/>
                          <a:ea typeface="Malgun Gothic"/>
                          <a:cs typeface="Malgun Gothic"/>
                        </a:rPr>
                        <a:t>이 예제의 이동</a:t>
                      </a:r>
                    </a:p>
                  </a:txBody>
                  <a:tcPr anchor="ctr">
                    <a:solidFill>
                      <a:srgbClr val="151515"/>
                    </a:solidFill>
                  </a:tcPr>
                </a:tc>
                <a:extLst>
                  <a:ext uri="{0D108BD9-81ED-4DB2-BD59-A6C34878D82A}">
                    <a16:rowId xmlns:a16="http://schemas.microsoft.com/office/drawing/2014/main" val="10000"/>
                  </a:ext>
                </a:extLst>
              </a:tr>
              <a:tr h="714375">
                <a:tc>
                  <a:txBody>
                    <a:bodyPr/>
                    <a:lstStyle/>
                    <a:p>
                      <a:pPr algn="ctr"/>
                      <a:r>
                        <a:rPr sz="2100" b="0">
                          <a:solidFill>
                            <a:srgbClr val="151515"/>
                          </a:solidFill>
                          <a:latin typeface="Malgun Gothic"/>
                          <a:ea typeface="Malgun Gothic"/>
                          <a:cs typeface="Malgun Gothic"/>
                        </a:rPr>
                        <a:t>L</a:t>
                      </a:r>
                    </a:p>
                  </a:txBody>
                  <a:tcPr anchor="ctr">
                    <a:solidFill>
                      <a:srgbClr val="FFFFFF"/>
                    </a:solidFill>
                  </a:tcPr>
                </a:tc>
                <a:tc>
                  <a:txBody>
                    <a:bodyPr/>
                    <a:lstStyle/>
                    <a:p>
                      <a:pPr algn="ctr"/>
                      <a:r>
                        <a:rPr sz="2100" b="0">
                          <a:solidFill>
                            <a:srgbClr val="151515"/>
                          </a:solidFill>
                          <a:latin typeface="Malgun Gothic"/>
                          <a:ea typeface="Malgun Gothic"/>
                          <a:cs typeface="Malgun Gothic"/>
                        </a:rPr>
                        <a:t>왼쪽 → 오른쪽</a:t>
                      </a:r>
                    </a:p>
                  </a:txBody>
                  <a:tcPr anchor="ctr">
                    <a:solidFill>
                      <a:srgbClr val="FFFFFF"/>
                    </a:solidFill>
                  </a:tcPr>
                </a:tc>
                <a:tc>
                  <a:txBody>
                    <a:bodyPr/>
                    <a:lstStyle/>
                    <a:p>
                      <a:pPr algn="ctr"/>
                      <a:r>
                        <a:rPr sz="2100" b="0">
                          <a:solidFill>
                            <a:srgbClr val="151515"/>
                          </a:solidFill>
                          <a:latin typeface="Malgun Gothic"/>
                          <a:ea typeface="Malgun Gothic"/>
                          <a:cs typeface="Malgun Gothic"/>
                        </a:rPr>
                        <a:t>0 → 1 → 2 → 3</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r>
                        <a:rPr sz="2100" b="0">
                          <a:solidFill>
                            <a:srgbClr val="151515"/>
                          </a:solidFill>
                          <a:latin typeface="Malgun Gothic"/>
                          <a:ea typeface="Malgun Gothic"/>
                          <a:cs typeface="Malgun Gothic"/>
                        </a:rPr>
                        <a:t>R</a:t>
                      </a:r>
                    </a:p>
                  </a:txBody>
                  <a:tcPr anchor="ctr">
                    <a:solidFill>
                      <a:srgbClr val="F1F4F6"/>
                    </a:solidFill>
                  </a:tcPr>
                </a:tc>
                <a:tc>
                  <a:txBody>
                    <a:bodyPr/>
                    <a:lstStyle/>
                    <a:p>
                      <a:pPr algn="ctr"/>
                      <a:r>
                        <a:rPr sz="2100" b="0">
                          <a:solidFill>
                            <a:srgbClr val="151515"/>
                          </a:solidFill>
                          <a:latin typeface="Malgun Gothic"/>
                          <a:ea typeface="Malgun Gothic"/>
                          <a:cs typeface="Malgun Gothic"/>
                        </a:rPr>
                        <a:t>오른쪽 → 왼쪽</a:t>
                      </a:r>
                    </a:p>
                  </a:txBody>
                  <a:tcPr anchor="ctr">
                    <a:solidFill>
                      <a:srgbClr val="F1F4F6"/>
                    </a:solidFill>
                  </a:tcPr>
                </a:tc>
                <a:tc>
                  <a:txBody>
                    <a:bodyPr/>
                    <a:lstStyle/>
                    <a:p>
                      <a:pPr algn="ctr"/>
                      <a:r>
                        <a:rPr sz="2100" b="0">
                          <a:solidFill>
                            <a:srgbClr val="151515"/>
                          </a:solidFill>
                          <a:latin typeface="Malgun Gothic"/>
                          <a:ea typeface="Malgun Gothic"/>
                          <a:cs typeface="Malgun Gothic"/>
                        </a:rPr>
                        <a:t>4 → 3 → 2</a:t>
                      </a:r>
                    </a:p>
                  </a:txBody>
                  <a:tcPr anchor="ctr">
                    <a:solidFill>
                      <a:srgbClr val="F1F4F6"/>
                    </a:solidFill>
                  </a:tcPr>
                </a:tc>
                <a:extLst>
                  <a:ext uri="{0D108BD9-81ED-4DB2-BD59-A6C34878D82A}">
                    <a16:rowId xmlns:a16="http://schemas.microsoft.com/office/drawing/2014/main" val="10002"/>
                  </a:ext>
                </a:extLst>
              </a:tr>
            </a:tbl>
          </a:graphicData>
        </a:graphic>
      </p:graphicFrame>
      <p:sp>
        <p:nvSpPr>
          <p:cNvPr id="8" name="code-idea">
            <a:extLst>
              <a:ext uri="{FF2B5EF4-FFF2-40B4-BE49-F238E27FC236}">
                <a16:creationId xmlns:a16="http://schemas.microsoft.com/office/drawing/2014/main" id="{DD956066-EDA7-4CAD-8FD4-831D2BCB7C47}"/>
              </a:ext>
            </a:extLst>
          </p:cNvPr>
          <p:cNvSpPr>
            <a:spLocks noGrp="1"/>
          </p:cNvSpPr>
          <p:nvPr/>
        </p:nvSpPr>
        <p:spPr>
          <a:xfrm>
            <a:off x="609600" y="4667250"/>
            <a:ext cx="10972800" cy="44767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교환 후에도 처음부터 다시 훑지 않습니다.</a:t>
            </a:r>
          </a:p>
        </p:txBody>
      </p:sp>
      <p:sp>
        <p:nvSpPr>
          <p:cNvPr id="9" name="cost">
            <a:extLst>
              <a:ext uri="{FF2B5EF4-FFF2-40B4-BE49-F238E27FC236}">
                <a16:creationId xmlns:a16="http://schemas.microsoft.com/office/drawing/2014/main" id="{DDABE7EC-0224-4967-A08E-2022904E0EF5}"/>
              </a:ext>
            </a:extLst>
          </p:cNvPr>
          <p:cNvSpPr>
            <a:spLocks noGrp="1"/>
          </p:cNvSpPr>
          <p:nvPr/>
        </p:nvSpPr>
        <p:spPr>
          <a:xfrm>
            <a:off x="609600" y="5381625"/>
            <a:ext cx="10972800" cy="466725"/>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길이 k인 구간의 partition: O(k)</a:t>
            </a:r>
          </a:p>
        </p:txBody>
      </p:sp>
      <p:sp>
        <p:nvSpPr>
          <p:cNvPr id="10" name="caption">
            <a:extLst>
              <a:ext uri="{FF2B5EF4-FFF2-40B4-BE49-F238E27FC236}">
                <a16:creationId xmlns:a16="http://schemas.microsoft.com/office/drawing/2014/main" id="{CB3D936C-9A65-4C19-9405-BC7A2529100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중첩된 while문의 모양보다, 포인터의 총 이동 횟수를 봅니다.</a:t>
            </a:r>
          </a:p>
        </p:txBody>
      </p:sp>
    </p:spTree>
    <p:extLst>
      <p:ext uri="{BB962C8B-B14F-4D97-AF65-F5344CB8AC3E}">
        <p14:creationId xmlns:p14="http://schemas.microsoft.com/office/powerpoint/2010/main" val="31838933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ection">
            <a:extLst>
              <a:ext uri="{FF2B5EF4-FFF2-40B4-BE49-F238E27FC236}">
                <a16:creationId xmlns:a16="http://schemas.microsoft.com/office/drawing/2014/main" id="{D5D1C6E4-03F7-4DC6-A48F-F44117D74F7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DB7CCC3-C87D-4A6B-A366-EF51EAF55E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00B20DE-2D98-4F5B-89D0-4EADA302B2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비슷하게 나뉘면: 층 수가 짧아집니다</a:t>
            </a:r>
          </a:p>
        </p:txBody>
      </p:sp>
      <p:sp>
        <p:nvSpPr>
          <p:cNvPr id="4" name="line-15">
            <a:extLst>
              <a:ext uri="{FF2B5EF4-FFF2-40B4-BE49-F238E27FC236}">
                <a16:creationId xmlns:a16="http://schemas.microsoft.com/office/drawing/2014/main" id="{6C55BC87-4B27-4DA2-B29A-1788F9FDA2C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56A7B18-2AE2-4746-8A9A-70BE2BF59AB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7B22440-E8D0-4986-A02A-011FF79ABC5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95</a:t>
            </a:r>
            <a:endParaRPr sz="1050" b="0">
              <a:solidFill>
                <a:srgbClr val="151515"/>
              </a:solidFill>
              <a:latin typeface="Consolas"/>
              <a:ea typeface="Consolas"/>
              <a:cs typeface="Consolas"/>
            </a:endParaRPr>
          </a:p>
        </p:txBody>
      </p:sp>
      <p:sp>
        <p:nvSpPr>
          <p:cNvPr id="7" name="stage-16">
            <a:extLst>
              <a:ext uri="{FF2B5EF4-FFF2-40B4-BE49-F238E27FC236}">
                <a16:creationId xmlns:a16="http://schemas.microsoft.com/office/drawing/2014/main" id="{82342620-0B11-455C-8EE8-FFFA0A8B40B0}"/>
              </a:ext>
            </a:extLst>
          </p:cNvPr>
          <p:cNvSpPr>
            <a:spLocks noGrp="1"/>
          </p:cNvSpPr>
          <p:nvPr/>
        </p:nvSpPr>
        <p:spPr>
          <a:xfrm>
            <a:off x="3371850" y="2028825"/>
            <a:ext cx="5429250" cy="609600"/>
          </a:xfrm>
          <a:prstGeom prst="rect">
            <a:avLst/>
          </a:prstGeom>
          <a:solidFill>
            <a:srgbClr val="EEF5F8"/>
          </a:solidFill>
          <a:ln w="9525">
            <a:solidFill>
              <a:srgbClr val="146995"/>
            </a:solidFill>
          </a:ln>
        </p:spPr>
      </p:sp>
      <p:sp>
        <p:nvSpPr>
          <p:cNvPr id="8" name="stage-text-17">
            <a:extLst>
              <a:ext uri="{FF2B5EF4-FFF2-40B4-BE49-F238E27FC236}">
                <a16:creationId xmlns:a16="http://schemas.microsoft.com/office/drawing/2014/main" id="{6844300A-1A40-411C-90FF-0975640E36EB}"/>
              </a:ext>
            </a:extLst>
          </p:cNvPr>
          <p:cNvSpPr>
            <a:spLocks noGrp="1"/>
          </p:cNvSpPr>
          <p:nvPr/>
        </p:nvSpPr>
        <p:spPr>
          <a:xfrm>
            <a:off x="3371850" y="2171700"/>
            <a:ext cx="542925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8개 구간</a:t>
            </a:r>
          </a:p>
        </p:txBody>
      </p:sp>
      <p:sp>
        <p:nvSpPr>
          <p:cNvPr id="9" name="stage-18">
            <a:extLst>
              <a:ext uri="{FF2B5EF4-FFF2-40B4-BE49-F238E27FC236}">
                <a16:creationId xmlns:a16="http://schemas.microsoft.com/office/drawing/2014/main" id="{CFFDAB12-3136-4AD3-ADB4-4FDE1E4668C2}"/>
              </a:ext>
            </a:extLst>
          </p:cNvPr>
          <p:cNvSpPr>
            <a:spLocks noGrp="1"/>
          </p:cNvSpPr>
          <p:nvPr/>
        </p:nvSpPr>
        <p:spPr>
          <a:xfrm>
            <a:off x="609600" y="3086100"/>
            <a:ext cx="3530600" cy="609600"/>
          </a:xfrm>
          <a:prstGeom prst="rect">
            <a:avLst/>
          </a:prstGeom>
          <a:solidFill>
            <a:srgbClr val="EEF5F8"/>
          </a:solidFill>
          <a:ln w="9525">
            <a:solidFill>
              <a:srgbClr val="146995"/>
            </a:solidFill>
          </a:ln>
        </p:spPr>
      </p:sp>
      <p:sp>
        <p:nvSpPr>
          <p:cNvPr id="10" name="stage-text-19">
            <a:extLst>
              <a:ext uri="{FF2B5EF4-FFF2-40B4-BE49-F238E27FC236}">
                <a16:creationId xmlns:a16="http://schemas.microsoft.com/office/drawing/2014/main" id="{EE4E5EE0-3B9D-4960-98EA-1B24D9FC5258}"/>
              </a:ext>
            </a:extLst>
          </p:cNvPr>
          <p:cNvSpPr>
            <a:spLocks noGrp="1"/>
          </p:cNvSpPr>
          <p:nvPr/>
        </p:nvSpPr>
        <p:spPr>
          <a:xfrm>
            <a:off x="6096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3개</a:t>
            </a:r>
          </a:p>
        </p:txBody>
      </p:sp>
      <p:sp>
        <p:nvSpPr>
          <p:cNvPr id="11" name="stage-20">
            <a:extLst>
              <a:ext uri="{FF2B5EF4-FFF2-40B4-BE49-F238E27FC236}">
                <a16:creationId xmlns:a16="http://schemas.microsoft.com/office/drawing/2014/main" id="{DDA4EE90-A79C-412C-8084-AB69B118F990}"/>
              </a:ext>
            </a:extLst>
          </p:cNvPr>
          <p:cNvSpPr>
            <a:spLocks noGrp="1"/>
          </p:cNvSpPr>
          <p:nvPr/>
        </p:nvSpPr>
        <p:spPr>
          <a:xfrm>
            <a:off x="4330700" y="3086100"/>
            <a:ext cx="3530600" cy="609600"/>
          </a:xfrm>
          <a:prstGeom prst="rect">
            <a:avLst/>
          </a:prstGeom>
          <a:solidFill>
            <a:srgbClr val="EEF5F8"/>
          </a:solidFill>
          <a:ln w="9525">
            <a:solidFill>
              <a:srgbClr val="146995"/>
            </a:solidFill>
          </a:ln>
        </p:spPr>
      </p:sp>
      <p:sp>
        <p:nvSpPr>
          <p:cNvPr id="12" name="stage-text-21">
            <a:extLst>
              <a:ext uri="{FF2B5EF4-FFF2-40B4-BE49-F238E27FC236}">
                <a16:creationId xmlns:a16="http://schemas.microsoft.com/office/drawing/2014/main" id="{7B3C45BE-ECF8-4CFF-BD37-94720F1A81F8}"/>
              </a:ext>
            </a:extLst>
          </p:cNvPr>
          <p:cNvSpPr>
            <a:spLocks noGrp="1"/>
          </p:cNvSpPr>
          <p:nvPr/>
        </p:nvSpPr>
        <p:spPr>
          <a:xfrm>
            <a:off x="43307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피벗 확정</a:t>
            </a:r>
          </a:p>
        </p:txBody>
      </p:sp>
      <p:sp>
        <p:nvSpPr>
          <p:cNvPr id="13" name="stage-22">
            <a:extLst>
              <a:ext uri="{FF2B5EF4-FFF2-40B4-BE49-F238E27FC236}">
                <a16:creationId xmlns:a16="http://schemas.microsoft.com/office/drawing/2014/main" id="{C3B17A5B-8568-4C3C-8BB8-0431AFED2C4B}"/>
              </a:ext>
            </a:extLst>
          </p:cNvPr>
          <p:cNvSpPr>
            <a:spLocks noGrp="1"/>
          </p:cNvSpPr>
          <p:nvPr/>
        </p:nvSpPr>
        <p:spPr>
          <a:xfrm>
            <a:off x="8051800" y="3086100"/>
            <a:ext cx="3530600" cy="609600"/>
          </a:xfrm>
          <a:prstGeom prst="rect">
            <a:avLst/>
          </a:prstGeom>
          <a:solidFill>
            <a:srgbClr val="EEF5F8"/>
          </a:solidFill>
          <a:ln w="9525">
            <a:solidFill>
              <a:srgbClr val="146995"/>
            </a:solidFill>
          </a:ln>
        </p:spPr>
      </p:sp>
      <p:sp>
        <p:nvSpPr>
          <p:cNvPr id="14" name="stage-text-23">
            <a:extLst>
              <a:ext uri="{FF2B5EF4-FFF2-40B4-BE49-F238E27FC236}">
                <a16:creationId xmlns:a16="http://schemas.microsoft.com/office/drawing/2014/main" id="{1343FF8A-74E5-46A2-83AC-6FBB7B993B45}"/>
              </a:ext>
            </a:extLst>
          </p:cNvPr>
          <p:cNvSpPr>
            <a:spLocks noGrp="1"/>
          </p:cNvSpPr>
          <p:nvPr/>
        </p:nvSpPr>
        <p:spPr>
          <a:xfrm>
            <a:off x="80518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4개</a:t>
            </a:r>
          </a:p>
        </p:txBody>
      </p:sp>
      <p:sp>
        <p:nvSpPr>
          <p:cNvPr id="15" name="stage-24">
            <a:extLst>
              <a:ext uri="{FF2B5EF4-FFF2-40B4-BE49-F238E27FC236}">
                <a16:creationId xmlns:a16="http://schemas.microsoft.com/office/drawing/2014/main" id="{42056D76-AB9B-4648-82B2-34E7B7FF53D0}"/>
              </a:ext>
            </a:extLst>
          </p:cNvPr>
          <p:cNvSpPr>
            <a:spLocks noGrp="1"/>
          </p:cNvSpPr>
          <p:nvPr/>
        </p:nvSpPr>
        <p:spPr>
          <a:xfrm>
            <a:off x="609600" y="4143375"/>
            <a:ext cx="3530600" cy="609600"/>
          </a:xfrm>
          <a:prstGeom prst="rect">
            <a:avLst/>
          </a:prstGeom>
          <a:solidFill>
            <a:srgbClr val="EEF5F8"/>
          </a:solidFill>
          <a:ln w="9525">
            <a:solidFill>
              <a:srgbClr val="146995"/>
            </a:solidFill>
          </a:ln>
        </p:spPr>
      </p:sp>
      <p:sp>
        <p:nvSpPr>
          <p:cNvPr id="16" name="stage-text-25">
            <a:extLst>
              <a:ext uri="{FF2B5EF4-FFF2-40B4-BE49-F238E27FC236}">
                <a16:creationId xmlns:a16="http://schemas.microsoft.com/office/drawing/2014/main" id="{6167B215-65AD-48F9-BB71-4121591B7E32}"/>
              </a:ext>
            </a:extLst>
          </p:cNvPr>
          <p:cNvSpPr>
            <a:spLocks noGrp="1"/>
          </p:cNvSpPr>
          <p:nvPr/>
        </p:nvSpPr>
        <p:spPr>
          <a:xfrm>
            <a:off x="6096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더 작은 구간</a:t>
            </a:r>
          </a:p>
        </p:txBody>
      </p:sp>
      <p:sp>
        <p:nvSpPr>
          <p:cNvPr id="17" name="stage-26">
            <a:extLst>
              <a:ext uri="{FF2B5EF4-FFF2-40B4-BE49-F238E27FC236}">
                <a16:creationId xmlns:a16="http://schemas.microsoft.com/office/drawing/2014/main" id="{DA7E96FA-C67C-4149-92E9-EC22ED79C3B8}"/>
              </a:ext>
            </a:extLst>
          </p:cNvPr>
          <p:cNvSpPr>
            <a:spLocks noGrp="1"/>
          </p:cNvSpPr>
          <p:nvPr/>
        </p:nvSpPr>
        <p:spPr>
          <a:xfrm>
            <a:off x="4330700" y="4143375"/>
            <a:ext cx="3530600" cy="609600"/>
          </a:xfrm>
          <a:prstGeom prst="rect">
            <a:avLst/>
          </a:prstGeom>
          <a:solidFill>
            <a:srgbClr val="EEF5F8"/>
          </a:solidFill>
          <a:ln w="9525">
            <a:solidFill>
              <a:srgbClr val="146995"/>
            </a:solidFill>
          </a:ln>
        </p:spPr>
      </p:sp>
      <p:sp>
        <p:nvSpPr>
          <p:cNvPr id="18" name="stage-text-27">
            <a:extLst>
              <a:ext uri="{FF2B5EF4-FFF2-40B4-BE49-F238E27FC236}">
                <a16:creationId xmlns:a16="http://schemas.microsoft.com/office/drawing/2014/main" id="{A405557E-419F-4222-B8E2-1D90A8E3F0E1}"/>
              </a:ext>
            </a:extLst>
          </p:cNvPr>
          <p:cNvSpPr>
            <a:spLocks noGrp="1"/>
          </p:cNvSpPr>
          <p:nvPr/>
        </p:nvSpPr>
        <p:spPr>
          <a:xfrm>
            <a:off x="43307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피벗 확정</a:t>
            </a:r>
          </a:p>
        </p:txBody>
      </p:sp>
      <p:sp>
        <p:nvSpPr>
          <p:cNvPr id="19" name="stage-28">
            <a:extLst>
              <a:ext uri="{FF2B5EF4-FFF2-40B4-BE49-F238E27FC236}">
                <a16:creationId xmlns:a16="http://schemas.microsoft.com/office/drawing/2014/main" id="{2FA38E0F-D4B7-46BF-8E60-175F3822A9DA}"/>
              </a:ext>
            </a:extLst>
          </p:cNvPr>
          <p:cNvSpPr>
            <a:spLocks noGrp="1"/>
          </p:cNvSpPr>
          <p:nvPr/>
        </p:nvSpPr>
        <p:spPr>
          <a:xfrm>
            <a:off x="8051800" y="4143375"/>
            <a:ext cx="3530600" cy="609600"/>
          </a:xfrm>
          <a:prstGeom prst="rect">
            <a:avLst/>
          </a:prstGeom>
          <a:solidFill>
            <a:srgbClr val="EEF5F8"/>
          </a:solidFill>
          <a:ln w="9525">
            <a:solidFill>
              <a:srgbClr val="146995"/>
            </a:solidFill>
          </a:ln>
        </p:spPr>
      </p:sp>
      <p:sp>
        <p:nvSpPr>
          <p:cNvPr id="20" name="stage-text-29">
            <a:extLst>
              <a:ext uri="{FF2B5EF4-FFF2-40B4-BE49-F238E27FC236}">
                <a16:creationId xmlns:a16="http://schemas.microsoft.com/office/drawing/2014/main" id="{3E587B35-9AEF-4F59-89E2-1FBAFEBC8A78}"/>
              </a:ext>
            </a:extLst>
          </p:cNvPr>
          <p:cNvSpPr>
            <a:spLocks noGrp="1"/>
          </p:cNvSpPr>
          <p:nvPr/>
        </p:nvSpPr>
        <p:spPr>
          <a:xfrm>
            <a:off x="80518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더 작은 구간</a:t>
            </a:r>
          </a:p>
        </p:txBody>
      </p:sp>
      <p:sp>
        <p:nvSpPr>
          <p:cNvPr id="21" name="balanced">
            <a:extLst>
              <a:ext uri="{FF2B5EF4-FFF2-40B4-BE49-F238E27FC236}">
                <a16:creationId xmlns:a16="http://schemas.microsoft.com/office/drawing/2014/main" id="{29C5999D-B9A4-4C9B-85E1-3EF91B69DFB9}"/>
              </a:ext>
            </a:extLst>
          </p:cNvPr>
          <p:cNvSpPr>
            <a:spLocks noGrp="1"/>
          </p:cNvSpPr>
          <p:nvPr/>
        </p:nvSpPr>
        <p:spPr>
          <a:xfrm>
            <a:off x="609600" y="5276850"/>
            <a:ext cx="10972800" cy="409575"/>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한 층의 합계 O(n) × 약 O(log n)층</a:t>
            </a:r>
          </a:p>
        </p:txBody>
      </p:sp>
      <p:sp>
        <p:nvSpPr>
          <p:cNvPr id="22" name="caption">
            <a:extLst>
              <a:ext uri="{FF2B5EF4-FFF2-40B4-BE49-F238E27FC236}">
                <a16:creationId xmlns:a16="http://schemas.microsoft.com/office/drawing/2014/main" id="{36899BB3-F1C6-43B1-AD0F-8D8ED96D4E1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비슷한 크기로 나뉠 때 O(n log n). 가운데 칸의 값이 중앙값이라는 보장은 없습니다.</a:t>
            </a:r>
          </a:p>
        </p:txBody>
      </p:sp>
    </p:spTree>
    <p:extLst>
      <p:ext uri="{BB962C8B-B14F-4D97-AF65-F5344CB8AC3E}">
        <p14:creationId xmlns:p14="http://schemas.microsoft.com/office/powerpoint/2010/main" val="308244969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6CDF847-1FFD-4C99-8C62-A0D694AC0D5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44B05A67-6753-4766-839C-48A70E53BC5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957DC9-AA3B-468E-A899-48D1F1BB524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같은 값이 계속 나오면: 긴 재귀 사슬</a:t>
            </a:r>
          </a:p>
        </p:txBody>
      </p:sp>
      <p:sp>
        <p:nvSpPr>
          <p:cNvPr id="4" name="line-30">
            <a:extLst>
              <a:ext uri="{FF2B5EF4-FFF2-40B4-BE49-F238E27FC236}">
                <a16:creationId xmlns:a16="http://schemas.microsoft.com/office/drawing/2014/main" id="{66CE31F3-B154-4F4D-ADCA-7932FF3AAE4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406D2E4-7B4B-4E9C-8864-33D79699E118}"/>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8A1FE9A-1BE2-4086-AF5F-03F0D5EDF93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96</a:t>
            </a:r>
            <a:endParaRPr sz="1050" b="0">
              <a:solidFill>
                <a:srgbClr val="151515"/>
              </a:solidFill>
              <a:latin typeface="Consolas"/>
              <a:ea typeface="Consolas"/>
              <a:cs typeface="Consolas"/>
            </a:endParaRPr>
          </a:p>
        </p:txBody>
      </p:sp>
      <p:sp>
        <p:nvSpPr>
          <p:cNvPr id="7" name="stage-31">
            <a:extLst>
              <a:ext uri="{FF2B5EF4-FFF2-40B4-BE49-F238E27FC236}">
                <a16:creationId xmlns:a16="http://schemas.microsoft.com/office/drawing/2014/main" id="{05C27938-4A25-482B-A5D7-7A22468D5CB5}"/>
              </a:ext>
            </a:extLst>
          </p:cNvPr>
          <p:cNvSpPr>
            <a:spLocks noGrp="1"/>
          </p:cNvSpPr>
          <p:nvPr/>
        </p:nvSpPr>
        <p:spPr>
          <a:xfrm>
            <a:off x="609600" y="2143125"/>
            <a:ext cx="1204913" cy="609600"/>
          </a:xfrm>
          <a:prstGeom prst="rect">
            <a:avLst/>
          </a:prstGeom>
          <a:solidFill>
            <a:srgbClr val="EEF5F8"/>
          </a:solidFill>
          <a:ln w="9525">
            <a:solidFill>
              <a:srgbClr val="146995"/>
            </a:solidFill>
          </a:ln>
        </p:spPr>
      </p:sp>
      <p:sp>
        <p:nvSpPr>
          <p:cNvPr id="8" name="stage-text-32">
            <a:extLst>
              <a:ext uri="{FF2B5EF4-FFF2-40B4-BE49-F238E27FC236}">
                <a16:creationId xmlns:a16="http://schemas.microsoft.com/office/drawing/2014/main" id="{01341E28-7009-46ED-A2EB-7E790C420A4D}"/>
              </a:ext>
            </a:extLst>
          </p:cNvPr>
          <p:cNvSpPr>
            <a:spLocks noGrp="1"/>
          </p:cNvSpPr>
          <p:nvPr/>
        </p:nvSpPr>
        <p:spPr>
          <a:xfrm>
            <a:off x="609600"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a:t>
            </a:r>
          </a:p>
        </p:txBody>
      </p:sp>
      <p:sp>
        <p:nvSpPr>
          <p:cNvPr id="9" name="stage-33">
            <a:extLst>
              <a:ext uri="{FF2B5EF4-FFF2-40B4-BE49-F238E27FC236}">
                <a16:creationId xmlns:a16="http://schemas.microsoft.com/office/drawing/2014/main" id="{F5E4F7E6-C973-49A9-9A1B-2F2D296E1E7E}"/>
              </a:ext>
            </a:extLst>
          </p:cNvPr>
          <p:cNvSpPr>
            <a:spLocks noGrp="1"/>
          </p:cNvSpPr>
          <p:nvPr/>
        </p:nvSpPr>
        <p:spPr>
          <a:xfrm>
            <a:off x="2005013" y="2143125"/>
            <a:ext cx="1204913" cy="609600"/>
          </a:xfrm>
          <a:prstGeom prst="rect">
            <a:avLst/>
          </a:prstGeom>
          <a:solidFill>
            <a:srgbClr val="EEF5F8"/>
          </a:solidFill>
          <a:ln w="9525">
            <a:solidFill>
              <a:srgbClr val="146995"/>
            </a:solidFill>
          </a:ln>
        </p:spPr>
      </p:sp>
      <p:sp>
        <p:nvSpPr>
          <p:cNvPr id="10" name="stage-text-34">
            <a:extLst>
              <a:ext uri="{FF2B5EF4-FFF2-40B4-BE49-F238E27FC236}">
                <a16:creationId xmlns:a16="http://schemas.microsoft.com/office/drawing/2014/main" id="{C0E63104-AC71-4821-9677-DA3344ECC8C5}"/>
              </a:ext>
            </a:extLst>
          </p:cNvPr>
          <p:cNvSpPr>
            <a:spLocks noGrp="1"/>
          </p:cNvSpPr>
          <p:nvPr/>
        </p:nvSpPr>
        <p:spPr>
          <a:xfrm>
            <a:off x="2005013"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7</a:t>
            </a:r>
          </a:p>
        </p:txBody>
      </p:sp>
      <p:sp>
        <p:nvSpPr>
          <p:cNvPr id="11" name="stage-35">
            <a:extLst>
              <a:ext uri="{FF2B5EF4-FFF2-40B4-BE49-F238E27FC236}">
                <a16:creationId xmlns:a16="http://schemas.microsoft.com/office/drawing/2014/main" id="{DF2EEEEB-F397-40FA-AE7C-5170C5A67B4A}"/>
              </a:ext>
            </a:extLst>
          </p:cNvPr>
          <p:cNvSpPr>
            <a:spLocks noGrp="1"/>
          </p:cNvSpPr>
          <p:nvPr/>
        </p:nvSpPr>
        <p:spPr>
          <a:xfrm>
            <a:off x="3400425" y="2143125"/>
            <a:ext cx="1204913" cy="609600"/>
          </a:xfrm>
          <a:prstGeom prst="rect">
            <a:avLst/>
          </a:prstGeom>
          <a:solidFill>
            <a:srgbClr val="EEF5F8"/>
          </a:solidFill>
          <a:ln w="9525">
            <a:solidFill>
              <a:srgbClr val="146995"/>
            </a:solidFill>
          </a:ln>
        </p:spPr>
      </p:sp>
      <p:sp>
        <p:nvSpPr>
          <p:cNvPr id="12" name="stage-text-36">
            <a:extLst>
              <a:ext uri="{FF2B5EF4-FFF2-40B4-BE49-F238E27FC236}">
                <a16:creationId xmlns:a16="http://schemas.microsoft.com/office/drawing/2014/main" id="{8775883B-75A9-4239-AE37-A4DD070772E5}"/>
              </a:ext>
            </a:extLst>
          </p:cNvPr>
          <p:cNvSpPr>
            <a:spLocks noGrp="1"/>
          </p:cNvSpPr>
          <p:nvPr/>
        </p:nvSpPr>
        <p:spPr>
          <a:xfrm>
            <a:off x="3400425"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6</a:t>
            </a:r>
          </a:p>
        </p:txBody>
      </p:sp>
      <p:sp>
        <p:nvSpPr>
          <p:cNvPr id="13" name="stage-37">
            <a:extLst>
              <a:ext uri="{FF2B5EF4-FFF2-40B4-BE49-F238E27FC236}">
                <a16:creationId xmlns:a16="http://schemas.microsoft.com/office/drawing/2014/main" id="{C5ED053C-94A9-4C15-A1A8-C64536F47A12}"/>
              </a:ext>
            </a:extLst>
          </p:cNvPr>
          <p:cNvSpPr>
            <a:spLocks noGrp="1"/>
          </p:cNvSpPr>
          <p:nvPr/>
        </p:nvSpPr>
        <p:spPr>
          <a:xfrm>
            <a:off x="4795838" y="2143125"/>
            <a:ext cx="1204913" cy="609600"/>
          </a:xfrm>
          <a:prstGeom prst="rect">
            <a:avLst/>
          </a:prstGeom>
          <a:solidFill>
            <a:srgbClr val="EEF5F8"/>
          </a:solidFill>
          <a:ln w="9525">
            <a:solidFill>
              <a:srgbClr val="146995"/>
            </a:solidFill>
          </a:ln>
        </p:spPr>
      </p:sp>
      <p:sp>
        <p:nvSpPr>
          <p:cNvPr id="14" name="stage-text-38">
            <a:extLst>
              <a:ext uri="{FF2B5EF4-FFF2-40B4-BE49-F238E27FC236}">
                <a16:creationId xmlns:a16="http://schemas.microsoft.com/office/drawing/2014/main" id="{F827E977-C95E-4AC6-AA1F-7B834BDCBB74}"/>
              </a:ext>
            </a:extLst>
          </p:cNvPr>
          <p:cNvSpPr>
            <a:spLocks noGrp="1"/>
          </p:cNvSpPr>
          <p:nvPr/>
        </p:nvSpPr>
        <p:spPr>
          <a:xfrm>
            <a:off x="4795838"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5</a:t>
            </a:r>
          </a:p>
        </p:txBody>
      </p:sp>
      <p:sp>
        <p:nvSpPr>
          <p:cNvPr id="15" name="stage-39">
            <a:extLst>
              <a:ext uri="{FF2B5EF4-FFF2-40B4-BE49-F238E27FC236}">
                <a16:creationId xmlns:a16="http://schemas.microsoft.com/office/drawing/2014/main" id="{76211DCC-A558-4834-A8DA-0ED8FC147042}"/>
              </a:ext>
            </a:extLst>
          </p:cNvPr>
          <p:cNvSpPr>
            <a:spLocks noGrp="1"/>
          </p:cNvSpPr>
          <p:nvPr/>
        </p:nvSpPr>
        <p:spPr>
          <a:xfrm>
            <a:off x="6191250" y="2143125"/>
            <a:ext cx="1204913" cy="609600"/>
          </a:xfrm>
          <a:prstGeom prst="rect">
            <a:avLst/>
          </a:prstGeom>
          <a:solidFill>
            <a:srgbClr val="EEF5F8"/>
          </a:solidFill>
          <a:ln w="9525">
            <a:solidFill>
              <a:srgbClr val="146995"/>
            </a:solidFill>
          </a:ln>
        </p:spPr>
      </p:sp>
      <p:sp>
        <p:nvSpPr>
          <p:cNvPr id="16" name="stage-text-40">
            <a:extLst>
              <a:ext uri="{FF2B5EF4-FFF2-40B4-BE49-F238E27FC236}">
                <a16:creationId xmlns:a16="http://schemas.microsoft.com/office/drawing/2014/main" id="{70DE3B6B-CDC0-4877-A66B-36CB4364F2F4}"/>
              </a:ext>
            </a:extLst>
          </p:cNvPr>
          <p:cNvSpPr>
            <a:spLocks noGrp="1"/>
          </p:cNvSpPr>
          <p:nvPr/>
        </p:nvSpPr>
        <p:spPr>
          <a:xfrm>
            <a:off x="6191250"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a:t>
            </a:r>
          </a:p>
        </p:txBody>
      </p:sp>
      <p:sp>
        <p:nvSpPr>
          <p:cNvPr id="17" name="stage-41">
            <a:extLst>
              <a:ext uri="{FF2B5EF4-FFF2-40B4-BE49-F238E27FC236}">
                <a16:creationId xmlns:a16="http://schemas.microsoft.com/office/drawing/2014/main" id="{DFCF5686-7B74-4D18-88B4-AC6E5B2FF4E9}"/>
              </a:ext>
            </a:extLst>
          </p:cNvPr>
          <p:cNvSpPr>
            <a:spLocks noGrp="1"/>
          </p:cNvSpPr>
          <p:nvPr/>
        </p:nvSpPr>
        <p:spPr>
          <a:xfrm>
            <a:off x="7586663" y="2143125"/>
            <a:ext cx="1204913" cy="609600"/>
          </a:xfrm>
          <a:prstGeom prst="rect">
            <a:avLst/>
          </a:prstGeom>
          <a:solidFill>
            <a:srgbClr val="EEF5F8"/>
          </a:solidFill>
          <a:ln w="9525">
            <a:solidFill>
              <a:srgbClr val="146995"/>
            </a:solidFill>
          </a:ln>
        </p:spPr>
      </p:sp>
      <p:sp>
        <p:nvSpPr>
          <p:cNvPr id="18" name="stage-text-42">
            <a:extLst>
              <a:ext uri="{FF2B5EF4-FFF2-40B4-BE49-F238E27FC236}">
                <a16:creationId xmlns:a16="http://schemas.microsoft.com/office/drawing/2014/main" id="{78BC439B-D35A-4931-B165-F61C850096F7}"/>
              </a:ext>
            </a:extLst>
          </p:cNvPr>
          <p:cNvSpPr>
            <a:spLocks noGrp="1"/>
          </p:cNvSpPr>
          <p:nvPr/>
        </p:nvSpPr>
        <p:spPr>
          <a:xfrm>
            <a:off x="7586663"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3</a:t>
            </a:r>
          </a:p>
        </p:txBody>
      </p:sp>
      <p:sp>
        <p:nvSpPr>
          <p:cNvPr id="19" name="stage-43">
            <a:extLst>
              <a:ext uri="{FF2B5EF4-FFF2-40B4-BE49-F238E27FC236}">
                <a16:creationId xmlns:a16="http://schemas.microsoft.com/office/drawing/2014/main" id="{88D1F1FE-A3CA-4EA0-A29C-0375B8CD55CC}"/>
              </a:ext>
            </a:extLst>
          </p:cNvPr>
          <p:cNvSpPr>
            <a:spLocks noGrp="1"/>
          </p:cNvSpPr>
          <p:nvPr/>
        </p:nvSpPr>
        <p:spPr>
          <a:xfrm>
            <a:off x="8982075" y="2143125"/>
            <a:ext cx="1204913" cy="609600"/>
          </a:xfrm>
          <a:prstGeom prst="rect">
            <a:avLst/>
          </a:prstGeom>
          <a:solidFill>
            <a:srgbClr val="EEF5F8"/>
          </a:solidFill>
          <a:ln w="9525">
            <a:solidFill>
              <a:srgbClr val="146995"/>
            </a:solidFill>
          </a:ln>
        </p:spPr>
      </p:sp>
      <p:sp>
        <p:nvSpPr>
          <p:cNvPr id="20" name="stage-text-44">
            <a:extLst>
              <a:ext uri="{FF2B5EF4-FFF2-40B4-BE49-F238E27FC236}">
                <a16:creationId xmlns:a16="http://schemas.microsoft.com/office/drawing/2014/main" id="{490DAA53-9777-462A-97E2-E46CC7CED5F8}"/>
              </a:ext>
            </a:extLst>
          </p:cNvPr>
          <p:cNvSpPr>
            <a:spLocks noGrp="1"/>
          </p:cNvSpPr>
          <p:nvPr/>
        </p:nvSpPr>
        <p:spPr>
          <a:xfrm>
            <a:off x="8982075"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a:t>
            </a:r>
          </a:p>
        </p:txBody>
      </p:sp>
      <p:sp>
        <p:nvSpPr>
          <p:cNvPr id="21" name="stage-45">
            <a:extLst>
              <a:ext uri="{FF2B5EF4-FFF2-40B4-BE49-F238E27FC236}">
                <a16:creationId xmlns:a16="http://schemas.microsoft.com/office/drawing/2014/main" id="{991DCA18-F939-44DA-80A8-295B129F08BE}"/>
              </a:ext>
            </a:extLst>
          </p:cNvPr>
          <p:cNvSpPr>
            <a:spLocks noGrp="1"/>
          </p:cNvSpPr>
          <p:nvPr/>
        </p:nvSpPr>
        <p:spPr>
          <a:xfrm>
            <a:off x="10377488" y="2143125"/>
            <a:ext cx="1204913" cy="609600"/>
          </a:xfrm>
          <a:prstGeom prst="rect">
            <a:avLst/>
          </a:prstGeom>
          <a:solidFill>
            <a:srgbClr val="EEF5F8"/>
          </a:solidFill>
          <a:ln w="9525">
            <a:solidFill>
              <a:srgbClr val="146995"/>
            </a:solidFill>
          </a:ln>
        </p:spPr>
      </p:sp>
      <p:sp>
        <p:nvSpPr>
          <p:cNvPr id="22" name="stage-text-46">
            <a:extLst>
              <a:ext uri="{FF2B5EF4-FFF2-40B4-BE49-F238E27FC236}">
                <a16:creationId xmlns:a16="http://schemas.microsoft.com/office/drawing/2014/main" id="{E9DB14C6-AE72-4B4A-A0BF-6A61DB022C47}"/>
              </a:ext>
            </a:extLst>
          </p:cNvPr>
          <p:cNvSpPr>
            <a:spLocks noGrp="1"/>
          </p:cNvSpPr>
          <p:nvPr/>
        </p:nvSpPr>
        <p:spPr>
          <a:xfrm>
            <a:off x="10377488"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a:t>
            </a:r>
          </a:p>
        </p:txBody>
      </p:sp>
      <p:sp>
        <p:nvSpPr>
          <p:cNvPr id="23" name="same">
            <a:extLst>
              <a:ext uri="{FF2B5EF4-FFF2-40B4-BE49-F238E27FC236}">
                <a16:creationId xmlns:a16="http://schemas.microsoft.com/office/drawing/2014/main" id="{024444BE-7A7A-49B7-866D-D3A638B134F5}"/>
              </a:ext>
            </a:extLst>
          </p:cNvPr>
          <p:cNvSpPr>
            <a:spLocks noGrp="1"/>
          </p:cNvSpPr>
          <p:nvPr/>
        </p:nvSpPr>
        <p:spPr>
          <a:xfrm>
            <a:off x="609600" y="3276600"/>
            <a:ext cx="10972800" cy="476250"/>
          </a:xfrm>
          <a:prstGeom prst="rect">
            <a:avLst/>
          </a:prstGeom>
          <a:noFill/>
          <a:ln w="0">
            <a:noFill/>
          </a:ln>
        </p:spPr>
        <p:txBody>
          <a:bodyPr wrap="none" lIns="0" tIns="0" rIns="0" bIns="0" anchor="t">
            <a:noAutofit/>
          </a:bodyPr>
          <a:lstStyle>
            <a:defPPr algn="l">
              <a:defRPr sz="2400" b="0">
                <a:solidFill>
                  <a:srgbClr val="151515"/>
                </a:solidFill>
                <a:latin typeface="Consolas"/>
                <a:ea typeface="Consolas"/>
                <a:cs typeface="Consolas"/>
              </a:defRPr>
            </a:defPPr>
          </a:lstStyle>
          <a:p>
            <a:pPr algn="l">
              <a:lnSpc>
                <a:spcPct val="112000"/>
              </a:lnSpc>
              <a:buNone/>
              <a:defRPr sz="2400" b="0">
                <a:solidFill>
                  <a:srgbClr val="151515"/>
                </a:solidFill>
                <a:latin typeface="Consolas"/>
                <a:ea typeface="Consolas"/>
                <a:cs typeface="Consolas"/>
              </a:defRPr>
            </a:pPr>
            <a:r>
              <a:rPr sz="2400" b="0">
                <a:solidFill>
                  <a:srgbClr val="151515"/>
                </a:solidFill>
                <a:latin typeface="Consolas"/>
                <a:ea typeface="Consolas"/>
                <a:cs typeface="Consolas"/>
              </a:rPr>
              <a:t>입력: [5, 5, 5, 5, 5, 5, 5, 5]</a:t>
            </a:r>
          </a:p>
        </p:txBody>
      </p:sp>
      <p:sp>
        <p:nvSpPr>
          <p:cNvPr id="24" name="sum">
            <a:extLst>
              <a:ext uri="{FF2B5EF4-FFF2-40B4-BE49-F238E27FC236}">
                <a16:creationId xmlns:a16="http://schemas.microsoft.com/office/drawing/2014/main" id="{B1856858-E2D0-4087-869F-95FDD346CB99}"/>
              </a:ext>
            </a:extLst>
          </p:cNvPr>
          <p:cNvSpPr>
            <a:spLocks noGrp="1"/>
          </p:cNvSpPr>
          <p:nvPr/>
        </p:nvSpPr>
        <p:spPr>
          <a:xfrm>
            <a:off x="609600" y="4133850"/>
            <a:ext cx="10972800" cy="485775"/>
          </a:xfrm>
          <a:prstGeom prst="rect">
            <a:avLst/>
          </a:prstGeom>
          <a:noFill/>
          <a:ln w="0">
            <a:noFill/>
          </a:ln>
        </p:spPr>
        <p:txBody>
          <a:bodyPr wrap="none" lIns="0" tIns="0" rIns="0" bIns="0" anchor="t">
            <a:noAutofit/>
          </a:bodyPr>
          <a:lstStyle>
            <a:defPPr algn="l">
              <a:defRPr sz="2550" b="1">
                <a:solidFill>
                  <a:srgbClr val="151515"/>
                </a:solidFill>
                <a:latin typeface="Malgun Gothic"/>
                <a:ea typeface="Malgun Gothic"/>
                <a:cs typeface="Malgun Gothic"/>
              </a:defRPr>
            </a:defPPr>
          </a:lstStyle>
          <a:p>
            <a:pPr algn="l">
              <a:lnSpc>
                <a:spcPct val="112000"/>
              </a:lnSpc>
              <a:buNone/>
              <a:defRPr sz="2550" b="1">
                <a:solidFill>
                  <a:srgbClr val="151515"/>
                </a:solidFill>
                <a:latin typeface="Malgun Gothic"/>
                <a:ea typeface="Malgun Gothic"/>
                <a:cs typeface="Malgun Gothic"/>
              </a:defRPr>
            </a:pPr>
            <a:r>
              <a:rPr sz="2550" b="1">
                <a:solidFill>
                  <a:srgbClr val="151515"/>
                </a:solidFill>
                <a:latin typeface="Malgun Gothic"/>
                <a:ea typeface="Malgun Gothic"/>
                <a:cs typeface="Malgun Gothic"/>
              </a:rPr>
              <a:t>피벗 밖의 검사: 7 + 6 + … + 1 = 28</a:t>
            </a:r>
          </a:p>
        </p:txBody>
      </p:sp>
      <p:sp>
        <p:nvSpPr>
          <p:cNvPr id="25" name="worst">
            <a:extLst>
              <a:ext uri="{FF2B5EF4-FFF2-40B4-BE49-F238E27FC236}">
                <a16:creationId xmlns:a16="http://schemas.microsoft.com/office/drawing/2014/main" id="{2E8C190A-CAA3-4D1F-A252-B716E0B8D294}"/>
              </a:ext>
            </a:extLst>
          </p:cNvPr>
          <p:cNvSpPr>
            <a:spLocks noGrp="1"/>
          </p:cNvSpPr>
          <p:nvPr/>
        </p:nvSpPr>
        <p:spPr>
          <a:xfrm>
            <a:off x="609600" y="5200650"/>
            <a:ext cx="10972800" cy="495300"/>
          </a:xfrm>
          <a:prstGeom prst="rect">
            <a:avLst/>
          </a:prstGeom>
          <a:noFill/>
          <a:ln w="0">
            <a:noFill/>
          </a:ln>
        </p:spPr>
        <p:txBody>
          <a:bodyPr wrap="none" lIns="0" tIns="0" rIns="0" bIns="0" anchor="t">
            <a:noAutofit/>
          </a:bodyPr>
          <a:lstStyle>
            <a:defPPr algn="l">
              <a:defRPr sz="2550" b="1">
                <a:solidFill>
                  <a:srgbClr val="AD630C"/>
                </a:solidFill>
                <a:latin typeface="Malgun Gothic"/>
                <a:ea typeface="Malgun Gothic"/>
                <a:cs typeface="Malgun Gothic"/>
              </a:defRPr>
            </a:defPPr>
          </a:lstStyle>
          <a:p>
            <a:pPr algn="l">
              <a:lnSpc>
                <a:spcPct val="112000"/>
              </a:lnSpc>
              <a:buNone/>
              <a:defRPr sz="2550" b="1">
                <a:solidFill>
                  <a:srgbClr val="AD630C"/>
                </a:solidFill>
                <a:latin typeface="Malgun Gothic"/>
                <a:ea typeface="Malgun Gothic"/>
                <a:cs typeface="Malgun Gothic"/>
              </a:defRPr>
            </a:pPr>
            <a:r>
              <a:rPr sz="2550" b="1">
                <a:solidFill>
                  <a:srgbClr val="AD630C"/>
                </a:solidFill>
                <a:latin typeface="Malgun Gothic"/>
                <a:ea typeface="Malgun Gothic"/>
                <a:cs typeface="Malgun Gothic"/>
              </a:rPr>
              <a:t>한쪽에 n−1개가 남는 경우: O(n²)</a:t>
            </a:r>
          </a:p>
        </p:txBody>
      </p:sp>
      <p:sp>
        <p:nvSpPr>
          <p:cNvPr id="26" name="caption">
            <a:extLst>
              <a:ext uri="{FF2B5EF4-FFF2-40B4-BE49-F238E27FC236}">
                <a16:creationId xmlns:a16="http://schemas.microsoft.com/office/drawing/2014/main" id="{F6798E98-13DB-42C4-A1ED-339F66E87C93}"/>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이 코드의 “피벗 이하를 왼쪽” 규칙에서는 같은 값만 있어도 최악의 분할이 가능합니다.</a:t>
            </a:r>
          </a:p>
        </p:txBody>
      </p:sp>
    </p:spTree>
    <p:extLst>
      <p:ext uri="{BB962C8B-B14F-4D97-AF65-F5344CB8AC3E}">
        <p14:creationId xmlns:p14="http://schemas.microsoft.com/office/powerpoint/2010/main" val="25089855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98</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ABA2BB8C-9A37-4F2F-B843-2904858026E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D2FFE13-BD1E-4DB7-80BA-7E255569159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2B0A9-305E-44AE-A488-802458AAE3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가장 큰 이익을 내는 연속 구간</a:t>
            </a:r>
          </a:p>
        </p:txBody>
      </p:sp>
      <p:sp>
        <p:nvSpPr>
          <p:cNvPr id="4" name="rule-6">
            <a:extLst>
              <a:ext uri="{FF2B5EF4-FFF2-40B4-BE49-F238E27FC236}">
                <a16:creationId xmlns:a16="http://schemas.microsoft.com/office/drawing/2014/main" id="{48FC54A2-E85B-4DC3-A0EE-924BC863C395}"/>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5DCEE56-887A-4727-B446-A60E16EFD7C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E7BAAE0-E89A-41ED-A710-8208585A79F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99</a:t>
            </a:r>
            <a:endParaRPr sz="1050" b="0">
              <a:solidFill>
                <a:srgbClr val="151515"/>
              </a:solidFill>
              <a:latin typeface="Consolas"/>
              <a:ea typeface="Consolas"/>
              <a:cs typeface="Consolas"/>
            </a:endParaRPr>
          </a:p>
        </p:txBody>
      </p:sp>
      <p:sp>
        <p:nvSpPr>
          <p:cNvPr id="7" name="problem">
            <a:extLst>
              <a:ext uri="{FF2B5EF4-FFF2-40B4-BE49-F238E27FC236}">
                <a16:creationId xmlns:a16="http://schemas.microsoft.com/office/drawing/2014/main" id="{B3E0B6C1-7B0E-4704-9F43-1365C07EE194}"/>
              </a:ext>
            </a:extLst>
          </p:cNvPr>
          <p:cNvSpPr>
            <a:spLocks noGrp="1"/>
          </p:cNvSpPr>
          <p:nvPr/>
        </p:nvSpPr>
        <p:spPr>
          <a:xfrm>
            <a:off x="609600" y="1752600"/>
            <a:ext cx="5334000" cy="13525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일별 손익 변동이 배열로 주어집니다.</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연속한 날짜의 합을 최대로 만드세요.</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하루 이상 고르며,</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중간 날짜는 건너뛸 수 없습니다.</a:t>
            </a:r>
          </a:p>
        </p:txBody>
      </p:sp>
      <p:graphicFrame>
        <p:nvGraphicFramePr>
          <p:cNvPr id="8" name="표 7">
            <a:extLst>
              <a:ext uri="{FF2B5EF4-FFF2-40B4-BE49-F238E27FC236}">
                <a16:creationId xmlns:a16="http://schemas.microsoft.com/office/drawing/2014/main" id="{B4F5F645-D8B5-46CF-9F81-F7C4209AED98}"/>
              </a:ext>
            </a:extLst>
          </p:cNvPr>
          <p:cNvGraphicFramePr/>
          <p:nvPr/>
        </p:nvGraphicFramePr>
        <p:xfrm>
          <a:off x="609600" y="3295650"/>
          <a:ext cx="5334000" cy="495300"/>
        </p:xfrm>
        <a:graphic>
          <a:graphicData uri="http://schemas.openxmlformats.org/drawingml/2006/table">
            <a:tbl>
              <a:tblPr/>
              <a:tblGrid>
                <a:gridCol w="666750">
                  <a:extLst>
                    <a:ext uri="{9D8B030D-6E8A-4147-A177-3AD203B41FA5}">
                      <a16:colId xmlns:a16="http://schemas.microsoft.com/office/drawing/2014/main" val="20000"/>
                    </a:ext>
                  </a:extLst>
                </a:gridCol>
                <a:gridCol w="666750">
                  <a:extLst>
                    <a:ext uri="{9D8B030D-6E8A-4147-A177-3AD203B41FA5}">
                      <a16:colId xmlns:a16="http://schemas.microsoft.com/office/drawing/2014/main" val="20001"/>
                    </a:ext>
                  </a:extLst>
                </a:gridCol>
                <a:gridCol w="666750">
                  <a:extLst>
                    <a:ext uri="{9D8B030D-6E8A-4147-A177-3AD203B41FA5}">
                      <a16:colId xmlns:a16="http://schemas.microsoft.com/office/drawing/2014/main" val="20002"/>
                    </a:ext>
                  </a:extLst>
                </a:gridCol>
                <a:gridCol w="666750">
                  <a:extLst>
                    <a:ext uri="{9D8B030D-6E8A-4147-A177-3AD203B41FA5}">
                      <a16:colId xmlns:a16="http://schemas.microsoft.com/office/drawing/2014/main" val="20003"/>
                    </a:ext>
                  </a:extLst>
                </a:gridCol>
                <a:gridCol w="666750">
                  <a:extLst>
                    <a:ext uri="{9D8B030D-6E8A-4147-A177-3AD203B41FA5}">
                      <a16:colId xmlns:a16="http://schemas.microsoft.com/office/drawing/2014/main" val="20004"/>
                    </a:ext>
                  </a:extLst>
                </a:gridCol>
                <a:gridCol w="666750">
                  <a:extLst>
                    <a:ext uri="{9D8B030D-6E8A-4147-A177-3AD203B41FA5}">
                      <a16:colId xmlns:a16="http://schemas.microsoft.com/office/drawing/2014/main" val="20005"/>
                    </a:ext>
                  </a:extLst>
                </a:gridCol>
                <a:gridCol w="666750">
                  <a:extLst>
                    <a:ext uri="{9D8B030D-6E8A-4147-A177-3AD203B41FA5}">
                      <a16:colId xmlns:a16="http://schemas.microsoft.com/office/drawing/2014/main" val="20006"/>
                    </a:ext>
                  </a:extLst>
                </a:gridCol>
                <a:gridCol w="666750">
                  <a:extLst>
                    <a:ext uri="{9D8B030D-6E8A-4147-A177-3AD203B41FA5}">
                      <a16:colId xmlns:a16="http://schemas.microsoft.com/office/drawing/2014/main" val="20007"/>
                    </a:ext>
                  </a:extLst>
                </a:gridCol>
              </a:tblGrid>
              <a:tr h="495300">
                <a:tc>
                  <a:txBody>
                    <a:bodyPr/>
                    <a:lstStyle/>
                    <a:p>
                      <a:pPr algn="ctr"/>
                      <a:r>
                        <a:rPr sz="2025" b="1">
                          <a:solidFill>
                            <a:srgbClr val="151515"/>
                          </a:solidFill>
                          <a:latin typeface="Consolas"/>
                          <a:ea typeface="Consolas"/>
                          <a:cs typeface="Consolas"/>
                        </a:rPr>
                        <a:t>3</a:t>
                      </a:r>
                    </a:p>
                  </a:txBody>
                  <a:tcPr anchor="ctr">
                    <a:solidFill>
                      <a:srgbClr val="F3F3F3"/>
                    </a:solidFill>
                  </a:tcPr>
                </a:tc>
                <a:tc>
                  <a:txBody>
                    <a:bodyPr/>
                    <a:lstStyle/>
                    <a:p>
                      <a:pPr algn="ctr"/>
                      <a:r>
                        <a:rPr sz="2025" b="1">
                          <a:solidFill>
                            <a:srgbClr val="151515"/>
                          </a:solidFill>
                          <a:latin typeface="Consolas"/>
                          <a:ea typeface="Consolas"/>
                          <a:cs typeface="Consolas"/>
                        </a:rPr>
                        <a:t>-5</a:t>
                      </a:r>
                    </a:p>
                  </a:txBody>
                  <a:tcPr anchor="ctr">
                    <a:solidFill>
                      <a:srgbClr val="F3F3F3"/>
                    </a:solidFill>
                  </a:tcPr>
                </a:tc>
                <a:tc>
                  <a:txBody>
                    <a:bodyPr/>
                    <a:lstStyle/>
                    <a:p>
                      <a:pPr algn="ctr"/>
                      <a:r>
                        <a:rPr sz="2025" b="1">
                          <a:solidFill>
                            <a:srgbClr val="151515"/>
                          </a:solidFill>
                          <a:latin typeface="Consolas"/>
                          <a:ea typeface="Consolas"/>
                          <a:cs typeface="Consolas"/>
                        </a:rPr>
                        <a:t>12</a:t>
                      </a:r>
                    </a:p>
                  </a:txBody>
                  <a:tcPr anchor="ctr">
                    <a:solidFill>
                      <a:srgbClr val="FDE5BB"/>
                    </a:solidFill>
                  </a:tcPr>
                </a:tc>
                <a:tc>
                  <a:txBody>
                    <a:bodyPr/>
                    <a:lstStyle/>
                    <a:p>
                      <a:pPr algn="ctr"/>
                      <a:r>
                        <a:rPr sz="2025" b="1">
                          <a:solidFill>
                            <a:srgbClr val="151515"/>
                          </a:solidFill>
                          <a:latin typeface="Consolas"/>
                          <a:ea typeface="Consolas"/>
                          <a:cs typeface="Consolas"/>
                        </a:rPr>
                        <a:t>-2</a:t>
                      </a:r>
                    </a:p>
                  </a:txBody>
                  <a:tcPr anchor="ctr">
                    <a:solidFill>
                      <a:srgbClr val="FDE5BB"/>
                    </a:solidFill>
                  </a:tcPr>
                </a:tc>
                <a:tc>
                  <a:txBody>
                    <a:bodyPr/>
                    <a:lstStyle/>
                    <a:p>
                      <a:pPr algn="ctr"/>
                      <a:r>
                        <a:rPr sz="2025" b="1">
                          <a:solidFill>
                            <a:srgbClr val="151515"/>
                          </a:solidFill>
                          <a:latin typeface="Consolas"/>
                          <a:ea typeface="Consolas"/>
                          <a:cs typeface="Consolas"/>
                        </a:rPr>
                        <a:t>7</a:t>
                      </a:r>
                    </a:p>
                  </a:txBody>
                  <a:tcPr anchor="ctr">
                    <a:solidFill>
                      <a:srgbClr val="FDE5BB"/>
                    </a:solidFill>
                  </a:tcPr>
                </a:tc>
                <a:tc>
                  <a:txBody>
                    <a:bodyPr/>
                    <a:lstStyle/>
                    <a:p>
                      <a:pPr algn="ctr"/>
                      <a:r>
                        <a:rPr sz="2025" b="1">
                          <a:solidFill>
                            <a:srgbClr val="151515"/>
                          </a:solidFill>
                          <a:latin typeface="Consolas"/>
                          <a:ea typeface="Consolas"/>
                          <a:cs typeface="Consolas"/>
                        </a:rPr>
                        <a:t>-9</a:t>
                      </a:r>
                    </a:p>
                  </a:txBody>
                  <a:tcPr anchor="ctr">
                    <a:solidFill>
                      <a:srgbClr val="F3F3F3"/>
                    </a:solidFill>
                  </a:tcPr>
                </a:tc>
                <a:tc>
                  <a:txBody>
                    <a:bodyPr/>
                    <a:lstStyle/>
                    <a:p>
                      <a:pPr algn="ctr"/>
                      <a:r>
                        <a:rPr sz="2025" b="1">
                          <a:solidFill>
                            <a:srgbClr val="151515"/>
                          </a:solidFill>
                          <a:latin typeface="Consolas"/>
                          <a:ea typeface="Consolas"/>
                          <a:cs typeface="Consolas"/>
                        </a:rPr>
                        <a:t>5</a:t>
                      </a:r>
                    </a:p>
                  </a:txBody>
                  <a:tcPr anchor="ctr">
                    <a:solidFill>
                      <a:srgbClr val="F3F3F3"/>
                    </a:solidFill>
                  </a:tcPr>
                </a:tc>
                <a:tc>
                  <a:txBody>
                    <a:bodyPr/>
                    <a:lstStyle/>
                    <a:p>
                      <a:pPr algn="ctr"/>
                      <a:r>
                        <a:rPr sz="2025" b="1">
                          <a:solidFill>
                            <a:srgbClr val="151515"/>
                          </a:solidFill>
                          <a:latin typeface="Consolas"/>
                          <a:ea typeface="Consolas"/>
                          <a:cs typeface="Consolas"/>
                        </a:rPr>
                        <a:t>1</a:t>
                      </a:r>
                    </a:p>
                  </a:txBody>
                  <a:tcPr anchor="ctr">
                    <a:solidFill>
                      <a:srgbClr val="F3F3F3"/>
                    </a:solidFill>
                  </a:tcPr>
                </a:tc>
                <a:extLst>
                  <a:ext uri="{0D108BD9-81ED-4DB2-BD59-A6C34878D82A}">
                    <a16:rowId xmlns:a16="http://schemas.microsoft.com/office/drawing/2014/main" val="10000"/>
                  </a:ext>
                </a:extLst>
              </a:tr>
            </a:tbl>
          </a:graphicData>
        </a:graphic>
      </p:graphicFrame>
      <p:sp>
        <p:nvSpPr>
          <p:cNvPr id="9" name="day-0">
            <a:extLst>
              <a:ext uri="{FF2B5EF4-FFF2-40B4-BE49-F238E27FC236}">
                <a16:creationId xmlns:a16="http://schemas.microsoft.com/office/drawing/2014/main" id="{6683A0FA-3A38-4E1C-B198-B37F358AAC4F}"/>
              </a:ext>
            </a:extLst>
          </p:cNvPr>
          <p:cNvSpPr>
            <a:spLocks noGrp="1"/>
          </p:cNvSpPr>
          <p:nvPr/>
        </p:nvSpPr>
        <p:spPr>
          <a:xfrm>
            <a:off x="6096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1일</a:t>
            </a:r>
          </a:p>
        </p:txBody>
      </p:sp>
      <p:sp>
        <p:nvSpPr>
          <p:cNvPr id="10" name="day-1">
            <a:extLst>
              <a:ext uri="{FF2B5EF4-FFF2-40B4-BE49-F238E27FC236}">
                <a16:creationId xmlns:a16="http://schemas.microsoft.com/office/drawing/2014/main" id="{1D044419-D92C-4E8C-BA04-1E20CAAD25D9}"/>
              </a:ext>
            </a:extLst>
          </p:cNvPr>
          <p:cNvSpPr>
            <a:spLocks noGrp="1"/>
          </p:cNvSpPr>
          <p:nvPr/>
        </p:nvSpPr>
        <p:spPr>
          <a:xfrm>
            <a:off x="12763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2일</a:t>
            </a:r>
          </a:p>
        </p:txBody>
      </p:sp>
      <p:sp>
        <p:nvSpPr>
          <p:cNvPr id="11" name="day-2">
            <a:extLst>
              <a:ext uri="{FF2B5EF4-FFF2-40B4-BE49-F238E27FC236}">
                <a16:creationId xmlns:a16="http://schemas.microsoft.com/office/drawing/2014/main" id="{5DCB4074-3038-46A6-9E31-5FC75BA18730}"/>
              </a:ext>
            </a:extLst>
          </p:cNvPr>
          <p:cNvSpPr>
            <a:spLocks noGrp="1"/>
          </p:cNvSpPr>
          <p:nvPr/>
        </p:nvSpPr>
        <p:spPr>
          <a:xfrm>
            <a:off x="19431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3일</a:t>
            </a:r>
          </a:p>
        </p:txBody>
      </p:sp>
      <p:sp>
        <p:nvSpPr>
          <p:cNvPr id="12" name="day-3">
            <a:extLst>
              <a:ext uri="{FF2B5EF4-FFF2-40B4-BE49-F238E27FC236}">
                <a16:creationId xmlns:a16="http://schemas.microsoft.com/office/drawing/2014/main" id="{85CC81F4-B534-4B96-9D45-74E0B0028F03}"/>
              </a:ext>
            </a:extLst>
          </p:cNvPr>
          <p:cNvSpPr>
            <a:spLocks noGrp="1"/>
          </p:cNvSpPr>
          <p:nvPr/>
        </p:nvSpPr>
        <p:spPr>
          <a:xfrm>
            <a:off x="26098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4일</a:t>
            </a:r>
          </a:p>
        </p:txBody>
      </p:sp>
      <p:sp>
        <p:nvSpPr>
          <p:cNvPr id="13" name="day-4">
            <a:extLst>
              <a:ext uri="{FF2B5EF4-FFF2-40B4-BE49-F238E27FC236}">
                <a16:creationId xmlns:a16="http://schemas.microsoft.com/office/drawing/2014/main" id="{9862CA86-4052-4DBB-A65D-06572EB35D0D}"/>
              </a:ext>
            </a:extLst>
          </p:cNvPr>
          <p:cNvSpPr>
            <a:spLocks noGrp="1"/>
          </p:cNvSpPr>
          <p:nvPr/>
        </p:nvSpPr>
        <p:spPr>
          <a:xfrm>
            <a:off x="32766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5일</a:t>
            </a:r>
          </a:p>
        </p:txBody>
      </p:sp>
      <p:sp>
        <p:nvSpPr>
          <p:cNvPr id="14" name="day-5">
            <a:extLst>
              <a:ext uri="{FF2B5EF4-FFF2-40B4-BE49-F238E27FC236}">
                <a16:creationId xmlns:a16="http://schemas.microsoft.com/office/drawing/2014/main" id="{78C41C05-D05E-4C36-BE06-8D046C31D526}"/>
              </a:ext>
            </a:extLst>
          </p:cNvPr>
          <p:cNvSpPr>
            <a:spLocks noGrp="1"/>
          </p:cNvSpPr>
          <p:nvPr/>
        </p:nvSpPr>
        <p:spPr>
          <a:xfrm>
            <a:off x="39433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6일</a:t>
            </a:r>
          </a:p>
        </p:txBody>
      </p:sp>
      <p:sp>
        <p:nvSpPr>
          <p:cNvPr id="15" name="day-6">
            <a:extLst>
              <a:ext uri="{FF2B5EF4-FFF2-40B4-BE49-F238E27FC236}">
                <a16:creationId xmlns:a16="http://schemas.microsoft.com/office/drawing/2014/main" id="{6DC06B6A-065E-4DBB-AB00-E06CF07E95C5}"/>
              </a:ext>
            </a:extLst>
          </p:cNvPr>
          <p:cNvSpPr>
            <a:spLocks noGrp="1"/>
          </p:cNvSpPr>
          <p:nvPr/>
        </p:nvSpPr>
        <p:spPr>
          <a:xfrm>
            <a:off x="46101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7일</a:t>
            </a:r>
          </a:p>
        </p:txBody>
      </p:sp>
      <p:sp>
        <p:nvSpPr>
          <p:cNvPr id="16" name="day-7">
            <a:extLst>
              <a:ext uri="{FF2B5EF4-FFF2-40B4-BE49-F238E27FC236}">
                <a16:creationId xmlns:a16="http://schemas.microsoft.com/office/drawing/2014/main" id="{DFFA27E1-E7BD-4E0A-896A-83C270F24FEB}"/>
              </a:ext>
            </a:extLst>
          </p:cNvPr>
          <p:cNvSpPr>
            <a:spLocks noGrp="1"/>
          </p:cNvSpPr>
          <p:nvPr/>
        </p:nvSpPr>
        <p:spPr>
          <a:xfrm>
            <a:off x="52768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8일</a:t>
            </a:r>
          </a:p>
        </p:txBody>
      </p:sp>
      <p:pic>
        <p:nvPicPr>
          <p:cNvPr id="17" name="그림 16">
            <a:extLst>
              <a:ext uri="{FF2B5EF4-FFF2-40B4-BE49-F238E27FC236}">
                <a16:creationId xmlns:a16="http://schemas.microsoft.com/office/drawing/2014/main" id="{B37403C6-C841-4D19-84AB-571A03CD5184}"/>
              </a:ext>
            </a:extLst>
          </p:cNvPr>
          <p:cNvPicPr>
            <a:picLocks noChangeAspect="1"/>
          </p:cNvPicPr>
          <p:nvPr/>
        </p:nvPicPr>
        <p:blipFill>
          <a:blip r:embed="rId3"/>
          <a:stretch/>
        </p:blipFill>
        <p:spPr>
          <a:xfrm>
            <a:off x="609600" y="4438650"/>
            <a:ext cx="1295400" cy="1295400"/>
          </a:xfrm>
          <a:prstGeom prst="rect">
            <a:avLst/>
          </a:prstGeom>
        </p:spPr>
      </p:pic>
      <p:sp>
        <p:nvSpPr>
          <p:cNvPr id="18" name="whole-sum">
            <a:extLst>
              <a:ext uri="{FF2B5EF4-FFF2-40B4-BE49-F238E27FC236}">
                <a16:creationId xmlns:a16="http://schemas.microsoft.com/office/drawing/2014/main" id="{82403220-9660-420F-8B91-A0E744EB5BF5}"/>
              </a:ext>
            </a:extLst>
          </p:cNvPr>
          <p:cNvSpPr>
            <a:spLocks noGrp="1"/>
          </p:cNvSpPr>
          <p:nvPr/>
        </p:nvSpPr>
        <p:spPr>
          <a:xfrm>
            <a:off x="2190750" y="4533900"/>
            <a:ext cx="371475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 8일 합: 12</a:t>
            </a:r>
          </a:p>
        </p:txBody>
      </p:sp>
      <p:sp>
        <p:nvSpPr>
          <p:cNvPr id="19" name="max-sum">
            <a:extLst>
              <a:ext uri="{FF2B5EF4-FFF2-40B4-BE49-F238E27FC236}">
                <a16:creationId xmlns:a16="http://schemas.microsoft.com/office/drawing/2014/main" id="{996A08D3-F907-429D-A0FD-948B62DE6D57}"/>
              </a:ext>
            </a:extLst>
          </p:cNvPr>
          <p:cNvSpPr>
            <a:spLocks noGrp="1"/>
          </p:cNvSpPr>
          <p:nvPr/>
        </p:nvSpPr>
        <p:spPr>
          <a:xfrm>
            <a:off x="2190750" y="5153025"/>
            <a:ext cx="3714750" cy="438150"/>
          </a:xfrm>
          <a:prstGeom prst="rect">
            <a:avLst/>
          </a:prstGeom>
          <a:noFill/>
          <a:ln w="0">
            <a:noFill/>
          </a:ln>
        </p:spPr>
        <p:txBody>
          <a:bodyPr wrap="none" lIns="0" tIns="0" rIns="0" bIns="0" anchor="t">
            <a:noAutofit/>
          </a:bodyPr>
          <a:lstStyle>
            <a:defPPr algn="l">
              <a:defRPr sz="2325" b="1">
                <a:solidFill>
                  <a:srgbClr val="9A5900"/>
                </a:solidFill>
                <a:latin typeface="Malgun Gothic"/>
                <a:ea typeface="Malgun Gothic"/>
                <a:cs typeface="Malgun Gothic"/>
              </a:defRPr>
            </a:defPPr>
          </a:lstStyle>
          <a:p>
            <a:pPr algn="l">
              <a:lnSpc>
                <a:spcPct val="108000"/>
              </a:lnSpc>
              <a:buNone/>
              <a:defRPr sz="2325" b="1">
                <a:solidFill>
                  <a:srgbClr val="9A5900"/>
                </a:solidFill>
                <a:latin typeface="Malgun Gothic"/>
                <a:ea typeface="Malgun Gothic"/>
                <a:cs typeface="Malgun Gothic"/>
              </a:defRPr>
            </a:pPr>
            <a:r>
              <a:rPr sz="2325" b="1">
                <a:solidFill>
                  <a:srgbClr val="9A5900"/>
                </a:solidFill>
                <a:latin typeface="Malgun Gothic"/>
                <a:ea typeface="Malgun Gothic"/>
                <a:cs typeface="Malgun Gothic"/>
              </a:rPr>
              <a:t>3~5일 합: 17</a:t>
            </a:r>
          </a:p>
        </p:txBody>
      </p:sp>
      <p:graphicFrame>
        <p:nvGraphicFramePr>
          <p:cNvPr id="20" name="Chart">
            <a:extLst>
              <a:ext uri="{FF2B5EF4-FFF2-40B4-BE49-F238E27FC236}">
                <a16:creationId xmlns:a16="http://schemas.microsoft.com/office/drawing/2014/main" id="{7790D86A-B206-4DBB-A0A5-6365A2A06FF4}"/>
              </a:ext>
            </a:extLst>
          </p:cNvPr>
          <p:cNvGraphicFramePr/>
          <p:nvPr/>
        </p:nvGraphicFramePr>
        <p:xfrm>
          <a:off x="6191250" y="2105025"/>
          <a:ext cx="5391150" cy="3590925"/>
        </p:xfrm>
        <a:graphic>
          <a:graphicData uri="http://schemas.openxmlformats.org/drawingml/2006/chart">
            <c:chart xmlns:c="http://schemas.openxmlformats.org/drawingml/2006/chart" xmlns:r="http://schemas.openxmlformats.org/officeDocument/2006/relationships" r:id="rId4"/>
          </a:graphicData>
        </a:graphic>
      </p:graphicFrame>
      <p:sp>
        <p:nvSpPr>
          <p:cNvPr id="21" name="chart-caption">
            <a:extLst>
              <a:ext uri="{FF2B5EF4-FFF2-40B4-BE49-F238E27FC236}">
                <a16:creationId xmlns:a16="http://schemas.microsoft.com/office/drawing/2014/main" id="{25E39BB6-CFC6-4CDC-953F-D9603E9325AC}"/>
              </a:ext>
            </a:extLst>
          </p:cNvPr>
          <p:cNvSpPr>
            <a:spLocks noGrp="1"/>
          </p:cNvSpPr>
          <p:nvPr/>
        </p:nvSpPr>
        <p:spPr>
          <a:xfrm>
            <a:off x="6362700" y="5829300"/>
            <a:ext cx="5219700"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3~5일: 12 − 2 + 7 = 17</a:t>
            </a:r>
          </a:p>
        </p:txBody>
      </p:sp>
    </p:spTree>
    <p:extLst>
      <p:ext uri="{BB962C8B-B14F-4D97-AF65-F5344CB8AC3E}">
        <p14:creationId xmlns:p14="http://schemas.microsoft.com/office/powerpoint/2010/main" val="32848303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D40516D9-E009-480E-A580-D1CF23BF75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1E9E6AD-B67E-49DA-BEE9-3C750C198B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E0864A8-8215-46CC-9D1F-3814A2A487E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모든 구간을 하나씩 확인하는 방법</a:t>
            </a:r>
          </a:p>
        </p:txBody>
      </p:sp>
      <p:sp>
        <p:nvSpPr>
          <p:cNvPr id="4" name="rule-8">
            <a:extLst>
              <a:ext uri="{FF2B5EF4-FFF2-40B4-BE49-F238E27FC236}">
                <a16:creationId xmlns:a16="http://schemas.microsoft.com/office/drawing/2014/main" id="{16EC3D52-CC1C-4591-B70E-16FE113BCC2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C3ADBF6-CD77-45CF-B6EF-B01F8AB8B4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BD3BFC2-E0E9-4C97-B0A0-31EB473D6A8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100</a:t>
            </a:r>
            <a:endParaRPr sz="1050" b="0">
              <a:solidFill>
                <a:srgbClr val="151515"/>
              </a:solidFill>
              <a:latin typeface="Consolas"/>
              <a:ea typeface="Consolas"/>
              <a:cs typeface="Consolas"/>
            </a:endParaRPr>
          </a:p>
        </p:txBody>
      </p:sp>
      <p:sp>
        <p:nvSpPr>
          <p:cNvPr id="7" name="approach">
            <a:extLst>
              <a:ext uri="{FF2B5EF4-FFF2-40B4-BE49-F238E27FC236}">
                <a16:creationId xmlns:a16="http://schemas.microsoft.com/office/drawing/2014/main" id="{DFD3F16C-FC70-48D3-87F7-706AFF96F60C}"/>
              </a:ext>
            </a:extLst>
          </p:cNvPr>
          <p:cNvSpPr>
            <a:spLocks noGrp="1"/>
          </p:cNvSpPr>
          <p:nvPr/>
        </p:nvSpPr>
        <p:spPr>
          <a:xfrm>
            <a:off x="609600" y="1733550"/>
            <a:ext cx="6238875" cy="742950"/>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08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시작 날짜를 하나 고정하고,</a:t>
            </a:r>
          </a:p>
          <a:p>
            <a:pPr algn="l">
              <a:lnSpc>
                <a:spcPct val="108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끝 날짜를 한 칸씩 늘립니다.</a:t>
            </a:r>
          </a:p>
        </p:txBody>
      </p:sp>
      <p:sp>
        <p:nvSpPr>
          <p:cNvPr id="8" name="examples">
            <a:extLst>
              <a:ext uri="{FF2B5EF4-FFF2-40B4-BE49-F238E27FC236}">
                <a16:creationId xmlns:a16="http://schemas.microsoft.com/office/drawing/2014/main" id="{98F537F9-787D-4AD3-B198-CEE4FDADF4D4}"/>
              </a:ext>
            </a:extLst>
          </p:cNvPr>
          <p:cNvSpPr>
            <a:spLocks noGrp="1"/>
          </p:cNvSpPr>
          <p:nvPr/>
        </p:nvSpPr>
        <p:spPr>
          <a:xfrm>
            <a:off x="609600" y="2800350"/>
            <a:ext cx="6238875" cy="1857375"/>
          </a:xfrm>
          <a:prstGeom prst="rect">
            <a:avLst/>
          </a:prstGeom>
          <a:noFill/>
          <a:ln w="0">
            <a:noFill/>
          </a:ln>
        </p:spPr>
        <p:txBody>
          <a:bodyPr wrap="none" lIns="0" tIns="0" rIns="0" bIns="0" anchor="t">
            <a:noAutofit/>
          </a:bodyPr>
          <a:lstStyle>
            <a:defPPr algn="l">
              <a:defRPr sz="2025" b="0">
                <a:solidFill>
                  <a:srgbClr val="151515"/>
                </a:solidFill>
                <a:latin typeface="Consolas"/>
                <a:ea typeface="Consolas"/>
                <a:cs typeface="Consolas"/>
              </a:defRPr>
            </a:defPPr>
          </a:lstStyle>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첫날부터 시작한 구간</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   3</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−5]             →  −2</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−5, 12]         →  10</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a:t>
            </a:r>
          </a:p>
        </p:txBody>
      </p:sp>
      <p:sp>
        <p:nvSpPr>
          <p:cNvPr id="9" name="count">
            <a:extLst>
              <a:ext uri="{FF2B5EF4-FFF2-40B4-BE49-F238E27FC236}">
                <a16:creationId xmlns:a16="http://schemas.microsoft.com/office/drawing/2014/main" id="{A4937F8C-81F2-4179-ABED-8DA261BE5620}"/>
              </a:ext>
            </a:extLst>
          </p:cNvPr>
          <p:cNvSpPr>
            <a:spLocks noGrp="1"/>
          </p:cNvSpPr>
          <p:nvPr/>
        </p:nvSpPr>
        <p:spPr>
          <a:xfrm>
            <a:off x="609600" y="5124450"/>
            <a:ext cx="641985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8일의 후보: 8 + 7 + … + 1 = 36개</a:t>
            </a:r>
          </a:p>
        </p:txBody>
      </p:sp>
      <p:sp>
        <p:nvSpPr>
          <p:cNvPr id="10" name="cost">
            <a:extLst>
              <a:ext uri="{FF2B5EF4-FFF2-40B4-BE49-F238E27FC236}">
                <a16:creationId xmlns:a16="http://schemas.microsoft.com/office/drawing/2014/main" id="{6491C8C5-B83B-4CE4-9A29-FF88B6C3D652}"/>
              </a:ext>
            </a:extLst>
          </p:cNvPr>
          <p:cNvSpPr>
            <a:spLocks noGrp="1"/>
          </p:cNvSpPr>
          <p:nvPr/>
        </p:nvSpPr>
        <p:spPr>
          <a:xfrm>
            <a:off x="609600" y="5619750"/>
            <a:ext cx="6581775" cy="333375"/>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8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입력이 커지면 후보 수가 O(n²)로 늘어납니다.</a:t>
            </a:r>
          </a:p>
        </p:txBody>
      </p:sp>
      <p:pic>
        <p:nvPicPr>
          <p:cNvPr id="11" name="그림 10">
            <a:extLst>
              <a:ext uri="{FF2B5EF4-FFF2-40B4-BE49-F238E27FC236}">
                <a16:creationId xmlns:a16="http://schemas.microsoft.com/office/drawing/2014/main" id="{6379D003-0CB9-4CBD-AD92-1ACDC4F7276A}"/>
              </a:ext>
            </a:extLst>
          </p:cNvPr>
          <p:cNvPicPr>
            <a:picLocks noChangeAspect="1"/>
          </p:cNvPicPr>
          <p:nvPr/>
        </p:nvPicPr>
        <p:blipFill>
          <a:blip r:embed="rId3"/>
          <a:stretch/>
        </p:blipFill>
        <p:spPr>
          <a:xfrm>
            <a:off x="7143750" y="2361911"/>
            <a:ext cx="4438650" cy="3401003"/>
          </a:xfrm>
          <a:prstGeom prst="rect">
            <a:avLst/>
          </a:prstGeom>
        </p:spPr>
      </p:pic>
      <p:sp>
        <p:nvSpPr>
          <p:cNvPr id="12" name="caption">
            <a:extLst>
              <a:ext uri="{FF2B5EF4-FFF2-40B4-BE49-F238E27FC236}">
                <a16:creationId xmlns:a16="http://schemas.microsoft.com/office/drawing/2014/main" id="{7F6FBA63-1B95-45A4-B1E3-C0F96CDAD0B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끝점을 한 칸 늘릴 때 누적합도 갱신합니다. 더 빠른 방법으로 분할 정복을 사용해 봅시다.</a:t>
            </a:r>
          </a:p>
        </p:txBody>
      </p:sp>
    </p:spTree>
    <p:extLst>
      <p:ext uri="{BB962C8B-B14F-4D97-AF65-F5344CB8AC3E}">
        <p14:creationId xmlns:p14="http://schemas.microsoft.com/office/powerpoint/2010/main" val="405803600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6FD6C51D-5359-4C74-9E26-B0D69A4E640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25C0F9C-47CC-49BF-B44D-6A22EA65B5E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ACD8E25-2AA5-4C48-A061-C6A8B0D070F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왼쪽·오른쪽·중앙을 걸친 구간</a:t>
            </a:r>
          </a:p>
        </p:txBody>
      </p:sp>
      <p:sp>
        <p:nvSpPr>
          <p:cNvPr id="4" name="rule-9">
            <a:extLst>
              <a:ext uri="{FF2B5EF4-FFF2-40B4-BE49-F238E27FC236}">
                <a16:creationId xmlns:a16="http://schemas.microsoft.com/office/drawing/2014/main" id="{DC7A6C6C-CD74-4E5C-BA2C-91D4DE466CDB}"/>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9921D859-0E70-421D-8F7E-4CB329E71AA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F898A3F-ECE0-47E8-9F57-00BDFD8C10F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101</a:t>
            </a:r>
            <a:endParaRPr sz="1050" b="0">
              <a:solidFill>
                <a:srgbClr val="151515"/>
              </a:solidFill>
              <a:latin typeface="Consolas"/>
              <a:ea typeface="Consolas"/>
              <a:cs typeface="Consolas"/>
            </a:endParaRPr>
          </a:p>
        </p:txBody>
      </p:sp>
      <p:sp>
        <p:nvSpPr>
          <p:cNvPr id="7" name="left-head">
            <a:extLst>
              <a:ext uri="{FF2B5EF4-FFF2-40B4-BE49-F238E27FC236}">
                <a16:creationId xmlns:a16="http://schemas.microsoft.com/office/drawing/2014/main" id="{4359091F-6708-42D5-9072-788153027B87}"/>
              </a:ext>
            </a:extLst>
          </p:cNvPr>
          <p:cNvSpPr>
            <a:spLocks noGrp="1"/>
          </p:cNvSpPr>
          <p:nvPr/>
        </p:nvSpPr>
        <p:spPr>
          <a:xfrm>
            <a:off x="609600" y="1828800"/>
            <a:ext cx="5857875"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왼쪽 절반 안</a:t>
            </a:r>
          </a:p>
        </p:txBody>
      </p:sp>
      <p:sp>
        <p:nvSpPr>
          <p:cNvPr id="8" name="left-detail">
            <a:extLst>
              <a:ext uri="{FF2B5EF4-FFF2-40B4-BE49-F238E27FC236}">
                <a16:creationId xmlns:a16="http://schemas.microsoft.com/office/drawing/2014/main" id="{C52FD89E-9FD5-4C74-A896-E2553D7D8A97}"/>
              </a:ext>
            </a:extLst>
          </p:cNvPr>
          <p:cNvSpPr>
            <a:spLocks noGrp="1"/>
          </p:cNvSpPr>
          <p:nvPr/>
        </p:nvSpPr>
        <p:spPr>
          <a:xfrm>
            <a:off x="609600" y="2257425"/>
            <a:ext cx="6048375" cy="342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그 절반에서 찾은 최대 합: left_max</a:t>
            </a:r>
          </a:p>
        </p:txBody>
      </p:sp>
      <p:sp>
        <p:nvSpPr>
          <p:cNvPr id="9" name="right-head">
            <a:extLst>
              <a:ext uri="{FF2B5EF4-FFF2-40B4-BE49-F238E27FC236}">
                <a16:creationId xmlns:a16="http://schemas.microsoft.com/office/drawing/2014/main" id="{8AF70F70-BDD8-47A8-B2F1-15DC78A5E67F}"/>
              </a:ext>
            </a:extLst>
          </p:cNvPr>
          <p:cNvSpPr>
            <a:spLocks noGrp="1"/>
          </p:cNvSpPr>
          <p:nvPr/>
        </p:nvSpPr>
        <p:spPr>
          <a:xfrm>
            <a:off x="609600" y="2971800"/>
            <a:ext cx="5857875"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오른쪽 절반 안</a:t>
            </a:r>
          </a:p>
        </p:txBody>
      </p:sp>
      <p:sp>
        <p:nvSpPr>
          <p:cNvPr id="10" name="right-detail">
            <a:extLst>
              <a:ext uri="{FF2B5EF4-FFF2-40B4-BE49-F238E27FC236}">
                <a16:creationId xmlns:a16="http://schemas.microsoft.com/office/drawing/2014/main" id="{F414A61E-302C-41E9-9F95-4D9BFBAE015E}"/>
              </a:ext>
            </a:extLst>
          </p:cNvPr>
          <p:cNvSpPr>
            <a:spLocks noGrp="1"/>
          </p:cNvSpPr>
          <p:nvPr/>
        </p:nvSpPr>
        <p:spPr>
          <a:xfrm>
            <a:off x="609600" y="3400425"/>
            <a:ext cx="6048375" cy="342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그 절반에서 찾은 최대 합: right_max</a:t>
            </a:r>
          </a:p>
        </p:txBody>
      </p:sp>
      <p:sp>
        <p:nvSpPr>
          <p:cNvPr id="11" name="cross-head">
            <a:extLst>
              <a:ext uri="{FF2B5EF4-FFF2-40B4-BE49-F238E27FC236}">
                <a16:creationId xmlns:a16="http://schemas.microsoft.com/office/drawing/2014/main" id="{A036ECC1-F3F0-4A65-A04F-7BD31707F875}"/>
              </a:ext>
            </a:extLst>
          </p:cNvPr>
          <p:cNvSpPr>
            <a:spLocks noGrp="1"/>
          </p:cNvSpPr>
          <p:nvPr/>
        </p:nvSpPr>
        <p:spPr>
          <a:xfrm>
            <a:off x="609600" y="4114800"/>
            <a:ext cx="6096000"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중앙 경계를 걸친 구간</a:t>
            </a:r>
          </a:p>
        </p:txBody>
      </p:sp>
      <p:sp>
        <p:nvSpPr>
          <p:cNvPr id="12" name="cross-detail">
            <a:extLst>
              <a:ext uri="{FF2B5EF4-FFF2-40B4-BE49-F238E27FC236}">
                <a16:creationId xmlns:a16="http://schemas.microsoft.com/office/drawing/2014/main" id="{3B136474-D5EC-4A53-A6B6-69032F236D89}"/>
              </a:ext>
            </a:extLst>
          </p:cNvPr>
          <p:cNvSpPr>
            <a:spLocks noGrp="1"/>
          </p:cNvSpPr>
          <p:nvPr/>
        </p:nvSpPr>
        <p:spPr>
          <a:xfrm>
            <a:off x="609600" y="4543425"/>
            <a:ext cx="6048375" cy="333375"/>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8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경계 양쪽을 이어 붙인 최대 합: cross_max</a:t>
            </a:r>
          </a:p>
        </p:txBody>
      </p:sp>
      <p:sp>
        <p:nvSpPr>
          <p:cNvPr id="13" name="answer-formula">
            <a:extLst>
              <a:ext uri="{FF2B5EF4-FFF2-40B4-BE49-F238E27FC236}">
                <a16:creationId xmlns:a16="http://schemas.microsoft.com/office/drawing/2014/main" id="{848D564A-2B7E-47BF-AF94-7FF6DCB81F51}"/>
              </a:ext>
            </a:extLst>
          </p:cNvPr>
          <p:cNvSpPr>
            <a:spLocks noGrp="1"/>
          </p:cNvSpPr>
          <p:nvPr/>
        </p:nvSpPr>
        <p:spPr>
          <a:xfrm>
            <a:off x="609600" y="5534025"/>
            <a:ext cx="6638925" cy="400050"/>
          </a:xfrm>
          <a:prstGeom prst="rect">
            <a:avLst/>
          </a:prstGeom>
          <a:noFill/>
          <a:ln w="0">
            <a:noFill/>
          </a:ln>
        </p:spPr>
        <p:txBody>
          <a:bodyPr wrap="none" lIns="0" tIns="0" rIns="0" bIns="0" anchor="t">
            <a:noAutofit/>
          </a:bodyPr>
          <a:lstStyle>
            <a:defPPr algn="l">
              <a:defRPr sz="1875" b="1">
                <a:solidFill>
                  <a:srgbClr val="151515"/>
                </a:solidFill>
                <a:latin typeface="Consolas"/>
                <a:ea typeface="Consolas"/>
                <a:cs typeface="Consolas"/>
              </a:defRPr>
            </a:defPPr>
          </a:lstStyle>
          <a:p>
            <a:pPr algn="l">
              <a:lnSpc>
                <a:spcPct val="108000"/>
              </a:lnSpc>
              <a:buNone/>
              <a:defRPr sz="1875" b="1">
                <a:solidFill>
                  <a:srgbClr val="151515"/>
                </a:solidFill>
                <a:latin typeface="Consolas"/>
                <a:ea typeface="Consolas"/>
                <a:cs typeface="Consolas"/>
              </a:defRPr>
            </a:pPr>
            <a:r>
              <a:rPr sz="1875" b="1">
                <a:solidFill>
                  <a:srgbClr val="151515"/>
                </a:solidFill>
                <a:latin typeface="Consolas"/>
                <a:ea typeface="Consolas"/>
                <a:cs typeface="Consolas"/>
              </a:rPr>
              <a:t>정답 = max(left_max, right_max, cross_max)</a:t>
            </a:r>
          </a:p>
        </p:txBody>
      </p:sp>
      <p:pic>
        <p:nvPicPr>
          <p:cNvPr id="14" name="그림 13">
            <a:extLst>
              <a:ext uri="{FF2B5EF4-FFF2-40B4-BE49-F238E27FC236}">
                <a16:creationId xmlns:a16="http://schemas.microsoft.com/office/drawing/2014/main" id="{99C94D20-72CC-4E4B-B68C-4B965330BFE4}"/>
              </a:ext>
            </a:extLst>
          </p:cNvPr>
          <p:cNvPicPr>
            <a:picLocks noChangeAspect="1"/>
          </p:cNvPicPr>
          <p:nvPr/>
        </p:nvPicPr>
        <p:blipFill>
          <a:blip r:embed="rId3"/>
          <a:stretch/>
        </p:blipFill>
        <p:spPr>
          <a:xfrm>
            <a:off x="7096125" y="2322635"/>
            <a:ext cx="4486275" cy="3450981"/>
          </a:xfrm>
          <a:prstGeom prst="rect">
            <a:avLst/>
          </a:prstGeom>
        </p:spPr>
      </p:pic>
      <p:sp>
        <p:nvSpPr>
          <p:cNvPr id="15" name="caption">
            <a:extLst>
              <a:ext uri="{FF2B5EF4-FFF2-40B4-BE49-F238E27FC236}">
                <a16:creationId xmlns:a16="http://schemas.microsoft.com/office/drawing/2014/main" id="{F379CA6E-90A8-4683-BC96-6386FCDEFADD}"/>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중앙을 걸친 구간은 mid와 mid+1을 모두 포함해야 합니다. 중간 칸을 뺄 수 없습니다.</a:t>
            </a:r>
          </a:p>
        </p:txBody>
      </p:sp>
    </p:spTree>
    <p:extLst>
      <p:ext uri="{BB962C8B-B14F-4D97-AF65-F5344CB8AC3E}">
        <p14:creationId xmlns:p14="http://schemas.microsoft.com/office/powerpoint/2010/main" val="40943194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A4CD2B0A-9A9B-4D06-A73C-9181F4752D2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548A5AC-E642-43E6-BA8C-4A6293304F7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EAB831C-20FF-46FE-943A-F417B7579E4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최대 구간 합: 연속한 칸을 고릅니다</a:t>
            </a:r>
          </a:p>
        </p:txBody>
      </p:sp>
      <p:sp>
        <p:nvSpPr>
          <p:cNvPr id="4" name="diagram-line-0">
            <a:extLst>
              <a:ext uri="{FF2B5EF4-FFF2-40B4-BE49-F238E27FC236}">
                <a16:creationId xmlns:a16="http://schemas.microsoft.com/office/drawing/2014/main" id="{891583A9-E486-49E7-9BCE-CFD27209D30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B498C88-F2CD-47B3-A6F7-9BFAB3E5C04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 = [3, −5, 12, −2, 7, −9, 5, 1]에서 빈 구간은 고르지 않습니다.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가장 큰 합은 인덱스 2~4의 12 − 2 + 7 = 17입니다.</a:t>
            </a:r>
          </a:p>
        </p:txBody>
      </p:sp>
      <p:sp>
        <p:nvSpPr>
          <p:cNvPr id="6" name="footer">
            <a:extLst>
              <a:ext uri="{FF2B5EF4-FFF2-40B4-BE49-F238E27FC236}">
                <a16:creationId xmlns:a16="http://schemas.microsoft.com/office/drawing/2014/main" id="{016A567E-4575-457F-8113-3491336C5A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717FE1E-3898-4E2B-B6AE-773E43A805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102</a:t>
            </a:r>
            <a:endParaRPr sz="1050" b="0">
              <a:solidFill>
                <a:srgbClr val="151515"/>
              </a:solidFill>
              <a:latin typeface="Consolas"/>
              <a:ea typeface="Consolas"/>
              <a:cs typeface="Consolas"/>
            </a:endParaRPr>
          </a:p>
        </p:txBody>
      </p:sp>
      <p:sp>
        <p:nvSpPr>
          <p:cNvPr id="8" name="row-1-label">
            <a:extLst>
              <a:ext uri="{FF2B5EF4-FFF2-40B4-BE49-F238E27FC236}">
                <a16:creationId xmlns:a16="http://schemas.microsoft.com/office/drawing/2014/main" id="{4A003CA9-E33A-4FF0-A6F4-BCCB6B520509}"/>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최대 구간</a:t>
            </a:r>
          </a:p>
        </p:txBody>
      </p:sp>
      <p:graphicFrame>
        <p:nvGraphicFramePr>
          <p:cNvPr id="9" name="표 8">
            <a:extLst>
              <a:ext uri="{FF2B5EF4-FFF2-40B4-BE49-F238E27FC236}">
                <a16:creationId xmlns:a16="http://schemas.microsoft.com/office/drawing/2014/main" id="{0D75EA29-7CD1-4AE4-92CE-AC1B8E602CDF}"/>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
            <a:extLst>
              <a:ext uri="{FF2B5EF4-FFF2-40B4-BE49-F238E27FC236}">
                <a16:creationId xmlns:a16="http://schemas.microsoft.com/office/drawing/2014/main" id="{D4CB59B6-5FA4-45E3-BC8C-213AA7A12478}"/>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
            <a:extLst>
              <a:ext uri="{FF2B5EF4-FFF2-40B4-BE49-F238E27FC236}">
                <a16:creationId xmlns:a16="http://schemas.microsoft.com/office/drawing/2014/main" id="{E79A5818-1C34-4B5B-8520-5236ED34FB55}"/>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
            <a:extLst>
              <a:ext uri="{FF2B5EF4-FFF2-40B4-BE49-F238E27FC236}">
                <a16:creationId xmlns:a16="http://schemas.microsoft.com/office/drawing/2014/main" id="{D7055421-E1DD-4455-956F-EC630C8736AA}"/>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
            <a:extLst>
              <a:ext uri="{FF2B5EF4-FFF2-40B4-BE49-F238E27FC236}">
                <a16:creationId xmlns:a16="http://schemas.microsoft.com/office/drawing/2014/main" id="{5EA4AE99-C610-4AEC-96E9-67E75B8E884C}"/>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
            <a:extLst>
              <a:ext uri="{FF2B5EF4-FFF2-40B4-BE49-F238E27FC236}">
                <a16:creationId xmlns:a16="http://schemas.microsoft.com/office/drawing/2014/main" id="{6CFE9132-0BC1-461D-A1F1-06881AC58DC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
            <a:extLst>
              <a:ext uri="{FF2B5EF4-FFF2-40B4-BE49-F238E27FC236}">
                <a16:creationId xmlns:a16="http://schemas.microsoft.com/office/drawing/2014/main" id="{45813662-D7F1-4BE7-B186-778C7A001D69}"/>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
            <a:extLst>
              <a:ext uri="{FF2B5EF4-FFF2-40B4-BE49-F238E27FC236}">
                <a16:creationId xmlns:a16="http://schemas.microsoft.com/office/drawing/2014/main" id="{067D5B12-C4F3-4CF0-908F-32DDE8ACC9FA}"/>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
            <a:extLst>
              <a:ext uri="{FF2B5EF4-FFF2-40B4-BE49-F238E27FC236}">
                <a16:creationId xmlns:a16="http://schemas.microsoft.com/office/drawing/2014/main" id="{C8723331-A0F9-4F3E-951D-D290353D2386}"/>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example-sum">
            <a:extLst>
              <a:ext uri="{FF2B5EF4-FFF2-40B4-BE49-F238E27FC236}">
                <a16:creationId xmlns:a16="http://schemas.microsoft.com/office/drawing/2014/main" id="{E40355BF-1DF4-4323-A85B-EC02A41B5787}"/>
              </a:ext>
            </a:extLst>
          </p:cNvPr>
          <p:cNvSpPr>
            <a:spLocks noGrp="1"/>
          </p:cNvSpPr>
          <p:nvPr/>
        </p:nvSpPr>
        <p:spPr>
          <a:xfrm>
            <a:off x="2362200" y="4371975"/>
            <a:ext cx="8839200" cy="476250"/>
          </a:xfrm>
          <a:prstGeom prst="rect">
            <a:avLst/>
          </a:prstGeom>
          <a:noFill/>
          <a:ln w="0">
            <a:noFill/>
          </a:ln>
        </p:spPr>
        <p:txBody>
          <a:bodyPr wrap="none" lIns="0" tIns="0" rIns="0" bIns="0" anchor="t">
            <a:noAutofit/>
          </a:bodyPr>
          <a:lstStyle>
            <a:defPPr algn="l">
              <a:defRPr sz="2550" b="1">
                <a:solidFill>
                  <a:srgbClr val="9A5900"/>
                </a:solidFill>
                <a:latin typeface="Consolas"/>
                <a:ea typeface="Consolas"/>
                <a:cs typeface="Consolas"/>
              </a:defRPr>
            </a:defPPr>
          </a:lstStyle>
          <a:p>
            <a:pPr algn="l">
              <a:lnSpc>
                <a:spcPct val="108000"/>
              </a:lnSpc>
              <a:buNone/>
              <a:defRPr sz="2550" b="1">
                <a:solidFill>
                  <a:srgbClr val="9A5900"/>
                </a:solidFill>
                <a:latin typeface="Consolas"/>
                <a:ea typeface="Consolas"/>
                <a:cs typeface="Consolas"/>
              </a:defRPr>
            </a:pPr>
            <a:r>
              <a:rPr sz="2550" b="1">
                <a:solidFill>
                  <a:srgbClr val="9A5900"/>
                </a:solidFill>
                <a:latin typeface="Consolas"/>
                <a:ea typeface="Consolas"/>
                <a:cs typeface="Consolas"/>
              </a:rPr>
              <a:t>12 − 2 + 7 = 17</a:t>
            </a:r>
          </a:p>
        </p:txBody>
      </p:sp>
      <p:sp>
        <p:nvSpPr>
          <p:cNvPr id="19" name="whole-sum">
            <a:extLst>
              <a:ext uri="{FF2B5EF4-FFF2-40B4-BE49-F238E27FC236}">
                <a16:creationId xmlns:a16="http://schemas.microsoft.com/office/drawing/2014/main" id="{D217DD2B-2B0B-4B9D-BCDB-3D7078B06974}"/>
              </a:ext>
            </a:extLst>
          </p:cNvPr>
          <p:cNvSpPr>
            <a:spLocks noGrp="1"/>
          </p:cNvSpPr>
          <p:nvPr/>
        </p:nvSpPr>
        <p:spPr>
          <a:xfrm>
            <a:off x="2362200" y="5086350"/>
            <a:ext cx="8839200" cy="3810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배열 전체 합 = 12</a:t>
            </a:r>
          </a:p>
        </p:txBody>
      </p:sp>
      <p:sp>
        <p:nvSpPr>
          <p:cNvPr id="20" name="caption">
            <a:extLst>
              <a:ext uri="{FF2B5EF4-FFF2-40B4-BE49-F238E27FC236}">
                <a16:creationId xmlns:a16="http://schemas.microsoft.com/office/drawing/2014/main" id="{443A3463-BF41-4CF0-8008-BCCBA0B8C5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중간 칸을 건너뛸 수 없습니다. 음수 한 칸도 답이 될 수 있습니다.</a:t>
            </a:r>
          </a:p>
        </p:txBody>
      </p:sp>
    </p:spTree>
    <p:extLst>
      <p:ext uri="{BB962C8B-B14F-4D97-AF65-F5344CB8AC3E}">
        <p14:creationId xmlns:p14="http://schemas.microsoft.com/office/powerpoint/2010/main" val="149657373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B50D2665-BDEF-4C32-931F-EB1F82F519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623CA5-2C4B-430A-A31C-B18A6C2B4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A2F56C1-EE62-401A-8806-CDFFA1FFADF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가운데에서 나누면 후보는 세 종류</a:t>
            </a:r>
          </a:p>
        </p:txBody>
      </p:sp>
      <p:sp>
        <p:nvSpPr>
          <p:cNvPr id="4" name="diagram-line-2">
            <a:extLst>
              <a:ext uri="{FF2B5EF4-FFF2-40B4-BE49-F238E27FC236}">
                <a16:creationId xmlns:a16="http://schemas.microsoft.com/office/drawing/2014/main" id="{E1377842-11E2-458C-833B-D9984439163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F79B034-E606-419C-9B65-D323FFC670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0, high = 7, mid = 3입니다. 경계는 인덱스 3과 4 사이입니다.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안, 오른쪽 안, 경계를 걸치는 구간 중 가장 큰 합을 고릅니다.</a:t>
            </a:r>
          </a:p>
        </p:txBody>
      </p:sp>
      <p:sp>
        <p:nvSpPr>
          <p:cNvPr id="6" name="footer">
            <a:extLst>
              <a:ext uri="{FF2B5EF4-FFF2-40B4-BE49-F238E27FC236}">
                <a16:creationId xmlns:a16="http://schemas.microsoft.com/office/drawing/2014/main" id="{1EF6E758-35FD-4324-9603-E7C79E0C200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6EDD0BB-CF3F-4BF5-A8BF-554B46FDE06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103</a:t>
            </a:r>
            <a:endParaRPr sz="1050" b="0">
              <a:solidFill>
                <a:srgbClr val="151515"/>
              </a:solidFill>
              <a:latin typeface="Consolas"/>
              <a:ea typeface="Consolas"/>
              <a:cs typeface="Consolas"/>
            </a:endParaRPr>
          </a:p>
        </p:txBody>
      </p:sp>
      <p:sp>
        <p:nvSpPr>
          <p:cNvPr id="8" name="row-3-label">
            <a:extLst>
              <a:ext uri="{FF2B5EF4-FFF2-40B4-BE49-F238E27FC236}">
                <a16:creationId xmlns:a16="http://schemas.microsoft.com/office/drawing/2014/main" id="{6E0E701B-3CD2-4933-B0C8-226213BE60A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A9811B8C-6596-478D-9CCD-D68F0450EDEB}"/>
              </a:ext>
            </a:extLst>
          </p:cNvPr>
          <p:cNvGraphicFramePr/>
          <p:nvPr/>
        </p:nvGraphicFramePr>
        <p:xfrm>
          <a:off x="2362200" y="26860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3-0">
            <a:extLst>
              <a:ext uri="{FF2B5EF4-FFF2-40B4-BE49-F238E27FC236}">
                <a16:creationId xmlns:a16="http://schemas.microsoft.com/office/drawing/2014/main" id="{27DE34E5-504F-48FC-B9D6-24CAF7179327}"/>
              </a:ext>
            </a:extLst>
          </p:cNvPr>
          <p:cNvSpPr>
            <a:spLocks noGrp="1"/>
          </p:cNvSpPr>
          <p:nvPr/>
        </p:nvSpPr>
        <p:spPr>
          <a:xfrm>
            <a:off x="23622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3-1">
            <a:extLst>
              <a:ext uri="{FF2B5EF4-FFF2-40B4-BE49-F238E27FC236}">
                <a16:creationId xmlns:a16="http://schemas.microsoft.com/office/drawing/2014/main" id="{4CD0FBA7-EBA6-4F2A-B5CB-28854661657D}"/>
              </a:ext>
            </a:extLst>
          </p:cNvPr>
          <p:cNvSpPr>
            <a:spLocks noGrp="1"/>
          </p:cNvSpPr>
          <p:nvPr/>
        </p:nvSpPr>
        <p:spPr>
          <a:xfrm>
            <a:off x="34671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3-2">
            <a:extLst>
              <a:ext uri="{FF2B5EF4-FFF2-40B4-BE49-F238E27FC236}">
                <a16:creationId xmlns:a16="http://schemas.microsoft.com/office/drawing/2014/main" id="{BCBED81A-8B1B-4856-95DC-C744586A0EE7}"/>
              </a:ext>
            </a:extLst>
          </p:cNvPr>
          <p:cNvSpPr>
            <a:spLocks noGrp="1"/>
          </p:cNvSpPr>
          <p:nvPr/>
        </p:nvSpPr>
        <p:spPr>
          <a:xfrm>
            <a:off x="45720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3-3">
            <a:extLst>
              <a:ext uri="{FF2B5EF4-FFF2-40B4-BE49-F238E27FC236}">
                <a16:creationId xmlns:a16="http://schemas.microsoft.com/office/drawing/2014/main" id="{4F097352-ADD2-436A-B549-D6DA77C7B2B3}"/>
              </a:ext>
            </a:extLst>
          </p:cNvPr>
          <p:cNvSpPr>
            <a:spLocks noGrp="1"/>
          </p:cNvSpPr>
          <p:nvPr/>
        </p:nvSpPr>
        <p:spPr>
          <a:xfrm>
            <a:off x="56769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3-4">
            <a:extLst>
              <a:ext uri="{FF2B5EF4-FFF2-40B4-BE49-F238E27FC236}">
                <a16:creationId xmlns:a16="http://schemas.microsoft.com/office/drawing/2014/main" id="{9500CE8C-1F5E-4BBB-BE78-2D8520AEF3FF}"/>
              </a:ext>
            </a:extLst>
          </p:cNvPr>
          <p:cNvSpPr>
            <a:spLocks noGrp="1"/>
          </p:cNvSpPr>
          <p:nvPr/>
        </p:nvSpPr>
        <p:spPr>
          <a:xfrm>
            <a:off x="67818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3-5">
            <a:extLst>
              <a:ext uri="{FF2B5EF4-FFF2-40B4-BE49-F238E27FC236}">
                <a16:creationId xmlns:a16="http://schemas.microsoft.com/office/drawing/2014/main" id="{33DEB096-6B12-4A77-82CF-D31F438896A4}"/>
              </a:ext>
            </a:extLst>
          </p:cNvPr>
          <p:cNvSpPr>
            <a:spLocks noGrp="1"/>
          </p:cNvSpPr>
          <p:nvPr/>
        </p:nvSpPr>
        <p:spPr>
          <a:xfrm>
            <a:off x="78867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3-6">
            <a:extLst>
              <a:ext uri="{FF2B5EF4-FFF2-40B4-BE49-F238E27FC236}">
                <a16:creationId xmlns:a16="http://schemas.microsoft.com/office/drawing/2014/main" id="{9535B611-9995-48A2-96AA-F964A5E75F7C}"/>
              </a:ext>
            </a:extLst>
          </p:cNvPr>
          <p:cNvSpPr>
            <a:spLocks noGrp="1"/>
          </p:cNvSpPr>
          <p:nvPr/>
        </p:nvSpPr>
        <p:spPr>
          <a:xfrm>
            <a:off x="89916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3-7">
            <a:extLst>
              <a:ext uri="{FF2B5EF4-FFF2-40B4-BE49-F238E27FC236}">
                <a16:creationId xmlns:a16="http://schemas.microsoft.com/office/drawing/2014/main" id="{4B6D07A7-6479-4FDC-889F-D5F7DC35FF32}"/>
              </a:ext>
            </a:extLst>
          </p:cNvPr>
          <p:cNvSpPr>
            <a:spLocks noGrp="1"/>
          </p:cNvSpPr>
          <p:nvPr/>
        </p:nvSpPr>
        <p:spPr>
          <a:xfrm>
            <a:off x="100965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
            <a:extLst>
              <a:ext uri="{FF2B5EF4-FFF2-40B4-BE49-F238E27FC236}">
                <a16:creationId xmlns:a16="http://schemas.microsoft.com/office/drawing/2014/main" id="{6BA2EEC4-08A2-4091-B916-938A575168B5}"/>
              </a:ext>
            </a:extLst>
          </p:cNvPr>
          <p:cNvSpPr>
            <a:spLocks noGrp="1"/>
          </p:cNvSpPr>
          <p:nvPr/>
        </p:nvSpPr>
        <p:spPr>
          <a:xfrm>
            <a:off x="6772275" y="2628900"/>
            <a:ext cx="19050" cy="666750"/>
          </a:xfrm>
          <a:prstGeom prst="rect">
            <a:avLst/>
          </a:prstGeom>
          <a:solidFill>
            <a:srgbClr val="9A5900"/>
          </a:solidFill>
          <a:ln w="0">
            <a:noFill/>
          </a:ln>
        </p:spPr>
      </p:sp>
      <p:sp>
        <p:nvSpPr>
          <p:cNvPr id="19" name="row-5-label">
            <a:extLst>
              <a:ext uri="{FF2B5EF4-FFF2-40B4-BE49-F238E27FC236}">
                <a16:creationId xmlns:a16="http://schemas.microsoft.com/office/drawing/2014/main" id="{8C9769A8-5D48-4B29-A5A3-0EDA4FAEFA2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40BFF241-88F5-4881-9225-21A90E400F26}"/>
              </a:ext>
            </a:extLst>
          </p:cNvPr>
          <p:cNvGraphicFramePr/>
          <p:nvPr/>
        </p:nvGraphicFramePr>
        <p:xfrm>
          <a:off x="2362200" y="39624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5-0">
            <a:extLst>
              <a:ext uri="{FF2B5EF4-FFF2-40B4-BE49-F238E27FC236}">
                <a16:creationId xmlns:a16="http://schemas.microsoft.com/office/drawing/2014/main" id="{437701AF-3513-4CD8-A6BD-099BC26F59CE}"/>
              </a:ext>
            </a:extLst>
          </p:cNvPr>
          <p:cNvSpPr>
            <a:spLocks noGrp="1"/>
          </p:cNvSpPr>
          <p:nvPr/>
        </p:nvSpPr>
        <p:spPr>
          <a:xfrm>
            <a:off x="23622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5-1">
            <a:extLst>
              <a:ext uri="{FF2B5EF4-FFF2-40B4-BE49-F238E27FC236}">
                <a16:creationId xmlns:a16="http://schemas.microsoft.com/office/drawing/2014/main" id="{CE4D1073-B27B-442E-9940-F115744A9A4A}"/>
              </a:ext>
            </a:extLst>
          </p:cNvPr>
          <p:cNvSpPr>
            <a:spLocks noGrp="1"/>
          </p:cNvSpPr>
          <p:nvPr/>
        </p:nvSpPr>
        <p:spPr>
          <a:xfrm>
            <a:off x="34671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5-2">
            <a:extLst>
              <a:ext uri="{FF2B5EF4-FFF2-40B4-BE49-F238E27FC236}">
                <a16:creationId xmlns:a16="http://schemas.microsoft.com/office/drawing/2014/main" id="{6D0D140A-CF92-4887-837E-919DEC8ACB27}"/>
              </a:ext>
            </a:extLst>
          </p:cNvPr>
          <p:cNvSpPr>
            <a:spLocks noGrp="1"/>
          </p:cNvSpPr>
          <p:nvPr/>
        </p:nvSpPr>
        <p:spPr>
          <a:xfrm>
            <a:off x="45720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5-3">
            <a:extLst>
              <a:ext uri="{FF2B5EF4-FFF2-40B4-BE49-F238E27FC236}">
                <a16:creationId xmlns:a16="http://schemas.microsoft.com/office/drawing/2014/main" id="{A54BB76C-C5CE-4AF8-923F-8D663B85AA1D}"/>
              </a:ext>
            </a:extLst>
          </p:cNvPr>
          <p:cNvSpPr>
            <a:spLocks noGrp="1"/>
          </p:cNvSpPr>
          <p:nvPr/>
        </p:nvSpPr>
        <p:spPr>
          <a:xfrm>
            <a:off x="56769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5-4">
            <a:extLst>
              <a:ext uri="{FF2B5EF4-FFF2-40B4-BE49-F238E27FC236}">
                <a16:creationId xmlns:a16="http://schemas.microsoft.com/office/drawing/2014/main" id="{2A6FE0A7-3FB1-4D68-8639-85269BEFD3C5}"/>
              </a:ext>
            </a:extLst>
          </p:cNvPr>
          <p:cNvSpPr>
            <a:spLocks noGrp="1"/>
          </p:cNvSpPr>
          <p:nvPr/>
        </p:nvSpPr>
        <p:spPr>
          <a:xfrm>
            <a:off x="67818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5-5">
            <a:extLst>
              <a:ext uri="{FF2B5EF4-FFF2-40B4-BE49-F238E27FC236}">
                <a16:creationId xmlns:a16="http://schemas.microsoft.com/office/drawing/2014/main" id="{F6FCED8D-13A4-4FE9-97FC-0591B806F942}"/>
              </a:ext>
            </a:extLst>
          </p:cNvPr>
          <p:cNvSpPr>
            <a:spLocks noGrp="1"/>
          </p:cNvSpPr>
          <p:nvPr/>
        </p:nvSpPr>
        <p:spPr>
          <a:xfrm>
            <a:off x="78867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5-6">
            <a:extLst>
              <a:ext uri="{FF2B5EF4-FFF2-40B4-BE49-F238E27FC236}">
                <a16:creationId xmlns:a16="http://schemas.microsoft.com/office/drawing/2014/main" id="{FF2573D7-243B-4270-A8A3-6110977B0035}"/>
              </a:ext>
            </a:extLst>
          </p:cNvPr>
          <p:cNvSpPr>
            <a:spLocks noGrp="1"/>
          </p:cNvSpPr>
          <p:nvPr/>
        </p:nvSpPr>
        <p:spPr>
          <a:xfrm>
            <a:off x="89916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5-7">
            <a:extLst>
              <a:ext uri="{FF2B5EF4-FFF2-40B4-BE49-F238E27FC236}">
                <a16:creationId xmlns:a16="http://schemas.microsoft.com/office/drawing/2014/main" id="{4ADB2D34-B6C2-42EF-B317-ED36EC0FB50F}"/>
              </a:ext>
            </a:extLst>
          </p:cNvPr>
          <p:cNvSpPr>
            <a:spLocks noGrp="1"/>
          </p:cNvSpPr>
          <p:nvPr/>
        </p:nvSpPr>
        <p:spPr>
          <a:xfrm>
            <a:off x="100965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diagram-line-6">
            <a:extLst>
              <a:ext uri="{FF2B5EF4-FFF2-40B4-BE49-F238E27FC236}">
                <a16:creationId xmlns:a16="http://schemas.microsoft.com/office/drawing/2014/main" id="{07338B1D-6FE6-4D2A-8F1E-2F31DB35C320}"/>
              </a:ext>
            </a:extLst>
          </p:cNvPr>
          <p:cNvSpPr>
            <a:spLocks noGrp="1"/>
          </p:cNvSpPr>
          <p:nvPr/>
        </p:nvSpPr>
        <p:spPr>
          <a:xfrm>
            <a:off x="6772275" y="3905250"/>
            <a:ext cx="19050" cy="666750"/>
          </a:xfrm>
          <a:prstGeom prst="rect">
            <a:avLst/>
          </a:prstGeom>
          <a:solidFill>
            <a:srgbClr val="9A5900"/>
          </a:solidFill>
          <a:ln w="0">
            <a:noFill/>
          </a:ln>
        </p:spPr>
      </p:sp>
      <p:sp>
        <p:nvSpPr>
          <p:cNvPr id="30" name="row-7-label">
            <a:extLst>
              <a:ext uri="{FF2B5EF4-FFF2-40B4-BE49-F238E27FC236}">
                <a16:creationId xmlns:a16="http://schemas.microsoft.com/office/drawing/2014/main" id="{3909D099-2F32-4BEC-B6EB-42C14A0B6BD0}"/>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경계를 걸침</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3B00FE7C-A2AA-454D-9755-551598F48F31}"/>
              </a:ext>
            </a:extLst>
          </p:cNvPr>
          <p:cNvGraphicFramePr/>
          <p:nvPr/>
        </p:nvGraphicFramePr>
        <p:xfrm>
          <a:off x="2362200" y="52387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7-0">
            <a:extLst>
              <a:ext uri="{FF2B5EF4-FFF2-40B4-BE49-F238E27FC236}">
                <a16:creationId xmlns:a16="http://schemas.microsoft.com/office/drawing/2014/main" id="{020BE4F4-E879-441E-A423-CA0CF709B8CD}"/>
              </a:ext>
            </a:extLst>
          </p:cNvPr>
          <p:cNvSpPr>
            <a:spLocks noGrp="1"/>
          </p:cNvSpPr>
          <p:nvPr/>
        </p:nvSpPr>
        <p:spPr>
          <a:xfrm>
            <a:off x="23622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1">
            <a:extLst>
              <a:ext uri="{FF2B5EF4-FFF2-40B4-BE49-F238E27FC236}">
                <a16:creationId xmlns:a16="http://schemas.microsoft.com/office/drawing/2014/main" id="{2476ED26-6558-4982-8059-A73A4ADA84BE}"/>
              </a:ext>
            </a:extLst>
          </p:cNvPr>
          <p:cNvSpPr>
            <a:spLocks noGrp="1"/>
          </p:cNvSpPr>
          <p:nvPr/>
        </p:nvSpPr>
        <p:spPr>
          <a:xfrm>
            <a:off x="34671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
            <a:extLst>
              <a:ext uri="{FF2B5EF4-FFF2-40B4-BE49-F238E27FC236}">
                <a16:creationId xmlns:a16="http://schemas.microsoft.com/office/drawing/2014/main" id="{771BDC92-F659-4F44-899B-DEA8D0576F9E}"/>
              </a:ext>
            </a:extLst>
          </p:cNvPr>
          <p:cNvSpPr>
            <a:spLocks noGrp="1"/>
          </p:cNvSpPr>
          <p:nvPr/>
        </p:nvSpPr>
        <p:spPr>
          <a:xfrm>
            <a:off x="45720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3">
            <a:extLst>
              <a:ext uri="{FF2B5EF4-FFF2-40B4-BE49-F238E27FC236}">
                <a16:creationId xmlns:a16="http://schemas.microsoft.com/office/drawing/2014/main" id="{E5FF3805-8023-4063-AF8C-F447D4ECEFEE}"/>
              </a:ext>
            </a:extLst>
          </p:cNvPr>
          <p:cNvSpPr>
            <a:spLocks noGrp="1"/>
          </p:cNvSpPr>
          <p:nvPr/>
        </p:nvSpPr>
        <p:spPr>
          <a:xfrm>
            <a:off x="56769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4">
            <a:extLst>
              <a:ext uri="{FF2B5EF4-FFF2-40B4-BE49-F238E27FC236}">
                <a16:creationId xmlns:a16="http://schemas.microsoft.com/office/drawing/2014/main" id="{8E6194B8-9037-49DD-A387-189BF091D21B}"/>
              </a:ext>
            </a:extLst>
          </p:cNvPr>
          <p:cNvSpPr>
            <a:spLocks noGrp="1"/>
          </p:cNvSpPr>
          <p:nvPr/>
        </p:nvSpPr>
        <p:spPr>
          <a:xfrm>
            <a:off x="67818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5">
            <a:extLst>
              <a:ext uri="{FF2B5EF4-FFF2-40B4-BE49-F238E27FC236}">
                <a16:creationId xmlns:a16="http://schemas.microsoft.com/office/drawing/2014/main" id="{E1C6BA1F-7539-46E9-B3D6-2ACDBF360D77}"/>
              </a:ext>
            </a:extLst>
          </p:cNvPr>
          <p:cNvSpPr>
            <a:spLocks noGrp="1"/>
          </p:cNvSpPr>
          <p:nvPr/>
        </p:nvSpPr>
        <p:spPr>
          <a:xfrm>
            <a:off x="78867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6">
            <a:extLst>
              <a:ext uri="{FF2B5EF4-FFF2-40B4-BE49-F238E27FC236}">
                <a16:creationId xmlns:a16="http://schemas.microsoft.com/office/drawing/2014/main" id="{14BB1151-34C3-4ABA-B92C-71F2FE2819F5}"/>
              </a:ext>
            </a:extLst>
          </p:cNvPr>
          <p:cNvSpPr>
            <a:spLocks noGrp="1"/>
          </p:cNvSpPr>
          <p:nvPr/>
        </p:nvSpPr>
        <p:spPr>
          <a:xfrm>
            <a:off x="89916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7">
            <a:extLst>
              <a:ext uri="{FF2B5EF4-FFF2-40B4-BE49-F238E27FC236}">
                <a16:creationId xmlns:a16="http://schemas.microsoft.com/office/drawing/2014/main" id="{3F10EE24-024A-4E0F-A22A-05358E471E09}"/>
              </a:ext>
            </a:extLst>
          </p:cNvPr>
          <p:cNvSpPr>
            <a:spLocks noGrp="1"/>
          </p:cNvSpPr>
          <p:nvPr/>
        </p:nvSpPr>
        <p:spPr>
          <a:xfrm>
            <a:off x="100965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diagram-line-8">
            <a:extLst>
              <a:ext uri="{FF2B5EF4-FFF2-40B4-BE49-F238E27FC236}">
                <a16:creationId xmlns:a16="http://schemas.microsoft.com/office/drawing/2014/main" id="{A735D52D-10F4-4829-8DAE-8390FF3AB8F3}"/>
              </a:ext>
            </a:extLst>
          </p:cNvPr>
          <p:cNvSpPr>
            <a:spLocks noGrp="1"/>
          </p:cNvSpPr>
          <p:nvPr/>
        </p:nvSpPr>
        <p:spPr>
          <a:xfrm>
            <a:off x="6772275" y="5181600"/>
            <a:ext cx="19050" cy="666750"/>
          </a:xfrm>
          <a:prstGeom prst="rect">
            <a:avLst/>
          </a:prstGeom>
          <a:solidFill>
            <a:srgbClr val="9A5900"/>
          </a:solidFill>
          <a:ln w="0">
            <a:noFill/>
          </a:ln>
        </p:spPr>
      </p:sp>
      <p:sp>
        <p:nvSpPr>
          <p:cNvPr id="41" name="caption">
            <a:extLst>
              <a:ext uri="{FF2B5EF4-FFF2-40B4-BE49-F238E27FC236}">
                <a16:creationId xmlns:a16="http://schemas.microsoft.com/office/drawing/2014/main" id="{FB398351-293E-47A7-B3AD-82D1F39F6ED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세 줄은 후보의 종류를 보여 주는 예입니다. 실제 최댓값은 다음 과정에서 구합니다.</a:t>
            </a:r>
          </a:p>
        </p:txBody>
      </p:sp>
    </p:spTree>
    <p:extLst>
      <p:ext uri="{BB962C8B-B14F-4D97-AF65-F5344CB8AC3E}">
        <p14:creationId xmlns:p14="http://schemas.microsoft.com/office/powerpoint/2010/main" val="32562850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ection">
            <a:extLst>
              <a:ext uri="{FF2B5EF4-FFF2-40B4-BE49-F238E27FC236}">
                <a16:creationId xmlns:a16="http://schemas.microsoft.com/office/drawing/2014/main" id="{4003F8B4-6231-4101-BF07-4289290C25A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61E24E-2722-4BD7-9AD0-966A2614F2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3E2985-7F5B-4E22-BAC8-522C4E28ED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걸친 구간은 경계의 두 칸을 포함</a:t>
            </a:r>
          </a:p>
        </p:txBody>
      </p:sp>
      <p:sp>
        <p:nvSpPr>
          <p:cNvPr id="4" name="diagram-line-9">
            <a:extLst>
              <a:ext uri="{FF2B5EF4-FFF2-40B4-BE49-F238E27FC236}">
                <a16:creationId xmlns:a16="http://schemas.microsoft.com/office/drawing/2014/main" id="{9859A67B-BD37-4883-B354-A32F12E912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7EB2BC5-0A40-49D0-AEA2-4900C85FE4D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마지막 칸 a[mid]와 오른쪽 첫 칸 a[mid + 1]은 빠질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mid에서 왼쪽으로, 오른쪽은 mid + 1에서 오른쪽으로 늘립니다.</a:t>
            </a:r>
          </a:p>
        </p:txBody>
      </p:sp>
      <p:sp>
        <p:nvSpPr>
          <p:cNvPr id="6" name="footer">
            <a:extLst>
              <a:ext uri="{FF2B5EF4-FFF2-40B4-BE49-F238E27FC236}">
                <a16:creationId xmlns:a16="http://schemas.microsoft.com/office/drawing/2014/main" id="{443DE0B0-A6D4-4815-825B-06D0FD7B97F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5C0B139-45CD-4CD5-99EC-302F31A7DD3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104</a:t>
            </a:r>
            <a:endParaRPr sz="1050" b="0">
              <a:solidFill>
                <a:srgbClr val="151515"/>
              </a:solidFill>
              <a:latin typeface="Consolas"/>
              <a:ea typeface="Consolas"/>
              <a:cs typeface="Consolas"/>
            </a:endParaRPr>
          </a:p>
        </p:txBody>
      </p:sp>
      <p:sp>
        <p:nvSpPr>
          <p:cNvPr id="8" name="row-10-label">
            <a:extLst>
              <a:ext uri="{FF2B5EF4-FFF2-40B4-BE49-F238E27FC236}">
                <a16:creationId xmlns:a16="http://schemas.microsoft.com/office/drawing/2014/main" id="{62A52E97-EF34-4AA2-AF99-D07777484944}"/>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꼭 포함할 칸</a:t>
            </a:r>
          </a:p>
        </p:txBody>
      </p:sp>
      <p:graphicFrame>
        <p:nvGraphicFramePr>
          <p:cNvPr id="9" name="표 8">
            <a:extLst>
              <a:ext uri="{FF2B5EF4-FFF2-40B4-BE49-F238E27FC236}">
                <a16:creationId xmlns:a16="http://schemas.microsoft.com/office/drawing/2014/main" id="{7BCED8B1-3BDF-4CCD-9655-E4F6EE98D40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0">
            <a:extLst>
              <a:ext uri="{FF2B5EF4-FFF2-40B4-BE49-F238E27FC236}">
                <a16:creationId xmlns:a16="http://schemas.microsoft.com/office/drawing/2014/main" id="{33716298-7CCE-40FB-8DEB-7F7BC46591E3}"/>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
            <a:extLst>
              <a:ext uri="{FF2B5EF4-FFF2-40B4-BE49-F238E27FC236}">
                <a16:creationId xmlns:a16="http://schemas.microsoft.com/office/drawing/2014/main" id="{98890A67-0349-4578-BD5F-4B4266F2872B}"/>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2">
            <a:extLst>
              <a:ext uri="{FF2B5EF4-FFF2-40B4-BE49-F238E27FC236}">
                <a16:creationId xmlns:a16="http://schemas.microsoft.com/office/drawing/2014/main" id="{0DF5AB67-8E7A-48A8-9A5A-4C478502910B}"/>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3">
            <a:extLst>
              <a:ext uri="{FF2B5EF4-FFF2-40B4-BE49-F238E27FC236}">
                <a16:creationId xmlns:a16="http://schemas.microsoft.com/office/drawing/2014/main" id="{948BDD75-F9B0-4147-B1D5-5850494CC65E}"/>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
            <a:extLst>
              <a:ext uri="{FF2B5EF4-FFF2-40B4-BE49-F238E27FC236}">
                <a16:creationId xmlns:a16="http://schemas.microsoft.com/office/drawing/2014/main" id="{C3191CBD-9547-4B4A-AEBC-DD55E041946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5">
            <a:extLst>
              <a:ext uri="{FF2B5EF4-FFF2-40B4-BE49-F238E27FC236}">
                <a16:creationId xmlns:a16="http://schemas.microsoft.com/office/drawing/2014/main" id="{ED598636-4F83-4BF2-BBA9-359AA4F80BDF}"/>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6">
            <a:extLst>
              <a:ext uri="{FF2B5EF4-FFF2-40B4-BE49-F238E27FC236}">
                <a16:creationId xmlns:a16="http://schemas.microsoft.com/office/drawing/2014/main" id="{0F819DD5-42F9-4A60-A796-CAB228AFA4BD}"/>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7">
            <a:extLst>
              <a:ext uri="{FF2B5EF4-FFF2-40B4-BE49-F238E27FC236}">
                <a16:creationId xmlns:a16="http://schemas.microsoft.com/office/drawing/2014/main" id="{38623BCF-D3E1-4307-947F-579B9ADDC470}"/>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
            <a:extLst>
              <a:ext uri="{FF2B5EF4-FFF2-40B4-BE49-F238E27FC236}">
                <a16:creationId xmlns:a16="http://schemas.microsoft.com/office/drawing/2014/main" id="{0A0C0E05-0D11-4344-87EF-7FE68D5364FF}"/>
              </a:ext>
            </a:extLst>
          </p:cNvPr>
          <p:cNvSpPr>
            <a:spLocks noGrp="1"/>
          </p:cNvSpPr>
          <p:nvPr/>
        </p:nvSpPr>
        <p:spPr>
          <a:xfrm>
            <a:off x="6772275" y="2781300"/>
            <a:ext cx="19050" cy="666750"/>
          </a:xfrm>
          <a:prstGeom prst="rect">
            <a:avLst/>
          </a:prstGeom>
          <a:solidFill>
            <a:srgbClr val="9A5900"/>
          </a:solidFill>
          <a:ln w="0">
            <a:noFill/>
          </a:ln>
        </p:spPr>
      </p:sp>
      <p:sp>
        <p:nvSpPr>
          <p:cNvPr id="19" name="left-direction">
            <a:extLst>
              <a:ext uri="{FF2B5EF4-FFF2-40B4-BE49-F238E27FC236}">
                <a16:creationId xmlns:a16="http://schemas.microsoft.com/office/drawing/2014/main" id="{72D7663E-16C4-4037-955C-5B420A9E07C1}"/>
              </a:ext>
            </a:extLst>
          </p:cNvPr>
          <p:cNvSpPr>
            <a:spLocks noGrp="1"/>
          </p:cNvSpPr>
          <p:nvPr/>
        </p:nvSpPr>
        <p:spPr>
          <a:xfrm>
            <a:off x="2362200" y="4362450"/>
            <a:ext cx="4419600" cy="400050"/>
          </a:xfrm>
          <a:prstGeom prst="rect">
            <a:avLst/>
          </a:prstGeom>
          <a:noFill/>
          <a:ln w="0">
            <a:noFill/>
          </a:ln>
        </p:spPr>
        <p:txBody>
          <a:bodyPr wrap="none" lIns="0" tIns="0" rIns="0" bIns="0" anchor="t">
            <a:noAutofit/>
          </a:bodyPr>
          <a:lstStyle>
            <a:defPPr algn="l">
              <a:defRPr sz="2100" b="1">
                <a:solidFill>
                  <a:srgbClr val="1D5A8A"/>
                </a:solidFill>
                <a:latin typeface="Malgun Gothic"/>
                <a:ea typeface="Malgun Gothic"/>
                <a:cs typeface="Malgun Gothic"/>
              </a:defRPr>
            </a:defPPr>
          </a:lstStyle>
          <a:p>
            <a:pPr algn="l">
              <a:lnSpc>
                <a:spcPct val="108000"/>
              </a:lnSpc>
              <a:buNone/>
              <a:defRPr sz="2100" b="1">
                <a:solidFill>
                  <a:srgbClr val="1D5A8A"/>
                </a:solidFill>
                <a:latin typeface="Malgun Gothic"/>
                <a:ea typeface="Malgun Gothic"/>
                <a:cs typeface="Malgun Gothic"/>
              </a:defRPr>
            </a:pPr>
            <a:r>
              <a:rPr sz="2100" b="1">
                <a:solidFill>
                  <a:srgbClr val="1D5A8A"/>
                </a:solidFill>
                <a:latin typeface="Malgun Gothic"/>
                <a:ea typeface="Malgun Gothic"/>
                <a:cs typeface="Malgun Gothic"/>
              </a:rPr>
              <a:t>← 왼쪽 시작을 늘림</a:t>
            </a:r>
          </a:p>
        </p:txBody>
      </p:sp>
      <p:sp>
        <p:nvSpPr>
          <p:cNvPr id="20" name="right-direction">
            <a:extLst>
              <a:ext uri="{FF2B5EF4-FFF2-40B4-BE49-F238E27FC236}">
                <a16:creationId xmlns:a16="http://schemas.microsoft.com/office/drawing/2014/main" id="{D572EF5F-9045-4A43-99A4-354C10964C54}"/>
              </a:ext>
            </a:extLst>
          </p:cNvPr>
          <p:cNvSpPr>
            <a:spLocks noGrp="1"/>
          </p:cNvSpPr>
          <p:nvPr/>
        </p:nvSpPr>
        <p:spPr>
          <a:xfrm>
            <a:off x="6781800" y="4362450"/>
            <a:ext cx="4419600" cy="400050"/>
          </a:xfrm>
          <a:prstGeom prst="rect">
            <a:avLst/>
          </a:prstGeom>
          <a:noFill/>
          <a:ln w="0">
            <a:noFill/>
          </a:ln>
        </p:spPr>
        <p:txBody>
          <a:bodyPr wrap="none" lIns="0" tIns="0" rIns="0" bIns="0" anchor="t">
            <a:noAutofit/>
          </a:bodyPr>
          <a:lstStyle>
            <a:defPPr algn="r">
              <a:defRPr sz="2100" b="1">
                <a:solidFill>
                  <a:srgbClr val="256B50"/>
                </a:solidFill>
                <a:latin typeface="Malgun Gothic"/>
                <a:ea typeface="Malgun Gothic"/>
                <a:cs typeface="Malgun Gothic"/>
              </a:defRPr>
            </a:defPPr>
          </a:lstStyle>
          <a:p>
            <a:pPr algn="r">
              <a:lnSpc>
                <a:spcPct val="108000"/>
              </a:lnSpc>
              <a:buNone/>
              <a:defRPr sz="2100" b="1">
                <a:solidFill>
                  <a:srgbClr val="256B50"/>
                </a:solidFill>
                <a:latin typeface="Malgun Gothic"/>
                <a:ea typeface="Malgun Gothic"/>
                <a:cs typeface="Malgun Gothic"/>
              </a:defRPr>
            </a:pPr>
            <a:r>
              <a:rPr sz="2100" b="1">
                <a:solidFill>
                  <a:srgbClr val="256B50"/>
                </a:solidFill>
                <a:latin typeface="Malgun Gothic"/>
                <a:ea typeface="Malgun Gothic"/>
                <a:cs typeface="Malgun Gothic"/>
              </a:rPr>
              <a:t>오른쪽 끝을 늘림 →</a:t>
            </a:r>
          </a:p>
        </p:txBody>
      </p:sp>
      <p:sp>
        <p:nvSpPr>
          <p:cNvPr id="21" name="boundary-meaning">
            <a:extLst>
              <a:ext uri="{FF2B5EF4-FFF2-40B4-BE49-F238E27FC236}">
                <a16:creationId xmlns:a16="http://schemas.microsoft.com/office/drawing/2014/main" id="{B8A8FA85-BF74-4B9A-BB9A-2150D426B76F}"/>
              </a:ext>
            </a:extLst>
          </p:cNvPr>
          <p:cNvSpPr>
            <a:spLocks noGrp="1"/>
          </p:cNvSpPr>
          <p:nvPr/>
        </p:nvSpPr>
        <p:spPr>
          <a:xfrm>
            <a:off x="2362200" y="5086350"/>
            <a:ext cx="8839200" cy="4191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왼쪽 끝 = mid                오른쪽 시작 = mid + 1</a:t>
            </a:r>
          </a:p>
        </p:txBody>
      </p:sp>
      <p:sp>
        <p:nvSpPr>
          <p:cNvPr id="22" name="caption">
            <a:extLst>
              <a:ext uri="{FF2B5EF4-FFF2-40B4-BE49-F238E27FC236}">
                <a16:creationId xmlns:a16="http://schemas.microsoft.com/office/drawing/2014/main" id="{F67E101A-7BE4-40AE-843E-B71C2C02DB6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left_sum과 right_sum은 경계에 붙은 구간의 합입니다.</a:t>
            </a:r>
          </a:p>
        </p:txBody>
      </p:sp>
    </p:spTree>
    <p:extLst>
      <p:ext uri="{BB962C8B-B14F-4D97-AF65-F5344CB8AC3E}">
        <p14:creationId xmlns:p14="http://schemas.microsoft.com/office/powerpoint/2010/main" val="229292958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0E17F73E-7737-4222-B531-153B18D795D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73625F3-48B9-4BA1-8464-C9D89289D49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5E557E-EACE-4155-8BBE-7B538EF8A6B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left_max + right_max는 답이 아닙니다</a:t>
            </a:r>
          </a:p>
        </p:txBody>
      </p:sp>
      <p:sp>
        <p:nvSpPr>
          <p:cNvPr id="4" name="diagram-line-12">
            <a:extLst>
              <a:ext uri="{FF2B5EF4-FFF2-40B4-BE49-F238E27FC236}">
                <a16:creationId xmlns:a16="http://schemas.microsoft.com/office/drawing/2014/main" id="{4F2CD007-8DD7-4084-9455-A555AC7481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2012509-F49D-4B83-8855-C5B155672D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왼쪽에서 12, 오른쪽에서 7을 따로 찾더라도 12 + 7 = 19는 안 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경계를 걸치려면 두 값 사이의 −2를 함께 더해야 합니다.</a:t>
            </a:r>
          </a:p>
        </p:txBody>
      </p:sp>
      <p:sp>
        <p:nvSpPr>
          <p:cNvPr id="6" name="footer">
            <a:extLst>
              <a:ext uri="{FF2B5EF4-FFF2-40B4-BE49-F238E27FC236}">
                <a16:creationId xmlns:a16="http://schemas.microsoft.com/office/drawing/2014/main" id="{7BAFEE5B-C8ED-470D-9101-C112AEC9306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4239F5-C443-48E7-8C41-7D54F9DA46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105</a:t>
            </a:r>
            <a:endParaRPr sz="1050" b="0">
              <a:solidFill>
                <a:srgbClr val="151515"/>
              </a:solidFill>
              <a:latin typeface="Consolas"/>
              <a:ea typeface="Consolas"/>
              <a:cs typeface="Consolas"/>
            </a:endParaRPr>
          </a:p>
        </p:txBody>
      </p:sp>
      <p:sp>
        <p:nvSpPr>
          <p:cNvPr id="8" name="row-13-label">
            <a:extLst>
              <a:ext uri="{FF2B5EF4-FFF2-40B4-BE49-F238E27FC236}">
                <a16:creationId xmlns:a16="http://schemas.microsoft.com/office/drawing/2014/main" id="{D9E15159-3E67-4F4E-92B8-A76559757ABA}"/>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잘못 고른 칸</a:t>
            </a:r>
          </a:p>
        </p:txBody>
      </p:sp>
      <p:graphicFrame>
        <p:nvGraphicFramePr>
          <p:cNvPr id="9" name="표 8">
            <a:extLst>
              <a:ext uri="{FF2B5EF4-FFF2-40B4-BE49-F238E27FC236}">
                <a16:creationId xmlns:a16="http://schemas.microsoft.com/office/drawing/2014/main" id="{01797915-0140-4BD5-AC58-86E817A3DF14}"/>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FE7E3"/>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FE7E3"/>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3-0">
            <a:extLst>
              <a:ext uri="{FF2B5EF4-FFF2-40B4-BE49-F238E27FC236}">
                <a16:creationId xmlns:a16="http://schemas.microsoft.com/office/drawing/2014/main" id="{F676D915-C861-4B44-A8C1-5300DC965784}"/>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
            <a:extLst>
              <a:ext uri="{FF2B5EF4-FFF2-40B4-BE49-F238E27FC236}">
                <a16:creationId xmlns:a16="http://schemas.microsoft.com/office/drawing/2014/main" id="{2922B05C-8738-4699-B364-1CA106D05CBC}"/>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2">
            <a:extLst>
              <a:ext uri="{FF2B5EF4-FFF2-40B4-BE49-F238E27FC236}">
                <a16:creationId xmlns:a16="http://schemas.microsoft.com/office/drawing/2014/main" id="{4520EA77-F789-481B-90DB-5AFF93BF1E80}"/>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3">
            <a:extLst>
              <a:ext uri="{FF2B5EF4-FFF2-40B4-BE49-F238E27FC236}">
                <a16:creationId xmlns:a16="http://schemas.microsoft.com/office/drawing/2014/main" id="{47C41F26-04F7-4C8C-9B2F-BCCF740C2240}"/>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4">
            <a:extLst>
              <a:ext uri="{FF2B5EF4-FFF2-40B4-BE49-F238E27FC236}">
                <a16:creationId xmlns:a16="http://schemas.microsoft.com/office/drawing/2014/main" id="{B2E0AB49-02A3-4A07-AED2-93B4F167D58B}"/>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
            <a:extLst>
              <a:ext uri="{FF2B5EF4-FFF2-40B4-BE49-F238E27FC236}">
                <a16:creationId xmlns:a16="http://schemas.microsoft.com/office/drawing/2014/main" id="{58F6C7AE-4BBC-4FD7-B356-171991E5C13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6">
            <a:extLst>
              <a:ext uri="{FF2B5EF4-FFF2-40B4-BE49-F238E27FC236}">
                <a16:creationId xmlns:a16="http://schemas.microsoft.com/office/drawing/2014/main" id="{9C25AC04-8ECB-4E12-932E-EEEBF5C0484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7">
            <a:extLst>
              <a:ext uri="{FF2B5EF4-FFF2-40B4-BE49-F238E27FC236}">
                <a16:creationId xmlns:a16="http://schemas.microsoft.com/office/drawing/2014/main" id="{EA270183-3621-49BE-9E91-61CAA939C403}"/>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invalid-sum">
            <a:extLst>
              <a:ext uri="{FF2B5EF4-FFF2-40B4-BE49-F238E27FC236}">
                <a16:creationId xmlns:a16="http://schemas.microsoft.com/office/drawing/2014/main" id="{A9034245-28FE-4554-8ADE-AD1022C245B2}"/>
              </a:ext>
            </a:extLst>
          </p:cNvPr>
          <p:cNvSpPr>
            <a:spLocks noGrp="1"/>
          </p:cNvSpPr>
          <p:nvPr/>
        </p:nvSpPr>
        <p:spPr>
          <a:xfrm>
            <a:off x="2362200" y="3971925"/>
            <a:ext cx="8839200" cy="400050"/>
          </a:xfrm>
          <a:prstGeom prst="rect">
            <a:avLst/>
          </a:prstGeom>
          <a:noFill/>
          <a:ln w="0">
            <a:noFill/>
          </a:ln>
        </p:spPr>
        <p:txBody>
          <a:bodyPr wrap="none" lIns="0" tIns="0" rIns="0" bIns="0" anchor="t">
            <a:noAutofit/>
          </a:bodyPr>
          <a:lstStyle>
            <a:defPPr algn="l">
              <a:defRPr sz="2100" b="1">
                <a:solidFill>
                  <a:srgbClr val="A33E35"/>
                </a:solidFill>
                <a:latin typeface="Malgun Gothic"/>
                <a:ea typeface="Malgun Gothic"/>
                <a:cs typeface="Malgun Gothic"/>
              </a:defRPr>
            </a:defPPr>
          </a:lstStyle>
          <a:p>
            <a:pPr algn="l">
              <a:lnSpc>
                <a:spcPct val="108000"/>
              </a:lnSpc>
              <a:buNone/>
              <a:defRPr sz="2100" b="1">
                <a:solidFill>
                  <a:srgbClr val="A33E35"/>
                </a:solidFill>
                <a:latin typeface="Malgun Gothic"/>
                <a:ea typeface="Malgun Gothic"/>
                <a:cs typeface="Malgun Gothic"/>
              </a:defRPr>
            </a:pPr>
            <a:r>
              <a:rPr sz="2100" b="1">
                <a:solidFill>
                  <a:srgbClr val="A33E35"/>
                </a:solidFill>
                <a:latin typeface="Malgun Gothic"/>
                <a:ea typeface="Malgun Gothic"/>
                <a:cs typeface="Malgun Gothic"/>
              </a:rPr>
              <a:t>12 + 7 = 19   →   중간 −2를 빠뜨림</a:t>
            </a:r>
          </a:p>
        </p:txBody>
      </p:sp>
      <p:sp>
        <p:nvSpPr>
          <p:cNvPr id="19" name="row-14-label">
            <a:extLst>
              <a:ext uri="{FF2B5EF4-FFF2-40B4-BE49-F238E27FC236}">
                <a16:creationId xmlns:a16="http://schemas.microsoft.com/office/drawing/2014/main" id="{D1A05CE5-A0D5-435C-A390-9E431D958EC7}"/>
              </a:ext>
            </a:extLst>
          </p:cNvPr>
          <p:cNvSpPr>
            <a:spLocks noGrp="1"/>
          </p:cNvSpPr>
          <p:nvPr/>
        </p:nvSpPr>
        <p:spPr>
          <a:xfrm>
            <a:off x="609600" y="4876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연속한 구간</a:t>
            </a:r>
          </a:p>
        </p:txBody>
      </p:sp>
      <p:graphicFrame>
        <p:nvGraphicFramePr>
          <p:cNvPr id="20" name="표 19">
            <a:extLst>
              <a:ext uri="{FF2B5EF4-FFF2-40B4-BE49-F238E27FC236}">
                <a16:creationId xmlns:a16="http://schemas.microsoft.com/office/drawing/2014/main" id="{786C0A64-3EB3-44E6-B351-46CD78114A44}"/>
              </a:ext>
            </a:extLst>
          </p:cNvPr>
          <p:cNvGraphicFramePr/>
          <p:nvPr/>
        </p:nvGraphicFramePr>
        <p:xfrm>
          <a:off x="2362200" y="4752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14-0">
            <a:extLst>
              <a:ext uri="{FF2B5EF4-FFF2-40B4-BE49-F238E27FC236}">
                <a16:creationId xmlns:a16="http://schemas.microsoft.com/office/drawing/2014/main" id="{0DD3498E-A1AF-4763-8E47-45782B32B98B}"/>
              </a:ext>
            </a:extLst>
          </p:cNvPr>
          <p:cNvSpPr>
            <a:spLocks noGrp="1"/>
          </p:cNvSpPr>
          <p:nvPr/>
        </p:nvSpPr>
        <p:spPr>
          <a:xfrm>
            <a:off x="23622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4-1">
            <a:extLst>
              <a:ext uri="{FF2B5EF4-FFF2-40B4-BE49-F238E27FC236}">
                <a16:creationId xmlns:a16="http://schemas.microsoft.com/office/drawing/2014/main" id="{E99FEE84-AF34-4E3A-827A-35D7F105A6B8}"/>
              </a:ext>
            </a:extLst>
          </p:cNvPr>
          <p:cNvSpPr>
            <a:spLocks noGrp="1"/>
          </p:cNvSpPr>
          <p:nvPr/>
        </p:nvSpPr>
        <p:spPr>
          <a:xfrm>
            <a:off x="34671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4-2">
            <a:extLst>
              <a:ext uri="{FF2B5EF4-FFF2-40B4-BE49-F238E27FC236}">
                <a16:creationId xmlns:a16="http://schemas.microsoft.com/office/drawing/2014/main" id="{333D70C2-CC34-4A3E-92CE-481EFFC0C572}"/>
              </a:ext>
            </a:extLst>
          </p:cNvPr>
          <p:cNvSpPr>
            <a:spLocks noGrp="1"/>
          </p:cNvSpPr>
          <p:nvPr/>
        </p:nvSpPr>
        <p:spPr>
          <a:xfrm>
            <a:off x="45720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4-3">
            <a:extLst>
              <a:ext uri="{FF2B5EF4-FFF2-40B4-BE49-F238E27FC236}">
                <a16:creationId xmlns:a16="http://schemas.microsoft.com/office/drawing/2014/main" id="{53E48087-911D-40A7-A93D-DD68DD01E151}"/>
              </a:ext>
            </a:extLst>
          </p:cNvPr>
          <p:cNvSpPr>
            <a:spLocks noGrp="1"/>
          </p:cNvSpPr>
          <p:nvPr/>
        </p:nvSpPr>
        <p:spPr>
          <a:xfrm>
            <a:off x="56769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4-4">
            <a:extLst>
              <a:ext uri="{FF2B5EF4-FFF2-40B4-BE49-F238E27FC236}">
                <a16:creationId xmlns:a16="http://schemas.microsoft.com/office/drawing/2014/main" id="{14DCEA0E-5423-4216-992E-EE2B67DFB936}"/>
              </a:ext>
            </a:extLst>
          </p:cNvPr>
          <p:cNvSpPr>
            <a:spLocks noGrp="1"/>
          </p:cNvSpPr>
          <p:nvPr/>
        </p:nvSpPr>
        <p:spPr>
          <a:xfrm>
            <a:off x="67818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4-5">
            <a:extLst>
              <a:ext uri="{FF2B5EF4-FFF2-40B4-BE49-F238E27FC236}">
                <a16:creationId xmlns:a16="http://schemas.microsoft.com/office/drawing/2014/main" id="{ADDD1D34-E9D8-4260-B290-AAC9D32F62D1}"/>
              </a:ext>
            </a:extLst>
          </p:cNvPr>
          <p:cNvSpPr>
            <a:spLocks noGrp="1"/>
          </p:cNvSpPr>
          <p:nvPr/>
        </p:nvSpPr>
        <p:spPr>
          <a:xfrm>
            <a:off x="78867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4-6">
            <a:extLst>
              <a:ext uri="{FF2B5EF4-FFF2-40B4-BE49-F238E27FC236}">
                <a16:creationId xmlns:a16="http://schemas.microsoft.com/office/drawing/2014/main" id="{E0037BA5-F33E-4328-8F7E-B078DF22404D}"/>
              </a:ext>
            </a:extLst>
          </p:cNvPr>
          <p:cNvSpPr>
            <a:spLocks noGrp="1"/>
          </p:cNvSpPr>
          <p:nvPr/>
        </p:nvSpPr>
        <p:spPr>
          <a:xfrm>
            <a:off x="89916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4-7">
            <a:extLst>
              <a:ext uri="{FF2B5EF4-FFF2-40B4-BE49-F238E27FC236}">
                <a16:creationId xmlns:a16="http://schemas.microsoft.com/office/drawing/2014/main" id="{94CFBBAA-6162-4EAD-BBC2-433534643DF1}"/>
              </a:ext>
            </a:extLst>
          </p:cNvPr>
          <p:cNvSpPr>
            <a:spLocks noGrp="1"/>
          </p:cNvSpPr>
          <p:nvPr/>
        </p:nvSpPr>
        <p:spPr>
          <a:xfrm>
            <a:off x="100965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68D3ABA8-25A0-484A-8CA6-E1F020C02D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가능한 합: 12 − 2 + 7 = 17. 아래에서는 경계 칸을 빼놓지 않았습니다.</a:t>
            </a:r>
          </a:p>
        </p:txBody>
      </p:sp>
    </p:spTree>
    <p:extLst>
      <p:ext uri="{BB962C8B-B14F-4D97-AF65-F5344CB8AC3E}">
        <p14:creationId xmlns:p14="http://schemas.microsoft.com/office/powerpoint/2010/main" val="19207188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96CE312-C8EF-4F5D-A63B-B5F16B7C7AA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6E6E9CE-3C96-47A2-BA23-922424BAFA0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BC8FD2-425A-46E6-AFA3-A34DED9BB7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현재 합과 저장한 최댓값을 구별</a:t>
            </a:r>
          </a:p>
        </p:txBody>
      </p:sp>
      <p:sp>
        <p:nvSpPr>
          <p:cNvPr id="4" name="diagram-line-15">
            <a:extLst>
              <a:ext uri="{FF2B5EF4-FFF2-40B4-BE49-F238E27FC236}">
                <a16:creationId xmlns:a16="http://schemas.microsoft.com/office/drawing/2014/main" id="{DEC651FC-32F6-45D7-9976-AAD6336D93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C8A2BDF-D599-4D59-BF31-332DA69D5D8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current_sum은 지금 늘리는 구간의 합입니다. 다음 원소를 여기에 더합니다.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또는 right_sum은 지금까지 본 후보 중 가장 큰 합을 저장합니다.</a:t>
            </a:r>
          </a:p>
        </p:txBody>
      </p:sp>
      <p:sp>
        <p:nvSpPr>
          <p:cNvPr id="6" name="footer">
            <a:extLst>
              <a:ext uri="{FF2B5EF4-FFF2-40B4-BE49-F238E27FC236}">
                <a16:creationId xmlns:a16="http://schemas.microsoft.com/office/drawing/2014/main" id="{63F26A50-ABEA-4A3C-AFDB-ADF202565CE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C853540-0574-420A-BDC2-5DF767B75B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106</a:t>
            </a:r>
            <a:endParaRPr sz="1050" b="0">
              <a:solidFill>
                <a:srgbClr val="151515"/>
              </a:solidFill>
              <a:latin typeface="Consolas"/>
              <a:ea typeface="Consolas"/>
              <a:cs typeface="Consolas"/>
            </a:endParaRPr>
          </a:p>
        </p:txBody>
      </p:sp>
      <p:sp>
        <p:nvSpPr>
          <p:cNvPr id="8" name="initial-current">
            <a:extLst>
              <a:ext uri="{FF2B5EF4-FFF2-40B4-BE49-F238E27FC236}">
                <a16:creationId xmlns:a16="http://schemas.microsoft.com/office/drawing/2014/main" id="{5F49A5AC-20AA-40EE-9E61-461F83BB876A}"/>
              </a:ext>
            </a:extLst>
          </p:cNvPr>
          <p:cNvSpPr>
            <a:spLocks noGrp="1"/>
          </p:cNvSpPr>
          <p:nvPr/>
        </p:nvSpPr>
        <p:spPr>
          <a:xfrm>
            <a:off x="2362200" y="2800350"/>
            <a:ext cx="8839200" cy="42862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9" name="initial-best">
            <a:extLst>
              <a:ext uri="{FF2B5EF4-FFF2-40B4-BE49-F238E27FC236}">
                <a16:creationId xmlns:a16="http://schemas.microsoft.com/office/drawing/2014/main" id="{14C47941-4FA2-4D98-AB6D-CEC384A33BEB}"/>
              </a:ext>
            </a:extLst>
          </p:cNvPr>
          <p:cNvSpPr>
            <a:spLocks noGrp="1"/>
          </p:cNvSpPr>
          <p:nvPr/>
        </p:nvSpPr>
        <p:spPr>
          <a:xfrm>
            <a:off x="2362200" y="3429000"/>
            <a:ext cx="8839200" cy="428625"/>
          </a:xfrm>
          <a:prstGeom prst="rect">
            <a:avLst/>
          </a:prstGeom>
          <a:noFill/>
          <a:ln w="0">
            <a:noFill/>
          </a:ln>
        </p:spPr>
        <p:txBody>
          <a:bodyPr wrap="none" lIns="0" tIns="0" rIns="0" bIns="0" anchor="t">
            <a:noAutofit/>
          </a:bodyPr>
          <a:lstStyle>
            <a:defPPr algn="l">
              <a:defRPr sz="2250" b="1">
                <a:solidFill>
                  <a:srgbClr val="1D5A8A"/>
                </a:solidFill>
                <a:latin typeface="Consolas"/>
                <a:ea typeface="Consolas"/>
                <a:cs typeface="Consolas"/>
              </a:defRPr>
            </a:defPPr>
          </a:lstStyle>
          <a:p>
            <a:pPr algn="l">
              <a:lnSpc>
                <a:spcPct val="108000"/>
              </a:lnSpc>
              <a:buNone/>
              <a:defRPr sz="2250" b="1">
                <a:solidFill>
                  <a:srgbClr val="1D5A8A"/>
                </a:solidFill>
                <a:latin typeface="Consolas"/>
                <a:ea typeface="Consolas"/>
                <a:cs typeface="Consolas"/>
              </a:defRPr>
            </a:pPr>
            <a:r>
              <a:rPr sz="2250" b="1">
                <a:solidFill>
                  <a:srgbClr val="1D5A8A"/>
                </a:solidFill>
                <a:latin typeface="Consolas"/>
                <a:ea typeface="Consolas"/>
                <a:cs typeface="Consolas"/>
              </a:rPr>
              <a:t>left_sum = −∞</a:t>
            </a:r>
          </a:p>
        </p:txBody>
      </p:sp>
      <p:sp>
        <p:nvSpPr>
          <p:cNvPr id="10" name="row-16-label">
            <a:extLst>
              <a:ext uri="{FF2B5EF4-FFF2-40B4-BE49-F238E27FC236}">
                <a16:creationId xmlns:a16="http://schemas.microsoft.com/office/drawing/2014/main" id="{9C014E66-EA6C-403C-B2AA-09D4535276E4}"/>
              </a:ext>
            </a:extLst>
          </p:cNvPr>
          <p:cNvSpPr>
            <a:spLocks noGrp="1"/>
          </p:cNvSpPr>
          <p:nvPr/>
        </p:nvSpPr>
        <p:spPr>
          <a:xfrm>
            <a:off x="609600" y="43529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첫 칸을 읽음</a:t>
            </a:r>
          </a:p>
        </p:txBody>
      </p:sp>
      <p:graphicFrame>
        <p:nvGraphicFramePr>
          <p:cNvPr id="11" name="표 10">
            <a:extLst>
              <a:ext uri="{FF2B5EF4-FFF2-40B4-BE49-F238E27FC236}">
                <a16:creationId xmlns:a16="http://schemas.microsoft.com/office/drawing/2014/main" id="{9299E820-BF34-4D1D-AF43-D8698261FFF7}"/>
              </a:ext>
            </a:extLst>
          </p:cNvPr>
          <p:cNvGraphicFramePr/>
          <p:nvPr/>
        </p:nvGraphicFramePr>
        <p:xfrm>
          <a:off x="2362200" y="42291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2" name="index-16-0">
            <a:extLst>
              <a:ext uri="{FF2B5EF4-FFF2-40B4-BE49-F238E27FC236}">
                <a16:creationId xmlns:a16="http://schemas.microsoft.com/office/drawing/2014/main" id="{0B497BBD-65CB-4D0C-A361-3074408D9DB1}"/>
              </a:ext>
            </a:extLst>
          </p:cNvPr>
          <p:cNvSpPr>
            <a:spLocks noGrp="1"/>
          </p:cNvSpPr>
          <p:nvPr/>
        </p:nvSpPr>
        <p:spPr>
          <a:xfrm>
            <a:off x="23622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3" name="index-16-1">
            <a:extLst>
              <a:ext uri="{FF2B5EF4-FFF2-40B4-BE49-F238E27FC236}">
                <a16:creationId xmlns:a16="http://schemas.microsoft.com/office/drawing/2014/main" id="{9E176369-CF61-4C6F-AE1C-439EABED7F72}"/>
              </a:ext>
            </a:extLst>
          </p:cNvPr>
          <p:cNvSpPr>
            <a:spLocks noGrp="1"/>
          </p:cNvSpPr>
          <p:nvPr/>
        </p:nvSpPr>
        <p:spPr>
          <a:xfrm>
            <a:off x="34671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4" name="index-16-2">
            <a:extLst>
              <a:ext uri="{FF2B5EF4-FFF2-40B4-BE49-F238E27FC236}">
                <a16:creationId xmlns:a16="http://schemas.microsoft.com/office/drawing/2014/main" id="{0B019BB7-541C-44D4-AD03-814161FF1382}"/>
              </a:ext>
            </a:extLst>
          </p:cNvPr>
          <p:cNvSpPr>
            <a:spLocks noGrp="1"/>
          </p:cNvSpPr>
          <p:nvPr/>
        </p:nvSpPr>
        <p:spPr>
          <a:xfrm>
            <a:off x="45720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5" name="index-16-3">
            <a:extLst>
              <a:ext uri="{FF2B5EF4-FFF2-40B4-BE49-F238E27FC236}">
                <a16:creationId xmlns:a16="http://schemas.microsoft.com/office/drawing/2014/main" id="{931597A9-653E-462A-9AC0-8487F5191C4A}"/>
              </a:ext>
            </a:extLst>
          </p:cNvPr>
          <p:cNvSpPr>
            <a:spLocks noGrp="1"/>
          </p:cNvSpPr>
          <p:nvPr/>
        </p:nvSpPr>
        <p:spPr>
          <a:xfrm>
            <a:off x="56769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index-16-4">
            <a:extLst>
              <a:ext uri="{FF2B5EF4-FFF2-40B4-BE49-F238E27FC236}">
                <a16:creationId xmlns:a16="http://schemas.microsoft.com/office/drawing/2014/main" id="{EE049A12-939D-41DA-BE96-AB5EEE68D4BD}"/>
              </a:ext>
            </a:extLst>
          </p:cNvPr>
          <p:cNvSpPr>
            <a:spLocks noGrp="1"/>
          </p:cNvSpPr>
          <p:nvPr/>
        </p:nvSpPr>
        <p:spPr>
          <a:xfrm>
            <a:off x="67818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index-16-5">
            <a:extLst>
              <a:ext uri="{FF2B5EF4-FFF2-40B4-BE49-F238E27FC236}">
                <a16:creationId xmlns:a16="http://schemas.microsoft.com/office/drawing/2014/main" id="{0B5A12E5-ECF5-43B9-8577-EB85171D9812}"/>
              </a:ext>
            </a:extLst>
          </p:cNvPr>
          <p:cNvSpPr>
            <a:spLocks noGrp="1"/>
          </p:cNvSpPr>
          <p:nvPr/>
        </p:nvSpPr>
        <p:spPr>
          <a:xfrm>
            <a:off x="78867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index-16-6">
            <a:extLst>
              <a:ext uri="{FF2B5EF4-FFF2-40B4-BE49-F238E27FC236}">
                <a16:creationId xmlns:a16="http://schemas.microsoft.com/office/drawing/2014/main" id="{1DF564DC-85AF-4627-ABC8-40A128ACCD8E}"/>
              </a:ext>
            </a:extLst>
          </p:cNvPr>
          <p:cNvSpPr>
            <a:spLocks noGrp="1"/>
          </p:cNvSpPr>
          <p:nvPr/>
        </p:nvSpPr>
        <p:spPr>
          <a:xfrm>
            <a:off x="89916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9" name="index-16-7">
            <a:extLst>
              <a:ext uri="{FF2B5EF4-FFF2-40B4-BE49-F238E27FC236}">
                <a16:creationId xmlns:a16="http://schemas.microsoft.com/office/drawing/2014/main" id="{C58D194B-E581-4DB2-AAC3-072C7D42674C}"/>
              </a:ext>
            </a:extLst>
          </p:cNvPr>
          <p:cNvSpPr>
            <a:spLocks noGrp="1"/>
          </p:cNvSpPr>
          <p:nvPr/>
        </p:nvSpPr>
        <p:spPr>
          <a:xfrm>
            <a:off x="100965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0" name="pointer-16">
            <a:extLst>
              <a:ext uri="{FF2B5EF4-FFF2-40B4-BE49-F238E27FC236}">
                <a16:creationId xmlns:a16="http://schemas.microsoft.com/office/drawing/2014/main" id="{BC80D4F0-11EA-4368-891A-89993FF5FDCF}"/>
              </a:ext>
            </a:extLst>
          </p:cNvPr>
          <p:cNvSpPr>
            <a:spLocks noGrp="1"/>
          </p:cNvSpPr>
          <p:nvPr/>
        </p:nvSpPr>
        <p:spPr>
          <a:xfrm>
            <a:off x="5600700" y="510540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1" name="caption">
            <a:extLst>
              <a:ext uri="{FF2B5EF4-FFF2-40B4-BE49-F238E27FC236}">
                <a16:creationId xmlns:a16="http://schemas.microsoft.com/office/drawing/2014/main" id="{B2FE2FFC-52EF-413C-9652-4E4F927841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첫 검사 뒤: current_sum = −2, left_sum = −2. 초기 0은 후보가 아닙니다.</a:t>
            </a:r>
          </a:p>
        </p:txBody>
      </p:sp>
    </p:spTree>
    <p:extLst>
      <p:ext uri="{BB962C8B-B14F-4D97-AF65-F5344CB8AC3E}">
        <p14:creationId xmlns:p14="http://schemas.microsoft.com/office/powerpoint/2010/main" val="414198326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67582E70-2557-4556-8173-6B19EAC9C8C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9F433E9B-E047-4EF8-B5B3-D595989940E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277D03-59FA-484B-BF9C-618C70F4171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실행 순서: 왼쪽을 끝내고 오른쪽으로</a:t>
            </a:r>
          </a:p>
        </p:txBody>
      </p:sp>
      <p:sp>
        <p:nvSpPr>
          <p:cNvPr id="4" name="diagram-line-17">
            <a:extLst>
              <a:ext uri="{FF2B5EF4-FFF2-40B4-BE49-F238E27FC236}">
                <a16:creationId xmlns:a16="http://schemas.microsoft.com/office/drawing/2014/main" id="{413BCC73-4918-4B74-B4C9-692A452054B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914633-8F9E-454D-8446-4AFEDB48F0F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자신의 구간을 다시 반으로 나눕니다. 원소 하나면 그 값을 반환합니다.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호출이 끝나기 전에는 오른쪽 호출을 시작하지 않습니다.</a:t>
            </a:r>
          </a:p>
        </p:txBody>
      </p:sp>
      <p:sp>
        <p:nvSpPr>
          <p:cNvPr id="6" name="footer">
            <a:extLst>
              <a:ext uri="{FF2B5EF4-FFF2-40B4-BE49-F238E27FC236}">
                <a16:creationId xmlns:a16="http://schemas.microsoft.com/office/drawing/2014/main" id="{F9496B37-FB51-419B-BDD1-9BBF709450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72CB600-7070-4597-8835-96072D880B7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107</a:t>
            </a:r>
            <a:endParaRPr sz="1050" b="0">
              <a:solidFill>
                <a:srgbClr val="151515"/>
              </a:solidFill>
              <a:latin typeface="Consolas"/>
              <a:ea typeface="Consolas"/>
              <a:cs typeface="Consolas"/>
            </a:endParaRPr>
          </a:p>
        </p:txBody>
      </p:sp>
      <p:sp>
        <p:nvSpPr>
          <p:cNvPr id="8" name="diagram-line-18">
            <a:extLst>
              <a:ext uri="{FF2B5EF4-FFF2-40B4-BE49-F238E27FC236}">
                <a16:creationId xmlns:a16="http://schemas.microsoft.com/office/drawing/2014/main" id="{209947AC-114B-4C14-A1CE-54A6ADB785C6}"/>
              </a:ext>
            </a:extLst>
          </p:cNvPr>
          <p:cNvSpPr>
            <a:spLocks noGrp="1"/>
          </p:cNvSpPr>
          <p:nvPr/>
        </p:nvSpPr>
        <p:spPr>
          <a:xfrm>
            <a:off x="6086475" y="3000375"/>
            <a:ext cx="19050" cy="142875"/>
          </a:xfrm>
          <a:prstGeom prst="rect">
            <a:avLst/>
          </a:prstGeom>
          <a:solidFill>
            <a:srgbClr val="BDBDBD"/>
          </a:solidFill>
          <a:ln w="0">
            <a:noFill/>
          </a:ln>
        </p:spPr>
      </p:sp>
      <p:sp>
        <p:nvSpPr>
          <p:cNvPr id="9" name="diagram-line-19">
            <a:extLst>
              <a:ext uri="{FF2B5EF4-FFF2-40B4-BE49-F238E27FC236}">
                <a16:creationId xmlns:a16="http://schemas.microsoft.com/office/drawing/2014/main" id="{BEDC5425-D98A-480E-B4F0-9D18B4F5FC3B}"/>
              </a:ext>
            </a:extLst>
          </p:cNvPr>
          <p:cNvSpPr>
            <a:spLocks noGrp="1"/>
          </p:cNvSpPr>
          <p:nvPr/>
        </p:nvSpPr>
        <p:spPr>
          <a:xfrm>
            <a:off x="3162300" y="3133725"/>
            <a:ext cx="5867400" cy="19050"/>
          </a:xfrm>
          <a:prstGeom prst="rect">
            <a:avLst/>
          </a:prstGeom>
          <a:solidFill>
            <a:srgbClr val="BDBDBD"/>
          </a:solidFill>
          <a:ln w="0">
            <a:noFill/>
          </a:ln>
        </p:spPr>
      </p:sp>
      <p:sp>
        <p:nvSpPr>
          <p:cNvPr id="10" name="diagram-line-20">
            <a:extLst>
              <a:ext uri="{FF2B5EF4-FFF2-40B4-BE49-F238E27FC236}">
                <a16:creationId xmlns:a16="http://schemas.microsoft.com/office/drawing/2014/main" id="{947C19D8-275B-4F89-9735-49788FA4501C}"/>
              </a:ext>
            </a:extLst>
          </p:cNvPr>
          <p:cNvSpPr>
            <a:spLocks noGrp="1"/>
          </p:cNvSpPr>
          <p:nvPr/>
        </p:nvSpPr>
        <p:spPr>
          <a:xfrm>
            <a:off x="3152775" y="3133725"/>
            <a:ext cx="19050" cy="114300"/>
          </a:xfrm>
          <a:prstGeom prst="rect">
            <a:avLst/>
          </a:prstGeom>
          <a:solidFill>
            <a:srgbClr val="BDBDBD"/>
          </a:solidFill>
          <a:ln w="0">
            <a:noFill/>
          </a:ln>
        </p:spPr>
      </p:sp>
      <p:sp>
        <p:nvSpPr>
          <p:cNvPr id="11" name="diagram-line-21">
            <a:extLst>
              <a:ext uri="{FF2B5EF4-FFF2-40B4-BE49-F238E27FC236}">
                <a16:creationId xmlns:a16="http://schemas.microsoft.com/office/drawing/2014/main" id="{82BB4E80-6050-4C76-8826-6C887D884719}"/>
              </a:ext>
            </a:extLst>
          </p:cNvPr>
          <p:cNvSpPr>
            <a:spLocks noGrp="1"/>
          </p:cNvSpPr>
          <p:nvPr/>
        </p:nvSpPr>
        <p:spPr>
          <a:xfrm>
            <a:off x="9020175" y="3133725"/>
            <a:ext cx="19050" cy="114300"/>
          </a:xfrm>
          <a:prstGeom prst="rect">
            <a:avLst/>
          </a:prstGeom>
          <a:solidFill>
            <a:srgbClr val="BDBDBD"/>
          </a:solidFill>
          <a:ln w="0">
            <a:noFill/>
          </a:ln>
        </p:spPr>
      </p:sp>
      <p:sp>
        <p:nvSpPr>
          <p:cNvPr id="12" name="diagram-line-22">
            <a:extLst>
              <a:ext uri="{FF2B5EF4-FFF2-40B4-BE49-F238E27FC236}">
                <a16:creationId xmlns:a16="http://schemas.microsoft.com/office/drawing/2014/main" id="{19C50CA3-9CA7-4550-9D74-50E069851678}"/>
              </a:ext>
            </a:extLst>
          </p:cNvPr>
          <p:cNvSpPr>
            <a:spLocks noGrp="1"/>
          </p:cNvSpPr>
          <p:nvPr/>
        </p:nvSpPr>
        <p:spPr>
          <a:xfrm>
            <a:off x="3152775" y="3971925"/>
            <a:ext cx="19050" cy="142875"/>
          </a:xfrm>
          <a:prstGeom prst="rect">
            <a:avLst/>
          </a:prstGeom>
          <a:solidFill>
            <a:srgbClr val="BDBDBD"/>
          </a:solidFill>
          <a:ln w="0">
            <a:noFill/>
          </a:ln>
        </p:spPr>
      </p:sp>
      <p:sp>
        <p:nvSpPr>
          <p:cNvPr id="13" name="diagram-line-23">
            <a:extLst>
              <a:ext uri="{FF2B5EF4-FFF2-40B4-BE49-F238E27FC236}">
                <a16:creationId xmlns:a16="http://schemas.microsoft.com/office/drawing/2014/main" id="{08C744AC-B446-4A7C-A2E9-EEE550A5439A}"/>
              </a:ext>
            </a:extLst>
          </p:cNvPr>
          <p:cNvSpPr>
            <a:spLocks noGrp="1"/>
          </p:cNvSpPr>
          <p:nvPr/>
        </p:nvSpPr>
        <p:spPr>
          <a:xfrm>
            <a:off x="1695450" y="4105275"/>
            <a:ext cx="2933700" cy="19050"/>
          </a:xfrm>
          <a:prstGeom prst="rect">
            <a:avLst/>
          </a:prstGeom>
          <a:solidFill>
            <a:srgbClr val="BDBDBD"/>
          </a:solidFill>
          <a:ln w="0">
            <a:noFill/>
          </a:ln>
        </p:spPr>
      </p:sp>
      <p:sp>
        <p:nvSpPr>
          <p:cNvPr id="14" name="diagram-line-24">
            <a:extLst>
              <a:ext uri="{FF2B5EF4-FFF2-40B4-BE49-F238E27FC236}">
                <a16:creationId xmlns:a16="http://schemas.microsoft.com/office/drawing/2014/main" id="{4A2F59EF-D8A2-481E-A9C6-7DE8DBDF1533}"/>
              </a:ext>
            </a:extLst>
          </p:cNvPr>
          <p:cNvSpPr>
            <a:spLocks noGrp="1"/>
          </p:cNvSpPr>
          <p:nvPr/>
        </p:nvSpPr>
        <p:spPr>
          <a:xfrm>
            <a:off x="1685925" y="4105275"/>
            <a:ext cx="19050" cy="114300"/>
          </a:xfrm>
          <a:prstGeom prst="rect">
            <a:avLst/>
          </a:prstGeom>
          <a:solidFill>
            <a:srgbClr val="BDBDBD"/>
          </a:solidFill>
          <a:ln w="0">
            <a:noFill/>
          </a:ln>
        </p:spPr>
      </p:sp>
      <p:sp>
        <p:nvSpPr>
          <p:cNvPr id="15" name="diagram-line-25">
            <a:extLst>
              <a:ext uri="{FF2B5EF4-FFF2-40B4-BE49-F238E27FC236}">
                <a16:creationId xmlns:a16="http://schemas.microsoft.com/office/drawing/2014/main" id="{B3A53E11-B8DF-4A9E-9DB0-BB036B3FBCD1}"/>
              </a:ext>
            </a:extLst>
          </p:cNvPr>
          <p:cNvSpPr>
            <a:spLocks noGrp="1"/>
          </p:cNvSpPr>
          <p:nvPr/>
        </p:nvSpPr>
        <p:spPr>
          <a:xfrm>
            <a:off x="4619625" y="4105275"/>
            <a:ext cx="19050" cy="114300"/>
          </a:xfrm>
          <a:prstGeom prst="rect">
            <a:avLst/>
          </a:prstGeom>
          <a:solidFill>
            <a:srgbClr val="BDBDBD"/>
          </a:solidFill>
          <a:ln w="0">
            <a:noFill/>
          </a:ln>
        </p:spPr>
      </p:sp>
      <p:sp>
        <p:nvSpPr>
          <p:cNvPr id="16" name="diagram-line-26">
            <a:extLst>
              <a:ext uri="{FF2B5EF4-FFF2-40B4-BE49-F238E27FC236}">
                <a16:creationId xmlns:a16="http://schemas.microsoft.com/office/drawing/2014/main" id="{995B9F2E-F18A-48EA-9CDC-06565E3BB8CC}"/>
              </a:ext>
            </a:extLst>
          </p:cNvPr>
          <p:cNvSpPr>
            <a:spLocks noGrp="1"/>
          </p:cNvSpPr>
          <p:nvPr/>
        </p:nvSpPr>
        <p:spPr>
          <a:xfrm>
            <a:off x="9020175" y="3971925"/>
            <a:ext cx="19050" cy="142875"/>
          </a:xfrm>
          <a:prstGeom prst="rect">
            <a:avLst/>
          </a:prstGeom>
          <a:solidFill>
            <a:srgbClr val="BDBDBD"/>
          </a:solidFill>
          <a:ln w="0">
            <a:noFill/>
          </a:ln>
        </p:spPr>
      </p:sp>
      <p:sp>
        <p:nvSpPr>
          <p:cNvPr id="17" name="diagram-line-27">
            <a:extLst>
              <a:ext uri="{FF2B5EF4-FFF2-40B4-BE49-F238E27FC236}">
                <a16:creationId xmlns:a16="http://schemas.microsoft.com/office/drawing/2014/main" id="{69CB7820-E595-47E9-BAE7-64EC64D8EE48}"/>
              </a:ext>
            </a:extLst>
          </p:cNvPr>
          <p:cNvSpPr>
            <a:spLocks noGrp="1"/>
          </p:cNvSpPr>
          <p:nvPr/>
        </p:nvSpPr>
        <p:spPr>
          <a:xfrm>
            <a:off x="7562850" y="4105275"/>
            <a:ext cx="2933700" cy="19050"/>
          </a:xfrm>
          <a:prstGeom prst="rect">
            <a:avLst/>
          </a:prstGeom>
          <a:solidFill>
            <a:srgbClr val="BDBDBD"/>
          </a:solidFill>
          <a:ln w="0">
            <a:noFill/>
          </a:ln>
        </p:spPr>
      </p:sp>
      <p:sp>
        <p:nvSpPr>
          <p:cNvPr id="18" name="diagram-line-28">
            <a:extLst>
              <a:ext uri="{FF2B5EF4-FFF2-40B4-BE49-F238E27FC236}">
                <a16:creationId xmlns:a16="http://schemas.microsoft.com/office/drawing/2014/main" id="{F56C20B5-9B80-4A0D-899D-19D8C990B234}"/>
              </a:ext>
            </a:extLst>
          </p:cNvPr>
          <p:cNvSpPr>
            <a:spLocks noGrp="1"/>
          </p:cNvSpPr>
          <p:nvPr/>
        </p:nvSpPr>
        <p:spPr>
          <a:xfrm>
            <a:off x="7553325" y="4105275"/>
            <a:ext cx="19050" cy="114300"/>
          </a:xfrm>
          <a:prstGeom prst="rect">
            <a:avLst/>
          </a:prstGeom>
          <a:solidFill>
            <a:srgbClr val="BDBDBD"/>
          </a:solidFill>
          <a:ln w="0">
            <a:noFill/>
          </a:ln>
        </p:spPr>
      </p:sp>
      <p:sp>
        <p:nvSpPr>
          <p:cNvPr id="19" name="diagram-line-29">
            <a:extLst>
              <a:ext uri="{FF2B5EF4-FFF2-40B4-BE49-F238E27FC236}">
                <a16:creationId xmlns:a16="http://schemas.microsoft.com/office/drawing/2014/main" id="{4F04E51A-C913-4749-9D63-0E0B73D7B6D8}"/>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
            <a:extLst>
              <a:ext uri="{FF2B5EF4-FFF2-40B4-BE49-F238E27FC236}">
                <a16:creationId xmlns:a16="http://schemas.microsoft.com/office/drawing/2014/main" id="{F2B670DA-F408-4F43-9D08-3F2F5073EE97}"/>
              </a:ext>
            </a:extLst>
          </p:cNvPr>
          <p:cNvSpPr>
            <a:spLocks noGrp="1"/>
          </p:cNvSpPr>
          <p:nvPr/>
        </p:nvSpPr>
        <p:spPr>
          <a:xfrm>
            <a:off x="1685925" y="4943475"/>
            <a:ext cx="19050" cy="142875"/>
          </a:xfrm>
          <a:prstGeom prst="rect">
            <a:avLst/>
          </a:prstGeom>
          <a:solidFill>
            <a:srgbClr val="BDBDBD"/>
          </a:solidFill>
          <a:ln w="0">
            <a:noFill/>
          </a:ln>
        </p:spPr>
      </p:sp>
      <p:sp>
        <p:nvSpPr>
          <p:cNvPr id="21" name="diagram-line-31">
            <a:extLst>
              <a:ext uri="{FF2B5EF4-FFF2-40B4-BE49-F238E27FC236}">
                <a16:creationId xmlns:a16="http://schemas.microsoft.com/office/drawing/2014/main" id="{538C9F5E-AA03-409C-B55E-F80A1DC7EE06}"/>
              </a:ext>
            </a:extLst>
          </p:cNvPr>
          <p:cNvSpPr>
            <a:spLocks noGrp="1"/>
          </p:cNvSpPr>
          <p:nvPr/>
        </p:nvSpPr>
        <p:spPr>
          <a:xfrm>
            <a:off x="952500" y="5076825"/>
            <a:ext cx="1466850" cy="19050"/>
          </a:xfrm>
          <a:prstGeom prst="rect">
            <a:avLst/>
          </a:prstGeom>
          <a:solidFill>
            <a:srgbClr val="BDBDBD"/>
          </a:solidFill>
          <a:ln w="0">
            <a:noFill/>
          </a:ln>
        </p:spPr>
      </p:sp>
      <p:sp>
        <p:nvSpPr>
          <p:cNvPr id="22" name="diagram-line-32">
            <a:extLst>
              <a:ext uri="{FF2B5EF4-FFF2-40B4-BE49-F238E27FC236}">
                <a16:creationId xmlns:a16="http://schemas.microsoft.com/office/drawing/2014/main" id="{DAA77148-233E-4D94-B41D-F39CE48B62E2}"/>
              </a:ext>
            </a:extLst>
          </p:cNvPr>
          <p:cNvSpPr>
            <a:spLocks noGrp="1"/>
          </p:cNvSpPr>
          <p:nvPr/>
        </p:nvSpPr>
        <p:spPr>
          <a:xfrm>
            <a:off x="942975" y="5076825"/>
            <a:ext cx="19050" cy="114300"/>
          </a:xfrm>
          <a:prstGeom prst="rect">
            <a:avLst/>
          </a:prstGeom>
          <a:solidFill>
            <a:srgbClr val="BDBDBD"/>
          </a:solidFill>
          <a:ln w="0">
            <a:noFill/>
          </a:ln>
        </p:spPr>
      </p:sp>
      <p:sp>
        <p:nvSpPr>
          <p:cNvPr id="23" name="diagram-line-33">
            <a:extLst>
              <a:ext uri="{FF2B5EF4-FFF2-40B4-BE49-F238E27FC236}">
                <a16:creationId xmlns:a16="http://schemas.microsoft.com/office/drawing/2014/main" id="{FD8BAD62-32D0-4527-86BB-8B5C42AD8C19}"/>
              </a:ext>
            </a:extLst>
          </p:cNvPr>
          <p:cNvSpPr>
            <a:spLocks noGrp="1"/>
          </p:cNvSpPr>
          <p:nvPr/>
        </p:nvSpPr>
        <p:spPr>
          <a:xfrm>
            <a:off x="2409825" y="5076825"/>
            <a:ext cx="19050" cy="114300"/>
          </a:xfrm>
          <a:prstGeom prst="rect">
            <a:avLst/>
          </a:prstGeom>
          <a:solidFill>
            <a:srgbClr val="BDBDBD"/>
          </a:solidFill>
          <a:ln w="0">
            <a:noFill/>
          </a:ln>
        </p:spPr>
      </p:sp>
      <p:sp>
        <p:nvSpPr>
          <p:cNvPr id="24" name="diagram-line-34">
            <a:extLst>
              <a:ext uri="{FF2B5EF4-FFF2-40B4-BE49-F238E27FC236}">
                <a16:creationId xmlns:a16="http://schemas.microsoft.com/office/drawing/2014/main" id="{31897588-B5C6-40D0-9CE9-887AD3F52666}"/>
              </a:ext>
            </a:extLst>
          </p:cNvPr>
          <p:cNvSpPr>
            <a:spLocks noGrp="1"/>
          </p:cNvSpPr>
          <p:nvPr/>
        </p:nvSpPr>
        <p:spPr>
          <a:xfrm>
            <a:off x="4619625" y="4943475"/>
            <a:ext cx="19050" cy="142875"/>
          </a:xfrm>
          <a:prstGeom prst="rect">
            <a:avLst/>
          </a:prstGeom>
          <a:solidFill>
            <a:srgbClr val="BDBDBD"/>
          </a:solidFill>
          <a:ln w="0">
            <a:noFill/>
          </a:ln>
        </p:spPr>
      </p:sp>
      <p:sp>
        <p:nvSpPr>
          <p:cNvPr id="25" name="diagram-line-35">
            <a:extLst>
              <a:ext uri="{FF2B5EF4-FFF2-40B4-BE49-F238E27FC236}">
                <a16:creationId xmlns:a16="http://schemas.microsoft.com/office/drawing/2014/main" id="{90547D45-2683-4D8D-8EE4-0BB98579E0B5}"/>
              </a:ext>
            </a:extLst>
          </p:cNvPr>
          <p:cNvSpPr>
            <a:spLocks noGrp="1"/>
          </p:cNvSpPr>
          <p:nvPr/>
        </p:nvSpPr>
        <p:spPr>
          <a:xfrm>
            <a:off x="3886200" y="5076825"/>
            <a:ext cx="1466850" cy="19050"/>
          </a:xfrm>
          <a:prstGeom prst="rect">
            <a:avLst/>
          </a:prstGeom>
          <a:solidFill>
            <a:srgbClr val="BDBDBD"/>
          </a:solidFill>
          <a:ln w="0">
            <a:noFill/>
          </a:ln>
        </p:spPr>
      </p:sp>
      <p:sp>
        <p:nvSpPr>
          <p:cNvPr id="26" name="diagram-line-36">
            <a:extLst>
              <a:ext uri="{FF2B5EF4-FFF2-40B4-BE49-F238E27FC236}">
                <a16:creationId xmlns:a16="http://schemas.microsoft.com/office/drawing/2014/main" id="{3BBA2916-50E2-4802-91D4-1CFEE950D883}"/>
              </a:ext>
            </a:extLst>
          </p:cNvPr>
          <p:cNvSpPr>
            <a:spLocks noGrp="1"/>
          </p:cNvSpPr>
          <p:nvPr/>
        </p:nvSpPr>
        <p:spPr>
          <a:xfrm>
            <a:off x="3876675" y="5076825"/>
            <a:ext cx="19050" cy="114300"/>
          </a:xfrm>
          <a:prstGeom prst="rect">
            <a:avLst/>
          </a:prstGeom>
          <a:solidFill>
            <a:srgbClr val="BDBDBD"/>
          </a:solidFill>
          <a:ln w="0">
            <a:noFill/>
          </a:ln>
        </p:spPr>
      </p:sp>
      <p:sp>
        <p:nvSpPr>
          <p:cNvPr id="27" name="diagram-line-37">
            <a:extLst>
              <a:ext uri="{FF2B5EF4-FFF2-40B4-BE49-F238E27FC236}">
                <a16:creationId xmlns:a16="http://schemas.microsoft.com/office/drawing/2014/main" id="{019FF495-C222-4B27-87D4-2DD97B15C11D}"/>
              </a:ext>
            </a:extLst>
          </p:cNvPr>
          <p:cNvSpPr>
            <a:spLocks noGrp="1"/>
          </p:cNvSpPr>
          <p:nvPr/>
        </p:nvSpPr>
        <p:spPr>
          <a:xfrm>
            <a:off x="5343525" y="5076825"/>
            <a:ext cx="19050" cy="114300"/>
          </a:xfrm>
          <a:prstGeom prst="rect">
            <a:avLst/>
          </a:prstGeom>
          <a:solidFill>
            <a:srgbClr val="BDBDBD"/>
          </a:solidFill>
          <a:ln w="0">
            <a:noFill/>
          </a:ln>
        </p:spPr>
      </p:sp>
      <p:sp>
        <p:nvSpPr>
          <p:cNvPr id="28" name="diagram-line-38">
            <a:extLst>
              <a:ext uri="{FF2B5EF4-FFF2-40B4-BE49-F238E27FC236}">
                <a16:creationId xmlns:a16="http://schemas.microsoft.com/office/drawing/2014/main" id="{7E07E7EE-A557-4498-A4FA-F69EB75369BB}"/>
              </a:ext>
            </a:extLst>
          </p:cNvPr>
          <p:cNvSpPr>
            <a:spLocks noGrp="1"/>
          </p:cNvSpPr>
          <p:nvPr/>
        </p:nvSpPr>
        <p:spPr>
          <a:xfrm>
            <a:off x="7553325" y="4943475"/>
            <a:ext cx="19050" cy="142875"/>
          </a:xfrm>
          <a:prstGeom prst="rect">
            <a:avLst/>
          </a:prstGeom>
          <a:solidFill>
            <a:srgbClr val="BDBDBD"/>
          </a:solidFill>
          <a:ln w="0">
            <a:noFill/>
          </a:ln>
        </p:spPr>
      </p:sp>
      <p:sp>
        <p:nvSpPr>
          <p:cNvPr id="29" name="diagram-line-39">
            <a:extLst>
              <a:ext uri="{FF2B5EF4-FFF2-40B4-BE49-F238E27FC236}">
                <a16:creationId xmlns:a16="http://schemas.microsoft.com/office/drawing/2014/main" id="{1BE54479-D900-4CB0-BD6F-3C1FD9EA7BE2}"/>
              </a:ext>
            </a:extLst>
          </p:cNvPr>
          <p:cNvSpPr>
            <a:spLocks noGrp="1"/>
          </p:cNvSpPr>
          <p:nvPr/>
        </p:nvSpPr>
        <p:spPr>
          <a:xfrm>
            <a:off x="6819900" y="5076825"/>
            <a:ext cx="1466850" cy="19050"/>
          </a:xfrm>
          <a:prstGeom prst="rect">
            <a:avLst/>
          </a:prstGeom>
          <a:solidFill>
            <a:srgbClr val="BDBDBD"/>
          </a:solidFill>
          <a:ln w="0">
            <a:noFill/>
          </a:ln>
        </p:spPr>
      </p:sp>
      <p:sp>
        <p:nvSpPr>
          <p:cNvPr id="30" name="diagram-line-40">
            <a:extLst>
              <a:ext uri="{FF2B5EF4-FFF2-40B4-BE49-F238E27FC236}">
                <a16:creationId xmlns:a16="http://schemas.microsoft.com/office/drawing/2014/main" id="{D54C93D0-115D-4FFC-A034-19E1B7789AF6}"/>
              </a:ext>
            </a:extLst>
          </p:cNvPr>
          <p:cNvSpPr>
            <a:spLocks noGrp="1"/>
          </p:cNvSpPr>
          <p:nvPr/>
        </p:nvSpPr>
        <p:spPr>
          <a:xfrm>
            <a:off x="6810375" y="5076825"/>
            <a:ext cx="19050" cy="114300"/>
          </a:xfrm>
          <a:prstGeom prst="rect">
            <a:avLst/>
          </a:prstGeom>
          <a:solidFill>
            <a:srgbClr val="BDBDBD"/>
          </a:solidFill>
          <a:ln w="0">
            <a:noFill/>
          </a:ln>
        </p:spPr>
      </p:sp>
      <p:sp>
        <p:nvSpPr>
          <p:cNvPr id="31" name="diagram-line-41">
            <a:extLst>
              <a:ext uri="{FF2B5EF4-FFF2-40B4-BE49-F238E27FC236}">
                <a16:creationId xmlns:a16="http://schemas.microsoft.com/office/drawing/2014/main" id="{9C0310C9-3DF1-4BBE-8A4E-BE04F2EB04EA}"/>
              </a:ext>
            </a:extLst>
          </p:cNvPr>
          <p:cNvSpPr>
            <a:spLocks noGrp="1"/>
          </p:cNvSpPr>
          <p:nvPr/>
        </p:nvSpPr>
        <p:spPr>
          <a:xfrm>
            <a:off x="8277225" y="5076825"/>
            <a:ext cx="19050" cy="114300"/>
          </a:xfrm>
          <a:prstGeom prst="rect">
            <a:avLst/>
          </a:prstGeom>
          <a:solidFill>
            <a:srgbClr val="BDBDBD"/>
          </a:solidFill>
          <a:ln w="0">
            <a:noFill/>
          </a:ln>
        </p:spPr>
      </p:sp>
      <p:sp>
        <p:nvSpPr>
          <p:cNvPr id="32" name="diagram-line-42">
            <a:extLst>
              <a:ext uri="{FF2B5EF4-FFF2-40B4-BE49-F238E27FC236}">
                <a16:creationId xmlns:a16="http://schemas.microsoft.com/office/drawing/2014/main" id="{1BF82093-FA2C-4E33-A26D-94C0258BE593}"/>
              </a:ext>
            </a:extLst>
          </p:cNvPr>
          <p:cNvSpPr>
            <a:spLocks noGrp="1"/>
          </p:cNvSpPr>
          <p:nvPr/>
        </p:nvSpPr>
        <p:spPr>
          <a:xfrm>
            <a:off x="10487025" y="4943475"/>
            <a:ext cx="19050" cy="142875"/>
          </a:xfrm>
          <a:prstGeom prst="rect">
            <a:avLst/>
          </a:prstGeom>
          <a:solidFill>
            <a:srgbClr val="BDBDBD"/>
          </a:solidFill>
          <a:ln w="0">
            <a:noFill/>
          </a:ln>
        </p:spPr>
      </p:sp>
      <p:sp>
        <p:nvSpPr>
          <p:cNvPr id="33" name="diagram-line-43">
            <a:extLst>
              <a:ext uri="{FF2B5EF4-FFF2-40B4-BE49-F238E27FC236}">
                <a16:creationId xmlns:a16="http://schemas.microsoft.com/office/drawing/2014/main" id="{9BB6E87A-425A-4693-9389-A78395C4518D}"/>
              </a:ext>
            </a:extLst>
          </p:cNvPr>
          <p:cNvSpPr>
            <a:spLocks noGrp="1"/>
          </p:cNvSpPr>
          <p:nvPr/>
        </p:nvSpPr>
        <p:spPr>
          <a:xfrm>
            <a:off x="9753600" y="5076825"/>
            <a:ext cx="1466850" cy="19050"/>
          </a:xfrm>
          <a:prstGeom prst="rect">
            <a:avLst/>
          </a:prstGeom>
          <a:solidFill>
            <a:srgbClr val="BDBDBD"/>
          </a:solidFill>
          <a:ln w="0">
            <a:noFill/>
          </a:ln>
        </p:spPr>
      </p:sp>
      <p:sp>
        <p:nvSpPr>
          <p:cNvPr id="34" name="diagram-line-44">
            <a:extLst>
              <a:ext uri="{FF2B5EF4-FFF2-40B4-BE49-F238E27FC236}">
                <a16:creationId xmlns:a16="http://schemas.microsoft.com/office/drawing/2014/main" id="{EE9F6FBC-9A35-402A-9A05-DD38A89AB478}"/>
              </a:ext>
            </a:extLst>
          </p:cNvPr>
          <p:cNvSpPr>
            <a:spLocks noGrp="1"/>
          </p:cNvSpPr>
          <p:nvPr/>
        </p:nvSpPr>
        <p:spPr>
          <a:xfrm>
            <a:off x="9744075" y="5076825"/>
            <a:ext cx="19050" cy="114300"/>
          </a:xfrm>
          <a:prstGeom prst="rect">
            <a:avLst/>
          </a:prstGeom>
          <a:solidFill>
            <a:srgbClr val="BDBDBD"/>
          </a:solidFill>
          <a:ln w="0">
            <a:noFill/>
          </a:ln>
        </p:spPr>
      </p:sp>
      <p:sp>
        <p:nvSpPr>
          <p:cNvPr id="35" name="diagram-line-45">
            <a:extLst>
              <a:ext uri="{FF2B5EF4-FFF2-40B4-BE49-F238E27FC236}">
                <a16:creationId xmlns:a16="http://schemas.microsoft.com/office/drawing/2014/main" id="{071DAE38-E514-4E5B-B43D-166F3F948908}"/>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BE463D09-69A3-472E-B0FE-42F52DA52E7E}"/>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[0~7]</a:t>
            </a:r>
          </a:p>
        </p:txBody>
      </p:sp>
      <p:graphicFrame>
        <p:nvGraphicFramePr>
          <p:cNvPr id="37" name="표 36">
            <a:extLst>
              <a:ext uri="{FF2B5EF4-FFF2-40B4-BE49-F238E27FC236}">
                <a16:creationId xmlns:a16="http://schemas.microsoft.com/office/drawing/2014/main" id="{0D118E6D-E3A6-4788-B526-655648962A23}"/>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BAFDEFC7-4388-4373-BA0C-A20459DB8A37}"/>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[0~3]</a:t>
            </a:r>
          </a:p>
        </p:txBody>
      </p:sp>
      <p:graphicFrame>
        <p:nvGraphicFramePr>
          <p:cNvPr id="39" name="표 38">
            <a:extLst>
              <a:ext uri="{FF2B5EF4-FFF2-40B4-BE49-F238E27FC236}">
                <a16:creationId xmlns:a16="http://schemas.microsoft.com/office/drawing/2014/main" id="{1D4CB6EA-0358-48C1-87D5-CF8D0C6EB41B}"/>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351998A9-217A-40E8-93DC-3833FFAB90B0}"/>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[4~7]</a:t>
            </a:r>
          </a:p>
        </p:txBody>
      </p:sp>
      <p:graphicFrame>
        <p:nvGraphicFramePr>
          <p:cNvPr id="41" name="표 40">
            <a:extLst>
              <a:ext uri="{FF2B5EF4-FFF2-40B4-BE49-F238E27FC236}">
                <a16:creationId xmlns:a16="http://schemas.microsoft.com/office/drawing/2014/main" id="{7170D4D6-5E4C-4C3B-83EB-7F6738AF142E}"/>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A16D8C79-50AD-4519-8614-7AE5E921DFFC}"/>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[0~1]</a:t>
            </a:r>
          </a:p>
        </p:txBody>
      </p:sp>
      <p:graphicFrame>
        <p:nvGraphicFramePr>
          <p:cNvPr id="43" name="표 42">
            <a:extLst>
              <a:ext uri="{FF2B5EF4-FFF2-40B4-BE49-F238E27FC236}">
                <a16:creationId xmlns:a16="http://schemas.microsoft.com/office/drawing/2014/main" id="{E1125235-05E0-4EAA-9FF6-B7CEBB40D36B}"/>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B9485178-D7E4-4646-962B-9A2F38452256}"/>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[2~3]</a:t>
            </a:r>
          </a:p>
        </p:txBody>
      </p:sp>
      <p:graphicFrame>
        <p:nvGraphicFramePr>
          <p:cNvPr id="45" name="표 44">
            <a:extLst>
              <a:ext uri="{FF2B5EF4-FFF2-40B4-BE49-F238E27FC236}">
                <a16:creationId xmlns:a16="http://schemas.microsoft.com/office/drawing/2014/main" id="{93C0EA2F-16FD-499F-ABB9-C9BA375BF038}"/>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39553ABD-91FF-4E20-91D1-3336FA29643D}"/>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[4~5]</a:t>
            </a:r>
          </a:p>
        </p:txBody>
      </p:sp>
      <p:graphicFrame>
        <p:nvGraphicFramePr>
          <p:cNvPr id="47" name="표 46">
            <a:extLst>
              <a:ext uri="{FF2B5EF4-FFF2-40B4-BE49-F238E27FC236}">
                <a16:creationId xmlns:a16="http://schemas.microsoft.com/office/drawing/2014/main" id="{1225280E-6F27-4EE8-BCF5-AADEDDE13AFE}"/>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CD4A3673-8692-4FA0-ACF2-C659BCC143E2}"/>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[6~7]</a:t>
            </a:r>
          </a:p>
        </p:txBody>
      </p:sp>
      <p:graphicFrame>
        <p:nvGraphicFramePr>
          <p:cNvPr id="49" name="표 48">
            <a:extLst>
              <a:ext uri="{FF2B5EF4-FFF2-40B4-BE49-F238E27FC236}">
                <a16:creationId xmlns:a16="http://schemas.microsoft.com/office/drawing/2014/main" id="{9C230637-6769-4114-9561-1D9EF5C6727D}"/>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1EC0E63A-C0A7-4557-96FB-89DCE8F614A9}"/>
              </a:ext>
            </a:extLst>
          </p:cNvPr>
          <p:cNvSpPr>
            <a:spLocks noGrp="1"/>
          </p:cNvSpPr>
          <p:nvPr/>
        </p:nvSpPr>
        <p:spPr>
          <a:xfrm>
            <a:off x="5334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[0~0]</a:t>
            </a:r>
          </a:p>
        </p:txBody>
      </p:sp>
      <p:graphicFrame>
        <p:nvGraphicFramePr>
          <p:cNvPr id="51" name="표 50">
            <a:extLst>
              <a:ext uri="{FF2B5EF4-FFF2-40B4-BE49-F238E27FC236}">
                <a16:creationId xmlns:a16="http://schemas.microsoft.com/office/drawing/2014/main" id="{9E1CB65D-D447-4183-9F2F-10F5226149D6}"/>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2AE0DF0-FBE4-40E8-B242-C96EA0FE90ED}"/>
              </a:ext>
            </a:extLst>
          </p:cNvPr>
          <p:cNvSpPr>
            <a:spLocks noGrp="1"/>
          </p:cNvSpPr>
          <p:nvPr/>
        </p:nvSpPr>
        <p:spPr>
          <a:xfrm>
            <a:off x="20002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[1~1]</a:t>
            </a:r>
          </a:p>
        </p:txBody>
      </p:sp>
      <p:graphicFrame>
        <p:nvGraphicFramePr>
          <p:cNvPr id="53" name="표 52">
            <a:extLst>
              <a:ext uri="{FF2B5EF4-FFF2-40B4-BE49-F238E27FC236}">
                <a16:creationId xmlns:a16="http://schemas.microsoft.com/office/drawing/2014/main" id="{8B127772-F85F-4D28-8208-93AEF2215F76}"/>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9956ABCC-7C2F-4038-899F-2CC122215F5D}"/>
              </a:ext>
            </a:extLst>
          </p:cNvPr>
          <p:cNvSpPr>
            <a:spLocks noGrp="1"/>
          </p:cNvSpPr>
          <p:nvPr/>
        </p:nvSpPr>
        <p:spPr>
          <a:xfrm>
            <a:off x="34671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[2~2]</a:t>
            </a:r>
          </a:p>
        </p:txBody>
      </p:sp>
      <p:graphicFrame>
        <p:nvGraphicFramePr>
          <p:cNvPr id="55" name="표 54">
            <a:extLst>
              <a:ext uri="{FF2B5EF4-FFF2-40B4-BE49-F238E27FC236}">
                <a16:creationId xmlns:a16="http://schemas.microsoft.com/office/drawing/2014/main" id="{2C16904A-A4F6-4F5B-98E2-AE861C43B3E7}"/>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06004BFF-D0F0-4BFA-ACCB-EEDA9211D653}"/>
              </a:ext>
            </a:extLst>
          </p:cNvPr>
          <p:cNvSpPr>
            <a:spLocks noGrp="1"/>
          </p:cNvSpPr>
          <p:nvPr/>
        </p:nvSpPr>
        <p:spPr>
          <a:xfrm>
            <a:off x="49339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[3~3]</a:t>
            </a:r>
          </a:p>
        </p:txBody>
      </p:sp>
      <p:graphicFrame>
        <p:nvGraphicFramePr>
          <p:cNvPr id="57" name="표 56">
            <a:extLst>
              <a:ext uri="{FF2B5EF4-FFF2-40B4-BE49-F238E27FC236}">
                <a16:creationId xmlns:a16="http://schemas.microsoft.com/office/drawing/2014/main" id="{02927FBC-2199-4998-84B0-FBD54BC8AD0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B185761D-8E5B-44C9-B727-7995D1588AF1}"/>
              </a:ext>
            </a:extLst>
          </p:cNvPr>
          <p:cNvSpPr>
            <a:spLocks noGrp="1"/>
          </p:cNvSpPr>
          <p:nvPr/>
        </p:nvSpPr>
        <p:spPr>
          <a:xfrm>
            <a:off x="64008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[4~4]</a:t>
            </a:r>
          </a:p>
        </p:txBody>
      </p:sp>
      <p:graphicFrame>
        <p:nvGraphicFramePr>
          <p:cNvPr id="59" name="표 58">
            <a:extLst>
              <a:ext uri="{FF2B5EF4-FFF2-40B4-BE49-F238E27FC236}">
                <a16:creationId xmlns:a16="http://schemas.microsoft.com/office/drawing/2014/main" id="{878F9FDD-AA08-4373-A7AC-02B52BC718D0}"/>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CEA3E5DA-EAFD-4B60-ABF3-8797F39EFEA0}"/>
              </a:ext>
            </a:extLst>
          </p:cNvPr>
          <p:cNvSpPr>
            <a:spLocks noGrp="1"/>
          </p:cNvSpPr>
          <p:nvPr/>
        </p:nvSpPr>
        <p:spPr>
          <a:xfrm>
            <a:off x="78676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[5~5]</a:t>
            </a:r>
          </a:p>
        </p:txBody>
      </p:sp>
      <p:graphicFrame>
        <p:nvGraphicFramePr>
          <p:cNvPr id="61" name="표 60">
            <a:extLst>
              <a:ext uri="{FF2B5EF4-FFF2-40B4-BE49-F238E27FC236}">
                <a16:creationId xmlns:a16="http://schemas.microsoft.com/office/drawing/2014/main" id="{583606CE-4775-41E9-89E7-BEBF0623DDBE}"/>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B76374CE-3240-4506-B5E2-1A8DD3309C7A}"/>
              </a:ext>
            </a:extLst>
          </p:cNvPr>
          <p:cNvSpPr>
            <a:spLocks noGrp="1"/>
          </p:cNvSpPr>
          <p:nvPr/>
        </p:nvSpPr>
        <p:spPr>
          <a:xfrm>
            <a:off x="93345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[6~6]</a:t>
            </a:r>
          </a:p>
        </p:txBody>
      </p:sp>
      <p:graphicFrame>
        <p:nvGraphicFramePr>
          <p:cNvPr id="63" name="표 62">
            <a:extLst>
              <a:ext uri="{FF2B5EF4-FFF2-40B4-BE49-F238E27FC236}">
                <a16:creationId xmlns:a16="http://schemas.microsoft.com/office/drawing/2014/main" id="{25BF808F-B124-4D60-8B9C-4F28CD3CC368}"/>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5C47C96C-3A92-44E0-B3A0-1ED894389D5B}"/>
              </a:ext>
            </a:extLst>
          </p:cNvPr>
          <p:cNvSpPr>
            <a:spLocks noGrp="1"/>
          </p:cNvSpPr>
          <p:nvPr/>
        </p:nvSpPr>
        <p:spPr>
          <a:xfrm>
            <a:off x="108013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[7~7]</a:t>
            </a:r>
          </a:p>
        </p:txBody>
      </p:sp>
      <p:graphicFrame>
        <p:nvGraphicFramePr>
          <p:cNvPr id="65" name="표 64">
            <a:extLst>
              <a:ext uri="{FF2B5EF4-FFF2-40B4-BE49-F238E27FC236}">
                <a16:creationId xmlns:a16="http://schemas.microsoft.com/office/drawing/2014/main" id="{D3288EAD-75DB-47D7-9734-5F9049A3EFA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83F21F47-638B-458D-A0E7-892E02104A1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이제 맨 위 호출을 시작해서 실제 코드 순서대로 끝까지 따라갑니다.</a:t>
            </a:r>
          </a:p>
        </p:txBody>
      </p:sp>
    </p:spTree>
    <p:extLst>
      <p:ext uri="{BB962C8B-B14F-4D97-AF65-F5344CB8AC3E}">
        <p14:creationId xmlns:p14="http://schemas.microsoft.com/office/powerpoint/2010/main" val="116771346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A75720A-4728-4E5C-83A2-B8336214F13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933536-0210-46BD-B494-8CC792408E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7C0E42-B6DE-4A8C-8542-B708BEDB28B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호출: mid = 3에서 나눔</a:t>
            </a:r>
          </a:p>
        </p:txBody>
      </p:sp>
      <p:sp>
        <p:nvSpPr>
          <p:cNvPr id="4" name="diagram-line-46">
            <a:extLst>
              <a:ext uri="{FF2B5EF4-FFF2-40B4-BE49-F238E27FC236}">
                <a16:creationId xmlns:a16="http://schemas.microsoft.com/office/drawing/2014/main" id="{9406ACE9-ACBE-410F-9A3A-E96E60B1CBD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6EC351B-B423-4A27-8ECA-971F035862B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7, mid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[0~3]를 호출합니다. 오른쪽 [4~7]는 기다립니다.</a:t>
            </a:r>
          </a:p>
        </p:txBody>
      </p:sp>
      <p:sp>
        <p:nvSpPr>
          <p:cNvPr id="6" name="footer">
            <a:extLst>
              <a:ext uri="{FF2B5EF4-FFF2-40B4-BE49-F238E27FC236}">
                <a16:creationId xmlns:a16="http://schemas.microsoft.com/office/drawing/2014/main" id="{7B7EEEAF-B3FC-4450-90B1-F65E013B8B0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E6DEB3-7A8F-472E-AC91-92FAC6F540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108</a:t>
            </a:r>
            <a:endParaRPr sz="1050" b="0">
              <a:solidFill>
                <a:srgbClr val="151515"/>
              </a:solidFill>
              <a:latin typeface="Consolas"/>
              <a:ea typeface="Consolas"/>
              <a:cs typeface="Consolas"/>
            </a:endParaRPr>
          </a:p>
        </p:txBody>
      </p:sp>
      <p:sp>
        <p:nvSpPr>
          <p:cNvPr id="8" name="row-47-label">
            <a:extLst>
              <a:ext uri="{FF2B5EF4-FFF2-40B4-BE49-F238E27FC236}">
                <a16:creationId xmlns:a16="http://schemas.microsoft.com/office/drawing/2014/main" id="{96B07284-9F47-48F0-BEAA-CD061B054ABD}"/>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74883180-8C98-41B2-B461-38D8AC768EA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47-0">
            <a:extLst>
              <a:ext uri="{FF2B5EF4-FFF2-40B4-BE49-F238E27FC236}">
                <a16:creationId xmlns:a16="http://schemas.microsoft.com/office/drawing/2014/main" id="{D37D468E-BD48-4E07-9706-8861E30DF4E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47-1">
            <a:extLst>
              <a:ext uri="{FF2B5EF4-FFF2-40B4-BE49-F238E27FC236}">
                <a16:creationId xmlns:a16="http://schemas.microsoft.com/office/drawing/2014/main" id="{1611FA60-B42B-4898-ACA5-CE7FBADB85C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47-2">
            <a:extLst>
              <a:ext uri="{FF2B5EF4-FFF2-40B4-BE49-F238E27FC236}">
                <a16:creationId xmlns:a16="http://schemas.microsoft.com/office/drawing/2014/main" id="{D2D7ED98-ACD7-4473-9482-5EAAF509A3C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47-3">
            <a:extLst>
              <a:ext uri="{FF2B5EF4-FFF2-40B4-BE49-F238E27FC236}">
                <a16:creationId xmlns:a16="http://schemas.microsoft.com/office/drawing/2014/main" id="{873B8B15-7882-407D-88C8-1CA3DD1E19BC}"/>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47-4">
            <a:extLst>
              <a:ext uri="{FF2B5EF4-FFF2-40B4-BE49-F238E27FC236}">
                <a16:creationId xmlns:a16="http://schemas.microsoft.com/office/drawing/2014/main" id="{4CDB8831-AFFA-4440-AEA4-6C64FE9D16DF}"/>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47-5">
            <a:extLst>
              <a:ext uri="{FF2B5EF4-FFF2-40B4-BE49-F238E27FC236}">
                <a16:creationId xmlns:a16="http://schemas.microsoft.com/office/drawing/2014/main" id="{24F1B086-9034-42BC-A0B3-D3001734476D}"/>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47-6">
            <a:extLst>
              <a:ext uri="{FF2B5EF4-FFF2-40B4-BE49-F238E27FC236}">
                <a16:creationId xmlns:a16="http://schemas.microsoft.com/office/drawing/2014/main" id="{B2EEB76E-FC5E-4BBD-9B2F-F9F8553A09E6}"/>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47-7">
            <a:extLst>
              <a:ext uri="{FF2B5EF4-FFF2-40B4-BE49-F238E27FC236}">
                <a16:creationId xmlns:a16="http://schemas.microsoft.com/office/drawing/2014/main" id="{A4925D2D-286F-457D-A540-E56CCB45AB2C}"/>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8">
            <a:extLst>
              <a:ext uri="{FF2B5EF4-FFF2-40B4-BE49-F238E27FC236}">
                <a16:creationId xmlns:a16="http://schemas.microsoft.com/office/drawing/2014/main" id="{CD6DE5DD-8D16-4919-B6DD-9D47FDBEE42B}"/>
              </a:ext>
            </a:extLst>
          </p:cNvPr>
          <p:cNvSpPr>
            <a:spLocks noGrp="1"/>
          </p:cNvSpPr>
          <p:nvPr/>
        </p:nvSpPr>
        <p:spPr>
          <a:xfrm>
            <a:off x="6772275" y="2819400"/>
            <a:ext cx="19050" cy="666750"/>
          </a:xfrm>
          <a:prstGeom prst="rect">
            <a:avLst/>
          </a:prstGeom>
          <a:solidFill>
            <a:srgbClr val="9A5900"/>
          </a:solidFill>
          <a:ln w="0">
            <a:noFill/>
          </a:ln>
        </p:spPr>
      </p:sp>
      <p:sp>
        <p:nvSpPr>
          <p:cNvPr id="19" name="pointer-47">
            <a:extLst>
              <a:ext uri="{FF2B5EF4-FFF2-40B4-BE49-F238E27FC236}">
                <a16:creationId xmlns:a16="http://schemas.microsoft.com/office/drawing/2014/main" id="{1B8CC400-DF60-4E3C-9CDF-D880C0ECD68C}"/>
              </a:ext>
            </a:extLst>
          </p:cNvPr>
          <p:cNvSpPr>
            <a:spLocks noGrp="1"/>
          </p:cNvSpPr>
          <p:nvPr/>
        </p:nvSpPr>
        <p:spPr>
          <a:xfrm>
            <a:off x="56007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3</a:t>
            </a:r>
          </a:p>
        </p:txBody>
      </p:sp>
      <p:sp>
        <p:nvSpPr>
          <p:cNvPr id="20" name="children-code">
            <a:extLst>
              <a:ext uri="{FF2B5EF4-FFF2-40B4-BE49-F238E27FC236}">
                <a16:creationId xmlns:a16="http://schemas.microsoft.com/office/drawing/2014/main" id="{A0E671C5-DAEC-4D7A-BBA8-CE94C1545453}"/>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3)</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4, 7)</a:t>
            </a:r>
          </a:p>
        </p:txBody>
      </p:sp>
      <p:sp>
        <p:nvSpPr>
          <p:cNvPr id="21" name="caption">
            <a:extLst>
              <a:ext uri="{FF2B5EF4-FFF2-40B4-BE49-F238E27FC236}">
                <a16:creationId xmlns:a16="http://schemas.microsoft.com/office/drawing/2014/main" id="{BC91A229-A5BB-4A91-8BC6-04D0004CBBA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지금은 전체 여덟 칸의 답을 구하는 호출입니다.</a:t>
            </a:r>
          </a:p>
        </p:txBody>
      </p:sp>
    </p:spTree>
    <p:extLst>
      <p:ext uri="{BB962C8B-B14F-4D97-AF65-F5344CB8AC3E}">
        <p14:creationId xmlns:p14="http://schemas.microsoft.com/office/powerpoint/2010/main" val="225073712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39B8C27-3F48-427B-8E3C-E02B6C34F5E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4A0C55C-7DB0-4FCD-AE48-A70E5AB1286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5C7239-C5E1-42B0-8E90-D50F010D491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호출: mid = 1에서 나눔</a:t>
            </a:r>
          </a:p>
        </p:txBody>
      </p:sp>
      <p:sp>
        <p:nvSpPr>
          <p:cNvPr id="4" name="diagram-line-49">
            <a:extLst>
              <a:ext uri="{FF2B5EF4-FFF2-40B4-BE49-F238E27FC236}">
                <a16:creationId xmlns:a16="http://schemas.microsoft.com/office/drawing/2014/main" id="{5C567A61-C7EB-443D-8A72-CD64DA9C53B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38C276-0D06-4E5A-A066-E0013D0110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3, mid = 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[0~1]를 호출합니다. 오른쪽 [2~3]는 기다립니다.</a:t>
            </a:r>
          </a:p>
        </p:txBody>
      </p:sp>
      <p:sp>
        <p:nvSpPr>
          <p:cNvPr id="6" name="footer">
            <a:extLst>
              <a:ext uri="{FF2B5EF4-FFF2-40B4-BE49-F238E27FC236}">
                <a16:creationId xmlns:a16="http://schemas.microsoft.com/office/drawing/2014/main" id="{527FA99E-B65D-4CD2-86C8-A2ACAD8224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A6E5C4B-6991-43D4-B4E5-69717BB430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109</a:t>
            </a:r>
            <a:endParaRPr sz="1050" b="0">
              <a:solidFill>
                <a:srgbClr val="151515"/>
              </a:solidFill>
              <a:latin typeface="Consolas"/>
              <a:ea typeface="Consolas"/>
              <a:cs typeface="Consolas"/>
            </a:endParaRPr>
          </a:p>
        </p:txBody>
      </p:sp>
      <p:sp>
        <p:nvSpPr>
          <p:cNvPr id="8" name="row-50-label">
            <a:extLst>
              <a:ext uri="{FF2B5EF4-FFF2-40B4-BE49-F238E27FC236}">
                <a16:creationId xmlns:a16="http://schemas.microsoft.com/office/drawing/2014/main" id="{BEFA89C6-A69C-4EDD-8393-A3B21B171164}"/>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8C15DA7-FC41-4794-A1AC-16290C6851B3}"/>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0-0">
            <a:extLst>
              <a:ext uri="{FF2B5EF4-FFF2-40B4-BE49-F238E27FC236}">
                <a16:creationId xmlns:a16="http://schemas.microsoft.com/office/drawing/2014/main" id="{1D0D88ED-D998-4AE3-B97C-E7D43E4AFB48}"/>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0-1">
            <a:extLst>
              <a:ext uri="{FF2B5EF4-FFF2-40B4-BE49-F238E27FC236}">
                <a16:creationId xmlns:a16="http://schemas.microsoft.com/office/drawing/2014/main" id="{76DB2863-9710-4ED7-9C05-51ABCB1B68C8}"/>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0-2">
            <a:extLst>
              <a:ext uri="{FF2B5EF4-FFF2-40B4-BE49-F238E27FC236}">
                <a16:creationId xmlns:a16="http://schemas.microsoft.com/office/drawing/2014/main" id="{95329075-72F0-4393-A979-AA0D75BB9C3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0-3">
            <a:extLst>
              <a:ext uri="{FF2B5EF4-FFF2-40B4-BE49-F238E27FC236}">
                <a16:creationId xmlns:a16="http://schemas.microsoft.com/office/drawing/2014/main" id="{95841E6D-131E-46F5-9014-7DD172B12397}"/>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0-4">
            <a:extLst>
              <a:ext uri="{FF2B5EF4-FFF2-40B4-BE49-F238E27FC236}">
                <a16:creationId xmlns:a16="http://schemas.microsoft.com/office/drawing/2014/main" id="{37E900E7-C8CA-41E2-8F4B-8801464CB16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0-5">
            <a:extLst>
              <a:ext uri="{FF2B5EF4-FFF2-40B4-BE49-F238E27FC236}">
                <a16:creationId xmlns:a16="http://schemas.microsoft.com/office/drawing/2014/main" id="{A76E066E-7F9D-46A4-B130-51945550BFA6}"/>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0-6">
            <a:extLst>
              <a:ext uri="{FF2B5EF4-FFF2-40B4-BE49-F238E27FC236}">
                <a16:creationId xmlns:a16="http://schemas.microsoft.com/office/drawing/2014/main" id="{67F9C2FF-3A04-4959-82A2-A91E0F6833BC}"/>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0-7">
            <a:extLst>
              <a:ext uri="{FF2B5EF4-FFF2-40B4-BE49-F238E27FC236}">
                <a16:creationId xmlns:a16="http://schemas.microsoft.com/office/drawing/2014/main" id="{729825FA-14BD-4634-979C-A4AE60544885}"/>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1">
            <a:extLst>
              <a:ext uri="{FF2B5EF4-FFF2-40B4-BE49-F238E27FC236}">
                <a16:creationId xmlns:a16="http://schemas.microsoft.com/office/drawing/2014/main" id="{4A498968-B31C-4C31-8DAE-578E42116ECB}"/>
              </a:ext>
            </a:extLst>
          </p:cNvPr>
          <p:cNvSpPr>
            <a:spLocks noGrp="1"/>
          </p:cNvSpPr>
          <p:nvPr/>
        </p:nvSpPr>
        <p:spPr>
          <a:xfrm>
            <a:off x="4562475" y="2819400"/>
            <a:ext cx="19050" cy="666750"/>
          </a:xfrm>
          <a:prstGeom prst="rect">
            <a:avLst/>
          </a:prstGeom>
          <a:solidFill>
            <a:srgbClr val="9A5900"/>
          </a:solidFill>
          <a:ln w="0">
            <a:noFill/>
          </a:ln>
        </p:spPr>
      </p:sp>
      <p:sp>
        <p:nvSpPr>
          <p:cNvPr id="19" name="pointer-50">
            <a:extLst>
              <a:ext uri="{FF2B5EF4-FFF2-40B4-BE49-F238E27FC236}">
                <a16:creationId xmlns:a16="http://schemas.microsoft.com/office/drawing/2014/main" id="{9C0A2E78-E90D-4046-B145-A84C57DFF960}"/>
              </a:ext>
            </a:extLst>
          </p:cNvPr>
          <p:cNvSpPr>
            <a:spLocks noGrp="1"/>
          </p:cNvSpPr>
          <p:nvPr/>
        </p:nvSpPr>
        <p:spPr>
          <a:xfrm>
            <a:off x="33909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1</a:t>
            </a:r>
          </a:p>
        </p:txBody>
      </p:sp>
      <p:sp>
        <p:nvSpPr>
          <p:cNvPr id="20" name="children-code">
            <a:extLst>
              <a:ext uri="{FF2B5EF4-FFF2-40B4-BE49-F238E27FC236}">
                <a16:creationId xmlns:a16="http://schemas.microsoft.com/office/drawing/2014/main" id="{A39A0C56-0201-481D-8332-561A785AD344}"/>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1)</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2, 3)</a:t>
            </a:r>
          </a:p>
        </p:txBody>
      </p:sp>
      <p:sp>
        <p:nvSpPr>
          <p:cNvPr id="21" name="caption">
            <a:extLst>
              <a:ext uri="{FF2B5EF4-FFF2-40B4-BE49-F238E27FC236}">
                <a16:creationId xmlns:a16="http://schemas.microsoft.com/office/drawing/2014/main" id="{6FE75443-66B9-4C82-B111-E798796A4A5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left_max의 반환을 기다립니다.</a:t>
            </a:r>
          </a:p>
        </p:txBody>
      </p:sp>
    </p:spTree>
    <p:extLst>
      <p:ext uri="{BB962C8B-B14F-4D97-AF65-F5344CB8AC3E}">
        <p14:creationId xmlns:p14="http://schemas.microsoft.com/office/powerpoint/2010/main" val="125140340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844E563C-5BE4-4FF5-88F1-283E499E9F0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BE57C61-E8DE-4BBB-B9B6-900A739A01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CBC68D6-8489-4D00-A1DE-B51497E287D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호출: mid = 0에서 나눔</a:t>
            </a:r>
          </a:p>
        </p:txBody>
      </p:sp>
      <p:sp>
        <p:nvSpPr>
          <p:cNvPr id="4" name="diagram-line-52">
            <a:extLst>
              <a:ext uri="{FF2B5EF4-FFF2-40B4-BE49-F238E27FC236}">
                <a16:creationId xmlns:a16="http://schemas.microsoft.com/office/drawing/2014/main" id="{C5AFFC25-180E-408D-80FD-50DF211E39A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9217429-02BF-4A3E-AF0B-8F31B0D9DF9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1, mid = 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[0~0]를 호출합니다. 오른쪽 [1~1]는 기다립니다.</a:t>
            </a:r>
          </a:p>
        </p:txBody>
      </p:sp>
      <p:sp>
        <p:nvSpPr>
          <p:cNvPr id="6" name="footer">
            <a:extLst>
              <a:ext uri="{FF2B5EF4-FFF2-40B4-BE49-F238E27FC236}">
                <a16:creationId xmlns:a16="http://schemas.microsoft.com/office/drawing/2014/main" id="{BE21F6BA-DFF4-4BC9-B9E1-DD3282E6FF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52BB7-7503-4B91-8ACF-F6B026862D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110</a:t>
            </a:r>
            <a:endParaRPr sz="1050" b="0">
              <a:solidFill>
                <a:srgbClr val="151515"/>
              </a:solidFill>
              <a:latin typeface="Consolas"/>
              <a:ea typeface="Consolas"/>
              <a:cs typeface="Consolas"/>
            </a:endParaRPr>
          </a:p>
        </p:txBody>
      </p:sp>
      <p:sp>
        <p:nvSpPr>
          <p:cNvPr id="8" name="row-53-label">
            <a:extLst>
              <a:ext uri="{FF2B5EF4-FFF2-40B4-BE49-F238E27FC236}">
                <a16:creationId xmlns:a16="http://schemas.microsoft.com/office/drawing/2014/main" id="{8FCC2D4D-61C9-4EB0-84B3-EAAA12C5A555}"/>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7EADF17-AE0C-444F-8EEB-85ADC7D528B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3-0">
            <a:extLst>
              <a:ext uri="{FF2B5EF4-FFF2-40B4-BE49-F238E27FC236}">
                <a16:creationId xmlns:a16="http://schemas.microsoft.com/office/drawing/2014/main" id="{E806C771-199D-425A-BC48-84E6A972C0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3-1">
            <a:extLst>
              <a:ext uri="{FF2B5EF4-FFF2-40B4-BE49-F238E27FC236}">
                <a16:creationId xmlns:a16="http://schemas.microsoft.com/office/drawing/2014/main" id="{0E863E47-056C-4950-97E6-00271AB90E7F}"/>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3-2">
            <a:extLst>
              <a:ext uri="{FF2B5EF4-FFF2-40B4-BE49-F238E27FC236}">
                <a16:creationId xmlns:a16="http://schemas.microsoft.com/office/drawing/2014/main" id="{AD52CB3A-DB11-43F7-8D73-851633ED0C3B}"/>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3-3">
            <a:extLst>
              <a:ext uri="{FF2B5EF4-FFF2-40B4-BE49-F238E27FC236}">
                <a16:creationId xmlns:a16="http://schemas.microsoft.com/office/drawing/2014/main" id="{B7BBBF5A-1B34-4C22-BF22-6AAB2334BD0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3-4">
            <a:extLst>
              <a:ext uri="{FF2B5EF4-FFF2-40B4-BE49-F238E27FC236}">
                <a16:creationId xmlns:a16="http://schemas.microsoft.com/office/drawing/2014/main" id="{F33A1A10-0F2F-4692-AFF7-6D37931970DD}"/>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3-5">
            <a:extLst>
              <a:ext uri="{FF2B5EF4-FFF2-40B4-BE49-F238E27FC236}">
                <a16:creationId xmlns:a16="http://schemas.microsoft.com/office/drawing/2014/main" id="{F4C8EB6F-0E24-4B9D-B345-51A514810F29}"/>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3-6">
            <a:extLst>
              <a:ext uri="{FF2B5EF4-FFF2-40B4-BE49-F238E27FC236}">
                <a16:creationId xmlns:a16="http://schemas.microsoft.com/office/drawing/2014/main" id="{14CCE9AA-39B8-4F4E-A8E3-F443B45CD7DA}"/>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3-7">
            <a:extLst>
              <a:ext uri="{FF2B5EF4-FFF2-40B4-BE49-F238E27FC236}">
                <a16:creationId xmlns:a16="http://schemas.microsoft.com/office/drawing/2014/main" id="{3D607F5B-E204-4C3C-B1E9-8F4B6380CC00}"/>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4">
            <a:extLst>
              <a:ext uri="{FF2B5EF4-FFF2-40B4-BE49-F238E27FC236}">
                <a16:creationId xmlns:a16="http://schemas.microsoft.com/office/drawing/2014/main" id="{06B2FE31-32B1-4ABF-A798-2A56466E19AC}"/>
              </a:ext>
            </a:extLst>
          </p:cNvPr>
          <p:cNvSpPr>
            <a:spLocks noGrp="1"/>
          </p:cNvSpPr>
          <p:nvPr/>
        </p:nvSpPr>
        <p:spPr>
          <a:xfrm>
            <a:off x="3457575" y="2819400"/>
            <a:ext cx="19050" cy="666750"/>
          </a:xfrm>
          <a:prstGeom prst="rect">
            <a:avLst/>
          </a:prstGeom>
          <a:solidFill>
            <a:srgbClr val="9A5900"/>
          </a:solidFill>
          <a:ln w="0">
            <a:noFill/>
          </a:ln>
        </p:spPr>
      </p:sp>
      <p:sp>
        <p:nvSpPr>
          <p:cNvPr id="19" name="pointer-53">
            <a:extLst>
              <a:ext uri="{FF2B5EF4-FFF2-40B4-BE49-F238E27FC236}">
                <a16:creationId xmlns:a16="http://schemas.microsoft.com/office/drawing/2014/main" id="{6F9BB9B6-848F-4D4B-ACDA-0B63158F456C}"/>
              </a:ext>
            </a:extLst>
          </p:cNvPr>
          <p:cNvSpPr>
            <a:spLocks noGrp="1"/>
          </p:cNvSpPr>
          <p:nvPr/>
        </p:nvSpPr>
        <p:spPr>
          <a:xfrm>
            <a:off x="22860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0</a:t>
            </a:r>
          </a:p>
        </p:txBody>
      </p:sp>
      <p:sp>
        <p:nvSpPr>
          <p:cNvPr id="20" name="children-code">
            <a:extLst>
              <a:ext uri="{FF2B5EF4-FFF2-40B4-BE49-F238E27FC236}">
                <a16:creationId xmlns:a16="http://schemas.microsoft.com/office/drawing/2014/main" id="{5C1CF37C-E92E-4CAE-9AFA-BB2924AC2D4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0)</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1, 1)</a:t>
            </a:r>
          </a:p>
        </p:txBody>
      </p:sp>
      <p:sp>
        <p:nvSpPr>
          <p:cNvPr id="21" name="caption">
            <a:extLst>
              <a:ext uri="{FF2B5EF4-FFF2-40B4-BE49-F238E27FC236}">
                <a16:creationId xmlns:a16="http://schemas.microsoft.com/office/drawing/2014/main" id="{143C896C-14E6-42FC-BFE6-D52437698A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left_max의 반환을 기다립니다.</a:t>
            </a:r>
          </a:p>
        </p:txBody>
      </p:sp>
    </p:spTree>
    <p:extLst>
      <p:ext uri="{BB962C8B-B14F-4D97-AF65-F5344CB8AC3E}">
        <p14:creationId xmlns:p14="http://schemas.microsoft.com/office/powerpoint/2010/main" val="164601807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C7C01701-3119-47CC-9640-AB05C1AC10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597883-0314-4BBC-8A11-99B6A243012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F3EFBB-458D-404B-B108-BFDB5872364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[0~0] 원소 하나: 3 반환</a:t>
            </a:r>
          </a:p>
        </p:txBody>
      </p:sp>
      <p:sp>
        <p:nvSpPr>
          <p:cNvPr id="4" name="diagram-line-55">
            <a:extLst>
              <a:ext uri="{FF2B5EF4-FFF2-40B4-BE49-F238E27FC236}">
                <a16:creationId xmlns:a16="http://schemas.microsoft.com/office/drawing/2014/main" id="{445B624C-6C1F-46D3-A075-BDC2709949B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95A723E-90E8-4D62-B400-9D67E5249FF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0입니다. 남은 원소는 a[0] = 3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3을 [0~1] 호출의 left_max에 돌려줍니다.</a:t>
            </a:r>
          </a:p>
        </p:txBody>
      </p:sp>
      <p:sp>
        <p:nvSpPr>
          <p:cNvPr id="6" name="footer">
            <a:extLst>
              <a:ext uri="{FF2B5EF4-FFF2-40B4-BE49-F238E27FC236}">
                <a16:creationId xmlns:a16="http://schemas.microsoft.com/office/drawing/2014/main" id="{D1B3C18B-8204-421A-AB1A-D25E4A0C74C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1C4404-C12C-4BBA-8C37-997AA926567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111</a:t>
            </a:r>
            <a:endParaRPr sz="1050" b="0">
              <a:solidFill>
                <a:srgbClr val="151515"/>
              </a:solidFill>
              <a:latin typeface="Consolas"/>
              <a:ea typeface="Consolas"/>
              <a:cs typeface="Consolas"/>
            </a:endParaRPr>
          </a:p>
        </p:txBody>
      </p:sp>
      <p:sp>
        <p:nvSpPr>
          <p:cNvPr id="8" name="row-56-label">
            <a:extLst>
              <a:ext uri="{FF2B5EF4-FFF2-40B4-BE49-F238E27FC236}">
                <a16:creationId xmlns:a16="http://schemas.microsoft.com/office/drawing/2014/main" id="{1D812319-126B-40F0-987F-55FD36AFD61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AF597A8-DB01-45E9-BFB4-55E8ACA3E4B7}"/>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6-0">
            <a:extLst>
              <a:ext uri="{FF2B5EF4-FFF2-40B4-BE49-F238E27FC236}">
                <a16:creationId xmlns:a16="http://schemas.microsoft.com/office/drawing/2014/main" id="{6D406BC8-1BC0-49B4-B923-7B4F762C38F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6-1">
            <a:extLst>
              <a:ext uri="{FF2B5EF4-FFF2-40B4-BE49-F238E27FC236}">
                <a16:creationId xmlns:a16="http://schemas.microsoft.com/office/drawing/2014/main" id="{7D69B777-454C-45C7-AB56-455459F8F18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6-2">
            <a:extLst>
              <a:ext uri="{FF2B5EF4-FFF2-40B4-BE49-F238E27FC236}">
                <a16:creationId xmlns:a16="http://schemas.microsoft.com/office/drawing/2014/main" id="{BAA1834D-7840-4CF0-A939-3C37928CD272}"/>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6-3">
            <a:extLst>
              <a:ext uri="{FF2B5EF4-FFF2-40B4-BE49-F238E27FC236}">
                <a16:creationId xmlns:a16="http://schemas.microsoft.com/office/drawing/2014/main" id="{C1080134-5DC4-4844-9912-3B94BBC15E8D}"/>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6-4">
            <a:extLst>
              <a:ext uri="{FF2B5EF4-FFF2-40B4-BE49-F238E27FC236}">
                <a16:creationId xmlns:a16="http://schemas.microsoft.com/office/drawing/2014/main" id="{24495A86-6E17-4A5A-B48E-9F7FB8AFDDF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6-5">
            <a:extLst>
              <a:ext uri="{FF2B5EF4-FFF2-40B4-BE49-F238E27FC236}">
                <a16:creationId xmlns:a16="http://schemas.microsoft.com/office/drawing/2014/main" id="{A386D1F2-E672-46A3-8907-9FCE4CF93F7E}"/>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6-6">
            <a:extLst>
              <a:ext uri="{FF2B5EF4-FFF2-40B4-BE49-F238E27FC236}">
                <a16:creationId xmlns:a16="http://schemas.microsoft.com/office/drawing/2014/main" id="{6B778891-54FF-4433-B27C-6138750B9AF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6-7">
            <a:extLst>
              <a:ext uri="{FF2B5EF4-FFF2-40B4-BE49-F238E27FC236}">
                <a16:creationId xmlns:a16="http://schemas.microsoft.com/office/drawing/2014/main" id="{A1D70ABD-9D2D-43FC-901C-40AFF0A3C0D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FECD5BA-D7F3-4D34-9763-1D647BF9DC98}"/>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3</a:t>
            </a:r>
          </a:p>
        </p:txBody>
      </p:sp>
      <p:sp>
        <p:nvSpPr>
          <p:cNvPr id="19" name="caption">
            <a:extLst>
              <a:ext uri="{FF2B5EF4-FFF2-40B4-BE49-F238E27FC236}">
                <a16:creationId xmlns:a16="http://schemas.microsoft.com/office/drawing/2014/main" id="{A6F6DEF6-8A11-4D98-A4DA-7746C5D4EC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left_max = 3. 원소 한 개의 호출이 끝났습니다.</a:t>
            </a:r>
          </a:p>
        </p:txBody>
      </p:sp>
    </p:spTree>
    <p:extLst>
      <p:ext uri="{BB962C8B-B14F-4D97-AF65-F5344CB8AC3E}">
        <p14:creationId xmlns:p14="http://schemas.microsoft.com/office/powerpoint/2010/main" val="138222311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58C4732D-4260-4C14-8DF0-55B176409D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A9FCF3-DD5F-4460-9EB3-951E032DDC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E1394A-D24F-4B72-896C-BCEA51A45F9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[1~1] 원소 하나: −5 반환</a:t>
            </a:r>
          </a:p>
        </p:txBody>
      </p:sp>
      <p:sp>
        <p:nvSpPr>
          <p:cNvPr id="4" name="diagram-line-57">
            <a:extLst>
              <a:ext uri="{FF2B5EF4-FFF2-40B4-BE49-F238E27FC236}">
                <a16:creationId xmlns:a16="http://schemas.microsoft.com/office/drawing/2014/main" id="{07D150BA-1BC3-417C-95A3-EDA5C769B76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AFCBB02-216F-4C3B-A031-33718500D26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1입니다. 남은 원소는 a[1]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[0~1] 호출의 right_max에 돌려줍니다.</a:t>
            </a:r>
          </a:p>
        </p:txBody>
      </p:sp>
      <p:sp>
        <p:nvSpPr>
          <p:cNvPr id="6" name="footer">
            <a:extLst>
              <a:ext uri="{FF2B5EF4-FFF2-40B4-BE49-F238E27FC236}">
                <a16:creationId xmlns:a16="http://schemas.microsoft.com/office/drawing/2014/main" id="{02E97A4A-C66A-4EBF-8C06-AC2E62C9F64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51FA6-A71C-4332-97E7-FC394775B8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112</a:t>
            </a:r>
            <a:endParaRPr sz="1050" b="0">
              <a:solidFill>
                <a:srgbClr val="151515"/>
              </a:solidFill>
              <a:latin typeface="Consolas"/>
              <a:ea typeface="Consolas"/>
              <a:cs typeface="Consolas"/>
            </a:endParaRPr>
          </a:p>
        </p:txBody>
      </p:sp>
      <p:sp>
        <p:nvSpPr>
          <p:cNvPr id="8" name="row-58-label">
            <a:extLst>
              <a:ext uri="{FF2B5EF4-FFF2-40B4-BE49-F238E27FC236}">
                <a16:creationId xmlns:a16="http://schemas.microsoft.com/office/drawing/2014/main" id="{D14CF260-A179-419C-9AFB-30978ED5B8CA}"/>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0312949-B261-4661-9217-CCDB9CF27351}"/>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8-0">
            <a:extLst>
              <a:ext uri="{FF2B5EF4-FFF2-40B4-BE49-F238E27FC236}">
                <a16:creationId xmlns:a16="http://schemas.microsoft.com/office/drawing/2014/main" id="{BDAA74A2-665A-42C9-AFFD-4A767DD0793D}"/>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8-1">
            <a:extLst>
              <a:ext uri="{FF2B5EF4-FFF2-40B4-BE49-F238E27FC236}">
                <a16:creationId xmlns:a16="http://schemas.microsoft.com/office/drawing/2014/main" id="{52FE5A1B-B935-4AF6-8E4E-097600ABF296}"/>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8-2">
            <a:extLst>
              <a:ext uri="{FF2B5EF4-FFF2-40B4-BE49-F238E27FC236}">
                <a16:creationId xmlns:a16="http://schemas.microsoft.com/office/drawing/2014/main" id="{88C5F4F9-B15B-45A5-A5B3-FAC971F7F9EE}"/>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8-3">
            <a:extLst>
              <a:ext uri="{FF2B5EF4-FFF2-40B4-BE49-F238E27FC236}">
                <a16:creationId xmlns:a16="http://schemas.microsoft.com/office/drawing/2014/main" id="{1F6611A7-2B46-4935-8D95-F92F5C237243}"/>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8-4">
            <a:extLst>
              <a:ext uri="{FF2B5EF4-FFF2-40B4-BE49-F238E27FC236}">
                <a16:creationId xmlns:a16="http://schemas.microsoft.com/office/drawing/2014/main" id="{3A5DD03B-FEFD-4299-B16F-402B0683C813}"/>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8-5">
            <a:extLst>
              <a:ext uri="{FF2B5EF4-FFF2-40B4-BE49-F238E27FC236}">
                <a16:creationId xmlns:a16="http://schemas.microsoft.com/office/drawing/2014/main" id="{2F0A720D-94F7-45E4-80A2-F32F72D354C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8-6">
            <a:extLst>
              <a:ext uri="{FF2B5EF4-FFF2-40B4-BE49-F238E27FC236}">
                <a16:creationId xmlns:a16="http://schemas.microsoft.com/office/drawing/2014/main" id="{2427E9E4-2AD0-4465-98FD-FD14AC89671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8-7">
            <a:extLst>
              <a:ext uri="{FF2B5EF4-FFF2-40B4-BE49-F238E27FC236}">
                <a16:creationId xmlns:a16="http://schemas.microsoft.com/office/drawing/2014/main" id="{8299EA13-AA18-4C1F-BAEC-F158F432102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9F282E7-53FB-45E3-A201-F577A2E034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8963CABD-F9B0-418C-ABE0-FAA0C41BF53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right_max = −5. 원소 한 개의 호출이 끝났습니다.</a:t>
            </a:r>
          </a:p>
        </p:txBody>
      </p:sp>
    </p:spTree>
    <p:extLst>
      <p:ext uri="{BB962C8B-B14F-4D97-AF65-F5344CB8AC3E}">
        <p14:creationId xmlns:p14="http://schemas.microsoft.com/office/powerpoint/2010/main" val="371590238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C6B87C7-7F03-4C86-85A3-2321AF48570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601582-4F05-4C1E-A0E5-56DEB295573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74EEA1-B4D2-4C57-8638-6B3BA92579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왼쪽 스캔 1/1</a:t>
            </a:r>
          </a:p>
        </p:txBody>
      </p:sp>
      <p:sp>
        <p:nvSpPr>
          <p:cNvPr id="4" name="diagram-line-59">
            <a:extLst>
              <a:ext uri="{FF2B5EF4-FFF2-40B4-BE49-F238E27FC236}">
                <a16:creationId xmlns:a16="http://schemas.microsoft.com/office/drawing/2014/main" id="{1E80232C-B444-490C-BC9C-9D3837CDA85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37633AE-E3AD-409C-8CA1-A087EA5F92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&gt; 이전 기록 −∞ → left_sum 갱신.</a:t>
            </a:r>
          </a:p>
        </p:txBody>
      </p:sp>
      <p:sp>
        <p:nvSpPr>
          <p:cNvPr id="6" name="footer">
            <a:extLst>
              <a:ext uri="{FF2B5EF4-FFF2-40B4-BE49-F238E27FC236}">
                <a16:creationId xmlns:a16="http://schemas.microsoft.com/office/drawing/2014/main" id="{C6CA300E-476D-49E3-A904-828AEA5D116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271554A-3876-4E3E-9F36-3716F81AAB3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113</a:t>
            </a:r>
            <a:endParaRPr sz="1050" b="0">
              <a:solidFill>
                <a:srgbClr val="151515"/>
              </a:solidFill>
              <a:latin typeface="Consolas"/>
              <a:ea typeface="Consolas"/>
              <a:cs typeface="Consolas"/>
            </a:endParaRPr>
          </a:p>
        </p:txBody>
      </p:sp>
      <p:sp>
        <p:nvSpPr>
          <p:cNvPr id="8" name="row-60-label">
            <a:extLst>
              <a:ext uri="{FF2B5EF4-FFF2-40B4-BE49-F238E27FC236}">
                <a16:creationId xmlns:a16="http://schemas.microsoft.com/office/drawing/2014/main" id="{A7213DCB-D734-467A-8863-D026E64A810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08B6835-410F-4114-BA01-FB28E2449F6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0-0">
            <a:extLst>
              <a:ext uri="{FF2B5EF4-FFF2-40B4-BE49-F238E27FC236}">
                <a16:creationId xmlns:a16="http://schemas.microsoft.com/office/drawing/2014/main" id="{B3CD8AAD-2A03-4097-A122-E1B2C039479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0-1">
            <a:extLst>
              <a:ext uri="{FF2B5EF4-FFF2-40B4-BE49-F238E27FC236}">
                <a16:creationId xmlns:a16="http://schemas.microsoft.com/office/drawing/2014/main" id="{AB7DA214-9EEB-47E0-B4B3-E08BDB65F50A}"/>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0-2">
            <a:extLst>
              <a:ext uri="{FF2B5EF4-FFF2-40B4-BE49-F238E27FC236}">
                <a16:creationId xmlns:a16="http://schemas.microsoft.com/office/drawing/2014/main" id="{98FE1352-EA79-4CEA-B989-9A2DB926B24F}"/>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0-3">
            <a:extLst>
              <a:ext uri="{FF2B5EF4-FFF2-40B4-BE49-F238E27FC236}">
                <a16:creationId xmlns:a16="http://schemas.microsoft.com/office/drawing/2014/main" id="{8E256B6C-BF46-49A3-9E26-FB32D849964B}"/>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0-4">
            <a:extLst>
              <a:ext uri="{FF2B5EF4-FFF2-40B4-BE49-F238E27FC236}">
                <a16:creationId xmlns:a16="http://schemas.microsoft.com/office/drawing/2014/main" id="{08C20E3E-9F1D-4088-96F7-C557EC57029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0-5">
            <a:extLst>
              <a:ext uri="{FF2B5EF4-FFF2-40B4-BE49-F238E27FC236}">
                <a16:creationId xmlns:a16="http://schemas.microsoft.com/office/drawing/2014/main" id="{79A7AE31-776D-4E85-A57F-4C2D1B0EF0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0-6">
            <a:extLst>
              <a:ext uri="{FF2B5EF4-FFF2-40B4-BE49-F238E27FC236}">
                <a16:creationId xmlns:a16="http://schemas.microsoft.com/office/drawing/2014/main" id="{A45CF986-BE24-4AE4-B4EB-FD04BEB6DD7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0-7">
            <a:extLst>
              <a:ext uri="{FF2B5EF4-FFF2-40B4-BE49-F238E27FC236}">
                <a16:creationId xmlns:a16="http://schemas.microsoft.com/office/drawing/2014/main" id="{F9BD74C4-CBDA-4574-B0C2-299681330E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1">
            <a:extLst>
              <a:ext uri="{FF2B5EF4-FFF2-40B4-BE49-F238E27FC236}">
                <a16:creationId xmlns:a16="http://schemas.microsoft.com/office/drawing/2014/main" id="{C9203C99-2E95-4878-A806-10B3CE5F4B4F}"/>
              </a:ext>
            </a:extLst>
          </p:cNvPr>
          <p:cNvSpPr>
            <a:spLocks noGrp="1"/>
          </p:cNvSpPr>
          <p:nvPr/>
        </p:nvSpPr>
        <p:spPr>
          <a:xfrm>
            <a:off x="3457575" y="2743200"/>
            <a:ext cx="19050" cy="666750"/>
          </a:xfrm>
          <a:prstGeom prst="rect">
            <a:avLst/>
          </a:prstGeom>
          <a:solidFill>
            <a:srgbClr val="9A5900"/>
          </a:solidFill>
          <a:ln w="0">
            <a:noFill/>
          </a:ln>
        </p:spPr>
      </p:sp>
      <p:sp>
        <p:nvSpPr>
          <p:cNvPr id="19" name="pointer-60">
            <a:extLst>
              <a:ext uri="{FF2B5EF4-FFF2-40B4-BE49-F238E27FC236}">
                <a16:creationId xmlns:a16="http://schemas.microsoft.com/office/drawing/2014/main" id="{11211DA7-657B-4284-9DA1-42124EF3861A}"/>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DCBA9511-5FD3-454B-800C-89F41C46672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(3) = 3</a:t>
            </a:r>
          </a:p>
        </p:txBody>
      </p:sp>
      <p:sp>
        <p:nvSpPr>
          <p:cNvPr id="21" name="best-equation">
            <a:extLst>
              <a:ext uri="{FF2B5EF4-FFF2-40B4-BE49-F238E27FC236}">
                <a16:creationId xmlns:a16="http://schemas.microsoft.com/office/drawing/2014/main" id="{8B18A904-0461-4DD9-BFFF-EDD91EB4F7D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3</a:t>
            </a:r>
          </a:p>
        </p:txBody>
      </p:sp>
      <p:sp>
        <p:nvSpPr>
          <p:cNvPr id="22" name="row-62-label">
            <a:extLst>
              <a:ext uri="{FF2B5EF4-FFF2-40B4-BE49-F238E27FC236}">
                <a16:creationId xmlns:a16="http://schemas.microsoft.com/office/drawing/2014/main" id="{841F2AF0-DCD6-4422-8D0D-D2EBE32CB98F}"/>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4C93515-F1CD-41D2-B616-C62A5C16757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2-0">
            <a:extLst>
              <a:ext uri="{FF2B5EF4-FFF2-40B4-BE49-F238E27FC236}">
                <a16:creationId xmlns:a16="http://schemas.microsoft.com/office/drawing/2014/main" id="{3C1979E8-812E-4189-93AD-5DAA075EFA7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2-1">
            <a:extLst>
              <a:ext uri="{FF2B5EF4-FFF2-40B4-BE49-F238E27FC236}">
                <a16:creationId xmlns:a16="http://schemas.microsoft.com/office/drawing/2014/main" id="{5E8D2104-892D-4290-940E-26751429A2B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2-2">
            <a:extLst>
              <a:ext uri="{FF2B5EF4-FFF2-40B4-BE49-F238E27FC236}">
                <a16:creationId xmlns:a16="http://schemas.microsoft.com/office/drawing/2014/main" id="{92A0A6A5-CF86-4E51-999C-B34EE850C20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2-3">
            <a:extLst>
              <a:ext uri="{FF2B5EF4-FFF2-40B4-BE49-F238E27FC236}">
                <a16:creationId xmlns:a16="http://schemas.microsoft.com/office/drawing/2014/main" id="{D5D6A3D9-1938-4627-A1E0-4940AD176ABA}"/>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2-4">
            <a:extLst>
              <a:ext uri="{FF2B5EF4-FFF2-40B4-BE49-F238E27FC236}">
                <a16:creationId xmlns:a16="http://schemas.microsoft.com/office/drawing/2014/main" id="{8C4E0BF9-47CD-4B8E-A074-3A34AEECD61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2-5">
            <a:extLst>
              <a:ext uri="{FF2B5EF4-FFF2-40B4-BE49-F238E27FC236}">
                <a16:creationId xmlns:a16="http://schemas.microsoft.com/office/drawing/2014/main" id="{4C0A4FD8-2D3B-4DB2-BC0C-181BA84F2F3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2-6">
            <a:extLst>
              <a:ext uri="{FF2B5EF4-FFF2-40B4-BE49-F238E27FC236}">
                <a16:creationId xmlns:a16="http://schemas.microsoft.com/office/drawing/2014/main" id="{F2694B0A-C35A-4B8B-B2AB-C34B7D0936D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2-7">
            <a:extLst>
              <a:ext uri="{FF2B5EF4-FFF2-40B4-BE49-F238E27FC236}">
                <a16:creationId xmlns:a16="http://schemas.microsoft.com/office/drawing/2014/main" id="{220F256D-AD96-42C2-89C0-1BD919E1C79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3">
            <a:extLst>
              <a:ext uri="{FF2B5EF4-FFF2-40B4-BE49-F238E27FC236}">
                <a16:creationId xmlns:a16="http://schemas.microsoft.com/office/drawing/2014/main" id="{6D52E966-F2AA-4425-A3B9-DCA96A88637A}"/>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A8CBF09-981C-441E-B966-80DC5BB94BF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75371880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999A1F-9877-4C1C-BE09-DAAD6E38319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C3FCDFF-2250-4F25-ADAD-40C540F5BB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C0D3027-EE28-4839-9DFF-6740A4A9283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오른쪽 스캔 1/1</a:t>
            </a:r>
          </a:p>
        </p:txBody>
      </p:sp>
      <p:sp>
        <p:nvSpPr>
          <p:cNvPr id="4" name="diagram-line-64">
            <a:extLst>
              <a:ext uri="{FF2B5EF4-FFF2-40B4-BE49-F238E27FC236}">
                <a16:creationId xmlns:a16="http://schemas.microsoft.com/office/drawing/2014/main" id="{436F61B2-D81B-4E22-BB44-78FFB8A6D18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C4EFA4F-46EF-4449-BA9B-480C72F9947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15A06B7-64A3-4017-897F-119647D60F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653836B-8518-4359-AF68-0D590824ECB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114</a:t>
            </a:r>
            <a:endParaRPr sz="1050" b="0">
              <a:solidFill>
                <a:srgbClr val="151515"/>
              </a:solidFill>
              <a:latin typeface="Consolas"/>
              <a:ea typeface="Consolas"/>
              <a:cs typeface="Consolas"/>
            </a:endParaRPr>
          </a:p>
        </p:txBody>
      </p:sp>
      <p:sp>
        <p:nvSpPr>
          <p:cNvPr id="8" name="row-65-label">
            <a:extLst>
              <a:ext uri="{FF2B5EF4-FFF2-40B4-BE49-F238E27FC236}">
                <a16:creationId xmlns:a16="http://schemas.microsoft.com/office/drawing/2014/main" id="{F3E39906-073B-4940-B0F5-14D64527C48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1DAC1F0-A79D-4816-A769-44241F5EE72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5-0">
            <a:extLst>
              <a:ext uri="{FF2B5EF4-FFF2-40B4-BE49-F238E27FC236}">
                <a16:creationId xmlns:a16="http://schemas.microsoft.com/office/drawing/2014/main" id="{1521E23C-BB21-469E-8E51-636C4895C42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5-1">
            <a:extLst>
              <a:ext uri="{FF2B5EF4-FFF2-40B4-BE49-F238E27FC236}">
                <a16:creationId xmlns:a16="http://schemas.microsoft.com/office/drawing/2014/main" id="{B249D9C0-E06A-4B41-AFD9-350A96A1E829}"/>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5-2">
            <a:extLst>
              <a:ext uri="{FF2B5EF4-FFF2-40B4-BE49-F238E27FC236}">
                <a16:creationId xmlns:a16="http://schemas.microsoft.com/office/drawing/2014/main" id="{88F7BC50-A245-4E1C-954B-0B1A99CBDF1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5-3">
            <a:extLst>
              <a:ext uri="{FF2B5EF4-FFF2-40B4-BE49-F238E27FC236}">
                <a16:creationId xmlns:a16="http://schemas.microsoft.com/office/drawing/2014/main" id="{0CA24F74-37B3-40B1-BC36-50160049569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5-4">
            <a:extLst>
              <a:ext uri="{FF2B5EF4-FFF2-40B4-BE49-F238E27FC236}">
                <a16:creationId xmlns:a16="http://schemas.microsoft.com/office/drawing/2014/main" id="{334B9A76-85C3-411C-B02D-A8E63300565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5-5">
            <a:extLst>
              <a:ext uri="{FF2B5EF4-FFF2-40B4-BE49-F238E27FC236}">
                <a16:creationId xmlns:a16="http://schemas.microsoft.com/office/drawing/2014/main" id="{6CA2AF4A-EC71-41CA-8320-31743A6DC1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5-6">
            <a:extLst>
              <a:ext uri="{FF2B5EF4-FFF2-40B4-BE49-F238E27FC236}">
                <a16:creationId xmlns:a16="http://schemas.microsoft.com/office/drawing/2014/main" id="{54FE13C8-8FA2-4303-88AE-483D168B70D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5-7">
            <a:extLst>
              <a:ext uri="{FF2B5EF4-FFF2-40B4-BE49-F238E27FC236}">
                <a16:creationId xmlns:a16="http://schemas.microsoft.com/office/drawing/2014/main" id="{FF1E2B57-F9E1-4189-8341-4802270C4C0C}"/>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6">
            <a:extLst>
              <a:ext uri="{FF2B5EF4-FFF2-40B4-BE49-F238E27FC236}">
                <a16:creationId xmlns:a16="http://schemas.microsoft.com/office/drawing/2014/main" id="{8B9CAA83-0C9E-4ADC-AD38-5E4056BFC545}"/>
              </a:ext>
            </a:extLst>
          </p:cNvPr>
          <p:cNvSpPr>
            <a:spLocks noGrp="1"/>
          </p:cNvSpPr>
          <p:nvPr/>
        </p:nvSpPr>
        <p:spPr>
          <a:xfrm>
            <a:off x="3457575" y="2743200"/>
            <a:ext cx="19050" cy="666750"/>
          </a:xfrm>
          <a:prstGeom prst="rect">
            <a:avLst/>
          </a:prstGeom>
          <a:solidFill>
            <a:srgbClr val="9A5900"/>
          </a:solidFill>
          <a:ln w="0">
            <a:noFill/>
          </a:ln>
        </p:spPr>
      </p:sp>
      <p:sp>
        <p:nvSpPr>
          <p:cNvPr id="19" name="pointer-65">
            <a:extLst>
              <a:ext uri="{FF2B5EF4-FFF2-40B4-BE49-F238E27FC236}">
                <a16:creationId xmlns:a16="http://schemas.microsoft.com/office/drawing/2014/main" id="{049506ED-DC49-4D56-B12A-55A893785D6D}"/>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1</a:t>
            </a:r>
          </a:p>
        </p:txBody>
      </p:sp>
      <p:sp>
        <p:nvSpPr>
          <p:cNvPr id="20" name="current-equation">
            <a:extLst>
              <a:ext uri="{FF2B5EF4-FFF2-40B4-BE49-F238E27FC236}">
                <a16:creationId xmlns:a16="http://schemas.microsoft.com/office/drawing/2014/main" id="{96F4F424-2BF1-4647-A17B-6237BB61AFC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9E2F7382-B7D2-4713-A611-396AEDC79A4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67-label">
            <a:extLst>
              <a:ext uri="{FF2B5EF4-FFF2-40B4-BE49-F238E27FC236}">
                <a16:creationId xmlns:a16="http://schemas.microsoft.com/office/drawing/2014/main" id="{61231A6C-6265-4338-B1DE-6C3A6C881821}"/>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AE7A719-DE24-45CC-901B-EF18502211F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7-0">
            <a:extLst>
              <a:ext uri="{FF2B5EF4-FFF2-40B4-BE49-F238E27FC236}">
                <a16:creationId xmlns:a16="http://schemas.microsoft.com/office/drawing/2014/main" id="{C22B31FD-FA30-419F-9E69-8CB5E23B4503}"/>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7-1">
            <a:extLst>
              <a:ext uri="{FF2B5EF4-FFF2-40B4-BE49-F238E27FC236}">
                <a16:creationId xmlns:a16="http://schemas.microsoft.com/office/drawing/2014/main" id="{A4EC8239-7286-4B10-B405-F155A03F34B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7-2">
            <a:extLst>
              <a:ext uri="{FF2B5EF4-FFF2-40B4-BE49-F238E27FC236}">
                <a16:creationId xmlns:a16="http://schemas.microsoft.com/office/drawing/2014/main" id="{1C94996E-71D3-41A3-B292-553DF7F849A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7-3">
            <a:extLst>
              <a:ext uri="{FF2B5EF4-FFF2-40B4-BE49-F238E27FC236}">
                <a16:creationId xmlns:a16="http://schemas.microsoft.com/office/drawing/2014/main" id="{4A910FC5-5699-41F8-8E32-BA6BD51055E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7-4">
            <a:extLst>
              <a:ext uri="{FF2B5EF4-FFF2-40B4-BE49-F238E27FC236}">
                <a16:creationId xmlns:a16="http://schemas.microsoft.com/office/drawing/2014/main" id="{D38D0BB8-E5F6-4A4C-944C-5F6F76EF975B}"/>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7-5">
            <a:extLst>
              <a:ext uri="{FF2B5EF4-FFF2-40B4-BE49-F238E27FC236}">
                <a16:creationId xmlns:a16="http://schemas.microsoft.com/office/drawing/2014/main" id="{481B4409-0F95-4C60-80CB-A7B1EC2ABCFF}"/>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7-6">
            <a:extLst>
              <a:ext uri="{FF2B5EF4-FFF2-40B4-BE49-F238E27FC236}">
                <a16:creationId xmlns:a16="http://schemas.microsoft.com/office/drawing/2014/main" id="{2EC064CA-5086-402F-BA13-CCB35681BAC5}"/>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7-7">
            <a:extLst>
              <a:ext uri="{FF2B5EF4-FFF2-40B4-BE49-F238E27FC236}">
                <a16:creationId xmlns:a16="http://schemas.microsoft.com/office/drawing/2014/main" id="{C7C57AFA-FA02-47A4-9506-0B8B9DDF518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8">
            <a:extLst>
              <a:ext uri="{FF2B5EF4-FFF2-40B4-BE49-F238E27FC236}">
                <a16:creationId xmlns:a16="http://schemas.microsoft.com/office/drawing/2014/main" id="{10641036-0AEB-461F-A94D-BAEAFF44E7B2}"/>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783F6798-12BD-4043-8EBD-1832318E854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08403151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DBFC32FA-AC79-4796-A40D-B8AEE2B18E3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95EBB9-B98B-4316-916A-02245EDCD2E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79F609-2EE3-4D9A-A233-1CEB0DEA58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세 후보 비교 → 3 반환</a:t>
            </a:r>
          </a:p>
        </p:txBody>
      </p:sp>
      <p:sp>
        <p:nvSpPr>
          <p:cNvPr id="4" name="diagram-line-69">
            <a:extLst>
              <a:ext uri="{FF2B5EF4-FFF2-40B4-BE49-F238E27FC236}">
                <a16:creationId xmlns:a16="http://schemas.microsoft.com/office/drawing/2014/main" id="{FE59042E-A4CA-4619-8920-A926850734F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CCB1446-047E-4D45-BACE-5E4F3FE1F05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−5,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−5, −2) = 3입니다.</a:t>
            </a:r>
          </a:p>
        </p:txBody>
      </p:sp>
      <p:sp>
        <p:nvSpPr>
          <p:cNvPr id="6" name="footer">
            <a:extLst>
              <a:ext uri="{FF2B5EF4-FFF2-40B4-BE49-F238E27FC236}">
                <a16:creationId xmlns:a16="http://schemas.microsoft.com/office/drawing/2014/main" id="{543E5C40-1D1F-4F31-8FAD-67BCDEAA507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3F3C1E4-5F81-4CE1-9A66-76D7DE75D9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115</a:t>
            </a:r>
            <a:endParaRPr sz="1050" b="0">
              <a:solidFill>
                <a:srgbClr val="151515"/>
              </a:solidFill>
              <a:latin typeface="Consolas"/>
              <a:ea typeface="Consolas"/>
              <a:cs typeface="Consolas"/>
            </a:endParaRPr>
          </a:p>
        </p:txBody>
      </p:sp>
      <p:sp>
        <p:nvSpPr>
          <p:cNvPr id="8" name="row-70-label">
            <a:extLst>
              <a:ext uri="{FF2B5EF4-FFF2-40B4-BE49-F238E27FC236}">
                <a16:creationId xmlns:a16="http://schemas.microsoft.com/office/drawing/2014/main" id="{9347E5DA-7085-4605-9833-95B28D91C8D0}"/>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3BD70D6E-FECB-4D95-A00E-C3468E946CC1}"/>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0-0">
            <a:extLst>
              <a:ext uri="{FF2B5EF4-FFF2-40B4-BE49-F238E27FC236}">
                <a16:creationId xmlns:a16="http://schemas.microsoft.com/office/drawing/2014/main" id="{B8B470A1-4586-4E85-8B46-FE8E92FD0DB0}"/>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0-1">
            <a:extLst>
              <a:ext uri="{FF2B5EF4-FFF2-40B4-BE49-F238E27FC236}">
                <a16:creationId xmlns:a16="http://schemas.microsoft.com/office/drawing/2014/main" id="{8D825532-42DE-44FC-8AB3-88C79DAE7C7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0-2">
            <a:extLst>
              <a:ext uri="{FF2B5EF4-FFF2-40B4-BE49-F238E27FC236}">
                <a16:creationId xmlns:a16="http://schemas.microsoft.com/office/drawing/2014/main" id="{D00568A5-549F-449C-8065-4C6FD0E7FA8D}"/>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0-3">
            <a:extLst>
              <a:ext uri="{FF2B5EF4-FFF2-40B4-BE49-F238E27FC236}">
                <a16:creationId xmlns:a16="http://schemas.microsoft.com/office/drawing/2014/main" id="{A974306A-C5A3-4C00-A023-AADA6A3C352F}"/>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0-4">
            <a:extLst>
              <a:ext uri="{FF2B5EF4-FFF2-40B4-BE49-F238E27FC236}">
                <a16:creationId xmlns:a16="http://schemas.microsoft.com/office/drawing/2014/main" id="{2DBA17BE-2B9E-4BF6-BED8-B664A33E0AA3}"/>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0-5">
            <a:extLst>
              <a:ext uri="{FF2B5EF4-FFF2-40B4-BE49-F238E27FC236}">
                <a16:creationId xmlns:a16="http://schemas.microsoft.com/office/drawing/2014/main" id="{C6E5B0AE-9980-4B06-9782-C7658E64B77C}"/>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0-6">
            <a:extLst>
              <a:ext uri="{FF2B5EF4-FFF2-40B4-BE49-F238E27FC236}">
                <a16:creationId xmlns:a16="http://schemas.microsoft.com/office/drawing/2014/main" id="{DE2BD464-7BC1-451E-A299-3D61F818F30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0-7">
            <a:extLst>
              <a:ext uri="{FF2B5EF4-FFF2-40B4-BE49-F238E27FC236}">
                <a16:creationId xmlns:a16="http://schemas.microsoft.com/office/drawing/2014/main" id="{780620A1-5D21-4345-BA7E-E0D33458FB4B}"/>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70">
            <a:extLst>
              <a:ext uri="{FF2B5EF4-FFF2-40B4-BE49-F238E27FC236}">
                <a16:creationId xmlns:a16="http://schemas.microsoft.com/office/drawing/2014/main" id="{05DD765A-E81A-43BD-9C10-45D574D9FD5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71-label">
            <a:extLst>
              <a:ext uri="{FF2B5EF4-FFF2-40B4-BE49-F238E27FC236}">
                <a16:creationId xmlns:a16="http://schemas.microsoft.com/office/drawing/2014/main" id="{80349DC3-6F17-4B53-8144-EDA4A22204BD}"/>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6D10A45D-2351-484F-AB98-AACC88D4577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1-0">
            <a:extLst>
              <a:ext uri="{FF2B5EF4-FFF2-40B4-BE49-F238E27FC236}">
                <a16:creationId xmlns:a16="http://schemas.microsoft.com/office/drawing/2014/main" id="{A2F5EE9A-AAF1-447F-B61C-57928F0A70AC}"/>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1-1">
            <a:extLst>
              <a:ext uri="{FF2B5EF4-FFF2-40B4-BE49-F238E27FC236}">
                <a16:creationId xmlns:a16="http://schemas.microsoft.com/office/drawing/2014/main" id="{E949D94C-F8D3-4AAE-8E58-D19DEE556F90}"/>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1-2">
            <a:extLst>
              <a:ext uri="{FF2B5EF4-FFF2-40B4-BE49-F238E27FC236}">
                <a16:creationId xmlns:a16="http://schemas.microsoft.com/office/drawing/2014/main" id="{6677D0EE-7C13-4DF2-87E8-592199DD5CB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1-3">
            <a:extLst>
              <a:ext uri="{FF2B5EF4-FFF2-40B4-BE49-F238E27FC236}">
                <a16:creationId xmlns:a16="http://schemas.microsoft.com/office/drawing/2014/main" id="{0C9C69D6-A00F-458F-B531-01838DC89FB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1-4">
            <a:extLst>
              <a:ext uri="{FF2B5EF4-FFF2-40B4-BE49-F238E27FC236}">
                <a16:creationId xmlns:a16="http://schemas.microsoft.com/office/drawing/2014/main" id="{D4AAF658-EF8D-4EC1-98F3-7A16EBF9B75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1-5">
            <a:extLst>
              <a:ext uri="{FF2B5EF4-FFF2-40B4-BE49-F238E27FC236}">
                <a16:creationId xmlns:a16="http://schemas.microsoft.com/office/drawing/2014/main" id="{7EDA46CB-C24E-4F7D-BD25-2BBC6C0F7AE1}"/>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1-6">
            <a:extLst>
              <a:ext uri="{FF2B5EF4-FFF2-40B4-BE49-F238E27FC236}">
                <a16:creationId xmlns:a16="http://schemas.microsoft.com/office/drawing/2014/main" id="{020E659E-9584-4E2A-B806-D0A7C099D5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1-7">
            <a:extLst>
              <a:ext uri="{FF2B5EF4-FFF2-40B4-BE49-F238E27FC236}">
                <a16:creationId xmlns:a16="http://schemas.microsoft.com/office/drawing/2014/main" id="{17796DB5-ED05-4672-B221-2BEBFD856F2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71">
            <a:extLst>
              <a:ext uri="{FF2B5EF4-FFF2-40B4-BE49-F238E27FC236}">
                <a16:creationId xmlns:a16="http://schemas.microsoft.com/office/drawing/2014/main" id="{FE8E2A99-BA9F-4C7F-80F0-B14CBDEC4EE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−5</a:t>
            </a:r>
          </a:p>
        </p:txBody>
      </p:sp>
      <p:sp>
        <p:nvSpPr>
          <p:cNvPr id="30" name="row-72-label">
            <a:extLst>
              <a:ext uri="{FF2B5EF4-FFF2-40B4-BE49-F238E27FC236}">
                <a16:creationId xmlns:a16="http://schemas.microsoft.com/office/drawing/2014/main" id="{2FBFCF2F-6726-4BA4-8FA2-9EA3B7EA92F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44694C5-5A7B-4EE7-BC31-13D58E5720C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72-0">
            <a:extLst>
              <a:ext uri="{FF2B5EF4-FFF2-40B4-BE49-F238E27FC236}">
                <a16:creationId xmlns:a16="http://schemas.microsoft.com/office/drawing/2014/main" id="{64746C58-4294-4F8F-8D55-E40528345BD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2-1">
            <a:extLst>
              <a:ext uri="{FF2B5EF4-FFF2-40B4-BE49-F238E27FC236}">
                <a16:creationId xmlns:a16="http://schemas.microsoft.com/office/drawing/2014/main" id="{DA40AEC7-0931-435A-A8F0-12653AEC916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2">
            <a:extLst>
              <a:ext uri="{FF2B5EF4-FFF2-40B4-BE49-F238E27FC236}">
                <a16:creationId xmlns:a16="http://schemas.microsoft.com/office/drawing/2014/main" id="{986B5460-CA65-478E-AE14-BC21FB000C65}"/>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2-3">
            <a:extLst>
              <a:ext uri="{FF2B5EF4-FFF2-40B4-BE49-F238E27FC236}">
                <a16:creationId xmlns:a16="http://schemas.microsoft.com/office/drawing/2014/main" id="{25DA0E2C-B739-45DC-887E-A0CF07AC048F}"/>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2-4">
            <a:extLst>
              <a:ext uri="{FF2B5EF4-FFF2-40B4-BE49-F238E27FC236}">
                <a16:creationId xmlns:a16="http://schemas.microsoft.com/office/drawing/2014/main" id="{3B671224-7D53-499C-ADB3-57FC4EA54D8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2-5">
            <a:extLst>
              <a:ext uri="{FF2B5EF4-FFF2-40B4-BE49-F238E27FC236}">
                <a16:creationId xmlns:a16="http://schemas.microsoft.com/office/drawing/2014/main" id="{E7E30584-EF90-4C40-82EB-1EE4031BDE11}"/>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2-6">
            <a:extLst>
              <a:ext uri="{FF2B5EF4-FFF2-40B4-BE49-F238E27FC236}">
                <a16:creationId xmlns:a16="http://schemas.microsoft.com/office/drawing/2014/main" id="{C798F2A3-DBFB-467B-9CF7-83C58C95368B}"/>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2-7">
            <a:extLst>
              <a:ext uri="{FF2B5EF4-FFF2-40B4-BE49-F238E27FC236}">
                <a16:creationId xmlns:a16="http://schemas.microsoft.com/office/drawing/2014/main" id="{6EF498DF-F873-4410-8197-78DF94055BA3}"/>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72">
            <a:extLst>
              <a:ext uri="{FF2B5EF4-FFF2-40B4-BE49-F238E27FC236}">
                <a16:creationId xmlns:a16="http://schemas.microsoft.com/office/drawing/2014/main" id="{297871D7-B74D-4CBD-813C-B8C5033A022D}"/>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235A12E-493D-48EA-98B2-AFEF4AD35B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left_max에 3을 반환합니다.</a:t>
            </a:r>
          </a:p>
        </p:txBody>
      </p:sp>
    </p:spTree>
    <p:extLst>
      <p:ext uri="{BB962C8B-B14F-4D97-AF65-F5344CB8AC3E}">
        <p14:creationId xmlns:p14="http://schemas.microsoft.com/office/powerpoint/2010/main" val="47496853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BE46E563-D60C-423E-8537-7A9A7A625B9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DE95DCF-AA01-4348-A5DB-E5ACCFC9A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64897B8-34C5-405A-AA02-20DD5D691C6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답 3을 받음</a:t>
            </a:r>
          </a:p>
        </p:txBody>
      </p:sp>
      <p:sp>
        <p:nvSpPr>
          <p:cNvPr id="4" name="diagram-line-73">
            <a:extLst>
              <a:ext uri="{FF2B5EF4-FFF2-40B4-BE49-F238E27FC236}">
                <a16:creationId xmlns:a16="http://schemas.microsoft.com/office/drawing/2014/main" id="{970DDD6A-F9F6-44C7-908C-3D70F1B4D6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B7F66CA-0360-419F-B883-7F3A9613E87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[0~1] 호출이 3을 반환했습니다. left_max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[2~3] 호출을 시작합니다.</a:t>
            </a:r>
          </a:p>
        </p:txBody>
      </p:sp>
      <p:sp>
        <p:nvSpPr>
          <p:cNvPr id="6" name="footer">
            <a:extLst>
              <a:ext uri="{FF2B5EF4-FFF2-40B4-BE49-F238E27FC236}">
                <a16:creationId xmlns:a16="http://schemas.microsoft.com/office/drawing/2014/main" id="{6A70A8D8-DA23-4F2D-9F86-ED7029B455A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DFA26C-6BB4-4BEC-8536-145216B5A4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116</a:t>
            </a:r>
            <a:endParaRPr sz="1050" b="0">
              <a:solidFill>
                <a:srgbClr val="151515"/>
              </a:solidFill>
              <a:latin typeface="Consolas"/>
              <a:ea typeface="Consolas"/>
              <a:cs typeface="Consolas"/>
            </a:endParaRPr>
          </a:p>
        </p:txBody>
      </p:sp>
      <p:sp>
        <p:nvSpPr>
          <p:cNvPr id="8" name="row-74-label">
            <a:extLst>
              <a:ext uri="{FF2B5EF4-FFF2-40B4-BE49-F238E27FC236}">
                <a16:creationId xmlns:a16="http://schemas.microsoft.com/office/drawing/2014/main" id="{92DFD213-1A1C-47F2-A18D-6D7DADA8BAF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68D71414-B481-4F19-9EE1-0840C0AB79B9}"/>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4-0">
            <a:extLst>
              <a:ext uri="{FF2B5EF4-FFF2-40B4-BE49-F238E27FC236}">
                <a16:creationId xmlns:a16="http://schemas.microsoft.com/office/drawing/2014/main" id="{7C953B46-AC50-4620-BAD7-C727293F3EB8}"/>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4-1">
            <a:extLst>
              <a:ext uri="{FF2B5EF4-FFF2-40B4-BE49-F238E27FC236}">
                <a16:creationId xmlns:a16="http://schemas.microsoft.com/office/drawing/2014/main" id="{69C99ED7-7B06-4EF1-985D-A8442071474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4-2">
            <a:extLst>
              <a:ext uri="{FF2B5EF4-FFF2-40B4-BE49-F238E27FC236}">
                <a16:creationId xmlns:a16="http://schemas.microsoft.com/office/drawing/2014/main" id="{6344986F-2370-4E19-929B-C5A275D4CAAB}"/>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4-3">
            <a:extLst>
              <a:ext uri="{FF2B5EF4-FFF2-40B4-BE49-F238E27FC236}">
                <a16:creationId xmlns:a16="http://schemas.microsoft.com/office/drawing/2014/main" id="{D7BF232C-3863-4E22-AB11-AE1C2B5AC450}"/>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4-4">
            <a:extLst>
              <a:ext uri="{FF2B5EF4-FFF2-40B4-BE49-F238E27FC236}">
                <a16:creationId xmlns:a16="http://schemas.microsoft.com/office/drawing/2014/main" id="{3D042D7D-C4E6-467C-9602-783CF78CAC84}"/>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4-5">
            <a:extLst>
              <a:ext uri="{FF2B5EF4-FFF2-40B4-BE49-F238E27FC236}">
                <a16:creationId xmlns:a16="http://schemas.microsoft.com/office/drawing/2014/main" id="{17A7599E-51B2-4D3B-AEC9-886EA1FE5E74}"/>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4-6">
            <a:extLst>
              <a:ext uri="{FF2B5EF4-FFF2-40B4-BE49-F238E27FC236}">
                <a16:creationId xmlns:a16="http://schemas.microsoft.com/office/drawing/2014/main" id="{3D584829-8A52-4C82-B420-11353084D345}"/>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4-7">
            <a:extLst>
              <a:ext uri="{FF2B5EF4-FFF2-40B4-BE49-F238E27FC236}">
                <a16:creationId xmlns:a16="http://schemas.microsoft.com/office/drawing/2014/main" id="{B0EC58E9-5099-40AD-9F25-3CA40F53715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27BE5A7A-304C-4FE2-8650-E112035ED98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2, 3)</a:t>
            </a:r>
          </a:p>
        </p:txBody>
      </p:sp>
      <p:sp>
        <p:nvSpPr>
          <p:cNvPr id="19" name="row-75-label">
            <a:extLst>
              <a:ext uri="{FF2B5EF4-FFF2-40B4-BE49-F238E27FC236}">
                <a16:creationId xmlns:a16="http://schemas.microsoft.com/office/drawing/2014/main" id="{A29A4555-4562-41A9-89F1-46A627259CF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02BF7AD5-749E-4C63-94C5-617755E27F9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5-0">
            <a:extLst>
              <a:ext uri="{FF2B5EF4-FFF2-40B4-BE49-F238E27FC236}">
                <a16:creationId xmlns:a16="http://schemas.microsoft.com/office/drawing/2014/main" id="{0A34413E-AEC0-4CDD-B105-12470C6699AD}"/>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5-1">
            <a:extLst>
              <a:ext uri="{FF2B5EF4-FFF2-40B4-BE49-F238E27FC236}">
                <a16:creationId xmlns:a16="http://schemas.microsoft.com/office/drawing/2014/main" id="{5FECB6F8-BF92-43F4-A674-CB8218B25059}"/>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5-2">
            <a:extLst>
              <a:ext uri="{FF2B5EF4-FFF2-40B4-BE49-F238E27FC236}">
                <a16:creationId xmlns:a16="http://schemas.microsoft.com/office/drawing/2014/main" id="{79A27BF8-C75D-4F0A-B48E-C0D518A75632}"/>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5-3">
            <a:extLst>
              <a:ext uri="{FF2B5EF4-FFF2-40B4-BE49-F238E27FC236}">
                <a16:creationId xmlns:a16="http://schemas.microsoft.com/office/drawing/2014/main" id="{7128C142-9626-4897-9A54-D279C501F599}"/>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5-4">
            <a:extLst>
              <a:ext uri="{FF2B5EF4-FFF2-40B4-BE49-F238E27FC236}">
                <a16:creationId xmlns:a16="http://schemas.microsoft.com/office/drawing/2014/main" id="{0B191E35-C383-42C4-AF13-DA6EF47E5608}"/>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5-5">
            <a:extLst>
              <a:ext uri="{FF2B5EF4-FFF2-40B4-BE49-F238E27FC236}">
                <a16:creationId xmlns:a16="http://schemas.microsoft.com/office/drawing/2014/main" id="{D0B3B578-A6A0-43AF-A617-7741D9425214}"/>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5-6">
            <a:extLst>
              <a:ext uri="{FF2B5EF4-FFF2-40B4-BE49-F238E27FC236}">
                <a16:creationId xmlns:a16="http://schemas.microsoft.com/office/drawing/2014/main" id="{FD3A88D1-E57B-4278-AE45-B6382993BBB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5-7">
            <a:extLst>
              <a:ext uri="{FF2B5EF4-FFF2-40B4-BE49-F238E27FC236}">
                <a16:creationId xmlns:a16="http://schemas.microsoft.com/office/drawing/2014/main" id="{F49BEAA6-13CC-4EE6-BE11-F3783ECBFA1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188D9229-49E3-4C7C-8897-7706A3FBC3F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92622471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1AC44DD-B3B2-449E-9F85-6BC9515ACDB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165C01D-770F-4F9D-9F1A-AA22B4D28D8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AD797DC-C811-48DF-B33B-1F5AC95F38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호출: mid = 2에서 나눔</a:t>
            </a:r>
          </a:p>
        </p:txBody>
      </p:sp>
      <p:sp>
        <p:nvSpPr>
          <p:cNvPr id="4" name="diagram-line-76">
            <a:extLst>
              <a:ext uri="{FF2B5EF4-FFF2-40B4-BE49-F238E27FC236}">
                <a16:creationId xmlns:a16="http://schemas.microsoft.com/office/drawing/2014/main" id="{7F65E366-4A6A-4779-B3F9-D3D229BD5B3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3838D3A-CDE7-40A3-9DB3-7F8F0451D47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2, high = 3, mid = 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[2~2]를 호출합니다. 오른쪽 [3~3]는 기다립니다.</a:t>
            </a:r>
          </a:p>
        </p:txBody>
      </p:sp>
      <p:sp>
        <p:nvSpPr>
          <p:cNvPr id="6" name="footer">
            <a:extLst>
              <a:ext uri="{FF2B5EF4-FFF2-40B4-BE49-F238E27FC236}">
                <a16:creationId xmlns:a16="http://schemas.microsoft.com/office/drawing/2014/main" id="{E7456E76-E938-4593-B06A-B5A51442A3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4889B24-5662-4DA9-B32E-F31E69D157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117</a:t>
            </a:r>
            <a:endParaRPr sz="1050" b="0">
              <a:solidFill>
                <a:srgbClr val="151515"/>
              </a:solidFill>
              <a:latin typeface="Consolas"/>
              <a:ea typeface="Consolas"/>
              <a:cs typeface="Consolas"/>
            </a:endParaRPr>
          </a:p>
        </p:txBody>
      </p:sp>
      <p:sp>
        <p:nvSpPr>
          <p:cNvPr id="8" name="row-77-label">
            <a:extLst>
              <a:ext uri="{FF2B5EF4-FFF2-40B4-BE49-F238E27FC236}">
                <a16:creationId xmlns:a16="http://schemas.microsoft.com/office/drawing/2014/main" id="{B3D194A5-112B-463C-B9A1-BA53633261B8}"/>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F174FB-91B7-4803-8AFF-2FEABAE0BD8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7-0">
            <a:extLst>
              <a:ext uri="{FF2B5EF4-FFF2-40B4-BE49-F238E27FC236}">
                <a16:creationId xmlns:a16="http://schemas.microsoft.com/office/drawing/2014/main" id="{2E7EF75E-F7D6-4AF4-BC69-3D78785323C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7-1">
            <a:extLst>
              <a:ext uri="{FF2B5EF4-FFF2-40B4-BE49-F238E27FC236}">
                <a16:creationId xmlns:a16="http://schemas.microsoft.com/office/drawing/2014/main" id="{63FCE514-D3A1-4CE7-90F5-3BAB04B4863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7-2">
            <a:extLst>
              <a:ext uri="{FF2B5EF4-FFF2-40B4-BE49-F238E27FC236}">
                <a16:creationId xmlns:a16="http://schemas.microsoft.com/office/drawing/2014/main" id="{BE75D957-AC45-44CF-AE3E-FA8F2DFACA48}"/>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7-3">
            <a:extLst>
              <a:ext uri="{FF2B5EF4-FFF2-40B4-BE49-F238E27FC236}">
                <a16:creationId xmlns:a16="http://schemas.microsoft.com/office/drawing/2014/main" id="{CA45BF7B-DF30-4AC6-8A26-B9244F935D8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7-4">
            <a:extLst>
              <a:ext uri="{FF2B5EF4-FFF2-40B4-BE49-F238E27FC236}">
                <a16:creationId xmlns:a16="http://schemas.microsoft.com/office/drawing/2014/main" id="{559E7CB3-78E6-47AE-BF89-FC5397ACBDE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7-5">
            <a:extLst>
              <a:ext uri="{FF2B5EF4-FFF2-40B4-BE49-F238E27FC236}">
                <a16:creationId xmlns:a16="http://schemas.microsoft.com/office/drawing/2014/main" id="{957B5B59-2A3C-4E37-8A6F-D5865B2EF127}"/>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7-6">
            <a:extLst>
              <a:ext uri="{FF2B5EF4-FFF2-40B4-BE49-F238E27FC236}">
                <a16:creationId xmlns:a16="http://schemas.microsoft.com/office/drawing/2014/main" id="{79A2FB46-01EA-419A-A0C4-05E50CC0DCA5}"/>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7-7">
            <a:extLst>
              <a:ext uri="{FF2B5EF4-FFF2-40B4-BE49-F238E27FC236}">
                <a16:creationId xmlns:a16="http://schemas.microsoft.com/office/drawing/2014/main" id="{3A10B4A5-B0F4-4938-ACEB-5B4BA905B0B4}"/>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78">
            <a:extLst>
              <a:ext uri="{FF2B5EF4-FFF2-40B4-BE49-F238E27FC236}">
                <a16:creationId xmlns:a16="http://schemas.microsoft.com/office/drawing/2014/main" id="{0C251578-A23E-4695-B963-C8F6086A44B1}"/>
              </a:ext>
            </a:extLst>
          </p:cNvPr>
          <p:cNvSpPr>
            <a:spLocks noGrp="1"/>
          </p:cNvSpPr>
          <p:nvPr/>
        </p:nvSpPr>
        <p:spPr>
          <a:xfrm>
            <a:off x="5667375" y="2819400"/>
            <a:ext cx="19050" cy="666750"/>
          </a:xfrm>
          <a:prstGeom prst="rect">
            <a:avLst/>
          </a:prstGeom>
          <a:solidFill>
            <a:srgbClr val="9A5900"/>
          </a:solidFill>
          <a:ln w="0">
            <a:noFill/>
          </a:ln>
        </p:spPr>
      </p:sp>
      <p:sp>
        <p:nvSpPr>
          <p:cNvPr id="19" name="pointer-77">
            <a:extLst>
              <a:ext uri="{FF2B5EF4-FFF2-40B4-BE49-F238E27FC236}">
                <a16:creationId xmlns:a16="http://schemas.microsoft.com/office/drawing/2014/main" id="{E3940FAE-4D7C-44FD-B4EE-40418F634D0A}"/>
              </a:ext>
            </a:extLst>
          </p:cNvPr>
          <p:cNvSpPr>
            <a:spLocks noGrp="1"/>
          </p:cNvSpPr>
          <p:nvPr/>
        </p:nvSpPr>
        <p:spPr>
          <a:xfrm>
            <a:off x="44958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2</a:t>
            </a:r>
          </a:p>
        </p:txBody>
      </p:sp>
      <p:sp>
        <p:nvSpPr>
          <p:cNvPr id="20" name="children-code">
            <a:extLst>
              <a:ext uri="{FF2B5EF4-FFF2-40B4-BE49-F238E27FC236}">
                <a16:creationId xmlns:a16="http://schemas.microsoft.com/office/drawing/2014/main" id="{95CB549B-2CE7-4479-B7B8-A2BEAD702731}"/>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2, 2)</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3, 3)</a:t>
            </a:r>
          </a:p>
        </p:txBody>
      </p:sp>
      <p:sp>
        <p:nvSpPr>
          <p:cNvPr id="21" name="caption">
            <a:extLst>
              <a:ext uri="{FF2B5EF4-FFF2-40B4-BE49-F238E27FC236}">
                <a16:creationId xmlns:a16="http://schemas.microsoft.com/office/drawing/2014/main" id="{090E58CE-4948-4395-8864-635F3193862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right_max의 반환을 기다립니다.</a:t>
            </a:r>
          </a:p>
        </p:txBody>
      </p:sp>
    </p:spTree>
    <p:extLst>
      <p:ext uri="{BB962C8B-B14F-4D97-AF65-F5344CB8AC3E}">
        <p14:creationId xmlns:p14="http://schemas.microsoft.com/office/powerpoint/2010/main" val="158911957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FFAAB97-830B-4055-998F-171886B2343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A592AFD-1D65-4491-A02D-065647FC0F4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B446360-33AE-467D-9165-6D05A3BBCB5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[2~2] 원소 하나: 12 반환</a:t>
            </a:r>
          </a:p>
        </p:txBody>
      </p:sp>
      <p:sp>
        <p:nvSpPr>
          <p:cNvPr id="4" name="diagram-line-79">
            <a:extLst>
              <a:ext uri="{FF2B5EF4-FFF2-40B4-BE49-F238E27FC236}">
                <a16:creationId xmlns:a16="http://schemas.microsoft.com/office/drawing/2014/main" id="{6ED41909-7743-4744-B883-A5F4E11A73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AE9DDF0-457D-4481-B8AA-16AAA0B6620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2입니다. 남은 원소는 a[2] = 12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12을 [2~3] 호출의 left_max에 돌려줍니다.</a:t>
            </a:r>
          </a:p>
        </p:txBody>
      </p:sp>
      <p:sp>
        <p:nvSpPr>
          <p:cNvPr id="6" name="footer">
            <a:extLst>
              <a:ext uri="{FF2B5EF4-FFF2-40B4-BE49-F238E27FC236}">
                <a16:creationId xmlns:a16="http://schemas.microsoft.com/office/drawing/2014/main" id="{9F38186F-BC3E-41C5-A8E5-646EADA1BDC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8DF3AA9-15EE-4827-900D-470D2E9FE58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118</a:t>
            </a:r>
            <a:endParaRPr sz="1050" b="0">
              <a:solidFill>
                <a:srgbClr val="151515"/>
              </a:solidFill>
              <a:latin typeface="Consolas"/>
              <a:ea typeface="Consolas"/>
              <a:cs typeface="Consolas"/>
            </a:endParaRPr>
          </a:p>
        </p:txBody>
      </p:sp>
      <p:sp>
        <p:nvSpPr>
          <p:cNvPr id="8" name="row-80-label">
            <a:extLst>
              <a:ext uri="{FF2B5EF4-FFF2-40B4-BE49-F238E27FC236}">
                <a16:creationId xmlns:a16="http://schemas.microsoft.com/office/drawing/2014/main" id="{45D9FC44-6043-486A-BD43-51874656946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9303533-3B56-4397-B30B-FFA4CBEFB836}"/>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0-0">
            <a:extLst>
              <a:ext uri="{FF2B5EF4-FFF2-40B4-BE49-F238E27FC236}">
                <a16:creationId xmlns:a16="http://schemas.microsoft.com/office/drawing/2014/main" id="{4AF4D305-1D43-4D3A-B839-456A22FE8F36}"/>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0-1">
            <a:extLst>
              <a:ext uri="{FF2B5EF4-FFF2-40B4-BE49-F238E27FC236}">
                <a16:creationId xmlns:a16="http://schemas.microsoft.com/office/drawing/2014/main" id="{35E04AD1-8115-4CCF-9D7A-D18D9FBF3451}"/>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0-2">
            <a:extLst>
              <a:ext uri="{FF2B5EF4-FFF2-40B4-BE49-F238E27FC236}">
                <a16:creationId xmlns:a16="http://schemas.microsoft.com/office/drawing/2014/main" id="{60AEF8F9-6D5E-4002-BB98-1DA4E2D14F3D}"/>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0-3">
            <a:extLst>
              <a:ext uri="{FF2B5EF4-FFF2-40B4-BE49-F238E27FC236}">
                <a16:creationId xmlns:a16="http://schemas.microsoft.com/office/drawing/2014/main" id="{9406715C-30E8-452C-BE09-C854428ED8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0-4">
            <a:extLst>
              <a:ext uri="{FF2B5EF4-FFF2-40B4-BE49-F238E27FC236}">
                <a16:creationId xmlns:a16="http://schemas.microsoft.com/office/drawing/2014/main" id="{39D7AEC4-8713-4397-9CD5-89152B6F248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0-5">
            <a:extLst>
              <a:ext uri="{FF2B5EF4-FFF2-40B4-BE49-F238E27FC236}">
                <a16:creationId xmlns:a16="http://schemas.microsoft.com/office/drawing/2014/main" id="{2F491DCD-382A-4BAF-ACF4-70D14B2FFE3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0-6">
            <a:extLst>
              <a:ext uri="{FF2B5EF4-FFF2-40B4-BE49-F238E27FC236}">
                <a16:creationId xmlns:a16="http://schemas.microsoft.com/office/drawing/2014/main" id="{F99F2349-948A-4225-970D-F89CCDCD8B99}"/>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0-7">
            <a:extLst>
              <a:ext uri="{FF2B5EF4-FFF2-40B4-BE49-F238E27FC236}">
                <a16:creationId xmlns:a16="http://schemas.microsoft.com/office/drawing/2014/main" id="{48629F83-357C-4639-AE3E-4AC32E746DA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1516BCC0-462E-4227-ABA1-1613BF515643}"/>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12</a:t>
            </a:r>
          </a:p>
        </p:txBody>
      </p:sp>
      <p:sp>
        <p:nvSpPr>
          <p:cNvPr id="19" name="caption">
            <a:extLst>
              <a:ext uri="{FF2B5EF4-FFF2-40B4-BE49-F238E27FC236}">
                <a16:creationId xmlns:a16="http://schemas.microsoft.com/office/drawing/2014/main" id="{0486AC60-52CF-4793-937F-82F69D8D030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left_max = 12. 원소 한 개의 호출이 끝났습니다.</a:t>
            </a:r>
          </a:p>
        </p:txBody>
      </p:sp>
    </p:spTree>
    <p:extLst>
      <p:ext uri="{BB962C8B-B14F-4D97-AF65-F5344CB8AC3E}">
        <p14:creationId xmlns:p14="http://schemas.microsoft.com/office/powerpoint/2010/main" val="264138715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26BD0B9-6421-49C5-AA18-994E3362A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6A0CA6-FA01-4B17-896C-F26444A065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B39894-E8EF-47A8-88DE-4A6C9958D5D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[3~3] 원소 하나: −2 반환</a:t>
            </a:r>
          </a:p>
        </p:txBody>
      </p:sp>
      <p:sp>
        <p:nvSpPr>
          <p:cNvPr id="4" name="diagram-line-81">
            <a:extLst>
              <a:ext uri="{FF2B5EF4-FFF2-40B4-BE49-F238E27FC236}">
                <a16:creationId xmlns:a16="http://schemas.microsoft.com/office/drawing/2014/main" id="{0055CEED-6A4F-463B-B1C3-28347C2614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3A9B841-9298-48A8-A0F5-F97A65947D0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3입니다. 남은 원소는 a[3] = −2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−2을 [2~3] 호출의 right_max에 돌려줍니다.</a:t>
            </a:r>
          </a:p>
        </p:txBody>
      </p:sp>
      <p:sp>
        <p:nvSpPr>
          <p:cNvPr id="6" name="footer">
            <a:extLst>
              <a:ext uri="{FF2B5EF4-FFF2-40B4-BE49-F238E27FC236}">
                <a16:creationId xmlns:a16="http://schemas.microsoft.com/office/drawing/2014/main" id="{54D78211-FD2E-4179-B2A0-9EC031BD22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1A925BE-DAE9-4058-B984-BDEBB41CEEA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119</a:t>
            </a:r>
            <a:endParaRPr sz="1050" b="0">
              <a:solidFill>
                <a:srgbClr val="151515"/>
              </a:solidFill>
              <a:latin typeface="Consolas"/>
              <a:ea typeface="Consolas"/>
              <a:cs typeface="Consolas"/>
            </a:endParaRPr>
          </a:p>
        </p:txBody>
      </p:sp>
      <p:sp>
        <p:nvSpPr>
          <p:cNvPr id="8" name="row-82-label">
            <a:extLst>
              <a:ext uri="{FF2B5EF4-FFF2-40B4-BE49-F238E27FC236}">
                <a16:creationId xmlns:a16="http://schemas.microsoft.com/office/drawing/2014/main" id="{97B99876-FAED-41E9-82E1-C1BC0892C5E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55C6CB-414F-450B-86AD-796D453EE922}"/>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2-0">
            <a:extLst>
              <a:ext uri="{FF2B5EF4-FFF2-40B4-BE49-F238E27FC236}">
                <a16:creationId xmlns:a16="http://schemas.microsoft.com/office/drawing/2014/main" id="{CCC2FEAA-E227-4097-A6B5-2C2D1DE170C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2-1">
            <a:extLst>
              <a:ext uri="{FF2B5EF4-FFF2-40B4-BE49-F238E27FC236}">
                <a16:creationId xmlns:a16="http://schemas.microsoft.com/office/drawing/2014/main" id="{A57B399A-426B-47DD-9F48-1453D6FFE478}"/>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2-2">
            <a:extLst>
              <a:ext uri="{FF2B5EF4-FFF2-40B4-BE49-F238E27FC236}">
                <a16:creationId xmlns:a16="http://schemas.microsoft.com/office/drawing/2014/main" id="{521243B1-AB35-435E-8ED5-1350277E9CB4}"/>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2-3">
            <a:extLst>
              <a:ext uri="{FF2B5EF4-FFF2-40B4-BE49-F238E27FC236}">
                <a16:creationId xmlns:a16="http://schemas.microsoft.com/office/drawing/2014/main" id="{8F9DCAAB-6306-4AE6-8405-2E410F8EA4D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2-4">
            <a:extLst>
              <a:ext uri="{FF2B5EF4-FFF2-40B4-BE49-F238E27FC236}">
                <a16:creationId xmlns:a16="http://schemas.microsoft.com/office/drawing/2014/main" id="{9332F7B5-F14D-4B2F-838A-1C8E190EE43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2-5">
            <a:extLst>
              <a:ext uri="{FF2B5EF4-FFF2-40B4-BE49-F238E27FC236}">
                <a16:creationId xmlns:a16="http://schemas.microsoft.com/office/drawing/2014/main" id="{B812D262-02DA-467D-A6AC-3708B28B9CA2}"/>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2-6">
            <a:extLst>
              <a:ext uri="{FF2B5EF4-FFF2-40B4-BE49-F238E27FC236}">
                <a16:creationId xmlns:a16="http://schemas.microsoft.com/office/drawing/2014/main" id="{8DC02D91-872A-4BE1-A654-71F2CC0A2F0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2-7">
            <a:extLst>
              <a:ext uri="{FF2B5EF4-FFF2-40B4-BE49-F238E27FC236}">
                <a16:creationId xmlns:a16="http://schemas.microsoft.com/office/drawing/2014/main" id="{0A79B3D2-A4FB-4EC8-BD6F-EBC6EDBE872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9885743-D0B2-499B-B100-43F6B97C633C}"/>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−2</a:t>
            </a:r>
          </a:p>
        </p:txBody>
      </p:sp>
      <p:sp>
        <p:nvSpPr>
          <p:cNvPr id="19" name="caption">
            <a:extLst>
              <a:ext uri="{FF2B5EF4-FFF2-40B4-BE49-F238E27FC236}">
                <a16:creationId xmlns:a16="http://schemas.microsoft.com/office/drawing/2014/main" id="{1E8A2F20-E983-4A0B-A840-F430077037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right_max = −2. 원소 한 개의 호출이 끝났습니다.</a:t>
            </a:r>
          </a:p>
        </p:txBody>
      </p:sp>
    </p:spTree>
    <p:extLst>
      <p:ext uri="{BB962C8B-B14F-4D97-AF65-F5344CB8AC3E}">
        <p14:creationId xmlns:p14="http://schemas.microsoft.com/office/powerpoint/2010/main" val="95502773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2946D80-256D-4CD3-866D-2EB8591FD63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C565892-95C3-472F-B2BC-DE59C28F12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60CB37-FBEB-4E6E-8CCE-DF4373B589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왼쪽 스캔 1/1</a:t>
            </a:r>
          </a:p>
        </p:txBody>
      </p:sp>
      <p:sp>
        <p:nvSpPr>
          <p:cNvPr id="4" name="diagram-line-83">
            <a:extLst>
              <a:ext uri="{FF2B5EF4-FFF2-40B4-BE49-F238E27FC236}">
                <a16:creationId xmlns:a16="http://schemas.microsoft.com/office/drawing/2014/main" id="{95B24C28-8F17-4C83-AAD9-9BF4E3506D9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730870D-ADCE-4144-A806-40C0DD105E7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left_sum 갱신.</a:t>
            </a:r>
          </a:p>
        </p:txBody>
      </p:sp>
      <p:sp>
        <p:nvSpPr>
          <p:cNvPr id="6" name="footer">
            <a:extLst>
              <a:ext uri="{FF2B5EF4-FFF2-40B4-BE49-F238E27FC236}">
                <a16:creationId xmlns:a16="http://schemas.microsoft.com/office/drawing/2014/main" id="{06877596-DE1C-421F-9073-01260B318E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BFC8458-3429-400F-B38D-F1C236D2F4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120</a:t>
            </a:r>
            <a:endParaRPr sz="1050" b="0">
              <a:solidFill>
                <a:srgbClr val="151515"/>
              </a:solidFill>
              <a:latin typeface="Consolas"/>
              <a:ea typeface="Consolas"/>
              <a:cs typeface="Consolas"/>
            </a:endParaRPr>
          </a:p>
        </p:txBody>
      </p:sp>
      <p:sp>
        <p:nvSpPr>
          <p:cNvPr id="8" name="row-84-label">
            <a:extLst>
              <a:ext uri="{FF2B5EF4-FFF2-40B4-BE49-F238E27FC236}">
                <a16:creationId xmlns:a16="http://schemas.microsoft.com/office/drawing/2014/main" id="{B43CA1FB-94ED-41DD-ADF8-44F4ADEAF4E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E56B094-B2F9-4562-9C9B-A481648754C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4-0">
            <a:extLst>
              <a:ext uri="{FF2B5EF4-FFF2-40B4-BE49-F238E27FC236}">
                <a16:creationId xmlns:a16="http://schemas.microsoft.com/office/drawing/2014/main" id="{41C4040C-EC79-4FD5-90A6-1BFC7DF522F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4-1">
            <a:extLst>
              <a:ext uri="{FF2B5EF4-FFF2-40B4-BE49-F238E27FC236}">
                <a16:creationId xmlns:a16="http://schemas.microsoft.com/office/drawing/2014/main" id="{C779C943-64F7-48C2-BE78-06E2A4D56F7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4-2">
            <a:extLst>
              <a:ext uri="{FF2B5EF4-FFF2-40B4-BE49-F238E27FC236}">
                <a16:creationId xmlns:a16="http://schemas.microsoft.com/office/drawing/2014/main" id="{54166A74-F0AA-4B7E-A899-37BBA9D85101}"/>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4-3">
            <a:extLst>
              <a:ext uri="{FF2B5EF4-FFF2-40B4-BE49-F238E27FC236}">
                <a16:creationId xmlns:a16="http://schemas.microsoft.com/office/drawing/2014/main" id="{6833DB49-1970-4A20-B967-E2D45BA04D1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4-4">
            <a:extLst>
              <a:ext uri="{FF2B5EF4-FFF2-40B4-BE49-F238E27FC236}">
                <a16:creationId xmlns:a16="http://schemas.microsoft.com/office/drawing/2014/main" id="{BC89B8B6-F8BC-43C9-B249-4134260AF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4-5">
            <a:extLst>
              <a:ext uri="{FF2B5EF4-FFF2-40B4-BE49-F238E27FC236}">
                <a16:creationId xmlns:a16="http://schemas.microsoft.com/office/drawing/2014/main" id="{00DB0CCD-BAD8-4899-BCA2-056A90A2EFD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4-6">
            <a:extLst>
              <a:ext uri="{FF2B5EF4-FFF2-40B4-BE49-F238E27FC236}">
                <a16:creationId xmlns:a16="http://schemas.microsoft.com/office/drawing/2014/main" id="{6AE3118C-8213-4FA8-8DBA-14E59CC1B73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4-7">
            <a:extLst>
              <a:ext uri="{FF2B5EF4-FFF2-40B4-BE49-F238E27FC236}">
                <a16:creationId xmlns:a16="http://schemas.microsoft.com/office/drawing/2014/main" id="{8F1C6FC8-BDE7-40E8-9E6D-B613E27D68E5}"/>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85">
            <a:extLst>
              <a:ext uri="{FF2B5EF4-FFF2-40B4-BE49-F238E27FC236}">
                <a16:creationId xmlns:a16="http://schemas.microsoft.com/office/drawing/2014/main" id="{50C4BEDD-9AA5-4471-870F-2E81EE15F062}"/>
              </a:ext>
            </a:extLst>
          </p:cNvPr>
          <p:cNvSpPr>
            <a:spLocks noGrp="1"/>
          </p:cNvSpPr>
          <p:nvPr/>
        </p:nvSpPr>
        <p:spPr>
          <a:xfrm>
            <a:off x="5667375" y="2743200"/>
            <a:ext cx="19050" cy="666750"/>
          </a:xfrm>
          <a:prstGeom prst="rect">
            <a:avLst/>
          </a:prstGeom>
          <a:solidFill>
            <a:srgbClr val="9A5900"/>
          </a:solidFill>
          <a:ln w="0">
            <a:noFill/>
          </a:ln>
        </p:spPr>
      </p:sp>
      <p:sp>
        <p:nvSpPr>
          <p:cNvPr id="19" name="pointer-84">
            <a:extLst>
              <a:ext uri="{FF2B5EF4-FFF2-40B4-BE49-F238E27FC236}">
                <a16:creationId xmlns:a16="http://schemas.microsoft.com/office/drawing/2014/main" id="{558DC709-AD89-4D31-8953-29802BF04E87}"/>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BF3F0FC1-4428-44F6-8A98-90B11559156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E95EE6AD-7F38-418D-97EB-3BEE89925924}"/>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12</a:t>
            </a:r>
          </a:p>
        </p:txBody>
      </p:sp>
      <p:sp>
        <p:nvSpPr>
          <p:cNvPr id="22" name="row-86-label">
            <a:extLst>
              <a:ext uri="{FF2B5EF4-FFF2-40B4-BE49-F238E27FC236}">
                <a16:creationId xmlns:a16="http://schemas.microsoft.com/office/drawing/2014/main" id="{DA4D6D2C-714B-4CEE-93AF-A26921C0B70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D4DB87B1-E37C-4983-817D-FAC7A4B52AA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86-0">
            <a:extLst>
              <a:ext uri="{FF2B5EF4-FFF2-40B4-BE49-F238E27FC236}">
                <a16:creationId xmlns:a16="http://schemas.microsoft.com/office/drawing/2014/main" id="{6A609630-EC32-4558-AE6B-451B1CED08F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86-1">
            <a:extLst>
              <a:ext uri="{FF2B5EF4-FFF2-40B4-BE49-F238E27FC236}">
                <a16:creationId xmlns:a16="http://schemas.microsoft.com/office/drawing/2014/main" id="{A4666CC2-D589-4C8B-89A6-9433A7440EF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86-2">
            <a:extLst>
              <a:ext uri="{FF2B5EF4-FFF2-40B4-BE49-F238E27FC236}">
                <a16:creationId xmlns:a16="http://schemas.microsoft.com/office/drawing/2014/main" id="{90F2355D-EE3E-4D39-B48E-04805AE18C4E}"/>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86-3">
            <a:extLst>
              <a:ext uri="{FF2B5EF4-FFF2-40B4-BE49-F238E27FC236}">
                <a16:creationId xmlns:a16="http://schemas.microsoft.com/office/drawing/2014/main" id="{C5C3DFCB-8042-4CA9-9A37-03808B6C28E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86-4">
            <a:extLst>
              <a:ext uri="{FF2B5EF4-FFF2-40B4-BE49-F238E27FC236}">
                <a16:creationId xmlns:a16="http://schemas.microsoft.com/office/drawing/2014/main" id="{B1086A69-1A55-47B7-9461-155AF499E0D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86-5">
            <a:extLst>
              <a:ext uri="{FF2B5EF4-FFF2-40B4-BE49-F238E27FC236}">
                <a16:creationId xmlns:a16="http://schemas.microsoft.com/office/drawing/2014/main" id="{2C334F6A-B278-405E-909B-23AF3856661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86-6">
            <a:extLst>
              <a:ext uri="{FF2B5EF4-FFF2-40B4-BE49-F238E27FC236}">
                <a16:creationId xmlns:a16="http://schemas.microsoft.com/office/drawing/2014/main" id="{763CF1EB-7AA1-40FD-B714-7EF6714AA19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86-7">
            <a:extLst>
              <a:ext uri="{FF2B5EF4-FFF2-40B4-BE49-F238E27FC236}">
                <a16:creationId xmlns:a16="http://schemas.microsoft.com/office/drawing/2014/main" id="{80F6053E-3136-420E-9CB1-DDBF789A8C9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87">
            <a:extLst>
              <a:ext uri="{FF2B5EF4-FFF2-40B4-BE49-F238E27FC236}">
                <a16:creationId xmlns:a16="http://schemas.microsoft.com/office/drawing/2014/main" id="{ED007CCF-862C-4781-B37D-FA7785F345C2}"/>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3EEFEEA-FE86-4FD1-9FD3-4F8C0E4128D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146304440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371C907-9CD1-4222-8D23-159FF2D839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E18D169-6802-4713-857F-B3D5B60D0C7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D57E6-5D2D-4A24-B042-BE3FA1FD47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오른쪽 스캔 1/1</a:t>
            </a:r>
          </a:p>
        </p:txBody>
      </p:sp>
      <p:sp>
        <p:nvSpPr>
          <p:cNvPr id="4" name="diagram-line-88">
            <a:extLst>
              <a:ext uri="{FF2B5EF4-FFF2-40B4-BE49-F238E27FC236}">
                <a16:creationId xmlns:a16="http://schemas.microsoft.com/office/drawing/2014/main" id="{F70AA3BD-DAC4-4D6C-9D5D-BAFB65418E5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3CF69AE-01CA-456B-A8D3-30C4C281B49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right_sum 갱신.</a:t>
            </a:r>
          </a:p>
        </p:txBody>
      </p:sp>
      <p:sp>
        <p:nvSpPr>
          <p:cNvPr id="6" name="footer">
            <a:extLst>
              <a:ext uri="{FF2B5EF4-FFF2-40B4-BE49-F238E27FC236}">
                <a16:creationId xmlns:a16="http://schemas.microsoft.com/office/drawing/2014/main" id="{A8C07826-D860-4702-9C0C-D2FB6145163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91B7A5-FF38-43EC-917F-29C8BCCD88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121</a:t>
            </a:r>
            <a:endParaRPr sz="1050" b="0">
              <a:solidFill>
                <a:srgbClr val="151515"/>
              </a:solidFill>
              <a:latin typeface="Consolas"/>
              <a:ea typeface="Consolas"/>
              <a:cs typeface="Consolas"/>
            </a:endParaRPr>
          </a:p>
        </p:txBody>
      </p:sp>
      <p:sp>
        <p:nvSpPr>
          <p:cNvPr id="8" name="row-89-label">
            <a:extLst>
              <a:ext uri="{FF2B5EF4-FFF2-40B4-BE49-F238E27FC236}">
                <a16:creationId xmlns:a16="http://schemas.microsoft.com/office/drawing/2014/main" id="{87E242B8-2DC9-407A-930C-DD4422E8DE9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1722570-C780-48DA-BE53-C8794A0034A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9-0">
            <a:extLst>
              <a:ext uri="{FF2B5EF4-FFF2-40B4-BE49-F238E27FC236}">
                <a16:creationId xmlns:a16="http://schemas.microsoft.com/office/drawing/2014/main" id="{74A3B3C8-A515-4A7C-A6EF-2973DE40AB1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9-1">
            <a:extLst>
              <a:ext uri="{FF2B5EF4-FFF2-40B4-BE49-F238E27FC236}">
                <a16:creationId xmlns:a16="http://schemas.microsoft.com/office/drawing/2014/main" id="{115AEB13-4F00-4462-B3C9-A474A8D173B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9-2">
            <a:extLst>
              <a:ext uri="{FF2B5EF4-FFF2-40B4-BE49-F238E27FC236}">
                <a16:creationId xmlns:a16="http://schemas.microsoft.com/office/drawing/2014/main" id="{E941CB3F-071A-4F14-83BA-70AD3F0E1CB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9-3">
            <a:extLst>
              <a:ext uri="{FF2B5EF4-FFF2-40B4-BE49-F238E27FC236}">
                <a16:creationId xmlns:a16="http://schemas.microsoft.com/office/drawing/2014/main" id="{E9C03BC5-F9A7-4AC5-8715-E698E5C5D4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9-4">
            <a:extLst>
              <a:ext uri="{FF2B5EF4-FFF2-40B4-BE49-F238E27FC236}">
                <a16:creationId xmlns:a16="http://schemas.microsoft.com/office/drawing/2014/main" id="{9EB67C83-5B9F-474D-AE89-1D3DBC8FF4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9-5">
            <a:extLst>
              <a:ext uri="{FF2B5EF4-FFF2-40B4-BE49-F238E27FC236}">
                <a16:creationId xmlns:a16="http://schemas.microsoft.com/office/drawing/2014/main" id="{8415FCB5-4184-4BEA-84D8-2AFCF53C7FB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9-6">
            <a:extLst>
              <a:ext uri="{FF2B5EF4-FFF2-40B4-BE49-F238E27FC236}">
                <a16:creationId xmlns:a16="http://schemas.microsoft.com/office/drawing/2014/main" id="{EF7772CF-DB36-41C4-86CD-C6B047BCF83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9-7">
            <a:extLst>
              <a:ext uri="{FF2B5EF4-FFF2-40B4-BE49-F238E27FC236}">
                <a16:creationId xmlns:a16="http://schemas.microsoft.com/office/drawing/2014/main" id="{88B9649E-4410-4B28-885D-A518901602D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90">
            <a:extLst>
              <a:ext uri="{FF2B5EF4-FFF2-40B4-BE49-F238E27FC236}">
                <a16:creationId xmlns:a16="http://schemas.microsoft.com/office/drawing/2014/main" id="{EEC7D690-2230-4F8A-8FC4-6C0807BA21ED}"/>
              </a:ext>
            </a:extLst>
          </p:cNvPr>
          <p:cNvSpPr>
            <a:spLocks noGrp="1"/>
          </p:cNvSpPr>
          <p:nvPr/>
        </p:nvSpPr>
        <p:spPr>
          <a:xfrm>
            <a:off x="5667375" y="2743200"/>
            <a:ext cx="19050" cy="666750"/>
          </a:xfrm>
          <a:prstGeom prst="rect">
            <a:avLst/>
          </a:prstGeom>
          <a:solidFill>
            <a:srgbClr val="9A5900"/>
          </a:solidFill>
          <a:ln w="0">
            <a:noFill/>
          </a:ln>
        </p:spPr>
      </p:sp>
      <p:sp>
        <p:nvSpPr>
          <p:cNvPr id="19" name="pointer-89">
            <a:extLst>
              <a:ext uri="{FF2B5EF4-FFF2-40B4-BE49-F238E27FC236}">
                <a16:creationId xmlns:a16="http://schemas.microsoft.com/office/drawing/2014/main" id="{867D4CDC-EB21-4288-B6DC-4F879F0811CE}"/>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210A54BF-42D6-4CBE-BF68-3CBF42713AF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C01F55AA-C8AC-4C14-BB45-EF0CBEFF33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−2</a:t>
            </a:r>
          </a:p>
        </p:txBody>
      </p:sp>
      <p:sp>
        <p:nvSpPr>
          <p:cNvPr id="22" name="row-91-label">
            <a:extLst>
              <a:ext uri="{FF2B5EF4-FFF2-40B4-BE49-F238E27FC236}">
                <a16:creationId xmlns:a16="http://schemas.microsoft.com/office/drawing/2014/main" id="{34C846B5-FC3A-424B-B76C-FA7AEB6AF4C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3752D5B-2E2F-4E2F-AD91-3FCEAA7FC59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91-0">
            <a:extLst>
              <a:ext uri="{FF2B5EF4-FFF2-40B4-BE49-F238E27FC236}">
                <a16:creationId xmlns:a16="http://schemas.microsoft.com/office/drawing/2014/main" id="{16C1F114-3C0C-4DC8-9116-6C487758481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91-1">
            <a:extLst>
              <a:ext uri="{FF2B5EF4-FFF2-40B4-BE49-F238E27FC236}">
                <a16:creationId xmlns:a16="http://schemas.microsoft.com/office/drawing/2014/main" id="{08A30F77-0B5E-4255-AB6B-4596ED8AB37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91-2">
            <a:extLst>
              <a:ext uri="{FF2B5EF4-FFF2-40B4-BE49-F238E27FC236}">
                <a16:creationId xmlns:a16="http://schemas.microsoft.com/office/drawing/2014/main" id="{150265D0-0616-4039-88F8-A77A8D09DFB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91-3">
            <a:extLst>
              <a:ext uri="{FF2B5EF4-FFF2-40B4-BE49-F238E27FC236}">
                <a16:creationId xmlns:a16="http://schemas.microsoft.com/office/drawing/2014/main" id="{9EF3944A-5B77-4ED3-90B3-5CBF2A7FE5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91-4">
            <a:extLst>
              <a:ext uri="{FF2B5EF4-FFF2-40B4-BE49-F238E27FC236}">
                <a16:creationId xmlns:a16="http://schemas.microsoft.com/office/drawing/2014/main" id="{89B405A4-6040-4558-803E-30F840E94B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91-5">
            <a:extLst>
              <a:ext uri="{FF2B5EF4-FFF2-40B4-BE49-F238E27FC236}">
                <a16:creationId xmlns:a16="http://schemas.microsoft.com/office/drawing/2014/main" id="{249B2AEF-6543-42CF-8DB3-9864BB6C8D37}"/>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91-6">
            <a:extLst>
              <a:ext uri="{FF2B5EF4-FFF2-40B4-BE49-F238E27FC236}">
                <a16:creationId xmlns:a16="http://schemas.microsoft.com/office/drawing/2014/main" id="{8A65727F-2179-424B-ABAE-9F2266F6A33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91-7">
            <a:extLst>
              <a:ext uri="{FF2B5EF4-FFF2-40B4-BE49-F238E27FC236}">
                <a16:creationId xmlns:a16="http://schemas.microsoft.com/office/drawing/2014/main" id="{C2C21EFF-21CB-4B6D-9651-42C05F626B0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92">
            <a:extLst>
              <a:ext uri="{FF2B5EF4-FFF2-40B4-BE49-F238E27FC236}">
                <a16:creationId xmlns:a16="http://schemas.microsoft.com/office/drawing/2014/main" id="{8256F580-DB49-4368-B3C6-C5372451CBCB}"/>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26F5FFF-7F2F-4AE4-8527-89F78C303A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04374119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A704BA8A-2144-431B-9309-E0985BBD96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E3E5F35-D221-4C2A-AAFC-6B22129065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FB39A2F-FD20-44F1-9B6D-29BDFCD4D9A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세 후보 비교 → 12 반환</a:t>
            </a:r>
          </a:p>
        </p:txBody>
      </p:sp>
      <p:sp>
        <p:nvSpPr>
          <p:cNvPr id="4" name="diagram-line-93">
            <a:extLst>
              <a:ext uri="{FF2B5EF4-FFF2-40B4-BE49-F238E27FC236}">
                <a16:creationId xmlns:a16="http://schemas.microsoft.com/office/drawing/2014/main" id="{E993C3D5-BA73-4160-B579-EE27CC2E229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1043398-BA59-4164-B619-0E5C4D4C4B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−2, 10) = 12입니다.</a:t>
            </a:r>
          </a:p>
        </p:txBody>
      </p:sp>
      <p:sp>
        <p:nvSpPr>
          <p:cNvPr id="6" name="footer">
            <a:extLst>
              <a:ext uri="{FF2B5EF4-FFF2-40B4-BE49-F238E27FC236}">
                <a16:creationId xmlns:a16="http://schemas.microsoft.com/office/drawing/2014/main" id="{9FDF1A02-DA73-4A0D-9236-102205099FA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B92F522-D44D-45E3-AAC0-53F49B87B0C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122</a:t>
            </a:r>
            <a:endParaRPr sz="1050" b="0">
              <a:solidFill>
                <a:srgbClr val="151515"/>
              </a:solidFill>
              <a:latin typeface="Consolas"/>
              <a:ea typeface="Consolas"/>
              <a:cs typeface="Consolas"/>
            </a:endParaRPr>
          </a:p>
        </p:txBody>
      </p:sp>
      <p:sp>
        <p:nvSpPr>
          <p:cNvPr id="8" name="row-94-label">
            <a:extLst>
              <a:ext uri="{FF2B5EF4-FFF2-40B4-BE49-F238E27FC236}">
                <a16:creationId xmlns:a16="http://schemas.microsoft.com/office/drawing/2014/main" id="{9076D70B-794C-42A7-8724-2F43D802997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892AB92E-019F-4987-90AC-AAEAF1188A62}"/>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4-0">
            <a:extLst>
              <a:ext uri="{FF2B5EF4-FFF2-40B4-BE49-F238E27FC236}">
                <a16:creationId xmlns:a16="http://schemas.microsoft.com/office/drawing/2014/main" id="{4BA7CE2A-14C2-421D-9CE3-1F51F9FBFF0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4-1">
            <a:extLst>
              <a:ext uri="{FF2B5EF4-FFF2-40B4-BE49-F238E27FC236}">
                <a16:creationId xmlns:a16="http://schemas.microsoft.com/office/drawing/2014/main" id="{3E6086E0-6836-484F-9492-22B568ECB1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4-2">
            <a:extLst>
              <a:ext uri="{FF2B5EF4-FFF2-40B4-BE49-F238E27FC236}">
                <a16:creationId xmlns:a16="http://schemas.microsoft.com/office/drawing/2014/main" id="{736343D5-FCAB-4990-8508-7B98DB1462D5}"/>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4-3">
            <a:extLst>
              <a:ext uri="{FF2B5EF4-FFF2-40B4-BE49-F238E27FC236}">
                <a16:creationId xmlns:a16="http://schemas.microsoft.com/office/drawing/2014/main" id="{9BA399A3-CF0F-4240-9C34-582E2BDF5E7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4-4">
            <a:extLst>
              <a:ext uri="{FF2B5EF4-FFF2-40B4-BE49-F238E27FC236}">
                <a16:creationId xmlns:a16="http://schemas.microsoft.com/office/drawing/2014/main" id="{EE1DC2A6-55DE-4F0A-9C78-9B922A8C0737}"/>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4-5">
            <a:extLst>
              <a:ext uri="{FF2B5EF4-FFF2-40B4-BE49-F238E27FC236}">
                <a16:creationId xmlns:a16="http://schemas.microsoft.com/office/drawing/2014/main" id="{B846D09B-485B-4FD6-8ADE-3CA769595A4D}"/>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4-6">
            <a:extLst>
              <a:ext uri="{FF2B5EF4-FFF2-40B4-BE49-F238E27FC236}">
                <a16:creationId xmlns:a16="http://schemas.microsoft.com/office/drawing/2014/main" id="{DA36BDC7-D53F-4631-8A13-7EEE7B7D842C}"/>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4-7">
            <a:extLst>
              <a:ext uri="{FF2B5EF4-FFF2-40B4-BE49-F238E27FC236}">
                <a16:creationId xmlns:a16="http://schemas.microsoft.com/office/drawing/2014/main" id="{50095B69-B442-4880-BD0B-CDC06C7F54B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94">
            <a:extLst>
              <a:ext uri="{FF2B5EF4-FFF2-40B4-BE49-F238E27FC236}">
                <a16:creationId xmlns:a16="http://schemas.microsoft.com/office/drawing/2014/main" id="{4D0855C8-8108-47E1-AD8E-C776681040D8}"/>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95-label">
            <a:extLst>
              <a:ext uri="{FF2B5EF4-FFF2-40B4-BE49-F238E27FC236}">
                <a16:creationId xmlns:a16="http://schemas.microsoft.com/office/drawing/2014/main" id="{6960E15A-E072-4413-85CE-6DAE145643B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1217CBA6-AD03-43B0-91BE-A43CE28627B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95-0">
            <a:extLst>
              <a:ext uri="{FF2B5EF4-FFF2-40B4-BE49-F238E27FC236}">
                <a16:creationId xmlns:a16="http://schemas.microsoft.com/office/drawing/2014/main" id="{115BAC1D-27B0-4B7D-BB5B-3892AEB7353F}"/>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95-1">
            <a:extLst>
              <a:ext uri="{FF2B5EF4-FFF2-40B4-BE49-F238E27FC236}">
                <a16:creationId xmlns:a16="http://schemas.microsoft.com/office/drawing/2014/main" id="{855009FB-AB23-44F0-A5A3-4CF6987D1519}"/>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95-2">
            <a:extLst>
              <a:ext uri="{FF2B5EF4-FFF2-40B4-BE49-F238E27FC236}">
                <a16:creationId xmlns:a16="http://schemas.microsoft.com/office/drawing/2014/main" id="{C6EE7720-62C1-4F06-BF0E-331E642F594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95-3">
            <a:extLst>
              <a:ext uri="{FF2B5EF4-FFF2-40B4-BE49-F238E27FC236}">
                <a16:creationId xmlns:a16="http://schemas.microsoft.com/office/drawing/2014/main" id="{FC953083-FE09-410A-B8F7-7F3CD374C9E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95-4">
            <a:extLst>
              <a:ext uri="{FF2B5EF4-FFF2-40B4-BE49-F238E27FC236}">
                <a16:creationId xmlns:a16="http://schemas.microsoft.com/office/drawing/2014/main" id="{DFF0D62C-4D9D-424F-B957-3DC18094BC98}"/>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95-5">
            <a:extLst>
              <a:ext uri="{FF2B5EF4-FFF2-40B4-BE49-F238E27FC236}">
                <a16:creationId xmlns:a16="http://schemas.microsoft.com/office/drawing/2014/main" id="{D3F1001B-48F1-4FE0-9FE8-DDD8F7D93779}"/>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95-6">
            <a:extLst>
              <a:ext uri="{FF2B5EF4-FFF2-40B4-BE49-F238E27FC236}">
                <a16:creationId xmlns:a16="http://schemas.microsoft.com/office/drawing/2014/main" id="{B99E7279-5691-4DE1-8B82-3008CB222645}"/>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95-7">
            <a:extLst>
              <a:ext uri="{FF2B5EF4-FFF2-40B4-BE49-F238E27FC236}">
                <a16:creationId xmlns:a16="http://schemas.microsoft.com/office/drawing/2014/main" id="{736D9CFE-3783-4C6F-ABFE-CCEACB2F6743}"/>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95">
            <a:extLst>
              <a:ext uri="{FF2B5EF4-FFF2-40B4-BE49-F238E27FC236}">
                <a16:creationId xmlns:a16="http://schemas.microsoft.com/office/drawing/2014/main" id="{9823DC90-9223-4731-B87A-80DCE8E1AB8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30" name="row-96-label">
            <a:extLst>
              <a:ext uri="{FF2B5EF4-FFF2-40B4-BE49-F238E27FC236}">
                <a16:creationId xmlns:a16="http://schemas.microsoft.com/office/drawing/2014/main" id="{0D5F7EB2-473D-4770-995E-FA713F7E1E1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DC44903-2977-419F-948F-33EB0A9B3469}"/>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96-0">
            <a:extLst>
              <a:ext uri="{FF2B5EF4-FFF2-40B4-BE49-F238E27FC236}">
                <a16:creationId xmlns:a16="http://schemas.microsoft.com/office/drawing/2014/main" id="{C8BF246D-D289-4097-9B49-ABE2112996C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96-1">
            <a:extLst>
              <a:ext uri="{FF2B5EF4-FFF2-40B4-BE49-F238E27FC236}">
                <a16:creationId xmlns:a16="http://schemas.microsoft.com/office/drawing/2014/main" id="{0C3DECFE-6E20-40D4-BD91-76B155C3A71D}"/>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96-2">
            <a:extLst>
              <a:ext uri="{FF2B5EF4-FFF2-40B4-BE49-F238E27FC236}">
                <a16:creationId xmlns:a16="http://schemas.microsoft.com/office/drawing/2014/main" id="{19D14312-9D8C-40B5-87DD-9B13606F0BA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96-3">
            <a:extLst>
              <a:ext uri="{FF2B5EF4-FFF2-40B4-BE49-F238E27FC236}">
                <a16:creationId xmlns:a16="http://schemas.microsoft.com/office/drawing/2014/main" id="{D76FB911-4888-4FD1-BC57-C8744C85C76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96-4">
            <a:extLst>
              <a:ext uri="{FF2B5EF4-FFF2-40B4-BE49-F238E27FC236}">
                <a16:creationId xmlns:a16="http://schemas.microsoft.com/office/drawing/2014/main" id="{946C0B0B-DD7E-492B-9D52-D64A34325AA0}"/>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96-5">
            <a:extLst>
              <a:ext uri="{FF2B5EF4-FFF2-40B4-BE49-F238E27FC236}">
                <a16:creationId xmlns:a16="http://schemas.microsoft.com/office/drawing/2014/main" id="{4AD47211-E7CA-4D62-B2A2-EFCD79F5DD34}"/>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96-6">
            <a:extLst>
              <a:ext uri="{FF2B5EF4-FFF2-40B4-BE49-F238E27FC236}">
                <a16:creationId xmlns:a16="http://schemas.microsoft.com/office/drawing/2014/main" id="{AB127B9E-A1C0-40E4-B5BD-6E9DE4CACA15}"/>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96-7">
            <a:extLst>
              <a:ext uri="{FF2B5EF4-FFF2-40B4-BE49-F238E27FC236}">
                <a16:creationId xmlns:a16="http://schemas.microsoft.com/office/drawing/2014/main" id="{CCBEC49D-DF57-446A-845D-AF298B6D8A61}"/>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96">
            <a:extLst>
              <a:ext uri="{FF2B5EF4-FFF2-40B4-BE49-F238E27FC236}">
                <a16:creationId xmlns:a16="http://schemas.microsoft.com/office/drawing/2014/main" id="{88A11F82-1185-4922-95E8-A9EC686D6AE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B29642CF-4C8E-4EFE-95BA-66F240AC74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right_max에 12을 반환합니다.</a:t>
            </a:r>
          </a:p>
        </p:txBody>
      </p:sp>
    </p:spTree>
    <p:extLst>
      <p:ext uri="{BB962C8B-B14F-4D97-AF65-F5344CB8AC3E}">
        <p14:creationId xmlns:p14="http://schemas.microsoft.com/office/powerpoint/2010/main" val="341488991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E6459DEA-A32E-4CE2-BB7E-EECD167374B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C47276-AD35-4A76-B1D6-813A34AC97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5444FB4-416E-44E2-9DC7-499C4D9FAE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답 12도 받음</a:t>
            </a:r>
          </a:p>
        </p:txBody>
      </p:sp>
      <p:sp>
        <p:nvSpPr>
          <p:cNvPr id="4" name="diagram-line-97">
            <a:extLst>
              <a:ext uri="{FF2B5EF4-FFF2-40B4-BE49-F238E27FC236}">
                <a16:creationId xmlns:a16="http://schemas.microsoft.com/office/drawing/2014/main" id="{00E0CB22-B3B8-4863-83B1-8A7F493EA89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D94743B-6F39-47AA-942E-F38D3BEBBA1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3, right_max = 12입니다.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E3DD134F-CB3E-4900-A2F4-3A1F5B9D80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AD61138-D263-4E4C-A3EB-B1A59DD10B0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123</a:t>
            </a:r>
            <a:endParaRPr sz="1050" b="0">
              <a:solidFill>
                <a:srgbClr val="151515"/>
              </a:solidFill>
              <a:latin typeface="Consolas"/>
              <a:ea typeface="Consolas"/>
              <a:cs typeface="Consolas"/>
            </a:endParaRPr>
          </a:p>
        </p:txBody>
      </p:sp>
      <p:sp>
        <p:nvSpPr>
          <p:cNvPr id="8" name="row-98-label">
            <a:extLst>
              <a:ext uri="{FF2B5EF4-FFF2-40B4-BE49-F238E27FC236}">
                <a16:creationId xmlns:a16="http://schemas.microsoft.com/office/drawing/2014/main" id="{CD6227E4-28CF-4F22-9B70-8D8F01925E0D}"/>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85FAA638-4DD6-43C5-B06C-8D95EF01846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8-0">
            <a:extLst>
              <a:ext uri="{FF2B5EF4-FFF2-40B4-BE49-F238E27FC236}">
                <a16:creationId xmlns:a16="http://schemas.microsoft.com/office/drawing/2014/main" id="{AA18228B-AEF3-4232-B541-577CBBABCEE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8-1">
            <a:extLst>
              <a:ext uri="{FF2B5EF4-FFF2-40B4-BE49-F238E27FC236}">
                <a16:creationId xmlns:a16="http://schemas.microsoft.com/office/drawing/2014/main" id="{49550633-F57C-48ED-B584-F85E76D7162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8-2">
            <a:extLst>
              <a:ext uri="{FF2B5EF4-FFF2-40B4-BE49-F238E27FC236}">
                <a16:creationId xmlns:a16="http://schemas.microsoft.com/office/drawing/2014/main" id="{F09F7FD6-0C05-48FF-9B0E-E2D1E4CBF4B6}"/>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8-3">
            <a:extLst>
              <a:ext uri="{FF2B5EF4-FFF2-40B4-BE49-F238E27FC236}">
                <a16:creationId xmlns:a16="http://schemas.microsoft.com/office/drawing/2014/main" id="{8A75E30D-63F0-4D07-B06C-53989508A1FA}"/>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8-4">
            <a:extLst>
              <a:ext uri="{FF2B5EF4-FFF2-40B4-BE49-F238E27FC236}">
                <a16:creationId xmlns:a16="http://schemas.microsoft.com/office/drawing/2014/main" id="{24A4EB5A-2DC4-4386-A459-7F76F5714CB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8-5">
            <a:extLst>
              <a:ext uri="{FF2B5EF4-FFF2-40B4-BE49-F238E27FC236}">
                <a16:creationId xmlns:a16="http://schemas.microsoft.com/office/drawing/2014/main" id="{0E304A4B-0DD5-4453-B431-15C283B28238}"/>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8-6">
            <a:extLst>
              <a:ext uri="{FF2B5EF4-FFF2-40B4-BE49-F238E27FC236}">
                <a16:creationId xmlns:a16="http://schemas.microsoft.com/office/drawing/2014/main" id="{0D2A0E0D-3C8D-476D-A83C-F38575684852}"/>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8-7">
            <a:extLst>
              <a:ext uri="{FF2B5EF4-FFF2-40B4-BE49-F238E27FC236}">
                <a16:creationId xmlns:a16="http://schemas.microsoft.com/office/drawing/2014/main" id="{B44D5E40-E4A7-4217-A321-F7B64B62F97C}"/>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99-label">
            <a:extLst>
              <a:ext uri="{FF2B5EF4-FFF2-40B4-BE49-F238E27FC236}">
                <a16:creationId xmlns:a16="http://schemas.microsoft.com/office/drawing/2014/main" id="{05D1CE0A-B0EF-426D-8210-13C8DCF1A39C}"/>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19" name="표 18">
            <a:extLst>
              <a:ext uri="{FF2B5EF4-FFF2-40B4-BE49-F238E27FC236}">
                <a16:creationId xmlns:a16="http://schemas.microsoft.com/office/drawing/2014/main" id="{A6439D4C-A18F-4C1F-A65B-E56A8D7E373E}"/>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0" name="index-99-0">
            <a:extLst>
              <a:ext uri="{FF2B5EF4-FFF2-40B4-BE49-F238E27FC236}">
                <a16:creationId xmlns:a16="http://schemas.microsoft.com/office/drawing/2014/main" id="{C9B35750-C8BA-4B23-9E55-76B0995716BF}"/>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99-1">
            <a:extLst>
              <a:ext uri="{FF2B5EF4-FFF2-40B4-BE49-F238E27FC236}">
                <a16:creationId xmlns:a16="http://schemas.microsoft.com/office/drawing/2014/main" id="{FAD672F1-8A7C-40C6-B24C-0D38ABE56CE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99-2">
            <a:extLst>
              <a:ext uri="{FF2B5EF4-FFF2-40B4-BE49-F238E27FC236}">
                <a16:creationId xmlns:a16="http://schemas.microsoft.com/office/drawing/2014/main" id="{41E1912A-AB60-4C7A-879E-70BE5745F4C0}"/>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99-3">
            <a:extLst>
              <a:ext uri="{FF2B5EF4-FFF2-40B4-BE49-F238E27FC236}">
                <a16:creationId xmlns:a16="http://schemas.microsoft.com/office/drawing/2014/main" id="{C70BFCF9-47B9-4EB1-BFF1-EAA038A55803}"/>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99-4">
            <a:extLst>
              <a:ext uri="{FF2B5EF4-FFF2-40B4-BE49-F238E27FC236}">
                <a16:creationId xmlns:a16="http://schemas.microsoft.com/office/drawing/2014/main" id="{575213A3-0DF6-439C-A5A8-01CD4BC1427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99-5">
            <a:extLst>
              <a:ext uri="{FF2B5EF4-FFF2-40B4-BE49-F238E27FC236}">
                <a16:creationId xmlns:a16="http://schemas.microsoft.com/office/drawing/2014/main" id="{CFC5AFFF-4E4D-471D-9888-376465BD1627}"/>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99-6">
            <a:extLst>
              <a:ext uri="{FF2B5EF4-FFF2-40B4-BE49-F238E27FC236}">
                <a16:creationId xmlns:a16="http://schemas.microsoft.com/office/drawing/2014/main" id="{9899C669-17E6-4A22-B661-0C303759D73F}"/>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99-7">
            <a:extLst>
              <a:ext uri="{FF2B5EF4-FFF2-40B4-BE49-F238E27FC236}">
                <a16:creationId xmlns:a16="http://schemas.microsoft.com/office/drawing/2014/main" id="{E85B8DE7-2CD9-4C32-B714-BC6B736DC95E}"/>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1B39CEB2-D123-40CE-B09B-D7FF5BD6860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45737434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51AA6E34-BE23-426A-AC5D-65840D21E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EF02E27-601C-45EB-B3DB-A50EDA4ECE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DCD2D60-F565-4655-A483-936796F0158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이제 경계를 걸치는 합 계산</a:t>
            </a:r>
          </a:p>
        </p:txBody>
      </p:sp>
      <p:sp>
        <p:nvSpPr>
          <p:cNvPr id="4" name="diagram-line-100">
            <a:extLst>
              <a:ext uri="{FF2B5EF4-FFF2-40B4-BE49-F238E27FC236}">
                <a16:creationId xmlns:a16="http://schemas.microsoft.com/office/drawing/2014/main" id="{438251E0-547D-4421-A8FC-109FA252D54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E1FF0D8-CF1D-4E4B-8996-9DFBB0BD68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1입니다. 왼쪽 스캔은 a[1] = −5부터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5BCC06F-5D81-4A89-91A6-544A397CE59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705D6-DC0F-4991-ABF6-4441F4FB54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124</a:t>
            </a:r>
            <a:endParaRPr sz="1050" b="0">
              <a:solidFill>
                <a:srgbClr val="151515"/>
              </a:solidFill>
              <a:latin typeface="Consolas"/>
              <a:ea typeface="Consolas"/>
              <a:cs typeface="Consolas"/>
            </a:endParaRPr>
          </a:p>
        </p:txBody>
      </p:sp>
      <p:sp>
        <p:nvSpPr>
          <p:cNvPr id="8" name="row-101-label">
            <a:extLst>
              <a:ext uri="{FF2B5EF4-FFF2-40B4-BE49-F238E27FC236}">
                <a16:creationId xmlns:a16="http://schemas.microsoft.com/office/drawing/2014/main" id="{72D557B2-043F-44C1-9F6E-9F3C50666EF3}"/>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8E56E036-B0CA-4DED-BF73-A7E8AFE51AB2}"/>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1-0">
            <a:extLst>
              <a:ext uri="{FF2B5EF4-FFF2-40B4-BE49-F238E27FC236}">
                <a16:creationId xmlns:a16="http://schemas.microsoft.com/office/drawing/2014/main" id="{931FA83F-39A5-4DBF-89D1-5A38C82BD11A}"/>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1">
            <a:extLst>
              <a:ext uri="{FF2B5EF4-FFF2-40B4-BE49-F238E27FC236}">
                <a16:creationId xmlns:a16="http://schemas.microsoft.com/office/drawing/2014/main" id="{7566434E-189B-49F4-ACF8-047C4483C314}"/>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1-2">
            <a:extLst>
              <a:ext uri="{FF2B5EF4-FFF2-40B4-BE49-F238E27FC236}">
                <a16:creationId xmlns:a16="http://schemas.microsoft.com/office/drawing/2014/main" id="{19E99103-792D-4308-84D3-0BC6E864E788}"/>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1-3">
            <a:extLst>
              <a:ext uri="{FF2B5EF4-FFF2-40B4-BE49-F238E27FC236}">
                <a16:creationId xmlns:a16="http://schemas.microsoft.com/office/drawing/2014/main" id="{2A2DE7D8-411E-416D-9671-967C479859EA}"/>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1-4">
            <a:extLst>
              <a:ext uri="{FF2B5EF4-FFF2-40B4-BE49-F238E27FC236}">
                <a16:creationId xmlns:a16="http://schemas.microsoft.com/office/drawing/2014/main" id="{AF20E355-948E-42C8-BA14-EEDCB0D5FAEC}"/>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1-5">
            <a:extLst>
              <a:ext uri="{FF2B5EF4-FFF2-40B4-BE49-F238E27FC236}">
                <a16:creationId xmlns:a16="http://schemas.microsoft.com/office/drawing/2014/main" id="{C4E1D8B3-E95C-470A-AC18-C01FA7AA2381}"/>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1-6">
            <a:extLst>
              <a:ext uri="{FF2B5EF4-FFF2-40B4-BE49-F238E27FC236}">
                <a16:creationId xmlns:a16="http://schemas.microsoft.com/office/drawing/2014/main" id="{6DC054B9-D503-49C6-8D40-3C7F854FB267}"/>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1-7">
            <a:extLst>
              <a:ext uri="{FF2B5EF4-FFF2-40B4-BE49-F238E27FC236}">
                <a16:creationId xmlns:a16="http://schemas.microsoft.com/office/drawing/2014/main" id="{6AD5A3FA-85AE-490C-BF4B-35D4636668E6}"/>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2">
            <a:extLst>
              <a:ext uri="{FF2B5EF4-FFF2-40B4-BE49-F238E27FC236}">
                <a16:creationId xmlns:a16="http://schemas.microsoft.com/office/drawing/2014/main" id="{F573B88E-ECC7-418F-A02B-447583FEB5ED}"/>
              </a:ext>
            </a:extLst>
          </p:cNvPr>
          <p:cNvSpPr>
            <a:spLocks noGrp="1"/>
          </p:cNvSpPr>
          <p:nvPr/>
        </p:nvSpPr>
        <p:spPr>
          <a:xfrm>
            <a:off x="4562475" y="2943225"/>
            <a:ext cx="19050" cy="666750"/>
          </a:xfrm>
          <a:prstGeom prst="rect">
            <a:avLst/>
          </a:prstGeom>
          <a:solidFill>
            <a:srgbClr val="9A5900"/>
          </a:solidFill>
          <a:ln w="0">
            <a:noFill/>
          </a:ln>
        </p:spPr>
      </p:sp>
      <p:sp>
        <p:nvSpPr>
          <p:cNvPr id="19" name="pointer-101">
            <a:extLst>
              <a:ext uri="{FF2B5EF4-FFF2-40B4-BE49-F238E27FC236}">
                <a16:creationId xmlns:a16="http://schemas.microsoft.com/office/drawing/2014/main" id="{3E78B25F-84D4-4A84-9582-6E1E09019FA2}"/>
              </a:ext>
            </a:extLst>
          </p:cNvPr>
          <p:cNvSpPr>
            <a:spLocks noGrp="1"/>
          </p:cNvSpPr>
          <p:nvPr/>
        </p:nvSpPr>
        <p:spPr>
          <a:xfrm>
            <a:off x="33909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initial-left-sum">
            <a:extLst>
              <a:ext uri="{FF2B5EF4-FFF2-40B4-BE49-F238E27FC236}">
                <a16:creationId xmlns:a16="http://schemas.microsoft.com/office/drawing/2014/main" id="{5005737E-2F17-4D4A-8B58-D4565B62851D}"/>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EBEC51FC-8365-4BC5-9965-89ADDEE86DC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3, right_max = 12.</a:t>
            </a:r>
          </a:p>
        </p:txBody>
      </p:sp>
    </p:spTree>
    <p:extLst>
      <p:ext uri="{BB962C8B-B14F-4D97-AF65-F5344CB8AC3E}">
        <p14:creationId xmlns:p14="http://schemas.microsoft.com/office/powerpoint/2010/main" val="73310501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F30BF2-1E38-4004-944A-D380D5BC67A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D553391-E41C-4B7A-B31B-09C09E2C81F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84399FD-E5B0-4431-9E3F-9F6D7E42B31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1/2</a:t>
            </a:r>
          </a:p>
        </p:txBody>
      </p:sp>
      <p:sp>
        <p:nvSpPr>
          <p:cNvPr id="4" name="diagram-line-103">
            <a:extLst>
              <a:ext uri="{FF2B5EF4-FFF2-40B4-BE49-F238E27FC236}">
                <a16:creationId xmlns:a16="http://schemas.microsoft.com/office/drawing/2014/main" id="{51DCE38C-5FA6-4F51-8AD6-1A3B0B04F4C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6C0525-F230-482F-8EDE-27317DE8F8C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969FD42C-DA6A-4E8A-9968-01B1462B02D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1DB078-C45C-4C40-9D2C-C192DC025D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125</a:t>
            </a:r>
            <a:endParaRPr sz="1050" b="0">
              <a:solidFill>
                <a:srgbClr val="151515"/>
              </a:solidFill>
              <a:latin typeface="Consolas"/>
              <a:ea typeface="Consolas"/>
              <a:cs typeface="Consolas"/>
            </a:endParaRPr>
          </a:p>
        </p:txBody>
      </p:sp>
      <p:sp>
        <p:nvSpPr>
          <p:cNvPr id="8" name="row-104-label">
            <a:extLst>
              <a:ext uri="{FF2B5EF4-FFF2-40B4-BE49-F238E27FC236}">
                <a16:creationId xmlns:a16="http://schemas.microsoft.com/office/drawing/2014/main" id="{CD7FEEC0-AEBF-44D1-BA33-5837FD63E248}"/>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59A6A8B-513E-4C01-8735-0D5CD5C5F727}"/>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4-0">
            <a:extLst>
              <a:ext uri="{FF2B5EF4-FFF2-40B4-BE49-F238E27FC236}">
                <a16:creationId xmlns:a16="http://schemas.microsoft.com/office/drawing/2014/main" id="{62FEC8F0-91D1-448D-853F-B3AFB078C80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4-1">
            <a:extLst>
              <a:ext uri="{FF2B5EF4-FFF2-40B4-BE49-F238E27FC236}">
                <a16:creationId xmlns:a16="http://schemas.microsoft.com/office/drawing/2014/main" id="{9ACFF57D-3EDF-4F23-B4AE-180E8520227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4-2">
            <a:extLst>
              <a:ext uri="{FF2B5EF4-FFF2-40B4-BE49-F238E27FC236}">
                <a16:creationId xmlns:a16="http://schemas.microsoft.com/office/drawing/2014/main" id="{AD87DF41-F85E-44DE-A038-7159E99B85B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4-3">
            <a:extLst>
              <a:ext uri="{FF2B5EF4-FFF2-40B4-BE49-F238E27FC236}">
                <a16:creationId xmlns:a16="http://schemas.microsoft.com/office/drawing/2014/main" id="{6C837484-EDC5-4B4E-AFB1-CAFA1AF9B2C0}"/>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4">
            <a:extLst>
              <a:ext uri="{FF2B5EF4-FFF2-40B4-BE49-F238E27FC236}">
                <a16:creationId xmlns:a16="http://schemas.microsoft.com/office/drawing/2014/main" id="{87EE7644-0674-4BB1-BFE2-E14D8F1B419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4-5">
            <a:extLst>
              <a:ext uri="{FF2B5EF4-FFF2-40B4-BE49-F238E27FC236}">
                <a16:creationId xmlns:a16="http://schemas.microsoft.com/office/drawing/2014/main" id="{B5FA7449-D66B-4C66-A0A9-0E545C3ACAF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4-6">
            <a:extLst>
              <a:ext uri="{FF2B5EF4-FFF2-40B4-BE49-F238E27FC236}">
                <a16:creationId xmlns:a16="http://schemas.microsoft.com/office/drawing/2014/main" id="{5307C4C8-2EF6-4EF1-AE5C-9CF8A532DC6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4-7">
            <a:extLst>
              <a:ext uri="{FF2B5EF4-FFF2-40B4-BE49-F238E27FC236}">
                <a16:creationId xmlns:a16="http://schemas.microsoft.com/office/drawing/2014/main" id="{FAE5108F-7304-43F5-A542-8FA2DBCA25E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5">
            <a:extLst>
              <a:ext uri="{FF2B5EF4-FFF2-40B4-BE49-F238E27FC236}">
                <a16:creationId xmlns:a16="http://schemas.microsoft.com/office/drawing/2014/main" id="{02BF3A1B-9CCA-4A1E-8118-5E41583AA82F}"/>
              </a:ext>
            </a:extLst>
          </p:cNvPr>
          <p:cNvSpPr>
            <a:spLocks noGrp="1"/>
          </p:cNvSpPr>
          <p:nvPr/>
        </p:nvSpPr>
        <p:spPr>
          <a:xfrm>
            <a:off x="4562475" y="2743200"/>
            <a:ext cx="19050" cy="666750"/>
          </a:xfrm>
          <a:prstGeom prst="rect">
            <a:avLst/>
          </a:prstGeom>
          <a:solidFill>
            <a:srgbClr val="9A5900"/>
          </a:solidFill>
          <a:ln w="0">
            <a:noFill/>
          </a:ln>
        </p:spPr>
      </p:sp>
      <p:sp>
        <p:nvSpPr>
          <p:cNvPr id="19" name="pointer-104">
            <a:extLst>
              <a:ext uri="{FF2B5EF4-FFF2-40B4-BE49-F238E27FC236}">
                <a16:creationId xmlns:a16="http://schemas.microsoft.com/office/drawing/2014/main" id="{287813E8-435F-47E4-B5E2-E90FCFE0D2EB}"/>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A47354BF-DEC1-49BA-A78D-24EE11BCFD1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3F15107D-BDE3-4443-BE3C-1DF1F2231FA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06-label">
            <a:extLst>
              <a:ext uri="{FF2B5EF4-FFF2-40B4-BE49-F238E27FC236}">
                <a16:creationId xmlns:a16="http://schemas.microsoft.com/office/drawing/2014/main" id="{AE95D8C2-FBF3-41AC-B2B9-EA81F051D77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4F3B32B-B80A-4E0A-883B-9D234C15EE3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06-0">
            <a:extLst>
              <a:ext uri="{FF2B5EF4-FFF2-40B4-BE49-F238E27FC236}">
                <a16:creationId xmlns:a16="http://schemas.microsoft.com/office/drawing/2014/main" id="{A165B043-72C4-480B-B211-D2372CFBAB8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06-1">
            <a:extLst>
              <a:ext uri="{FF2B5EF4-FFF2-40B4-BE49-F238E27FC236}">
                <a16:creationId xmlns:a16="http://schemas.microsoft.com/office/drawing/2014/main" id="{F05539DB-1CA3-44CB-9132-0D763C50078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06-2">
            <a:extLst>
              <a:ext uri="{FF2B5EF4-FFF2-40B4-BE49-F238E27FC236}">
                <a16:creationId xmlns:a16="http://schemas.microsoft.com/office/drawing/2014/main" id="{1B779198-C071-4940-9E3B-D63EB3ADC0AF}"/>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06-3">
            <a:extLst>
              <a:ext uri="{FF2B5EF4-FFF2-40B4-BE49-F238E27FC236}">
                <a16:creationId xmlns:a16="http://schemas.microsoft.com/office/drawing/2014/main" id="{3278858F-90BC-4C1F-8452-02C981CAB76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06-4">
            <a:extLst>
              <a:ext uri="{FF2B5EF4-FFF2-40B4-BE49-F238E27FC236}">
                <a16:creationId xmlns:a16="http://schemas.microsoft.com/office/drawing/2014/main" id="{A7F64136-5D61-4505-8397-6509037A160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06-5">
            <a:extLst>
              <a:ext uri="{FF2B5EF4-FFF2-40B4-BE49-F238E27FC236}">
                <a16:creationId xmlns:a16="http://schemas.microsoft.com/office/drawing/2014/main" id="{86A05A7E-C99F-4363-9C06-1CB9F18A1FE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06-6">
            <a:extLst>
              <a:ext uri="{FF2B5EF4-FFF2-40B4-BE49-F238E27FC236}">
                <a16:creationId xmlns:a16="http://schemas.microsoft.com/office/drawing/2014/main" id="{37B10C82-1911-4291-8217-293D6A15D2D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06-7">
            <a:extLst>
              <a:ext uri="{FF2B5EF4-FFF2-40B4-BE49-F238E27FC236}">
                <a16:creationId xmlns:a16="http://schemas.microsoft.com/office/drawing/2014/main" id="{00CA20AB-093C-4846-ADA8-8633800E010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07">
            <a:extLst>
              <a:ext uri="{FF2B5EF4-FFF2-40B4-BE49-F238E27FC236}">
                <a16:creationId xmlns:a16="http://schemas.microsoft.com/office/drawing/2014/main" id="{A11A4868-EDF3-45E1-A635-33F28C5FEB02}"/>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DDEF6FC-6CA2-479F-B36E-769F03877B7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422345691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62627CD4-D23C-499B-826D-009E334C590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7C600FD-37FE-4913-B53D-8815DA3A1F2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54136F8-5315-454C-9BFD-A0887ADEDC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2/2</a:t>
            </a:r>
          </a:p>
        </p:txBody>
      </p:sp>
      <p:sp>
        <p:nvSpPr>
          <p:cNvPr id="4" name="diagram-line-108">
            <a:extLst>
              <a:ext uri="{FF2B5EF4-FFF2-40B4-BE49-F238E27FC236}">
                <a16:creationId xmlns:a16="http://schemas.microsoft.com/office/drawing/2014/main" id="{93B14B9F-C0D0-4396-8CA4-9DA9336FA0F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5A16204-04EF-4F82-8881-5228DF95BC3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−5 → left_sum 갱신.</a:t>
            </a:r>
          </a:p>
        </p:txBody>
      </p:sp>
      <p:sp>
        <p:nvSpPr>
          <p:cNvPr id="6" name="footer">
            <a:extLst>
              <a:ext uri="{FF2B5EF4-FFF2-40B4-BE49-F238E27FC236}">
                <a16:creationId xmlns:a16="http://schemas.microsoft.com/office/drawing/2014/main" id="{CE73B040-7E6D-4F8B-9BB1-E356159545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C475082-9B19-4948-98A5-3B924680BF1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126</a:t>
            </a:r>
            <a:endParaRPr sz="1050" b="0">
              <a:solidFill>
                <a:srgbClr val="151515"/>
              </a:solidFill>
              <a:latin typeface="Consolas"/>
              <a:ea typeface="Consolas"/>
              <a:cs typeface="Consolas"/>
            </a:endParaRPr>
          </a:p>
        </p:txBody>
      </p:sp>
      <p:sp>
        <p:nvSpPr>
          <p:cNvPr id="8" name="row-109-label">
            <a:extLst>
              <a:ext uri="{FF2B5EF4-FFF2-40B4-BE49-F238E27FC236}">
                <a16:creationId xmlns:a16="http://schemas.microsoft.com/office/drawing/2014/main" id="{3235480C-64E8-45B3-89C2-F1397B9EC05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675BE5B-FB8F-499E-9AD8-9D10FCE8BCD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9-0">
            <a:extLst>
              <a:ext uri="{FF2B5EF4-FFF2-40B4-BE49-F238E27FC236}">
                <a16:creationId xmlns:a16="http://schemas.microsoft.com/office/drawing/2014/main" id="{3F6A9DDB-8FCD-40F5-8895-8C9A547E455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9-1">
            <a:extLst>
              <a:ext uri="{FF2B5EF4-FFF2-40B4-BE49-F238E27FC236}">
                <a16:creationId xmlns:a16="http://schemas.microsoft.com/office/drawing/2014/main" id="{9D83D6F1-8E3C-4161-8FC8-B15121DCBE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9-2">
            <a:extLst>
              <a:ext uri="{FF2B5EF4-FFF2-40B4-BE49-F238E27FC236}">
                <a16:creationId xmlns:a16="http://schemas.microsoft.com/office/drawing/2014/main" id="{7707A91F-F718-4F95-BCF5-1FAE4356C63E}"/>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9-3">
            <a:extLst>
              <a:ext uri="{FF2B5EF4-FFF2-40B4-BE49-F238E27FC236}">
                <a16:creationId xmlns:a16="http://schemas.microsoft.com/office/drawing/2014/main" id="{054F3BD1-83C1-4C91-A418-ACE132D7D30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9-4">
            <a:extLst>
              <a:ext uri="{FF2B5EF4-FFF2-40B4-BE49-F238E27FC236}">
                <a16:creationId xmlns:a16="http://schemas.microsoft.com/office/drawing/2014/main" id="{F1821C0A-EB41-46EF-B90A-7B966BB0CAD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9-5">
            <a:extLst>
              <a:ext uri="{FF2B5EF4-FFF2-40B4-BE49-F238E27FC236}">
                <a16:creationId xmlns:a16="http://schemas.microsoft.com/office/drawing/2014/main" id="{036B00DB-644F-427D-B57C-3619B39CC2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9-6">
            <a:extLst>
              <a:ext uri="{FF2B5EF4-FFF2-40B4-BE49-F238E27FC236}">
                <a16:creationId xmlns:a16="http://schemas.microsoft.com/office/drawing/2014/main" id="{85A41DE3-2627-4484-A7C8-FF6DA78E03F1}"/>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9-7">
            <a:extLst>
              <a:ext uri="{FF2B5EF4-FFF2-40B4-BE49-F238E27FC236}">
                <a16:creationId xmlns:a16="http://schemas.microsoft.com/office/drawing/2014/main" id="{01F9E611-CD28-4969-9001-AB576FA9593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0">
            <a:extLst>
              <a:ext uri="{FF2B5EF4-FFF2-40B4-BE49-F238E27FC236}">
                <a16:creationId xmlns:a16="http://schemas.microsoft.com/office/drawing/2014/main" id="{786B69A5-F2AE-4A11-ADFD-5088FBC8F9C3}"/>
              </a:ext>
            </a:extLst>
          </p:cNvPr>
          <p:cNvSpPr>
            <a:spLocks noGrp="1"/>
          </p:cNvSpPr>
          <p:nvPr/>
        </p:nvSpPr>
        <p:spPr>
          <a:xfrm>
            <a:off x="4562475" y="2743200"/>
            <a:ext cx="19050" cy="666750"/>
          </a:xfrm>
          <a:prstGeom prst="rect">
            <a:avLst/>
          </a:prstGeom>
          <a:solidFill>
            <a:srgbClr val="9A5900"/>
          </a:solidFill>
          <a:ln w="0">
            <a:noFill/>
          </a:ln>
        </p:spPr>
      </p:sp>
      <p:sp>
        <p:nvSpPr>
          <p:cNvPr id="19" name="pointer-109">
            <a:extLst>
              <a:ext uri="{FF2B5EF4-FFF2-40B4-BE49-F238E27FC236}">
                <a16:creationId xmlns:a16="http://schemas.microsoft.com/office/drawing/2014/main" id="{F3272A5A-8DAD-4358-8356-BBB42E46B9FB}"/>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7C31FDC7-5B34-46FA-8B3B-C8783DFCACA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−2</a:t>
            </a:r>
          </a:p>
        </p:txBody>
      </p:sp>
      <p:sp>
        <p:nvSpPr>
          <p:cNvPr id="21" name="best-equation">
            <a:extLst>
              <a:ext uri="{FF2B5EF4-FFF2-40B4-BE49-F238E27FC236}">
                <a16:creationId xmlns:a16="http://schemas.microsoft.com/office/drawing/2014/main" id="{EF83F9F9-66BD-4AA1-AC7E-5D4E4013C86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−5 → −2</a:t>
            </a:r>
          </a:p>
        </p:txBody>
      </p:sp>
      <p:sp>
        <p:nvSpPr>
          <p:cNvPr id="22" name="row-111-label">
            <a:extLst>
              <a:ext uri="{FF2B5EF4-FFF2-40B4-BE49-F238E27FC236}">
                <a16:creationId xmlns:a16="http://schemas.microsoft.com/office/drawing/2014/main" id="{361B76C2-880A-4397-B5D0-39A94B6C50A3}"/>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075C654C-816A-4A7B-9765-6788533AB8F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1-0">
            <a:extLst>
              <a:ext uri="{FF2B5EF4-FFF2-40B4-BE49-F238E27FC236}">
                <a16:creationId xmlns:a16="http://schemas.microsoft.com/office/drawing/2014/main" id="{0FD3ADD2-0D67-4568-8BF5-4AEE689F4C3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1-1">
            <a:extLst>
              <a:ext uri="{FF2B5EF4-FFF2-40B4-BE49-F238E27FC236}">
                <a16:creationId xmlns:a16="http://schemas.microsoft.com/office/drawing/2014/main" id="{525C66C3-A32E-4CE2-A15E-C471543997C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1-2">
            <a:extLst>
              <a:ext uri="{FF2B5EF4-FFF2-40B4-BE49-F238E27FC236}">
                <a16:creationId xmlns:a16="http://schemas.microsoft.com/office/drawing/2014/main" id="{DCE5855B-027C-4D3C-AA60-958F15FD711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1-3">
            <a:extLst>
              <a:ext uri="{FF2B5EF4-FFF2-40B4-BE49-F238E27FC236}">
                <a16:creationId xmlns:a16="http://schemas.microsoft.com/office/drawing/2014/main" id="{A6083194-A03E-4521-9E30-BCBF48250A0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1-4">
            <a:extLst>
              <a:ext uri="{FF2B5EF4-FFF2-40B4-BE49-F238E27FC236}">
                <a16:creationId xmlns:a16="http://schemas.microsoft.com/office/drawing/2014/main" id="{E584D4B2-539E-4C1A-80B0-0FD8966C07D1}"/>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1-5">
            <a:extLst>
              <a:ext uri="{FF2B5EF4-FFF2-40B4-BE49-F238E27FC236}">
                <a16:creationId xmlns:a16="http://schemas.microsoft.com/office/drawing/2014/main" id="{DA75B9A7-D20B-4942-A2BF-9221C5CDE32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1-6">
            <a:extLst>
              <a:ext uri="{FF2B5EF4-FFF2-40B4-BE49-F238E27FC236}">
                <a16:creationId xmlns:a16="http://schemas.microsoft.com/office/drawing/2014/main" id="{55E0E667-F564-4831-9894-6638D0CBBB4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1-7">
            <a:extLst>
              <a:ext uri="{FF2B5EF4-FFF2-40B4-BE49-F238E27FC236}">
                <a16:creationId xmlns:a16="http://schemas.microsoft.com/office/drawing/2014/main" id="{1EF734C4-2D31-453C-8AC7-F19E0EFF42C7}"/>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12">
            <a:extLst>
              <a:ext uri="{FF2B5EF4-FFF2-40B4-BE49-F238E27FC236}">
                <a16:creationId xmlns:a16="http://schemas.microsoft.com/office/drawing/2014/main" id="{4AC0A6CA-3A73-4522-A302-F4A39C0D4180}"/>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95E407B-45CF-4DB4-8DF5-8D4C7866D0C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96391582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BAE5F75E-B02E-49AC-86E7-F332C3706B8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BCA2F7-7567-41F4-83E2-BF0BC26C40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9BBB3-F8AA-41D3-94EE-B5FA4C3FD6E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오른쪽은 합을 0으로 다시 시작</a:t>
            </a:r>
          </a:p>
        </p:txBody>
      </p:sp>
      <p:sp>
        <p:nvSpPr>
          <p:cNvPr id="4" name="diagram-line-113">
            <a:extLst>
              <a:ext uri="{FF2B5EF4-FFF2-40B4-BE49-F238E27FC236}">
                <a16:creationId xmlns:a16="http://schemas.microsoft.com/office/drawing/2014/main" id="{3FDDD9B8-DA57-4453-BC5A-95E74C8351A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558B0D6-9F80-40B3-A88B-A747E8101B3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2부터 오른쪽을 훑습니다.</a:t>
            </a:r>
          </a:p>
        </p:txBody>
      </p:sp>
      <p:sp>
        <p:nvSpPr>
          <p:cNvPr id="6" name="footer">
            <a:extLst>
              <a:ext uri="{FF2B5EF4-FFF2-40B4-BE49-F238E27FC236}">
                <a16:creationId xmlns:a16="http://schemas.microsoft.com/office/drawing/2014/main" id="{F3FB696F-0981-4E0E-AA41-DB745759084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3B249AE-2118-4CBF-8EE2-881F834EA48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127</a:t>
            </a:r>
            <a:endParaRPr sz="1050" b="0">
              <a:solidFill>
                <a:srgbClr val="151515"/>
              </a:solidFill>
              <a:latin typeface="Consolas"/>
              <a:ea typeface="Consolas"/>
              <a:cs typeface="Consolas"/>
            </a:endParaRPr>
          </a:p>
        </p:txBody>
      </p:sp>
      <p:sp>
        <p:nvSpPr>
          <p:cNvPr id="8" name="row-114-label">
            <a:extLst>
              <a:ext uri="{FF2B5EF4-FFF2-40B4-BE49-F238E27FC236}">
                <a16:creationId xmlns:a16="http://schemas.microsoft.com/office/drawing/2014/main" id="{A2323B52-2CF3-4FDD-8A27-D14DC4F6C662}"/>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9B14AECE-B7D5-4861-B14E-321029DC3549}"/>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4-0">
            <a:extLst>
              <a:ext uri="{FF2B5EF4-FFF2-40B4-BE49-F238E27FC236}">
                <a16:creationId xmlns:a16="http://schemas.microsoft.com/office/drawing/2014/main" id="{494CC289-8C50-4809-9853-04866C4B57DB}"/>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4-1">
            <a:extLst>
              <a:ext uri="{FF2B5EF4-FFF2-40B4-BE49-F238E27FC236}">
                <a16:creationId xmlns:a16="http://schemas.microsoft.com/office/drawing/2014/main" id="{08C1FBE9-DB33-4490-9815-7E56C6457B0F}"/>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4-2">
            <a:extLst>
              <a:ext uri="{FF2B5EF4-FFF2-40B4-BE49-F238E27FC236}">
                <a16:creationId xmlns:a16="http://schemas.microsoft.com/office/drawing/2014/main" id="{5233C3FF-FA13-4312-8AF5-FA64F5342591}"/>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4-3">
            <a:extLst>
              <a:ext uri="{FF2B5EF4-FFF2-40B4-BE49-F238E27FC236}">
                <a16:creationId xmlns:a16="http://schemas.microsoft.com/office/drawing/2014/main" id="{C4C9FD09-B9D6-48DF-9ECC-831F1451AA56}"/>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4-4">
            <a:extLst>
              <a:ext uri="{FF2B5EF4-FFF2-40B4-BE49-F238E27FC236}">
                <a16:creationId xmlns:a16="http://schemas.microsoft.com/office/drawing/2014/main" id="{7473ED5D-527E-4284-97C6-22518A8152D2}"/>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4-5">
            <a:extLst>
              <a:ext uri="{FF2B5EF4-FFF2-40B4-BE49-F238E27FC236}">
                <a16:creationId xmlns:a16="http://schemas.microsoft.com/office/drawing/2014/main" id="{763BA46D-E0AB-4C53-9C50-55DD3F295F70}"/>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4-6">
            <a:extLst>
              <a:ext uri="{FF2B5EF4-FFF2-40B4-BE49-F238E27FC236}">
                <a16:creationId xmlns:a16="http://schemas.microsoft.com/office/drawing/2014/main" id="{F8953FD0-C07D-4342-AA34-BEA8ED2B30A4}"/>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4-7">
            <a:extLst>
              <a:ext uri="{FF2B5EF4-FFF2-40B4-BE49-F238E27FC236}">
                <a16:creationId xmlns:a16="http://schemas.microsoft.com/office/drawing/2014/main" id="{569B9E92-E280-4C36-87FD-44C46D1A4021}"/>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5">
            <a:extLst>
              <a:ext uri="{FF2B5EF4-FFF2-40B4-BE49-F238E27FC236}">
                <a16:creationId xmlns:a16="http://schemas.microsoft.com/office/drawing/2014/main" id="{EF07C0C9-BDC2-4CA6-8057-DCA94651790B}"/>
              </a:ext>
            </a:extLst>
          </p:cNvPr>
          <p:cNvSpPr>
            <a:spLocks noGrp="1"/>
          </p:cNvSpPr>
          <p:nvPr/>
        </p:nvSpPr>
        <p:spPr>
          <a:xfrm>
            <a:off x="4562475" y="2781300"/>
            <a:ext cx="19050" cy="666750"/>
          </a:xfrm>
          <a:prstGeom prst="rect">
            <a:avLst/>
          </a:prstGeom>
          <a:solidFill>
            <a:srgbClr val="9A5900"/>
          </a:solidFill>
          <a:ln w="0">
            <a:noFill/>
          </a:ln>
        </p:spPr>
      </p:sp>
      <p:sp>
        <p:nvSpPr>
          <p:cNvPr id="19" name="pointer-114">
            <a:extLst>
              <a:ext uri="{FF2B5EF4-FFF2-40B4-BE49-F238E27FC236}">
                <a16:creationId xmlns:a16="http://schemas.microsoft.com/office/drawing/2014/main" id="{0AA63A1E-D5D2-4465-A0FA-03D4CB65D79C}"/>
              </a:ext>
            </a:extLst>
          </p:cNvPr>
          <p:cNvSpPr>
            <a:spLocks noGrp="1"/>
          </p:cNvSpPr>
          <p:nvPr/>
        </p:nvSpPr>
        <p:spPr>
          <a:xfrm>
            <a:off x="44958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reset-equation">
            <a:extLst>
              <a:ext uri="{FF2B5EF4-FFF2-40B4-BE49-F238E27FC236}">
                <a16:creationId xmlns:a16="http://schemas.microsoft.com/office/drawing/2014/main" id="{0B80E32D-3496-43B1-A1E5-696326E70583}"/>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AF2ED17E-63E6-48A0-AF3F-5F87550A260A}"/>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D7EA9462-DC72-4C82-ABD4-AE923E1C13F8}"/>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6914E41B-9294-4F26-914B-B8FD4573494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a[2] = 12입니다. mid를 다시 읽지 않습니다.</a:t>
            </a:r>
          </a:p>
        </p:txBody>
      </p:sp>
    </p:spTree>
    <p:extLst>
      <p:ext uri="{BB962C8B-B14F-4D97-AF65-F5344CB8AC3E}">
        <p14:creationId xmlns:p14="http://schemas.microsoft.com/office/powerpoint/2010/main" val="421043021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F287460-249D-44BE-9461-102B1A2D35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E52A77D-015A-45B9-8F87-F15C967FBDD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70EFEE-E562-4E17-99E8-F643AAFF7F3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1/2</a:t>
            </a:r>
          </a:p>
        </p:txBody>
      </p:sp>
      <p:sp>
        <p:nvSpPr>
          <p:cNvPr id="4" name="diagram-line-116">
            <a:extLst>
              <a:ext uri="{FF2B5EF4-FFF2-40B4-BE49-F238E27FC236}">
                <a16:creationId xmlns:a16="http://schemas.microsoft.com/office/drawing/2014/main" id="{4D4C8C5A-E95E-4727-A12E-C3FBDC43D0A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F12057F-F30E-4113-B9F8-C57824F7C8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right_sum 갱신.</a:t>
            </a:r>
          </a:p>
        </p:txBody>
      </p:sp>
      <p:sp>
        <p:nvSpPr>
          <p:cNvPr id="6" name="footer">
            <a:extLst>
              <a:ext uri="{FF2B5EF4-FFF2-40B4-BE49-F238E27FC236}">
                <a16:creationId xmlns:a16="http://schemas.microsoft.com/office/drawing/2014/main" id="{CAD98C38-48C5-41E9-AA6B-73024A5E99C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F90808B-1969-4F7E-BD20-5BA4EE25156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128</a:t>
            </a:r>
            <a:endParaRPr sz="1050" b="0">
              <a:solidFill>
                <a:srgbClr val="151515"/>
              </a:solidFill>
              <a:latin typeface="Consolas"/>
              <a:ea typeface="Consolas"/>
              <a:cs typeface="Consolas"/>
            </a:endParaRPr>
          </a:p>
        </p:txBody>
      </p:sp>
      <p:sp>
        <p:nvSpPr>
          <p:cNvPr id="8" name="row-117-label">
            <a:extLst>
              <a:ext uri="{FF2B5EF4-FFF2-40B4-BE49-F238E27FC236}">
                <a16:creationId xmlns:a16="http://schemas.microsoft.com/office/drawing/2014/main" id="{A66082E0-3D84-4C0B-B0A4-1CC276014EC9}"/>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3A4B4D9-4884-4CF2-BC64-2D898D2B8BE0}"/>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7-0">
            <a:extLst>
              <a:ext uri="{FF2B5EF4-FFF2-40B4-BE49-F238E27FC236}">
                <a16:creationId xmlns:a16="http://schemas.microsoft.com/office/drawing/2014/main" id="{6A23762E-A203-4168-87F2-45EBF3E301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7-1">
            <a:extLst>
              <a:ext uri="{FF2B5EF4-FFF2-40B4-BE49-F238E27FC236}">
                <a16:creationId xmlns:a16="http://schemas.microsoft.com/office/drawing/2014/main" id="{66C885E3-C43C-4CC6-A3AA-402705EF96B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7-2">
            <a:extLst>
              <a:ext uri="{FF2B5EF4-FFF2-40B4-BE49-F238E27FC236}">
                <a16:creationId xmlns:a16="http://schemas.microsoft.com/office/drawing/2014/main" id="{D28F96D0-7ECD-4DF5-A3F8-955FCA0C3FB9}"/>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7-3">
            <a:extLst>
              <a:ext uri="{FF2B5EF4-FFF2-40B4-BE49-F238E27FC236}">
                <a16:creationId xmlns:a16="http://schemas.microsoft.com/office/drawing/2014/main" id="{0C7D595F-A7C8-4CEB-BE07-DF5698D9174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7-4">
            <a:extLst>
              <a:ext uri="{FF2B5EF4-FFF2-40B4-BE49-F238E27FC236}">
                <a16:creationId xmlns:a16="http://schemas.microsoft.com/office/drawing/2014/main" id="{4CD9C222-1F3F-484A-8B06-AA86BF12DB0C}"/>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7-5">
            <a:extLst>
              <a:ext uri="{FF2B5EF4-FFF2-40B4-BE49-F238E27FC236}">
                <a16:creationId xmlns:a16="http://schemas.microsoft.com/office/drawing/2014/main" id="{24C1864F-8740-4888-A007-881F5B863F1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7-6">
            <a:extLst>
              <a:ext uri="{FF2B5EF4-FFF2-40B4-BE49-F238E27FC236}">
                <a16:creationId xmlns:a16="http://schemas.microsoft.com/office/drawing/2014/main" id="{751E14F1-38B5-4D66-99AD-6E19C6AA9A0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7-7">
            <a:extLst>
              <a:ext uri="{FF2B5EF4-FFF2-40B4-BE49-F238E27FC236}">
                <a16:creationId xmlns:a16="http://schemas.microsoft.com/office/drawing/2014/main" id="{27E15000-C6CC-47F4-8109-2815CD89918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8">
            <a:extLst>
              <a:ext uri="{FF2B5EF4-FFF2-40B4-BE49-F238E27FC236}">
                <a16:creationId xmlns:a16="http://schemas.microsoft.com/office/drawing/2014/main" id="{088E6A2A-0F71-4D19-8C04-29A881C213D7}"/>
              </a:ext>
            </a:extLst>
          </p:cNvPr>
          <p:cNvSpPr>
            <a:spLocks noGrp="1"/>
          </p:cNvSpPr>
          <p:nvPr/>
        </p:nvSpPr>
        <p:spPr>
          <a:xfrm>
            <a:off x="4562475" y="2743200"/>
            <a:ext cx="19050" cy="666750"/>
          </a:xfrm>
          <a:prstGeom prst="rect">
            <a:avLst/>
          </a:prstGeom>
          <a:solidFill>
            <a:srgbClr val="9A5900"/>
          </a:solidFill>
          <a:ln w="0">
            <a:noFill/>
          </a:ln>
        </p:spPr>
      </p:sp>
      <p:sp>
        <p:nvSpPr>
          <p:cNvPr id="19" name="pointer-117">
            <a:extLst>
              <a:ext uri="{FF2B5EF4-FFF2-40B4-BE49-F238E27FC236}">
                <a16:creationId xmlns:a16="http://schemas.microsoft.com/office/drawing/2014/main" id="{2756ADB2-A0B6-49C1-94F9-99C3487F09DF}"/>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current-equation">
            <a:extLst>
              <a:ext uri="{FF2B5EF4-FFF2-40B4-BE49-F238E27FC236}">
                <a16:creationId xmlns:a16="http://schemas.microsoft.com/office/drawing/2014/main" id="{F1408DA0-DF27-4265-978E-DA72FBD32B2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B26B1A0E-636D-4ADF-A40B-FFA491917F1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12</a:t>
            </a:r>
          </a:p>
        </p:txBody>
      </p:sp>
      <p:sp>
        <p:nvSpPr>
          <p:cNvPr id="22" name="row-119-label">
            <a:extLst>
              <a:ext uri="{FF2B5EF4-FFF2-40B4-BE49-F238E27FC236}">
                <a16:creationId xmlns:a16="http://schemas.microsoft.com/office/drawing/2014/main" id="{03DC840A-A3F4-4363-A668-8266CB49DD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6653B36-41B6-42E4-B234-C59EDB44124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9-0">
            <a:extLst>
              <a:ext uri="{FF2B5EF4-FFF2-40B4-BE49-F238E27FC236}">
                <a16:creationId xmlns:a16="http://schemas.microsoft.com/office/drawing/2014/main" id="{EF8692AA-F238-4956-835A-CC7ACD2D37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9-1">
            <a:extLst>
              <a:ext uri="{FF2B5EF4-FFF2-40B4-BE49-F238E27FC236}">
                <a16:creationId xmlns:a16="http://schemas.microsoft.com/office/drawing/2014/main" id="{C57B615C-9191-4D2B-9A4E-D443DD2C898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9-2">
            <a:extLst>
              <a:ext uri="{FF2B5EF4-FFF2-40B4-BE49-F238E27FC236}">
                <a16:creationId xmlns:a16="http://schemas.microsoft.com/office/drawing/2014/main" id="{2A1D84C3-504A-4546-BF8C-9D31B864A34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9-3">
            <a:extLst>
              <a:ext uri="{FF2B5EF4-FFF2-40B4-BE49-F238E27FC236}">
                <a16:creationId xmlns:a16="http://schemas.microsoft.com/office/drawing/2014/main" id="{0FE85D63-7F6C-4629-B591-F5D517CBFE0F}"/>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9-4">
            <a:extLst>
              <a:ext uri="{FF2B5EF4-FFF2-40B4-BE49-F238E27FC236}">
                <a16:creationId xmlns:a16="http://schemas.microsoft.com/office/drawing/2014/main" id="{D24FA2DF-EB8D-4B55-B1DD-017CD04FFE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9-5">
            <a:extLst>
              <a:ext uri="{FF2B5EF4-FFF2-40B4-BE49-F238E27FC236}">
                <a16:creationId xmlns:a16="http://schemas.microsoft.com/office/drawing/2014/main" id="{87514568-9C41-4262-8E6F-64699AC2819E}"/>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9-6">
            <a:extLst>
              <a:ext uri="{FF2B5EF4-FFF2-40B4-BE49-F238E27FC236}">
                <a16:creationId xmlns:a16="http://schemas.microsoft.com/office/drawing/2014/main" id="{E78B7A6E-FF15-4DA6-87F5-C087881203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9-7">
            <a:extLst>
              <a:ext uri="{FF2B5EF4-FFF2-40B4-BE49-F238E27FC236}">
                <a16:creationId xmlns:a16="http://schemas.microsoft.com/office/drawing/2014/main" id="{73032103-6C10-4473-96E8-32F043698FA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0">
            <a:extLst>
              <a:ext uri="{FF2B5EF4-FFF2-40B4-BE49-F238E27FC236}">
                <a16:creationId xmlns:a16="http://schemas.microsoft.com/office/drawing/2014/main" id="{28EA47E4-95A6-4128-8030-445F24CEC009}"/>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401630-74F0-4DCE-864B-9DCD4F6C85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3: a[3] = −2을 현재 합 12에 더합니다.</a:t>
            </a:r>
          </a:p>
        </p:txBody>
      </p:sp>
    </p:spTree>
    <p:extLst>
      <p:ext uri="{BB962C8B-B14F-4D97-AF65-F5344CB8AC3E}">
        <p14:creationId xmlns:p14="http://schemas.microsoft.com/office/powerpoint/2010/main" val="215505044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8014BD7-5C22-4C4E-B8B9-C61F731913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0E83F50-41AC-4FCA-AD78-7D2F418A619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5F3688-1EB8-4FC3-8299-F5FDCE4AF45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2/2</a:t>
            </a:r>
          </a:p>
        </p:txBody>
      </p:sp>
      <p:sp>
        <p:nvSpPr>
          <p:cNvPr id="4" name="diagram-line-121">
            <a:extLst>
              <a:ext uri="{FF2B5EF4-FFF2-40B4-BE49-F238E27FC236}">
                <a16:creationId xmlns:a16="http://schemas.microsoft.com/office/drawing/2014/main" id="{AFF35024-71F8-4AF1-9E18-39A95358D6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21C0137-0B42-42BE-A656-3469A818ABE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 이전 기록 12 → right_sum 유지.</a:t>
            </a:r>
          </a:p>
        </p:txBody>
      </p:sp>
      <p:sp>
        <p:nvSpPr>
          <p:cNvPr id="6" name="footer">
            <a:extLst>
              <a:ext uri="{FF2B5EF4-FFF2-40B4-BE49-F238E27FC236}">
                <a16:creationId xmlns:a16="http://schemas.microsoft.com/office/drawing/2014/main" id="{96AD8ED6-DE14-418A-90E4-AF15A708A1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F077C67-A028-46FC-A7FC-43F2C7C5FE2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129</a:t>
            </a:r>
            <a:endParaRPr sz="1050" b="0">
              <a:solidFill>
                <a:srgbClr val="151515"/>
              </a:solidFill>
              <a:latin typeface="Consolas"/>
              <a:ea typeface="Consolas"/>
              <a:cs typeface="Consolas"/>
            </a:endParaRPr>
          </a:p>
        </p:txBody>
      </p:sp>
      <p:sp>
        <p:nvSpPr>
          <p:cNvPr id="8" name="row-122-label">
            <a:extLst>
              <a:ext uri="{FF2B5EF4-FFF2-40B4-BE49-F238E27FC236}">
                <a16:creationId xmlns:a16="http://schemas.microsoft.com/office/drawing/2014/main" id="{F2E31477-2A11-4C8C-88C8-4FE1CCFCCC9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1C48167-D177-40DF-8F4D-4F230EDDA37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2-0">
            <a:extLst>
              <a:ext uri="{FF2B5EF4-FFF2-40B4-BE49-F238E27FC236}">
                <a16:creationId xmlns:a16="http://schemas.microsoft.com/office/drawing/2014/main" id="{DDD35E16-59A8-40C6-B8C7-B9C69A7007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2-1">
            <a:extLst>
              <a:ext uri="{FF2B5EF4-FFF2-40B4-BE49-F238E27FC236}">
                <a16:creationId xmlns:a16="http://schemas.microsoft.com/office/drawing/2014/main" id="{6BB88C55-BA04-41E1-8A37-4EAF43ECAE8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2-2">
            <a:extLst>
              <a:ext uri="{FF2B5EF4-FFF2-40B4-BE49-F238E27FC236}">
                <a16:creationId xmlns:a16="http://schemas.microsoft.com/office/drawing/2014/main" id="{3A1F06ED-768E-4F7D-86B7-1DA81A9CB160}"/>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2-3">
            <a:extLst>
              <a:ext uri="{FF2B5EF4-FFF2-40B4-BE49-F238E27FC236}">
                <a16:creationId xmlns:a16="http://schemas.microsoft.com/office/drawing/2014/main" id="{F50FA6B8-4F17-4F14-879C-A42BB641A26C}"/>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2-4">
            <a:extLst>
              <a:ext uri="{FF2B5EF4-FFF2-40B4-BE49-F238E27FC236}">
                <a16:creationId xmlns:a16="http://schemas.microsoft.com/office/drawing/2014/main" id="{45B31B74-3091-4510-882B-787C96A4BE6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2-5">
            <a:extLst>
              <a:ext uri="{FF2B5EF4-FFF2-40B4-BE49-F238E27FC236}">
                <a16:creationId xmlns:a16="http://schemas.microsoft.com/office/drawing/2014/main" id="{CB1BE863-D491-4CF1-A39D-406F984B43A2}"/>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2-6">
            <a:extLst>
              <a:ext uri="{FF2B5EF4-FFF2-40B4-BE49-F238E27FC236}">
                <a16:creationId xmlns:a16="http://schemas.microsoft.com/office/drawing/2014/main" id="{CFFEFEED-01C8-4EF5-9705-6FF826C5EF0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2-7">
            <a:extLst>
              <a:ext uri="{FF2B5EF4-FFF2-40B4-BE49-F238E27FC236}">
                <a16:creationId xmlns:a16="http://schemas.microsoft.com/office/drawing/2014/main" id="{95490A1D-8D88-4B7E-A532-D7D19EFDEF3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23">
            <a:extLst>
              <a:ext uri="{FF2B5EF4-FFF2-40B4-BE49-F238E27FC236}">
                <a16:creationId xmlns:a16="http://schemas.microsoft.com/office/drawing/2014/main" id="{0CB7250D-D1AE-44CB-BFC7-D8456DAE1546}"/>
              </a:ext>
            </a:extLst>
          </p:cNvPr>
          <p:cNvSpPr>
            <a:spLocks noGrp="1"/>
          </p:cNvSpPr>
          <p:nvPr/>
        </p:nvSpPr>
        <p:spPr>
          <a:xfrm>
            <a:off x="4562475" y="2743200"/>
            <a:ext cx="19050" cy="666750"/>
          </a:xfrm>
          <a:prstGeom prst="rect">
            <a:avLst/>
          </a:prstGeom>
          <a:solidFill>
            <a:srgbClr val="9A5900"/>
          </a:solidFill>
          <a:ln w="0">
            <a:noFill/>
          </a:ln>
        </p:spPr>
      </p:sp>
      <p:sp>
        <p:nvSpPr>
          <p:cNvPr id="19" name="pointer-122">
            <a:extLst>
              <a:ext uri="{FF2B5EF4-FFF2-40B4-BE49-F238E27FC236}">
                <a16:creationId xmlns:a16="http://schemas.microsoft.com/office/drawing/2014/main" id="{DFD7D8E3-0DDD-481A-9ACB-82D598A2BCD4}"/>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06D3055D-DA57-48EB-B694-538C31D4346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12 + (−2) = 10</a:t>
            </a:r>
          </a:p>
        </p:txBody>
      </p:sp>
      <p:sp>
        <p:nvSpPr>
          <p:cNvPr id="21" name="best-equation">
            <a:extLst>
              <a:ext uri="{FF2B5EF4-FFF2-40B4-BE49-F238E27FC236}">
                <a16:creationId xmlns:a16="http://schemas.microsoft.com/office/drawing/2014/main" id="{84702323-CBC5-4096-ACFF-C5146C094B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12 유지</a:t>
            </a:r>
          </a:p>
        </p:txBody>
      </p:sp>
      <p:sp>
        <p:nvSpPr>
          <p:cNvPr id="22" name="row-124-label">
            <a:extLst>
              <a:ext uri="{FF2B5EF4-FFF2-40B4-BE49-F238E27FC236}">
                <a16:creationId xmlns:a16="http://schemas.microsoft.com/office/drawing/2014/main" id="{E1218189-5703-40D1-9F26-757A4000B78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ACC2474-7899-4289-90FF-5A1464B7A33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24-0">
            <a:extLst>
              <a:ext uri="{FF2B5EF4-FFF2-40B4-BE49-F238E27FC236}">
                <a16:creationId xmlns:a16="http://schemas.microsoft.com/office/drawing/2014/main" id="{4BBE6794-D2F8-4905-9D2E-F31446758C6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24-1">
            <a:extLst>
              <a:ext uri="{FF2B5EF4-FFF2-40B4-BE49-F238E27FC236}">
                <a16:creationId xmlns:a16="http://schemas.microsoft.com/office/drawing/2014/main" id="{5D876699-FEB7-43D6-B566-19DCED91C31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24-2">
            <a:extLst>
              <a:ext uri="{FF2B5EF4-FFF2-40B4-BE49-F238E27FC236}">
                <a16:creationId xmlns:a16="http://schemas.microsoft.com/office/drawing/2014/main" id="{3727B065-785A-4C2D-8C09-80A3359E9C81}"/>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24-3">
            <a:extLst>
              <a:ext uri="{FF2B5EF4-FFF2-40B4-BE49-F238E27FC236}">
                <a16:creationId xmlns:a16="http://schemas.microsoft.com/office/drawing/2014/main" id="{BB31F8B7-B81D-4B13-BAA7-F8617C18E8F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24-4">
            <a:extLst>
              <a:ext uri="{FF2B5EF4-FFF2-40B4-BE49-F238E27FC236}">
                <a16:creationId xmlns:a16="http://schemas.microsoft.com/office/drawing/2014/main" id="{975700E3-FC74-42E8-AB03-B8A2A6608F4E}"/>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24-5">
            <a:extLst>
              <a:ext uri="{FF2B5EF4-FFF2-40B4-BE49-F238E27FC236}">
                <a16:creationId xmlns:a16="http://schemas.microsoft.com/office/drawing/2014/main" id="{E7E0EC3A-26F8-46C3-8B16-DABB2AB8C13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24-6">
            <a:extLst>
              <a:ext uri="{FF2B5EF4-FFF2-40B4-BE49-F238E27FC236}">
                <a16:creationId xmlns:a16="http://schemas.microsoft.com/office/drawing/2014/main" id="{7218D64B-8112-43E7-9D28-958F2D4D8F0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24-7">
            <a:extLst>
              <a:ext uri="{FF2B5EF4-FFF2-40B4-BE49-F238E27FC236}">
                <a16:creationId xmlns:a16="http://schemas.microsoft.com/office/drawing/2014/main" id="{B95718E4-48E8-4D45-BC2F-EF1363C73B9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5">
            <a:extLst>
              <a:ext uri="{FF2B5EF4-FFF2-40B4-BE49-F238E27FC236}">
                <a16:creationId xmlns:a16="http://schemas.microsoft.com/office/drawing/2014/main" id="{C0405F00-5929-4B23-8F87-4EC3F18970BC}"/>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D37017E-ADD3-4C1E-B53A-4707C943739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677985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AA2B6C6-D3D4-4ADF-A0C6-BDDA20BD998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77375C-D804-459B-8AC0-DC910B98BF1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802F11-F528-4FC2-BB2B-9C53D62CAA4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경계에서 두 기록을 붙입니다</a:t>
            </a:r>
          </a:p>
        </p:txBody>
      </p:sp>
      <p:sp>
        <p:nvSpPr>
          <p:cNvPr id="4" name="diagram-line-126">
            <a:extLst>
              <a:ext uri="{FF2B5EF4-FFF2-40B4-BE49-F238E27FC236}">
                <a16:creationId xmlns:a16="http://schemas.microsoft.com/office/drawing/2014/main" id="{47D38799-974D-4BA8-9075-3F63BA0417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E7A59C5-D25F-4FCC-8FB8-71E6CADB2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12이므로 cross_max = 10입니다.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1와 2에서 맞닿아 빈틈 없이 이어집니다.</a:t>
            </a:r>
          </a:p>
        </p:txBody>
      </p:sp>
      <p:sp>
        <p:nvSpPr>
          <p:cNvPr id="6" name="footer">
            <a:extLst>
              <a:ext uri="{FF2B5EF4-FFF2-40B4-BE49-F238E27FC236}">
                <a16:creationId xmlns:a16="http://schemas.microsoft.com/office/drawing/2014/main" id="{8E71C840-2128-46D2-81A1-3E1A6CF80F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E0FD416-3439-466D-9F3D-222971D8D06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130</a:t>
            </a:r>
            <a:endParaRPr sz="1050" b="0">
              <a:solidFill>
                <a:srgbClr val="151515"/>
              </a:solidFill>
              <a:latin typeface="Consolas"/>
              <a:ea typeface="Consolas"/>
              <a:cs typeface="Consolas"/>
            </a:endParaRPr>
          </a:p>
        </p:txBody>
      </p:sp>
      <p:sp>
        <p:nvSpPr>
          <p:cNvPr id="8" name="row-127-label">
            <a:extLst>
              <a:ext uri="{FF2B5EF4-FFF2-40B4-BE49-F238E27FC236}">
                <a16:creationId xmlns:a16="http://schemas.microsoft.com/office/drawing/2014/main" id="{0D80D40B-5050-4AD2-9062-599F85D693CB}"/>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E3798B6A-C6A3-4672-96B9-C135267D0ECC}"/>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7-0">
            <a:extLst>
              <a:ext uri="{FF2B5EF4-FFF2-40B4-BE49-F238E27FC236}">
                <a16:creationId xmlns:a16="http://schemas.microsoft.com/office/drawing/2014/main" id="{BA9DDBE1-2BEF-43B2-A2FC-AE43EEE3EE2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7-1">
            <a:extLst>
              <a:ext uri="{FF2B5EF4-FFF2-40B4-BE49-F238E27FC236}">
                <a16:creationId xmlns:a16="http://schemas.microsoft.com/office/drawing/2014/main" id="{36529528-0EFD-456E-A921-EFFE4CD81D3D}"/>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7-2">
            <a:extLst>
              <a:ext uri="{FF2B5EF4-FFF2-40B4-BE49-F238E27FC236}">
                <a16:creationId xmlns:a16="http://schemas.microsoft.com/office/drawing/2014/main" id="{7AB6069A-6DA4-4D77-B2B5-FF95C9FA850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7-3">
            <a:extLst>
              <a:ext uri="{FF2B5EF4-FFF2-40B4-BE49-F238E27FC236}">
                <a16:creationId xmlns:a16="http://schemas.microsoft.com/office/drawing/2014/main" id="{B988E151-C573-4755-9661-FC31790E958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7-4">
            <a:extLst>
              <a:ext uri="{FF2B5EF4-FFF2-40B4-BE49-F238E27FC236}">
                <a16:creationId xmlns:a16="http://schemas.microsoft.com/office/drawing/2014/main" id="{4FE003A7-70B4-4166-8E1A-F5EC5F98B770}"/>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7-5">
            <a:extLst>
              <a:ext uri="{FF2B5EF4-FFF2-40B4-BE49-F238E27FC236}">
                <a16:creationId xmlns:a16="http://schemas.microsoft.com/office/drawing/2014/main" id="{212DAAA1-0210-4509-9797-93FE99B25702}"/>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7-6">
            <a:extLst>
              <a:ext uri="{FF2B5EF4-FFF2-40B4-BE49-F238E27FC236}">
                <a16:creationId xmlns:a16="http://schemas.microsoft.com/office/drawing/2014/main" id="{AF5337C1-F21B-48F1-BA45-4F6E5E3E87B5}"/>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7-7">
            <a:extLst>
              <a:ext uri="{FF2B5EF4-FFF2-40B4-BE49-F238E27FC236}">
                <a16:creationId xmlns:a16="http://schemas.microsoft.com/office/drawing/2014/main" id="{8FCE099A-5F7E-41D7-916A-512DF7F0BBC9}"/>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27">
            <a:extLst>
              <a:ext uri="{FF2B5EF4-FFF2-40B4-BE49-F238E27FC236}">
                <a16:creationId xmlns:a16="http://schemas.microsoft.com/office/drawing/2014/main" id="{D2BB5FA2-8BBE-4C55-A502-BAD584E36925}"/>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128-label">
            <a:extLst>
              <a:ext uri="{FF2B5EF4-FFF2-40B4-BE49-F238E27FC236}">
                <a16:creationId xmlns:a16="http://schemas.microsoft.com/office/drawing/2014/main" id="{DE2D3BF8-55C5-4599-90B8-97D4253C5435}"/>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5D2EC96-A3E4-49F4-A686-7C575F90E5E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28-0">
            <a:extLst>
              <a:ext uri="{FF2B5EF4-FFF2-40B4-BE49-F238E27FC236}">
                <a16:creationId xmlns:a16="http://schemas.microsoft.com/office/drawing/2014/main" id="{4CDC178E-381A-4563-9233-CB4457B5B655}"/>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28-1">
            <a:extLst>
              <a:ext uri="{FF2B5EF4-FFF2-40B4-BE49-F238E27FC236}">
                <a16:creationId xmlns:a16="http://schemas.microsoft.com/office/drawing/2014/main" id="{B1DF179C-712F-4EB8-AD79-FB5D1DFD8FE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28-2">
            <a:extLst>
              <a:ext uri="{FF2B5EF4-FFF2-40B4-BE49-F238E27FC236}">
                <a16:creationId xmlns:a16="http://schemas.microsoft.com/office/drawing/2014/main" id="{F1D8551F-F2D8-40C9-9BD5-E2769D4F4023}"/>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28-3">
            <a:extLst>
              <a:ext uri="{FF2B5EF4-FFF2-40B4-BE49-F238E27FC236}">
                <a16:creationId xmlns:a16="http://schemas.microsoft.com/office/drawing/2014/main" id="{00C2B87F-9493-4771-9C1E-16D404FFFA68}"/>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28-4">
            <a:extLst>
              <a:ext uri="{FF2B5EF4-FFF2-40B4-BE49-F238E27FC236}">
                <a16:creationId xmlns:a16="http://schemas.microsoft.com/office/drawing/2014/main" id="{EDB8426A-ED11-48BA-8D91-12DFB97D93A4}"/>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28-5">
            <a:extLst>
              <a:ext uri="{FF2B5EF4-FFF2-40B4-BE49-F238E27FC236}">
                <a16:creationId xmlns:a16="http://schemas.microsoft.com/office/drawing/2014/main" id="{11321406-1C86-44FE-8B1D-075D2348522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28-6">
            <a:extLst>
              <a:ext uri="{FF2B5EF4-FFF2-40B4-BE49-F238E27FC236}">
                <a16:creationId xmlns:a16="http://schemas.microsoft.com/office/drawing/2014/main" id="{84028F37-CDE1-4A86-A622-2C3242F1264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28-7">
            <a:extLst>
              <a:ext uri="{FF2B5EF4-FFF2-40B4-BE49-F238E27FC236}">
                <a16:creationId xmlns:a16="http://schemas.microsoft.com/office/drawing/2014/main" id="{BDE50071-C222-4048-8A33-0BB1574736FF}"/>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28">
            <a:extLst>
              <a:ext uri="{FF2B5EF4-FFF2-40B4-BE49-F238E27FC236}">
                <a16:creationId xmlns:a16="http://schemas.microsoft.com/office/drawing/2014/main" id="{CFA4328C-2004-42B9-BEB0-B1F25A8F8FCE}"/>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29-label">
            <a:extLst>
              <a:ext uri="{FF2B5EF4-FFF2-40B4-BE49-F238E27FC236}">
                <a16:creationId xmlns:a16="http://schemas.microsoft.com/office/drawing/2014/main" id="{8E7E6716-2FEC-4C2C-A467-04B5776DEFD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F0A9BA4D-18CF-43F2-A015-221D0B71280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29-0">
            <a:extLst>
              <a:ext uri="{FF2B5EF4-FFF2-40B4-BE49-F238E27FC236}">
                <a16:creationId xmlns:a16="http://schemas.microsoft.com/office/drawing/2014/main" id="{F12B3291-889B-430B-9165-EEE68FF7D78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29-1">
            <a:extLst>
              <a:ext uri="{FF2B5EF4-FFF2-40B4-BE49-F238E27FC236}">
                <a16:creationId xmlns:a16="http://schemas.microsoft.com/office/drawing/2014/main" id="{4F730DCE-23BF-4375-91C7-0DD3A84B6944}"/>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29-2">
            <a:extLst>
              <a:ext uri="{FF2B5EF4-FFF2-40B4-BE49-F238E27FC236}">
                <a16:creationId xmlns:a16="http://schemas.microsoft.com/office/drawing/2014/main" id="{7C5B6381-DD4F-491A-8094-8D1A0EAF6A56}"/>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29-3">
            <a:extLst>
              <a:ext uri="{FF2B5EF4-FFF2-40B4-BE49-F238E27FC236}">
                <a16:creationId xmlns:a16="http://schemas.microsoft.com/office/drawing/2014/main" id="{FF046C82-2FFE-4F47-AA5C-0B1B53F73C8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29-4">
            <a:extLst>
              <a:ext uri="{FF2B5EF4-FFF2-40B4-BE49-F238E27FC236}">
                <a16:creationId xmlns:a16="http://schemas.microsoft.com/office/drawing/2014/main" id="{33F1C916-D804-47F0-B178-D1252297ADD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29-5">
            <a:extLst>
              <a:ext uri="{FF2B5EF4-FFF2-40B4-BE49-F238E27FC236}">
                <a16:creationId xmlns:a16="http://schemas.microsoft.com/office/drawing/2014/main" id="{72177B2A-9CF4-4404-86B8-73E8874F8880}"/>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29-6">
            <a:extLst>
              <a:ext uri="{FF2B5EF4-FFF2-40B4-BE49-F238E27FC236}">
                <a16:creationId xmlns:a16="http://schemas.microsoft.com/office/drawing/2014/main" id="{A6D8FC7B-E429-4F14-B75C-93F75804CC2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29-7">
            <a:extLst>
              <a:ext uri="{FF2B5EF4-FFF2-40B4-BE49-F238E27FC236}">
                <a16:creationId xmlns:a16="http://schemas.microsoft.com/office/drawing/2014/main" id="{0E1667A6-4061-4319-AC12-EBC8714BE1C6}"/>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29">
            <a:extLst>
              <a:ext uri="{FF2B5EF4-FFF2-40B4-BE49-F238E27FC236}">
                <a16:creationId xmlns:a16="http://schemas.microsoft.com/office/drawing/2014/main" id="{DB759617-DDEA-48A5-A7FA-169655781EAA}"/>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3A15677D-304C-444E-B81C-DDA92C211A6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(12) = 10. 마지막에 읽은 합이 아니라 최선의 기록을 더합니다.</a:t>
            </a:r>
          </a:p>
        </p:txBody>
      </p:sp>
    </p:spTree>
    <p:extLst>
      <p:ext uri="{BB962C8B-B14F-4D97-AF65-F5344CB8AC3E}">
        <p14:creationId xmlns:p14="http://schemas.microsoft.com/office/powerpoint/2010/main" val="377734970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04CF2D10-B657-47D6-8A8C-A542A65411C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68EA98-4B14-4D1A-8855-4B8E52B2B0A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DDC1F25-3641-413D-9987-C1BAAFFAE0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세 후보 비교 → 12 반환</a:t>
            </a:r>
          </a:p>
        </p:txBody>
      </p:sp>
      <p:sp>
        <p:nvSpPr>
          <p:cNvPr id="4" name="diagram-line-130">
            <a:extLst>
              <a:ext uri="{FF2B5EF4-FFF2-40B4-BE49-F238E27FC236}">
                <a16:creationId xmlns:a16="http://schemas.microsoft.com/office/drawing/2014/main" id="{B9A0616D-13DB-4B09-A99D-737B79C0E57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C901AE0-5336-4291-80E9-D029D21FA5A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12,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12, 10) = 12입니다.</a:t>
            </a:r>
          </a:p>
        </p:txBody>
      </p:sp>
      <p:sp>
        <p:nvSpPr>
          <p:cNvPr id="6" name="footer">
            <a:extLst>
              <a:ext uri="{FF2B5EF4-FFF2-40B4-BE49-F238E27FC236}">
                <a16:creationId xmlns:a16="http://schemas.microsoft.com/office/drawing/2014/main" id="{D8EC3755-020C-4223-ADB7-B4D700F08DE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8D2BF29-23F7-4FE3-BAEC-3EA9B53BA1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131</a:t>
            </a:r>
            <a:endParaRPr sz="1050" b="0">
              <a:solidFill>
                <a:srgbClr val="151515"/>
              </a:solidFill>
              <a:latin typeface="Consolas"/>
              <a:ea typeface="Consolas"/>
              <a:cs typeface="Consolas"/>
            </a:endParaRPr>
          </a:p>
        </p:txBody>
      </p:sp>
      <p:sp>
        <p:nvSpPr>
          <p:cNvPr id="8" name="row-131-label">
            <a:extLst>
              <a:ext uri="{FF2B5EF4-FFF2-40B4-BE49-F238E27FC236}">
                <a16:creationId xmlns:a16="http://schemas.microsoft.com/office/drawing/2014/main" id="{B651E4BE-FD36-4728-9ADC-ABB541C1BEA2}"/>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EAEAED41-77BB-4538-A0D9-CE6702F93F9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1-0">
            <a:extLst>
              <a:ext uri="{FF2B5EF4-FFF2-40B4-BE49-F238E27FC236}">
                <a16:creationId xmlns:a16="http://schemas.microsoft.com/office/drawing/2014/main" id="{4F8C45E1-2AFD-409E-8F43-129EF5BABEF6}"/>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1">
            <a:extLst>
              <a:ext uri="{FF2B5EF4-FFF2-40B4-BE49-F238E27FC236}">
                <a16:creationId xmlns:a16="http://schemas.microsoft.com/office/drawing/2014/main" id="{D42578D4-7F35-419D-BF62-F8544663B1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1-2">
            <a:extLst>
              <a:ext uri="{FF2B5EF4-FFF2-40B4-BE49-F238E27FC236}">
                <a16:creationId xmlns:a16="http://schemas.microsoft.com/office/drawing/2014/main" id="{0D80FDE5-8ADD-49BB-9BA2-A4C31F914E4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1-3">
            <a:extLst>
              <a:ext uri="{FF2B5EF4-FFF2-40B4-BE49-F238E27FC236}">
                <a16:creationId xmlns:a16="http://schemas.microsoft.com/office/drawing/2014/main" id="{C7D3B053-4F06-45B6-82EC-B726A194AB8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1-4">
            <a:extLst>
              <a:ext uri="{FF2B5EF4-FFF2-40B4-BE49-F238E27FC236}">
                <a16:creationId xmlns:a16="http://schemas.microsoft.com/office/drawing/2014/main" id="{E65C3E3E-F418-4F8F-81A8-FAE201168A9F}"/>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1-5">
            <a:extLst>
              <a:ext uri="{FF2B5EF4-FFF2-40B4-BE49-F238E27FC236}">
                <a16:creationId xmlns:a16="http://schemas.microsoft.com/office/drawing/2014/main" id="{02502023-879B-455A-8A63-04F5F2B090E1}"/>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1-6">
            <a:extLst>
              <a:ext uri="{FF2B5EF4-FFF2-40B4-BE49-F238E27FC236}">
                <a16:creationId xmlns:a16="http://schemas.microsoft.com/office/drawing/2014/main" id="{796662A1-7ADB-403B-8D25-6D3DB6CD44F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1-7">
            <a:extLst>
              <a:ext uri="{FF2B5EF4-FFF2-40B4-BE49-F238E27FC236}">
                <a16:creationId xmlns:a16="http://schemas.microsoft.com/office/drawing/2014/main" id="{BBE75546-42EB-488B-A672-1D75CFC03108}"/>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31">
            <a:extLst>
              <a:ext uri="{FF2B5EF4-FFF2-40B4-BE49-F238E27FC236}">
                <a16:creationId xmlns:a16="http://schemas.microsoft.com/office/drawing/2014/main" id="{2D230ADB-71DD-4F22-8A80-D6771F9CAC4F}"/>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132-label">
            <a:extLst>
              <a:ext uri="{FF2B5EF4-FFF2-40B4-BE49-F238E27FC236}">
                <a16:creationId xmlns:a16="http://schemas.microsoft.com/office/drawing/2014/main" id="{AE0D47AF-442B-434B-8C25-2E2B78E41B5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5CC8FA20-D8BA-4F51-B3F9-27BD9FA3418C}"/>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32-0">
            <a:extLst>
              <a:ext uri="{FF2B5EF4-FFF2-40B4-BE49-F238E27FC236}">
                <a16:creationId xmlns:a16="http://schemas.microsoft.com/office/drawing/2014/main" id="{C449B75A-6DDE-46F5-8979-85FC3159E97A}"/>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2-1">
            <a:extLst>
              <a:ext uri="{FF2B5EF4-FFF2-40B4-BE49-F238E27FC236}">
                <a16:creationId xmlns:a16="http://schemas.microsoft.com/office/drawing/2014/main" id="{70F8C9E8-A474-4592-BF15-35D40F844148}"/>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2-2">
            <a:extLst>
              <a:ext uri="{FF2B5EF4-FFF2-40B4-BE49-F238E27FC236}">
                <a16:creationId xmlns:a16="http://schemas.microsoft.com/office/drawing/2014/main" id="{D7524280-2DB0-4126-9CA1-94568459036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2-3">
            <a:extLst>
              <a:ext uri="{FF2B5EF4-FFF2-40B4-BE49-F238E27FC236}">
                <a16:creationId xmlns:a16="http://schemas.microsoft.com/office/drawing/2014/main" id="{47EC9A2A-7559-4EA5-A3BA-6DF01EAD5129}"/>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2-4">
            <a:extLst>
              <a:ext uri="{FF2B5EF4-FFF2-40B4-BE49-F238E27FC236}">
                <a16:creationId xmlns:a16="http://schemas.microsoft.com/office/drawing/2014/main" id="{7B80E617-70A5-44BD-A65E-CCFE5D63F875}"/>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2-5">
            <a:extLst>
              <a:ext uri="{FF2B5EF4-FFF2-40B4-BE49-F238E27FC236}">
                <a16:creationId xmlns:a16="http://schemas.microsoft.com/office/drawing/2014/main" id="{DF561202-C598-4C88-86DE-32A166FD21D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2-6">
            <a:extLst>
              <a:ext uri="{FF2B5EF4-FFF2-40B4-BE49-F238E27FC236}">
                <a16:creationId xmlns:a16="http://schemas.microsoft.com/office/drawing/2014/main" id="{96F68770-D3EE-4BF6-AFBE-9A281780198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2-7">
            <a:extLst>
              <a:ext uri="{FF2B5EF4-FFF2-40B4-BE49-F238E27FC236}">
                <a16:creationId xmlns:a16="http://schemas.microsoft.com/office/drawing/2014/main" id="{DE1CDA87-F1E5-4F0F-A1E2-CF78CD7701A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32">
            <a:extLst>
              <a:ext uri="{FF2B5EF4-FFF2-40B4-BE49-F238E27FC236}">
                <a16:creationId xmlns:a16="http://schemas.microsoft.com/office/drawing/2014/main" id="{1CEEC32C-04A4-440A-B53E-B8CE8E2235B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33-label">
            <a:extLst>
              <a:ext uri="{FF2B5EF4-FFF2-40B4-BE49-F238E27FC236}">
                <a16:creationId xmlns:a16="http://schemas.microsoft.com/office/drawing/2014/main" id="{1503FAB8-EF09-4D36-B092-5094AAFB335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C4471E0-B3B8-44BE-ADDB-91746A0A906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33-0">
            <a:extLst>
              <a:ext uri="{FF2B5EF4-FFF2-40B4-BE49-F238E27FC236}">
                <a16:creationId xmlns:a16="http://schemas.microsoft.com/office/drawing/2014/main" id="{CB15C18F-6FEC-4830-A374-6C463F888AAA}"/>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33-1">
            <a:extLst>
              <a:ext uri="{FF2B5EF4-FFF2-40B4-BE49-F238E27FC236}">
                <a16:creationId xmlns:a16="http://schemas.microsoft.com/office/drawing/2014/main" id="{4FF5986A-0EC3-4572-AE2F-D001CB6F904C}"/>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33-2">
            <a:extLst>
              <a:ext uri="{FF2B5EF4-FFF2-40B4-BE49-F238E27FC236}">
                <a16:creationId xmlns:a16="http://schemas.microsoft.com/office/drawing/2014/main" id="{5992110D-ABDA-4357-BC7E-852C152E10F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33-3">
            <a:extLst>
              <a:ext uri="{FF2B5EF4-FFF2-40B4-BE49-F238E27FC236}">
                <a16:creationId xmlns:a16="http://schemas.microsoft.com/office/drawing/2014/main" id="{F22C445F-8830-46D2-A891-8649EC7468AD}"/>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33-4">
            <a:extLst>
              <a:ext uri="{FF2B5EF4-FFF2-40B4-BE49-F238E27FC236}">
                <a16:creationId xmlns:a16="http://schemas.microsoft.com/office/drawing/2014/main" id="{A7E9179C-3068-4E50-925B-D99114993F2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33-5">
            <a:extLst>
              <a:ext uri="{FF2B5EF4-FFF2-40B4-BE49-F238E27FC236}">
                <a16:creationId xmlns:a16="http://schemas.microsoft.com/office/drawing/2014/main" id="{C9294B09-A23D-42CB-816F-2D23C132315A}"/>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33-6">
            <a:extLst>
              <a:ext uri="{FF2B5EF4-FFF2-40B4-BE49-F238E27FC236}">
                <a16:creationId xmlns:a16="http://schemas.microsoft.com/office/drawing/2014/main" id="{C02062EB-158E-4173-87CD-DAED0F4331F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33-7">
            <a:extLst>
              <a:ext uri="{FF2B5EF4-FFF2-40B4-BE49-F238E27FC236}">
                <a16:creationId xmlns:a16="http://schemas.microsoft.com/office/drawing/2014/main" id="{08651ACC-5787-416D-B6D4-7CA88F058BD0}"/>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33">
            <a:extLst>
              <a:ext uri="{FF2B5EF4-FFF2-40B4-BE49-F238E27FC236}">
                <a16:creationId xmlns:a16="http://schemas.microsoft.com/office/drawing/2014/main" id="{0C954888-EC42-4B30-9897-7E5287ACEF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4E5D1703-F743-414C-95FC-E1F3A69B6E4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left_max에 12을 반환합니다.</a:t>
            </a:r>
          </a:p>
        </p:txBody>
      </p:sp>
    </p:spTree>
    <p:extLst>
      <p:ext uri="{BB962C8B-B14F-4D97-AF65-F5344CB8AC3E}">
        <p14:creationId xmlns:p14="http://schemas.microsoft.com/office/powerpoint/2010/main" val="104718100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C095B65A-993A-4FDA-9595-0D3DDBEBA9E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C28F31-021F-44F9-B8B5-0964DB8DD3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7C4EC5-39BF-46A9-B06E-7303C2FDA1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답 12을 받음</a:t>
            </a:r>
          </a:p>
        </p:txBody>
      </p:sp>
      <p:sp>
        <p:nvSpPr>
          <p:cNvPr id="4" name="diagram-line-134">
            <a:extLst>
              <a:ext uri="{FF2B5EF4-FFF2-40B4-BE49-F238E27FC236}">
                <a16:creationId xmlns:a16="http://schemas.microsoft.com/office/drawing/2014/main" id="{C6DE3AD9-02AE-4797-9BF3-414BEC2F77D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47EC78-7A3A-4BAA-83A8-0C06C1AA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[0~3] 호출이 12을 반환했습니다. left_max = 12입니다.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[4~7] 호출을 시작합니다.</a:t>
            </a:r>
          </a:p>
        </p:txBody>
      </p:sp>
      <p:sp>
        <p:nvSpPr>
          <p:cNvPr id="6" name="footer">
            <a:extLst>
              <a:ext uri="{FF2B5EF4-FFF2-40B4-BE49-F238E27FC236}">
                <a16:creationId xmlns:a16="http://schemas.microsoft.com/office/drawing/2014/main" id="{992FFA1B-CC4B-428A-82D9-168A5234C3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A729199-6A67-4E82-86E1-44BAB683B29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132</a:t>
            </a:r>
            <a:endParaRPr sz="1050" b="0">
              <a:solidFill>
                <a:srgbClr val="151515"/>
              </a:solidFill>
              <a:latin typeface="Consolas"/>
              <a:ea typeface="Consolas"/>
              <a:cs typeface="Consolas"/>
            </a:endParaRPr>
          </a:p>
        </p:txBody>
      </p:sp>
      <p:sp>
        <p:nvSpPr>
          <p:cNvPr id="8" name="row-135-label">
            <a:extLst>
              <a:ext uri="{FF2B5EF4-FFF2-40B4-BE49-F238E27FC236}">
                <a16:creationId xmlns:a16="http://schemas.microsoft.com/office/drawing/2014/main" id="{341AAA81-7536-4618-9A52-337F830BFD44}"/>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BBE6846-144D-4BC7-8169-C93F813BB33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5-0">
            <a:extLst>
              <a:ext uri="{FF2B5EF4-FFF2-40B4-BE49-F238E27FC236}">
                <a16:creationId xmlns:a16="http://schemas.microsoft.com/office/drawing/2014/main" id="{D6A4A6DF-D032-4115-B5CF-E05394058FC9}"/>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5-1">
            <a:extLst>
              <a:ext uri="{FF2B5EF4-FFF2-40B4-BE49-F238E27FC236}">
                <a16:creationId xmlns:a16="http://schemas.microsoft.com/office/drawing/2014/main" id="{AB67B3B1-A2AE-48FF-AA0A-4A6FC584B2A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5-2">
            <a:extLst>
              <a:ext uri="{FF2B5EF4-FFF2-40B4-BE49-F238E27FC236}">
                <a16:creationId xmlns:a16="http://schemas.microsoft.com/office/drawing/2014/main" id="{012E8FBC-7A92-4275-9F8A-E57C71F5ADE0}"/>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5-3">
            <a:extLst>
              <a:ext uri="{FF2B5EF4-FFF2-40B4-BE49-F238E27FC236}">
                <a16:creationId xmlns:a16="http://schemas.microsoft.com/office/drawing/2014/main" id="{3E784131-3247-4B19-B957-1C431B059EA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5-4">
            <a:extLst>
              <a:ext uri="{FF2B5EF4-FFF2-40B4-BE49-F238E27FC236}">
                <a16:creationId xmlns:a16="http://schemas.microsoft.com/office/drawing/2014/main" id="{97DE0E7A-A1B5-4D16-BB0E-E7BF44F6EFA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5">
            <a:extLst>
              <a:ext uri="{FF2B5EF4-FFF2-40B4-BE49-F238E27FC236}">
                <a16:creationId xmlns:a16="http://schemas.microsoft.com/office/drawing/2014/main" id="{093D9C9D-5F64-4DDA-A56A-9B0866E617C9}"/>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5-6">
            <a:extLst>
              <a:ext uri="{FF2B5EF4-FFF2-40B4-BE49-F238E27FC236}">
                <a16:creationId xmlns:a16="http://schemas.microsoft.com/office/drawing/2014/main" id="{3EDD9F56-7C86-4069-B0D9-2F9F00620C3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5-7">
            <a:extLst>
              <a:ext uri="{FF2B5EF4-FFF2-40B4-BE49-F238E27FC236}">
                <a16:creationId xmlns:a16="http://schemas.microsoft.com/office/drawing/2014/main" id="{8340C537-FB0B-4FDB-9452-400C90672BF5}"/>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5A1B30DC-7174-4FEF-897D-11BDB9725CA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4, 7)</a:t>
            </a:r>
          </a:p>
        </p:txBody>
      </p:sp>
      <p:sp>
        <p:nvSpPr>
          <p:cNvPr id="19" name="row-136-label">
            <a:extLst>
              <a:ext uri="{FF2B5EF4-FFF2-40B4-BE49-F238E27FC236}">
                <a16:creationId xmlns:a16="http://schemas.microsoft.com/office/drawing/2014/main" id="{2CC568CA-284F-40D1-B04D-CCADDD58F197}"/>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94E4C51E-E91A-401D-99C7-A94ACB15A837}"/>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36-0">
            <a:extLst>
              <a:ext uri="{FF2B5EF4-FFF2-40B4-BE49-F238E27FC236}">
                <a16:creationId xmlns:a16="http://schemas.microsoft.com/office/drawing/2014/main" id="{AE281261-6500-4C57-8304-BD758D0FF189}"/>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6-1">
            <a:extLst>
              <a:ext uri="{FF2B5EF4-FFF2-40B4-BE49-F238E27FC236}">
                <a16:creationId xmlns:a16="http://schemas.microsoft.com/office/drawing/2014/main" id="{66D3F888-953B-4C5B-92F2-851FA2D48BF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6-2">
            <a:extLst>
              <a:ext uri="{FF2B5EF4-FFF2-40B4-BE49-F238E27FC236}">
                <a16:creationId xmlns:a16="http://schemas.microsoft.com/office/drawing/2014/main" id="{508F741B-F84C-4797-9572-ED678521425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6-3">
            <a:extLst>
              <a:ext uri="{FF2B5EF4-FFF2-40B4-BE49-F238E27FC236}">
                <a16:creationId xmlns:a16="http://schemas.microsoft.com/office/drawing/2014/main" id="{EBB33C2C-9792-4263-B5ED-3F12DD10E47D}"/>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6-4">
            <a:extLst>
              <a:ext uri="{FF2B5EF4-FFF2-40B4-BE49-F238E27FC236}">
                <a16:creationId xmlns:a16="http://schemas.microsoft.com/office/drawing/2014/main" id="{95EC9A1F-C608-4627-BA4E-E853A2C3AF9B}"/>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6-5">
            <a:extLst>
              <a:ext uri="{FF2B5EF4-FFF2-40B4-BE49-F238E27FC236}">
                <a16:creationId xmlns:a16="http://schemas.microsoft.com/office/drawing/2014/main" id="{C22FB2F5-B8CE-4A9E-B2F9-71B7B6478CE9}"/>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6-6">
            <a:extLst>
              <a:ext uri="{FF2B5EF4-FFF2-40B4-BE49-F238E27FC236}">
                <a16:creationId xmlns:a16="http://schemas.microsoft.com/office/drawing/2014/main" id="{B7C0A959-FCA8-4BE6-A96F-9098A46E9268}"/>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6-7">
            <a:extLst>
              <a:ext uri="{FF2B5EF4-FFF2-40B4-BE49-F238E27FC236}">
                <a16:creationId xmlns:a16="http://schemas.microsoft.com/office/drawing/2014/main" id="{CF08C2C9-BF57-4151-AFC4-D55533146885}"/>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0FFBF611-8B47-47F9-AAF2-39FEFF819AC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160946582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CCD7880-88E4-4F52-BC28-E38F3DD280F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F32130-A528-4667-8827-41E4D905FA5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0ABE32D-A0E3-4DAE-967E-F71D86FD69E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호출: mid = 5에서 나눔</a:t>
            </a:r>
          </a:p>
        </p:txBody>
      </p:sp>
      <p:sp>
        <p:nvSpPr>
          <p:cNvPr id="4" name="diagram-line-137">
            <a:extLst>
              <a:ext uri="{FF2B5EF4-FFF2-40B4-BE49-F238E27FC236}">
                <a16:creationId xmlns:a16="http://schemas.microsoft.com/office/drawing/2014/main" id="{E072F818-A9C7-42B2-952A-F46E9E03621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E568565-9522-47FB-A2D5-DDD51DB66B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7, mid = 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[4~5]를 호출합니다. 오른쪽 [6~7]는 기다립니다.</a:t>
            </a:r>
          </a:p>
        </p:txBody>
      </p:sp>
      <p:sp>
        <p:nvSpPr>
          <p:cNvPr id="6" name="footer">
            <a:extLst>
              <a:ext uri="{FF2B5EF4-FFF2-40B4-BE49-F238E27FC236}">
                <a16:creationId xmlns:a16="http://schemas.microsoft.com/office/drawing/2014/main" id="{33FC909B-10CB-4B64-977E-9E52AA8021C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299AF98-0416-44DB-9B92-184621111CD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133</a:t>
            </a:r>
            <a:endParaRPr sz="1050" b="0">
              <a:solidFill>
                <a:srgbClr val="151515"/>
              </a:solidFill>
              <a:latin typeface="Consolas"/>
              <a:ea typeface="Consolas"/>
              <a:cs typeface="Consolas"/>
            </a:endParaRPr>
          </a:p>
        </p:txBody>
      </p:sp>
      <p:sp>
        <p:nvSpPr>
          <p:cNvPr id="8" name="row-138-label">
            <a:extLst>
              <a:ext uri="{FF2B5EF4-FFF2-40B4-BE49-F238E27FC236}">
                <a16:creationId xmlns:a16="http://schemas.microsoft.com/office/drawing/2014/main" id="{CA30BD11-39AA-462A-AF53-E50929F18990}"/>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26A1FF23-78B2-4412-B4B7-23143D709DC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38-0">
            <a:extLst>
              <a:ext uri="{FF2B5EF4-FFF2-40B4-BE49-F238E27FC236}">
                <a16:creationId xmlns:a16="http://schemas.microsoft.com/office/drawing/2014/main" id="{AA8A1C39-6196-467A-A75F-0D5F8A10FE8B}"/>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8-1">
            <a:extLst>
              <a:ext uri="{FF2B5EF4-FFF2-40B4-BE49-F238E27FC236}">
                <a16:creationId xmlns:a16="http://schemas.microsoft.com/office/drawing/2014/main" id="{6D91EFFB-3BEC-4F16-945D-2D5E37BAF23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8-2">
            <a:extLst>
              <a:ext uri="{FF2B5EF4-FFF2-40B4-BE49-F238E27FC236}">
                <a16:creationId xmlns:a16="http://schemas.microsoft.com/office/drawing/2014/main" id="{6A1BA335-8380-481F-B108-A518CFF3F423}"/>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8-3">
            <a:extLst>
              <a:ext uri="{FF2B5EF4-FFF2-40B4-BE49-F238E27FC236}">
                <a16:creationId xmlns:a16="http://schemas.microsoft.com/office/drawing/2014/main" id="{FAD9229D-DFD1-4B7A-A336-83059A2AD8E4}"/>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8-4">
            <a:extLst>
              <a:ext uri="{FF2B5EF4-FFF2-40B4-BE49-F238E27FC236}">
                <a16:creationId xmlns:a16="http://schemas.microsoft.com/office/drawing/2014/main" id="{BCCAF8F1-D9E0-48CF-952F-B36264911A3B}"/>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8-5">
            <a:extLst>
              <a:ext uri="{FF2B5EF4-FFF2-40B4-BE49-F238E27FC236}">
                <a16:creationId xmlns:a16="http://schemas.microsoft.com/office/drawing/2014/main" id="{7163D390-E02B-4125-A533-C50D1561B3A5}"/>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8-6">
            <a:extLst>
              <a:ext uri="{FF2B5EF4-FFF2-40B4-BE49-F238E27FC236}">
                <a16:creationId xmlns:a16="http://schemas.microsoft.com/office/drawing/2014/main" id="{155937F6-6FCA-4A4E-B2CE-3F0364E21F99}"/>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8-7">
            <a:extLst>
              <a:ext uri="{FF2B5EF4-FFF2-40B4-BE49-F238E27FC236}">
                <a16:creationId xmlns:a16="http://schemas.microsoft.com/office/drawing/2014/main" id="{2B1924AF-E0E6-40EF-98D2-01F9E733FBD2}"/>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39">
            <a:extLst>
              <a:ext uri="{FF2B5EF4-FFF2-40B4-BE49-F238E27FC236}">
                <a16:creationId xmlns:a16="http://schemas.microsoft.com/office/drawing/2014/main" id="{2F55362B-BA9E-499C-A920-598D8A724457}"/>
              </a:ext>
            </a:extLst>
          </p:cNvPr>
          <p:cNvSpPr>
            <a:spLocks noGrp="1"/>
          </p:cNvSpPr>
          <p:nvPr/>
        </p:nvSpPr>
        <p:spPr>
          <a:xfrm>
            <a:off x="8982075" y="2819400"/>
            <a:ext cx="19050" cy="666750"/>
          </a:xfrm>
          <a:prstGeom prst="rect">
            <a:avLst/>
          </a:prstGeom>
          <a:solidFill>
            <a:srgbClr val="9A5900"/>
          </a:solidFill>
          <a:ln w="0">
            <a:noFill/>
          </a:ln>
        </p:spPr>
      </p:sp>
      <p:sp>
        <p:nvSpPr>
          <p:cNvPr id="19" name="pointer-138">
            <a:extLst>
              <a:ext uri="{FF2B5EF4-FFF2-40B4-BE49-F238E27FC236}">
                <a16:creationId xmlns:a16="http://schemas.microsoft.com/office/drawing/2014/main" id="{F7868A44-FC2A-4DED-9880-C8528415C95D}"/>
              </a:ext>
            </a:extLst>
          </p:cNvPr>
          <p:cNvSpPr>
            <a:spLocks noGrp="1"/>
          </p:cNvSpPr>
          <p:nvPr/>
        </p:nvSpPr>
        <p:spPr>
          <a:xfrm>
            <a:off x="78105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5</a:t>
            </a:r>
          </a:p>
        </p:txBody>
      </p:sp>
      <p:sp>
        <p:nvSpPr>
          <p:cNvPr id="20" name="children-code">
            <a:extLst>
              <a:ext uri="{FF2B5EF4-FFF2-40B4-BE49-F238E27FC236}">
                <a16:creationId xmlns:a16="http://schemas.microsoft.com/office/drawing/2014/main" id="{DB262210-5DD1-4CF6-B600-DEF79DE084C6}"/>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5)</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6, 7)</a:t>
            </a:r>
          </a:p>
        </p:txBody>
      </p:sp>
      <p:sp>
        <p:nvSpPr>
          <p:cNvPr id="21" name="caption">
            <a:extLst>
              <a:ext uri="{FF2B5EF4-FFF2-40B4-BE49-F238E27FC236}">
                <a16:creationId xmlns:a16="http://schemas.microsoft.com/office/drawing/2014/main" id="{55EB16DE-09F6-48EF-BB37-24103CB6D17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right_max의 반환을 기다립니다.</a:t>
            </a:r>
          </a:p>
        </p:txBody>
      </p:sp>
    </p:spTree>
    <p:extLst>
      <p:ext uri="{BB962C8B-B14F-4D97-AF65-F5344CB8AC3E}">
        <p14:creationId xmlns:p14="http://schemas.microsoft.com/office/powerpoint/2010/main" val="74021594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AB6C9843-6C8F-4AAA-9055-9F7088C978C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E28E9F8-E3DB-499C-B594-F24D3CF3819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B3F3A28-DBF5-4533-89A0-E29FF4408A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호출: mid = 4에서 나눔</a:t>
            </a:r>
          </a:p>
        </p:txBody>
      </p:sp>
      <p:sp>
        <p:nvSpPr>
          <p:cNvPr id="4" name="diagram-line-140">
            <a:extLst>
              <a:ext uri="{FF2B5EF4-FFF2-40B4-BE49-F238E27FC236}">
                <a16:creationId xmlns:a16="http://schemas.microsoft.com/office/drawing/2014/main" id="{D88F218E-1133-4E8F-A05A-938A3DD7329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98DCD80-E354-4BD8-89B2-F1708F91F3F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5, mid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[4~4]를 호출합니다. 오른쪽 [5~5]는 기다립니다.</a:t>
            </a:r>
          </a:p>
        </p:txBody>
      </p:sp>
      <p:sp>
        <p:nvSpPr>
          <p:cNvPr id="6" name="footer">
            <a:extLst>
              <a:ext uri="{FF2B5EF4-FFF2-40B4-BE49-F238E27FC236}">
                <a16:creationId xmlns:a16="http://schemas.microsoft.com/office/drawing/2014/main" id="{B2F71D06-C501-4696-B8A0-382EF37B2DB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BC9232-895F-4CC0-9DEF-66FEC7C4C1B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134</a:t>
            </a:r>
            <a:endParaRPr sz="1050" b="0">
              <a:solidFill>
                <a:srgbClr val="151515"/>
              </a:solidFill>
              <a:latin typeface="Consolas"/>
              <a:ea typeface="Consolas"/>
              <a:cs typeface="Consolas"/>
            </a:endParaRPr>
          </a:p>
        </p:txBody>
      </p:sp>
      <p:sp>
        <p:nvSpPr>
          <p:cNvPr id="8" name="row-141-label">
            <a:extLst>
              <a:ext uri="{FF2B5EF4-FFF2-40B4-BE49-F238E27FC236}">
                <a16:creationId xmlns:a16="http://schemas.microsoft.com/office/drawing/2014/main" id="{87BF549C-33B1-4FB4-BBCB-B4803E30B3F3}"/>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5827431D-DC79-4F1F-906A-09BF0D2207CB}"/>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1-0">
            <a:extLst>
              <a:ext uri="{FF2B5EF4-FFF2-40B4-BE49-F238E27FC236}">
                <a16:creationId xmlns:a16="http://schemas.microsoft.com/office/drawing/2014/main" id="{76E6F219-D3B0-49A6-968C-845F000457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1-1">
            <a:extLst>
              <a:ext uri="{FF2B5EF4-FFF2-40B4-BE49-F238E27FC236}">
                <a16:creationId xmlns:a16="http://schemas.microsoft.com/office/drawing/2014/main" id="{BFB25F91-0CFF-48FF-A8F2-45578D38050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1-2">
            <a:extLst>
              <a:ext uri="{FF2B5EF4-FFF2-40B4-BE49-F238E27FC236}">
                <a16:creationId xmlns:a16="http://schemas.microsoft.com/office/drawing/2014/main" id="{AC390ACA-A36A-4DE9-B325-A04280A71594}"/>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1-3">
            <a:extLst>
              <a:ext uri="{FF2B5EF4-FFF2-40B4-BE49-F238E27FC236}">
                <a16:creationId xmlns:a16="http://schemas.microsoft.com/office/drawing/2014/main" id="{90A42F0A-CD71-4488-8E24-097F7A84203D}"/>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1-4">
            <a:extLst>
              <a:ext uri="{FF2B5EF4-FFF2-40B4-BE49-F238E27FC236}">
                <a16:creationId xmlns:a16="http://schemas.microsoft.com/office/drawing/2014/main" id="{9BB354D3-0D26-42B0-9299-239C30FE6BF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1-5">
            <a:extLst>
              <a:ext uri="{FF2B5EF4-FFF2-40B4-BE49-F238E27FC236}">
                <a16:creationId xmlns:a16="http://schemas.microsoft.com/office/drawing/2014/main" id="{FAAF6BCA-BCE3-4772-8CAB-A235C5CF5AA3}"/>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1-6">
            <a:extLst>
              <a:ext uri="{FF2B5EF4-FFF2-40B4-BE49-F238E27FC236}">
                <a16:creationId xmlns:a16="http://schemas.microsoft.com/office/drawing/2014/main" id="{A0A291CC-9CD9-442E-8A86-D31DD1761162}"/>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1-7">
            <a:extLst>
              <a:ext uri="{FF2B5EF4-FFF2-40B4-BE49-F238E27FC236}">
                <a16:creationId xmlns:a16="http://schemas.microsoft.com/office/drawing/2014/main" id="{9205A5AF-7C42-43FB-B187-32D5CD0ADC36}"/>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2">
            <a:extLst>
              <a:ext uri="{FF2B5EF4-FFF2-40B4-BE49-F238E27FC236}">
                <a16:creationId xmlns:a16="http://schemas.microsoft.com/office/drawing/2014/main" id="{E5C0327A-5884-43DD-8457-7ADE7E7ABA09}"/>
              </a:ext>
            </a:extLst>
          </p:cNvPr>
          <p:cNvSpPr>
            <a:spLocks noGrp="1"/>
          </p:cNvSpPr>
          <p:nvPr/>
        </p:nvSpPr>
        <p:spPr>
          <a:xfrm>
            <a:off x="7877175" y="2819400"/>
            <a:ext cx="19050" cy="666750"/>
          </a:xfrm>
          <a:prstGeom prst="rect">
            <a:avLst/>
          </a:prstGeom>
          <a:solidFill>
            <a:srgbClr val="9A5900"/>
          </a:solidFill>
          <a:ln w="0">
            <a:noFill/>
          </a:ln>
        </p:spPr>
      </p:sp>
      <p:sp>
        <p:nvSpPr>
          <p:cNvPr id="19" name="pointer-141">
            <a:extLst>
              <a:ext uri="{FF2B5EF4-FFF2-40B4-BE49-F238E27FC236}">
                <a16:creationId xmlns:a16="http://schemas.microsoft.com/office/drawing/2014/main" id="{7D7A968E-9964-498B-BFDE-A4A28271E40C}"/>
              </a:ext>
            </a:extLst>
          </p:cNvPr>
          <p:cNvSpPr>
            <a:spLocks noGrp="1"/>
          </p:cNvSpPr>
          <p:nvPr/>
        </p:nvSpPr>
        <p:spPr>
          <a:xfrm>
            <a:off x="67056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4</a:t>
            </a:r>
          </a:p>
        </p:txBody>
      </p:sp>
      <p:sp>
        <p:nvSpPr>
          <p:cNvPr id="20" name="children-code">
            <a:extLst>
              <a:ext uri="{FF2B5EF4-FFF2-40B4-BE49-F238E27FC236}">
                <a16:creationId xmlns:a16="http://schemas.microsoft.com/office/drawing/2014/main" id="{B5C63BCC-ABAB-475F-A4C6-949741ACDAE8}"/>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4)</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5, 5)</a:t>
            </a:r>
          </a:p>
        </p:txBody>
      </p:sp>
      <p:sp>
        <p:nvSpPr>
          <p:cNvPr id="21" name="caption">
            <a:extLst>
              <a:ext uri="{FF2B5EF4-FFF2-40B4-BE49-F238E27FC236}">
                <a16:creationId xmlns:a16="http://schemas.microsoft.com/office/drawing/2014/main" id="{C45D9833-B5AC-4FA9-96DF-B292FEBEDA3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left_max의 반환을 기다립니다.</a:t>
            </a:r>
          </a:p>
        </p:txBody>
      </p:sp>
    </p:spTree>
    <p:extLst>
      <p:ext uri="{BB962C8B-B14F-4D97-AF65-F5344CB8AC3E}">
        <p14:creationId xmlns:p14="http://schemas.microsoft.com/office/powerpoint/2010/main" val="240111346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7F67526-C44E-4D4E-BDF2-E2DA36023B9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7137C5E-70EF-4D85-8504-AB1A50C5865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ED7F646-C6AA-46E7-B179-59034EF2918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[4~4] 원소 하나: 7 반환</a:t>
            </a:r>
          </a:p>
        </p:txBody>
      </p:sp>
      <p:sp>
        <p:nvSpPr>
          <p:cNvPr id="4" name="diagram-line-143">
            <a:extLst>
              <a:ext uri="{FF2B5EF4-FFF2-40B4-BE49-F238E27FC236}">
                <a16:creationId xmlns:a16="http://schemas.microsoft.com/office/drawing/2014/main" id="{71F885F9-2689-4AFD-B5DF-4B173F8854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9B95067-6D84-467C-98CF-C12EA6A9145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4입니다. 남은 원소는 a[4] = 7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7을 [4~5] 호출의 left_max에 돌려줍니다.</a:t>
            </a:r>
          </a:p>
        </p:txBody>
      </p:sp>
      <p:sp>
        <p:nvSpPr>
          <p:cNvPr id="6" name="footer">
            <a:extLst>
              <a:ext uri="{FF2B5EF4-FFF2-40B4-BE49-F238E27FC236}">
                <a16:creationId xmlns:a16="http://schemas.microsoft.com/office/drawing/2014/main" id="{C1111588-E30F-44D2-8DCE-4EFD891F004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73C96D4-BF5D-45D4-81FB-73F9DC406A4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135</a:t>
            </a:r>
            <a:endParaRPr sz="1050" b="0">
              <a:solidFill>
                <a:srgbClr val="151515"/>
              </a:solidFill>
              <a:latin typeface="Consolas"/>
              <a:ea typeface="Consolas"/>
              <a:cs typeface="Consolas"/>
            </a:endParaRPr>
          </a:p>
        </p:txBody>
      </p:sp>
      <p:sp>
        <p:nvSpPr>
          <p:cNvPr id="8" name="row-144-label">
            <a:extLst>
              <a:ext uri="{FF2B5EF4-FFF2-40B4-BE49-F238E27FC236}">
                <a16:creationId xmlns:a16="http://schemas.microsoft.com/office/drawing/2014/main" id="{49A10447-2225-45B1-9773-8FB62E22B77F}"/>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413C8B7-762C-47A4-BB85-E0010EC0125E}"/>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4-0">
            <a:extLst>
              <a:ext uri="{FF2B5EF4-FFF2-40B4-BE49-F238E27FC236}">
                <a16:creationId xmlns:a16="http://schemas.microsoft.com/office/drawing/2014/main" id="{139FBA1D-D4F9-4BFF-A7A7-714F0B087E9A}"/>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4-1">
            <a:extLst>
              <a:ext uri="{FF2B5EF4-FFF2-40B4-BE49-F238E27FC236}">
                <a16:creationId xmlns:a16="http://schemas.microsoft.com/office/drawing/2014/main" id="{09437A31-EFE0-4A3B-9615-AECF2AE3271F}"/>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4-2">
            <a:extLst>
              <a:ext uri="{FF2B5EF4-FFF2-40B4-BE49-F238E27FC236}">
                <a16:creationId xmlns:a16="http://schemas.microsoft.com/office/drawing/2014/main" id="{61BF69D6-7F9E-45EE-B33A-DD09ACAEF715}"/>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4-3">
            <a:extLst>
              <a:ext uri="{FF2B5EF4-FFF2-40B4-BE49-F238E27FC236}">
                <a16:creationId xmlns:a16="http://schemas.microsoft.com/office/drawing/2014/main" id="{486ACFAB-3D22-4F71-9E86-87CCD8207CBF}"/>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4-4">
            <a:extLst>
              <a:ext uri="{FF2B5EF4-FFF2-40B4-BE49-F238E27FC236}">
                <a16:creationId xmlns:a16="http://schemas.microsoft.com/office/drawing/2014/main" id="{FDD3592A-F766-4E06-A736-39F2C6D727A1}"/>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4-5">
            <a:extLst>
              <a:ext uri="{FF2B5EF4-FFF2-40B4-BE49-F238E27FC236}">
                <a16:creationId xmlns:a16="http://schemas.microsoft.com/office/drawing/2014/main" id="{9C63F1A5-A558-4527-AB83-94EDAC6795A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4-6">
            <a:extLst>
              <a:ext uri="{FF2B5EF4-FFF2-40B4-BE49-F238E27FC236}">
                <a16:creationId xmlns:a16="http://schemas.microsoft.com/office/drawing/2014/main" id="{A5E830AB-DF85-49E0-8700-A534BDA76CF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4-7">
            <a:extLst>
              <a:ext uri="{FF2B5EF4-FFF2-40B4-BE49-F238E27FC236}">
                <a16:creationId xmlns:a16="http://schemas.microsoft.com/office/drawing/2014/main" id="{1708F429-D77C-498E-A1F1-2E9EC9634CC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CCF8C7C9-0532-4924-9535-5E546F4459DB}"/>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7</a:t>
            </a:r>
          </a:p>
        </p:txBody>
      </p:sp>
      <p:sp>
        <p:nvSpPr>
          <p:cNvPr id="19" name="caption">
            <a:extLst>
              <a:ext uri="{FF2B5EF4-FFF2-40B4-BE49-F238E27FC236}">
                <a16:creationId xmlns:a16="http://schemas.microsoft.com/office/drawing/2014/main" id="{764FD064-8C6E-4017-AF49-23BF2C78077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left_max = 7. 원소 한 개의 호출이 끝났습니다.</a:t>
            </a:r>
          </a:p>
        </p:txBody>
      </p:sp>
    </p:spTree>
    <p:extLst>
      <p:ext uri="{BB962C8B-B14F-4D97-AF65-F5344CB8AC3E}">
        <p14:creationId xmlns:p14="http://schemas.microsoft.com/office/powerpoint/2010/main" val="27892570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B318A31E-BA94-46B4-B106-AB6E8230F1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41ABC5-0F7F-4527-A586-FA43BC53914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16E007-7779-49E1-8755-BA8C2604FA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[5~5] 원소 하나: −9 반환</a:t>
            </a:r>
          </a:p>
        </p:txBody>
      </p:sp>
      <p:sp>
        <p:nvSpPr>
          <p:cNvPr id="4" name="diagram-line-145">
            <a:extLst>
              <a:ext uri="{FF2B5EF4-FFF2-40B4-BE49-F238E27FC236}">
                <a16:creationId xmlns:a16="http://schemas.microsoft.com/office/drawing/2014/main" id="{552BE636-06A0-4DE3-B5F4-F790D259245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21B5E23-A7F7-40C2-8781-65E8115F848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5입니다. 남은 원소는 a[5] = −9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−9을 [4~5] 호출의 right_max에 돌려줍니다.</a:t>
            </a:r>
          </a:p>
        </p:txBody>
      </p:sp>
      <p:sp>
        <p:nvSpPr>
          <p:cNvPr id="6" name="footer">
            <a:extLst>
              <a:ext uri="{FF2B5EF4-FFF2-40B4-BE49-F238E27FC236}">
                <a16:creationId xmlns:a16="http://schemas.microsoft.com/office/drawing/2014/main" id="{E4F9D050-EC70-4E0F-878C-EE711C7FB42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2EC52C9-3AA7-44E6-B381-7567A63E9BE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136</a:t>
            </a:r>
            <a:endParaRPr sz="1050" b="0">
              <a:solidFill>
                <a:srgbClr val="151515"/>
              </a:solidFill>
              <a:latin typeface="Consolas"/>
              <a:ea typeface="Consolas"/>
              <a:cs typeface="Consolas"/>
            </a:endParaRPr>
          </a:p>
        </p:txBody>
      </p:sp>
      <p:sp>
        <p:nvSpPr>
          <p:cNvPr id="8" name="row-146-label">
            <a:extLst>
              <a:ext uri="{FF2B5EF4-FFF2-40B4-BE49-F238E27FC236}">
                <a16:creationId xmlns:a16="http://schemas.microsoft.com/office/drawing/2014/main" id="{FE6DB434-DFF8-4993-B18E-E9984F9786D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D766AAA-E78C-4C28-9806-8A15AACA86F4}"/>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6-0">
            <a:extLst>
              <a:ext uri="{FF2B5EF4-FFF2-40B4-BE49-F238E27FC236}">
                <a16:creationId xmlns:a16="http://schemas.microsoft.com/office/drawing/2014/main" id="{B50EB931-2839-49F3-AAD6-EB22F78A3C6E}"/>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6-1">
            <a:extLst>
              <a:ext uri="{FF2B5EF4-FFF2-40B4-BE49-F238E27FC236}">
                <a16:creationId xmlns:a16="http://schemas.microsoft.com/office/drawing/2014/main" id="{AF8783CB-C99E-4879-A762-5E0928744A6D}"/>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6-2">
            <a:extLst>
              <a:ext uri="{FF2B5EF4-FFF2-40B4-BE49-F238E27FC236}">
                <a16:creationId xmlns:a16="http://schemas.microsoft.com/office/drawing/2014/main" id="{9092AB87-BE4A-4AC2-AF81-75165500868A}"/>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6-3">
            <a:extLst>
              <a:ext uri="{FF2B5EF4-FFF2-40B4-BE49-F238E27FC236}">
                <a16:creationId xmlns:a16="http://schemas.microsoft.com/office/drawing/2014/main" id="{87E71108-53C7-4DB4-9870-1A50FB508EF5}"/>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6-4">
            <a:extLst>
              <a:ext uri="{FF2B5EF4-FFF2-40B4-BE49-F238E27FC236}">
                <a16:creationId xmlns:a16="http://schemas.microsoft.com/office/drawing/2014/main" id="{0429BF99-5021-4CA5-A979-15908B4F31F2}"/>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6-5">
            <a:extLst>
              <a:ext uri="{FF2B5EF4-FFF2-40B4-BE49-F238E27FC236}">
                <a16:creationId xmlns:a16="http://schemas.microsoft.com/office/drawing/2014/main" id="{9DFCA23C-85E7-447E-A53D-C86E31DA013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6-6">
            <a:extLst>
              <a:ext uri="{FF2B5EF4-FFF2-40B4-BE49-F238E27FC236}">
                <a16:creationId xmlns:a16="http://schemas.microsoft.com/office/drawing/2014/main" id="{5CA2A374-7CD4-4DD8-94BE-325BE68581B0}"/>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6-7">
            <a:extLst>
              <a:ext uri="{FF2B5EF4-FFF2-40B4-BE49-F238E27FC236}">
                <a16:creationId xmlns:a16="http://schemas.microsoft.com/office/drawing/2014/main" id="{4D6A3709-057C-4269-9E5D-07BF2726A85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E754ACBB-5E23-4A9E-9821-E270A3D322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−9</a:t>
            </a:r>
          </a:p>
        </p:txBody>
      </p:sp>
      <p:sp>
        <p:nvSpPr>
          <p:cNvPr id="19" name="caption">
            <a:extLst>
              <a:ext uri="{FF2B5EF4-FFF2-40B4-BE49-F238E27FC236}">
                <a16:creationId xmlns:a16="http://schemas.microsoft.com/office/drawing/2014/main" id="{A3744A9E-B9DC-4C7F-8B41-0C233010CE3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right_max = −9. 원소 한 개의 호출이 끝났습니다.</a:t>
            </a:r>
          </a:p>
        </p:txBody>
      </p:sp>
    </p:spTree>
    <p:extLst>
      <p:ext uri="{BB962C8B-B14F-4D97-AF65-F5344CB8AC3E}">
        <p14:creationId xmlns:p14="http://schemas.microsoft.com/office/powerpoint/2010/main" val="245503514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8780EA-9039-4815-949A-2AF6B07B45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913DE9-3698-4A47-B39D-FCAF958B362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B3BAA-F775-406E-A58D-B9A5037948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왼쪽 스캔 1/1</a:t>
            </a:r>
          </a:p>
        </p:txBody>
      </p:sp>
      <p:sp>
        <p:nvSpPr>
          <p:cNvPr id="4" name="diagram-line-147">
            <a:extLst>
              <a:ext uri="{FF2B5EF4-FFF2-40B4-BE49-F238E27FC236}">
                <a16:creationId xmlns:a16="http://schemas.microsoft.com/office/drawing/2014/main" id="{1B8164B8-8574-4E3B-8B55-4AFA7D108CE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66FEC46-9DCD-4AE9-B38C-F547AFAF4C3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left_sum 갱신.</a:t>
            </a:r>
          </a:p>
        </p:txBody>
      </p:sp>
      <p:sp>
        <p:nvSpPr>
          <p:cNvPr id="6" name="footer">
            <a:extLst>
              <a:ext uri="{FF2B5EF4-FFF2-40B4-BE49-F238E27FC236}">
                <a16:creationId xmlns:a16="http://schemas.microsoft.com/office/drawing/2014/main" id="{AE4ADCBC-2752-4341-8BDA-579679D8EF6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D71323-C5DA-4F28-B786-4AC98A09639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137</a:t>
            </a:r>
            <a:endParaRPr sz="1050" b="0">
              <a:solidFill>
                <a:srgbClr val="151515"/>
              </a:solidFill>
              <a:latin typeface="Consolas"/>
              <a:ea typeface="Consolas"/>
              <a:cs typeface="Consolas"/>
            </a:endParaRPr>
          </a:p>
        </p:txBody>
      </p:sp>
      <p:sp>
        <p:nvSpPr>
          <p:cNvPr id="8" name="row-148-label">
            <a:extLst>
              <a:ext uri="{FF2B5EF4-FFF2-40B4-BE49-F238E27FC236}">
                <a16:creationId xmlns:a16="http://schemas.microsoft.com/office/drawing/2014/main" id="{261CFFD2-F73A-47DE-95AE-0E50B3A9D80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15B41E2A-32A2-4231-A9E7-17903097BDD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8-0">
            <a:extLst>
              <a:ext uri="{FF2B5EF4-FFF2-40B4-BE49-F238E27FC236}">
                <a16:creationId xmlns:a16="http://schemas.microsoft.com/office/drawing/2014/main" id="{4BFF888A-4D01-4349-BCDC-57378F57F2F1}"/>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8-1">
            <a:extLst>
              <a:ext uri="{FF2B5EF4-FFF2-40B4-BE49-F238E27FC236}">
                <a16:creationId xmlns:a16="http://schemas.microsoft.com/office/drawing/2014/main" id="{4B5064E7-5871-4F91-BE7A-2FC23A25720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8-2">
            <a:extLst>
              <a:ext uri="{FF2B5EF4-FFF2-40B4-BE49-F238E27FC236}">
                <a16:creationId xmlns:a16="http://schemas.microsoft.com/office/drawing/2014/main" id="{B63D57EA-9FBD-476D-9C4D-9CCE3FDB61EB}"/>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8-3">
            <a:extLst>
              <a:ext uri="{FF2B5EF4-FFF2-40B4-BE49-F238E27FC236}">
                <a16:creationId xmlns:a16="http://schemas.microsoft.com/office/drawing/2014/main" id="{E06FD1CE-CCDA-4F94-B55A-F3E83DC95B7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8-4">
            <a:extLst>
              <a:ext uri="{FF2B5EF4-FFF2-40B4-BE49-F238E27FC236}">
                <a16:creationId xmlns:a16="http://schemas.microsoft.com/office/drawing/2014/main" id="{80D9C931-B756-48CD-82F4-BAD7DAE7D9B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8-5">
            <a:extLst>
              <a:ext uri="{FF2B5EF4-FFF2-40B4-BE49-F238E27FC236}">
                <a16:creationId xmlns:a16="http://schemas.microsoft.com/office/drawing/2014/main" id="{31EAE725-E2E6-4301-9447-9464DF170A4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8-6">
            <a:extLst>
              <a:ext uri="{FF2B5EF4-FFF2-40B4-BE49-F238E27FC236}">
                <a16:creationId xmlns:a16="http://schemas.microsoft.com/office/drawing/2014/main" id="{FA187DB4-0AD4-42FD-80D1-46F26839FE2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8-7">
            <a:extLst>
              <a:ext uri="{FF2B5EF4-FFF2-40B4-BE49-F238E27FC236}">
                <a16:creationId xmlns:a16="http://schemas.microsoft.com/office/drawing/2014/main" id="{C321D024-7C05-486F-BC0A-A35390EB3733}"/>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9">
            <a:extLst>
              <a:ext uri="{FF2B5EF4-FFF2-40B4-BE49-F238E27FC236}">
                <a16:creationId xmlns:a16="http://schemas.microsoft.com/office/drawing/2014/main" id="{487D0AA2-BB69-41D3-9820-4D2B4ED76A5F}"/>
              </a:ext>
            </a:extLst>
          </p:cNvPr>
          <p:cNvSpPr>
            <a:spLocks noGrp="1"/>
          </p:cNvSpPr>
          <p:nvPr/>
        </p:nvSpPr>
        <p:spPr>
          <a:xfrm>
            <a:off x="7877175" y="2743200"/>
            <a:ext cx="19050" cy="666750"/>
          </a:xfrm>
          <a:prstGeom prst="rect">
            <a:avLst/>
          </a:prstGeom>
          <a:solidFill>
            <a:srgbClr val="9A5900"/>
          </a:solidFill>
          <a:ln w="0">
            <a:noFill/>
          </a:ln>
        </p:spPr>
      </p:sp>
      <p:sp>
        <p:nvSpPr>
          <p:cNvPr id="19" name="pointer-148">
            <a:extLst>
              <a:ext uri="{FF2B5EF4-FFF2-40B4-BE49-F238E27FC236}">
                <a16:creationId xmlns:a16="http://schemas.microsoft.com/office/drawing/2014/main" id="{CB9E746D-BE86-4267-9E40-465DBD6EF9BF}"/>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5BA8BB04-5F72-4545-BB91-9060CA2974E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47166A11-7EE0-422D-9388-F945F46F7B2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7</a:t>
            </a:r>
          </a:p>
        </p:txBody>
      </p:sp>
      <p:sp>
        <p:nvSpPr>
          <p:cNvPr id="22" name="row-150-label">
            <a:extLst>
              <a:ext uri="{FF2B5EF4-FFF2-40B4-BE49-F238E27FC236}">
                <a16:creationId xmlns:a16="http://schemas.microsoft.com/office/drawing/2014/main" id="{410C2572-CD28-4306-8209-B5F6D0B75B7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A85B710-17CB-49BF-B461-4E3FCA8EC8C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0-0">
            <a:extLst>
              <a:ext uri="{FF2B5EF4-FFF2-40B4-BE49-F238E27FC236}">
                <a16:creationId xmlns:a16="http://schemas.microsoft.com/office/drawing/2014/main" id="{6A5D019B-3E37-414D-9B03-0896204E56E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0-1">
            <a:extLst>
              <a:ext uri="{FF2B5EF4-FFF2-40B4-BE49-F238E27FC236}">
                <a16:creationId xmlns:a16="http://schemas.microsoft.com/office/drawing/2014/main" id="{E16179F2-0014-494E-876E-D6C6EF51B26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0-2">
            <a:extLst>
              <a:ext uri="{FF2B5EF4-FFF2-40B4-BE49-F238E27FC236}">
                <a16:creationId xmlns:a16="http://schemas.microsoft.com/office/drawing/2014/main" id="{999DA2AE-2E20-4C52-81A2-F3606C1E417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0-3">
            <a:extLst>
              <a:ext uri="{FF2B5EF4-FFF2-40B4-BE49-F238E27FC236}">
                <a16:creationId xmlns:a16="http://schemas.microsoft.com/office/drawing/2014/main" id="{6DB0AD14-DB36-45FA-8B12-D55090A65BB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0-4">
            <a:extLst>
              <a:ext uri="{FF2B5EF4-FFF2-40B4-BE49-F238E27FC236}">
                <a16:creationId xmlns:a16="http://schemas.microsoft.com/office/drawing/2014/main" id="{B1BC6193-3359-49EB-8FB5-816922B60FF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0-5">
            <a:extLst>
              <a:ext uri="{FF2B5EF4-FFF2-40B4-BE49-F238E27FC236}">
                <a16:creationId xmlns:a16="http://schemas.microsoft.com/office/drawing/2014/main" id="{0025E979-8B45-45DC-8320-07970B75B08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0-6">
            <a:extLst>
              <a:ext uri="{FF2B5EF4-FFF2-40B4-BE49-F238E27FC236}">
                <a16:creationId xmlns:a16="http://schemas.microsoft.com/office/drawing/2014/main" id="{E2C34912-0AEF-4F14-9ED7-D1996401FA2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0-7">
            <a:extLst>
              <a:ext uri="{FF2B5EF4-FFF2-40B4-BE49-F238E27FC236}">
                <a16:creationId xmlns:a16="http://schemas.microsoft.com/office/drawing/2014/main" id="{685CCCB3-DE2B-40A8-91EA-C87CBE27B8E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1">
            <a:extLst>
              <a:ext uri="{FF2B5EF4-FFF2-40B4-BE49-F238E27FC236}">
                <a16:creationId xmlns:a16="http://schemas.microsoft.com/office/drawing/2014/main" id="{76E0FD44-6616-4078-A752-ACCEDAF17506}"/>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65F97C1-A87B-4917-938B-AFE9AB3AD34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80402746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5E0C8CE-09CA-4979-AC82-4D5D04C5A3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F60182-4606-44E2-9A0B-DC0F7D4E9AF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C90555-F7E5-4499-8814-0DC50032A3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오른쪽 스캔 1/1</a:t>
            </a:r>
          </a:p>
        </p:txBody>
      </p:sp>
      <p:sp>
        <p:nvSpPr>
          <p:cNvPr id="4" name="diagram-line-152">
            <a:extLst>
              <a:ext uri="{FF2B5EF4-FFF2-40B4-BE49-F238E27FC236}">
                <a16:creationId xmlns:a16="http://schemas.microsoft.com/office/drawing/2014/main" id="{F241F521-BFA5-4069-A828-D460C0E57AC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E3664FE-B625-4DC8-9485-EFEAA47DCEE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right_sum 갱신.</a:t>
            </a:r>
          </a:p>
        </p:txBody>
      </p:sp>
      <p:sp>
        <p:nvSpPr>
          <p:cNvPr id="6" name="footer">
            <a:extLst>
              <a:ext uri="{FF2B5EF4-FFF2-40B4-BE49-F238E27FC236}">
                <a16:creationId xmlns:a16="http://schemas.microsoft.com/office/drawing/2014/main" id="{399F3CA1-1654-427A-B3F7-BBAE4C352F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EF01DE-81E7-4CE0-824F-86258529C09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138</a:t>
            </a:r>
            <a:endParaRPr sz="1050" b="0">
              <a:solidFill>
                <a:srgbClr val="151515"/>
              </a:solidFill>
              <a:latin typeface="Consolas"/>
              <a:ea typeface="Consolas"/>
              <a:cs typeface="Consolas"/>
            </a:endParaRPr>
          </a:p>
        </p:txBody>
      </p:sp>
      <p:sp>
        <p:nvSpPr>
          <p:cNvPr id="8" name="row-153-label">
            <a:extLst>
              <a:ext uri="{FF2B5EF4-FFF2-40B4-BE49-F238E27FC236}">
                <a16:creationId xmlns:a16="http://schemas.microsoft.com/office/drawing/2014/main" id="{E9C6E107-B752-42E9-966B-C25394A34AA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B36693D-2D9D-4984-805C-2CB80F6127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3-0">
            <a:extLst>
              <a:ext uri="{FF2B5EF4-FFF2-40B4-BE49-F238E27FC236}">
                <a16:creationId xmlns:a16="http://schemas.microsoft.com/office/drawing/2014/main" id="{45563164-22DF-4248-9E5E-92CA37CFD1E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3-1">
            <a:extLst>
              <a:ext uri="{FF2B5EF4-FFF2-40B4-BE49-F238E27FC236}">
                <a16:creationId xmlns:a16="http://schemas.microsoft.com/office/drawing/2014/main" id="{9E164E10-3E07-42EB-86A1-F34F5C1FECF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3-2">
            <a:extLst>
              <a:ext uri="{FF2B5EF4-FFF2-40B4-BE49-F238E27FC236}">
                <a16:creationId xmlns:a16="http://schemas.microsoft.com/office/drawing/2014/main" id="{26DC0753-ACBE-45BF-B9E8-7E47C7A6471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3-3">
            <a:extLst>
              <a:ext uri="{FF2B5EF4-FFF2-40B4-BE49-F238E27FC236}">
                <a16:creationId xmlns:a16="http://schemas.microsoft.com/office/drawing/2014/main" id="{6F132F70-598C-4E6E-8D15-88699AC52FB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3-4">
            <a:extLst>
              <a:ext uri="{FF2B5EF4-FFF2-40B4-BE49-F238E27FC236}">
                <a16:creationId xmlns:a16="http://schemas.microsoft.com/office/drawing/2014/main" id="{5618B96C-7314-4E19-9194-03ED706077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3-5">
            <a:extLst>
              <a:ext uri="{FF2B5EF4-FFF2-40B4-BE49-F238E27FC236}">
                <a16:creationId xmlns:a16="http://schemas.microsoft.com/office/drawing/2014/main" id="{AD8C29CA-9392-44E0-A3AF-8281E15F6D9F}"/>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3-6">
            <a:extLst>
              <a:ext uri="{FF2B5EF4-FFF2-40B4-BE49-F238E27FC236}">
                <a16:creationId xmlns:a16="http://schemas.microsoft.com/office/drawing/2014/main" id="{D6FAB917-A7A4-4652-902D-637F16B8ED24}"/>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3-7">
            <a:extLst>
              <a:ext uri="{FF2B5EF4-FFF2-40B4-BE49-F238E27FC236}">
                <a16:creationId xmlns:a16="http://schemas.microsoft.com/office/drawing/2014/main" id="{7DE8398D-5B2D-4978-BFC4-8B696426256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54">
            <a:extLst>
              <a:ext uri="{FF2B5EF4-FFF2-40B4-BE49-F238E27FC236}">
                <a16:creationId xmlns:a16="http://schemas.microsoft.com/office/drawing/2014/main" id="{F38514F2-F52E-4DB7-8CEB-6066D2101BF7}"/>
              </a:ext>
            </a:extLst>
          </p:cNvPr>
          <p:cNvSpPr>
            <a:spLocks noGrp="1"/>
          </p:cNvSpPr>
          <p:nvPr/>
        </p:nvSpPr>
        <p:spPr>
          <a:xfrm>
            <a:off x="7877175" y="2743200"/>
            <a:ext cx="19050" cy="666750"/>
          </a:xfrm>
          <a:prstGeom prst="rect">
            <a:avLst/>
          </a:prstGeom>
          <a:solidFill>
            <a:srgbClr val="9A5900"/>
          </a:solidFill>
          <a:ln w="0">
            <a:noFill/>
          </a:ln>
        </p:spPr>
      </p:sp>
      <p:sp>
        <p:nvSpPr>
          <p:cNvPr id="19" name="pointer-153">
            <a:extLst>
              <a:ext uri="{FF2B5EF4-FFF2-40B4-BE49-F238E27FC236}">
                <a16:creationId xmlns:a16="http://schemas.microsoft.com/office/drawing/2014/main" id="{E9EE8977-59D1-4BF2-9A06-B86338FE2438}"/>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DB9109F7-D46B-4364-9485-FD98BF3DD5C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42FB7485-62E3-4194-8A5C-5B36E881A26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−9</a:t>
            </a:r>
          </a:p>
        </p:txBody>
      </p:sp>
      <p:sp>
        <p:nvSpPr>
          <p:cNvPr id="22" name="row-155-label">
            <a:extLst>
              <a:ext uri="{FF2B5EF4-FFF2-40B4-BE49-F238E27FC236}">
                <a16:creationId xmlns:a16="http://schemas.microsoft.com/office/drawing/2014/main" id="{36A80CB7-87F7-4657-B1C3-0C77768617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C6B8D844-3FD6-4DD1-9D00-54ACEB467DB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5-0">
            <a:extLst>
              <a:ext uri="{FF2B5EF4-FFF2-40B4-BE49-F238E27FC236}">
                <a16:creationId xmlns:a16="http://schemas.microsoft.com/office/drawing/2014/main" id="{1A4E2DBC-E456-4E22-AD67-D8CED998D39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5-1">
            <a:extLst>
              <a:ext uri="{FF2B5EF4-FFF2-40B4-BE49-F238E27FC236}">
                <a16:creationId xmlns:a16="http://schemas.microsoft.com/office/drawing/2014/main" id="{434E2250-76F1-40EB-A895-13824527BB1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5-2">
            <a:extLst>
              <a:ext uri="{FF2B5EF4-FFF2-40B4-BE49-F238E27FC236}">
                <a16:creationId xmlns:a16="http://schemas.microsoft.com/office/drawing/2014/main" id="{3194A5E5-C8BD-4C82-AAFA-C5BBAC3CCFE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5-3">
            <a:extLst>
              <a:ext uri="{FF2B5EF4-FFF2-40B4-BE49-F238E27FC236}">
                <a16:creationId xmlns:a16="http://schemas.microsoft.com/office/drawing/2014/main" id="{1E8E548E-3FA1-4665-845A-068CBC6565D1}"/>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5-4">
            <a:extLst>
              <a:ext uri="{FF2B5EF4-FFF2-40B4-BE49-F238E27FC236}">
                <a16:creationId xmlns:a16="http://schemas.microsoft.com/office/drawing/2014/main" id="{4CDD6BAC-24B0-4A1A-97A5-54DB64D96BF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5-5">
            <a:extLst>
              <a:ext uri="{FF2B5EF4-FFF2-40B4-BE49-F238E27FC236}">
                <a16:creationId xmlns:a16="http://schemas.microsoft.com/office/drawing/2014/main" id="{1671A11E-DE51-4DCD-97B5-EAE9A1DD23F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5-6">
            <a:extLst>
              <a:ext uri="{FF2B5EF4-FFF2-40B4-BE49-F238E27FC236}">
                <a16:creationId xmlns:a16="http://schemas.microsoft.com/office/drawing/2014/main" id="{29195517-7EC9-4B6F-ACCE-E9543FADF6BD}"/>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5-7">
            <a:extLst>
              <a:ext uri="{FF2B5EF4-FFF2-40B4-BE49-F238E27FC236}">
                <a16:creationId xmlns:a16="http://schemas.microsoft.com/office/drawing/2014/main" id="{FA131264-E812-4BD9-8BA7-916A827C620E}"/>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6">
            <a:extLst>
              <a:ext uri="{FF2B5EF4-FFF2-40B4-BE49-F238E27FC236}">
                <a16:creationId xmlns:a16="http://schemas.microsoft.com/office/drawing/2014/main" id="{8E44DF17-73A1-4DE0-AEDC-7883C424977E}"/>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D39C15-E002-4F10-8094-BB36805E1B0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7047040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5FC0F1EF-7C47-410C-B31A-71612657250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55A9732-44BA-4705-A117-7926B4B7453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1D35792-88A6-4D38-A25A-AB903372D52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세 후보 비교 → 7 반환</a:t>
            </a:r>
          </a:p>
        </p:txBody>
      </p:sp>
      <p:sp>
        <p:nvSpPr>
          <p:cNvPr id="4" name="diagram-line-157">
            <a:extLst>
              <a:ext uri="{FF2B5EF4-FFF2-40B4-BE49-F238E27FC236}">
                <a16:creationId xmlns:a16="http://schemas.microsoft.com/office/drawing/2014/main" id="{15DCFA35-F7B6-467D-B028-71F5274B8D5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6465A0B-7678-4C94-B8E4-726B11C56CE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−9,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−9, −2) = 7입니다.</a:t>
            </a:r>
          </a:p>
        </p:txBody>
      </p:sp>
      <p:sp>
        <p:nvSpPr>
          <p:cNvPr id="6" name="footer">
            <a:extLst>
              <a:ext uri="{FF2B5EF4-FFF2-40B4-BE49-F238E27FC236}">
                <a16:creationId xmlns:a16="http://schemas.microsoft.com/office/drawing/2014/main" id="{FF1C7FC3-9AF1-4BA0-9737-25B3208749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A79DCA-08B7-45EA-AAB1-499D0F5FB46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139</a:t>
            </a:r>
            <a:endParaRPr sz="1050" b="0">
              <a:solidFill>
                <a:srgbClr val="151515"/>
              </a:solidFill>
              <a:latin typeface="Consolas"/>
              <a:ea typeface="Consolas"/>
              <a:cs typeface="Consolas"/>
            </a:endParaRPr>
          </a:p>
        </p:txBody>
      </p:sp>
      <p:sp>
        <p:nvSpPr>
          <p:cNvPr id="8" name="row-158-label">
            <a:extLst>
              <a:ext uri="{FF2B5EF4-FFF2-40B4-BE49-F238E27FC236}">
                <a16:creationId xmlns:a16="http://schemas.microsoft.com/office/drawing/2014/main" id="{5C72C2E1-9667-49F0-98CF-E88812F90A1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0103507B-C8FC-4266-BFA0-A8BDE70D3943}"/>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8-0">
            <a:extLst>
              <a:ext uri="{FF2B5EF4-FFF2-40B4-BE49-F238E27FC236}">
                <a16:creationId xmlns:a16="http://schemas.microsoft.com/office/drawing/2014/main" id="{7E8B9D94-54ED-4817-929F-CDCDEF2A0891}"/>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8-1">
            <a:extLst>
              <a:ext uri="{FF2B5EF4-FFF2-40B4-BE49-F238E27FC236}">
                <a16:creationId xmlns:a16="http://schemas.microsoft.com/office/drawing/2014/main" id="{D20B6BF3-020A-4861-AB37-9C1EE6E8E15C}"/>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8-2">
            <a:extLst>
              <a:ext uri="{FF2B5EF4-FFF2-40B4-BE49-F238E27FC236}">
                <a16:creationId xmlns:a16="http://schemas.microsoft.com/office/drawing/2014/main" id="{710636C9-CE32-4533-A142-A8328557598A}"/>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8-3">
            <a:extLst>
              <a:ext uri="{FF2B5EF4-FFF2-40B4-BE49-F238E27FC236}">
                <a16:creationId xmlns:a16="http://schemas.microsoft.com/office/drawing/2014/main" id="{9064A742-A966-4323-99BE-ED2470E26F69}"/>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8-4">
            <a:extLst>
              <a:ext uri="{FF2B5EF4-FFF2-40B4-BE49-F238E27FC236}">
                <a16:creationId xmlns:a16="http://schemas.microsoft.com/office/drawing/2014/main" id="{D45AD3A5-2B50-4CF0-B332-17709AECEB05}"/>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8-5">
            <a:extLst>
              <a:ext uri="{FF2B5EF4-FFF2-40B4-BE49-F238E27FC236}">
                <a16:creationId xmlns:a16="http://schemas.microsoft.com/office/drawing/2014/main" id="{4F2ABF55-89FD-4816-981E-9AA29888575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8-6">
            <a:extLst>
              <a:ext uri="{FF2B5EF4-FFF2-40B4-BE49-F238E27FC236}">
                <a16:creationId xmlns:a16="http://schemas.microsoft.com/office/drawing/2014/main" id="{C1E089A9-F9C2-4B92-8FDC-EB670297AEC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8-7">
            <a:extLst>
              <a:ext uri="{FF2B5EF4-FFF2-40B4-BE49-F238E27FC236}">
                <a16:creationId xmlns:a16="http://schemas.microsoft.com/office/drawing/2014/main" id="{5746421D-F2B0-449B-9A17-2AFBBD4400CC}"/>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58">
            <a:extLst>
              <a:ext uri="{FF2B5EF4-FFF2-40B4-BE49-F238E27FC236}">
                <a16:creationId xmlns:a16="http://schemas.microsoft.com/office/drawing/2014/main" id="{0988A9A5-B97C-4E94-BCC3-5C4533EA3E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159-label">
            <a:extLst>
              <a:ext uri="{FF2B5EF4-FFF2-40B4-BE49-F238E27FC236}">
                <a16:creationId xmlns:a16="http://schemas.microsoft.com/office/drawing/2014/main" id="{1874BCA9-85AC-460B-BADC-5FA5973E0AE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C2B1C18B-E539-4C44-AD2C-893A07CFDDA4}"/>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59-0">
            <a:extLst>
              <a:ext uri="{FF2B5EF4-FFF2-40B4-BE49-F238E27FC236}">
                <a16:creationId xmlns:a16="http://schemas.microsoft.com/office/drawing/2014/main" id="{BDC62485-9580-4AAD-AF4E-610C759D69F2}"/>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59-1">
            <a:extLst>
              <a:ext uri="{FF2B5EF4-FFF2-40B4-BE49-F238E27FC236}">
                <a16:creationId xmlns:a16="http://schemas.microsoft.com/office/drawing/2014/main" id="{9F2F2D8E-DF86-4550-8F75-EF8F906F21EF}"/>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59-2">
            <a:extLst>
              <a:ext uri="{FF2B5EF4-FFF2-40B4-BE49-F238E27FC236}">
                <a16:creationId xmlns:a16="http://schemas.microsoft.com/office/drawing/2014/main" id="{5E0EFC0C-D882-40EA-A8FC-D86CA04236C0}"/>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59-3">
            <a:extLst>
              <a:ext uri="{FF2B5EF4-FFF2-40B4-BE49-F238E27FC236}">
                <a16:creationId xmlns:a16="http://schemas.microsoft.com/office/drawing/2014/main" id="{DCB454C9-1E2B-46C5-B61B-DF0E89DBA4E1}"/>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59-4">
            <a:extLst>
              <a:ext uri="{FF2B5EF4-FFF2-40B4-BE49-F238E27FC236}">
                <a16:creationId xmlns:a16="http://schemas.microsoft.com/office/drawing/2014/main" id="{75F4BA30-9AFB-4992-A96F-29C4EE25D662}"/>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59-5">
            <a:extLst>
              <a:ext uri="{FF2B5EF4-FFF2-40B4-BE49-F238E27FC236}">
                <a16:creationId xmlns:a16="http://schemas.microsoft.com/office/drawing/2014/main" id="{49656755-B0A1-448D-A7CB-80D7B3049CD6}"/>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59-6">
            <a:extLst>
              <a:ext uri="{FF2B5EF4-FFF2-40B4-BE49-F238E27FC236}">
                <a16:creationId xmlns:a16="http://schemas.microsoft.com/office/drawing/2014/main" id="{6CB7E74F-9074-4A03-9AF6-888E6FF10C9D}"/>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59-7">
            <a:extLst>
              <a:ext uri="{FF2B5EF4-FFF2-40B4-BE49-F238E27FC236}">
                <a16:creationId xmlns:a16="http://schemas.microsoft.com/office/drawing/2014/main" id="{B7F796C3-3AD6-48A2-BEC6-3714F495283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59">
            <a:extLst>
              <a:ext uri="{FF2B5EF4-FFF2-40B4-BE49-F238E27FC236}">
                <a16:creationId xmlns:a16="http://schemas.microsoft.com/office/drawing/2014/main" id="{B059A70B-0177-4C30-B625-2D3A74F3B19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−9</a:t>
            </a:r>
          </a:p>
        </p:txBody>
      </p:sp>
      <p:sp>
        <p:nvSpPr>
          <p:cNvPr id="30" name="row-160-label">
            <a:extLst>
              <a:ext uri="{FF2B5EF4-FFF2-40B4-BE49-F238E27FC236}">
                <a16:creationId xmlns:a16="http://schemas.microsoft.com/office/drawing/2014/main" id="{0BD5E401-17E0-4060-BCC3-5F83F32A0938}"/>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6722931D-6C5A-47AD-A7F5-F64BF0AD94E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60-0">
            <a:extLst>
              <a:ext uri="{FF2B5EF4-FFF2-40B4-BE49-F238E27FC236}">
                <a16:creationId xmlns:a16="http://schemas.microsoft.com/office/drawing/2014/main" id="{FEE2405E-B6B9-482F-8DC1-F2A1FB56AF47}"/>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60-1">
            <a:extLst>
              <a:ext uri="{FF2B5EF4-FFF2-40B4-BE49-F238E27FC236}">
                <a16:creationId xmlns:a16="http://schemas.microsoft.com/office/drawing/2014/main" id="{D6C60EDE-CE01-407B-92BD-E35A9467AA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60-2">
            <a:extLst>
              <a:ext uri="{FF2B5EF4-FFF2-40B4-BE49-F238E27FC236}">
                <a16:creationId xmlns:a16="http://schemas.microsoft.com/office/drawing/2014/main" id="{C7BE4E26-4086-43AF-A2DC-98E8C562DB9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60-3">
            <a:extLst>
              <a:ext uri="{FF2B5EF4-FFF2-40B4-BE49-F238E27FC236}">
                <a16:creationId xmlns:a16="http://schemas.microsoft.com/office/drawing/2014/main" id="{6C635D0E-F7CE-46BD-A5C9-1A8F2B26C54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60-4">
            <a:extLst>
              <a:ext uri="{FF2B5EF4-FFF2-40B4-BE49-F238E27FC236}">
                <a16:creationId xmlns:a16="http://schemas.microsoft.com/office/drawing/2014/main" id="{3FEB2A29-AA5E-4139-9D47-BF6146A07D9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60-5">
            <a:extLst>
              <a:ext uri="{FF2B5EF4-FFF2-40B4-BE49-F238E27FC236}">
                <a16:creationId xmlns:a16="http://schemas.microsoft.com/office/drawing/2014/main" id="{BAE7C914-7BB1-432E-B27C-BDFC9D927FB5}"/>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60-6">
            <a:extLst>
              <a:ext uri="{FF2B5EF4-FFF2-40B4-BE49-F238E27FC236}">
                <a16:creationId xmlns:a16="http://schemas.microsoft.com/office/drawing/2014/main" id="{0EE982DB-B3BF-4E5A-B29C-959E973E6E79}"/>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60-7">
            <a:extLst>
              <a:ext uri="{FF2B5EF4-FFF2-40B4-BE49-F238E27FC236}">
                <a16:creationId xmlns:a16="http://schemas.microsoft.com/office/drawing/2014/main" id="{108543AF-D108-4CF8-918D-B526C115D964}"/>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60">
            <a:extLst>
              <a:ext uri="{FF2B5EF4-FFF2-40B4-BE49-F238E27FC236}">
                <a16:creationId xmlns:a16="http://schemas.microsoft.com/office/drawing/2014/main" id="{EF1E0C03-0177-4CDC-B4A7-F95D49CDA127}"/>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5D72A74-B795-4AEB-8179-B36FA559EA9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left_max에 7을 반환합니다.</a:t>
            </a:r>
          </a:p>
        </p:txBody>
      </p:sp>
    </p:spTree>
    <p:extLst>
      <p:ext uri="{BB962C8B-B14F-4D97-AF65-F5344CB8AC3E}">
        <p14:creationId xmlns:p14="http://schemas.microsoft.com/office/powerpoint/2010/main" val="16395108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D8ACED3A-BCAB-4801-8775-83F0B1A869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8FA7FA4-825A-4647-A1B7-EBDFEA8776C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A7E9AFA-8BCD-4608-A896-5A14939993A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답 7을 받음</a:t>
            </a:r>
          </a:p>
        </p:txBody>
      </p:sp>
      <p:sp>
        <p:nvSpPr>
          <p:cNvPr id="4" name="diagram-line-161">
            <a:extLst>
              <a:ext uri="{FF2B5EF4-FFF2-40B4-BE49-F238E27FC236}">
                <a16:creationId xmlns:a16="http://schemas.microsoft.com/office/drawing/2014/main" id="{4AD3BE94-9D95-44AE-85DB-6E89CF0F92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675738-78EC-43B8-A06E-1BFEE07462A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[4~5] 호출이 7을 반환했습니다. left_max = 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[6~7] 호출을 시작합니다.</a:t>
            </a:r>
          </a:p>
        </p:txBody>
      </p:sp>
      <p:sp>
        <p:nvSpPr>
          <p:cNvPr id="6" name="footer">
            <a:extLst>
              <a:ext uri="{FF2B5EF4-FFF2-40B4-BE49-F238E27FC236}">
                <a16:creationId xmlns:a16="http://schemas.microsoft.com/office/drawing/2014/main" id="{8FF222C7-9537-43DA-8F20-CD075CEBD28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3720B8E-AF83-4B6B-B42F-FED493EC06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140</a:t>
            </a:r>
            <a:endParaRPr sz="1050" b="0">
              <a:solidFill>
                <a:srgbClr val="151515"/>
              </a:solidFill>
              <a:latin typeface="Consolas"/>
              <a:ea typeface="Consolas"/>
              <a:cs typeface="Consolas"/>
            </a:endParaRPr>
          </a:p>
        </p:txBody>
      </p:sp>
      <p:sp>
        <p:nvSpPr>
          <p:cNvPr id="8" name="row-162-label">
            <a:extLst>
              <a:ext uri="{FF2B5EF4-FFF2-40B4-BE49-F238E27FC236}">
                <a16:creationId xmlns:a16="http://schemas.microsoft.com/office/drawing/2014/main" id="{657175F1-9493-4BBB-BCC6-43A7D6F698BC}"/>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EE88C28D-F968-4A42-BA27-E13D9A09B610}"/>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2-0">
            <a:extLst>
              <a:ext uri="{FF2B5EF4-FFF2-40B4-BE49-F238E27FC236}">
                <a16:creationId xmlns:a16="http://schemas.microsoft.com/office/drawing/2014/main" id="{7E748B39-4535-46F1-9AC9-C357ECD3F77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2-1">
            <a:extLst>
              <a:ext uri="{FF2B5EF4-FFF2-40B4-BE49-F238E27FC236}">
                <a16:creationId xmlns:a16="http://schemas.microsoft.com/office/drawing/2014/main" id="{85CBF39E-B95B-4B03-9F05-DDB92513573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2-2">
            <a:extLst>
              <a:ext uri="{FF2B5EF4-FFF2-40B4-BE49-F238E27FC236}">
                <a16:creationId xmlns:a16="http://schemas.microsoft.com/office/drawing/2014/main" id="{873A6242-2B2D-4999-9375-EBC2C40A4CFE}"/>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2-3">
            <a:extLst>
              <a:ext uri="{FF2B5EF4-FFF2-40B4-BE49-F238E27FC236}">
                <a16:creationId xmlns:a16="http://schemas.microsoft.com/office/drawing/2014/main" id="{41477F06-50C6-489E-BAA6-965A77CE8346}"/>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2-4">
            <a:extLst>
              <a:ext uri="{FF2B5EF4-FFF2-40B4-BE49-F238E27FC236}">
                <a16:creationId xmlns:a16="http://schemas.microsoft.com/office/drawing/2014/main" id="{BF6EA4FB-FF78-4D03-94BE-82162CCB8746}"/>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2-5">
            <a:extLst>
              <a:ext uri="{FF2B5EF4-FFF2-40B4-BE49-F238E27FC236}">
                <a16:creationId xmlns:a16="http://schemas.microsoft.com/office/drawing/2014/main" id="{C551469F-B980-4122-8EFB-1FAD90CF6E76}"/>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2-6">
            <a:extLst>
              <a:ext uri="{FF2B5EF4-FFF2-40B4-BE49-F238E27FC236}">
                <a16:creationId xmlns:a16="http://schemas.microsoft.com/office/drawing/2014/main" id="{9C340964-B661-4CBA-942B-772AF1EF010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2-7">
            <a:extLst>
              <a:ext uri="{FF2B5EF4-FFF2-40B4-BE49-F238E27FC236}">
                <a16:creationId xmlns:a16="http://schemas.microsoft.com/office/drawing/2014/main" id="{26DDF832-B5E7-4A0D-8AC2-E6D47C4A86E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E9BF68D9-1E06-4478-8F2A-3FBAA27254C3}"/>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6, 7)</a:t>
            </a:r>
          </a:p>
        </p:txBody>
      </p:sp>
      <p:sp>
        <p:nvSpPr>
          <p:cNvPr id="19" name="row-163-label">
            <a:extLst>
              <a:ext uri="{FF2B5EF4-FFF2-40B4-BE49-F238E27FC236}">
                <a16:creationId xmlns:a16="http://schemas.microsoft.com/office/drawing/2014/main" id="{A5433F14-22B5-42B7-9782-FA0BB4D7244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7714C3A3-A606-43F6-BBCB-D1434440313A}"/>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63-0">
            <a:extLst>
              <a:ext uri="{FF2B5EF4-FFF2-40B4-BE49-F238E27FC236}">
                <a16:creationId xmlns:a16="http://schemas.microsoft.com/office/drawing/2014/main" id="{9D27F57A-043C-4535-AAC1-1A0DD709906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63-1">
            <a:extLst>
              <a:ext uri="{FF2B5EF4-FFF2-40B4-BE49-F238E27FC236}">
                <a16:creationId xmlns:a16="http://schemas.microsoft.com/office/drawing/2014/main" id="{5A32FFFC-9540-4156-8E43-D4EB34D527C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63-2">
            <a:extLst>
              <a:ext uri="{FF2B5EF4-FFF2-40B4-BE49-F238E27FC236}">
                <a16:creationId xmlns:a16="http://schemas.microsoft.com/office/drawing/2014/main" id="{62FBDABB-523A-4C97-9B55-45D6BC756585}"/>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63-3">
            <a:extLst>
              <a:ext uri="{FF2B5EF4-FFF2-40B4-BE49-F238E27FC236}">
                <a16:creationId xmlns:a16="http://schemas.microsoft.com/office/drawing/2014/main" id="{386FC1FA-39B9-4627-BCF8-EE84A0EB98C1}"/>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63-4">
            <a:extLst>
              <a:ext uri="{FF2B5EF4-FFF2-40B4-BE49-F238E27FC236}">
                <a16:creationId xmlns:a16="http://schemas.microsoft.com/office/drawing/2014/main" id="{B6EAB329-7420-4D95-B296-10D269486959}"/>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63-5">
            <a:extLst>
              <a:ext uri="{FF2B5EF4-FFF2-40B4-BE49-F238E27FC236}">
                <a16:creationId xmlns:a16="http://schemas.microsoft.com/office/drawing/2014/main" id="{E28497E9-096B-4A03-9089-55A326232B07}"/>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63-6">
            <a:extLst>
              <a:ext uri="{FF2B5EF4-FFF2-40B4-BE49-F238E27FC236}">
                <a16:creationId xmlns:a16="http://schemas.microsoft.com/office/drawing/2014/main" id="{D3E08F55-98C6-47E0-BBB0-A5B00A8317CE}"/>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63-7">
            <a:extLst>
              <a:ext uri="{FF2B5EF4-FFF2-40B4-BE49-F238E27FC236}">
                <a16:creationId xmlns:a16="http://schemas.microsoft.com/office/drawing/2014/main" id="{25D2757D-958F-4478-BC9A-AD6265304953}"/>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838EC8CC-210F-4D79-8AF9-3DFB5E4152F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301834674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76362E46-1246-4DEC-9486-476F24238B7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6FF8263-E499-4B87-B503-03CCF491152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E881C64-9953-4BEE-8455-69992443A5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호출: mid = 6에서 나눔</a:t>
            </a:r>
          </a:p>
        </p:txBody>
      </p:sp>
      <p:sp>
        <p:nvSpPr>
          <p:cNvPr id="4" name="diagram-line-164">
            <a:extLst>
              <a:ext uri="{FF2B5EF4-FFF2-40B4-BE49-F238E27FC236}">
                <a16:creationId xmlns:a16="http://schemas.microsoft.com/office/drawing/2014/main" id="{9E69F985-E6FC-41DC-8560-DD0608CE878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34462C9-1A23-491C-8613-6730BD5AF50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6, high = 7, mid = 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[6~6]를 호출합니다. 오른쪽 [7~7]는 기다립니다.</a:t>
            </a:r>
          </a:p>
        </p:txBody>
      </p:sp>
      <p:sp>
        <p:nvSpPr>
          <p:cNvPr id="6" name="footer">
            <a:extLst>
              <a:ext uri="{FF2B5EF4-FFF2-40B4-BE49-F238E27FC236}">
                <a16:creationId xmlns:a16="http://schemas.microsoft.com/office/drawing/2014/main" id="{0E90EF07-1ADF-4659-AD25-7181E8CCB85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D44D6DF-CE0D-4104-BAD3-5024944CA4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141</a:t>
            </a:r>
            <a:endParaRPr sz="1050" b="0">
              <a:solidFill>
                <a:srgbClr val="151515"/>
              </a:solidFill>
              <a:latin typeface="Consolas"/>
              <a:ea typeface="Consolas"/>
              <a:cs typeface="Consolas"/>
            </a:endParaRPr>
          </a:p>
        </p:txBody>
      </p:sp>
      <p:sp>
        <p:nvSpPr>
          <p:cNvPr id="8" name="row-165-label">
            <a:extLst>
              <a:ext uri="{FF2B5EF4-FFF2-40B4-BE49-F238E27FC236}">
                <a16:creationId xmlns:a16="http://schemas.microsoft.com/office/drawing/2014/main" id="{B977E83A-524E-43A3-82BF-0B294098BA4C}"/>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425404D-5608-46A7-B5B1-9FBD1F3BBCB1}"/>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65-0">
            <a:extLst>
              <a:ext uri="{FF2B5EF4-FFF2-40B4-BE49-F238E27FC236}">
                <a16:creationId xmlns:a16="http://schemas.microsoft.com/office/drawing/2014/main" id="{5CF78F96-1131-407C-8C32-CB63F96F8757}"/>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5-1">
            <a:extLst>
              <a:ext uri="{FF2B5EF4-FFF2-40B4-BE49-F238E27FC236}">
                <a16:creationId xmlns:a16="http://schemas.microsoft.com/office/drawing/2014/main" id="{D46AA34F-16E3-4BE7-917E-A45120ECFCA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5-2">
            <a:extLst>
              <a:ext uri="{FF2B5EF4-FFF2-40B4-BE49-F238E27FC236}">
                <a16:creationId xmlns:a16="http://schemas.microsoft.com/office/drawing/2014/main" id="{CC8133D8-DBEC-48D8-9C16-033B297C6B50}"/>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5-3">
            <a:extLst>
              <a:ext uri="{FF2B5EF4-FFF2-40B4-BE49-F238E27FC236}">
                <a16:creationId xmlns:a16="http://schemas.microsoft.com/office/drawing/2014/main" id="{7645C986-32A5-4699-B901-D4AA2E5EF09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5-4">
            <a:extLst>
              <a:ext uri="{FF2B5EF4-FFF2-40B4-BE49-F238E27FC236}">
                <a16:creationId xmlns:a16="http://schemas.microsoft.com/office/drawing/2014/main" id="{58F20DBE-A7EE-40AB-A507-9399A969852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5-5">
            <a:extLst>
              <a:ext uri="{FF2B5EF4-FFF2-40B4-BE49-F238E27FC236}">
                <a16:creationId xmlns:a16="http://schemas.microsoft.com/office/drawing/2014/main" id="{CC2BCC43-329B-4AAE-A80B-963A91848E3E}"/>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5-6">
            <a:extLst>
              <a:ext uri="{FF2B5EF4-FFF2-40B4-BE49-F238E27FC236}">
                <a16:creationId xmlns:a16="http://schemas.microsoft.com/office/drawing/2014/main" id="{BCA3EEAD-D967-4BBC-A84E-15C36E6D6FCB}"/>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5-7">
            <a:extLst>
              <a:ext uri="{FF2B5EF4-FFF2-40B4-BE49-F238E27FC236}">
                <a16:creationId xmlns:a16="http://schemas.microsoft.com/office/drawing/2014/main" id="{82C33813-CE95-43F1-B521-27561D3DFD73}"/>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66">
            <a:extLst>
              <a:ext uri="{FF2B5EF4-FFF2-40B4-BE49-F238E27FC236}">
                <a16:creationId xmlns:a16="http://schemas.microsoft.com/office/drawing/2014/main" id="{E1719E6E-27A4-4E16-AB83-5C4601F13D0B}"/>
              </a:ext>
            </a:extLst>
          </p:cNvPr>
          <p:cNvSpPr>
            <a:spLocks noGrp="1"/>
          </p:cNvSpPr>
          <p:nvPr/>
        </p:nvSpPr>
        <p:spPr>
          <a:xfrm>
            <a:off x="10086975" y="2819400"/>
            <a:ext cx="19050" cy="666750"/>
          </a:xfrm>
          <a:prstGeom prst="rect">
            <a:avLst/>
          </a:prstGeom>
          <a:solidFill>
            <a:srgbClr val="9A5900"/>
          </a:solidFill>
          <a:ln w="0">
            <a:noFill/>
          </a:ln>
        </p:spPr>
      </p:sp>
      <p:sp>
        <p:nvSpPr>
          <p:cNvPr id="19" name="pointer-165">
            <a:extLst>
              <a:ext uri="{FF2B5EF4-FFF2-40B4-BE49-F238E27FC236}">
                <a16:creationId xmlns:a16="http://schemas.microsoft.com/office/drawing/2014/main" id="{9E1E6CC6-C4E1-4F1E-AE96-5E99183085B1}"/>
              </a:ext>
            </a:extLst>
          </p:cNvPr>
          <p:cNvSpPr>
            <a:spLocks noGrp="1"/>
          </p:cNvSpPr>
          <p:nvPr/>
        </p:nvSpPr>
        <p:spPr>
          <a:xfrm>
            <a:off x="89154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6</a:t>
            </a:r>
          </a:p>
        </p:txBody>
      </p:sp>
      <p:sp>
        <p:nvSpPr>
          <p:cNvPr id="20" name="children-code">
            <a:extLst>
              <a:ext uri="{FF2B5EF4-FFF2-40B4-BE49-F238E27FC236}">
                <a16:creationId xmlns:a16="http://schemas.microsoft.com/office/drawing/2014/main" id="{F95A537C-A809-4356-AA5F-B398A43621A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6, 6)</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7, 7)</a:t>
            </a:r>
          </a:p>
        </p:txBody>
      </p:sp>
      <p:sp>
        <p:nvSpPr>
          <p:cNvPr id="21" name="caption">
            <a:extLst>
              <a:ext uri="{FF2B5EF4-FFF2-40B4-BE49-F238E27FC236}">
                <a16:creationId xmlns:a16="http://schemas.microsoft.com/office/drawing/2014/main" id="{8924B8EF-B174-42A2-859C-C4B94B7DCA2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right_max의 반환을 기다립니다.</a:t>
            </a:r>
          </a:p>
        </p:txBody>
      </p:sp>
    </p:spTree>
    <p:extLst>
      <p:ext uri="{BB962C8B-B14F-4D97-AF65-F5344CB8AC3E}">
        <p14:creationId xmlns:p14="http://schemas.microsoft.com/office/powerpoint/2010/main" val="408809943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531CB5E-663D-40FE-870D-83B2B9C2CBE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E6A8C1-922F-44C1-A31A-6AD93788572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6765BB8-0C0E-430D-A1A9-9892C186F56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[6~6] 원소 하나: 5 반환</a:t>
            </a:r>
          </a:p>
        </p:txBody>
      </p:sp>
      <p:sp>
        <p:nvSpPr>
          <p:cNvPr id="4" name="diagram-line-167">
            <a:extLst>
              <a:ext uri="{FF2B5EF4-FFF2-40B4-BE49-F238E27FC236}">
                <a16:creationId xmlns:a16="http://schemas.microsoft.com/office/drawing/2014/main" id="{D8BD44F1-110D-4997-9C5D-9130C6648CC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B284B34-1653-4393-B2A2-F1E5A2B337F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6입니다. 남은 원소는 a[6]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[6~7] 호출의 left_max에 돌려줍니다.</a:t>
            </a:r>
          </a:p>
        </p:txBody>
      </p:sp>
      <p:sp>
        <p:nvSpPr>
          <p:cNvPr id="6" name="footer">
            <a:extLst>
              <a:ext uri="{FF2B5EF4-FFF2-40B4-BE49-F238E27FC236}">
                <a16:creationId xmlns:a16="http://schemas.microsoft.com/office/drawing/2014/main" id="{DD09CA12-6564-4292-B944-698C5BC3FFC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79327FE-C709-4C41-A0C5-3F85E90B5A9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142</a:t>
            </a:r>
            <a:endParaRPr sz="1050" b="0">
              <a:solidFill>
                <a:srgbClr val="151515"/>
              </a:solidFill>
              <a:latin typeface="Consolas"/>
              <a:ea typeface="Consolas"/>
              <a:cs typeface="Consolas"/>
            </a:endParaRPr>
          </a:p>
        </p:txBody>
      </p:sp>
      <p:sp>
        <p:nvSpPr>
          <p:cNvPr id="8" name="row-168-label">
            <a:extLst>
              <a:ext uri="{FF2B5EF4-FFF2-40B4-BE49-F238E27FC236}">
                <a16:creationId xmlns:a16="http://schemas.microsoft.com/office/drawing/2014/main" id="{32FC7030-215B-41AB-8925-1DAEE748C681}"/>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304CCB03-A380-412A-9432-279A1A4C7149}"/>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8-0">
            <a:extLst>
              <a:ext uri="{FF2B5EF4-FFF2-40B4-BE49-F238E27FC236}">
                <a16:creationId xmlns:a16="http://schemas.microsoft.com/office/drawing/2014/main" id="{723FF1E8-2F55-4FA0-AA3A-AD0F9245EA3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8-1">
            <a:extLst>
              <a:ext uri="{FF2B5EF4-FFF2-40B4-BE49-F238E27FC236}">
                <a16:creationId xmlns:a16="http://schemas.microsoft.com/office/drawing/2014/main" id="{D458BC71-9D5A-462A-BEDA-570CDD08972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8-2">
            <a:extLst>
              <a:ext uri="{FF2B5EF4-FFF2-40B4-BE49-F238E27FC236}">
                <a16:creationId xmlns:a16="http://schemas.microsoft.com/office/drawing/2014/main" id="{CD2105BA-A8F6-45C9-A251-C5201819A68B}"/>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8-3">
            <a:extLst>
              <a:ext uri="{FF2B5EF4-FFF2-40B4-BE49-F238E27FC236}">
                <a16:creationId xmlns:a16="http://schemas.microsoft.com/office/drawing/2014/main" id="{AAE46EB8-F92A-47C6-A58D-C9A0DAAC1E9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8-4">
            <a:extLst>
              <a:ext uri="{FF2B5EF4-FFF2-40B4-BE49-F238E27FC236}">
                <a16:creationId xmlns:a16="http://schemas.microsoft.com/office/drawing/2014/main" id="{F62D6EBD-DFA9-424E-8B78-C0816E548BB6}"/>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8-5">
            <a:extLst>
              <a:ext uri="{FF2B5EF4-FFF2-40B4-BE49-F238E27FC236}">
                <a16:creationId xmlns:a16="http://schemas.microsoft.com/office/drawing/2014/main" id="{3747E4A1-69BC-4D82-B2CE-0BB79C15E5C7}"/>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8-6">
            <a:extLst>
              <a:ext uri="{FF2B5EF4-FFF2-40B4-BE49-F238E27FC236}">
                <a16:creationId xmlns:a16="http://schemas.microsoft.com/office/drawing/2014/main" id="{3B4C7978-2CD7-4727-94EC-79570610E7D8}"/>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8-7">
            <a:extLst>
              <a:ext uri="{FF2B5EF4-FFF2-40B4-BE49-F238E27FC236}">
                <a16:creationId xmlns:a16="http://schemas.microsoft.com/office/drawing/2014/main" id="{9618CAB2-6D39-42C3-84FE-F52427EA12ED}"/>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D02E3B3D-A807-4E9D-993F-334E42C37B6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FB7EFE83-DA63-40EA-8300-4B94E9B6B36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left_max = 5. 원소 한 개의 호출이 끝났습니다.</a:t>
            </a:r>
          </a:p>
        </p:txBody>
      </p:sp>
    </p:spTree>
    <p:extLst>
      <p:ext uri="{BB962C8B-B14F-4D97-AF65-F5344CB8AC3E}">
        <p14:creationId xmlns:p14="http://schemas.microsoft.com/office/powerpoint/2010/main" val="11681213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D3D2F5A7-7935-4B3C-B996-B10FD9BB33C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11255FE-AF01-412B-8224-B58076D58F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F0F50B4-966B-4CFC-9DE1-57E34FA2CF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[7~7] 원소 하나: 1 반환</a:t>
            </a:r>
          </a:p>
        </p:txBody>
      </p:sp>
      <p:sp>
        <p:nvSpPr>
          <p:cNvPr id="4" name="diagram-line-169">
            <a:extLst>
              <a:ext uri="{FF2B5EF4-FFF2-40B4-BE49-F238E27FC236}">
                <a16:creationId xmlns:a16="http://schemas.microsoft.com/office/drawing/2014/main" id="{23BB40D6-48DB-4FE8-B3D0-910A1D3893B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0022C0D-7E41-455C-8715-A63462BDC20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7입니다. 남은 원소는 a[7] = 1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1을 [6~7] 호출의 right_max에 돌려줍니다.</a:t>
            </a:r>
          </a:p>
        </p:txBody>
      </p:sp>
      <p:sp>
        <p:nvSpPr>
          <p:cNvPr id="6" name="footer">
            <a:extLst>
              <a:ext uri="{FF2B5EF4-FFF2-40B4-BE49-F238E27FC236}">
                <a16:creationId xmlns:a16="http://schemas.microsoft.com/office/drawing/2014/main" id="{B6D35B0E-3263-4732-9406-DFAA80201ED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734A238-DD89-402C-B456-56462E33DC0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143</a:t>
            </a:r>
            <a:endParaRPr sz="1050" b="0">
              <a:solidFill>
                <a:srgbClr val="151515"/>
              </a:solidFill>
              <a:latin typeface="Consolas"/>
              <a:ea typeface="Consolas"/>
              <a:cs typeface="Consolas"/>
            </a:endParaRPr>
          </a:p>
        </p:txBody>
      </p:sp>
      <p:sp>
        <p:nvSpPr>
          <p:cNvPr id="8" name="row-170-label">
            <a:extLst>
              <a:ext uri="{FF2B5EF4-FFF2-40B4-BE49-F238E27FC236}">
                <a16:creationId xmlns:a16="http://schemas.microsoft.com/office/drawing/2014/main" id="{8FFEB962-19A5-416D-BE5C-BCF186BA32FB}"/>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0244F04C-69B9-4EF0-8A5B-1393CC66C98A}"/>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0-0">
            <a:extLst>
              <a:ext uri="{FF2B5EF4-FFF2-40B4-BE49-F238E27FC236}">
                <a16:creationId xmlns:a16="http://schemas.microsoft.com/office/drawing/2014/main" id="{C8CFF088-5ADC-41D9-99F6-82EC08F038E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0-1">
            <a:extLst>
              <a:ext uri="{FF2B5EF4-FFF2-40B4-BE49-F238E27FC236}">
                <a16:creationId xmlns:a16="http://schemas.microsoft.com/office/drawing/2014/main" id="{638D7103-CFF4-4152-B3E2-B72EB621C9D0}"/>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0-2">
            <a:extLst>
              <a:ext uri="{FF2B5EF4-FFF2-40B4-BE49-F238E27FC236}">
                <a16:creationId xmlns:a16="http://schemas.microsoft.com/office/drawing/2014/main" id="{EF261D70-F21E-4B19-992C-99885AEDC3D9}"/>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0-3">
            <a:extLst>
              <a:ext uri="{FF2B5EF4-FFF2-40B4-BE49-F238E27FC236}">
                <a16:creationId xmlns:a16="http://schemas.microsoft.com/office/drawing/2014/main" id="{2BA1FBB2-C046-493B-994E-3E36910672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0-4">
            <a:extLst>
              <a:ext uri="{FF2B5EF4-FFF2-40B4-BE49-F238E27FC236}">
                <a16:creationId xmlns:a16="http://schemas.microsoft.com/office/drawing/2014/main" id="{D63BCABD-A404-4F71-9185-862177CCE4D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0-5">
            <a:extLst>
              <a:ext uri="{FF2B5EF4-FFF2-40B4-BE49-F238E27FC236}">
                <a16:creationId xmlns:a16="http://schemas.microsoft.com/office/drawing/2014/main" id="{333CF29F-85AE-4085-B444-41B76A6441D3}"/>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0-6">
            <a:extLst>
              <a:ext uri="{FF2B5EF4-FFF2-40B4-BE49-F238E27FC236}">
                <a16:creationId xmlns:a16="http://schemas.microsoft.com/office/drawing/2014/main" id="{D99B7A66-27C4-4A70-BA66-58DE7667254A}"/>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0-7">
            <a:extLst>
              <a:ext uri="{FF2B5EF4-FFF2-40B4-BE49-F238E27FC236}">
                <a16:creationId xmlns:a16="http://schemas.microsoft.com/office/drawing/2014/main" id="{D23A1151-094F-4108-AEB4-11C8A446A212}"/>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ED5C5B7-A5C9-4CFB-862C-2E2C072130F1}"/>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a:t>
            </a:r>
          </a:p>
        </p:txBody>
      </p:sp>
      <p:sp>
        <p:nvSpPr>
          <p:cNvPr id="19" name="caption">
            <a:extLst>
              <a:ext uri="{FF2B5EF4-FFF2-40B4-BE49-F238E27FC236}">
                <a16:creationId xmlns:a16="http://schemas.microsoft.com/office/drawing/2014/main" id="{E1B26D41-7FB7-460E-BC68-7A5D8543F7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right_max = 1. 원소 한 개의 호출이 끝났습니다.</a:t>
            </a:r>
          </a:p>
        </p:txBody>
      </p:sp>
    </p:spTree>
    <p:extLst>
      <p:ext uri="{BB962C8B-B14F-4D97-AF65-F5344CB8AC3E}">
        <p14:creationId xmlns:p14="http://schemas.microsoft.com/office/powerpoint/2010/main" val="110477461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39D9AF0-EC67-4E9C-90E2-8251132BC98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76BF185-2592-4558-B528-8C1A7509B50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2A0C86B-EB06-4245-8E61-D3E69AA189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왼쪽 스캔 1/1</a:t>
            </a:r>
          </a:p>
        </p:txBody>
      </p:sp>
      <p:sp>
        <p:nvSpPr>
          <p:cNvPr id="4" name="diagram-line-171">
            <a:extLst>
              <a:ext uri="{FF2B5EF4-FFF2-40B4-BE49-F238E27FC236}">
                <a16:creationId xmlns:a16="http://schemas.microsoft.com/office/drawing/2014/main" id="{21F4DEA2-7742-4DB4-A052-CFFF4F0B67C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A676C49-D1DB-41C7-86DD-060B564E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149DE5B6-BF88-4170-A3E3-F4CC07A521D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3615A53B-E0E7-40A3-AF5B-93BC932369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144</a:t>
            </a:r>
            <a:endParaRPr sz="1050" b="0">
              <a:solidFill>
                <a:srgbClr val="151515"/>
              </a:solidFill>
              <a:latin typeface="Consolas"/>
              <a:ea typeface="Consolas"/>
              <a:cs typeface="Consolas"/>
            </a:endParaRPr>
          </a:p>
        </p:txBody>
      </p:sp>
      <p:sp>
        <p:nvSpPr>
          <p:cNvPr id="8" name="row-172-label">
            <a:extLst>
              <a:ext uri="{FF2B5EF4-FFF2-40B4-BE49-F238E27FC236}">
                <a16:creationId xmlns:a16="http://schemas.microsoft.com/office/drawing/2014/main" id="{77DFF377-7680-4C02-9124-8C0FF61E12A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400D873-F3F5-4ED8-8EC4-5DC0DA675B04}"/>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72-0">
            <a:extLst>
              <a:ext uri="{FF2B5EF4-FFF2-40B4-BE49-F238E27FC236}">
                <a16:creationId xmlns:a16="http://schemas.microsoft.com/office/drawing/2014/main" id="{05B9A0EF-E483-47E9-9B7E-35BA4CF2C97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2-1">
            <a:extLst>
              <a:ext uri="{FF2B5EF4-FFF2-40B4-BE49-F238E27FC236}">
                <a16:creationId xmlns:a16="http://schemas.microsoft.com/office/drawing/2014/main" id="{B0943FD7-BA88-457E-A2B0-F68E78801DB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2-2">
            <a:extLst>
              <a:ext uri="{FF2B5EF4-FFF2-40B4-BE49-F238E27FC236}">
                <a16:creationId xmlns:a16="http://schemas.microsoft.com/office/drawing/2014/main" id="{C4B2C7BE-E1E6-4611-B865-F28DDE1C26E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2-3">
            <a:extLst>
              <a:ext uri="{FF2B5EF4-FFF2-40B4-BE49-F238E27FC236}">
                <a16:creationId xmlns:a16="http://schemas.microsoft.com/office/drawing/2014/main" id="{64FC45F2-D8FB-43E5-AF4D-8D1A406556E8}"/>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2-4">
            <a:extLst>
              <a:ext uri="{FF2B5EF4-FFF2-40B4-BE49-F238E27FC236}">
                <a16:creationId xmlns:a16="http://schemas.microsoft.com/office/drawing/2014/main" id="{C91B6B63-ED1A-4D19-B520-D57EFAF587A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2-5">
            <a:extLst>
              <a:ext uri="{FF2B5EF4-FFF2-40B4-BE49-F238E27FC236}">
                <a16:creationId xmlns:a16="http://schemas.microsoft.com/office/drawing/2014/main" id="{55FF786E-0B0F-442D-AC90-C7E5328EB5B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2-6">
            <a:extLst>
              <a:ext uri="{FF2B5EF4-FFF2-40B4-BE49-F238E27FC236}">
                <a16:creationId xmlns:a16="http://schemas.microsoft.com/office/drawing/2014/main" id="{F26116EF-A7CD-46A2-A3A8-3677583AD54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2-7">
            <a:extLst>
              <a:ext uri="{FF2B5EF4-FFF2-40B4-BE49-F238E27FC236}">
                <a16:creationId xmlns:a16="http://schemas.microsoft.com/office/drawing/2014/main" id="{0CCB1164-4F82-4058-BDF7-0C3645CBB9A4}"/>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3">
            <a:extLst>
              <a:ext uri="{FF2B5EF4-FFF2-40B4-BE49-F238E27FC236}">
                <a16:creationId xmlns:a16="http://schemas.microsoft.com/office/drawing/2014/main" id="{F7AF29AD-D216-4E2F-AB0F-7322FE431CC8}"/>
              </a:ext>
            </a:extLst>
          </p:cNvPr>
          <p:cNvSpPr>
            <a:spLocks noGrp="1"/>
          </p:cNvSpPr>
          <p:nvPr/>
        </p:nvSpPr>
        <p:spPr>
          <a:xfrm>
            <a:off x="10086975" y="2743200"/>
            <a:ext cx="19050" cy="666750"/>
          </a:xfrm>
          <a:prstGeom prst="rect">
            <a:avLst/>
          </a:prstGeom>
          <a:solidFill>
            <a:srgbClr val="9A5900"/>
          </a:solidFill>
          <a:ln w="0">
            <a:noFill/>
          </a:ln>
        </p:spPr>
      </p:sp>
      <p:sp>
        <p:nvSpPr>
          <p:cNvPr id="19" name="pointer-172">
            <a:extLst>
              <a:ext uri="{FF2B5EF4-FFF2-40B4-BE49-F238E27FC236}">
                <a16:creationId xmlns:a16="http://schemas.microsoft.com/office/drawing/2014/main" id="{7CB031AD-AD7D-463D-9EBE-9F1EDA38241A}"/>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6</a:t>
            </a:r>
          </a:p>
        </p:txBody>
      </p:sp>
      <p:sp>
        <p:nvSpPr>
          <p:cNvPr id="20" name="current-equation">
            <a:extLst>
              <a:ext uri="{FF2B5EF4-FFF2-40B4-BE49-F238E27FC236}">
                <a16:creationId xmlns:a16="http://schemas.microsoft.com/office/drawing/2014/main" id="{FD73E7CF-4ED0-49BE-859A-BEE02C46FCD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2A536DD6-ED19-4DC0-A3DF-FBE8F61D0C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74-label">
            <a:extLst>
              <a:ext uri="{FF2B5EF4-FFF2-40B4-BE49-F238E27FC236}">
                <a16:creationId xmlns:a16="http://schemas.microsoft.com/office/drawing/2014/main" id="{6AA8B478-5144-4D42-97DA-3F180DA40CF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FB234779-E68A-4483-914B-7C9F61C19AE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74-0">
            <a:extLst>
              <a:ext uri="{FF2B5EF4-FFF2-40B4-BE49-F238E27FC236}">
                <a16:creationId xmlns:a16="http://schemas.microsoft.com/office/drawing/2014/main" id="{3FB5284D-DE9E-4017-9AB9-304276B287C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4-1">
            <a:extLst>
              <a:ext uri="{FF2B5EF4-FFF2-40B4-BE49-F238E27FC236}">
                <a16:creationId xmlns:a16="http://schemas.microsoft.com/office/drawing/2014/main" id="{950AA9B9-2914-4A64-9A42-2120946CBC9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4-2">
            <a:extLst>
              <a:ext uri="{FF2B5EF4-FFF2-40B4-BE49-F238E27FC236}">
                <a16:creationId xmlns:a16="http://schemas.microsoft.com/office/drawing/2014/main" id="{C6860269-D45D-4309-9675-35D1C3361AC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4-3">
            <a:extLst>
              <a:ext uri="{FF2B5EF4-FFF2-40B4-BE49-F238E27FC236}">
                <a16:creationId xmlns:a16="http://schemas.microsoft.com/office/drawing/2014/main" id="{FEE71BD2-15EA-48DC-8F45-41F7A88FA74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4-4">
            <a:extLst>
              <a:ext uri="{FF2B5EF4-FFF2-40B4-BE49-F238E27FC236}">
                <a16:creationId xmlns:a16="http://schemas.microsoft.com/office/drawing/2014/main" id="{535455E0-00CC-4C08-84D8-7C647D6DC6B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4-5">
            <a:extLst>
              <a:ext uri="{FF2B5EF4-FFF2-40B4-BE49-F238E27FC236}">
                <a16:creationId xmlns:a16="http://schemas.microsoft.com/office/drawing/2014/main" id="{6B1DF969-B758-480E-8596-CDF38A7F546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4-6">
            <a:extLst>
              <a:ext uri="{FF2B5EF4-FFF2-40B4-BE49-F238E27FC236}">
                <a16:creationId xmlns:a16="http://schemas.microsoft.com/office/drawing/2014/main" id="{D182CF36-72A5-4EB8-B878-9C8FC089A8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4-7">
            <a:extLst>
              <a:ext uri="{FF2B5EF4-FFF2-40B4-BE49-F238E27FC236}">
                <a16:creationId xmlns:a16="http://schemas.microsoft.com/office/drawing/2014/main" id="{A63AAD3C-3D8B-418B-82C0-2C4CDDF677B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75">
            <a:extLst>
              <a:ext uri="{FF2B5EF4-FFF2-40B4-BE49-F238E27FC236}">
                <a16:creationId xmlns:a16="http://schemas.microsoft.com/office/drawing/2014/main" id="{38D2F2B2-F6FA-472C-9749-11F84CD89777}"/>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F8897C1-2C0E-4257-8CFC-E9F881D92A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4578987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125B39B-67C5-4732-995E-D0761CECC4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82CE1C2-4FB6-44F8-8CEE-D6C139ED5D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27DF6F-12BF-4355-85A1-490044763B7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오른쪽 스캔 1/1</a:t>
            </a:r>
          </a:p>
        </p:txBody>
      </p:sp>
      <p:sp>
        <p:nvSpPr>
          <p:cNvPr id="4" name="diagram-line-176">
            <a:extLst>
              <a:ext uri="{FF2B5EF4-FFF2-40B4-BE49-F238E27FC236}">
                <a16:creationId xmlns:a16="http://schemas.microsoft.com/office/drawing/2014/main" id="{0AFAAD88-8A50-4C7E-A80B-BA701E2AF53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871E603-71C2-4B1E-9F4D-CE3E42FDF30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[7~7]입니다.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 &gt; 이전 기록 −∞ → right_sum 갱신.</a:t>
            </a:r>
          </a:p>
        </p:txBody>
      </p:sp>
      <p:sp>
        <p:nvSpPr>
          <p:cNvPr id="6" name="footer">
            <a:extLst>
              <a:ext uri="{FF2B5EF4-FFF2-40B4-BE49-F238E27FC236}">
                <a16:creationId xmlns:a16="http://schemas.microsoft.com/office/drawing/2014/main" id="{CC6D5A70-6C3A-43C2-A9AC-2AD249551D1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7DCC616-A088-4E0C-A610-C098FAE320B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145</a:t>
            </a:r>
            <a:endParaRPr sz="1050" b="0">
              <a:solidFill>
                <a:srgbClr val="151515"/>
              </a:solidFill>
              <a:latin typeface="Consolas"/>
              <a:ea typeface="Consolas"/>
              <a:cs typeface="Consolas"/>
            </a:endParaRPr>
          </a:p>
        </p:txBody>
      </p:sp>
      <p:sp>
        <p:nvSpPr>
          <p:cNvPr id="8" name="row-177-label">
            <a:extLst>
              <a:ext uri="{FF2B5EF4-FFF2-40B4-BE49-F238E27FC236}">
                <a16:creationId xmlns:a16="http://schemas.microsoft.com/office/drawing/2014/main" id="{B9A66F7B-3E13-4562-ACFE-96743492EC5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037F3CF-3246-4C03-9B1D-DF376FCD29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7-0">
            <a:extLst>
              <a:ext uri="{FF2B5EF4-FFF2-40B4-BE49-F238E27FC236}">
                <a16:creationId xmlns:a16="http://schemas.microsoft.com/office/drawing/2014/main" id="{0EFD52A8-2DBB-4BA4-BEBD-61C0F693BBB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7-1">
            <a:extLst>
              <a:ext uri="{FF2B5EF4-FFF2-40B4-BE49-F238E27FC236}">
                <a16:creationId xmlns:a16="http://schemas.microsoft.com/office/drawing/2014/main" id="{9DEAC6B1-5AA6-4839-881E-8BB5A615B48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7-2">
            <a:extLst>
              <a:ext uri="{FF2B5EF4-FFF2-40B4-BE49-F238E27FC236}">
                <a16:creationId xmlns:a16="http://schemas.microsoft.com/office/drawing/2014/main" id="{1A625ACF-235B-48D7-81FB-A5211F39207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7-3">
            <a:extLst>
              <a:ext uri="{FF2B5EF4-FFF2-40B4-BE49-F238E27FC236}">
                <a16:creationId xmlns:a16="http://schemas.microsoft.com/office/drawing/2014/main" id="{CD5451D9-BB4A-415A-AFD2-55D8636A3DE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7-4">
            <a:extLst>
              <a:ext uri="{FF2B5EF4-FFF2-40B4-BE49-F238E27FC236}">
                <a16:creationId xmlns:a16="http://schemas.microsoft.com/office/drawing/2014/main" id="{3534245A-D868-4595-972E-6981186F002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7-5">
            <a:extLst>
              <a:ext uri="{FF2B5EF4-FFF2-40B4-BE49-F238E27FC236}">
                <a16:creationId xmlns:a16="http://schemas.microsoft.com/office/drawing/2014/main" id="{EA661592-7202-49FC-ABBC-5367D2965A88}"/>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7-6">
            <a:extLst>
              <a:ext uri="{FF2B5EF4-FFF2-40B4-BE49-F238E27FC236}">
                <a16:creationId xmlns:a16="http://schemas.microsoft.com/office/drawing/2014/main" id="{DCE16A62-8B9F-4F7B-AA85-1E2EF6684C8F}"/>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7-7">
            <a:extLst>
              <a:ext uri="{FF2B5EF4-FFF2-40B4-BE49-F238E27FC236}">
                <a16:creationId xmlns:a16="http://schemas.microsoft.com/office/drawing/2014/main" id="{94BAF27B-5D8B-4BB4-943C-5256FA20953B}"/>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8">
            <a:extLst>
              <a:ext uri="{FF2B5EF4-FFF2-40B4-BE49-F238E27FC236}">
                <a16:creationId xmlns:a16="http://schemas.microsoft.com/office/drawing/2014/main" id="{A4C58F71-C7A0-486D-83CF-7CD2D5394EFE}"/>
              </a:ext>
            </a:extLst>
          </p:cNvPr>
          <p:cNvSpPr>
            <a:spLocks noGrp="1"/>
          </p:cNvSpPr>
          <p:nvPr/>
        </p:nvSpPr>
        <p:spPr>
          <a:xfrm>
            <a:off x="10086975" y="2743200"/>
            <a:ext cx="19050" cy="666750"/>
          </a:xfrm>
          <a:prstGeom prst="rect">
            <a:avLst/>
          </a:prstGeom>
          <a:solidFill>
            <a:srgbClr val="9A5900"/>
          </a:solidFill>
          <a:ln w="0">
            <a:noFill/>
          </a:ln>
        </p:spPr>
      </p:sp>
      <p:sp>
        <p:nvSpPr>
          <p:cNvPr id="19" name="pointer-177">
            <a:extLst>
              <a:ext uri="{FF2B5EF4-FFF2-40B4-BE49-F238E27FC236}">
                <a16:creationId xmlns:a16="http://schemas.microsoft.com/office/drawing/2014/main" id="{91E7F292-9EB1-4463-8DC3-A0DE510F9A43}"/>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3AE1678-F623-4990-9644-D6D43DDA62D6}"/>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 = 1</a:t>
            </a:r>
          </a:p>
        </p:txBody>
      </p:sp>
      <p:sp>
        <p:nvSpPr>
          <p:cNvPr id="21" name="best-equation">
            <a:extLst>
              <a:ext uri="{FF2B5EF4-FFF2-40B4-BE49-F238E27FC236}">
                <a16:creationId xmlns:a16="http://schemas.microsoft.com/office/drawing/2014/main" id="{876F367E-53B7-44A7-8EFE-69D43292849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a:t>
            </a:r>
          </a:p>
        </p:txBody>
      </p:sp>
      <p:sp>
        <p:nvSpPr>
          <p:cNvPr id="22" name="row-179-label">
            <a:extLst>
              <a:ext uri="{FF2B5EF4-FFF2-40B4-BE49-F238E27FC236}">
                <a16:creationId xmlns:a16="http://schemas.microsoft.com/office/drawing/2014/main" id="{1C9EF0EA-BF10-4603-A3D9-3A2F10EFD7E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4530942-F606-4F45-81DC-DA3691FFE8A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179-0">
            <a:extLst>
              <a:ext uri="{FF2B5EF4-FFF2-40B4-BE49-F238E27FC236}">
                <a16:creationId xmlns:a16="http://schemas.microsoft.com/office/drawing/2014/main" id="{B638F6AE-9D07-4AF0-8ABD-00A5FF3BD1D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9-1">
            <a:extLst>
              <a:ext uri="{FF2B5EF4-FFF2-40B4-BE49-F238E27FC236}">
                <a16:creationId xmlns:a16="http://schemas.microsoft.com/office/drawing/2014/main" id="{559794B2-62BD-4190-9846-E5ADB7D41CA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9-2">
            <a:extLst>
              <a:ext uri="{FF2B5EF4-FFF2-40B4-BE49-F238E27FC236}">
                <a16:creationId xmlns:a16="http://schemas.microsoft.com/office/drawing/2014/main" id="{670A17F2-3FC8-4832-A75E-44AE36310DC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9-3">
            <a:extLst>
              <a:ext uri="{FF2B5EF4-FFF2-40B4-BE49-F238E27FC236}">
                <a16:creationId xmlns:a16="http://schemas.microsoft.com/office/drawing/2014/main" id="{E17DC97C-D9A3-44F2-856A-DE0E563B4C7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9-4">
            <a:extLst>
              <a:ext uri="{FF2B5EF4-FFF2-40B4-BE49-F238E27FC236}">
                <a16:creationId xmlns:a16="http://schemas.microsoft.com/office/drawing/2014/main" id="{46AB1CEF-D96E-4021-B0AE-B4EDA320E2E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9-5">
            <a:extLst>
              <a:ext uri="{FF2B5EF4-FFF2-40B4-BE49-F238E27FC236}">
                <a16:creationId xmlns:a16="http://schemas.microsoft.com/office/drawing/2014/main" id="{8279D8A0-DB7F-4D24-92AA-D66EDA4505E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9-6">
            <a:extLst>
              <a:ext uri="{FF2B5EF4-FFF2-40B4-BE49-F238E27FC236}">
                <a16:creationId xmlns:a16="http://schemas.microsoft.com/office/drawing/2014/main" id="{67776287-A8CE-4DB1-B574-2B6B974961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9-7">
            <a:extLst>
              <a:ext uri="{FF2B5EF4-FFF2-40B4-BE49-F238E27FC236}">
                <a16:creationId xmlns:a16="http://schemas.microsoft.com/office/drawing/2014/main" id="{D0BB2DDD-9D0F-420C-ACB4-E51701EB9C5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80">
            <a:extLst>
              <a:ext uri="{FF2B5EF4-FFF2-40B4-BE49-F238E27FC236}">
                <a16:creationId xmlns:a16="http://schemas.microsoft.com/office/drawing/2014/main" id="{59C1DC24-EC36-4B32-AC32-7992F5E121D5}"/>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FC9711E-0A79-4DA8-BB92-A80843EB790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55690552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CC0C9D2-C5B5-4B3B-BDFE-EE05756FB8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9B279C2-B89D-4D08-8FD1-2440505896D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7493CD-17F4-4547-902E-AF99851FD38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세 후보 비교 → 6 반환</a:t>
            </a:r>
          </a:p>
        </p:txBody>
      </p:sp>
      <p:sp>
        <p:nvSpPr>
          <p:cNvPr id="4" name="diagram-line-181">
            <a:extLst>
              <a:ext uri="{FF2B5EF4-FFF2-40B4-BE49-F238E27FC236}">
                <a16:creationId xmlns:a16="http://schemas.microsoft.com/office/drawing/2014/main" id="{EE052519-36E0-48B6-93B9-4E95D950BB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22B6556-2264-4E67-B02E-12C1CB68C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오른쪽 1, 경계를 걸친 합 6을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max(5, 1, 6) = 6입니다.</a:t>
            </a:r>
          </a:p>
        </p:txBody>
      </p:sp>
      <p:sp>
        <p:nvSpPr>
          <p:cNvPr id="6" name="footer">
            <a:extLst>
              <a:ext uri="{FF2B5EF4-FFF2-40B4-BE49-F238E27FC236}">
                <a16:creationId xmlns:a16="http://schemas.microsoft.com/office/drawing/2014/main" id="{D4007B4E-1536-4716-AFA0-915FB7B042C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8C6258C-2762-42B0-A403-A98467D870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146</a:t>
            </a:r>
            <a:endParaRPr sz="1050" b="0">
              <a:solidFill>
                <a:srgbClr val="151515"/>
              </a:solidFill>
              <a:latin typeface="Consolas"/>
              <a:ea typeface="Consolas"/>
              <a:cs typeface="Consolas"/>
            </a:endParaRPr>
          </a:p>
        </p:txBody>
      </p:sp>
      <p:sp>
        <p:nvSpPr>
          <p:cNvPr id="8" name="row-182-label">
            <a:extLst>
              <a:ext uri="{FF2B5EF4-FFF2-40B4-BE49-F238E27FC236}">
                <a16:creationId xmlns:a16="http://schemas.microsoft.com/office/drawing/2014/main" id="{597C4984-19A2-4192-AC97-5BD3B03A0575}"/>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4A25941D-B282-40EC-AB09-8438343CA78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2-0">
            <a:extLst>
              <a:ext uri="{FF2B5EF4-FFF2-40B4-BE49-F238E27FC236}">
                <a16:creationId xmlns:a16="http://schemas.microsoft.com/office/drawing/2014/main" id="{EC6757AB-77DD-4249-8BBD-2E7249AFADCA}"/>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2-1">
            <a:extLst>
              <a:ext uri="{FF2B5EF4-FFF2-40B4-BE49-F238E27FC236}">
                <a16:creationId xmlns:a16="http://schemas.microsoft.com/office/drawing/2014/main" id="{382673E1-5CFF-4BB2-BAD0-59A784F2E91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2-2">
            <a:extLst>
              <a:ext uri="{FF2B5EF4-FFF2-40B4-BE49-F238E27FC236}">
                <a16:creationId xmlns:a16="http://schemas.microsoft.com/office/drawing/2014/main" id="{D9CA4CFF-DC81-4716-B896-01EDB55BA604}"/>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2-3">
            <a:extLst>
              <a:ext uri="{FF2B5EF4-FFF2-40B4-BE49-F238E27FC236}">
                <a16:creationId xmlns:a16="http://schemas.microsoft.com/office/drawing/2014/main" id="{7A2F774A-2099-4942-986C-958A45D2AAC1}"/>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2-4">
            <a:extLst>
              <a:ext uri="{FF2B5EF4-FFF2-40B4-BE49-F238E27FC236}">
                <a16:creationId xmlns:a16="http://schemas.microsoft.com/office/drawing/2014/main" id="{406A7581-9589-4162-8F39-41B71BCBE7BA}"/>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2-5">
            <a:extLst>
              <a:ext uri="{FF2B5EF4-FFF2-40B4-BE49-F238E27FC236}">
                <a16:creationId xmlns:a16="http://schemas.microsoft.com/office/drawing/2014/main" id="{C6F7EDDF-6F4F-44F1-9372-253FC8F9E6DB}"/>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2-6">
            <a:extLst>
              <a:ext uri="{FF2B5EF4-FFF2-40B4-BE49-F238E27FC236}">
                <a16:creationId xmlns:a16="http://schemas.microsoft.com/office/drawing/2014/main" id="{F38D31FA-5176-435B-91BC-A21B3ACFB4F1}"/>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2-7">
            <a:extLst>
              <a:ext uri="{FF2B5EF4-FFF2-40B4-BE49-F238E27FC236}">
                <a16:creationId xmlns:a16="http://schemas.microsoft.com/office/drawing/2014/main" id="{E05012F5-FA07-4516-963E-D1C5CC9139E1}"/>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82">
            <a:extLst>
              <a:ext uri="{FF2B5EF4-FFF2-40B4-BE49-F238E27FC236}">
                <a16:creationId xmlns:a16="http://schemas.microsoft.com/office/drawing/2014/main" id="{EC40A0E8-1488-47A8-B995-09C2FE1E3434}"/>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5</a:t>
            </a:r>
          </a:p>
        </p:txBody>
      </p:sp>
      <p:sp>
        <p:nvSpPr>
          <p:cNvPr id="19" name="row-183-label">
            <a:extLst>
              <a:ext uri="{FF2B5EF4-FFF2-40B4-BE49-F238E27FC236}">
                <a16:creationId xmlns:a16="http://schemas.microsoft.com/office/drawing/2014/main" id="{97A62104-A139-4B54-8DA8-91FBBE87F8C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37EC3C0A-1A99-49E7-9B26-FCB9EAD68F31}"/>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83-0">
            <a:extLst>
              <a:ext uri="{FF2B5EF4-FFF2-40B4-BE49-F238E27FC236}">
                <a16:creationId xmlns:a16="http://schemas.microsoft.com/office/drawing/2014/main" id="{7429322D-A30E-422A-A028-CE3375A8A98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83-1">
            <a:extLst>
              <a:ext uri="{FF2B5EF4-FFF2-40B4-BE49-F238E27FC236}">
                <a16:creationId xmlns:a16="http://schemas.microsoft.com/office/drawing/2014/main" id="{60ECD1D7-5404-43D0-8578-F7421F8EAF4C}"/>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83-2">
            <a:extLst>
              <a:ext uri="{FF2B5EF4-FFF2-40B4-BE49-F238E27FC236}">
                <a16:creationId xmlns:a16="http://schemas.microsoft.com/office/drawing/2014/main" id="{CA9DED68-9C2E-4162-A089-FAC329E2DB18}"/>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83-3">
            <a:extLst>
              <a:ext uri="{FF2B5EF4-FFF2-40B4-BE49-F238E27FC236}">
                <a16:creationId xmlns:a16="http://schemas.microsoft.com/office/drawing/2014/main" id="{43A4E62E-314B-4E27-96E4-A7B8F011CF0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83-4">
            <a:extLst>
              <a:ext uri="{FF2B5EF4-FFF2-40B4-BE49-F238E27FC236}">
                <a16:creationId xmlns:a16="http://schemas.microsoft.com/office/drawing/2014/main" id="{82BCBAD6-6045-46DD-8BD3-50188E5549F9}"/>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83-5">
            <a:extLst>
              <a:ext uri="{FF2B5EF4-FFF2-40B4-BE49-F238E27FC236}">
                <a16:creationId xmlns:a16="http://schemas.microsoft.com/office/drawing/2014/main" id="{BD6D2B93-0450-4659-9288-DC944471B09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83-6">
            <a:extLst>
              <a:ext uri="{FF2B5EF4-FFF2-40B4-BE49-F238E27FC236}">
                <a16:creationId xmlns:a16="http://schemas.microsoft.com/office/drawing/2014/main" id="{2D1131A4-09A4-4064-9133-2A77CC99133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83-7">
            <a:extLst>
              <a:ext uri="{FF2B5EF4-FFF2-40B4-BE49-F238E27FC236}">
                <a16:creationId xmlns:a16="http://schemas.microsoft.com/office/drawing/2014/main" id="{5E7FA402-BAB5-4C4A-8B3D-0217BD88527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83">
            <a:extLst>
              <a:ext uri="{FF2B5EF4-FFF2-40B4-BE49-F238E27FC236}">
                <a16:creationId xmlns:a16="http://schemas.microsoft.com/office/drawing/2014/main" id="{55F0CBD8-0830-4852-A420-D18DC2F2728B}"/>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30" name="row-184-label">
            <a:extLst>
              <a:ext uri="{FF2B5EF4-FFF2-40B4-BE49-F238E27FC236}">
                <a16:creationId xmlns:a16="http://schemas.microsoft.com/office/drawing/2014/main" id="{277860A8-11EB-4613-A5F3-D576D540A99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6DC451B-7F0C-43DD-9651-F2C8B76F506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184-0">
            <a:extLst>
              <a:ext uri="{FF2B5EF4-FFF2-40B4-BE49-F238E27FC236}">
                <a16:creationId xmlns:a16="http://schemas.microsoft.com/office/drawing/2014/main" id="{BCB38400-26BC-40EB-B698-AB137C00FE4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84-1">
            <a:extLst>
              <a:ext uri="{FF2B5EF4-FFF2-40B4-BE49-F238E27FC236}">
                <a16:creationId xmlns:a16="http://schemas.microsoft.com/office/drawing/2014/main" id="{04B8164F-22F2-4CD2-A212-C358274BDB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84-2">
            <a:extLst>
              <a:ext uri="{FF2B5EF4-FFF2-40B4-BE49-F238E27FC236}">
                <a16:creationId xmlns:a16="http://schemas.microsoft.com/office/drawing/2014/main" id="{E14B62F8-E9B9-479A-B54E-6B59EB85D15A}"/>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84-3">
            <a:extLst>
              <a:ext uri="{FF2B5EF4-FFF2-40B4-BE49-F238E27FC236}">
                <a16:creationId xmlns:a16="http://schemas.microsoft.com/office/drawing/2014/main" id="{88474516-9050-4FCF-A38A-F00BDA7B56B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84-4">
            <a:extLst>
              <a:ext uri="{FF2B5EF4-FFF2-40B4-BE49-F238E27FC236}">
                <a16:creationId xmlns:a16="http://schemas.microsoft.com/office/drawing/2014/main" id="{C87D3CD5-1B41-4589-84D7-AD296011845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84-5">
            <a:extLst>
              <a:ext uri="{FF2B5EF4-FFF2-40B4-BE49-F238E27FC236}">
                <a16:creationId xmlns:a16="http://schemas.microsoft.com/office/drawing/2014/main" id="{EEB30BC2-8574-47D7-904B-3A3C28AE19AD}"/>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84-6">
            <a:extLst>
              <a:ext uri="{FF2B5EF4-FFF2-40B4-BE49-F238E27FC236}">
                <a16:creationId xmlns:a16="http://schemas.microsoft.com/office/drawing/2014/main" id="{30FE604D-4D44-4739-8341-C5B32ACEF7DC}"/>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84-7">
            <a:extLst>
              <a:ext uri="{FF2B5EF4-FFF2-40B4-BE49-F238E27FC236}">
                <a16:creationId xmlns:a16="http://schemas.microsoft.com/office/drawing/2014/main" id="{57268401-5792-4019-B292-05DB173C8267}"/>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84">
            <a:extLst>
              <a:ext uri="{FF2B5EF4-FFF2-40B4-BE49-F238E27FC236}">
                <a16:creationId xmlns:a16="http://schemas.microsoft.com/office/drawing/2014/main" id="{92F99616-3C19-4F67-ACD2-07A9837B2885}"/>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6</a:t>
            </a:r>
          </a:p>
        </p:txBody>
      </p:sp>
      <p:sp>
        <p:nvSpPr>
          <p:cNvPr id="41" name="caption">
            <a:extLst>
              <a:ext uri="{FF2B5EF4-FFF2-40B4-BE49-F238E27FC236}">
                <a16:creationId xmlns:a16="http://schemas.microsoft.com/office/drawing/2014/main" id="{082FF6AF-E431-4F82-ABCE-F1AAF346308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right_max에 6을 반환합니다.</a:t>
            </a:r>
          </a:p>
        </p:txBody>
      </p:sp>
    </p:spTree>
    <p:extLst>
      <p:ext uri="{BB962C8B-B14F-4D97-AF65-F5344CB8AC3E}">
        <p14:creationId xmlns:p14="http://schemas.microsoft.com/office/powerpoint/2010/main" val="413488691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B14F1345-4C7A-4D3D-9645-B9C77173856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4A4F05D-EEE6-4936-9DF2-EC02F255D42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36BCB0A-CEC6-4CA1-B9D2-8140BE8175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답 6도 받음</a:t>
            </a:r>
          </a:p>
        </p:txBody>
      </p:sp>
      <p:sp>
        <p:nvSpPr>
          <p:cNvPr id="4" name="diagram-line-185">
            <a:extLst>
              <a:ext uri="{FF2B5EF4-FFF2-40B4-BE49-F238E27FC236}">
                <a16:creationId xmlns:a16="http://schemas.microsoft.com/office/drawing/2014/main" id="{3D3FE9B6-79ED-42B1-9E49-DF8849669368}"/>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CD54D3-93E3-4506-B2D2-72ABFF38164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7, right_max = 6입니다.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467A7A53-FC6B-4C6B-BF93-DD113E6A140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4351034-19B5-4EA8-B2A7-E140EC657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147</a:t>
            </a:r>
            <a:endParaRPr sz="1050" b="0">
              <a:solidFill>
                <a:srgbClr val="151515"/>
              </a:solidFill>
              <a:latin typeface="Consolas"/>
              <a:ea typeface="Consolas"/>
              <a:cs typeface="Consolas"/>
            </a:endParaRPr>
          </a:p>
        </p:txBody>
      </p:sp>
      <p:sp>
        <p:nvSpPr>
          <p:cNvPr id="8" name="row-186-label">
            <a:extLst>
              <a:ext uri="{FF2B5EF4-FFF2-40B4-BE49-F238E27FC236}">
                <a16:creationId xmlns:a16="http://schemas.microsoft.com/office/drawing/2014/main" id="{BD9709B6-153B-453A-A2B8-1FE96210054B}"/>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8C324D8A-9706-4C3F-B3D7-2C9C3A6295A4}"/>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86-0">
            <a:extLst>
              <a:ext uri="{FF2B5EF4-FFF2-40B4-BE49-F238E27FC236}">
                <a16:creationId xmlns:a16="http://schemas.microsoft.com/office/drawing/2014/main" id="{98445625-1486-460E-85DD-1F527A0E0C2C}"/>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6-1">
            <a:extLst>
              <a:ext uri="{FF2B5EF4-FFF2-40B4-BE49-F238E27FC236}">
                <a16:creationId xmlns:a16="http://schemas.microsoft.com/office/drawing/2014/main" id="{AB095FC1-DB32-4319-AAE0-F42F43452539}"/>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6-2">
            <a:extLst>
              <a:ext uri="{FF2B5EF4-FFF2-40B4-BE49-F238E27FC236}">
                <a16:creationId xmlns:a16="http://schemas.microsoft.com/office/drawing/2014/main" id="{B4BBD8DC-8441-40F3-B1BE-577D40D01889}"/>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6-3">
            <a:extLst>
              <a:ext uri="{FF2B5EF4-FFF2-40B4-BE49-F238E27FC236}">
                <a16:creationId xmlns:a16="http://schemas.microsoft.com/office/drawing/2014/main" id="{A9099C3D-13CC-478C-9D8E-8F4D801E3514}"/>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6-4">
            <a:extLst>
              <a:ext uri="{FF2B5EF4-FFF2-40B4-BE49-F238E27FC236}">
                <a16:creationId xmlns:a16="http://schemas.microsoft.com/office/drawing/2014/main" id="{A8E080FA-F176-4E62-85A6-937D877D27AC}"/>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6-5">
            <a:extLst>
              <a:ext uri="{FF2B5EF4-FFF2-40B4-BE49-F238E27FC236}">
                <a16:creationId xmlns:a16="http://schemas.microsoft.com/office/drawing/2014/main" id="{A61A374C-E706-4E7D-B1BE-60D93650D0FA}"/>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6-6">
            <a:extLst>
              <a:ext uri="{FF2B5EF4-FFF2-40B4-BE49-F238E27FC236}">
                <a16:creationId xmlns:a16="http://schemas.microsoft.com/office/drawing/2014/main" id="{06916579-13CB-4BF4-96FE-762B468AFB1C}"/>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6-7">
            <a:extLst>
              <a:ext uri="{FF2B5EF4-FFF2-40B4-BE49-F238E27FC236}">
                <a16:creationId xmlns:a16="http://schemas.microsoft.com/office/drawing/2014/main" id="{35620AB0-856E-4504-8C32-CE97096EDA14}"/>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187-label">
            <a:extLst>
              <a:ext uri="{FF2B5EF4-FFF2-40B4-BE49-F238E27FC236}">
                <a16:creationId xmlns:a16="http://schemas.microsoft.com/office/drawing/2014/main" id="{C81304A6-468D-4D41-9769-7A55E05E2546}"/>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6</a:t>
            </a:r>
          </a:p>
        </p:txBody>
      </p:sp>
      <p:graphicFrame>
        <p:nvGraphicFramePr>
          <p:cNvPr id="19" name="표 18">
            <a:extLst>
              <a:ext uri="{FF2B5EF4-FFF2-40B4-BE49-F238E27FC236}">
                <a16:creationId xmlns:a16="http://schemas.microsoft.com/office/drawing/2014/main" id="{0123C127-B96F-4841-8C32-19705A93E688}"/>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0" name="index-187-0">
            <a:extLst>
              <a:ext uri="{FF2B5EF4-FFF2-40B4-BE49-F238E27FC236}">
                <a16:creationId xmlns:a16="http://schemas.microsoft.com/office/drawing/2014/main" id="{08594535-1E20-4B7A-B89D-6345F4A92F29}"/>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187-1">
            <a:extLst>
              <a:ext uri="{FF2B5EF4-FFF2-40B4-BE49-F238E27FC236}">
                <a16:creationId xmlns:a16="http://schemas.microsoft.com/office/drawing/2014/main" id="{EFD225F5-82B5-42C3-BB51-E118EE42F7B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187-2">
            <a:extLst>
              <a:ext uri="{FF2B5EF4-FFF2-40B4-BE49-F238E27FC236}">
                <a16:creationId xmlns:a16="http://schemas.microsoft.com/office/drawing/2014/main" id="{27FE9894-B56E-4E65-8DD0-B116F3432F5F}"/>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187-3">
            <a:extLst>
              <a:ext uri="{FF2B5EF4-FFF2-40B4-BE49-F238E27FC236}">
                <a16:creationId xmlns:a16="http://schemas.microsoft.com/office/drawing/2014/main" id="{53C8C97B-ED23-413C-B3EB-2DCD8551266B}"/>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187-4">
            <a:extLst>
              <a:ext uri="{FF2B5EF4-FFF2-40B4-BE49-F238E27FC236}">
                <a16:creationId xmlns:a16="http://schemas.microsoft.com/office/drawing/2014/main" id="{46FAE72E-48DE-41A1-95F6-E547A3D9B62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187-5">
            <a:extLst>
              <a:ext uri="{FF2B5EF4-FFF2-40B4-BE49-F238E27FC236}">
                <a16:creationId xmlns:a16="http://schemas.microsoft.com/office/drawing/2014/main" id="{67F150FE-0DD7-467C-B99F-D2A617FE03B9}"/>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187-6">
            <a:extLst>
              <a:ext uri="{FF2B5EF4-FFF2-40B4-BE49-F238E27FC236}">
                <a16:creationId xmlns:a16="http://schemas.microsoft.com/office/drawing/2014/main" id="{8453CD76-0772-4EBA-B42E-CBEDB393CD0A}"/>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187-7">
            <a:extLst>
              <a:ext uri="{FF2B5EF4-FFF2-40B4-BE49-F238E27FC236}">
                <a16:creationId xmlns:a16="http://schemas.microsoft.com/office/drawing/2014/main" id="{7BE51AF1-AC55-41ED-9578-DA85EEB622ED}"/>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37FEBAE7-7151-4264-B4EE-6D6176EBDEE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62637733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1DC7846-A998-4E10-98E0-D3B75723151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0D4C311-7064-4E68-9524-BDB3CA25661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FC8D8-ADCE-4F65-90AB-E846827E89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이제 경계를 걸치는 합 계산</a:t>
            </a:r>
          </a:p>
        </p:txBody>
      </p:sp>
      <p:sp>
        <p:nvSpPr>
          <p:cNvPr id="4" name="diagram-line-188">
            <a:extLst>
              <a:ext uri="{FF2B5EF4-FFF2-40B4-BE49-F238E27FC236}">
                <a16:creationId xmlns:a16="http://schemas.microsoft.com/office/drawing/2014/main" id="{770F9818-6917-402F-990B-EAFF4AF7787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E721F90-4CE4-4A80-940A-556F4922AF6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5입니다. 왼쪽 스캔은 a[5] = −9부터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4757130-DF7E-45B0-9531-5F210A6CD8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8009C19-4876-42B0-B4A1-973366136C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148</a:t>
            </a:r>
            <a:endParaRPr sz="1050" b="0">
              <a:solidFill>
                <a:srgbClr val="151515"/>
              </a:solidFill>
              <a:latin typeface="Consolas"/>
              <a:ea typeface="Consolas"/>
              <a:cs typeface="Consolas"/>
            </a:endParaRPr>
          </a:p>
        </p:txBody>
      </p:sp>
      <p:sp>
        <p:nvSpPr>
          <p:cNvPr id="8" name="row-189-label">
            <a:extLst>
              <a:ext uri="{FF2B5EF4-FFF2-40B4-BE49-F238E27FC236}">
                <a16:creationId xmlns:a16="http://schemas.microsoft.com/office/drawing/2014/main" id="{DF654918-8676-4B89-AFF6-2E2D75FA131B}"/>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F6C5BF1-441B-4676-91D7-40D031C65586}"/>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9-0">
            <a:extLst>
              <a:ext uri="{FF2B5EF4-FFF2-40B4-BE49-F238E27FC236}">
                <a16:creationId xmlns:a16="http://schemas.microsoft.com/office/drawing/2014/main" id="{14A93BCE-A8CE-4A9A-B959-9131E9269B8D}"/>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9-1">
            <a:extLst>
              <a:ext uri="{FF2B5EF4-FFF2-40B4-BE49-F238E27FC236}">
                <a16:creationId xmlns:a16="http://schemas.microsoft.com/office/drawing/2014/main" id="{FC8A75E4-EBC1-42F1-BA20-544AC893E599}"/>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9-2">
            <a:extLst>
              <a:ext uri="{FF2B5EF4-FFF2-40B4-BE49-F238E27FC236}">
                <a16:creationId xmlns:a16="http://schemas.microsoft.com/office/drawing/2014/main" id="{6E5B0F4B-0122-41EF-A992-2E7E4FB7DD37}"/>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9-3">
            <a:extLst>
              <a:ext uri="{FF2B5EF4-FFF2-40B4-BE49-F238E27FC236}">
                <a16:creationId xmlns:a16="http://schemas.microsoft.com/office/drawing/2014/main" id="{CF43DBB2-7F2C-46D0-8823-B2ECBE55E359}"/>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9-4">
            <a:extLst>
              <a:ext uri="{FF2B5EF4-FFF2-40B4-BE49-F238E27FC236}">
                <a16:creationId xmlns:a16="http://schemas.microsoft.com/office/drawing/2014/main" id="{E94A93CE-644F-40BF-851B-5FCE17E25A34}"/>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9-5">
            <a:extLst>
              <a:ext uri="{FF2B5EF4-FFF2-40B4-BE49-F238E27FC236}">
                <a16:creationId xmlns:a16="http://schemas.microsoft.com/office/drawing/2014/main" id="{72378451-17E7-4C8E-A940-01717C7042FE}"/>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9-6">
            <a:extLst>
              <a:ext uri="{FF2B5EF4-FFF2-40B4-BE49-F238E27FC236}">
                <a16:creationId xmlns:a16="http://schemas.microsoft.com/office/drawing/2014/main" id="{B0C0769A-3DC6-460F-84C2-D5339D951375}"/>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9-7">
            <a:extLst>
              <a:ext uri="{FF2B5EF4-FFF2-40B4-BE49-F238E27FC236}">
                <a16:creationId xmlns:a16="http://schemas.microsoft.com/office/drawing/2014/main" id="{6BB5916C-1A56-4645-A55D-2543586BB750}"/>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0">
            <a:extLst>
              <a:ext uri="{FF2B5EF4-FFF2-40B4-BE49-F238E27FC236}">
                <a16:creationId xmlns:a16="http://schemas.microsoft.com/office/drawing/2014/main" id="{A8284701-C81A-44FC-8B70-1034FE21648C}"/>
              </a:ext>
            </a:extLst>
          </p:cNvPr>
          <p:cNvSpPr>
            <a:spLocks noGrp="1"/>
          </p:cNvSpPr>
          <p:nvPr/>
        </p:nvSpPr>
        <p:spPr>
          <a:xfrm>
            <a:off x="8982075" y="2943225"/>
            <a:ext cx="19050" cy="666750"/>
          </a:xfrm>
          <a:prstGeom prst="rect">
            <a:avLst/>
          </a:prstGeom>
          <a:solidFill>
            <a:srgbClr val="9A5900"/>
          </a:solidFill>
          <a:ln w="0">
            <a:noFill/>
          </a:ln>
        </p:spPr>
      </p:sp>
      <p:sp>
        <p:nvSpPr>
          <p:cNvPr id="19" name="pointer-189">
            <a:extLst>
              <a:ext uri="{FF2B5EF4-FFF2-40B4-BE49-F238E27FC236}">
                <a16:creationId xmlns:a16="http://schemas.microsoft.com/office/drawing/2014/main" id="{9F2B574A-4B55-4FA7-9B59-A805C80F8170}"/>
              </a:ext>
            </a:extLst>
          </p:cNvPr>
          <p:cNvSpPr>
            <a:spLocks noGrp="1"/>
          </p:cNvSpPr>
          <p:nvPr/>
        </p:nvSpPr>
        <p:spPr>
          <a:xfrm>
            <a:off x="78105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initial-left-sum">
            <a:extLst>
              <a:ext uri="{FF2B5EF4-FFF2-40B4-BE49-F238E27FC236}">
                <a16:creationId xmlns:a16="http://schemas.microsoft.com/office/drawing/2014/main" id="{3AD002E7-5782-487E-849A-06DF819E6AA3}"/>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FE13B8B5-083B-4BA8-8080-EC0F3D8BEFB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7, right_max = 6.</a:t>
            </a:r>
          </a:p>
        </p:txBody>
      </p:sp>
    </p:spTree>
    <p:extLst>
      <p:ext uri="{BB962C8B-B14F-4D97-AF65-F5344CB8AC3E}">
        <p14:creationId xmlns:p14="http://schemas.microsoft.com/office/powerpoint/2010/main" val="320154376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411127F-5BFF-424D-B30C-9F627EC31F1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C8F6BD1-A570-4E6F-B447-003F82D6DED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1E08EA2-9ADA-4D0C-91AC-57ED35F260B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1/2</a:t>
            </a:r>
          </a:p>
        </p:txBody>
      </p:sp>
      <p:sp>
        <p:nvSpPr>
          <p:cNvPr id="4" name="diagram-line-191">
            <a:extLst>
              <a:ext uri="{FF2B5EF4-FFF2-40B4-BE49-F238E27FC236}">
                <a16:creationId xmlns:a16="http://schemas.microsoft.com/office/drawing/2014/main" id="{4FBF337E-2639-4822-9DA3-CC7C7F9DBC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D841CF3-3AF6-4A84-B5AB-691EB3843BE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left_sum 갱신.</a:t>
            </a:r>
          </a:p>
        </p:txBody>
      </p:sp>
      <p:sp>
        <p:nvSpPr>
          <p:cNvPr id="6" name="footer">
            <a:extLst>
              <a:ext uri="{FF2B5EF4-FFF2-40B4-BE49-F238E27FC236}">
                <a16:creationId xmlns:a16="http://schemas.microsoft.com/office/drawing/2014/main" id="{ED327484-628B-47E7-AE7D-950D57BF2AD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63E99CC-41B7-4D73-8D02-D35457E38D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149</a:t>
            </a:r>
            <a:endParaRPr sz="1050" b="0">
              <a:solidFill>
                <a:srgbClr val="151515"/>
              </a:solidFill>
              <a:latin typeface="Consolas"/>
              <a:ea typeface="Consolas"/>
              <a:cs typeface="Consolas"/>
            </a:endParaRPr>
          </a:p>
        </p:txBody>
      </p:sp>
      <p:sp>
        <p:nvSpPr>
          <p:cNvPr id="8" name="row-192-label">
            <a:extLst>
              <a:ext uri="{FF2B5EF4-FFF2-40B4-BE49-F238E27FC236}">
                <a16:creationId xmlns:a16="http://schemas.microsoft.com/office/drawing/2014/main" id="{95EDBBD1-594E-42B1-8212-1243401435F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99B5B5B-F0A6-49EF-B67A-A3203B7CC73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2-0">
            <a:extLst>
              <a:ext uri="{FF2B5EF4-FFF2-40B4-BE49-F238E27FC236}">
                <a16:creationId xmlns:a16="http://schemas.microsoft.com/office/drawing/2014/main" id="{2E45D898-6241-4977-9B78-B83DC1911E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2-1">
            <a:extLst>
              <a:ext uri="{FF2B5EF4-FFF2-40B4-BE49-F238E27FC236}">
                <a16:creationId xmlns:a16="http://schemas.microsoft.com/office/drawing/2014/main" id="{B5A066F5-F27B-4D22-BFAF-C6589241DFA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2-2">
            <a:extLst>
              <a:ext uri="{FF2B5EF4-FFF2-40B4-BE49-F238E27FC236}">
                <a16:creationId xmlns:a16="http://schemas.microsoft.com/office/drawing/2014/main" id="{B46840C1-2A3A-4F96-A67B-4B1FBA820224}"/>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2-3">
            <a:extLst>
              <a:ext uri="{FF2B5EF4-FFF2-40B4-BE49-F238E27FC236}">
                <a16:creationId xmlns:a16="http://schemas.microsoft.com/office/drawing/2014/main" id="{20D29A69-582D-4C40-9D12-EDCB8FEA6B5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2-4">
            <a:extLst>
              <a:ext uri="{FF2B5EF4-FFF2-40B4-BE49-F238E27FC236}">
                <a16:creationId xmlns:a16="http://schemas.microsoft.com/office/drawing/2014/main" id="{83B518BC-02AE-4B95-A2F3-1F84DE04369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2-5">
            <a:extLst>
              <a:ext uri="{FF2B5EF4-FFF2-40B4-BE49-F238E27FC236}">
                <a16:creationId xmlns:a16="http://schemas.microsoft.com/office/drawing/2014/main" id="{8C3EDADD-0CE8-43CD-B589-DEB12F97CFE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2-6">
            <a:extLst>
              <a:ext uri="{FF2B5EF4-FFF2-40B4-BE49-F238E27FC236}">
                <a16:creationId xmlns:a16="http://schemas.microsoft.com/office/drawing/2014/main" id="{1846B997-3964-4DD0-8118-B4AA5CF3508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2-7">
            <a:extLst>
              <a:ext uri="{FF2B5EF4-FFF2-40B4-BE49-F238E27FC236}">
                <a16:creationId xmlns:a16="http://schemas.microsoft.com/office/drawing/2014/main" id="{1CB8508D-4521-4FCF-BA7E-C746AE06D18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3">
            <a:extLst>
              <a:ext uri="{FF2B5EF4-FFF2-40B4-BE49-F238E27FC236}">
                <a16:creationId xmlns:a16="http://schemas.microsoft.com/office/drawing/2014/main" id="{57460C34-74D3-4258-A8BC-115391E82E81}"/>
              </a:ext>
            </a:extLst>
          </p:cNvPr>
          <p:cNvSpPr>
            <a:spLocks noGrp="1"/>
          </p:cNvSpPr>
          <p:nvPr/>
        </p:nvSpPr>
        <p:spPr>
          <a:xfrm>
            <a:off x="8982075" y="2743200"/>
            <a:ext cx="19050" cy="666750"/>
          </a:xfrm>
          <a:prstGeom prst="rect">
            <a:avLst/>
          </a:prstGeom>
          <a:solidFill>
            <a:srgbClr val="9A5900"/>
          </a:solidFill>
          <a:ln w="0">
            <a:noFill/>
          </a:ln>
        </p:spPr>
      </p:sp>
      <p:sp>
        <p:nvSpPr>
          <p:cNvPr id="19" name="pointer-192">
            <a:extLst>
              <a:ext uri="{FF2B5EF4-FFF2-40B4-BE49-F238E27FC236}">
                <a16:creationId xmlns:a16="http://schemas.microsoft.com/office/drawing/2014/main" id="{D24BD071-CF4A-476D-81F1-8B4F978224D9}"/>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current-equation">
            <a:extLst>
              <a:ext uri="{FF2B5EF4-FFF2-40B4-BE49-F238E27FC236}">
                <a16:creationId xmlns:a16="http://schemas.microsoft.com/office/drawing/2014/main" id="{9C445595-E090-466E-9F85-1758F5FE4D2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C9A3290D-9FC8-43D7-9CD2-D3AC9D90B32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−9</a:t>
            </a:r>
          </a:p>
        </p:txBody>
      </p:sp>
      <p:sp>
        <p:nvSpPr>
          <p:cNvPr id="22" name="row-194-label">
            <a:extLst>
              <a:ext uri="{FF2B5EF4-FFF2-40B4-BE49-F238E27FC236}">
                <a16:creationId xmlns:a16="http://schemas.microsoft.com/office/drawing/2014/main" id="{EB90636B-E620-4198-9477-24D93857CB2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40B5D67-7C8D-4836-BD0D-137C7B1F2F3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4-0">
            <a:extLst>
              <a:ext uri="{FF2B5EF4-FFF2-40B4-BE49-F238E27FC236}">
                <a16:creationId xmlns:a16="http://schemas.microsoft.com/office/drawing/2014/main" id="{3F8A8F29-9BB0-4C0D-9E1B-A605FBC25328}"/>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4-1">
            <a:extLst>
              <a:ext uri="{FF2B5EF4-FFF2-40B4-BE49-F238E27FC236}">
                <a16:creationId xmlns:a16="http://schemas.microsoft.com/office/drawing/2014/main" id="{A071E165-9253-4764-9807-A1039140541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4-2">
            <a:extLst>
              <a:ext uri="{FF2B5EF4-FFF2-40B4-BE49-F238E27FC236}">
                <a16:creationId xmlns:a16="http://schemas.microsoft.com/office/drawing/2014/main" id="{BCE82155-8828-489D-883C-E212D4DCC06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4-3">
            <a:extLst>
              <a:ext uri="{FF2B5EF4-FFF2-40B4-BE49-F238E27FC236}">
                <a16:creationId xmlns:a16="http://schemas.microsoft.com/office/drawing/2014/main" id="{F3EF7451-3B6A-4FA0-A29E-07FC0AFFC68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4-4">
            <a:extLst>
              <a:ext uri="{FF2B5EF4-FFF2-40B4-BE49-F238E27FC236}">
                <a16:creationId xmlns:a16="http://schemas.microsoft.com/office/drawing/2014/main" id="{91B6BDFB-6FB4-444F-9FC8-3957E5E2E91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4-5">
            <a:extLst>
              <a:ext uri="{FF2B5EF4-FFF2-40B4-BE49-F238E27FC236}">
                <a16:creationId xmlns:a16="http://schemas.microsoft.com/office/drawing/2014/main" id="{0672452D-46A1-48CD-BAA5-027A671566A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4-6">
            <a:extLst>
              <a:ext uri="{FF2B5EF4-FFF2-40B4-BE49-F238E27FC236}">
                <a16:creationId xmlns:a16="http://schemas.microsoft.com/office/drawing/2014/main" id="{62BDD242-384D-41C2-867B-ED6937823EB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4-7">
            <a:extLst>
              <a:ext uri="{FF2B5EF4-FFF2-40B4-BE49-F238E27FC236}">
                <a16:creationId xmlns:a16="http://schemas.microsoft.com/office/drawing/2014/main" id="{EB8C1B81-5779-45FC-AC65-23FA5C7D27E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95">
            <a:extLst>
              <a:ext uri="{FF2B5EF4-FFF2-40B4-BE49-F238E27FC236}">
                <a16:creationId xmlns:a16="http://schemas.microsoft.com/office/drawing/2014/main" id="{B427096F-4917-4CE3-AAE1-9A2500F2E49C}"/>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8D32D96-5EC4-4A61-9BFD-72B89BDF22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4: a[4] = 7을 현재 합 −9에 더합니다.</a:t>
            </a:r>
          </a:p>
        </p:txBody>
      </p:sp>
    </p:spTree>
    <p:extLst>
      <p:ext uri="{BB962C8B-B14F-4D97-AF65-F5344CB8AC3E}">
        <p14:creationId xmlns:p14="http://schemas.microsoft.com/office/powerpoint/2010/main" val="373566729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32E2958-EB7A-41D3-A732-6BE0E357663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AB85AF0-18FC-4BC7-96EF-F2461BBFDCE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3F62FD-2D2D-4D36-86BC-E78A6DA303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2/2</a:t>
            </a:r>
          </a:p>
        </p:txBody>
      </p:sp>
      <p:sp>
        <p:nvSpPr>
          <p:cNvPr id="4" name="diagram-line-196">
            <a:extLst>
              <a:ext uri="{FF2B5EF4-FFF2-40B4-BE49-F238E27FC236}">
                <a16:creationId xmlns:a16="http://schemas.microsoft.com/office/drawing/2014/main" id="{32DEB131-3244-47DD-9405-3EB67B69B95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D598BF2-BFB0-4F53-8176-774A48A1942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−9 → left_sum 갱신.</a:t>
            </a:r>
          </a:p>
        </p:txBody>
      </p:sp>
      <p:sp>
        <p:nvSpPr>
          <p:cNvPr id="6" name="footer">
            <a:extLst>
              <a:ext uri="{FF2B5EF4-FFF2-40B4-BE49-F238E27FC236}">
                <a16:creationId xmlns:a16="http://schemas.microsoft.com/office/drawing/2014/main" id="{D1FAED48-33C1-4BD6-9777-B6FCB067F96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671B7C-185E-499A-A5BF-7480CF46F0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150</a:t>
            </a:r>
            <a:endParaRPr sz="1050" b="0">
              <a:solidFill>
                <a:srgbClr val="151515"/>
              </a:solidFill>
              <a:latin typeface="Consolas"/>
              <a:ea typeface="Consolas"/>
              <a:cs typeface="Consolas"/>
            </a:endParaRPr>
          </a:p>
        </p:txBody>
      </p:sp>
      <p:sp>
        <p:nvSpPr>
          <p:cNvPr id="8" name="row-197-label">
            <a:extLst>
              <a:ext uri="{FF2B5EF4-FFF2-40B4-BE49-F238E27FC236}">
                <a16:creationId xmlns:a16="http://schemas.microsoft.com/office/drawing/2014/main" id="{5673EE69-C71C-4049-BAC8-6CCA3EC7FB4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D0213E0-D815-4038-9E9C-18FE3C25F875}"/>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7-0">
            <a:extLst>
              <a:ext uri="{FF2B5EF4-FFF2-40B4-BE49-F238E27FC236}">
                <a16:creationId xmlns:a16="http://schemas.microsoft.com/office/drawing/2014/main" id="{678B90C8-461E-4DC5-8D6B-776833E9867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7-1">
            <a:extLst>
              <a:ext uri="{FF2B5EF4-FFF2-40B4-BE49-F238E27FC236}">
                <a16:creationId xmlns:a16="http://schemas.microsoft.com/office/drawing/2014/main" id="{64C21B4A-D533-46B1-8413-13DC9150711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7-2">
            <a:extLst>
              <a:ext uri="{FF2B5EF4-FFF2-40B4-BE49-F238E27FC236}">
                <a16:creationId xmlns:a16="http://schemas.microsoft.com/office/drawing/2014/main" id="{E7BD52EC-9C11-406D-856F-83225FC0F23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7-3">
            <a:extLst>
              <a:ext uri="{FF2B5EF4-FFF2-40B4-BE49-F238E27FC236}">
                <a16:creationId xmlns:a16="http://schemas.microsoft.com/office/drawing/2014/main" id="{D26B370B-4A1C-429F-B431-8BA0CE24B87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7-4">
            <a:extLst>
              <a:ext uri="{FF2B5EF4-FFF2-40B4-BE49-F238E27FC236}">
                <a16:creationId xmlns:a16="http://schemas.microsoft.com/office/drawing/2014/main" id="{5A485BBA-B643-48EF-ABAF-0085DAC8A84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7-5">
            <a:extLst>
              <a:ext uri="{FF2B5EF4-FFF2-40B4-BE49-F238E27FC236}">
                <a16:creationId xmlns:a16="http://schemas.microsoft.com/office/drawing/2014/main" id="{2346EE84-2AFB-4873-963A-775F3DE28A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7-6">
            <a:extLst>
              <a:ext uri="{FF2B5EF4-FFF2-40B4-BE49-F238E27FC236}">
                <a16:creationId xmlns:a16="http://schemas.microsoft.com/office/drawing/2014/main" id="{1AF97BF1-A534-4B69-9F13-8B0F97C53A77}"/>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7-7">
            <a:extLst>
              <a:ext uri="{FF2B5EF4-FFF2-40B4-BE49-F238E27FC236}">
                <a16:creationId xmlns:a16="http://schemas.microsoft.com/office/drawing/2014/main" id="{698523CE-0BBC-4A0D-A841-F1BF15EB579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8">
            <a:extLst>
              <a:ext uri="{FF2B5EF4-FFF2-40B4-BE49-F238E27FC236}">
                <a16:creationId xmlns:a16="http://schemas.microsoft.com/office/drawing/2014/main" id="{A8C9061E-CFD1-489E-9670-A2E7493BB6D6}"/>
              </a:ext>
            </a:extLst>
          </p:cNvPr>
          <p:cNvSpPr>
            <a:spLocks noGrp="1"/>
          </p:cNvSpPr>
          <p:nvPr/>
        </p:nvSpPr>
        <p:spPr>
          <a:xfrm>
            <a:off x="8982075" y="2743200"/>
            <a:ext cx="19050" cy="666750"/>
          </a:xfrm>
          <a:prstGeom prst="rect">
            <a:avLst/>
          </a:prstGeom>
          <a:solidFill>
            <a:srgbClr val="9A5900"/>
          </a:solidFill>
          <a:ln w="0">
            <a:noFill/>
          </a:ln>
        </p:spPr>
      </p:sp>
      <p:sp>
        <p:nvSpPr>
          <p:cNvPr id="19" name="pointer-197">
            <a:extLst>
              <a:ext uri="{FF2B5EF4-FFF2-40B4-BE49-F238E27FC236}">
                <a16:creationId xmlns:a16="http://schemas.microsoft.com/office/drawing/2014/main" id="{00EF8BEC-6BFC-418E-ADC7-B10BC49E2530}"/>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470A0A45-94F1-47E9-B2EF-D7119783ED0C}"/>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−9 + (7) = −2</a:t>
            </a:r>
          </a:p>
        </p:txBody>
      </p:sp>
      <p:sp>
        <p:nvSpPr>
          <p:cNvPr id="21" name="best-equation">
            <a:extLst>
              <a:ext uri="{FF2B5EF4-FFF2-40B4-BE49-F238E27FC236}">
                <a16:creationId xmlns:a16="http://schemas.microsoft.com/office/drawing/2014/main" id="{BE448039-FBB2-449B-B9F1-D04E7CAC3339}"/>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−9 → −2</a:t>
            </a:r>
          </a:p>
        </p:txBody>
      </p:sp>
      <p:sp>
        <p:nvSpPr>
          <p:cNvPr id="22" name="row-199-label">
            <a:extLst>
              <a:ext uri="{FF2B5EF4-FFF2-40B4-BE49-F238E27FC236}">
                <a16:creationId xmlns:a16="http://schemas.microsoft.com/office/drawing/2014/main" id="{B4F7A3B0-5C66-4EDF-A91B-2CC583699E6C}"/>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B523213-1EDA-4C71-A7AC-435B043C806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9-0">
            <a:extLst>
              <a:ext uri="{FF2B5EF4-FFF2-40B4-BE49-F238E27FC236}">
                <a16:creationId xmlns:a16="http://schemas.microsoft.com/office/drawing/2014/main" id="{2D19DD1F-E534-4573-8634-8FC429B1096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9-1">
            <a:extLst>
              <a:ext uri="{FF2B5EF4-FFF2-40B4-BE49-F238E27FC236}">
                <a16:creationId xmlns:a16="http://schemas.microsoft.com/office/drawing/2014/main" id="{5BD06D09-4625-414A-BA3E-B8EC533A2DE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9-2">
            <a:extLst>
              <a:ext uri="{FF2B5EF4-FFF2-40B4-BE49-F238E27FC236}">
                <a16:creationId xmlns:a16="http://schemas.microsoft.com/office/drawing/2014/main" id="{FFB67B6E-DEBE-4FF8-BCE9-130B9E0758E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9-3">
            <a:extLst>
              <a:ext uri="{FF2B5EF4-FFF2-40B4-BE49-F238E27FC236}">
                <a16:creationId xmlns:a16="http://schemas.microsoft.com/office/drawing/2014/main" id="{36DD917D-6A84-4242-97AF-FC5EE1C9F88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9-4">
            <a:extLst>
              <a:ext uri="{FF2B5EF4-FFF2-40B4-BE49-F238E27FC236}">
                <a16:creationId xmlns:a16="http://schemas.microsoft.com/office/drawing/2014/main" id="{4051D1A3-09BA-4DC1-AD7F-1DA5B92F43D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9-5">
            <a:extLst>
              <a:ext uri="{FF2B5EF4-FFF2-40B4-BE49-F238E27FC236}">
                <a16:creationId xmlns:a16="http://schemas.microsoft.com/office/drawing/2014/main" id="{D2A3319D-EC87-463E-803E-682B6BA93DE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9-6">
            <a:extLst>
              <a:ext uri="{FF2B5EF4-FFF2-40B4-BE49-F238E27FC236}">
                <a16:creationId xmlns:a16="http://schemas.microsoft.com/office/drawing/2014/main" id="{B0889F44-A7AD-41E4-B4F2-5216F5DC77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9-7">
            <a:extLst>
              <a:ext uri="{FF2B5EF4-FFF2-40B4-BE49-F238E27FC236}">
                <a16:creationId xmlns:a16="http://schemas.microsoft.com/office/drawing/2014/main" id="{AE8ACDCE-3DFA-4D9E-BC31-4319FF8282D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0">
            <a:extLst>
              <a:ext uri="{FF2B5EF4-FFF2-40B4-BE49-F238E27FC236}">
                <a16:creationId xmlns:a16="http://schemas.microsoft.com/office/drawing/2014/main" id="{27EBF83D-2E7E-441A-9AB8-8360DCF0F123}"/>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B82E882-1343-4393-B8AB-4FA32A8F5F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39369229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3E1D962C-09F9-4AC6-A043-DEB2A9B5847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37E1197-6F38-4ADA-87AC-881B51F9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5BA6845-E6B2-4A5C-8601-FDE9EBAECF7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오른쪽은 합을 0으로 다시 시작</a:t>
            </a:r>
          </a:p>
        </p:txBody>
      </p:sp>
      <p:sp>
        <p:nvSpPr>
          <p:cNvPr id="4" name="diagram-line-201">
            <a:extLst>
              <a:ext uri="{FF2B5EF4-FFF2-40B4-BE49-F238E27FC236}">
                <a16:creationId xmlns:a16="http://schemas.microsoft.com/office/drawing/2014/main" id="{E3BC0C8B-CA9F-4107-82C6-A01A9754E0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960E4E2-F1D4-4633-A7B8-864C54AE5B5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6부터 오른쪽을 훑습니다.</a:t>
            </a:r>
          </a:p>
        </p:txBody>
      </p:sp>
      <p:sp>
        <p:nvSpPr>
          <p:cNvPr id="6" name="footer">
            <a:extLst>
              <a:ext uri="{FF2B5EF4-FFF2-40B4-BE49-F238E27FC236}">
                <a16:creationId xmlns:a16="http://schemas.microsoft.com/office/drawing/2014/main" id="{ECA830C5-4DF0-4DB6-A001-BCC6DDB64E1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5B010FD-D576-428B-99B8-284E2ED7CFF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151</a:t>
            </a:r>
            <a:endParaRPr sz="1050" b="0">
              <a:solidFill>
                <a:srgbClr val="151515"/>
              </a:solidFill>
              <a:latin typeface="Consolas"/>
              <a:ea typeface="Consolas"/>
              <a:cs typeface="Consolas"/>
            </a:endParaRPr>
          </a:p>
        </p:txBody>
      </p:sp>
      <p:sp>
        <p:nvSpPr>
          <p:cNvPr id="8" name="row-202-label">
            <a:extLst>
              <a:ext uri="{FF2B5EF4-FFF2-40B4-BE49-F238E27FC236}">
                <a16:creationId xmlns:a16="http://schemas.microsoft.com/office/drawing/2014/main" id="{872144F2-3E03-44DE-88EF-2E0F5CC3A996}"/>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6B352D56-F564-49BA-817E-4C1262539316}"/>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2-0">
            <a:extLst>
              <a:ext uri="{FF2B5EF4-FFF2-40B4-BE49-F238E27FC236}">
                <a16:creationId xmlns:a16="http://schemas.microsoft.com/office/drawing/2014/main" id="{BE806688-FF29-4913-9764-7F34CDD153F9}"/>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2-1">
            <a:extLst>
              <a:ext uri="{FF2B5EF4-FFF2-40B4-BE49-F238E27FC236}">
                <a16:creationId xmlns:a16="http://schemas.microsoft.com/office/drawing/2014/main" id="{46FDF8B5-2646-4131-BB87-FCD10D945073}"/>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2-2">
            <a:extLst>
              <a:ext uri="{FF2B5EF4-FFF2-40B4-BE49-F238E27FC236}">
                <a16:creationId xmlns:a16="http://schemas.microsoft.com/office/drawing/2014/main" id="{0F90150B-E5D4-4258-966A-04BE6C7A5ECF}"/>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2-3">
            <a:extLst>
              <a:ext uri="{FF2B5EF4-FFF2-40B4-BE49-F238E27FC236}">
                <a16:creationId xmlns:a16="http://schemas.microsoft.com/office/drawing/2014/main" id="{2529B6B3-97D8-43A1-A87A-375C0D3B78E7}"/>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2-4">
            <a:extLst>
              <a:ext uri="{FF2B5EF4-FFF2-40B4-BE49-F238E27FC236}">
                <a16:creationId xmlns:a16="http://schemas.microsoft.com/office/drawing/2014/main" id="{60F0F5A8-549C-4873-94EE-8DB79E618A77}"/>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2-5">
            <a:extLst>
              <a:ext uri="{FF2B5EF4-FFF2-40B4-BE49-F238E27FC236}">
                <a16:creationId xmlns:a16="http://schemas.microsoft.com/office/drawing/2014/main" id="{8AC9CFA0-C8D9-4E04-87CD-742DF4D080A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2-6">
            <a:extLst>
              <a:ext uri="{FF2B5EF4-FFF2-40B4-BE49-F238E27FC236}">
                <a16:creationId xmlns:a16="http://schemas.microsoft.com/office/drawing/2014/main" id="{C7C6828E-41CE-4C3E-8568-FA89D348D7E7}"/>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2-7">
            <a:extLst>
              <a:ext uri="{FF2B5EF4-FFF2-40B4-BE49-F238E27FC236}">
                <a16:creationId xmlns:a16="http://schemas.microsoft.com/office/drawing/2014/main" id="{344EAECC-20D2-4B0C-83B4-9FE3292B3E0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3">
            <a:extLst>
              <a:ext uri="{FF2B5EF4-FFF2-40B4-BE49-F238E27FC236}">
                <a16:creationId xmlns:a16="http://schemas.microsoft.com/office/drawing/2014/main" id="{409CE4B7-EA6A-41EE-939C-5408E58540B1}"/>
              </a:ext>
            </a:extLst>
          </p:cNvPr>
          <p:cNvSpPr>
            <a:spLocks noGrp="1"/>
          </p:cNvSpPr>
          <p:nvPr/>
        </p:nvSpPr>
        <p:spPr>
          <a:xfrm>
            <a:off x="8982075" y="2781300"/>
            <a:ext cx="19050" cy="666750"/>
          </a:xfrm>
          <a:prstGeom prst="rect">
            <a:avLst/>
          </a:prstGeom>
          <a:solidFill>
            <a:srgbClr val="9A5900"/>
          </a:solidFill>
          <a:ln w="0">
            <a:noFill/>
          </a:ln>
        </p:spPr>
      </p:sp>
      <p:sp>
        <p:nvSpPr>
          <p:cNvPr id="19" name="pointer-202">
            <a:extLst>
              <a:ext uri="{FF2B5EF4-FFF2-40B4-BE49-F238E27FC236}">
                <a16:creationId xmlns:a16="http://schemas.microsoft.com/office/drawing/2014/main" id="{DD6DBAE1-EF86-4481-99E5-223800F753F7}"/>
              </a:ext>
            </a:extLst>
          </p:cNvPr>
          <p:cNvSpPr>
            <a:spLocks noGrp="1"/>
          </p:cNvSpPr>
          <p:nvPr/>
        </p:nvSpPr>
        <p:spPr>
          <a:xfrm>
            <a:off x="89154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reset-equation">
            <a:extLst>
              <a:ext uri="{FF2B5EF4-FFF2-40B4-BE49-F238E27FC236}">
                <a16:creationId xmlns:a16="http://schemas.microsoft.com/office/drawing/2014/main" id="{90288B3F-33C8-458A-A1C5-56392941AABF}"/>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FB41617A-3282-4407-835E-8347105C6451}"/>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A5C2038C-7A70-4851-82C9-8FCCE2673D6C}"/>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56AAD55E-49A9-4250-86DC-1DFA8106CB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a[6] = 5입니다. mid를 다시 읽지 않습니다.</a:t>
            </a:r>
          </a:p>
        </p:txBody>
      </p:sp>
    </p:spTree>
    <p:extLst>
      <p:ext uri="{BB962C8B-B14F-4D97-AF65-F5344CB8AC3E}">
        <p14:creationId xmlns:p14="http://schemas.microsoft.com/office/powerpoint/2010/main" val="180864131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1E44E378-3E24-4778-A4D2-F4C4EEE30BF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1DEDB60-F25C-4E9D-9420-9353DB02895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42D987-27FC-405E-BA56-81E301024D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1/2</a:t>
            </a:r>
          </a:p>
        </p:txBody>
      </p:sp>
      <p:sp>
        <p:nvSpPr>
          <p:cNvPr id="4" name="diagram-line-204">
            <a:extLst>
              <a:ext uri="{FF2B5EF4-FFF2-40B4-BE49-F238E27FC236}">
                <a16:creationId xmlns:a16="http://schemas.microsoft.com/office/drawing/2014/main" id="{92331696-4A80-4338-9A77-6C15BF1A6A4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47EAC3E-5829-4A0B-A6F8-AD900AC2743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5D6EDA8-9034-4399-BD6C-EB6D82BD023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79355D6-EFA2-404E-93F8-D1E62A8E9F2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152</a:t>
            </a:r>
            <a:endParaRPr sz="1050" b="0">
              <a:solidFill>
                <a:srgbClr val="151515"/>
              </a:solidFill>
              <a:latin typeface="Consolas"/>
              <a:ea typeface="Consolas"/>
              <a:cs typeface="Consolas"/>
            </a:endParaRPr>
          </a:p>
        </p:txBody>
      </p:sp>
      <p:sp>
        <p:nvSpPr>
          <p:cNvPr id="8" name="row-205-label">
            <a:extLst>
              <a:ext uri="{FF2B5EF4-FFF2-40B4-BE49-F238E27FC236}">
                <a16:creationId xmlns:a16="http://schemas.microsoft.com/office/drawing/2014/main" id="{C99DCE4F-2DFB-4120-82C1-994A77F8F4D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7CCD2C9-495A-43C9-AC46-CD4E6560B4C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5-0">
            <a:extLst>
              <a:ext uri="{FF2B5EF4-FFF2-40B4-BE49-F238E27FC236}">
                <a16:creationId xmlns:a16="http://schemas.microsoft.com/office/drawing/2014/main" id="{85C869C5-50B2-444C-BD24-927E8D43ED6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5-1">
            <a:extLst>
              <a:ext uri="{FF2B5EF4-FFF2-40B4-BE49-F238E27FC236}">
                <a16:creationId xmlns:a16="http://schemas.microsoft.com/office/drawing/2014/main" id="{E539C37E-0348-46E0-8B51-C3C7FB07F24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5-2">
            <a:extLst>
              <a:ext uri="{FF2B5EF4-FFF2-40B4-BE49-F238E27FC236}">
                <a16:creationId xmlns:a16="http://schemas.microsoft.com/office/drawing/2014/main" id="{B1CA3987-3484-4931-A7D1-EE215070B7D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5-3">
            <a:extLst>
              <a:ext uri="{FF2B5EF4-FFF2-40B4-BE49-F238E27FC236}">
                <a16:creationId xmlns:a16="http://schemas.microsoft.com/office/drawing/2014/main" id="{99593668-5DAA-4C08-AEF7-733EDF86F932}"/>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5-4">
            <a:extLst>
              <a:ext uri="{FF2B5EF4-FFF2-40B4-BE49-F238E27FC236}">
                <a16:creationId xmlns:a16="http://schemas.microsoft.com/office/drawing/2014/main" id="{B38CE896-4468-4B06-914D-6B205BEA57F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5-5">
            <a:extLst>
              <a:ext uri="{FF2B5EF4-FFF2-40B4-BE49-F238E27FC236}">
                <a16:creationId xmlns:a16="http://schemas.microsoft.com/office/drawing/2014/main" id="{F5237484-9CEF-4193-91EA-80B22EC8F237}"/>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5-6">
            <a:extLst>
              <a:ext uri="{FF2B5EF4-FFF2-40B4-BE49-F238E27FC236}">
                <a16:creationId xmlns:a16="http://schemas.microsoft.com/office/drawing/2014/main" id="{CEA334DF-CCF9-4385-B89B-A89FD5C2E58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5-7">
            <a:extLst>
              <a:ext uri="{FF2B5EF4-FFF2-40B4-BE49-F238E27FC236}">
                <a16:creationId xmlns:a16="http://schemas.microsoft.com/office/drawing/2014/main" id="{542738B8-BC36-41CA-9BBC-B37EC1CD8E1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6">
            <a:extLst>
              <a:ext uri="{FF2B5EF4-FFF2-40B4-BE49-F238E27FC236}">
                <a16:creationId xmlns:a16="http://schemas.microsoft.com/office/drawing/2014/main" id="{838D8CCA-6C78-4EB9-BE07-FADE2DB7C623}"/>
              </a:ext>
            </a:extLst>
          </p:cNvPr>
          <p:cNvSpPr>
            <a:spLocks noGrp="1"/>
          </p:cNvSpPr>
          <p:nvPr/>
        </p:nvSpPr>
        <p:spPr>
          <a:xfrm>
            <a:off x="8982075" y="2743200"/>
            <a:ext cx="19050" cy="666750"/>
          </a:xfrm>
          <a:prstGeom prst="rect">
            <a:avLst/>
          </a:prstGeom>
          <a:solidFill>
            <a:srgbClr val="9A5900"/>
          </a:solidFill>
          <a:ln w="0">
            <a:noFill/>
          </a:ln>
        </p:spPr>
      </p:sp>
      <p:sp>
        <p:nvSpPr>
          <p:cNvPr id="19" name="pointer-205">
            <a:extLst>
              <a:ext uri="{FF2B5EF4-FFF2-40B4-BE49-F238E27FC236}">
                <a16:creationId xmlns:a16="http://schemas.microsoft.com/office/drawing/2014/main" id="{022A7F8B-F9BB-4213-8D39-D4ECA68BC7DC}"/>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C83D0E3D-24E6-4327-AC23-B165A5BCAA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EEAF3F73-22B1-462D-B42A-776ADF7743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207-label">
            <a:extLst>
              <a:ext uri="{FF2B5EF4-FFF2-40B4-BE49-F238E27FC236}">
                <a16:creationId xmlns:a16="http://schemas.microsoft.com/office/drawing/2014/main" id="{E0F2C7D1-C2A2-4B84-ACE9-D663860EBE1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B1F7150-D3F5-41EA-A153-026F16E13404}"/>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07-0">
            <a:extLst>
              <a:ext uri="{FF2B5EF4-FFF2-40B4-BE49-F238E27FC236}">
                <a16:creationId xmlns:a16="http://schemas.microsoft.com/office/drawing/2014/main" id="{A5A8D6CC-59A6-4912-9CAB-A13DF9E969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07-1">
            <a:extLst>
              <a:ext uri="{FF2B5EF4-FFF2-40B4-BE49-F238E27FC236}">
                <a16:creationId xmlns:a16="http://schemas.microsoft.com/office/drawing/2014/main" id="{E9D08876-9460-48C9-B389-B39B13C97BB4}"/>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07-2">
            <a:extLst>
              <a:ext uri="{FF2B5EF4-FFF2-40B4-BE49-F238E27FC236}">
                <a16:creationId xmlns:a16="http://schemas.microsoft.com/office/drawing/2014/main" id="{419C4E7E-EADE-479A-8AA1-A32BEC36CBC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07-3">
            <a:extLst>
              <a:ext uri="{FF2B5EF4-FFF2-40B4-BE49-F238E27FC236}">
                <a16:creationId xmlns:a16="http://schemas.microsoft.com/office/drawing/2014/main" id="{2F98145D-4515-4C09-9605-68F1CEE7E8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07-4">
            <a:extLst>
              <a:ext uri="{FF2B5EF4-FFF2-40B4-BE49-F238E27FC236}">
                <a16:creationId xmlns:a16="http://schemas.microsoft.com/office/drawing/2014/main" id="{F706A729-D5F5-4D70-BCD8-9E064B3BB54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07-5">
            <a:extLst>
              <a:ext uri="{FF2B5EF4-FFF2-40B4-BE49-F238E27FC236}">
                <a16:creationId xmlns:a16="http://schemas.microsoft.com/office/drawing/2014/main" id="{94CA2F48-1166-430C-817F-B9B357A0265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07-6">
            <a:extLst>
              <a:ext uri="{FF2B5EF4-FFF2-40B4-BE49-F238E27FC236}">
                <a16:creationId xmlns:a16="http://schemas.microsoft.com/office/drawing/2014/main" id="{93A0E639-4098-4986-ABCD-B87046E1086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07-7">
            <a:extLst>
              <a:ext uri="{FF2B5EF4-FFF2-40B4-BE49-F238E27FC236}">
                <a16:creationId xmlns:a16="http://schemas.microsoft.com/office/drawing/2014/main" id="{DA262C62-962F-4470-93B0-03DFB49603C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8">
            <a:extLst>
              <a:ext uri="{FF2B5EF4-FFF2-40B4-BE49-F238E27FC236}">
                <a16:creationId xmlns:a16="http://schemas.microsoft.com/office/drawing/2014/main" id="{EB4C9A8A-5521-4428-AADC-F6920434F064}"/>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9C068CF-C788-4B17-9886-02F356103A3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5에 더합니다.</a:t>
            </a:r>
          </a:p>
        </p:txBody>
      </p:sp>
    </p:spTree>
    <p:extLst>
      <p:ext uri="{BB962C8B-B14F-4D97-AF65-F5344CB8AC3E}">
        <p14:creationId xmlns:p14="http://schemas.microsoft.com/office/powerpoint/2010/main" val="428119021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B1A4B67D-EA70-4EAD-AB8B-B328421B765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7CDAE1-A831-4962-A112-A2C4460E50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E730269-5FF0-4A67-B763-A94F56CBA2F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2/2</a:t>
            </a:r>
          </a:p>
        </p:txBody>
      </p:sp>
      <p:sp>
        <p:nvSpPr>
          <p:cNvPr id="4" name="diagram-line-209">
            <a:extLst>
              <a:ext uri="{FF2B5EF4-FFF2-40B4-BE49-F238E27FC236}">
                <a16:creationId xmlns:a16="http://schemas.microsoft.com/office/drawing/2014/main" id="{1A41C2F7-DEC1-47F0-BA81-70F05623FE4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1EAFAB0-1B60-4491-BB9F-8CD64B7FD09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[6~7]입니다.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6 &gt; 이전 기록 5 → right_sum 갱신.</a:t>
            </a:r>
          </a:p>
        </p:txBody>
      </p:sp>
      <p:sp>
        <p:nvSpPr>
          <p:cNvPr id="6" name="footer">
            <a:extLst>
              <a:ext uri="{FF2B5EF4-FFF2-40B4-BE49-F238E27FC236}">
                <a16:creationId xmlns:a16="http://schemas.microsoft.com/office/drawing/2014/main" id="{09A65C16-790A-4AEB-8D2D-C4EDFC4AD7B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D9C41-09AB-476F-A1D0-3374247AF7A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153</a:t>
            </a:r>
            <a:endParaRPr sz="1050" b="0">
              <a:solidFill>
                <a:srgbClr val="151515"/>
              </a:solidFill>
              <a:latin typeface="Consolas"/>
              <a:ea typeface="Consolas"/>
              <a:cs typeface="Consolas"/>
            </a:endParaRPr>
          </a:p>
        </p:txBody>
      </p:sp>
      <p:sp>
        <p:nvSpPr>
          <p:cNvPr id="8" name="row-210-label">
            <a:extLst>
              <a:ext uri="{FF2B5EF4-FFF2-40B4-BE49-F238E27FC236}">
                <a16:creationId xmlns:a16="http://schemas.microsoft.com/office/drawing/2014/main" id="{4A84D9FF-A3D1-4F85-99F0-B91E6A8104C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8D2BA68-4A47-4FEC-9C9E-4219A5E9D5F3}"/>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10-0">
            <a:extLst>
              <a:ext uri="{FF2B5EF4-FFF2-40B4-BE49-F238E27FC236}">
                <a16:creationId xmlns:a16="http://schemas.microsoft.com/office/drawing/2014/main" id="{4F8E86E5-ADCD-40B2-92BA-8CD44801E082}"/>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0-1">
            <a:extLst>
              <a:ext uri="{FF2B5EF4-FFF2-40B4-BE49-F238E27FC236}">
                <a16:creationId xmlns:a16="http://schemas.microsoft.com/office/drawing/2014/main" id="{CCF7DA2A-8E9A-48F9-91D1-E71179789B46}"/>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0-2">
            <a:extLst>
              <a:ext uri="{FF2B5EF4-FFF2-40B4-BE49-F238E27FC236}">
                <a16:creationId xmlns:a16="http://schemas.microsoft.com/office/drawing/2014/main" id="{F287962A-827E-4302-A88D-A38B2C22A97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0-3">
            <a:extLst>
              <a:ext uri="{FF2B5EF4-FFF2-40B4-BE49-F238E27FC236}">
                <a16:creationId xmlns:a16="http://schemas.microsoft.com/office/drawing/2014/main" id="{FA31EE77-03AF-4EC0-A2F4-81AE1F9DC78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0-4">
            <a:extLst>
              <a:ext uri="{FF2B5EF4-FFF2-40B4-BE49-F238E27FC236}">
                <a16:creationId xmlns:a16="http://schemas.microsoft.com/office/drawing/2014/main" id="{D9632FD1-F3F2-4EF4-A50C-C5653188CF5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0-5">
            <a:extLst>
              <a:ext uri="{FF2B5EF4-FFF2-40B4-BE49-F238E27FC236}">
                <a16:creationId xmlns:a16="http://schemas.microsoft.com/office/drawing/2014/main" id="{9FA21A5A-FBD4-470F-A988-426E023EE5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0-6">
            <a:extLst>
              <a:ext uri="{FF2B5EF4-FFF2-40B4-BE49-F238E27FC236}">
                <a16:creationId xmlns:a16="http://schemas.microsoft.com/office/drawing/2014/main" id="{21FD81A4-9F51-45B4-9C3D-C4097E144F5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0-7">
            <a:extLst>
              <a:ext uri="{FF2B5EF4-FFF2-40B4-BE49-F238E27FC236}">
                <a16:creationId xmlns:a16="http://schemas.microsoft.com/office/drawing/2014/main" id="{62845A26-4CC4-4D86-AB21-00A969D8839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11">
            <a:extLst>
              <a:ext uri="{FF2B5EF4-FFF2-40B4-BE49-F238E27FC236}">
                <a16:creationId xmlns:a16="http://schemas.microsoft.com/office/drawing/2014/main" id="{B646162C-97F5-42CF-90BE-235927DB7948}"/>
              </a:ext>
            </a:extLst>
          </p:cNvPr>
          <p:cNvSpPr>
            <a:spLocks noGrp="1"/>
          </p:cNvSpPr>
          <p:nvPr/>
        </p:nvSpPr>
        <p:spPr>
          <a:xfrm>
            <a:off x="8982075" y="2743200"/>
            <a:ext cx="19050" cy="666750"/>
          </a:xfrm>
          <a:prstGeom prst="rect">
            <a:avLst/>
          </a:prstGeom>
          <a:solidFill>
            <a:srgbClr val="9A5900"/>
          </a:solidFill>
          <a:ln w="0">
            <a:noFill/>
          </a:ln>
        </p:spPr>
      </p:sp>
      <p:sp>
        <p:nvSpPr>
          <p:cNvPr id="19" name="pointer-210">
            <a:extLst>
              <a:ext uri="{FF2B5EF4-FFF2-40B4-BE49-F238E27FC236}">
                <a16:creationId xmlns:a16="http://schemas.microsoft.com/office/drawing/2014/main" id="{967F4216-2470-4B6D-803B-512A796FB572}"/>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D2D213D6-DE38-43FD-9BF4-23AC6FB7184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(1) = 6</a:t>
            </a:r>
          </a:p>
        </p:txBody>
      </p:sp>
      <p:sp>
        <p:nvSpPr>
          <p:cNvPr id="21" name="best-equation">
            <a:extLst>
              <a:ext uri="{FF2B5EF4-FFF2-40B4-BE49-F238E27FC236}">
                <a16:creationId xmlns:a16="http://schemas.microsoft.com/office/drawing/2014/main" id="{C78066E5-5D76-482D-8462-5002E8F5386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5 → 6</a:t>
            </a:r>
          </a:p>
        </p:txBody>
      </p:sp>
      <p:sp>
        <p:nvSpPr>
          <p:cNvPr id="22" name="row-212-label">
            <a:extLst>
              <a:ext uri="{FF2B5EF4-FFF2-40B4-BE49-F238E27FC236}">
                <a16:creationId xmlns:a16="http://schemas.microsoft.com/office/drawing/2014/main" id="{EF62B97F-F9A9-4A94-AF46-1953EDB3B69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9C668E42-CD79-4852-A34A-9D1CC761EAAC}"/>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212-0">
            <a:extLst>
              <a:ext uri="{FF2B5EF4-FFF2-40B4-BE49-F238E27FC236}">
                <a16:creationId xmlns:a16="http://schemas.microsoft.com/office/drawing/2014/main" id="{34E19F06-E9B8-4A42-8ED0-DE89E074BA2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12-1">
            <a:extLst>
              <a:ext uri="{FF2B5EF4-FFF2-40B4-BE49-F238E27FC236}">
                <a16:creationId xmlns:a16="http://schemas.microsoft.com/office/drawing/2014/main" id="{99CE1665-B1C4-4B2F-AD3E-527981151E3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12-2">
            <a:extLst>
              <a:ext uri="{FF2B5EF4-FFF2-40B4-BE49-F238E27FC236}">
                <a16:creationId xmlns:a16="http://schemas.microsoft.com/office/drawing/2014/main" id="{DCB134E7-70D2-40F3-8028-96629E001FC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12-3">
            <a:extLst>
              <a:ext uri="{FF2B5EF4-FFF2-40B4-BE49-F238E27FC236}">
                <a16:creationId xmlns:a16="http://schemas.microsoft.com/office/drawing/2014/main" id="{353E5634-C1EE-489E-A48B-ED91A62798FE}"/>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12-4">
            <a:extLst>
              <a:ext uri="{FF2B5EF4-FFF2-40B4-BE49-F238E27FC236}">
                <a16:creationId xmlns:a16="http://schemas.microsoft.com/office/drawing/2014/main" id="{F71C91C0-CEFF-47CA-AA61-56238E381902}"/>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12-5">
            <a:extLst>
              <a:ext uri="{FF2B5EF4-FFF2-40B4-BE49-F238E27FC236}">
                <a16:creationId xmlns:a16="http://schemas.microsoft.com/office/drawing/2014/main" id="{E9577C0E-CB67-4154-90B6-03DB33A22FC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12-6">
            <a:extLst>
              <a:ext uri="{FF2B5EF4-FFF2-40B4-BE49-F238E27FC236}">
                <a16:creationId xmlns:a16="http://schemas.microsoft.com/office/drawing/2014/main" id="{5F663319-507C-408E-8F16-39506763211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12-7">
            <a:extLst>
              <a:ext uri="{FF2B5EF4-FFF2-40B4-BE49-F238E27FC236}">
                <a16:creationId xmlns:a16="http://schemas.microsoft.com/office/drawing/2014/main" id="{E3DEF996-88F1-4628-ACCE-0556CCE52EDB}"/>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13">
            <a:extLst>
              <a:ext uri="{FF2B5EF4-FFF2-40B4-BE49-F238E27FC236}">
                <a16:creationId xmlns:a16="http://schemas.microsoft.com/office/drawing/2014/main" id="{9AE88972-95F7-47E9-901F-367BA39FBCA1}"/>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8920616C-AA46-4046-B30F-99003C47A31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78848841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E24807F8-790A-4AFA-9D5A-19C35319DD7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69098E5-13EF-40F5-BD22-6A69FD5B035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82C1907-B45D-4297-83AB-24A076687BE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경계에서 두 기록을 붙입니다</a:t>
            </a:r>
          </a:p>
        </p:txBody>
      </p:sp>
      <p:sp>
        <p:nvSpPr>
          <p:cNvPr id="4" name="diagram-line-214">
            <a:extLst>
              <a:ext uri="{FF2B5EF4-FFF2-40B4-BE49-F238E27FC236}">
                <a16:creationId xmlns:a16="http://schemas.microsoft.com/office/drawing/2014/main" id="{D8D23788-BBFB-4042-9AE8-2DCF619A09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87553A1-8A5F-4EBC-B61F-6A70A60AF9F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6이므로 cross_max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5와 6에서 맞닿아 빈틈 없이 이어집니다.</a:t>
            </a:r>
          </a:p>
        </p:txBody>
      </p:sp>
      <p:sp>
        <p:nvSpPr>
          <p:cNvPr id="6" name="footer">
            <a:extLst>
              <a:ext uri="{FF2B5EF4-FFF2-40B4-BE49-F238E27FC236}">
                <a16:creationId xmlns:a16="http://schemas.microsoft.com/office/drawing/2014/main" id="{816ECB37-0AD3-472D-BE09-00D991792FD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0C7BE7C-9CEF-46E1-952B-596694C4D39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154</a:t>
            </a:r>
            <a:endParaRPr sz="1050" b="0">
              <a:solidFill>
                <a:srgbClr val="151515"/>
              </a:solidFill>
              <a:latin typeface="Consolas"/>
              <a:ea typeface="Consolas"/>
              <a:cs typeface="Consolas"/>
            </a:endParaRPr>
          </a:p>
        </p:txBody>
      </p:sp>
      <p:sp>
        <p:nvSpPr>
          <p:cNvPr id="8" name="row-215-label">
            <a:extLst>
              <a:ext uri="{FF2B5EF4-FFF2-40B4-BE49-F238E27FC236}">
                <a16:creationId xmlns:a16="http://schemas.microsoft.com/office/drawing/2014/main" id="{8E1E5BFA-9DC2-42E3-8A85-F9831DA00F0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18810853-B8BD-4698-9F1B-B599524F84CA}"/>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5-0">
            <a:extLst>
              <a:ext uri="{FF2B5EF4-FFF2-40B4-BE49-F238E27FC236}">
                <a16:creationId xmlns:a16="http://schemas.microsoft.com/office/drawing/2014/main" id="{F265070E-00BD-462A-B3C5-26437D664613}"/>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5-1">
            <a:extLst>
              <a:ext uri="{FF2B5EF4-FFF2-40B4-BE49-F238E27FC236}">
                <a16:creationId xmlns:a16="http://schemas.microsoft.com/office/drawing/2014/main" id="{200C36B5-B3C6-469E-BC28-C70D0E7386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5-2">
            <a:extLst>
              <a:ext uri="{FF2B5EF4-FFF2-40B4-BE49-F238E27FC236}">
                <a16:creationId xmlns:a16="http://schemas.microsoft.com/office/drawing/2014/main" id="{132C5119-4FA1-4C72-89CA-2AEDA8547A40}"/>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5-3">
            <a:extLst>
              <a:ext uri="{FF2B5EF4-FFF2-40B4-BE49-F238E27FC236}">
                <a16:creationId xmlns:a16="http://schemas.microsoft.com/office/drawing/2014/main" id="{D34E429E-15D1-41EE-A742-2879681F4A0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5-4">
            <a:extLst>
              <a:ext uri="{FF2B5EF4-FFF2-40B4-BE49-F238E27FC236}">
                <a16:creationId xmlns:a16="http://schemas.microsoft.com/office/drawing/2014/main" id="{109D0DF7-D8F8-4964-9E9B-B4C68F3C3A02}"/>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5-5">
            <a:extLst>
              <a:ext uri="{FF2B5EF4-FFF2-40B4-BE49-F238E27FC236}">
                <a16:creationId xmlns:a16="http://schemas.microsoft.com/office/drawing/2014/main" id="{B2654C72-8250-4526-B5F3-9E9514FE10B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5-6">
            <a:extLst>
              <a:ext uri="{FF2B5EF4-FFF2-40B4-BE49-F238E27FC236}">
                <a16:creationId xmlns:a16="http://schemas.microsoft.com/office/drawing/2014/main" id="{8285AB55-A503-4150-ABC7-94F5009EF65A}"/>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5-7">
            <a:extLst>
              <a:ext uri="{FF2B5EF4-FFF2-40B4-BE49-F238E27FC236}">
                <a16:creationId xmlns:a16="http://schemas.microsoft.com/office/drawing/2014/main" id="{E6A3F505-49CC-4C11-9CCB-801E7023C62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5">
            <a:extLst>
              <a:ext uri="{FF2B5EF4-FFF2-40B4-BE49-F238E27FC236}">
                <a16:creationId xmlns:a16="http://schemas.microsoft.com/office/drawing/2014/main" id="{8A9313BA-1327-45A7-925A-A87D5EB828C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216-label">
            <a:extLst>
              <a:ext uri="{FF2B5EF4-FFF2-40B4-BE49-F238E27FC236}">
                <a16:creationId xmlns:a16="http://schemas.microsoft.com/office/drawing/2014/main" id="{08708521-38A2-41BE-95E5-11FCEE8E356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882C0BA2-AC9A-458E-8A59-0004010A3F2A}"/>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16-0">
            <a:extLst>
              <a:ext uri="{FF2B5EF4-FFF2-40B4-BE49-F238E27FC236}">
                <a16:creationId xmlns:a16="http://schemas.microsoft.com/office/drawing/2014/main" id="{2E551037-D352-49D7-BAFC-BB4043AF948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16-1">
            <a:extLst>
              <a:ext uri="{FF2B5EF4-FFF2-40B4-BE49-F238E27FC236}">
                <a16:creationId xmlns:a16="http://schemas.microsoft.com/office/drawing/2014/main" id="{74F89EE7-E06A-4F6D-91B0-04331D2C532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16-2">
            <a:extLst>
              <a:ext uri="{FF2B5EF4-FFF2-40B4-BE49-F238E27FC236}">
                <a16:creationId xmlns:a16="http://schemas.microsoft.com/office/drawing/2014/main" id="{D7A5A63E-150B-49AC-8EA7-B66341ABBAD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16-3">
            <a:extLst>
              <a:ext uri="{FF2B5EF4-FFF2-40B4-BE49-F238E27FC236}">
                <a16:creationId xmlns:a16="http://schemas.microsoft.com/office/drawing/2014/main" id="{F214449B-455A-4FE9-96BC-66CF69360F1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16-4">
            <a:extLst>
              <a:ext uri="{FF2B5EF4-FFF2-40B4-BE49-F238E27FC236}">
                <a16:creationId xmlns:a16="http://schemas.microsoft.com/office/drawing/2014/main" id="{7156DB95-256F-46CB-A267-318CE854FD56}"/>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16-5">
            <a:extLst>
              <a:ext uri="{FF2B5EF4-FFF2-40B4-BE49-F238E27FC236}">
                <a16:creationId xmlns:a16="http://schemas.microsoft.com/office/drawing/2014/main" id="{BB18C398-4A3A-4398-8497-74904B2979C8}"/>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16-6">
            <a:extLst>
              <a:ext uri="{FF2B5EF4-FFF2-40B4-BE49-F238E27FC236}">
                <a16:creationId xmlns:a16="http://schemas.microsoft.com/office/drawing/2014/main" id="{DC4367D0-6FAF-4742-A505-8443C98F811F}"/>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16-7">
            <a:extLst>
              <a:ext uri="{FF2B5EF4-FFF2-40B4-BE49-F238E27FC236}">
                <a16:creationId xmlns:a16="http://schemas.microsoft.com/office/drawing/2014/main" id="{93E49359-D1ED-4D1C-8D92-15D067F1C35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16">
            <a:extLst>
              <a:ext uri="{FF2B5EF4-FFF2-40B4-BE49-F238E27FC236}">
                <a16:creationId xmlns:a16="http://schemas.microsoft.com/office/drawing/2014/main" id="{B588C8B0-A0C1-4F8A-BE8F-3C74F2EB38B4}"/>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17-label">
            <a:extLst>
              <a:ext uri="{FF2B5EF4-FFF2-40B4-BE49-F238E27FC236}">
                <a16:creationId xmlns:a16="http://schemas.microsoft.com/office/drawing/2014/main" id="{21C875D6-DDA0-4322-9219-91F733BF639D}"/>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7F9548CE-6C0C-463B-BFAD-F8FBE9728C20}"/>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17-0">
            <a:extLst>
              <a:ext uri="{FF2B5EF4-FFF2-40B4-BE49-F238E27FC236}">
                <a16:creationId xmlns:a16="http://schemas.microsoft.com/office/drawing/2014/main" id="{032AA7BC-4649-45A0-8442-15A37BAA4AEF}"/>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17-1">
            <a:extLst>
              <a:ext uri="{FF2B5EF4-FFF2-40B4-BE49-F238E27FC236}">
                <a16:creationId xmlns:a16="http://schemas.microsoft.com/office/drawing/2014/main" id="{3BD74559-73E9-4844-9570-2FB69BCCCD4F}"/>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17-2">
            <a:extLst>
              <a:ext uri="{FF2B5EF4-FFF2-40B4-BE49-F238E27FC236}">
                <a16:creationId xmlns:a16="http://schemas.microsoft.com/office/drawing/2014/main" id="{20E0F81C-7D60-4843-8D3D-0AE71A77B0A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17-3">
            <a:extLst>
              <a:ext uri="{FF2B5EF4-FFF2-40B4-BE49-F238E27FC236}">
                <a16:creationId xmlns:a16="http://schemas.microsoft.com/office/drawing/2014/main" id="{973DC5E0-D25A-4481-BF3A-3C7E45025C39}"/>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17-4">
            <a:extLst>
              <a:ext uri="{FF2B5EF4-FFF2-40B4-BE49-F238E27FC236}">
                <a16:creationId xmlns:a16="http://schemas.microsoft.com/office/drawing/2014/main" id="{DCF87F84-12A4-46FA-9265-63769085F1E9}"/>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17-5">
            <a:extLst>
              <a:ext uri="{FF2B5EF4-FFF2-40B4-BE49-F238E27FC236}">
                <a16:creationId xmlns:a16="http://schemas.microsoft.com/office/drawing/2014/main" id="{752C6B74-551B-4972-BB39-5766854A52EE}"/>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17-6">
            <a:extLst>
              <a:ext uri="{FF2B5EF4-FFF2-40B4-BE49-F238E27FC236}">
                <a16:creationId xmlns:a16="http://schemas.microsoft.com/office/drawing/2014/main" id="{C37FF180-E930-4826-A1FA-D0C8A74B560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17-7">
            <a:extLst>
              <a:ext uri="{FF2B5EF4-FFF2-40B4-BE49-F238E27FC236}">
                <a16:creationId xmlns:a16="http://schemas.microsoft.com/office/drawing/2014/main" id="{5FCBFA06-4969-4A8B-8F29-920EE77BFCD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17">
            <a:extLst>
              <a:ext uri="{FF2B5EF4-FFF2-40B4-BE49-F238E27FC236}">
                <a16:creationId xmlns:a16="http://schemas.microsoft.com/office/drawing/2014/main" id="{E68CB97D-0FC3-46B9-8DBF-CB849C9D5B31}"/>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AD003FBC-BF50-4870-B822-9BD541EF85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(6) = 4. 마지막에 읽은 합이 아니라 최선의 기록을 더합니다.</a:t>
            </a:r>
          </a:p>
        </p:txBody>
      </p:sp>
    </p:spTree>
    <p:extLst>
      <p:ext uri="{BB962C8B-B14F-4D97-AF65-F5344CB8AC3E}">
        <p14:creationId xmlns:p14="http://schemas.microsoft.com/office/powerpoint/2010/main" val="420771039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41DF567-D5EB-4309-BEA4-39C5D50146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37600CC-9C11-4524-83A9-1712DD7179A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B3213B-9B08-4E77-A161-154AD45820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세 후보 비교 → 7 반환</a:t>
            </a:r>
          </a:p>
        </p:txBody>
      </p:sp>
      <p:sp>
        <p:nvSpPr>
          <p:cNvPr id="4" name="diagram-line-218">
            <a:extLst>
              <a:ext uri="{FF2B5EF4-FFF2-40B4-BE49-F238E27FC236}">
                <a16:creationId xmlns:a16="http://schemas.microsoft.com/office/drawing/2014/main" id="{D20CBDDF-5C70-417E-B7AE-E4889F8853F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993E102-3E5F-4038-AED4-97D64420BA2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6, 경계를 걸친 합 4을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6, 4) = 7입니다.</a:t>
            </a:r>
          </a:p>
        </p:txBody>
      </p:sp>
      <p:sp>
        <p:nvSpPr>
          <p:cNvPr id="6" name="footer">
            <a:extLst>
              <a:ext uri="{FF2B5EF4-FFF2-40B4-BE49-F238E27FC236}">
                <a16:creationId xmlns:a16="http://schemas.microsoft.com/office/drawing/2014/main" id="{4F8789D9-6B9A-4C01-BF2A-127724ED07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69D6C-1E01-4302-A2D5-5535D2C6EB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155</a:t>
            </a:r>
            <a:endParaRPr sz="1050" b="0">
              <a:solidFill>
                <a:srgbClr val="151515"/>
              </a:solidFill>
              <a:latin typeface="Consolas"/>
              <a:ea typeface="Consolas"/>
              <a:cs typeface="Consolas"/>
            </a:endParaRPr>
          </a:p>
        </p:txBody>
      </p:sp>
      <p:sp>
        <p:nvSpPr>
          <p:cNvPr id="8" name="row-219-label">
            <a:extLst>
              <a:ext uri="{FF2B5EF4-FFF2-40B4-BE49-F238E27FC236}">
                <a16:creationId xmlns:a16="http://schemas.microsoft.com/office/drawing/2014/main" id="{E68B1648-8520-497A-A7E0-177DEBB683A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F06CE8B6-B945-4CD5-8612-F20C1941553F}"/>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9-0">
            <a:extLst>
              <a:ext uri="{FF2B5EF4-FFF2-40B4-BE49-F238E27FC236}">
                <a16:creationId xmlns:a16="http://schemas.microsoft.com/office/drawing/2014/main" id="{2CA51208-B5FE-4979-B308-9CB2021B1532}"/>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9-1">
            <a:extLst>
              <a:ext uri="{FF2B5EF4-FFF2-40B4-BE49-F238E27FC236}">
                <a16:creationId xmlns:a16="http://schemas.microsoft.com/office/drawing/2014/main" id="{00C02AD0-D2EC-4870-91CE-4E36622501E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9-2">
            <a:extLst>
              <a:ext uri="{FF2B5EF4-FFF2-40B4-BE49-F238E27FC236}">
                <a16:creationId xmlns:a16="http://schemas.microsoft.com/office/drawing/2014/main" id="{7517A8B2-7F9A-45B0-8B48-5B2CE42AB32C}"/>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9-3">
            <a:extLst>
              <a:ext uri="{FF2B5EF4-FFF2-40B4-BE49-F238E27FC236}">
                <a16:creationId xmlns:a16="http://schemas.microsoft.com/office/drawing/2014/main" id="{0EAC7588-FA7E-4DA0-9E67-B3B2BDAE07A5}"/>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9-4">
            <a:extLst>
              <a:ext uri="{FF2B5EF4-FFF2-40B4-BE49-F238E27FC236}">
                <a16:creationId xmlns:a16="http://schemas.microsoft.com/office/drawing/2014/main" id="{A00E1773-5169-428B-91F8-E62519663C56}"/>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9-5">
            <a:extLst>
              <a:ext uri="{FF2B5EF4-FFF2-40B4-BE49-F238E27FC236}">
                <a16:creationId xmlns:a16="http://schemas.microsoft.com/office/drawing/2014/main" id="{D7EC82D5-29DE-4821-B6AE-AA5B96423394}"/>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9-6">
            <a:extLst>
              <a:ext uri="{FF2B5EF4-FFF2-40B4-BE49-F238E27FC236}">
                <a16:creationId xmlns:a16="http://schemas.microsoft.com/office/drawing/2014/main" id="{D8B84D69-BDF4-414B-BA5D-BF7C5CA23620}"/>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9-7">
            <a:extLst>
              <a:ext uri="{FF2B5EF4-FFF2-40B4-BE49-F238E27FC236}">
                <a16:creationId xmlns:a16="http://schemas.microsoft.com/office/drawing/2014/main" id="{0DA68B74-19F3-4029-AED1-D4844B6A3A8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9">
            <a:extLst>
              <a:ext uri="{FF2B5EF4-FFF2-40B4-BE49-F238E27FC236}">
                <a16:creationId xmlns:a16="http://schemas.microsoft.com/office/drawing/2014/main" id="{9C024F95-E8F6-44CE-BFCB-A41A803657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220-label">
            <a:extLst>
              <a:ext uri="{FF2B5EF4-FFF2-40B4-BE49-F238E27FC236}">
                <a16:creationId xmlns:a16="http://schemas.microsoft.com/office/drawing/2014/main" id="{38B484BF-C536-4A8D-BDB5-5B9DD990452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B94981F6-C756-48EC-831A-8A500A05CBC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20-0">
            <a:extLst>
              <a:ext uri="{FF2B5EF4-FFF2-40B4-BE49-F238E27FC236}">
                <a16:creationId xmlns:a16="http://schemas.microsoft.com/office/drawing/2014/main" id="{8561BA66-39E1-473B-8CA6-E48390E053B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20-1">
            <a:extLst>
              <a:ext uri="{FF2B5EF4-FFF2-40B4-BE49-F238E27FC236}">
                <a16:creationId xmlns:a16="http://schemas.microsoft.com/office/drawing/2014/main" id="{28163A14-F152-40A7-972C-109D3067C7D2}"/>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20-2">
            <a:extLst>
              <a:ext uri="{FF2B5EF4-FFF2-40B4-BE49-F238E27FC236}">
                <a16:creationId xmlns:a16="http://schemas.microsoft.com/office/drawing/2014/main" id="{ADA79AC2-E12C-43C1-A00F-D6CCCD513A8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20-3">
            <a:extLst>
              <a:ext uri="{FF2B5EF4-FFF2-40B4-BE49-F238E27FC236}">
                <a16:creationId xmlns:a16="http://schemas.microsoft.com/office/drawing/2014/main" id="{76A9DDC0-DE68-4B0F-A757-33F409E6A53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20-4">
            <a:extLst>
              <a:ext uri="{FF2B5EF4-FFF2-40B4-BE49-F238E27FC236}">
                <a16:creationId xmlns:a16="http://schemas.microsoft.com/office/drawing/2014/main" id="{4956D427-CDDC-42F6-86E7-49B1FF3F6DA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20-5">
            <a:extLst>
              <a:ext uri="{FF2B5EF4-FFF2-40B4-BE49-F238E27FC236}">
                <a16:creationId xmlns:a16="http://schemas.microsoft.com/office/drawing/2014/main" id="{03B97265-1BFD-4C7F-9299-EAD92A4E6A77}"/>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20-6">
            <a:extLst>
              <a:ext uri="{FF2B5EF4-FFF2-40B4-BE49-F238E27FC236}">
                <a16:creationId xmlns:a16="http://schemas.microsoft.com/office/drawing/2014/main" id="{807020BF-9302-4019-B240-DE10DF4F863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20-7">
            <a:extLst>
              <a:ext uri="{FF2B5EF4-FFF2-40B4-BE49-F238E27FC236}">
                <a16:creationId xmlns:a16="http://schemas.microsoft.com/office/drawing/2014/main" id="{781E73FA-DDDA-4AA6-98A0-3CC835B5B78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20">
            <a:extLst>
              <a:ext uri="{FF2B5EF4-FFF2-40B4-BE49-F238E27FC236}">
                <a16:creationId xmlns:a16="http://schemas.microsoft.com/office/drawing/2014/main" id="{1431E84B-8D57-4549-95D7-E84050147E9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21-label">
            <a:extLst>
              <a:ext uri="{FF2B5EF4-FFF2-40B4-BE49-F238E27FC236}">
                <a16:creationId xmlns:a16="http://schemas.microsoft.com/office/drawing/2014/main" id="{9BAF4DBF-E963-40BF-83F8-E86606EB9FE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E1EEFBE7-880A-4929-9FF0-C738CA5026D3}"/>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21-0">
            <a:extLst>
              <a:ext uri="{FF2B5EF4-FFF2-40B4-BE49-F238E27FC236}">
                <a16:creationId xmlns:a16="http://schemas.microsoft.com/office/drawing/2014/main" id="{1B715EB5-350A-4761-8B1D-906300DD8594}"/>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21-1">
            <a:extLst>
              <a:ext uri="{FF2B5EF4-FFF2-40B4-BE49-F238E27FC236}">
                <a16:creationId xmlns:a16="http://schemas.microsoft.com/office/drawing/2014/main" id="{572EBD17-B858-431C-9640-635EEE573302}"/>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21-2">
            <a:extLst>
              <a:ext uri="{FF2B5EF4-FFF2-40B4-BE49-F238E27FC236}">
                <a16:creationId xmlns:a16="http://schemas.microsoft.com/office/drawing/2014/main" id="{0ED2C256-8A7A-4AA6-A36A-2A279D05E540}"/>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21-3">
            <a:extLst>
              <a:ext uri="{FF2B5EF4-FFF2-40B4-BE49-F238E27FC236}">
                <a16:creationId xmlns:a16="http://schemas.microsoft.com/office/drawing/2014/main" id="{4635EB76-401A-4BC6-95FD-BF0D9FE1BA20}"/>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21-4">
            <a:extLst>
              <a:ext uri="{FF2B5EF4-FFF2-40B4-BE49-F238E27FC236}">
                <a16:creationId xmlns:a16="http://schemas.microsoft.com/office/drawing/2014/main" id="{FC0B9B74-79D1-4420-BA4C-4D4DF60A62BF}"/>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21-5">
            <a:extLst>
              <a:ext uri="{FF2B5EF4-FFF2-40B4-BE49-F238E27FC236}">
                <a16:creationId xmlns:a16="http://schemas.microsoft.com/office/drawing/2014/main" id="{45BAA222-D02E-43D5-8853-BB8EB4D85F0C}"/>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21-6">
            <a:extLst>
              <a:ext uri="{FF2B5EF4-FFF2-40B4-BE49-F238E27FC236}">
                <a16:creationId xmlns:a16="http://schemas.microsoft.com/office/drawing/2014/main" id="{A87D840E-6FCD-42F3-B4F4-9D8F6BBD84C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21-7">
            <a:extLst>
              <a:ext uri="{FF2B5EF4-FFF2-40B4-BE49-F238E27FC236}">
                <a16:creationId xmlns:a16="http://schemas.microsoft.com/office/drawing/2014/main" id="{0DC8CBDB-5936-4F85-A9BE-1CDB5372390C}"/>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21">
            <a:extLst>
              <a:ext uri="{FF2B5EF4-FFF2-40B4-BE49-F238E27FC236}">
                <a16:creationId xmlns:a16="http://schemas.microsoft.com/office/drawing/2014/main" id="{57559205-1844-4CA5-AA9E-46A00A75C32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9EBA1D96-4020-47C2-8BA9-1C3CA2D5C9F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right_max에 7을 반환합니다.</a:t>
            </a:r>
          </a:p>
        </p:txBody>
      </p:sp>
    </p:spTree>
    <p:extLst>
      <p:ext uri="{BB962C8B-B14F-4D97-AF65-F5344CB8AC3E}">
        <p14:creationId xmlns:p14="http://schemas.microsoft.com/office/powerpoint/2010/main" val="261718270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69531CB4-2A25-4302-8140-6EE2AD45374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58B0565-20D7-4F39-8545-234D9DE04D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EF64DED-DAB8-497C-A543-8F756F2D807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답 7도 받음</a:t>
            </a:r>
          </a:p>
        </p:txBody>
      </p:sp>
      <p:sp>
        <p:nvSpPr>
          <p:cNvPr id="4" name="diagram-line-222">
            <a:extLst>
              <a:ext uri="{FF2B5EF4-FFF2-40B4-BE49-F238E27FC236}">
                <a16:creationId xmlns:a16="http://schemas.microsoft.com/office/drawing/2014/main" id="{28DA31C6-D917-4188-916C-11931DDE68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8B77A25-FB2C-4A26-BED5-7420DFF39F1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12, right_max = 7입니다.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535A6BCF-051A-418D-8709-AD80A37C14F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E1E3605-E400-46AF-AA45-214ED0EAE9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156</a:t>
            </a:r>
            <a:endParaRPr sz="1050" b="0">
              <a:solidFill>
                <a:srgbClr val="151515"/>
              </a:solidFill>
              <a:latin typeface="Consolas"/>
              <a:ea typeface="Consolas"/>
              <a:cs typeface="Consolas"/>
            </a:endParaRPr>
          </a:p>
        </p:txBody>
      </p:sp>
      <p:sp>
        <p:nvSpPr>
          <p:cNvPr id="8" name="row-223-label">
            <a:extLst>
              <a:ext uri="{FF2B5EF4-FFF2-40B4-BE49-F238E27FC236}">
                <a16:creationId xmlns:a16="http://schemas.microsoft.com/office/drawing/2014/main" id="{236AB1D4-3B27-415D-91DA-EC66C75F97A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7CCCF78-032A-4C72-BF6A-9B0106E6DDF2}"/>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223-0">
            <a:extLst>
              <a:ext uri="{FF2B5EF4-FFF2-40B4-BE49-F238E27FC236}">
                <a16:creationId xmlns:a16="http://schemas.microsoft.com/office/drawing/2014/main" id="{96DCD490-8576-4BEC-B88A-5823042DAE55}"/>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3-1">
            <a:extLst>
              <a:ext uri="{FF2B5EF4-FFF2-40B4-BE49-F238E27FC236}">
                <a16:creationId xmlns:a16="http://schemas.microsoft.com/office/drawing/2014/main" id="{FC12C05C-5E15-4791-ABD3-CD4CF6C92407}"/>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3-2">
            <a:extLst>
              <a:ext uri="{FF2B5EF4-FFF2-40B4-BE49-F238E27FC236}">
                <a16:creationId xmlns:a16="http://schemas.microsoft.com/office/drawing/2014/main" id="{9D63C8A4-D898-4926-89F1-AB2E95E861D1}"/>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3-3">
            <a:extLst>
              <a:ext uri="{FF2B5EF4-FFF2-40B4-BE49-F238E27FC236}">
                <a16:creationId xmlns:a16="http://schemas.microsoft.com/office/drawing/2014/main" id="{D153EB32-214F-457C-B222-E24A03E2240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3-4">
            <a:extLst>
              <a:ext uri="{FF2B5EF4-FFF2-40B4-BE49-F238E27FC236}">
                <a16:creationId xmlns:a16="http://schemas.microsoft.com/office/drawing/2014/main" id="{D733E06B-97F1-4031-9B50-9D08A361FF6A}"/>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3-5">
            <a:extLst>
              <a:ext uri="{FF2B5EF4-FFF2-40B4-BE49-F238E27FC236}">
                <a16:creationId xmlns:a16="http://schemas.microsoft.com/office/drawing/2014/main" id="{FFC2CBD8-246F-4A34-8D62-F29D55D7C16D}"/>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3-6">
            <a:extLst>
              <a:ext uri="{FF2B5EF4-FFF2-40B4-BE49-F238E27FC236}">
                <a16:creationId xmlns:a16="http://schemas.microsoft.com/office/drawing/2014/main" id="{B8A7B339-B506-48B3-884D-D84B1F7EDBDE}"/>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3-7">
            <a:extLst>
              <a:ext uri="{FF2B5EF4-FFF2-40B4-BE49-F238E27FC236}">
                <a16:creationId xmlns:a16="http://schemas.microsoft.com/office/drawing/2014/main" id="{DB9AAF3A-5C61-46F9-B37D-1B205B7CF1CB}"/>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224-label">
            <a:extLst>
              <a:ext uri="{FF2B5EF4-FFF2-40B4-BE49-F238E27FC236}">
                <a16:creationId xmlns:a16="http://schemas.microsoft.com/office/drawing/2014/main" id="{19266694-C01F-48F9-82BC-186B7EDF28DA}"/>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19" name="표 18">
            <a:extLst>
              <a:ext uri="{FF2B5EF4-FFF2-40B4-BE49-F238E27FC236}">
                <a16:creationId xmlns:a16="http://schemas.microsoft.com/office/drawing/2014/main" id="{C825514E-BCF1-44FD-8674-15FEE06711D6}"/>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index-224-0">
            <a:extLst>
              <a:ext uri="{FF2B5EF4-FFF2-40B4-BE49-F238E27FC236}">
                <a16:creationId xmlns:a16="http://schemas.microsoft.com/office/drawing/2014/main" id="{7A3832FE-80C8-4D19-8047-3EE5D5B9C8C5}"/>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224-1">
            <a:extLst>
              <a:ext uri="{FF2B5EF4-FFF2-40B4-BE49-F238E27FC236}">
                <a16:creationId xmlns:a16="http://schemas.microsoft.com/office/drawing/2014/main" id="{5F98C375-6475-4F46-90BA-E77FFE9B2626}"/>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224-2">
            <a:extLst>
              <a:ext uri="{FF2B5EF4-FFF2-40B4-BE49-F238E27FC236}">
                <a16:creationId xmlns:a16="http://schemas.microsoft.com/office/drawing/2014/main" id="{3B8C439C-845A-4C07-9ECA-C772146931A3}"/>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224-3">
            <a:extLst>
              <a:ext uri="{FF2B5EF4-FFF2-40B4-BE49-F238E27FC236}">
                <a16:creationId xmlns:a16="http://schemas.microsoft.com/office/drawing/2014/main" id="{791D4135-0C0C-4A4E-A858-28475426059A}"/>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224-4">
            <a:extLst>
              <a:ext uri="{FF2B5EF4-FFF2-40B4-BE49-F238E27FC236}">
                <a16:creationId xmlns:a16="http://schemas.microsoft.com/office/drawing/2014/main" id="{FDC3DB77-39D6-494B-858A-A3953F4AE75A}"/>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224-5">
            <a:extLst>
              <a:ext uri="{FF2B5EF4-FFF2-40B4-BE49-F238E27FC236}">
                <a16:creationId xmlns:a16="http://schemas.microsoft.com/office/drawing/2014/main" id="{D9FDBBC4-59AE-4649-8341-21D16B21E0CA}"/>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224-6">
            <a:extLst>
              <a:ext uri="{FF2B5EF4-FFF2-40B4-BE49-F238E27FC236}">
                <a16:creationId xmlns:a16="http://schemas.microsoft.com/office/drawing/2014/main" id="{9AF502F8-31B3-4E34-BE30-18BF0BF3F99B}"/>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224-7">
            <a:extLst>
              <a:ext uri="{FF2B5EF4-FFF2-40B4-BE49-F238E27FC236}">
                <a16:creationId xmlns:a16="http://schemas.microsoft.com/office/drawing/2014/main" id="{ED803710-2598-447D-A4A9-29FDACA2027A}"/>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28FD7EEF-906C-4FAC-8D7E-8D09049E4E8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2261210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FBFB2AE6-A9F5-4F88-8227-0FBF9C2B61D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5C45100-FE6A-4332-B83F-1ED4514AD8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CB8A598-AC18-4DE2-8D25-59A6145B0F9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중앙을 걸친 구간: 10 + 7 = 17</a:t>
            </a:r>
          </a:p>
        </p:txBody>
      </p:sp>
      <p:sp>
        <p:nvSpPr>
          <p:cNvPr id="4" name="rule-10">
            <a:extLst>
              <a:ext uri="{FF2B5EF4-FFF2-40B4-BE49-F238E27FC236}">
                <a16:creationId xmlns:a16="http://schemas.microsoft.com/office/drawing/2014/main" id="{534DFA9E-AF8D-45BC-B46A-B24BA0098740}"/>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7AA27D6A-D028-42FA-84B3-C72EB4ECD17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AF95344B-E646-41FF-B657-7A05A62816E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157</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475C1EE6-4039-434A-962C-1CC814AC2637}"/>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mid = 3의 −2에서 왼쪽으로, mid+1 = 4의 7에서 오른쪽으로 훑습니다.</a:t>
            </a:r>
          </a:p>
        </p:txBody>
      </p:sp>
      <p:pic>
        <p:nvPicPr>
          <p:cNvPr id="8" name="그림 7">
            <a:extLst>
              <a:ext uri="{FF2B5EF4-FFF2-40B4-BE49-F238E27FC236}">
                <a16:creationId xmlns:a16="http://schemas.microsoft.com/office/drawing/2014/main" id="{EC3C3E56-4C83-4BBD-862F-9FB0E798E86B}"/>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ECA172A6-F6EE-41D2-9ACC-BBEC0719969E}"/>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그림의 최대 합은 중앙에서 훑으며 저장한 합입니다. 절반 전체의 left_max·right_max와 구분하세요.</a:t>
            </a:r>
          </a:p>
        </p:txBody>
      </p:sp>
    </p:spTree>
    <p:extLst>
      <p:ext uri="{BB962C8B-B14F-4D97-AF65-F5344CB8AC3E}">
        <p14:creationId xmlns:p14="http://schemas.microsoft.com/office/powerpoint/2010/main" val="301625279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EE3CE1F-9D6F-4150-924D-1DD51CF6BE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AAF7C22-7752-4C13-81EA-E70A276CF9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E71D70C-461F-4F8E-9D17-197415E70FC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이제 경계를 걸치는 합 계산</a:t>
            </a:r>
          </a:p>
        </p:txBody>
      </p:sp>
      <p:sp>
        <p:nvSpPr>
          <p:cNvPr id="4" name="diagram-line-225">
            <a:extLst>
              <a:ext uri="{FF2B5EF4-FFF2-40B4-BE49-F238E27FC236}">
                <a16:creationId xmlns:a16="http://schemas.microsoft.com/office/drawing/2014/main" id="{02C41F1C-999E-4CC3-9F30-DC3C096DF6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8C42FEB-052E-4032-8F00-FAF6CE55F25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3입니다. 왼쪽 스캔은 a[3] = −2부터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C62D1532-C65A-44E2-8B18-E51B1457C36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A20B8A7-8078-44D0-9B00-78202DEE28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158</a:t>
            </a:r>
            <a:endParaRPr sz="1050" b="0">
              <a:solidFill>
                <a:srgbClr val="151515"/>
              </a:solidFill>
              <a:latin typeface="Consolas"/>
              <a:ea typeface="Consolas"/>
              <a:cs typeface="Consolas"/>
            </a:endParaRPr>
          </a:p>
        </p:txBody>
      </p:sp>
      <p:sp>
        <p:nvSpPr>
          <p:cNvPr id="8" name="row-226-label">
            <a:extLst>
              <a:ext uri="{FF2B5EF4-FFF2-40B4-BE49-F238E27FC236}">
                <a16:creationId xmlns:a16="http://schemas.microsoft.com/office/drawing/2014/main" id="{59ABE083-065B-41AF-ADF3-F0E359655159}"/>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496197D-5285-413A-BA15-2AD401CF75E7}"/>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6-0">
            <a:extLst>
              <a:ext uri="{FF2B5EF4-FFF2-40B4-BE49-F238E27FC236}">
                <a16:creationId xmlns:a16="http://schemas.microsoft.com/office/drawing/2014/main" id="{9C69178D-474B-4B8A-8AF0-2AF7D5B9E9CE}"/>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6-1">
            <a:extLst>
              <a:ext uri="{FF2B5EF4-FFF2-40B4-BE49-F238E27FC236}">
                <a16:creationId xmlns:a16="http://schemas.microsoft.com/office/drawing/2014/main" id="{4C9BE99A-1127-46C2-BA2D-6878AB31BC78}"/>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6-2">
            <a:extLst>
              <a:ext uri="{FF2B5EF4-FFF2-40B4-BE49-F238E27FC236}">
                <a16:creationId xmlns:a16="http://schemas.microsoft.com/office/drawing/2014/main" id="{92F8C21F-9D63-4006-84CF-703ED558AF51}"/>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6-3">
            <a:extLst>
              <a:ext uri="{FF2B5EF4-FFF2-40B4-BE49-F238E27FC236}">
                <a16:creationId xmlns:a16="http://schemas.microsoft.com/office/drawing/2014/main" id="{CE4C2F02-41A2-4422-90FD-46A6F0CD0598}"/>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6-4">
            <a:extLst>
              <a:ext uri="{FF2B5EF4-FFF2-40B4-BE49-F238E27FC236}">
                <a16:creationId xmlns:a16="http://schemas.microsoft.com/office/drawing/2014/main" id="{8A5F160F-9BC8-4412-98B3-DE1B668C871D}"/>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6-5">
            <a:extLst>
              <a:ext uri="{FF2B5EF4-FFF2-40B4-BE49-F238E27FC236}">
                <a16:creationId xmlns:a16="http://schemas.microsoft.com/office/drawing/2014/main" id="{679B3EC9-7811-4667-A679-DEFE227EEA2A}"/>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6-6">
            <a:extLst>
              <a:ext uri="{FF2B5EF4-FFF2-40B4-BE49-F238E27FC236}">
                <a16:creationId xmlns:a16="http://schemas.microsoft.com/office/drawing/2014/main" id="{12E0A87C-1300-4618-8D85-FAA03CA06A7B}"/>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6-7">
            <a:extLst>
              <a:ext uri="{FF2B5EF4-FFF2-40B4-BE49-F238E27FC236}">
                <a16:creationId xmlns:a16="http://schemas.microsoft.com/office/drawing/2014/main" id="{3AEB11C1-3369-478B-BB88-49D7AC2F5F34}"/>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27">
            <a:extLst>
              <a:ext uri="{FF2B5EF4-FFF2-40B4-BE49-F238E27FC236}">
                <a16:creationId xmlns:a16="http://schemas.microsoft.com/office/drawing/2014/main" id="{B1D6E41A-B686-439C-8C27-F80775B49088}"/>
              </a:ext>
            </a:extLst>
          </p:cNvPr>
          <p:cNvSpPr>
            <a:spLocks noGrp="1"/>
          </p:cNvSpPr>
          <p:nvPr/>
        </p:nvSpPr>
        <p:spPr>
          <a:xfrm>
            <a:off x="6772275" y="2943225"/>
            <a:ext cx="19050" cy="666750"/>
          </a:xfrm>
          <a:prstGeom prst="rect">
            <a:avLst/>
          </a:prstGeom>
          <a:solidFill>
            <a:srgbClr val="9A5900"/>
          </a:solidFill>
          <a:ln w="0">
            <a:noFill/>
          </a:ln>
        </p:spPr>
      </p:sp>
      <p:sp>
        <p:nvSpPr>
          <p:cNvPr id="19" name="pointer-226">
            <a:extLst>
              <a:ext uri="{FF2B5EF4-FFF2-40B4-BE49-F238E27FC236}">
                <a16:creationId xmlns:a16="http://schemas.microsoft.com/office/drawing/2014/main" id="{1FBC6254-3BE8-4B5F-A7DB-6CC25AC946B8}"/>
              </a:ext>
            </a:extLst>
          </p:cNvPr>
          <p:cNvSpPr>
            <a:spLocks noGrp="1"/>
          </p:cNvSpPr>
          <p:nvPr/>
        </p:nvSpPr>
        <p:spPr>
          <a:xfrm>
            <a:off x="56007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initial-left-sum">
            <a:extLst>
              <a:ext uri="{FF2B5EF4-FFF2-40B4-BE49-F238E27FC236}">
                <a16:creationId xmlns:a16="http://schemas.microsoft.com/office/drawing/2014/main" id="{CC2D86B1-0A77-4CF6-A637-EC91FDBCA2A5}"/>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D357B278-C386-4405-B9D2-2ECB66CADB8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12, right_max = 7.</a:t>
            </a:r>
          </a:p>
        </p:txBody>
      </p:sp>
    </p:spTree>
    <p:extLst>
      <p:ext uri="{BB962C8B-B14F-4D97-AF65-F5344CB8AC3E}">
        <p14:creationId xmlns:p14="http://schemas.microsoft.com/office/powerpoint/2010/main" val="114762267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85CAC6-8EAD-4FEC-9EF7-60CD01CEAD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183603-A8EE-4651-9944-EF734ACA2E1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871C62E-BF26-4017-A6CD-A8B8C986F0C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1/4</a:t>
            </a:r>
          </a:p>
        </p:txBody>
      </p:sp>
      <p:sp>
        <p:nvSpPr>
          <p:cNvPr id="4" name="diagram-line-228">
            <a:extLst>
              <a:ext uri="{FF2B5EF4-FFF2-40B4-BE49-F238E27FC236}">
                <a16:creationId xmlns:a16="http://schemas.microsoft.com/office/drawing/2014/main" id="{B3A8128A-7496-4809-B66C-9D8DAFCCFB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6E580DE-2E7A-412E-8283-26C8FB28311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left_sum 갱신.</a:t>
            </a:r>
          </a:p>
        </p:txBody>
      </p:sp>
      <p:sp>
        <p:nvSpPr>
          <p:cNvPr id="6" name="footer">
            <a:extLst>
              <a:ext uri="{FF2B5EF4-FFF2-40B4-BE49-F238E27FC236}">
                <a16:creationId xmlns:a16="http://schemas.microsoft.com/office/drawing/2014/main" id="{16ED653A-19FD-41C4-9148-16DAB78979A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F4F5BA0-AAE9-45D9-A93C-F6D224503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159</a:t>
            </a:r>
            <a:endParaRPr sz="1050" b="0">
              <a:solidFill>
                <a:srgbClr val="151515"/>
              </a:solidFill>
              <a:latin typeface="Consolas"/>
              <a:ea typeface="Consolas"/>
              <a:cs typeface="Consolas"/>
            </a:endParaRPr>
          </a:p>
        </p:txBody>
      </p:sp>
      <p:sp>
        <p:nvSpPr>
          <p:cNvPr id="8" name="row-229-label">
            <a:extLst>
              <a:ext uri="{FF2B5EF4-FFF2-40B4-BE49-F238E27FC236}">
                <a16:creationId xmlns:a16="http://schemas.microsoft.com/office/drawing/2014/main" id="{94149F2F-297B-4593-9E4A-6E97CF03C53E}"/>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E0DA268-AA5F-4C15-8876-7D6AFE4FDFFC}"/>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9-0">
            <a:extLst>
              <a:ext uri="{FF2B5EF4-FFF2-40B4-BE49-F238E27FC236}">
                <a16:creationId xmlns:a16="http://schemas.microsoft.com/office/drawing/2014/main" id="{1C43D5A2-3740-4589-8E22-253DFA76C1B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9-1">
            <a:extLst>
              <a:ext uri="{FF2B5EF4-FFF2-40B4-BE49-F238E27FC236}">
                <a16:creationId xmlns:a16="http://schemas.microsoft.com/office/drawing/2014/main" id="{FA954311-5598-4EC3-99C3-BAF0AE677C1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9-2">
            <a:extLst>
              <a:ext uri="{FF2B5EF4-FFF2-40B4-BE49-F238E27FC236}">
                <a16:creationId xmlns:a16="http://schemas.microsoft.com/office/drawing/2014/main" id="{7DF23C6F-6CBC-459F-912C-06D4B1DC5CD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9-3">
            <a:extLst>
              <a:ext uri="{FF2B5EF4-FFF2-40B4-BE49-F238E27FC236}">
                <a16:creationId xmlns:a16="http://schemas.microsoft.com/office/drawing/2014/main" id="{6BADF51D-3C96-4264-B62F-27ACA9AD7EC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9-4">
            <a:extLst>
              <a:ext uri="{FF2B5EF4-FFF2-40B4-BE49-F238E27FC236}">
                <a16:creationId xmlns:a16="http://schemas.microsoft.com/office/drawing/2014/main" id="{368D76E8-1690-466E-BC34-D0E3E71C366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9-5">
            <a:extLst>
              <a:ext uri="{FF2B5EF4-FFF2-40B4-BE49-F238E27FC236}">
                <a16:creationId xmlns:a16="http://schemas.microsoft.com/office/drawing/2014/main" id="{5DE6AC63-4B0D-4450-B173-285887C6F961}"/>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9-6">
            <a:extLst>
              <a:ext uri="{FF2B5EF4-FFF2-40B4-BE49-F238E27FC236}">
                <a16:creationId xmlns:a16="http://schemas.microsoft.com/office/drawing/2014/main" id="{3EC38376-C5CC-4825-A1BB-2A8ACDB153F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9-7">
            <a:extLst>
              <a:ext uri="{FF2B5EF4-FFF2-40B4-BE49-F238E27FC236}">
                <a16:creationId xmlns:a16="http://schemas.microsoft.com/office/drawing/2014/main" id="{D6848F70-3A75-4443-8255-A5EF79DAC84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0">
            <a:extLst>
              <a:ext uri="{FF2B5EF4-FFF2-40B4-BE49-F238E27FC236}">
                <a16:creationId xmlns:a16="http://schemas.microsoft.com/office/drawing/2014/main" id="{7A3E889A-2820-424C-85FA-46F67B4DBA23}"/>
              </a:ext>
            </a:extLst>
          </p:cNvPr>
          <p:cNvSpPr>
            <a:spLocks noGrp="1"/>
          </p:cNvSpPr>
          <p:nvPr/>
        </p:nvSpPr>
        <p:spPr>
          <a:xfrm>
            <a:off x="6772275" y="2743200"/>
            <a:ext cx="19050" cy="666750"/>
          </a:xfrm>
          <a:prstGeom prst="rect">
            <a:avLst/>
          </a:prstGeom>
          <a:solidFill>
            <a:srgbClr val="9A5900"/>
          </a:solidFill>
          <a:ln w="0">
            <a:noFill/>
          </a:ln>
        </p:spPr>
      </p:sp>
      <p:sp>
        <p:nvSpPr>
          <p:cNvPr id="19" name="pointer-229">
            <a:extLst>
              <a:ext uri="{FF2B5EF4-FFF2-40B4-BE49-F238E27FC236}">
                <a16:creationId xmlns:a16="http://schemas.microsoft.com/office/drawing/2014/main" id="{87438C70-A320-4E0B-BFEB-0CE2052776BD}"/>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current-equation">
            <a:extLst>
              <a:ext uri="{FF2B5EF4-FFF2-40B4-BE49-F238E27FC236}">
                <a16:creationId xmlns:a16="http://schemas.microsoft.com/office/drawing/2014/main" id="{12A58A6E-FF00-4903-9F76-6A189C8901D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D1812F67-3429-4471-8F73-ABFB40407C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−2</a:t>
            </a:r>
          </a:p>
        </p:txBody>
      </p:sp>
      <p:sp>
        <p:nvSpPr>
          <p:cNvPr id="22" name="row-231-label">
            <a:extLst>
              <a:ext uri="{FF2B5EF4-FFF2-40B4-BE49-F238E27FC236}">
                <a16:creationId xmlns:a16="http://schemas.microsoft.com/office/drawing/2014/main" id="{3E3E05BF-1E80-4B0B-A77C-2F9C8552174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C567EE7-ED59-4806-A2CF-605175E22C2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1-0">
            <a:extLst>
              <a:ext uri="{FF2B5EF4-FFF2-40B4-BE49-F238E27FC236}">
                <a16:creationId xmlns:a16="http://schemas.microsoft.com/office/drawing/2014/main" id="{D0D2D29E-204B-4526-BF8D-D2A36341B5D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1-1">
            <a:extLst>
              <a:ext uri="{FF2B5EF4-FFF2-40B4-BE49-F238E27FC236}">
                <a16:creationId xmlns:a16="http://schemas.microsoft.com/office/drawing/2014/main" id="{A3013682-06E1-4B98-9CC7-990C4A1B8A2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1-2">
            <a:extLst>
              <a:ext uri="{FF2B5EF4-FFF2-40B4-BE49-F238E27FC236}">
                <a16:creationId xmlns:a16="http://schemas.microsoft.com/office/drawing/2014/main" id="{8A70D05E-ABCC-41BE-9D6A-4BC1F7EA31B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1-3">
            <a:extLst>
              <a:ext uri="{FF2B5EF4-FFF2-40B4-BE49-F238E27FC236}">
                <a16:creationId xmlns:a16="http://schemas.microsoft.com/office/drawing/2014/main" id="{D58094D3-C9CB-40F9-9FC0-A59367A8E7D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1-4">
            <a:extLst>
              <a:ext uri="{FF2B5EF4-FFF2-40B4-BE49-F238E27FC236}">
                <a16:creationId xmlns:a16="http://schemas.microsoft.com/office/drawing/2014/main" id="{A827D620-3A58-474B-984D-6B608765E4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1-5">
            <a:extLst>
              <a:ext uri="{FF2B5EF4-FFF2-40B4-BE49-F238E27FC236}">
                <a16:creationId xmlns:a16="http://schemas.microsoft.com/office/drawing/2014/main" id="{42940066-82BB-4605-B043-EA64E820BAF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1-6">
            <a:extLst>
              <a:ext uri="{FF2B5EF4-FFF2-40B4-BE49-F238E27FC236}">
                <a16:creationId xmlns:a16="http://schemas.microsoft.com/office/drawing/2014/main" id="{6C561BC9-0802-4EFF-A97B-64E916D6603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1-7">
            <a:extLst>
              <a:ext uri="{FF2B5EF4-FFF2-40B4-BE49-F238E27FC236}">
                <a16:creationId xmlns:a16="http://schemas.microsoft.com/office/drawing/2014/main" id="{9EEF23A4-B123-46EC-85A9-42C9BB7C75F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2">
            <a:extLst>
              <a:ext uri="{FF2B5EF4-FFF2-40B4-BE49-F238E27FC236}">
                <a16:creationId xmlns:a16="http://schemas.microsoft.com/office/drawing/2014/main" id="{AEBB7130-9EA7-454D-8F8C-A71FBB46D44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690EFA-7F24-4E3D-A8F2-BFF91BE0D8E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2: a[2] = 12을 현재 합 −2에 더합니다.</a:t>
            </a:r>
          </a:p>
        </p:txBody>
      </p:sp>
    </p:spTree>
    <p:extLst>
      <p:ext uri="{BB962C8B-B14F-4D97-AF65-F5344CB8AC3E}">
        <p14:creationId xmlns:p14="http://schemas.microsoft.com/office/powerpoint/2010/main" val="387067237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A553887-CCE6-495C-8FEA-7152919EB3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32DB32-C379-4AE0-85B0-F02C6D5ABB9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8C40B79-FE1E-489E-9B42-23BD194291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2/4</a:t>
            </a:r>
          </a:p>
        </p:txBody>
      </p:sp>
      <p:sp>
        <p:nvSpPr>
          <p:cNvPr id="4" name="diagram-line-233">
            <a:extLst>
              <a:ext uri="{FF2B5EF4-FFF2-40B4-BE49-F238E27FC236}">
                <a16:creationId xmlns:a16="http://schemas.microsoft.com/office/drawing/2014/main" id="{F692F4F6-E17B-4144-9895-328DF7A348F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53865E-1E22-44BA-8C98-CB0CC48B888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&gt; 이전 기록 −2 → left_sum 갱신.</a:t>
            </a:r>
          </a:p>
        </p:txBody>
      </p:sp>
      <p:sp>
        <p:nvSpPr>
          <p:cNvPr id="6" name="footer">
            <a:extLst>
              <a:ext uri="{FF2B5EF4-FFF2-40B4-BE49-F238E27FC236}">
                <a16:creationId xmlns:a16="http://schemas.microsoft.com/office/drawing/2014/main" id="{1F528B4B-28A5-4047-9183-32BA4FC508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D3BB418-FFC9-487B-A721-5301E80C54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160</a:t>
            </a:r>
            <a:endParaRPr sz="1050" b="0">
              <a:solidFill>
                <a:srgbClr val="151515"/>
              </a:solidFill>
              <a:latin typeface="Consolas"/>
              <a:ea typeface="Consolas"/>
              <a:cs typeface="Consolas"/>
            </a:endParaRPr>
          </a:p>
        </p:txBody>
      </p:sp>
      <p:sp>
        <p:nvSpPr>
          <p:cNvPr id="8" name="row-234-label">
            <a:extLst>
              <a:ext uri="{FF2B5EF4-FFF2-40B4-BE49-F238E27FC236}">
                <a16:creationId xmlns:a16="http://schemas.microsoft.com/office/drawing/2014/main" id="{84035042-AA56-4C0C-8CB1-F45EF142BE9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0D94BA95-9126-4C3B-839A-5F58A95570DD}"/>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4-0">
            <a:extLst>
              <a:ext uri="{FF2B5EF4-FFF2-40B4-BE49-F238E27FC236}">
                <a16:creationId xmlns:a16="http://schemas.microsoft.com/office/drawing/2014/main" id="{ECA311E8-D0CC-4CB2-86C3-5F5A3348DCF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4-1">
            <a:extLst>
              <a:ext uri="{FF2B5EF4-FFF2-40B4-BE49-F238E27FC236}">
                <a16:creationId xmlns:a16="http://schemas.microsoft.com/office/drawing/2014/main" id="{0440561F-E845-4FF0-8BBD-75E00B7A020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4-2">
            <a:extLst>
              <a:ext uri="{FF2B5EF4-FFF2-40B4-BE49-F238E27FC236}">
                <a16:creationId xmlns:a16="http://schemas.microsoft.com/office/drawing/2014/main" id="{60C17944-A5BD-47C3-913B-3EEC03A7725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4-3">
            <a:extLst>
              <a:ext uri="{FF2B5EF4-FFF2-40B4-BE49-F238E27FC236}">
                <a16:creationId xmlns:a16="http://schemas.microsoft.com/office/drawing/2014/main" id="{A7E63A9D-0B77-405C-9094-B156A09024F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4-4">
            <a:extLst>
              <a:ext uri="{FF2B5EF4-FFF2-40B4-BE49-F238E27FC236}">
                <a16:creationId xmlns:a16="http://schemas.microsoft.com/office/drawing/2014/main" id="{77BA19E3-C098-42B1-AA2A-FF28B57A4E0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4-5">
            <a:extLst>
              <a:ext uri="{FF2B5EF4-FFF2-40B4-BE49-F238E27FC236}">
                <a16:creationId xmlns:a16="http://schemas.microsoft.com/office/drawing/2014/main" id="{3F4A90FC-7D10-4176-9AEB-03A29DD2441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4-6">
            <a:extLst>
              <a:ext uri="{FF2B5EF4-FFF2-40B4-BE49-F238E27FC236}">
                <a16:creationId xmlns:a16="http://schemas.microsoft.com/office/drawing/2014/main" id="{82A529A5-9DA4-4055-B435-1E6E748B4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4-7">
            <a:extLst>
              <a:ext uri="{FF2B5EF4-FFF2-40B4-BE49-F238E27FC236}">
                <a16:creationId xmlns:a16="http://schemas.microsoft.com/office/drawing/2014/main" id="{93BB279C-0116-4B32-A0FA-BC1A3E8CB0E2}"/>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5">
            <a:extLst>
              <a:ext uri="{FF2B5EF4-FFF2-40B4-BE49-F238E27FC236}">
                <a16:creationId xmlns:a16="http://schemas.microsoft.com/office/drawing/2014/main" id="{DAF9A58D-CE6E-457B-8F8C-343A18CB4545}"/>
              </a:ext>
            </a:extLst>
          </p:cNvPr>
          <p:cNvSpPr>
            <a:spLocks noGrp="1"/>
          </p:cNvSpPr>
          <p:nvPr/>
        </p:nvSpPr>
        <p:spPr>
          <a:xfrm>
            <a:off x="6772275" y="2743200"/>
            <a:ext cx="19050" cy="666750"/>
          </a:xfrm>
          <a:prstGeom prst="rect">
            <a:avLst/>
          </a:prstGeom>
          <a:solidFill>
            <a:srgbClr val="9A5900"/>
          </a:solidFill>
          <a:ln w="0">
            <a:noFill/>
          </a:ln>
        </p:spPr>
      </p:sp>
      <p:sp>
        <p:nvSpPr>
          <p:cNvPr id="19" name="pointer-234">
            <a:extLst>
              <a:ext uri="{FF2B5EF4-FFF2-40B4-BE49-F238E27FC236}">
                <a16:creationId xmlns:a16="http://schemas.microsoft.com/office/drawing/2014/main" id="{2E1178BB-B021-4825-BDF2-00D06723DBB2}"/>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6012FEFB-1B09-47EC-A59D-9ADCE12E1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(12) = 10</a:t>
            </a:r>
          </a:p>
        </p:txBody>
      </p:sp>
      <p:sp>
        <p:nvSpPr>
          <p:cNvPr id="21" name="best-equation">
            <a:extLst>
              <a:ext uri="{FF2B5EF4-FFF2-40B4-BE49-F238E27FC236}">
                <a16:creationId xmlns:a16="http://schemas.microsoft.com/office/drawing/2014/main" id="{C69BBA02-49A8-46F7-BD65-BBECEB84CC7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−2 → 10</a:t>
            </a:r>
          </a:p>
        </p:txBody>
      </p:sp>
      <p:sp>
        <p:nvSpPr>
          <p:cNvPr id="22" name="row-236-label">
            <a:extLst>
              <a:ext uri="{FF2B5EF4-FFF2-40B4-BE49-F238E27FC236}">
                <a16:creationId xmlns:a16="http://schemas.microsoft.com/office/drawing/2014/main" id="{7BE68CF7-53BD-4C48-96EB-372207F43E5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67F7AD4-E2A6-42DC-82DA-E2D146D7413D}"/>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6-0">
            <a:extLst>
              <a:ext uri="{FF2B5EF4-FFF2-40B4-BE49-F238E27FC236}">
                <a16:creationId xmlns:a16="http://schemas.microsoft.com/office/drawing/2014/main" id="{59973130-E786-4106-AF41-CC38700CAD9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6-1">
            <a:extLst>
              <a:ext uri="{FF2B5EF4-FFF2-40B4-BE49-F238E27FC236}">
                <a16:creationId xmlns:a16="http://schemas.microsoft.com/office/drawing/2014/main" id="{FD749B02-C460-4049-967D-6A6A1DDA8FA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6-2">
            <a:extLst>
              <a:ext uri="{FF2B5EF4-FFF2-40B4-BE49-F238E27FC236}">
                <a16:creationId xmlns:a16="http://schemas.microsoft.com/office/drawing/2014/main" id="{64123192-C719-4EFE-B963-5291A269C69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6-3">
            <a:extLst>
              <a:ext uri="{FF2B5EF4-FFF2-40B4-BE49-F238E27FC236}">
                <a16:creationId xmlns:a16="http://schemas.microsoft.com/office/drawing/2014/main" id="{08087055-B245-40C9-9DEF-927B98DBC71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6-4">
            <a:extLst>
              <a:ext uri="{FF2B5EF4-FFF2-40B4-BE49-F238E27FC236}">
                <a16:creationId xmlns:a16="http://schemas.microsoft.com/office/drawing/2014/main" id="{3AA87FBC-7DA2-42A5-A134-0C220A6845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6-5">
            <a:extLst>
              <a:ext uri="{FF2B5EF4-FFF2-40B4-BE49-F238E27FC236}">
                <a16:creationId xmlns:a16="http://schemas.microsoft.com/office/drawing/2014/main" id="{2310AF4B-4C36-41F4-9AE1-BE951C53F6B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6-6">
            <a:extLst>
              <a:ext uri="{FF2B5EF4-FFF2-40B4-BE49-F238E27FC236}">
                <a16:creationId xmlns:a16="http://schemas.microsoft.com/office/drawing/2014/main" id="{E5AB2C3A-58E2-4892-ADC5-D1A7A130154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6-7">
            <a:extLst>
              <a:ext uri="{FF2B5EF4-FFF2-40B4-BE49-F238E27FC236}">
                <a16:creationId xmlns:a16="http://schemas.microsoft.com/office/drawing/2014/main" id="{0682673A-5C80-4A39-922B-B8FDC930C40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7">
            <a:extLst>
              <a:ext uri="{FF2B5EF4-FFF2-40B4-BE49-F238E27FC236}">
                <a16:creationId xmlns:a16="http://schemas.microsoft.com/office/drawing/2014/main" id="{AD742A9A-AF8B-412A-914C-C8D8E80DFFE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C32756-BF79-4FF1-97E0-417BD69D242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1: a[1] = −5을 현재 합 10에 더합니다.</a:t>
            </a:r>
          </a:p>
        </p:txBody>
      </p:sp>
    </p:spTree>
    <p:extLst>
      <p:ext uri="{BB962C8B-B14F-4D97-AF65-F5344CB8AC3E}">
        <p14:creationId xmlns:p14="http://schemas.microsoft.com/office/powerpoint/2010/main" val="176303738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21D26ACB-ACCA-420C-8FCC-FBC1F699F04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F3599DD-68D4-429D-B646-028E7C23E9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F6C59E-C5B6-450B-B576-C1D440A07C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3/4</a:t>
            </a:r>
          </a:p>
        </p:txBody>
      </p:sp>
      <p:sp>
        <p:nvSpPr>
          <p:cNvPr id="4" name="diagram-line-238">
            <a:extLst>
              <a:ext uri="{FF2B5EF4-FFF2-40B4-BE49-F238E27FC236}">
                <a16:creationId xmlns:a16="http://schemas.microsoft.com/office/drawing/2014/main" id="{3DA586E8-0471-455D-A913-EF1FFFEE5D8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F15EAFD-53DC-479A-A9D0-D047A2C7464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 이전 기록 10 → left_sum 유지.</a:t>
            </a:r>
          </a:p>
        </p:txBody>
      </p:sp>
      <p:sp>
        <p:nvSpPr>
          <p:cNvPr id="6" name="footer">
            <a:extLst>
              <a:ext uri="{FF2B5EF4-FFF2-40B4-BE49-F238E27FC236}">
                <a16:creationId xmlns:a16="http://schemas.microsoft.com/office/drawing/2014/main" id="{3A8C93A0-30F2-44D2-B919-CCAB63CA2F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FB213C4-399B-4AAA-A6EE-E2ABECA25A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161</a:t>
            </a:r>
            <a:endParaRPr sz="1050" b="0">
              <a:solidFill>
                <a:srgbClr val="151515"/>
              </a:solidFill>
              <a:latin typeface="Consolas"/>
              <a:ea typeface="Consolas"/>
              <a:cs typeface="Consolas"/>
            </a:endParaRPr>
          </a:p>
        </p:txBody>
      </p:sp>
      <p:sp>
        <p:nvSpPr>
          <p:cNvPr id="8" name="row-239-label">
            <a:extLst>
              <a:ext uri="{FF2B5EF4-FFF2-40B4-BE49-F238E27FC236}">
                <a16:creationId xmlns:a16="http://schemas.microsoft.com/office/drawing/2014/main" id="{E05C783C-1F4B-4376-B1AB-B278541A2F9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478A037-B020-4482-816A-152B0ACCFF6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9-0">
            <a:extLst>
              <a:ext uri="{FF2B5EF4-FFF2-40B4-BE49-F238E27FC236}">
                <a16:creationId xmlns:a16="http://schemas.microsoft.com/office/drawing/2014/main" id="{CE6CACFB-5232-4537-A472-BAD8F382644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9-1">
            <a:extLst>
              <a:ext uri="{FF2B5EF4-FFF2-40B4-BE49-F238E27FC236}">
                <a16:creationId xmlns:a16="http://schemas.microsoft.com/office/drawing/2014/main" id="{82F6DC3E-ED62-43F5-9B61-C7E58BF8BA3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9-2">
            <a:extLst>
              <a:ext uri="{FF2B5EF4-FFF2-40B4-BE49-F238E27FC236}">
                <a16:creationId xmlns:a16="http://schemas.microsoft.com/office/drawing/2014/main" id="{F10C5FAA-B18E-4663-B1CD-7B5D0428D6E6}"/>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9-3">
            <a:extLst>
              <a:ext uri="{FF2B5EF4-FFF2-40B4-BE49-F238E27FC236}">
                <a16:creationId xmlns:a16="http://schemas.microsoft.com/office/drawing/2014/main" id="{B1DF42E2-BE2B-4160-A595-7D6A16CF2155}"/>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9-4">
            <a:extLst>
              <a:ext uri="{FF2B5EF4-FFF2-40B4-BE49-F238E27FC236}">
                <a16:creationId xmlns:a16="http://schemas.microsoft.com/office/drawing/2014/main" id="{91C2760B-5997-4AE9-92CC-7DF5B999E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9-5">
            <a:extLst>
              <a:ext uri="{FF2B5EF4-FFF2-40B4-BE49-F238E27FC236}">
                <a16:creationId xmlns:a16="http://schemas.microsoft.com/office/drawing/2014/main" id="{FE06259F-3EA3-466B-B9C8-0F9D63678CE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9-6">
            <a:extLst>
              <a:ext uri="{FF2B5EF4-FFF2-40B4-BE49-F238E27FC236}">
                <a16:creationId xmlns:a16="http://schemas.microsoft.com/office/drawing/2014/main" id="{C41406AB-121C-41D3-BDA7-D2A9F6DD5210}"/>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9-7">
            <a:extLst>
              <a:ext uri="{FF2B5EF4-FFF2-40B4-BE49-F238E27FC236}">
                <a16:creationId xmlns:a16="http://schemas.microsoft.com/office/drawing/2014/main" id="{F56E9836-E5F2-46E1-B529-2A0B5FB0DA3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0">
            <a:extLst>
              <a:ext uri="{FF2B5EF4-FFF2-40B4-BE49-F238E27FC236}">
                <a16:creationId xmlns:a16="http://schemas.microsoft.com/office/drawing/2014/main" id="{A075BFB3-458A-4BCB-94C3-4426E4BAA364}"/>
              </a:ext>
            </a:extLst>
          </p:cNvPr>
          <p:cNvSpPr>
            <a:spLocks noGrp="1"/>
          </p:cNvSpPr>
          <p:nvPr/>
        </p:nvSpPr>
        <p:spPr>
          <a:xfrm>
            <a:off x="6772275" y="2743200"/>
            <a:ext cx="19050" cy="666750"/>
          </a:xfrm>
          <a:prstGeom prst="rect">
            <a:avLst/>
          </a:prstGeom>
          <a:solidFill>
            <a:srgbClr val="9A5900"/>
          </a:solidFill>
          <a:ln w="0">
            <a:noFill/>
          </a:ln>
        </p:spPr>
      </p:sp>
      <p:sp>
        <p:nvSpPr>
          <p:cNvPr id="19" name="pointer-239">
            <a:extLst>
              <a:ext uri="{FF2B5EF4-FFF2-40B4-BE49-F238E27FC236}">
                <a16:creationId xmlns:a16="http://schemas.microsoft.com/office/drawing/2014/main" id="{DCB93EE8-5D28-412D-AE87-C47EAC3BAE29}"/>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286935F0-A1E7-4649-B5FE-7E0F88B81F64}"/>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10 + (−5) = 5</a:t>
            </a:r>
          </a:p>
        </p:txBody>
      </p:sp>
      <p:sp>
        <p:nvSpPr>
          <p:cNvPr id="21" name="best-equation">
            <a:extLst>
              <a:ext uri="{FF2B5EF4-FFF2-40B4-BE49-F238E27FC236}">
                <a16:creationId xmlns:a16="http://schemas.microsoft.com/office/drawing/2014/main" id="{044A385F-CCF4-4837-8744-90977CB4834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1-label">
            <a:extLst>
              <a:ext uri="{FF2B5EF4-FFF2-40B4-BE49-F238E27FC236}">
                <a16:creationId xmlns:a16="http://schemas.microsoft.com/office/drawing/2014/main" id="{500F016D-3B89-4E84-84BA-37FDD844A2D7}"/>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BD439F1-9142-4C92-90C8-759BFF8DA48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1-0">
            <a:extLst>
              <a:ext uri="{FF2B5EF4-FFF2-40B4-BE49-F238E27FC236}">
                <a16:creationId xmlns:a16="http://schemas.microsoft.com/office/drawing/2014/main" id="{23EFAAD5-548E-4408-8100-CA900EF292F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1-1">
            <a:extLst>
              <a:ext uri="{FF2B5EF4-FFF2-40B4-BE49-F238E27FC236}">
                <a16:creationId xmlns:a16="http://schemas.microsoft.com/office/drawing/2014/main" id="{DCD45309-CD85-4689-ACD7-5CC00A96174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1-2">
            <a:extLst>
              <a:ext uri="{FF2B5EF4-FFF2-40B4-BE49-F238E27FC236}">
                <a16:creationId xmlns:a16="http://schemas.microsoft.com/office/drawing/2014/main" id="{753ACF1C-5855-4E66-B52A-24A0700E1E1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1-3">
            <a:extLst>
              <a:ext uri="{FF2B5EF4-FFF2-40B4-BE49-F238E27FC236}">
                <a16:creationId xmlns:a16="http://schemas.microsoft.com/office/drawing/2014/main" id="{8ABF4BC4-93FC-4E09-B33A-4EEF89590AB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1-4">
            <a:extLst>
              <a:ext uri="{FF2B5EF4-FFF2-40B4-BE49-F238E27FC236}">
                <a16:creationId xmlns:a16="http://schemas.microsoft.com/office/drawing/2014/main" id="{1CEB3436-6AEF-4E46-B795-5D9BEACC59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1-5">
            <a:extLst>
              <a:ext uri="{FF2B5EF4-FFF2-40B4-BE49-F238E27FC236}">
                <a16:creationId xmlns:a16="http://schemas.microsoft.com/office/drawing/2014/main" id="{4886E1E9-A56F-48DD-9A0F-560A2830AF0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1-6">
            <a:extLst>
              <a:ext uri="{FF2B5EF4-FFF2-40B4-BE49-F238E27FC236}">
                <a16:creationId xmlns:a16="http://schemas.microsoft.com/office/drawing/2014/main" id="{C5B165CC-58E2-40E1-B98A-D25E4364D32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1-7">
            <a:extLst>
              <a:ext uri="{FF2B5EF4-FFF2-40B4-BE49-F238E27FC236}">
                <a16:creationId xmlns:a16="http://schemas.microsoft.com/office/drawing/2014/main" id="{65562984-1A6A-4436-B30A-A89002AD307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2">
            <a:extLst>
              <a:ext uri="{FF2B5EF4-FFF2-40B4-BE49-F238E27FC236}">
                <a16:creationId xmlns:a16="http://schemas.microsoft.com/office/drawing/2014/main" id="{97ABD7D3-6B5C-4F55-B200-5E15C40357B3}"/>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D4EE3C33-DE34-445E-88DF-ED8D5456418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184988030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0418E2-A6CA-4472-A764-E9FEF47176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C4CA71-80FE-4BAB-BBB8-9340D174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ECB5DA8-6EFB-42CE-9E51-DCC11DC9A1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4/4</a:t>
            </a:r>
          </a:p>
        </p:txBody>
      </p:sp>
      <p:sp>
        <p:nvSpPr>
          <p:cNvPr id="4" name="diagram-line-243">
            <a:extLst>
              <a:ext uri="{FF2B5EF4-FFF2-40B4-BE49-F238E27FC236}">
                <a16:creationId xmlns:a16="http://schemas.microsoft.com/office/drawing/2014/main" id="{599642C5-69DB-45A0-8A73-CEB48F546A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638197C-E91F-4506-88AA-E249869D318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8 ≤ 이전 기록 10 → left_sum 유지.</a:t>
            </a:r>
          </a:p>
        </p:txBody>
      </p:sp>
      <p:sp>
        <p:nvSpPr>
          <p:cNvPr id="6" name="footer">
            <a:extLst>
              <a:ext uri="{FF2B5EF4-FFF2-40B4-BE49-F238E27FC236}">
                <a16:creationId xmlns:a16="http://schemas.microsoft.com/office/drawing/2014/main" id="{E5F444B8-068C-451E-856D-E2C59DCAE7D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F34092D-321D-4043-9099-A12E1E64C63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162</a:t>
            </a:r>
            <a:endParaRPr sz="1050" b="0">
              <a:solidFill>
                <a:srgbClr val="151515"/>
              </a:solidFill>
              <a:latin typeface="Consolas"/>
              <a:ea typeface="Consolas"/>
              <a:cs typeface="Consolas"/>
            </a:endParaRPr>
          </a:p>
        </p:txBody>
      </p:sp>
      <p:sp>
        <p:nvSpPr>
          <p:cNvPr id="8" name="row-244-label">
            <a:extLst>
              <a:ext uri="{FF2B5EF4-FFF2-40B4-BE49-F238E27FC236}">
                <a16:creationId xmlns:a16="http://schemas.microsoft.com/office/drawing/2014/main" id="{DB4196D0-F12C-445B-BA70-16044934627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73BC931-31CF-45C6-9290-CBDF66CF7EB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4-0">
            <a:extLst>
              <a:ext uri="{FF2B5EF4-FFF2-40B4-BE49-F238E27FC236}">
                <a16:creationId xmlns:a16="http://schemas.microsoft.com/office/drawing/2014/main" id="{2AFA34A6-1C87-4361-9F89-7824F181C48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4-1">
            <a:extLst>
              <a:ext uri="{FF2B5EF4-FFF2-40B4-BE49-F238E27FC236}">
                <a16:creationId xmlns:a16="http://schemas.microsoft.com/office/drawing/2014/main" id="{B7678490-6E49-4142-8CEA-D331B5D81164}"/>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4-2">
            <a:extLst>
              <a:ext uri="{FF2B5EF4-FFF2-40B4-BE49-F238E27FC236}">
                <a16:creationId xmlns:a16="http://schemas.microsoft.com/office/drawing/2014/main" id="{7FAFAD32-B4A9-4E13-862C-9F292F748CC2}"/>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4-3">
            <a:extLst>
              <a:ext uri="{FF2B5EF4-FFF2-40B4-BE49-F238E27FC236}">
                <a16:creationId xmlns:a16="http://schemas.microsoft.com/office/drawing/2014/main" id="{1EE778A2-E109-4079-8B3B-20391B422DB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4-4">
            <a:extLst>
              <a:ext uri="{FF2B5EF4-FFF2-40B4-BE49-F238E27FC236}">
                <a16:creationId xmlns:a16="http://schemas.microsoft.com/office/drawing/2014/main" id="{BD9E9CAF-A487-4FF1-AB3E-B1590C1AA86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4-5">
            <a:extLst>
              <a:ext uri="{FF2B5EF4-FFF2-40B4-BE49-F238E27FC236}">
                <a16:creationId xmlns:a16="http://schemas.microsoft.com/office/drawing/2014/main" id="{EEFC3F6A-B2D6-4C0F-BC7B-782E2AE83B9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4-6">
            <a:extLst>
              <a:ext uri="{FF2B5EF4-FFF2-40B4-BE49-F238E27FC236}">
                <a16:creationId xmlns:a16="http://schemas.microsoft.com/office/drawing/2014/main" id="{CC77FB35-E257-4308-9DC9-64989D3B455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4-7">
            <a:extLst>
              <a:ext uri="{FF2B5EF4-FFF2-40B4-BE49-F238E27FC236}">
                <a16:creationId xmlns:a16="http://schemas.microsoft.com/office/drawing/2014/main" id="{5E97C1ED-A13A-4B1D-A375-B1C1BDF5A1C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5">
            <a:extLst>
              <a:ext uri="{FF2B5EF4-FFF2-40B4-BE49-F238E27FC236}">
                <a16:creationId xmlns:a16="http://schemas.microsoft.com/office/drawing/2014/main" id="{7FAAE4C3-4543-4D6E-A493-8ED3BC06C1C0}"/>
              </a:ext>
            </a:extLst>
          </p:cNvPr>
          <p:cNvSpPr>
            <a:spLocks noGrp="1"/>
          </p:cNvSpPr>
          <p:nvPr/>
        </p:nvSpPr>
        <p:spPr>
          <a:xfrm>
            <a:off x="6772275" y="2743200"/>
            <a:ext cx="19050" cy="666750"/>
          </a:xfrm>
          <a:prstGeom prst="rect">
            <a:avLst/>
          </a:prstGeom>
          <a:solidFill>
            <a:srgbClr val="9A5900"/>
          </a:solidFill>
          <a:ln w="0">
            <a:noFill/>
          </a:ln>
        </p:spPr>
      </p:sp>
      <p:sp>
        <p:nvSpPr>
          <p:cNvPr id="19" name="pointer-244">
            <a:extLst>
              <a:ext uri="{FF2B5EF4-FFF2-40B4-BE49-F238E27FC236}">
                <a16:creationId xmlns:a16="http://schemas.microsoft.com/office/drawing/2014/main" id="{32CC6E03-88C6-4A7B-8191-E5B2F37A1EA3}"/>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AF41FED5-3D34-4142-A2DD-9E7CBDE7321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8</a:t>
            </a:r>
          </a:p>
        </p:txBody>
      </p:sp>
      <p:sp>
        <p:nvSpPr>
          <p:cNvPr id="21" name="best-equation">
            <a:extLst>
              <a:ext uri="{FF2B5EF4-FFF2-40B4-BE49-F238E27FC236}">
                <a16:creationId xmlns:a16="http://schemas.microsoft.com/office/drawing/2014/main" id="{25E87F8C-CF9A-4C86-97AF-1E2B3FEE8928}"/>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6-label">
            <a:extLst>
              <a:ext uri="{FF2B5EF4-FFF2-40B4-BE49-F238E27FC236}">
                <a16:creationId xmlns:a16="http://schemas.microsoft.com/office/drawing/2014/main" id="{A52C284D-A0D9-48C0-B47C-F9511917F46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30AE32-C2AE-4D1A-9FD5-982E682F70E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6-0">
            <a:extLst>
              <a:ext uri="{FF2B5EF4-FFF2-40B4-BE49-F238E27FC236}">
                <a16:creationId xmlns:a16="http://schemas.microsoft.com/office/drawing/2014/main" id="{213820B8-EB8F-465B-B08C-7D9C0E9C63D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6-1">
            <a:extLst>
              <a:ext uri="{FF2B5EF4-FFF2-40B4-BE49-F238E27FC236}">
                <a16:creationId xmlns:a16="http://schemas.microsoft.com/office/drawing/2014/main" id="{39C99604-DCC7-4E0F-B260-55F021D27E91}"/>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6-2">
            <a:extLst>
              <a:ext uri="{FF2B5EF4-FFF2-40B4-BE49-F238E27FC236}">
                <a16:creationId xmlns:a16="http://schemas.microsoft.com/office/drawing/2014/main" id="{A7266373-F7C1-4901-91FA-968DC01F9695}"/>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6-3">
            <a:extLst>
              <a:ext uri="{FF2B5EF4-FFF2-40B4-BE49-F238E27FC236}">
                <a16:creationId xmlns:a16="http://schemas.microsoft.com/office/drawing/2014/main" id="{7550852F-2D74-4C4C-B8A3-4479C5DC0AB0}"/>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6-4">
            <a:extLst>
              <a:ext uri="{FF2B5EF4-FFF2-40B4-BE49-F238E27FC236}">
                <a16:creationId xmlns:a16="http://schemas.microsoft.com/office/drawing/2014/main" id="{956A828C-4668-4657-95B2-37281E8197B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6-5">
            <a:extLst>
              <a:ext uri="{FF2B5EF4-FFF2-40B4-BE49-F238E27FC236}">
                <a16:creationId xmlns:a16="http://schemas.microsoft.com/office/drawing/2014/main" id="{21A4C396-5CCE-4F51-BC14-E074534A485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6-6">
            <a:extLst>
              <a:ext uri="{FF2B5EF4-FFF2-40B4-BE49-F238E27FC236}">
                <a16:creationId xmlns:a16="http://schemas.microsoft.com/office/drawing/2014/main" id="{7821C10A-0F1E-4975-97AC-46DF7DEA937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6-7">
            <a:extLst>
              <a:ext uri="{FF2B5EF4-FFF2-40B4-BE49-F238E27FC236}">
                <a16:creationId xmlns:a16="http://schemas.microsoft.com/office/drawing/2014/main" id="{86020379-193B-4C04-99B3-1C61116423D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7">
            <a:extLst>
              <a:ext uri="{FF2B5EF4-FFF2-40B4-BE49-F238E27FC236}">
                <a16:creationId xmlns:a16="http://schemas.microsoft.com/office/drawing/2014/main" id="{29A6CC1E-BAC9-4C43-964F-AC681DB9D3E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F159988C-6FCA-4A37-9768-DA382AB1088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9370364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2080C999-DC76-4571-BBF1-F7CD68C99A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C44A7F-CC4A-432C-BAD2-A9D1A5C78A8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DE31990-12F5-4AC7-A65B-88D65016F4C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오른쪽은 합을 0으로 다시 시작</a:t>
            </a:r>
          </a:p>
        </p:txBody>
      </p:sp>
      <p:sp>
        <p:nvSpPr>
          <p:cNvPr id="4" name="diagram-line-248">
            <a:extLst>
              <a:ext uri="{FF2B5EF4-FFF2-40B4-BE49-F238E27FC236}">
                <a16:creationId xmlns:a16="http://schemas.microsoft.com/office/drawing/2014/main" id="{3ED3207C-CC56-4067-90B2-56576C39F13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250C52-0CB9-486A-A96B-905FF6C0F8E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10은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4부터 오른쪽을 훑습니다.</a:t>
            </a:r>
          </a:p>
        </p:txBody>
      </p:sp>
      <p:sp>
        <p:nvSpPr>
          <p:cNvPr id="6" name="footer">
            <a:extLst>
              <a:ext uri="{FF2B5EF4-FFF2-40B4-BE49-F238E27FC236}">
                <a16:creationId xmlns:a16="http://schemas.microsoft.com/office/drawing/2014/main" id="{17044CB6-E03C-43E4-A937-D92D00FB8D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6BF253-D484-4A12-B141-AF421422A7F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163</a:t>
            </a:r>
            <a:endParaRPr sz="1050" b="0">
              <a:solidFill>
                <a:srgbClr val="151515"/>
              </a:solidFill>
              <a:latin typeface="Consolas"/>
              <a:ea typeface="Consolas"/>
              <a:cs typeface="Consolas"/>
            </a:endParaRPr>
          </a:p>
        </p:txBody>
      </p:sp>
      <p:sp>
        <p:nvSpPr>
          <p:cNvPr id="8" name="row-249-label">
            <a:extLst>
              <a:ext uri="{FF2B5EF4-FFF2-40B4-BE49-F238E27FC236}">
                <a16:creationId xmlns:a16="http://schemas.microsoft.com/office/drawing/2014/main" id="{61EDD763-D6BB-4257-98CC-BDE256E57D5E}"/>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39D125F5-F5AF-4888-9E81-B95673FA273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9-0">
            <a:extLst>
              <a:ext uri="{FF2B5EF4-FFF2-40B4-BE49-F238E27FC236}">
                <a16:creationId xmlns:a16="http://schemas.microsoft.com/office/drawing/2014/main" id="{8CF8B605-F871-410B-879F-72BDEC994935}"/>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9-1">
            <a:extLst>
              <a:ext uri="{FF2B5EF4-FFF2-40B4-BE49-F238E27FC236}">
                <a16:creationId xmlns:a16="http://schemas.microsoft.com/office/drawing/2014/main" id="{9CDBD967-69BE-4219-9EB0-5F88BFAF2B3E}"/>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9-2">
            <a:extLst>
              <a:ext uri="{FF2B5EF4-FFF2-40B4-BE49-F238E27FC236}">
                <a16:creationId xmlns:a16="http://schemas.microsoft.com/office/drawing/2014/main" id="{934CD3A8-8588-4E0C-932C-864F93C6A0C7}"/>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9-3">
            <a:extLst>
              <a:ext uri="{FF2B5EF4-FFF2-40B4-BE49-F238E27FC236}">
                <a16:creationId xmlns:a16="http://schemas.microsoft.com/office/drawing/2014/main" id="{6CFC9079-8C8B-47A5-9F84-EAFD92EEF35F}"/>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9-4">
            <a:extLst>
              <a:ext uri="{FF2B5EF4-FFF2-40B4-BE49-F238E27FC236}">
                <a16:creationId xmlns:a16="http://schemas.microsoft.com/office/drawing/2014/main" id="{EC498AD1-5B48-4A6C-AA30-B473F78A34E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9-5">
            <a:extLst>
              <a:ext uri="{FF2B5EF4-FFF2-40B4-BE49-F238E27FC236}">
                <a16:creationId xmlns:a16="http://schemas.microsoft.com/office/drawing/2014/main" id="{EBA88EA5-9D5A-4DB5-9FD6-786B3890702B}"/>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9-6">
            <a:extLst>
              <a:ext uri="{FF2B5EF4-FFF2-40B4-BE49-F238E27FC236}">
                <a16:creationId xmlns:a16="http://schemas.microsoft.com/office/drawing/2014/main" id="{47ACDF0C-199F-4C17-9D29-EA274A846AF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9-7">
            <a:extLst>
              <a:ext uri="{FF2B5EF4-FFF2-40B4-BE49-F238E27FC236}">
                <a16:creationId xmlns:a16="http://schemas.microsoft.com/office/drawing/2014/main" id="{68D2F84C-FFD1-4420-8729-89796C7E956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0">
            <a:extLst>
              <a:ext uri="{FF2B5EF4-FFF2-40B4-BE49-F238E27FC236}">
                <a16:creationId xmlns:a16="http://schemas.microsoft.com/office/drawing/2014/main" id="{A7BE886C-BD7F-4BB9-82D0-BC426462CB4C}"/>
              </a:ext>
            </a:extLst>
          </p:cNvPr>
          <p:cNvSpPr>
            <a:spLocks noGrp="1"/>
          </p:cNvSpPr>
          <p:nvPr/>
        </p:nvSpPr>
        <p:spPr>
          <a:xfrm>
            <a:off x="6772275" y="2781300"/>
            <a:ext cx="19050" cy="666750"/>
          </a:xfrm>
          <a:prstGeom prst="rect">
            <a:avLst/>
          </a:prstGeom>
          <a:solidFill>
            <a:srgbClr val="9A5900"/>
          </a:solidFill>
          <a:ln w="0">
            <a:noFill/>
          </a:ln>
        </p:spPr>
      </p:sp>
      <p:sp>
        <p:nvSpPr>
          <p:cNvPr id="19" name="pointer-249">
            <a:extLst>
              <a:ext uri="{FF2B5EF4-FFF2-40B4-BE49-F238E27FC236}">
                <a16:creationId xmlns:a16="http://schemas.microsoft.com/office/drawing/2014/main" id="{53811AA7-CD64-4BB9-831D-9FA28C7F61CA}"/>
              </a:ext>
            </a:extLst>
          </p:cNvPr>
          <p:cNvSpPr>
            <a:spLocks noGrp="1"/>
          </p:cNvSpPr>
          <p:nvPr/>
        </p:nvSpPr>
        <p:spPr>
          <a:xfrm>
            <a:off x="67056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reset-equation">
            <a:extLst>
              <a:ext uri="{FF2B5EF4-FFF2-40B4-BE49-F238E27FC236}">
                <a16:creationId xmlns:a16="http://schemas.microsoft.com/office/drawing/2014/main" id="{1A6FDF7F-F830-4DC4-8E8A-881C3D6B8866}"/>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E14D173A-6D5E-49AE-B83B-8BCCE8DB20C5}"/>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10 (보관)</a:t>
            </a:r>
          </a:p>
        </p:txBody>
      </p:sp>
      <p:sp>
        <p:nvSpPr>
          <p:cNvPr id="22" name="fresh-right">
            <a:extLst>
              <a:ext uri="{FF2B5EF4-FFF2-40B4-BE49-F238E27FC236}">
                <a16:creationId xmlns:a16="http://schemas.microsoft.com/office/drawing/2014/main" id="{48CCC1EA-3ABA-44F8-8823-571E4E1B667F}"/>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F178F06A-E46D-4B5F-BE9E-D2552570621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a[4] = 7입니다. mid를 다시 읽지 않습니다.</a:t>
            </a:r>
          </a:p>
        </p:txBody>
      </p:sp>
    </p:spTree>
    <p:extLst>
      <p:ext uri="{BB962C8B-B14F-4D97-AF65-F5344CB8AC3E}">
        <p14:creationId xmlns:p14="http://schemas.microsoft.com/office/powerpoint/2010/main" val="71196435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103E14B-EC9C-4EE6-88CD-EFB9DC71907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B586D9-1577-4B9E-BA9D-7AA42621362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8DFF8E3-0400-4AD4-9C62-BEF92031A4C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1/4</a:t>
            </a:r>
          </a:p>
        </p:txBody>
      </p:sp>
      <p:sp>
        <p:nvSpPr>
          <p:cNvPr id="4" name="diagram-line-251">
            <a:extLst>
              <a:ext uri="{FF2B5EF4-FFF2-40B4-BE49-F238E27FC236}">
                <a16:creationId xmlns:a16="http://schemas.microsoft.com/office/drawing/2014/main" id="{EAEEE8BF-79EA-41BE-9BAC-8C912D79998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3936505-8826-4E08-A997-36C9745956E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right_sum 갱신.</a:t>
            </a:r>
          </a:p>
        </p:txBody>
      </p:sp>
      <p:sp>
        <p:nvSpPr>
          <p:cNvPr id="6" name="footer">
            <a:extLst>
              <a:ext uri="{FF2B5EF4-FFF2-40B4-BE49-F238E27FC236}">
                <a16:creationId xmlns:a16="http://schemas.microsoft.com/office/drawing/2014/main" id="{0C9ED72B-4B7F-45A9-83A3-83D27C25481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A65A963-2647-4B6F-9E80-604C23A1FA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164</a:t>
            </a:r>
            <a:endParaRPr sz="1050" b="0">
              <a:solidFill>
                <a:srgbClr val="151515"/>
              </a:solidFill>
              <a:latin typeface="Consolas"/>
              <a:ea typeface="Consolas"/>
              <a:cs typeface="Consolas"/>
            </a:endParaRPr>
          </a:p>
        </p:txBody>
      </p:sp>
      <p:sp>
        <p:nvSpPr>
          <p:cNvPr id="8" name="row-252-label">
            <a:extLst>
              <a:ext uri="{FF2B5EF4-FFF2-40B4-BE49-F238E27FC236}">
                <a16:creationId xmlns:a16="http://schemas.microsoft.com/office/drawing/2014/main" id="{B4C98B2A-DEEB-4D0C-A94D-6B8D2AB2E71B}"/>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59C3C32-982A-4D0A-BEE0-743FB221478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2-0">
            <a:extLst>
              <a:ext uri="{FF2B5EF4-FFF2-40B4-BE49-F238E27FC236}">
                <a16:creationId xmlns:a16="http://schemas.microsoft.com/office/drawing/2014/main" id="{BBA38797-CA2E-45B4-A785-9AD91966197B}"/>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2-1">
            <a:extLst>
              <a:ext uri="{FF2B5EF4-FFF2-40B4-BE49-F238E27FC236}">
                <a16:creationId xmlns:a16="http://schemas.microsoft.com/office/drawing/2014/main" id="{AAB566A8-B6D3-4660-A01A-F8C619157257}"/>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2-2">
            <a:extLst>
              <a:ext uri="{FF2B5EF4-FFF2-40B4-BE49-F238E27FC236}">
                <a16:creationId xmlns:a16="http://schemas.microsoft.com/office/drawing/2014/main" id="{7B5555E3-1DB2-4A3F-BE2E-DF01EE245E3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2-3">
            <a:extLst>
              <a:ext uri="{FF2B5EF4-FFF2-40B4-BE49-F238E27FC236}">
                <a16:creationId xmlns:a16="http://schemas.microsoft.com/office/drawing/2014/main" id="{5886141E-A325-4B2F-ABFD-9E37F81E712F}"/>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2-4">
            <a:extLst>
              <a:ext uri="{FF2B5EF4-FFF2-40B4-BE49-F238E27FC236}">
                <a16:creationId xmlns:a16="http://schemas.microsoft.com/office/drawing/2014/main" id="{CEF9DD00-BC16-40A0-8400-A2D4A33AC83B}"/>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2-5">
            <a:extLst>
              <a:ext uri="{FF2B5EF4-FFF2-40B4-BE49-F238E27FC236}">
                <a16:creationId xmlns:a16="http://schemas.microsoft.com/office/drawing/2014/main" id="{FC268B22-2071-46FE-985B-3CC086FAA289}"/>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2-6">
            <a:extLst>
              <a:ext uri="{FF2B5EF4-FFF2-40B4-BE49-F238E27FC236}">
                <a16:creationId xmlns:a16="http://schemas.microsoft.com/office/drawing/2014/main" id="{892F6262-83CF-4160-97C8-FEB6CE14F58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2-7">
            <a:extLst>
              <a:ext uri="{FF2B5EF4-FFF2-40B4-BE49-F238E27FC236}">
                <a16:creationId xmlns:a16="http://schemas.microsoft.com/office/drawing/2014/main" id="{C5A35934-C33D-44D3-BDF8-6706CF3CA0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3">
            <a:extLst>
              <a:ext uri="{FF2B5EF4-FFF2-40B4-BE49-F238E27FC236}">
                <a16:creationId xmlns:a16="http://schemas.microsoft.com/office/drawing/2014/main" id="{D0490D73-2394-478C-B6F5-6920DE682E41}"/>
              </a:ext>
            </a:extLst>
          </p:cNvPr>
          <p:cNvSpPr>
            <a:spLocks noGrp="1"/>
          </p:cNvSpPr>
          <p:nvPr/>
        </p:nvSpPr>
        <p:spPr>
          <a:xfrm>
            <a:off x="6772275" y="2743200"/>
            <a:ext cx="19050" cy="666750"/>
          </a:xfrm>
          <a:prstGeom prst="rect">
            <a:avLst/>
          </a:prstGeom>
          <a:solidFill>
            <a:srgbClr val="9A5900"/>
          </a:solidFill>
          <a:ln w="0">
            <a:noFill/>
          </a:ln>
        </p:spPr>
      </p:sp>
      <p:sp>
        <p:nvSpPr>
          <p:cNvPr id="19" name="pointer-252">
            <a:extLst>
              <a:ext uri="{FF2B5EF4-FFF2-40B4-BE49-F238E27FC236}">
                <a16:creationId xmlns:a16="http://schemas.microsoft.com/office/drawing/2014/main" id="{D6FA47B0-5FD0-4BC5-9974-2DB61700FF67}"/>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current-equation">
            <a:extLst>
              <a:ext uri="{FF2B5EF4-FFF2-40B4-BE49-F238E27FC236}">
                <a16:creationId xmlns:a16="http://schemas.microsoft.com/office/drawing/2014/main" id="{C772A1EF-9714-42CF-A488-DA29EBF8347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61F1DFD8-83F4-40FC-8D68-35C05B9D320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7</a:t>
            </a:r>
          </a:p>
        </p:txBody>
      </p:sp>
      <p:sp>
        <p:nvSpPr>
          <p:cNvPr id="22" name="row-254-label">
            <a:extLst>
              <a:ext uri="{FF2B5EF4-FFF2-40B4-BE49-F238E27FC236}">
                <a16:creationId xmlns:a16="http://schemas.microsoft.com/office/drawing/2014/main" id="{30495446-8C5C-4223-8419-DC275D186F6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162B364B-3513-4871-83EB-B454CCEB4CA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4-0">
            <a:extLst>
              <a:ext uri="{FF2B5EF4-FFF2-40B4-BE49-F238E27FC236}">
                <a16:creationId xmlns:a16="http://schemas.microsoft.com/office/drawing/2014/main" id="{509018BA-0F25-4997-8C4B-303FE247C8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4-1">
            <a:extLst>
              <a:ext uri="{FF2B5EF4-FFF2-40B4-BE49-F238E27FC236}">
                <a16:creationId xmlns:a16="http://schemas.microsoft.com/office/drawing/2014/main" id="{2696AE1E-E8D2-433A-9DC7-1F2DCE4BBCE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4-2">
            <a:extLst>
              <a:ext uri="{FF2B5EF4-FFF2-40B4-BE49-F238E27FC236}">
                <a16:creationId xmlns:a16="http://schemas.microsoft.com/office/drawing/2014/main" id="{6B3319B5-6C5B-42C5-BB40-DD06D285F43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4-3">
            <a:extLst>
              <a:ext uri="{FF2B5EF4-FFF2-40B4-BE49-F238E27FC236}">
                <a16:creationId xmlns:a16="http://schemas.microsoft.com/office/drawing/2014/main" id="{DDA65CC5-A367-4DE4-BFFC-0E3BAAB5489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4-4">
            <a:extLst>
              <a:ext uri="{FF2B5EF4-FFF2-40B4-BE49-F238E27FC236}">
                <a16:creationId xmlns:a16="http://schemas.microsoft.com/office/drawing/2014/main" id="{518AACF3-F3F6-4B52-BF33-3B8B02F43FD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4-5">
            <a:extLst>
              <a:ext uri="{FF2B5EF4-FFF2-40B4-BE49-F238E27FC236}">
                <a16:creationId xmlns:a16="http://schemas.microsoft.com/office/drawing/2014/main" id="{D77A751C-2250-4091-A25A-3B513D900056}"/>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4-6">
            <a:extLst>
              <a:ext uri="{FF2B5EF4-FFF2-40B4-BE49-F238E27FC236}">
                <a16:creationId xmlns:a16="http://schemas.microsoft.com/office/drawing/2014/main" id="{7BAB9C36-DB09-4ACF-A4AC-5CE7DD33FFCC}"/>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4-7">
            <a:extLst>
              <a:ext uri="{FF2B5EF4-FFF2-40B4-BE49-F238E27FC236}">
                <a16:creationId xmlns:a16="http://schemas.microsoft.com/office/drawing/2014/main" id="{E7530FFD-BAB1-4D8A-8AC7-65BF1776057F}"/>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55">
            <a:extLst>
              <a:ext uri="{FF2B5EF4-FFF2-40B4-BE49-F238E27FC236}">
                <a16:creationId xmlns:a16="http://schemas.microsoft.com/office/drawing/2014/main" id="{AF7C3568-4C25-47C5-B7ED-B94DF6737406}"/>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AD030793-6A31-40BE-A0BA-5DAA29D79CD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5: a[5] = −9을 현재 합 7에 더합니다.</a:t>
            </a:r>
          </a:p>
        </p:txBody>
      </p:sp>
    </p:spTree>
    <p:extLst>
      <p:ext uri="{BB962C8B-B14F-4D97-AF65-F5344CB8AC3E}">
        <p14:creationId xmlns:p14="http://schemas.microsoft.com/office/powerpoint/2010/main" val="347963447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5E612C-3E12-4871-AAEC-842CAE109D0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D9E22EA-BCA6-4C6A-B201-BBD0F2D2E3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5F9151-AA53-4E30-8681-90FCF3B572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2/4</a:t>
            </a:r>
          </a:p>
        </p:txBody>
      </p:sp>
      <p:sp>
        <p:nvSpPr>
          <p:cNvPr id="4" name="diagram-line-256">
            <a:extLst>
              <a:ext uri="{FF2B5EF4-FFF2-40B4-BE49-F238E27FC236}">
                <a16:creationId xmlns:a16="http://schemas.microsoft.com/office/drawing/2014/main" id="{6ABD5214-A3D1-4BA9-BE76-039B4ED34B3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4FB81D2-2C8A-4CD3-B240-21129244773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 이전 기록 7 → right_sum 유지.</a:t>
            </a:r>
          </a:p>
        </p:txBody>
      </p:sp>
      <p:sp>
        <p:nvSpPr>
          <p:cNvPr id="6" name="footer">
            <a:extLst>
              <a:ext uri="{FF2B5EF4-FFF2-40B4-BE49-F238E27FC236}">
                <a16:creationId xmlns:a16="http://schemas.microsoft.com/office/drawing/2014/main" id="{2305A743-946A-40BF-B1E2-8F497270E59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ECF402-014E-427A-8A0A-D7E450B922D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165</a:t>
            </a:r>
            <a:endParaRPr sz="1050" b="0">
              <a:solidFill>
                <a:srgbClr val="151515"/>
              </a:solidFill>
              <a:latin typeface="Consolas"/>
              <a:ea typeface="Consolas"/>
              <a:cs typeface="Consolas"/>
            </a:endParaRPr>
          </a:p>
        </p:txBody>
      </p:sp>
      <p:sp>
        <p:nvSpPr>
          <p:cNvPr id="8" name="row-257-label">
            <a:extLst>
              <a:ext uri="{FF2B5EF4-FFF2-40B4-BE49-F238E27FC236}">
                <a16:creationId xmlns:a16="http://schemas.microsoft.com/office/drawing/2014/main" id="{5F68D6F1-784F-4039-BB85-198141FFB0C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5541495-AEE2-43C5-8E33-4D71CFA76239}"/>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7-0">
            <a:extLst>
              <a:ext uri="{FF2B5EF4-FFF2-40B4-BE49-F238E27FC236}">
                <a16:creationId xmlns:a16="http://schemas.microsoft.com/office/drawing/2014/main" id="{2FF6E886-8BA3-43FE-907C-089A805C1C9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7-1">
            <a:extLst>
              <a:ext uri="{FF2B5EF4-FFF2-40B4-BE49-F238E27FC236}">
                <a16:creationId xmlns:a16="http://schemas.microsoft.com/office/drawing/2014/main" id="{77FEC58D-39E8-4D09-A18B-0EE0B905EEE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7-2">
            <a:extLst>
              <a:ext uri="{FF2B5EF4-FFF2-40B4-BE49-F238E27FC236}">
                <a16:creationId xmlns:a16="http://schemas.microsoft.com/office/drawing/2014/main" id="{E9F27637-666F-401B-90FC-BBA17643E99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7-3">
            <a:extLst>
              <a:ext uri="{FF2B5EF4-FFF2-40B4-BE49-F238E27FC236}">
                <a16:creationId xmlns:a16="http://schemas.microsoft.com/office/drawing/2014/main" id="{4C729F87-1FBC-42E1-BA7C-98D64B92FF41}"/>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7-4">
            <a:extLst>
              <a:ext uri="{FF2B5EF4-FFF2-40B4-BE49-F238E27FC236}">
                <a16:creationId xmlns:a16="http://schemas.microsoft.com/office/drawing/2014/main" id="{16B253DF-96FD-4273-AC65-CA47F6EAA8F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7-5">
            <a:extLst>
              <a:ext uri="{FF2B5EF4-FFF2-40B4-BE49-F238E27FC236}">
                <a16:creationId xmlns:a16="http://schemas.microsoft.com/office/drawing/2014/main" id="{01E0F2E4-4110-4124-BDB9-5AA296B06B4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7-6">
            <a:extLst>
              <a:ext uri="{FF2B5EF4-FFF2-40B4-BE49-F238E27FC236}">
                <a16:creationId xmlns:a16="http://schemas.microsoft.com/office/drawing/2014/main" id="{2FD1579C-68A2-4C96-8B97-10298D6EA40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7-7">
            <a:extLst>
              <a:ext uri="{FF2B5EF4-FFF2-40B4-BE49-F238E27FC236}">
                <a16:creationId xmlns:a16="http://schemas.microsoft.com/office/drawing/2014/main" id="{9EE9C8AC-5E30-4890-A643-228F66A82C7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8">
            <a:extLst>
              <a:ext uri="{FF2B5EF4-FFF2-40B4-BE49-F238E27FC236}">
                <a16:creationId xmlns:a16="http://schemas.microsoft.com/office/drawing/2014/main" id="{DB85C04F-645B-4CBB-A850-00B3529A037A}"/>
              </a:ext>
            </a:extLst>
          </p:cNvPr>
          <p:cNvSpPr>
            <a:spLocks noGrp="1"/>
          </p:cNvSpPr>
          <p:nvPr/>
        </p:nvSpPr>
        <p:spPr>
          <a:xfrm>
            <a:off x="6772275" y="2743200"/>
            <a:ext cx="19050" cy="666750"/>
          </a:xfrm>
          <a:prstGeom prst="rect">
            <a:avLst/>
          </a:prstGeom>
          <a:solidFill>
            <a:srgbClr val="9A5900"/>
          </a:solidFill>
          <a:ln w="0">
            <a:noFill/>
          </a:ln>
        </p:spPr>
      </p:sp>
      <p:sp>
        <p:nvSpPr>
          <p:cNvPr id="19" name="pointer-257">
            <a:extLst>
              <a:ext uri="{FF2B5EF4-FFF2-40B4-BE49-F238E27FC236}">
                <a16:creationId xmlns:a16="http://schemas.microsoft.com/office/drawing/2014/main" id="{7999621F-BBB0-478A-8074-F6C94804488A}"/>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0511B7C4-447F-484F-AC5D-C676F91CD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7 + (−9) = −2</a:t>
            </a:r>
          </a:p>
        </p:txBody>
      </p:sp>
      <p:sp>
        <p:nvSpPr>
          <p:cNvPr id="21" name="best-equation">
            <a:extLst>
              <a:ext uri="{FF2B5EF4-FFF2-40B4-BE49-F238E27FC236}">
                <a16:creationId xmlns:a16="http://schemas.microsoft.com/office/drawing/2014/main" id="{493C4711-4AA7-4E64-A916-00BA1A6E7AC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59-label">
            <a:extLst>
              <a:ext uri="{FF2B5EF4-FFF2-40B4-BE49-F238E27FC236}">
                <a16:creationId xmlns:a16="http://schemas.microsoft.com/office/drawing/2014/main" id="{A9D7E59A-CB65-4D24-954C-C5974B4F3D9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AB3C2DA8-B2B2-486B-8AE0-98B825CE2DC2}"/>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9-0">
            <a:extLst>
              <a:ext uri="{FF2B5EF4-FFF2-40B4-BE49-F238E27FC236}">
                <a16:creationId xmlns:a16="http://schemas.microsoft.com/office/drawing/2014/main" id="{EDC33655-3F90-4A07-828E-00FE1CFE91F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9-1">
            <a:extLst>
              <a:ext uri="{FF2B5EF4-FFF2-40B4-BE49-F238E27FC236}">
                <a16:creationId xmlns:a16="http://schemas.microsoft.com/office/drawing/2014/main" id="{E7D0B659-3FEB-43A4-9F64-3C1CCCF13270}"/>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9-2">
            <a:extLst>
              <a:ext uri="{FF2B5EF4-FFF2-40B4-BE49-F238E27FC236}">
                <a16:creationId xmlns:a16="http://schemas.microsoft.com/office/drawing/2014/main" id="{19048B3C-DBE7-4F56-8372-09AF4751027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9-3">
            <a:extLst>
              <a:ext uri="{FF2B5EF4-FFF2-40B4-BE49-F238E27FC236}">
                <a16:creationId xmlns:a16="http://schemas.microsoft.com/office/drawing/2014/main" id="{9D2D822D-C7D4-4C07-9E08-788986F743D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9-4">
            <a:extLst>
              <a:ext uri="{FF2B5EF4-FFF2-40B4-BE49-F238E27FC236}">
                <a16:creationId xmlns:a16="http://schemas.microsoft.com/office/drawing/2014/main" id="{D5E4A86C-EF8D-4EBB-A4A3-6C53D599A0A4}"/>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9-5">
            <a:extLst>
              <a:ext uri="{FF2B5EF4-FFF2-40B4-BE49-F238E27FC236}">
                <a16:creationId xmlns:a16="http://schemas.microsoft.com/office/drawing/2014/main" id="{449394AB-1A4E-4C47-A085-EC79D5E17AF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9-6">
            <a:extLst>
              <a:ext uri="{FF2B5EF4-FFF2-40B4-BE49-F238E27FC236}">
                <a16:creationId xmlns:a16="http://schemas.microsoft.com/office/drawing/2014/main" id="{452C0D6B-A643-4267-ABAC-4D79B10069F2}"/>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9-7">
            <a:extLst>
              <a:ext uri="{FF2B5EF4-FFF2-40B4-BE49-F238E27FC236}">
                <a16:creationId xmlns:a16="http://schemas.microsoft.com/office/drawing/2014/main" id="{4FB39036-599A-4F11-B2CB-42C9CE8C361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0">
            <a:extLst>
              <a:ext uri="{FF2B5EF4-FFF2-40B4-BE49-F238E27FC236}">
                <a16:creationId xmlns:a16="http://schemas.microsoft.com/office/drawing/2014/main" id="{7C6B009F-0669-4FF4-8DEF-41EF96087DBC}"/>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08DE413-7A7B-4691-B279-69F34F19D0D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6: a[6] = 5을 현재 합 −2에 더합니다.</a:t>
            </a:r>
          </a:p>
        </p:txBody>
      </p:sp>
    </p:spTree>
    <p:extLst>
      <p:ext uri="{BB962C8B-B14F-4D97-AF65-F5344CB8AC3E}">
        <p14:creationId xmlns:p14="http://schemas.microsoft.com/office/powerpoint/2010/main" val="121770287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845C790-0031-403A-A6A9-11768CE07E3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1A0234-1CA2-4A0C-8414-AA3FDC2F45B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1DC605-F7EB-4085-A043-55CDF4673D5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3/4</a:t>
            </a:r>
          </a:p>
        </p:txBody>
      </p:sp>
      <p:sp>
        <p:nvSpPr>
          <p:cNvPr id="4" name="diagram-line-261">
            <a:extLst>
              <a:ext uri="{FF2B5EF4-FFF2-40B4-BE49-F238E27FC236}">
                <a16:creationId xmlns:a16="http://schemas.microsoft.com/office/drawing/2014/main" id="{A00CEBE7-468B-4162-B97C-9E20B1947D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38635A-2AA2-4A39-B7BC-815E45C94D5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[4~6]입니다.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 이전 기록 7 → right_sum 유지.</a:t>
            </a:r>
          </a:p>
        </p:txBody>
      </p:sp>
      <p:sp>
        <p:nvSpPr>
          <p:cNvPr id="6" name="footer">
            <a:extLst>
              <a:ext uri="{FF2B5EF4-FFF2-40B4-BE49-F238E27FC236}">
                <a16:creationId xmlns:a16="http://schemas.microsoft.com/office/drawing/2014/main" id="{5631ECE2-7642-45B6-8FC2-509875220CF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F7F75F6-0C6D-48AE-ACBF-8407CADA2F0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166</a:t>
            </a:r>
            <a:endParaRPr sz="1050" b="0">
              <a:solidFill>
                <a:srgbClr val="151515"/>
              </a:solidFill>
              <a:latin typeface="Consolas"/>
              <a:ea typeface="Consolas"/>
              <a:cs typeface="Consolas"/>
            </a:endParaRPr>
          </a:p>
        </p:txBody>
      </p:sp>
      <p:sp>
        <p:nvSpPr>
          <p:cNvPr id="8" name="row-262-label">
            <a:extLst>
              <a:ext uri="{FF2B5EF4-FFF2-40B4-BE49-F238E27FC236}">
                <a16:creationId xmlns:a16="http://schemas.microsoft.com/office/drawing/2014/main" id="{33E820D1-DBAF-41A0-81C6-A3241A0AB41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46AD650-7240-4A83-B32C-D6A20293A17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62-0">
            <a:extLst>
              <a:ext uri="{FF2B5EF4-FFF2-40B4-BE49-F238E27FC236}">
                <a16:creationId xmlns:a16="http://schemas.microsoft.com/office/drawing/2014/main" id="{8ABACCB7-D3A1-4C63-BAD5-E3F6524BA5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2-1">
            <a:extLst>
              <a:ext uri="{FF2B5EF4-FFF2-40B4-BE49-F238E27FC236}">
                <a16:creationId xmlns:a16="http://schemas.microsoft.com/office/drawing/2014/main" id="{16188BE1-8BB9-421D-B469-3AE1DDEA908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2-2">
            <a:extLst>
              <a:ext uri="{FF2B5EF4-FFF2-40B4-BE49-F238E27FC236}">
                <a16:creationId xmlns:a16="http://schemas.microsoft.com/office/drawing/2014/main" id="{9EF9DBBC-AB8A-43C2-A585-7244ACBBE1B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2-3">
            <a:extLst>
              <a:ext uri="{FF2B5EF4-FFF2-40B4-BE49-F238E27FC236}">
                <a16:creationId xmlns:a16="http://schemas.microsoft.com/office/drawing/2014/main" id="{C4BA09B1-76A5-4513-B1B8-DB7B6DECC7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2-4">
            <a:extLst>
              <a:ext uri="{FF2B5EF4-FFF2-40B4-BE49-F238E27FC236}">
                <a16:creationId xmlns:a16="http://schemas.microsoft.com/office/drawing/2014/main" id="{E3B457C6-D371-47D9-B703-D2A6F4DFC5FE}"/>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2-5">
            <a:extLst>
              <a:ext uri="{FF2B5EF4-FFF2-40B4-BE49-F238E27FC236}">
                <a16:creationId xmlns:a16="http://schemas.microsoft.com/office/drawing/2014/main" id="{8DB315B4-8378-4002-9EB4-3A0DA150F3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2-6">
            <a:extLst>
              <a:ext uri="{FF2B5EF4-FFF2-40B4-BE49-F238E27FC236}">
                <a16:creationId xmlns:a16="http://schemas.microsoft.com/office/drawing/2014/main" id="{2097463E-0646-41D6-9929-35996D822F6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2-7">
            <a:extLst>
              <a:ext uri="{FF2B5EF4-FFF2-40B4-BE49-F238E27FC236}">
                <a16:creationId xmlns:a16="http://schemas.microsoft.com/office/drawing/2014/main" id="{C163E771-9BED-4103-B559-91AABED0115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3">
            <a:extLst>
              <a:ext uri="{FF2B5EF4-FFF2-40B4-BE49-F238E27FC236}">
                <a16:creationId xmlns:a16="http://schemas.microsoft.com/office/drawing/2014/main" id="{BCC5A08E-7688-4750-985A-5E47A97FB31D}"/>
              </a:ext>
            </a:extLst>
          </p:cNvPr>
          <p:cNvSpPr>
            <a:spLocks noGrp="1"/>
          </p:cNvSpPr>
          <p:nvPr/>
        </p:nvSpPr>
        <p:spPr>
          <a:xfrm>
            <a:off x="6772275" y="2743200"/>
            <a:ext cx="19050" cy="666750"/>
          </a:xfrm>
          <a:prstGeom prst="rect">
            <a:avLst/>
          </a:prstGeom>
          <a:solidFill>
            <a:srgbClr val="9A5900"/>
          </a:solidFill>
          <a:ln w="0">
            <a:noFill/>
          </a:ln>
        </p:spPr>
      </p:sp>
      <p:sp>
        <p:nvSpPr>
          <p:cNvPr id="19" name="pointer-262">
            <a:extLst>
              <a:ext uri="{FF2B5EF4-FFF2-40B4-BE49-F238E27FC236}">
                <a16:creationId xmlns:a16="http://schemas.microsoft.com/office/drawing/2014/main" id="{A5319461-6EE9-4CDA-88C9-905646D584D7}"/>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B2D5C3C7-44C2-4449-9A1C-F191AE3C5D0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(5) = 3</a:t>
            </a:r>
          </a:p>
        </p:txBody>
      </p:sp>
      <p:sp>
        <p:nvSpPr>
          <p:cNvPr id="21" name="best-equation">
            <a:extLst>
              <a:ext uri="{FF2B5EF4-FFF2-40B4-BE49-F238E27FC236}">
                <a16:creationId xmlns:a16="http://schemas.microsoft.com/office/drawing/2014/main" id="{131BFAD0-D5DD-428A-B5B7-9864B0B86A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4-label">
            <a:extLst>
              <a:ext uri="{FF2B5EF4-FFF2-40B4-BE49-F238E27FC236}">
                <a16:creationId xmlns:a16="http://schemas.microsoft.com/office/drawing/2014/main" id="{E186E106-630A-41E8-B446-652998B3AAE9}"/>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8DD250C-7921-4F6C-AF8C-91F22524C61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4-0">
            <a:extLst>
              <a:ext uri="{FF2B5EF4-FFF2-40B4-BE49-F238E27FC236}">
                <a16:creationId xmlns:a16="http://schemas.microsoft.com/office/drawing/2014/main" id="{D6F98BEA-590A-43E3-BC31-5D8701F1F30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4-1">
            <a:extLst>
              <a:ext uri="{FF2B5EF4-FFF2-40B4-BE49-F238E27FC236}">
                <a16:creationId xmlns:a16="http://schemas.microsoft.com/office/drawing/2014/main" id="{37BE1198-B95D-4139-A45A-0A5E5BF7B45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4-2">
            <a:extLst>
              <a:ext uri="{FF2B5EF4-FFF2-40B4-BE49-F238E27FC236}">
                <a16:creationId xmlns:a16="http://schemas.microsoft.com/office/drawing/2014/main" id="{7F60D703-6C4A-4A91-B413-F092795D3FF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4-3">
            <a:extLst>
              <a:ext uri="{FF2B5EF4-FFF2-40B4-BE49-F238E27FC236}">
                <a16:creationId xmlns:a16="http://schemas.microsoft.com/office/drawing/2014/main" id="{32ACE093-1457-4B80-B772-2096E300A2C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4-4">
            <a:extLst>
              <a:ext uri="{FF2B5EF4-FFF2-40B4-BE49-F238E27FC236}">
                <a16:creationId xmlns:a16="http://schemas.microsoft.com/office/drawing/2014/main" id="{2776CC53-6091-4512-8947-5FE738BBB2D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4-5">
            <a:extLst>
              <a:ext uri="{FF2B5EF4-FFF2-40B4-BE49-F238E27FC236}">
                <a16:creationId xmlns:a16="http://schemas.microsoft.com/office/drawing/2014/main" id="{6C774518-D504-4E0B-AA0D-E6E5467AC95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4-6">
            <a:extLst>
              <a:ext uri="{FF2B5EF4-FFF2-40B4-BE49-F238E27FC236}">
                <a16:creationId xmlns:a16="http://schemas.microsoft.com/office/drawing/2014/main" id="{DB41EDD6-0093-465A-979F-D93831FC372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4-7">
            <a:extLst>
              <a:ext uri="{FF2B5EF4-FFF2-40B4-BE49-F238E27FC236}">
                <a16:creationId xmlns:a16="http://schemas.microsoft.com/office/drawing/2014/main" id="{204255F8-DFCC-4D42-972E-2C991F3D0BE3}"/>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5">
            <a:extLst>
              <a:ext uri="{FF2B5EF4-FFF2-40B4-BE49-F238E27FC236}">
                <a16:creationId xmlns:a16="http://schemas.microsoft.com/office/drawing/2014/main" id="{8D98A016-B4FF-42C3-8D50-689FE78A4B2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BE99C37-24B3-47E8-87CC-4C16EB32A9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3에 더합니다.</a:t>
            </a:r>
          </a:p>
        </p:txBody>
      </p:sp>
    </p:spTree>
    <p:extLst>
      <p:ext uri="{BB962C8B-B14F-4D97-AF65-F5344CB8AC3E}">
        <p14:creationId xmlns:p14="http://schemas.microsoft.com/office/powerpoint/2010/main" val="218118810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DE486A9-5CE9-4196-BD1B-A8A27EB3BD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B5688DC-00E0-45F9-9BFA-D51BB549DE2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6134D3C-D8D9-4CE7-B652-ACAA6A42CE3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4/4</a:t>
            </a:r>
          </a:p>
        </p:txBody>
      </p:sp>
      <p:sp>
        <p:nvSpPr>
          <p:cNvPr id="4" name="diagram-line-266">
            <a:extLst>
              <a:ext uri="{FF2B5EF4-FFF2-40B4-BE49-F238E27FC236}">
                <a16:creationId xmlns:a16="http://schemas.microsoft.com/office/drawing/2014/main" id="{D40AA159-5C2A-409F-8FB8-74DB336A385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8BF654B-066A-40AD-B9B1-6088D7D3610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[4~7]입니다.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4 ≤ 이전 기록 7 → right_sum 유지.</a:t>
            </a:r>
          </a:p>
        </p:txBody>
      </p:sp>
      <p:sp>
        <p:nvSpPr>
          <p:cNvPr id="6" name="footer">
            <a:extLst>
              <a:ext uri="{FF2B5EF4-FFF2-40B4-BE49-F238E27FC236}">
                <a16:creationId xmlns:a16="http://schemas.microsoft.com/office/drawing/2014/main" id="{8F02826C-5A83-4C73-AB34-B0230BC8EB7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D953AC-0AE2-4760-80CF-124A9D412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167</a:t>
            </a:r>
            <a:endParaRPr sz="1050" b="0">
              <a:solidFill>
                <a:srgbClr val="151515"/>
              </a:solidFill>
              <a:latin typeface="Consolas"/>
              <a:ea typeface="Consolas"/>
              <a:cs typeface="Consolas"/>
            </a:endParaRPr>
          </a:p>
        </p:txBody>
      </p:sp>
      <p:sp>
        <p:nvSpPr>
          <p:cNvPr id="8" name="row-267-label">
            <a:extLst>
              <a:ext uri="{FF2B5EF4-FFF2-40B4-BE49-F238E27FC236}">
                <a16:creationId xmlns:a16="http://schemas.microsoft.com/office/drawing/2014/main" id="{6B68CA0C-9283-4396-94B7-4DD15A961C3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4C72125-6C11-4BF7-A916-8AC17B694CD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67-0">
            <a:extLst>
              <a:ext uri="{FF2B5EF4-FFF2-40B4-BE49-F238E27FC236}">
                <a16:creationId xmlns:a16="http://schemas.microsoft.com/office/drawing/2014/main" id="{B7BD9B4B-D691-46A4-9E8F-E48281DBF7B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7-1">
            <a:extLst>
              <a:ext uri="{FF2B5EF4-FFF2-40B4-BE49-F238E27FC236}">
                <a16:creationId xmlns:a16="http://schemas.microsoft.com/office/drawing/2014/main" id="{0441023B-8B62-4AB5-9EBD-0E8BBE48AA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7-2">
            <a:extLst>
              <a:ext uri="{FF2B5EF4-FFF2-40B4-BE49-F238E27FC236}">
                <a16:creationId xmlns:a16="http://schemas.microsoft.com/office/drawing/2014/main" id="{1AF2378F-A0C4-4B6D-B86C-01337B497A07}"/>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7-3">
            <a:extLst>
              <a:ext uri="{FF2B5EF4-FFF2-40B4-BE49-F238E27FC236}">
                <a16:creationId xmlns:a16="http://schemas.microsoft.com/office/drawing/2014/main" id="{7F9B60B2-A356-405A-AF5B-C2C77BE2523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7-4">
            <a:extLst>
              <a:ext uri="{FF2B5EF4-FFF2-40B4-BE49-F238E27FC236}">
                <a16:creationId xmlns:a16="http://schemas.microsoft.com/office/drawing/2014/main" id="{97A2E20E-0175-4632-9324-9BA86756352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7-5">
            <a:extLst>
              <a:ext uri="{FF2B5EF4-FFF2-40B4-BE49-F238E27FC236}">
                <a16:creationId xmlns:a16="http://schemas.microsoft.com/office/drawing/2014/main" id="{661C3D63-7D7A-4E00-9B90-ABA6731A337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7-6">
            <a:extLst>
              <a:ext uri="{FF2B5EF4-FFF2-40B4-BE49-F238E27FC236}">
                <a16:creationId xmlns:a16="http://schemas.microsoft.com/office/drawing/2014/main" id="{762436B5-2B19-4CEF-8693-D9E6F8BBC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7-7">
            <a:extLst>
              <a:ext uri="{FF2B5EF4-FFF2-40B4-BE49-F238E27FC236}">
                <a16:creationId xmlns:a16="http://schemas.microsoft.com/office/drawing/2014/main" id="{554B56C7-14DF-467B-82B4-DC089297856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8">
            <a:extLst>
              <a:ext uri="{FF2B5EF4-FFF2-40B4-BE49-F238E27FC236}">
                <a16:creationId xmlns:a16="http://schemas.microsoft.com/office/drawing/2014/main" id="{BE7E748C-56D2-465D-92BD-730EC19EDD23}"/>
              </a:ext>
            </a:extLst>
          </p:cNvPr>
          <p:cNvSpPr>
            <a:spLocks noGrp="1"/>
          </p:cNvSpPr>
          <p:nvPr/>
        </p:nvSpPr>
        <p:spPr>
          <a:xfrm>
            <a:off x="6772275" y="2743200"/>
            <a:ext cx="19050" cy="666750"/>
          </a:xfrm>
          <a:prstGeom prst="rect">
            <a:avLst/>
          </a:prstGeom>
          <a:solidFill>
            <a:srgbClr val="9A5900"/>
          </a:solidFill>
          <a:ln w="0">
            <a:noFill/>
          </a:ln>
        </p:spPr>
      </p:sp>
      <p:sp>
        <p:nvSpPr>
          <p:cNvPr id="19" name="pointer-267">
            <a:extLst>
              <a:ext uri="{FF2B5EF4-FFF2-40B4-BE49-F238E27FC236}">
                <a16:creationId xmlns:a16="http://schemas.microsoft.com/office/drawing/2014/main" id="{D0123892-3585-4B57-AD31-73DB029BD3F8}"/>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FA071B5-340A-49E5-A779-58A07E4F80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3 + (1) = 4</a:t>
            </a:r>
          </a:p>
        </p:txBody>
      </p:sp>
      <p:sp>
        <p:nvSpPr>
          <p:cNvPr id="21" name="best-equation">
            <a:extLst>
              <a:ext uri="{FF2B5EF4-FFF2-40B4-BE49-F238E27FC236}">
                <a16:creationId xmlns:a16="http://schemas.microsoft.com/office/drawing/2014/main" id="{C096DEFD-F338-4692-97C1-4BB11CBC04B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9-label">
            <a:extLst>
              <a:ext uri="{FF2B5EF4-FFF2-40B4-BE49-F238E27FC236}">
                <a16:creationId xmlns:a16="http://schemas.microsoft.com/office/drawing/2014/main" id="{00A0F0A0-CBA3-4843-9BD2-1C507974A43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1959C4-B635-4398-86AB-87D88FD464B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9-0">
            <a:extLst>
              <a:ext uri="{FF2B5EF4-FFF2-40B4-BE49-F238E27FC236}">
                <a16:creationId xmlns:a16="http://schemas.microsoft.com/office/drawing/2014/main" id="{343CA280-8C8C-408A-8C0B-FC145E9374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9-1">
            <a:extLst>
              <a:ext uri="{FF2B5EF4-FFF2-40B4-BE49-F238E27FC236}">
                <a16:creationId xmlns:a16="http://schemas.microsoft.com/office/drawing/2014/main" id="{B23E1FA5-C48B-4987-AD9F-45C74955C1B8}"/>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9-2">
            <a:extLst>
              <a:ext uri="{FF2B5EF4-FFF2-40B4-BE49-F238E27FC236}">
                <a16:creationId xmlns:a16="http://schemas.microsoft.com/office/drawing/2014/main" id="{72D1EB49-513A-4398-9DD4-E948669BA25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9-3">
            <a:extLst>
              <a:ext uri="{FF2B5EF4-FFF2-40B4-BE49-F238E27FC236}">
                <a16:creationId xmlns:a16="http://schemas.microsoft.com/office/drawing/2014/main" id="{7CEE30DB-E566-451A-BD74-FB17E8A37EC5}"/>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9-4">
            <a:extLst>
              <a:ext uri="{FF2B5EF4-FFF2-40B4-BE49-F238E27FC236}">
                <a16:creationId xmlns:a16="http://schemas.microsoft.com/office/drawing/2014/main" id="{EDE45A4A-4EAE-4F0D-91D8-B42A18F17A7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9-5">
            <a:extLst>
              <a:ext uri="{FF2B5EF4-FFF2-40B4-BE49-F238E27FC236}">
                <a16:creationId xmlns:a16="http://schemas.microsoft.com/office/drawing/2014/main" id="{7ED89BBD-F1BC-4A1B-91B1-75B9023F6C1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9-6">
            <a:extLst>
              <a:ext uri="{FF2B5EF4-FFF2-40B4-BE49-F238E27FC236}">
                <a16:creationId xmlns:a16="http://schemas.microsoft.com/office/drawing/2014/main" id="{FC0C2E77-83FC-41D1-BC3B-CE59CB22D149}"/>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9-7">
            <a:extLst>
              <a:ext uri="{FF2B5EF4-FFF2-40B4-BE49-F238E27FC236}">
                <a16:creationId xmlns:a16="http://schemas.microsoft.com/office/drawing/2014/main" id="{5D91E6DC-DCFA-49CC-9AE0-92A4853B75D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70">
            <a:extLst>
              <a:ext uri="{FF2B5EF4-FFF2-40B4-BE49-F238E27FC236}">
                <a16:creationId xmlns:a16="http://schemas.microsoft.com/office/drawing/2014/main" id="{026DA74C-1FD9-4D89-9845-7A5C49B12F5F}"/>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0418390-787C-4D9A-BB7D-0024B4FB22A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764999446"/>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F53854D-BE0B-43D0-AC5A-69D7E1E2BC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3E4B4A-52E9-49A5-972E-4D0AA84DA86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AA6AB95-AD69-4AC7-930F-3604496C540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경계에서 두 기록을 붙입니다</a:t>
            </a:r>
          </a:p>
        </p:txBody>
      </p:sp>
      <p:sp>
        <p:nvSpPr>
          <p:cNvPr id="4" name="diagram-line-271">
            <a:extLst>
              <a:ext uri="{FF2B5EF4-FFF2-40B4-BE49-F238E27FC236}">
                <a16:creationId xmlns:a16="http://schemas.microsoft.com/office/drawing/2014/main" id="{EB15F8A4-F313-473C-A816-64BED98EDB7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447AB4F-D7F4-4112-BCB2-C9671C0AF1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10, right_sum = 7이므로 cross_max = 17입니다.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3와 4에서 맞닿아 빈틈 없이 이어집니다.</a:t>
            </a:r>
          </a:p>
        </p:txBody>
      </p:sp>
      <p:sp>
        <p:nvSpPr>
          <p:cNvPr id="6" name="footer">
            <a:extLst>
              <a:ext uri="{FF2B5EF4-FFF2-40B4-BE49-F238E27FC236}">
                <a16:creationId xmlns:a16="http://schemas.microsoft.com/office/drawing/2014/main" id="{0C6AE407-81D1-4149-9E2F-46EB44CE7E9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912C12-17B3-46D5-B576-FD8449BBA78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168</a:t>
            </a:r>
            <a:endParaRPr sz="1050" b="0">
              <a:solidFill>
                <a:srgbClr val="151515"/>
              </a:solidFill>
              <a:latin typeface="Consolas"/>
              <a:ea typeface="Consolas"/>
              <a:cs typeface="Consolas"/>
            </a:endParaRPr>
          </a:p>
        </p:txBody>
      </p:sp>
      <p:sp>
        <p:nvSpPr>
          <p:cNvPr id="8" name="row-272-label">
            <a:extLst>
              <a:ext uri="{FF2B5EF4-FFF2-40B4-BE49-F238E27FC236}">
                <a16:creationId xmlns:a16="http://schemas.microsoft.com/office/drawing/2014/main" id="{6008A67C-9564-48FC-862D-4CAA66658C3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6069C277-954F-4C2B-BEA0-F83AD12856D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2-0">
            <a:extLst>
              <a:ext uri="{FF2B5EF4-FFF2-40B4-BE49-F238E27FC236}">
                <a16:creationId xmlns:a16="http://schemas.microsoft.com/office/drawing/2014/main" id="{8C044315-7D1D-4B17-8C78-A29B0426AEFF}"/>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2-1">
            <a:extLst>
              <a:ext uri="{FF2B5EF4-FFF2-40B4-BE49-F238E27FC236}">
                <a16:creationId xmlns:a16="http://schemas.microsoft.com/office/drawing/2014/main" id="{51E4F14B-B4AB-4590-8638-750ACC7639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2-2">
            <a:extLst>
              <a:ext uri="{FF2B5EF4-FFF2-40B4-BE49-F238E27FC236}">
                <a16:creationId xmlns:a16="http://schemas.microsoft.com/office/drawing/2014/main" id="{490FDA91-D17B-40C9-82DE-5DBC2FC4061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2-3">
            <a:extLst>
              <a:ext uri="{FF2B5EF4-FFF2-40B4-BE49-F238E27FC236}">
                <a16:creationId xmlns:a16="http://schemas.microsoft.com/office/drawing/2014/main" id="{6F3F0E79-8611-40B3-AAE4-E1124A518094}"/>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2-4">
            <a:extLst>
              <a:ext uri="{FF2B5EF4-FFF2-40B4-BE49-F238E27FC236}">
                <a16:creationId xmlns:a16="http://schemas.microsoft.com/office/drawing/2014/main" id="{5EC122E3-C42D-4471-AD39-20F34AEA8121}"/>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2-5">
            <a:extLst>
              <a:ext uri="{FF2B5EF4-FFF2-40B4-BE49-F238E27FC236}">
                <a16:creationId xmlns:a16="http://schemas.microsoft.com/office/drawing/2014/main" id="{9D72BD4F-7C2B-48D7-BDF9-B041055E3868}"/>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2-6">
            <a:extLst>
              <a:ext uri="{FF2B5EF4-FFF2-40B4-BE49-F238E27FC236}">
                <a16:creationId xmlns:a16="http://schemas.microsoft.com/office/drawing/2014/main" id="{6B62FE6C-0369-40F9-A287-BD95DB1A3AC4}"/>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2-7">
            <a:extLst>
              <a:ext uri="{FF2B5EF4-FFF2-40B4-BE49-F238E27FC236}">
                <a16:creationId xmlns:a16="http://schemas.microsoft.com/office/drawing/2014/main" id="{7F020731-1C70-42F4-ADEE-289198E023E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2">
            <a:extLst>
              <a:ext uri="{FF2B5EF4-FFF2-40B4-BE49-F238E27FC236}">
                <a16:creationId xmlns:a16="http://schemas.microsoft.com/office/drawing/2014/main" id="{25EC76C8-8EC2-4478-861A-850691512942}"/>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10</a:t>
            </a:r>
          </a:p>
        </p:txBody>
      </p:sp>
      <p:sp>
        <p:nvSpPr>
          <p:cNvPr id="19" name="row-273-label">
            <a:extLst>
              <a:ext uri="{FF2B5EF4-FFF2-40B4-BE49-F238E27FC236}">
                <a16:creationId xmlns:a16="http://schemas.microsoft.com/office/drawing/2014/main" id="{B3C331B7-577F-4433-B200-50EFC58610FC}"/>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0D13755-61E8-442B-905E-EE8E9FFFD2EB}"/>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3-0">
            <a:extLst>
              <a:ext uri="{FF2B5EF4-FFF2-40B4-BE49-F238E27FC236}">
                <a16:creationId xmlns:a16="http://schemas.microsoft.com/office/drawing/2014/main" id="{66F5FF09-5F0D-40BF-8641-07A4D89E095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3-1">
            <a:extLst>
              <a:ext uri="{FF2B5EF4-FFF2-40B4-BE49-F238E27FC236}">
                <a16:creationId xmlns:a16="http://schemas.microsoft.com/office/drawing/2014/main" id="{5AECB25B-33D4-4AF6-A6BF-23F996273D17}"/>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3-2">
            <a:extLst>
              <a:ext uri="{FF2B5EF4-FFF2-40B4-BE49-F238E27FC236}">
                <a16:creationId xmlns:a16="http://schemas.microsoft.com/office/drawing/2014/main" id="{0509E50D-2AAD-4DB7-9BAD-BCC4D9DA18D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3-3">
            <a:extLst>
              <a:ext uri="{FF2B5EF4-FFF2-40B4-BE49-F238E27FC236}">
                <a16:creationId xmlns:a16="http://schemas.microsoft.com/office/drawing/2014/main" id="{D321A52F-6310-414E-A8DD-C348E8BCA27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3-4">
            <a:extLst>
              <a:ext uri="{FF2B5EF4-FFF2-40B4-BE49-F238E27FC236}">
                <a16:creationId xmlns:a16="http://schemas.microsoft.com/office/drawing/2014/main" id="{1BB93DD9-5B22-40AC-BC0E-3EDD237C5D27}"/>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3-5">
            <a:extLst>
              <a:ext uri="{FF2B5EF4-FFF2-40B4-BE49-F238E27FC236}">
                <a16:creationId xmlns:a16="http://schemas.microsoft.com/office/drawing/2014/main" id="{9B887D61-5C94-4AF6-9FFC-374B9B8B9E15}"/>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3-6">
            <a:extLst>
              <a:ext uri="{FF2B5EF4-FFF2-40B4-BE49-F238E27FC236}">
                <a16:creationId xmlns:a16="http://schemas.microsoft.com/office/drawing/2014/main" id="{68042EEA-2359-4406-9773-C1489F53CE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3-7">
            <a:extLst>
              <a:ext uri="{FF2B5EF4-FFF2-40B4-BE49-F238E27FC236}">
                <a16:creationId xmlns:a16="http://schemas.microsoft.com/office/drawing/2014/main" id="{EB60B87D-2D75-4227-A063-33FB46FA3C7B}"/>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3">
            <a:extLst>
              <a:ext uri="{FF2B5EF4-FFF2-40B4-BE49-F238E27FC236}">
                <a16:creationId xmlns:a16="http://schemas.microsoft.com/office/drawing/2014/main" id="{8B253010-6D2E-4C30-A47F-3D2B6A988DB6}"/>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4-label">
            <a:extLst>
              <a:ext uri="{FF2B5EF4-FFF2-40B4-BE49-F238E27FC236}">
                <a16:creationId xmlns:a16="http://schemas.microsoft.com/office/drawing/2014/main" id="{F4AE9547-F620-4D25-80AF-E059ADBB4B3C}"/>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6162006-3483-4516-AFDE-FB70FFDE907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4-0">
            <a:extLst>
              <a:ext uri="{FF2B5EF4-FFF2-40B4-BE49-F238E27FC236}">
                <a16:creationId xmlns:a16="http://schemas.microsoft.com/office/drawing/2014/main" id="{3499A911-D7E4-4FF3-B1E0-595A31D15C9E}"/>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4-1">
            <a:extLst>
              <a:ext uri="{FF2B5EF4-FFF2-40B4-BE49-F238E27FC236}">
                <a16:creationId xmlns:a16="http://schemas.microsoft.com/office/drawing/2014/main" id="{D4CB0698-3D26-43EC-B0E1-0B6C33C02406}"/>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4-2">
            <a:extLst>
              <a:ext uri="{FF2B5EF4-FFF2-40B4-BE49-F238E27FC236}">
                <a16:creationId xmlns:a16="http://schemas.microsoft.com/office/drawing/2014/main" id="{62E8C072-0C88-4106-B726-7CCEA38075D9}"/>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4-3">
            <a:extLst>
              <a:ext uri="{FF2B5EF4-FFF2-40B4-BE49-F238E27FC236}">
                <a16:creationId xmlns:a16="http://schemas.microsoft.com/office/drawing/2014/main" id="{0083A57F-4D2D-4751-8D91-9D88D74FF057}"/>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4-4">
            <a:extLst>
              <a:ext uri="{FF2B5EF4-FFF2-40B4-BE49-F238E27FC236}">
                <a16:creationId xmlns:a16="http://schemas.microsoft.com/office/drawing/2014/main" id="{F933821D-0586-454D-B090-7780D4DA006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4-5">
            <a:extLst>
              <a:ext uri="{FF2B5EF4-FFF2-40B4-BE49-F238E27FC236}">
                <a16:creationId xmlns:a16="http://schemas.microsoft.com/office/drawing/2014/main" id="{CDCE122B-A033-4CEF-B31E-B44F1B31B498}"/>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4-6">
            <a:extLst>
              <a:ext uri="{FF2B5EF4-FFF2-40B4-BE49-F238E27FC236}">
                <a16:creationId xmlns:a16="http://schemas.microsoft.com/office/drawing/2014/main" id="{8492F09A-A268-41DD-B6A9-8668CF37C2BE}"/>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4-7">
            <a:extLst>
              <a:ext uri="{FF2B5EF4-FFF2-40B4-BE49-F238E27FC236}">
                <a16:creationId xmlns:a16="http://schemas.microsoft.com/office/drawing/2014/main" id="{732504C0-EF85-47D9-94CD-418C7FCA9DA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4">
            <a:extLst>
              <a:ext uri="{FF2B5EF4-FFF2-40B4-BE49-F238E27FC236}">
                <a16:creationId xmlns:a16="http://schemas.microsoft.com/office/drawing/2014/main" id="{20467C2E-3449-4A94-970F-C4DE632F224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7367F60-22B5-45AF-90CC-559F0991A3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10 + (7) = 17. 마지막에 읽은 합이 아니라 최선의 기록을 더합니다.</a:t>
            </a:r>
          </a:p>
        </p:txBody>
      </p:sp>
    </p:spTree>
    <p:extLst>
      <p:ext uri="{BB962C8B-B14F-4D97-AF65-F5344CB8AC3E}">
        <p14:creationId xmlns:p14="http://schemas.microsoft.com/office/powerpoint/2010/main" val="2327304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2B4E5758-824F-4071-AD70-FD64D8F09E0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838D51F-F063-46A3-A50B-A8BCA0418C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D8FF2F-2EC9-4F71-8B55-E3A4905E76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세 후보 비교 → 17 반환</a:t>
            </a:r>
          </a:p>
        </p:txBody>
      </p:sp>
      <p:sp>
        <p:nvSpPr>
          <p:cNvPr id="4" name="diagram-line-275">
            <a:extLst>
              <a:ext uri="{FF2B5EF4-FFF2-40B4-BE49-F238E27FC236}">
                <a16:creationId xmlns:a16="http://schemas.microsoft.com/office/drawing/2014/main" id="{4439116D-7D49-4805-A50E-2BD3493895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881E529-E5CF-43DB-BB71-CC57D180C6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7, 경계를 걸친 합 17을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7, 17) = 17입니다.</a:t>
            </a:r>
          </a:p>
        </p:txBody>
      </p:sp>
      <p:sp>
        <p:nvSpPr>
          <p:cNvPr id="6" name="footer">
            <a:extLst>
              <a:ext uri="{FF2B5EF4-FFF2-40B4-BE49-F238E27FC236}">
                <a16:creationId xmlns:a16="http://schemas.microsoft.com/office/drawing/2014/main" id="{CD806C64-937B-4FA8-90E6-3C8A413A6D8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E53A0-68F3-4EDC-A4FF-E50A7500B1E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169</a:t>
            </a:r>
            <a:endParaRPr sz="1050" b="0">
              <a:solidFill>
                <a:srgbClr val="151515"/>
              </a:solidFill>
              <a:latin typeface="Consolas"/>
              <a:ea typeface="Consolas"/>
              <a:cs typeface="Consolas"/>
            </a:endParaRPr>
          </a:p>
        </p:txBody>
      </p:sp>
      <p:sp>
        <p:nvSpPr>
          <p:cNvPr id="8" name="row-276-label">
            <a:extLst>
              <a:ext uri="{FF2B5EF4-FFF2-40B4-BE49-F238E27FC236}">
                <a16:creationId xmlns:a16="http://schemas.microsoft.com/office/drawing/2014/main" id="{C626FEC7-CDDD-4481-B16B-F31F4C46A4D8}"/>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D6B19E81-0087-4980-9716-824CE354EE1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6-0">
            <a:extLst>
              <a:ext uri="{FF2B5EF4-FFF2-40B4-BE49-F238E27FC236}">
                <a16:creationId xmlns:a16="http://schemas.microsoft.com/office/drawing/2014/main" id="{7D8D13B2-F476-4B35-901C-E2A4E076F2EB}"/>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6-1">
            <a:extLst>
              <a:ext uri="{FF2B5EF4-FFF2-40B4-BE49-F238E27FC236}">
                <a16:creationId xmlns:a16="http://schemas.microsoft.com/office/drawing/2014/main" id="{7F9EDDCE-372F-42E0-B7B8-EDF0F6D84688}"/>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6-2">
            <a:extLst>
              <a:ext uri="{FF2B5EF4-FFF2-40B4-BE49-F238E27FC236}">
                <a16:creationId xmlns:a16="http://schemas.microsoft.com/office/drawing/2014/main" id="{A4C99B2E-AB6A-4D45-AD41-C078341546E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6-3">
            <a:extLst>
              <a:ext uri="{FF2B5EF4-FFF2-40B4-BE49-F238E27FC236}">
                <a16:creationId xmlns:a16="http://schemas.microsoft.com/office/drawing/2014/main" id="{CF0DA3A0-CFCC-4BFA-8A06-13905E801927}"/>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6-4">
            <a:extLst>
              <a:ext uri="{FF2B5EF4-FFF2-40B4-BE49-F238E27FC236}">
                <a16:creationId xmlns:a16="http://schemas.microsoft.com/office/drawing/2014/main" id="{F3DA0523-A668-43DF-9BCB-B7795D42977D}"/>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6-5">
            <a:extLst>
              <a:ext uri="{FF2B5EF4-FFF2-40B4-BE49-F238E27FC236}">
                <a16:creationId xmlns:a16="http://schemas.microsoft.com/office/drawing/2014/main" id="{360E2A49-BDDA-4DBE-A67D-1F192C7CAD6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6-6">
            <a:extLst>
              <a:ext uri="{FF2B5EF4-FFF2-40B4-BE49-F238E27FC236}">
                <a16:creationId xmlns:a16="http://schemas.microsoft.com/office/drawing/2014/main" id="{FEE885F8-B4C8-4F9C-98AF-97BDE635977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6-7">
            <a:extLst>
              <a:ext uri="{FF2B5EF4-FFF2-40B4-BE49-F238E27FC236}">
                <a16:creationId xmlns:a16="http://schemas.microsoft.com/office/drawing/2014/main" id="{F0EA6D02-0CA0-4243-93C5-2591949F4B9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6">
            <a:extLst>
              <a:ext uri="{FF2B5EF4-FFF2-40B4-BE49-F238E27FC236}">
                <a16:creationId xmlns:a16="http://schemas.microsoft.com/office/drawing/2014/main" id="{88CB2DDA-6F65-45AF-93BA-4BC545D16FE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277-label">
            <a:extLst>
              <a:ext uri="{FF2B5EF4-FFF2-40B4-BE49-F238E27FC236}">
                <a16:creationId xmlns:a16="http://schemas.microsoft.com/office/drawing/2014/main" id="{B901EE68-3A47-461D-9710-54B7ACD601C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A06AB6CE-231E-4C90-B04B-165DEACFB9D6}"/>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7-0">
            <a:extLst>
              <a:ext uri="{FF2B5EF4-FFF2-40B4-BE49-F238E27FC236}">
                <a16:creationId xmlns:a16="http://schemas.microsoft.com/office/drawing/2014/main" id="{A49CA982-ED02-41E6-8B4E-5A6BB76C23A6}"/>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7-1">
            <a:extLst>
              <a:ext uri="{FF2B5EF4-FFF2-40B4-BE49-F238E27FC236}">
                <a16:creationId xmlns:a16="http://schemas.microsoft.com/office/drawing/2014/main" id="{1B5EE325-AD2A-4041-B63C-4E1F7504DB51}"/>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7-2">
            <a:extLst>
              <a:ext uri="{FF2B5EF4-FFF2-40B4-BE49-F238E27FC236}">
                <a16:creationId xmlns:a16="http://schemas.microsoft.com/office/drawing/2014/main" id="{75BCD379-4F70-4C9E-93A2-B221DF6E16B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7-3">
            <a:extLst>
              <a:ext uri="{FF2B5EF4-FFF2-40B4-BE49-F238E27FC236}">
                <a16:creationId xmlns:a16="http://schemas.microsoft.com/office/drawing/2014/main" id="{77A7F0BC-3735-486E-B3C1-DE91E984D11D}"/>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7-4">
            <a:extLst>
              <a:ext uri="{FF2B5EF4-FFF2-40B4-BE49-F238E27FC236}">
                <a16:creationId xmlns:a16="http://schemas.microsoft.com/office/drawing/2014/main" id="{6087A1A0-3F0C-4EF2-B8A0-23920D7CFFDC}"/>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7-5">
            <a:extLst>
              <a:ext uri="{FF2B5EF4-FFF2-40B4-BE49-F238E27FC236}">
                <a16:creationId xmlns:a16="http://schemas.microsoft.com/office/drawing/2014/main" id="{7D25F960-189B-4D6E-A403-D590DD35C30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7-6">
            <a:extLst>
              <a:ext uri="{FF2B5EF4-FFF2-40B4-BE49-F238E27FC236}">
                <a16:creationId xmlns:a16="http://schemas.microsoft.com/office/drawing/2014/main" id="{2DE339EB-272E-4F85-A427-3A1A3D29C71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7-7">
            <a:extLst>
              <a:ext uri="{FF2B5EF4-FFF2-40B4-BE49-F238E27FC236}">
                <a16:creationId xmlns:a16="http://schemas.microsoft.com/office/drawing/2014/main" id="{3F2D4B4C-7D02-49D6-9165-AD5B58D5B30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7">
            <a:extLst>
              <a:ext uri="{FF2B5EF4-FFF2-40B4-BE49-F238E27FC236}">
                <a16:creationId xmlns:a16="http://schemas.microsoft.com/office/drawing/2014/main" id="{F7A6052E-D890-4883-88B2-B6FFF5B9BE6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8-label">
            <a:extLst>
              <a:ext uri="{FF2B5EF4-FFF2-40B4-BE49-F238E27FC236}">
                <a16:creationId xmlns:a16="http://schemas.microsoft.com/office/drawing/2014/main" id="{707A093A-BAE5-4B78-9A62-B81C6140908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D8A993B0-BD76-42C7-8442-C3633445F34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8-0">
            <a:extLst>
              <a:ext uri="{FF2B5EF4-FFF2-40B4-BE49-F238E27FC236}">
                <a16:creationId xmlns:a16="http://schemas.microsoft.com/office/drawing/2014/main" id="{61F6DDCE-4731-4406-B4AA-164F949D46B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8-1">
            <a:extLst>
              <a:ext uri="{FF2B5EF4-FFF2-40B4-BE49-F238E27FC236}">
                <a16:creationId xmlns:a16="http://schemas.microsoft.com/office/drawing/2014/main" id="{087A0C25-B36C-4A5D-8B9B-CB124E6E1CA8}"/>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8-2">
            <a:extLst>
              <a:ext uri="{FF2B5EF4-FFF2-40B4-BE49-F238E27FC236}">
                <a16:creationId xmlns:a16="http://schemas.microsoft.com/office/drawing/2014/main" id="{2FFDF72D-2320-4976-A71A-6942C08B163F}"/>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8-3">
            <a:extLst>
              <a:ext uri="{FF2B5EF4-FFF2-40B4-BE49-F238E27FC236}">
                <a16:creationId xmlns:a16="http://schemas.microsoft.com/office/drawing/2014/main" id="{97639BF4-5F44-4105-A734-44BFBEC73161}"/>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8-4">
            <a:extLst>
              <a:ext uri="{FF2B5EF4-FFF2-40B4-BE49-F238E27FC236}">
                <a16:creationId xmlns:a16="http://schemas.microsoft.com/office/drawing/2014/main" id="{52BF382C-08B1-4318-B9DE-EA64EA0EEF4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8-5">
            <a:extLst>
              <a:ext uri="{FF2B5EF4-FFF2-40B4-BE49-F238E27FC236}">
                <a16:creationId xmlns:a16="http://schemas.microsoft.com/office/drawing/2014/main" id="{1F1722B8-E487-4E84-B7D1-7EA96BE17257}"/>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8-6">
            <a:extLst>
              <a:ext uri="{FF2B5EF4-FFF2-40B4-BE49-F238E27FC236}">
                <a16:creationId xmlns:a16="http://schemas.microsoft.com/office/drawing/2014/main" id="{4E403478-8D6B-4679-89A4-714B3F5210DF}"/>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8-7">
            <a:extLst>
              <a:ext uri="{FF2B5EF4-FFF2-40B4-BE49-F238E27FC236}">
                <a16:creationId xmlns:a16="http://schemas.microsoft.com/office/drawing/2014/main" id="{FBCD17B5-4D11-44E9-9290-89AB9E1AD4C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8">
            <a:extLst>
              <a:ext uri="{FF2B5EF4-FFF2-40B4-BE49-F238E27FC236}">
                <a16:creationId xmlns:a16="http://schemas.microsoft.com/office/drawing/2014/main" id="{1C426EE8-74EF-4273-A652-1A168657880C}"/>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270CCCC-E86C-4B10-A4C2-DD5106DAD69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호출의 최종 답 17을 반환합니다.</a:t>
            </a:r>
          </a:p>
        </p:txBody>
      </p:sp>
    </p:spTree>
    <p:extLst>
      <p:ext uri="{BB962C8B-B14F-4D97-AF65-F5344CB8AC3E}">
        <p14:creationId xmlns:p14="http://schemas.microsoft.com/office/powerpoint/2010/main" val="345306116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4AA16649-B088-466E-BB6A-E6DBA4F4200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77CA13-294B-42E7-B886-6ABE383363C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6A659E7-A398-4AD3-B59F-BFD7319DA5D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호출의 코드와 방금 본 값</a:t>
            </a:r>
          </a:p>
        </p:txBody>
      </p:sp>
      <p:sp>
        <p:nvSpPr>
          <p:cNvPr id="4" name="diagram-line-279">
            <a:extLst>
              <a:ext uri="{FF2B5EF4-FFF2-40B4-BE49-F238E27FC236}">
                <a16:creationId xmlns:a16="http://schemas.microsoft.com/office/drawing/2014/main" id="{6F8F1FD8-B3B4-453C-B872-10FF5912D05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A83780C-D488-40C2-8018-55314CE42F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왼쪽 답, 오른쪽 답, 걸친 답을 차례로 구하고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하나일 때만 재귀 호출 없이 그 값을 반환합니다.</a:t>
            </a:r>
          </a:p>
        </p:txBody>
      </p:sp>
      <p:sp>
        <p:nvSpPr>
          <p:cNvPr id="6" name="footer">
            <a:extLst>
              <a:ext uri="{FF2B5EF4-FFF2-40B4-BE49-F238E27FC236}">
                <a16:creationId xmlns:a16="http://schemas.microsoft.com/office/drawing/2014/main" id="{C795C1FE-1308-4F61-95C8-E4A7DAA73CA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A5685F9-C919-4DA9-875B-C011026598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170</a:t>
            </a:r>
            <a:endParaRPr sz="1050" b="0">
              <a:solidFill>
                <a:srgbClr val="151515"/>
              </a:solidFill>
              <a:latin typeface="Consolas"/>
              <a:ea typeface="Consolas"/>
              <a:cs typeface="Consolas"/>
            </a:endParaRPr>
          </a:p>
        </p:txBody>
      </p:sp>
      <p:sp>
        <p:nvSpPr>
          <p:cNvPr id="8" name="main-code">
            <a:extLst>
              <a:ext uri="{FF2B5EF4-FFF2-40B4-BE49-F238E27FC236}">
                <a16:creationId xmlns:a16="http://schemas.microsoft.com/office/drawing/2014/main" id="{304C9A39-F382-4778-A0C4-04466A97E954}"/>
              </a:ext>
            </a:extLst>
          </p:cNvPr>
          <p:cNvSpPr>
            <a:spLocks noGrp="1"/>
          </p:cNvSpPr>
          <p:nvPr/>
        </p:nvSpPr>
        <p:spPr>
          <a:xfrm>
            <a:off x="857250" y="2667000"/>
            <a:ext cx="10572750" cy="314325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def max_subarray_sum(a, low,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if low ==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a[low]</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mid = (low + high) // 2</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left_max = max_subarray_sum(a, low, mid)</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right_max = max_subarray_sum(a, mid + 1,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cross_max = max_crossing_sum(a, low, mid,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max(left_max, right_max, cross_max)</a:t>
            </a:r>
          </a:p>
        </p:txBody>
      </p:sp>
      <p:sp>
        <p:nvSpPr>
          <p:cNvPr id="9" name="caption">
            <a:extLst>
              <a:ext uri="{FF2B5EF4-FFF2-40B4-BE49-F238E27FC236}">
                <a16:creationId xmlns:a16="http://schemas.microsoft.com/office/drawing/2014/main" id="{7E45FDAC-80A2-4141-BA56-A964ED062C4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 max_subarray_sum(a, 0, 7) → max(12, 7, 17) → 17</a:t>
            </a:r>
          </a:p>
        </p:txBody>
      </p:sp>
    </p:spTree>
    <p:extLst>
      <p:ext uri="{BB962C8B-B14F-4D97-AF65-F5344CB8AC3E}">
        <p14:creationId xmlns:p14="http://schemas.microsoft.com/office/powerpoint/2010/main" val="94025954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0E3FD108-A19E-4948-992F-3FDDAEF3C4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10C8E4D-2C56-4625-83A2-382F076C4F6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1E4929D-3B70-484D-9B4B-3459F8123D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① 왼쪽 스캔</a:t>
            </a:r>
          </a:p>
        </p:txBody>
      </p:sp>
      <p:sp>
        <p:nvSpPr>
          <p:cNvPr id="4" name="diagram-line-280">
            <a:extLst>
              <a:ext uri="{FF2B5EF4-FFF2-40B4-BE49-F238E27FC236}">
                <a16:creationId xmlns:a16="http://schemas.microsoft.com/office/drawing/2014/main" id="{5CA341D6-2900-4CB2-A30D-72F657C1C4C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3D1D2F9-789C-4558-9D6E-BF9540FEA66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left_sum은 mid에서 끝나는 구간 중 최댓값입니다.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range(mid, low − 1, −1)은 mid부터 low까지 한 칸씩 왼쪽으로 이동합니다.</a:t>
            </a:r>
          </a:p>
        </p:txBody>
      </p:sp>
      <p:sp>
        <p:nvSpPr>
          <p:cNvPr id="6" name="footer">
            <a:extLst>
              <a:ext uri="{FF2B5EF4-FFF2-40B4-BE49-F238E27FC236}">
                <a16:creationId xmlns:a16="http://schemas.microsoft.com/office/drawing/2014/main" id="{51E4C000-724F-49D4-A7E7-DEDA73F93C5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9E6959-C16F-45D7-9C16-694C98357F5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171</a:t>
            </a:r>
            <a:endParaRPr sz="1050" b="0">
              <a:solidFill>
                <a:srgbClr val="151515"/>
              </a:solidFill>
              <a:latin typeface="Consolas"/>
              <a:ea typeface="Consolas"/>
              <a:cs typeface="Consolas"/>
            </a:endParaRPr>
          </a:p>
        </p:txBody>
      </p:sp>
      <p:sp>
        <p:nvSpPr>
          <p:cNvPr id="8" name="left-code">
            <a:extLst>
              <a:ext uri="{FF2B5EF4-FFF2-40B4-BE49-F238E27FC236}">
                <a16:creationId xmlns:a16="http://schemas.microsoft.com/office/drawing/2014/main" id="{F144E01C-BE0D-4F4F-9986-514E1D0B8E8E}"/>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def max_crossing_sum(a, low, mid, high):</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i in range(mid, low - 1,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a[i]</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left_sum: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current_sum</a:t>
            </a:r>
          </a:p>
        </p:txBody>
      </p:sp>
      <p:sp>
        <p:nvSpPr>
          <p:cNvPr id="9" name="left-path">
            <a:extLst>
              <a:ext uri="{FF2B5EF4-FFF2-40B4-BE49-F238E27FC236}">
                <a16:creationId xmlns:a16="http://schemas.microsoft.com/office/drawing/2014/main" id="{2E666B71-F183-4B55-A310-6168830423FF}"/>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1D5A8A"/>
                </a:solidFill>
                <a:latin typeface="Consolas"/>
                <a:ea typeface="Consolas"/>
                <a:cs typeface="Consolas"/>
              </a:defRPr>
            </a:defPPr>
          </a:lstStyle>
          <a:p>
            <a:pPr algn="l">
              <a:lnSpc>
                <a:spcPct val="108000"/>
              </a:lnSpc>
              <a:buNone/>
              <a:defRPr sz="2025" b="1">
                <a:solidFill>
                  <a:srgbClr val="1D5A8A"/>
                </a:solidFill>
                <a:latin typeface="Consolas"/>
                <a:ea typeface="Consolas"/>
                <a:cs typeface="Consolas"/>
              </a:defRPr>
            </a:pPr>
            <a:r>
              <a:rPr sz="2025" b="1">
                <a:solidFill>
                  <a:srgbClr val="1D5A8A"/>
                </a:solidFill>
                <a:latin typeface="Consolas"/>
                <a:ea typeface="Consolas"/>
                <a:cs typeface="Consolas"/>
              </a:rPr>
              <a:t>i: 3 → 2 → 1 → 0     기록: −2 → 10 → 10 → 10</a:t>
            </a:r>
          </a:p>
        </p:txBody>
      </p:sp>
      <p:sp>
        <p:nvSpPr>
          <p:cNvPr id="10" name="caption">
            <a:extLst>
              <a:ext uri="{FF2B5EF4-FFF2-40B4-BE49-F238E27FC236}">
                <a16:creationId xmlns:a16="http://schemas.microsoft.com/office/drawing/2014/main" id="{703C6FB2-0EE8-4FBF-9775-D02B0AB0BD1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새 원소는 current_sum에 더합니다. left_sum은 최댓값을 보관하는 기록입니다.</a:t>
            </a:r>
          </a:p>
        </p:txBody>
      </p:sp>
    </p:spTree>
    <p:extLst>
      <p:ext uri="{BB962C8B-B14F-4D97-AF65-F5344CB8AC3E}">
        <p14:creationId xmlns:p14="http://schemas.microsoft.com/office/powerpoint/2010/main" val="4177924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A27D5B92-705B-4AE0-8B55-72FD86E28DA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DEF5643-7E73-4020-B30B-932FB1528EA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48C2F26-080D-47A2-8709-9BD8F8DF53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② 오른쪽과 반환</a:t>
            </a:r>
          </a:p>
        </p:txBody>
      </p:sp>
      <p:sp>
        <p:nvSpPr>
          <p:cNvPr id="4" name="diagram-line-281">
            <a:extLst>
              <a:ext uri="{FF2B5EF4-FFF2-40B4-BE49-F238E27FC236}">
                <a16:creationId xmlns:a16="http://schemas.microsoft.com/office/drawing/2014/main" id="{7D51B875-7574-4501-9130-D84318316D8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1B55058-2941-4BB6-AD26-4BFCB78817B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current_sum만 0으로 다시 설정합니다. left_sum은 그대로 보관합니다.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오른쪽은 mid + 1부터 high까지 읽고, 두 최댓값 기록을 더해 반환합니다.</a:t>
            </a:r>
          </a:p>
        </p:txBody>
      </p:sp>
      <p:sp>
        <p:nvSpPr>
          <p:cNvPr id="6" name="footer">
            <a:extLst>
              <a:ext uri="{FF2B5EF4-FFF2-40B4-BE49-F238E27FC236}">
                <a16:creationId xmlns:a16="http://schemas.microsoft.com/office/drawing/2014/main" id="{EA12C749-A166-44EC-BA98-000288B682E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039025D-F373-4C5D-9197-2175A783D0C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172</a:t>
            </a:r>
            <a:endParaRPr sz="1050" b="0">
              <a:solidFill>
                <a:srgbClr val="151515"/>
              </a:solidFill>
              <a:latin typeface="Consolas"/>
              <a:ea typeface="Consolas"/>
              <a:cs typeface="Consolas"/>
            </a:endParaRPr>
          </a:p>
        </p:txBody>
      </p:sp>
      <p:sp>
        <p:nvSpPr>
          <p:cNvPr id="8" name="right-code">
            <a:extLst>
              <a:ext uri="{FF2B5EF4-FFF2-40B4-BE49-F238E27FC236}">
                <a16:creationId xmlns:a16="http://schemas.microsoft.com/office/drawing/2014/main" id="{53F0553F-09BA-4D72-9526-D80A2F30BD14}"/>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j in range(mid + 1, high + 1):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a[j]</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right_sum: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current_sum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return left_sum + right_sum</a:t>
            </a:r>
          </a:p>
        </p:txBody>
      </p:sp>
      <p:sp>
        <p:nvSpPr>
          <p:cNvPr id="9" name="right-path">
            <a:extLst>
              <a:ext uri="{FF2B5EF4-FFF2-40B4-BE49-F238E27FC236}">
                <a16:creationId xmlns:a16="http://schemas.microsoft.com/office/drawing/2014/main" id="{C8FEB325-68D4-4267-9F13-6A29B4D1A85C}"/>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256B50"/>
                </a:solidFill>
                <a:latin typeface="Consolas"/>
                <a:ea typeface="Consolas"/>
                <a:cs typeface="Consolas"/>
              </a:defRPr>
            </a:defPPr>
          </a:lstStyle>
          <a:p>
            <a:pPr algn="l">
              <a:lnSpc>
                <a:spcPct val="108000"/>
              </a:lnSpc>
              <a:buNone/>
              <a:defRPr sz="2025" b="1">
                <a:solidFill>
                  <a:srgbClr val="256B50"/>
                </a:solidFill>
                <a:latin typeface="Consolas"/>
                <a:ea typeface="Consolas"/>
                <a:cs typeface="Consolas"/>
              </a:defRPr>
            </a:pPr>
            <a:r>
              <a:rPr sz="2025" b="1">
                <a:solidFill>
                  <a:srgbClr val="256B50"/>
                </a:solidFill>
                <a:latin typeface="Consolas"/>
                <a:ea typeface="Consolas"/>
                <a:cs typeface="Consolas"/>
              </a:rPr>
              <a:t>j: 4 → 5 → 6 → 7      반환: 10 + 7 = 17</a:t>
            </a:r>
          </a:p>
        </p:txBody>
      </p:sp>
      <p:sp>
        <p:nvSpPr>
          <p:cNvPr id="10" name="caption">
            <a:extLst>
              <a:ext uri="{FF2B5EF4-FFF2-40B4-BE49-F238E27FC236}">
                <a16:creationId xmlns:a16="http://schemas.microsoft.com/office/drawing/2014/main" id="{504FEAAF-1CA6-4E64-8280-FC0BA0B864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두 반복문은 다른 칸을 읽습니다. 경계 원소를 중복해서 더하지 않습니다.</a:t>
            </a:r>
          </a:p>
        </p:txBody>
      </p:sp>
    </p:spTree>
    <p:extLst>
      <p:ext uri="{BB962C8B-B14F-4D97-AF65-F5344CB8AC3E}">
        <p14:creationId xmlns:p14="http://schemas.microsoft.com/office/powerpoint/2010/main" val="292054296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7B783AFF-1F77-48EE-94EC-C21AF8A318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721626F-8F36-4F47-BA95-28E4AAB783D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21C63F-6FBB-4079-BA1A-44F74E7AA0B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range의 끝값은 읽지 않습니다</a:t>
            </a:r>
          </a:p>
        </p:txBody>
      </p:sp>
      <p:sp>
        <p:nvSpPr>
          <p:cNvPr id="4" name="diagram-line-282">
            <a:extLst>
              <a:ext uri="{FF2B5EF4-FFF2-40B4-BE49-F238E27FC236}">
                <a16:creationId xmlns:a16="http://schemas.microsoft.com/office/drawing/2014/main" id="{13810C80-6071-47F2-BEC4-76CF4EE3D56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A5B447-8B73-4F64-9CAC-C554F66293B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3, 2, 1, 0을 읽습니다. 오른쪽은 4, 5, 6, 7을 읽습니다.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−1과 8은 range를 멈추기 위한 값이며, 배열에서 접근할 인덱스가 아닙니다.</a:t>
            </a:r>
          </a:p>
        </p:txBody>
      </p:sp>
      <p:sp>
        <p:nvSpPr>
          <p:cNvPr id="6" name="footer">
            <a:extLst>
              <a:ext uri="{FF2B5EF4-FFF2-40B4-BE49-F238E27FC236}">
                <a16:creationId xmlns:a16="http://schemas.microsoft.com/office/drawing/2014/main" id="{71523DC5-DC76-492D-A2EB-3E67A3171A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177938A-28E0-46DE-9ECE-A8C4E45BFA3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173</a:t>
            </a:r>
            <a:endParaRPr sz="1050" b="0">
              <a:solidFill>
                <a:srgbClr val="151515"/>
              </a:solidFill>
              <a:latin typeface="Consolas"/>
              <a:ea typeface="Consolas"/>
              <a:cs typeface="Consolas"/>
            </a:endParaRPr>
          </a:p>
        </p:txBody>
      </p:sp>
      <p:sp>
        <p:nvSpPr>
          <p:cNvPr id="8" name="row-283-label">
            <a:extLst>
              <a:ext uri="{FF2B5EF4-FFF2-40B4-BE49-F238E27FC236}">
                <a16:creationId xmlns:a16="http://schemas.microsoft.com/office/drawing/2014/main" id="{F4C340FC-046F-47C4-A0E0-904F8FE40D24}"/>
              </a:ext>
            </a:extLst>
          </p:cNvPr>
          <p:cNvSpPr>
            <a:spLocks noGrp="1"/>
          </p:cNvSpPr>
          <p:nvPr/>
        </p:nvSpPr>
        <p:spPr>
          <a:xfrm>
            <a:off x="609600" y="2971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인덱스</a:t>
            </a:r>
          </a:p>
        </p:txBody>
      </p:sp>
      <p:graphicFrame>
        <p:nvGraphicFramePr>
          <p:cNvPr id="9" name="표 8">
            <a:extLst>
              <a:ext uri="{FF2B5EF4-FFF2-40B4-BE49-F238E27FC236}">
                <a16:creationId xmlns:a16="http://schemas.microsoft.com/office/drawing/2014/main" id="{3E669C76-E199-4F91-891F-D8F6B77D58B5}"/>
              </a:ext>
            </a:extLst>
          </p:cNvPr>
          <p:cNvGraphicFramePr/>
          <p:nvPr/>
        </p:nvGraphicFramePr>
        <p:xfrm>
          <a:off x="2362200" y="2847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3-0">
            <a:extLst>
              <a:ext uri="{FF2B5EF4-FFF2-40B4-BE49-F238E27FC236}">
                <a16:creationId xmlns:a16="http://schemas.microsoft.com/office/drawing/2014/main" id="{3574D781-0961-4F28-8490-9035B642E85F}"/>
              </a:ext>
            </a:extLst>
          </p:cNvPr>
          <p:cNvSpPr>
            <a:spLocks noGrp="1"/>
          </p:cNvSpPr>
          <p:nvPr/>
        </p:nvSpPr>
        <p:spPr>
          <a:xfrm>
            <a:off x="23622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3-1">
            <a:extLst>
              <a:ext uri="{FF2B5EF4-FFF2-40B4-BE49-F238E27FC236}">
                <a16:creationId xmlns:a16="http://schemas.microsoft.com/office/drawing/2014/main" id="{DC872277-19CD-47BA-8E1E-850776434F17}"/>
              </a:ext>
            </a:extLst>
          </p:cNvPr>
          <p:cNvSpPr>
            <a:spLocks noGrp="1"/>
          </p:cNvSpPr>
          <p:nvPr/>
        </p:nvSpPr>
        <p:spPr>
          <a:xfrm>
            <a:off x="34671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3-2">
            <a:extLst>
              <a:ext uri="{FF2B5EF4-FFF2-40B4-BE49-F238E27FC236}">
                <a16:creationId xmlns:a16="http://schemas.microsoft.com/office/drawing/2014/main" id="{03457F43-B93E-4AD2-8841-3DDE3D0C5BEA}"/>
              </a:ext>
            </a:extLst>
          </p:cNvPr>
          <p:cNvSpPr>
            <a:spLocks noGrp="1"/>
          </p:cNvSpPr>
          <p:nvPr/>
        </p:nvSpPr>
        <p:spPr>
          <a:xfrm>
            <a:off x="45720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3-3">
            <a:extLst>
              <a:ext uri="{FF2B5EF4-FFF2-40B4-BE49-F238E27FC236}">
                <a16:creationId xmlns:a16="http://schemas.microsoft.com/office/drawing/2014/main" id="{53C4442A-CDE5-4224-99E4-6716CA62BF1B}"/>
              </a:ext>
            </a:extLst>
          </p:cNvPr>
          <p:cNvSpPr>
            <a:spLocks noGrp="1"/>
          </p:cNvSpPr>
          <p:nvPr/>
        </p:nvSpPr>
        <p:spPr>
          <a:xfrm>
            <a:off x="56769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83-4">
            <a:extLst>
              <a:ext uri="{FF2B5EF4-FFF2-40B4-BE49-F238E27FC236}">
                <a16:creationId xmlns:a16="http://schemas.microsoft.com/office/drawing/2014/main" id="{11D2EAB0-9567-475B-94A9-A5681C192794}"/>
              </a:ext>
            </a:extLst>
          </p:cNvPr>
          <p:cNvSpPr>
            <a:spLocks noGrp="1"/>
          </p:cNvSpPr>
          <p:nvPr/>
        </p:nvSpPr>
        <p:spPr>
          <a:xfrm>
            <a:off x="67818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83-5">
            <a:extLst>
              <a:ext uri="{FF2B5EF4-FFF2-40B4-BE49-F238E27FC236}">
                <a16:creationId xmlns:a16="http://schemas.microsoft.com/office/drawing/2014/main" id="{1C28D517-916B-4308-AC64-0CC2A2A1BAD7}"/>
              </a:ext>
            </a:extLst>
          </p:cNvPr>
          <p:cNvSpPr>
            <a:spLocks noGrp="1"/>
          </p:cNvSpPr>
          <p:nvPr/>
        </p:nvSpPr>
        <p:spPr>
          <a:xfrm>
            <a:off x="78867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83-6">
            <a:extLst>
              <a:ext uri="{FF2B5EF4-FFF2-40B4-BE49-F238E27FC236}">
                <a16:creationId xmlns:a16="http://schemas.microsoft.com/office/drawing/2014/main" id="{0486B0B2-17F8-4975-8CED-0224DA2383C2}"/>
              </a:ext>
            </a:extLst>
          </p:cNvPr>
          <p:cNvSpPr>
            <a:spLocks noGrp="1"/>
          </p:cNvSpPr>
          <p:nvPr/>
        </p:nvSpPr>
        <p:spPr>
          <a:xfrm>
            <a:off x="89916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83-7">
            <a:extLst>
              <a:ext uri="{FF2B5EF4-FFF2-40B4-BE49-F238E27FC236}">
                <a16:creationId xmlns:a16="http://schemas.microsoft.com/office/drawing/2014/main" id="{313440C4-2A63-458B-BC3E-29923BFC54C7}"/>
              </a:ext>
            </a:extLst>
          </p:cNvPr>
          <p:cNvSpPr>
            <a:spLocks noGrp="1"/>
          </p:cNvSpPr>
          <p:nvPr/>
        </p:nvSpPr>
        <p:spPr>
          <a:xfrm>
            <a:off x="100965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84">
            <a:extLst>
              <a:ext uri="{FF2B5EF4-FFF2-40B4-BE49-F238E27FC236}">
                <a16:creationId xmlns:a16="http://schemas.microsoft.com/office/drawing/2014/main" id="{015DF203-223F-4B53-A575-7F06621F9378}"/>
              </a:ext>
            </a:extLst>
          </p:cNvPr>
          <p:cNvSpPr>
            <a:spLocks noGrp="1"/>
          </p:cNvSpPr>
          <p:nvPr/>
        </p:nvSpPr>
        <p:spPr>
          <a:xfrm>
            <a:off x="6772275" y="2790825"/>
            <a:ext cx="19050" cy="666750"/>
          </a:xfrm>
          <a:prstGeom prst="rect">
            <a:avLst/>
          </a:prstGeom>
          <a:solidFill>
            <a:srgbClr val="9A5900"/>
          </a:solidFill>
          <a:ln w="0">
            <a:noFill/>
          </a:ln>
        </p:spPr>
      </p:sp>
      <p:sp>
        <p:nvSpPr>
          <p:cNvPr id="19" name="left-range">
            <a:extLst>
              <a:ext uri="{FF2B5EF4-FFF2-40B4-BE49-F238E27FC236}">
                <a16:creationId xmlns:a16="http://schemas.microsoft.com/office/drawing/2014/main" id="{411FE210-5095-40F3-B35F-18CB86CC597D}"/>
              </a:ext>
            </a:extLst>
          </p:cNvPr>
          <p:cNvSpPr>
            <a:spLocks noGrp="1"/>
          </p:cNvSpPr>
          <p:nvPr/>
        </p:nvSpPr>
        <p:spPr>
          <a:xfrm>
            <a:off x="2362200" y="3943350"/>
            <a:ext cx="8839200" cy="400050"/>
          </a:xfrm>
          <a:prstGeom prst="rect">
            <a:avLst/>
          </a:prstGeom>
          <a:noFill/>
          <a:ln w="0">
            <a:noFill/>
          </a:ln>
        </p:spPr>
        <p:txBody>
          <a:bodyPr wrap="none" lIns="0" tIns="0" rIns="0" bIns="0" anchor="t">
            <a:noAutofit/>
          </a:bodyPr>
          <a:lstStyle>
            <a:defPPr algn="l">
              <a:defRPr sz="2100" b="1">
                <a:solidFill>
                  <a:srgbClr val="1D5A8A"/>
                </a:solidFill>
                <a:latin typeface="Consolas"/>
                <a:ea typeface="Consolas"/>
                <a:cs typeface="Consolas"/>
              </a:defRPr>
            </a:defPPr>
          </a:lstStyle>
          <a:p>
            <a:pPr algn="l">
              <a:lnSpc>
                <a:spcPct val="108000"/>
              </a:lnSpc>
              <a:buNone/>
              <a:defRPr sz="2100" b="1">
                <a:solidFill>
                  <a:srgbClr val="1D5A8A"/>
                </a:solidFill>
                <a:latin typeface="Consolas"/>
                <a:ea typeface="Consolas"/>
                <a:cs typeface="Consolas"/>
              </a:defRPr>
            </a:pPr>
            <a:r>
              <a:rPr sz="2100" b="1">
                <a:solidFill>
                  <a:srgbClr val="1D5A8A"/>
                </a:solidFill>
                <a:latin typeface="Consolas"/>
                <a:ea typeface="Consolas"/>
                <a:cs typeface="Consolas"/>
              </a:rPr>
              <a:t>range(3, −1, −1)  →  3, 2, 1, 0</a:t>
            </a:r>
          </a:p>
        </p:txBody>
      </p:sp>
      <p:sp>
        <p:nvSpPr>
          <p:cNvPr id="20" name="row-285-label">
            <a:extLst>
              <a:ext uri="{FF2B5EF4-FFF2-40B4-BE49-F238E27FC236}">
                <a16:creationId xmlns:a16="http://schemas.microsoft.com/office/drawing/2014/main" id="{81071F9E-6D94-475E-B42B-C5500351E888}"/>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인덱스</a:t>
            </a:r>
          </a:p>
        </p:txBody>
      </p:sp>
      <p:graphicFrame>
        <p:nvGraphicFramePr>
          <p:cNvPr id="21" name="표 20">
            <a:extLst>
              <a:ext uri="{FF2B5EF4-FFF2-40B4-BE49-F238E27FC236}">
                <a16:creationId xmlns:a16="http://schemas.microsoft.com/office/drawing/2014/main" id="{997D0D1A-576F-49E4-86B3-9A6DE035232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index-285-0">
            <a:extLst>
              <a:ext uri="{FF2B5EF4-FFF2-40B4-BE49-F238E27FC236}">
                <a16:creationId xmlns:a16="http://schemas.microsoft.com/office/drawing/2014/main" id="{8D69AAF4-504F-4621-823B-571B642B6F1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index-285-1">
            <a:extLst>
              <a:ext uri="{FF2B5EF4-FFF2-40B4-BE49-F238E27FC236}">
                <a16:creationId xmlns:a16="http://schemas.microsoft.com/office/drawing/2014/main" id="{F5A053DD-F328-41BE-B988-B3F1D9B5D404}"/>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index-285-2">
            <a:extLst>
              <a:ext uri="{FF2B5EF4-FFF2-40B4-BE49-F238E27FC236}">
                <a16:creationId xmlns:a16="http://schemas.microsoft.com/office/drawing/2014/main" id="{4F78712A-75FF-49FC-B10D-4A2F2606F19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index-285-3">
            <a:extLst>
              <a:ext uri="{FF2B5EF4-FFF2-40B4-BE49-F238E27FC236}">
                <a16:creationId xmlns:a16="http://schemas.microsoft.com/office/drawing/2014/main" id="{5D6F3071-4004-484D-84F3-0BA39F1D6A0B}"/>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index-285-4">
            <a:extLst>
              <a:ext uri="{FF2B5EF4-FFF2-40B4-BE49-F238E27FC236}">
                <a16:creationId xmlns:a16="http://schemas.microsoft.com/office/drawing/2014/main" id="{CB1B591F-25E4-41A4-979C-6504E6DB6181}"/>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index-285-5">
            <a:extLst>
              <a:ext uri="{FF2B5EF4-FFF2-40B4-BE49-F238E27FC236}">
                <a16:creationId xmlns:a16="http://schemas.microsoft.com/office/drawing/2014/main" id="{B6460E9A-B360-4F98-8BC1-272A74BBF3B8}"/>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index-285-6">
            <a:extLst>
              <a:ext uri="{FF2B5EF4-FFF2-40B4-BE49-F238E27FC236}">
                <a16:creationId xmlns:a16="http://schemas.microsoft.com/office/drawing/2014/main" id="{B8F1A273-F484-46B6-91C6-42536CEBDF1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9" name="index-285-7">
            <a:extLst>
              <a:ext uri="{FF2B5EF4-FFF2-40B4-BE49-F238E27FC236}">
                <a16:creationId xmlns:a16="http://schemas.microsoft.com/office/drawing/2014/main" id="{08044F66-BB76-48C5-BA3E-BA0EC889B1B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0" name="diagram-line-286">
            <a:extLst>
              <a:ext uri="{FF2B5EF4-FFF2-40B4-BE49-F238E27FC236}">
                <a16:creationId xmlns:a16="http://schemas.microsoft.com/office/drawing/2014/main" id="{DD9E9F71-C51D-4874-8A3F-33E12A9A83C3}"/>
              </a:ext>
            </a:extLst>
          </p:cNvPr>
          <p:cNvSpPr>
            <a:spLocks noGrp="1"/>
          </p:cNvSpPr>
          <p:nvPr/>
        </p:nvSpPr>
        <p:spPr>
          <a:xfrm>
            <a:off x="6772275" y="4724400"/>
            <a:ext cx="19050" cy="666750"/>
          </a:xfrm>
          <a:prstGeom prst="rect">
            <a:avLst/>
          </a:prstGeom>
          <a:solidFill>
            <a:srgbClr val="9A5900"/>
          </a:solidFill>
          <a:ln w="0">
            <a:noFill/>
          </a:ln>
        </p:spPr>
      </p:sp>
      <p:sp>
        <p:nvSpPr>
          <p:cNvPr id="31" name="caption">
            <a:extLst>
              <a:ext uri="{FF2B5EF4-FFF2-40B4-BE49-F238E27FC236}">
                <a16:creationId xmlns:a16="http://schemas.microsoft.com/office/drawing/2014/main" id="{1F745B4C-02B8-4E8D-B3BA-841174D307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range(4, 8) → 4, 5, 6, 7. 현재 호출의 low와 high까지만 읽습니다.</a:t>
            </a:r>
          </a:p>
        </p:txBody>
      </p:sp>
    </p:spTree>
    <p:extLst>
      <p:ext uri="{BB962C8B-B14F-4D97-AF65-F5344CB8AC3E}">
        <p14:creationId xmlns:p14="http://schemas.microsoft.com/office/powerpoint/2010/main" val="150182320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6CADA929-AC0A-47B4-92BF-559152FAE67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846B5A1-2767-42CA-9F62-79DA8BC4A83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737973E-F308-406D-90DA-BE96CD7B87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모두 음수면 0이 답이 아닙니다</a:t>
            </a:r>
          </a:p>
        </p:txBody>
      </p:sp>
      <p:sp>
        <p:nvSpPr>
          <p:cNvPr id="4" name="diagram-line-287">
            <a:extLst>
              <a:ext uri="{FF2B5EF4-FFF2-40B4-BE49-F238E27FC236}">
                <a16:creationId xmlns:a16="http://schemas.microsoft.com/office/drawing/2014/main" id="{A6E47E20-42F8-4858-B2C1-50362BD3F70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B12297D-7812-4C32-B7AD-9ADDE2C653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[−4, −2, −5, −1]. 비어 있지 않은 구간만 고릅니다.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−2, 오른쪽 −1, 걸친 합 −7 중 가장 큰 값은 −1입니다.</a:t>
            </a:r>
          </a:p>
        </p:txBody>
      </p:sp>
      <p:sp>
        <p:nvSpPr>
          <p:cNvPr id="6" name="footer">
            <a:extLst>
              <a:ext uri="{FF2B5EF4-FFF2-40B4-BE49-F238E27FC236}">
                <a16:creationId xmlns:a16="http://schemas.microsoft.com/office/drawing/2014/main" id="{EB009BBF-7A91-447F-A4CE-875F731E634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74A7FC-5853-4560-8211-CCD895DEA4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174</a:t>
            </a:r>
            <a:endParaRPr sz="1050" b="0">
              <a:solidFill>
                <a:srgbClr val="151515"/>
              </a:solidFill>
              <a:latin typeface="Consolas"/>
              <a:ea typeface="Consolas"/>
              <a:cs typeface="Consolas"/>
            </a:endParaRPr>
          </a:p>
        </p:txBody>
      </p:sp>
      <p:sp>
        <p:nvSpPr>
          <p:cNvPr id="8" name="row-288-label">
            <a:extLst>
              <a:ext uri="{FF2B5EF4-FFF2-40B4-BE49-F238E27FC236}">
                <a16:creationId xmlns:a16="http://schemas.microsoft.com/office/drawing/2014/main" id="{EC4FF763-71F4-46FE-BF73-9532CEED2D4A}"/>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C7D11E1A-D127-4C7C-B761-76FE7EF785B6}"/>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8-0">
            <a:extLst>
              <a:ext uri="{FF2B5EF4-FFF2-40B4-BE49-F238E27FC236}">
                <a16:creationId xmlns:a16="http://schemas.microsoft.com/office/drawing/2014/main" id="{62E0BB66-F54E-4F35-B6B9-39CE86C47359}"/>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8-1">
            <a:extLst>
              <a:ext uri="{FF2B5EF4-FFF2-40B4-BE49-F238E27FC236}">
                <a16:creationId xmlns:a16="http://schemas.microsoft.com/office/drawing/2014/main" id="{0FC4C2D3-ADF2-4EDC-AB91-3410036CBF61}"/>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8-2">
            <a:extLst>
              <a:ext uri="{FF2B5EF4-FFF2-40B4-BE49-F238E27FC236}">
                <a16:creationId xmlns:a16="http://schemas.microsoft.com/office/drawing/2014/main" id="{411461F0-F594-459A-B155-5B89F711A3F6}"/>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8-3">
            <a:extLst>
              <a:ext uri="{FF2B5EF4-FFF2-40B4-BE49-F238E27FC236}">
                <a16:creationId xmlns:a16="http://schemas.microsoft.com/office/drawing/2014/main" id="{7BCD58C4-B337-44E6-A7B0-A3FAECD48088}"/>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88">
            <a:extLst>
              <a:ext uri="{FF2B5EF4-FFF2-40B4-BE49-F238E27FC236}">
                <a16:creationId xmlns:a16="http://schemas.microsoft.com/office/drawing/2014/main" id="{158F6645-F93D-4180-845F-641FFB73561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5" name="row-289-label">
            <a:extLst>
              <a:ext uri="{FF2B5EF4-FFF2-40B4-BE49-F238E27FC236}">
                <a16:creationId xmlns:a16="http://schemas.microsoft.com/office/drawing/2014/main" id="{FFE4BDA1-BCAE-485C-A808-6FCCE6B922BA}"/>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E431796E-A93E-462C-9EB3-74245EF39D2E}"/>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7" name="index-289-0">
            <a:extLst>
              <a:ext uri="{FF2B5EF4-FFF2-40B4-BE49-F238E27FC236}">
                <a16:creationId xmlns:a16="http://schemas.microsoft.com/office/drawing/2014/main" id="{26886892-48A0-4D25-8B99-03392FF94997}"/>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89-1">
            <a:extLst>
              <a:ext uri="{FF2B5EF4-FFF2-40B4-BE49-F238E27FC236}">
                <a16:creationId xmlns:a16="http://schemas.microsoft.com/office/drawing/2014/main" id="{28606A61-4F2D-47E0-B173-006BE092A94A}"/>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89-2">
            <a:extLst>
              <a:ext uri="{FF2B5EF4-FFF2-40B4-BE49-F238E27FC236}">
                <a16:creationId xmlns:a16="http://schemas.microsoft.com/office/drawing/2014/main" id="{F8F4A546-75DC-43AF-9642-860838936D63}"/>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89-3">
            <a:extLst>
              <a:ext uri="{FF2B5EF4-FFF2-40B4-BE49-F238E27FC236}">
                <a16:creationId xmlns:a16="http://schemas.microsoft.com/office/drawing/2014/main" id="{1B9D8B7D-0B92-4244-AE32-C6306229AB01}"/>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89">
            <a:extLst>
              <a:ext uri="{FF2B5EF4-FFF2-40B4-BE49-F238E27FC236}">
                <a16:creationId xmlns:a16="http://schemas.microsoft.com/office/drawing/2014/main" id="{5BD43FCA-088A-4897-B7B6-1173EE4651E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22" name="row-290-label">
            <a:extLst>
              <a:ext uri="{FF2B5EF4-FFF2-40B4-BE49-F238E27FC236}">
                <a16:creationId xmlns:a16="http://schemas.microsoft.com/office/drawing/2014/main" id="{09846375-5D94-493A-8937-99D7100658C2}"/>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D4D3DEC5-9D83-4DF4-9116-C66E37A143AD}"/>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0-0">
            <a:extLst>
              <a:ext uri="{FF2B5EF4-FFF2-40B4-BE49-F238E27FC236}">
                <a16:creationId xmlns:a16="http://schemas.microsoft.com/office/drawing/2014/main" id="{6DFB4552-144B-45BD-9FA5-9E9947712FE3}"/>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0-1">
            <a:extLst>
              <a:ext uri="{FF2B5EF4-FFF2-40B4-BE49-F238E27FC236}">
                <a16:creationId xmlns:a16="http://schemas.microsoft.com/office/drawing/2014/main" id="{922CC807-E113-4FF2-BE64-515CCEEEF109}"/>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0-2">
            <a:extLst>
              <a:ext uri="{FF2B5EF4-FFF2-40B4-BE49-F238E27FC236}">
                <a16:creationId xmlns:a16="http://schemas.microsoft.com/office/drawing/2014/main" id="{DE0C37EB-AFE1-4649-B000-31D86AE18FC1}"/>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0-3">
            <a:extLst>
              <a:ext uri="{FF2B5EF4-FFF2-40B4-BE49-F238E27FC236}">
                <a16:creationId xmlns:a16="http://schemas.microsoft.com/office/drawing/2014/main" id="{DDB3204C-BA2F-4542-8AE3-9B31F996DC2C}"/>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0">
            <a:extLst>
              <a:ext uri="{FF2B5EF4-FFF2-40B4-BE49-F238E27FC236}">
                <a16:creationId xmlns:a16="http://schemas.microsoft.com/office/drawing/2014/main" id="{CD69D36F-7344-4DDF-B41A-3BB3374270C3}"/>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−7</a:t>
            </a:r>
          </a:p>
        </p:txBody>
      </p:sp>
      <p:sp>
        <p:nvSpPr>
          <p:cNvPr id="29" name="caption">
            <a:extLst>
              <a:ext uri="{FF2B5EF4-FFF2-40B4-BE49-F238E27FC236}">
                <a16:creationId xmlns:a16="http://schemas.microsoft.com/office/drawing/2014/main" id="{52B9D778-F6A9-4651-AE0B-DBB3DCB4F5A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−2 → −6 (기록 −2) / 오른쪽: −5 → −6 (기록 −5)</a:t>
            </a:r>
          </a:p>
        </p:txBody>
      </p:sp>
    </p:spTree>
    <p:extLst>
      <p:ext uri="{BB962C8B-B14F-4D97-AF65-F5344CB8AC3E}">
        <p14:creationId xmlns:p14="http://schemas.microsoft.com/office/powerpoint/2010/main" val="236325758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557764CA-C83A-46CE-89DD-9842669440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5050156-DC6D-4995-9E17-1BF977C51B3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EEF29A4-06D3-4CCC-A23C-0493D6B771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cross_max가 항상 이기지는 않습니다</a:t>
            </a:r>
          </a:p>
        </p:txBody>
      </p:sp>
      <p:sp>
        <p:nvSpPr>
          <p:cNvPr id="4" name="diagram-line-291">
            <a:extLst>
              <a:ext uri="{FF2B5EF4-FFF2-40B4-BE49-F238E27FC236}">
                <a16:creationId xmlns:a16="http://schemas.microsoft.com/office/drawing/2014/main" id="{92ADF9C0-714A-42E5-8C07-18D68AD2061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3A8EC5E-F0F9-4C62-8D13-92B7E9567ED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[8, −10, −2, −3]. 경계를 걸치면 −10을 빼놓을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오른쪽 −2, 걸친 합 −4 중 최댓값 8을 반환합니다.</a:t>
            </a:r>
          </a:p>
        </p:txBody>
      </p:sp>
      <p:sp>
        <p:nvSpPr>
          <p:cNvPr id="6" name="footer">
            <a:extLst>
              <a:ext uri="{FF2B5EF4-FFF2-40B4-BE49-F238E27FC236}">
                <a16:creationId xmlns:a16="http://schemas.microsoft.com/office/drawing/2014/main" id="{EAD86818-0FA8-4E92-8BEC-503DB6B1762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58FB72E-6026-4ED8-8F95-BF0427D4D07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175</a:t>
            </a:r>
            <a:endParaRPr sz="1050" b="0">
              <a:solidFill>
                <a:srgbClr val="151515"/>
              </a:solidFill>
              <a:latin typeface="Consolas"/>
              <a:ea typeface="Consolas"/>
              <a:cs typeface="Consolas"/>
            </a:endParaRPr>
          </a:p>
        </p:txBody>
      </p:sp>
      <p:sp>
        <p:nvSpPr>
          <p:cNvPr id="8" name="row-292-label">
            <a:extLst>
              <a:ext uri="{FF2B5EF4-FFF2-40B4-BE49-F238E27FC236}">
                <a16:creationId xmlns:a16="http://schemas.microsoft.com/office/drawing/2014/main" id="{64ED3847-3059-4EDD-BCDC-534F8AAC050F}"/>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56F8D11C-FC73-46EF-9E6F-7C4EC734000F}"/>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92-0">
            <a:extLst>
              <a:ext uri="{FF2B5EF4-FFF2-40B4-BE49-F238E27FC236}">
                <a16:creationId xmlns:a16="http://schemas.microsoft.com/office/drawing/2014/main" id="{4736F499-4453-4520-9865-9F0DED10F53B}"/>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92-1">
            <a:extLst>
              <a:ext uri="{FF2B5EF4-FFF2-40B4-BE49-F238E27FC236}">
                <a16:creationId xmlns:a16="http://schemas.microsoft.com/office/drawing/2014/main" id="{D4CAFF7D-A16B-41B6-BC32-D5601BAB7BAF}"/>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92-2">
            <a:extLst>
              <a:ext uri="{FF2B5EF4-FFF2-40B4-BE49-F238E27FC236}">
                <a16:creationId xmlns:a16="http://schemas.microsoft.com/office/drawing/2014/main" id="{7A9669B0-47F9-4416-B03E-B1703F11D3D2}"/>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92-3">
            <a:extLst>
              <a:ext uri="{FF2B5EF4-FFF2-40B4-BE49-F238E27FC236}">
                <a16:creationId xmlns:a16="http://schemas.microsoft.com/office/drawing/2014/main" id="{B028F21F-F979-48A3-B66E-6E510D985F15}"/>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92">
            <a:extLst>
              <a:ext uri="{FF2B5EF4-FFF2-40B4-BE49-F238E27FC236}">
                <a16:creationId xmlns:a16="http://schemas.microsoft.com/office/drawing/2014/main" id="{7FA383EE-3964-4DAD-AF7B-3AF838F3622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8</a:t>
            </a:r>
          </a:p>
        </p:txBody>
      </p:sp>
      <p:sp>
        <p:nvSpPr>
          <p:cNvPr id="15" name="row-293-label">
            <a:extLst>
              <a:ext uri="{FF2B5EF4-FFF2-40B4-BE49-F238E27FC236}">
                <a16:creationId xmlns:a16="http://schemas.microsoft.com/office/drawing/2014/main" id="{5C867CF8-2AF9-4EAE-AB05-83586B6A577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AC2A1F10-E202-490F-B012-4A34808D7082}"/>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7" name="index-293-0">
            <a:extLst>
              <a:ext uri="{FF2B5EF4-FFF2-40B4-BE49-F238E27FC236}">
                <a16:creationId xmlns:a16="http://schemas.microsoft.com/office/drawing/2014/main" id="{EC920AAF-CEA9-4E89-BDAB-3B1C6E97656A}"/>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93-1">
            <a:extLst>
              <a:ext uri="{FF2B5EF4-FFF2-40B4-BE49-F238E27FC236}">
                <a16:creationId xmlns:a16="http://schemas.microsoft.com/office/drawing/2014/main" id="{5A17E22E-14C1-4E8E-AA4F-3F28E8C25867}"/>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93-2">
            <a:extLst>
              <a:ext uri="{FF2B5EF4-FFF2-40B4-BE49-F238E27FC236}">
                <a16:creationId xmlns:a16="http://schemas.microsoft.com/office/drawing/2014/main" id="{5CC0470D-3B1B-4224-A0C1-BA7E2EF5EF85}"/>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93-3">
            <a:extLst>
              <a:ext uri="{FF2B5EF4-FFF2-40B4-BE49-F238E27FC236}">
                <a16:creationId xmlns:a16="http://schemas.microsoft.com/office/drawing/2014/main" id="{E72D134E-EF9B-4EE4-AF14-071AB728043E}"/>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93">
            <a:extLst>
              <a:ext uri="{FF2B5EF4-FFF2-40B4-BE49-F238E27FC236}">
                <a16:creationId xmlns:a16="http://schemas.microsoft.com/office/drawing/2014/main" id="{A1A12281-7492-41EB-9D56-19E56FB9FA5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22" name="row-294-label">
            <a:extLst>
              <a:ext uri="{FF2B5EF4-FFF2-40B4-BE49-F238E27FC236}">
                <a16:creationId xmlns:a16="http://schemas.microsoft.com/office/drawing/2014/main" id="{9EE637A0-3D78-4230-94C7-B694F535F7D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B637A813-4147-44D2-82BE-1620500B98C3}"/>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DE5BB"/>
                    </a:solidFill>
                  </a:tcPr>
                </a:tc>
                <a:tc>
                  <a:txBody>
                    <a:bodyPr/>
                    <a:lstStyle/>
                    <a:p>
                      <a:pPr algn="ctr"/>
                      <a:r>
                        <a:rPr sz="2475" b="1">
                          <a:solidFill>
                            <a:srgbClr val="151515"/>
                          </a:solidFill>
                          <a:latin typeface="Consolas"/>
                          <a:ea typeface="Consolas"/>
                          <a:cs typeface="Consolas"/>
                        </a:rPr>
                        <a:t>-10</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4-0">
            <a:extLst>
              <a:ext uri="{FF2B5EF4-FFF2-40B4-BE49-F238E27FC236}">
                <a16:creationId xmlns:a16="http://schemas.microsoft.com/office/drawing/2014/main" id="{A8106F41-C47A-412F-B0F3-7FE3FDF9289A}"/>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4-1">
            <a:extLst>
              <a:ext uri="{FF2B5EF4-FFF2-40B4-BE49-F238E27FC236}">
                <a16:creationId xmlns:a16="http://schemas.microsoft.com/office/drawing/2014/main" id="{3C4245B0-D446-4A47-B4D2-2FCB44E302A6}"/>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4-2">
            <a:extLst>
              <a:ext uri="{FF2B5EF4-FFF2-40B4-BE49-F238E27FC236}">
                <a16:creationId xmlns:a16="http://schemas.microsoft.com/office/drawing/2014/main" id="{0DA54835-FCE2-4500-8303-C358B571CA20}"/>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4-3">
            <a:extLst>
              <a:ext uri="{FF2B5EF4-FFF2-40B4-BE49-F238E27FC236}">
                <a16:creationId xmlns:a16="http://schemas.microsoft.com/office/drawing/2014/main" id="{5D9BBF05-3437-4DAF-8816-58D61C097FC7}"/>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4">
            <a:extLst>
              <a:ext uri="{FF2B5EF4-FFF2-40B4-BE49-F238E27FC236}">
                <a16:creationId xmlns:a16="http://schemas.microsoft.com/office/drawing/2014/main" id="{953B6739-4CB9-4194-9880-F4ACDDFA10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29" name="caption">
            <a:extLst>
              <a:ext uri="{FF2B5EF4-FFF2-40B4-BE49-F238E27FC236}">
                <a16:creationId xmlns:a16="http://schemas.microsoft.com/office/drawing/2014/main" id="{36D55CC6-EAAC-4EFD-9160-D3F36A39E72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경계 합: (8 − 10) + (−2) = −4. 전체 답은 왼쪽 한 칸의 8입니다.</a:t>
            </a:r>
          </a:p>
        </p:txBody>
      </p:sp>
    </p:spTree>
    <p:extLst>
      <p:ext uri="{BB962C8B-B14F-4D97-AF65-F5344CB8AC3E}">
        <p14:creationId xmlns:p14="http://schemas.microsoft.com/office/powerpoint/2010/main" val="369116960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box-159">
            <a:extLst>
              <a:ext uri="{FF2B5EF4-FFF2-40B4-BE49-F238E27FC236}">
                <a16:creationId xmlns:a16="http://schemas.microsoft.com/office/drawing/2014/main" id="{C15EB0D8-D81B-4612-B9A6-C6A81F2C7394}"/>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160">
            <a:extLst>
              <a:ext uri="{FF2B5EF4-FFF2-40B4-BE49-F238E27FC236}">
                <a16:creationId xmlns:a16="http://schemas.microsoft.com/office/drawing/2014/main" id="{39A4AD87-1CF7-4A8F-B180-0C7EE556F78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61">
            <a:extLst>
              <a:ext uri="{FF2B5EF4-FFF2-40B4-BE49-F238E27FC236}">
                <a16:creationId xmlns:a16="http://schemas.microsoft.com/office/drawing/2014/main" id="{E096D298-2431-495C-9C84-EF18FEA2458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cross_max 한 번: 왼쪽 4칸과 오른쪽 4칸</a:t>
            </a:r>
          </a:p>
        </p:txBody>
      </p:sp>
      <p:sp>
        <p:nvSpPr>
          <p:cNvPr id="4" name="box-162">
            <a:extLst>
              <a:ext uri="{FF2B5EF4-FFF2-40B4-BE49-F238E27FC236}">
                <a16:creationId xmlns:a16="http://schemas.microsoft.com/office/drawing/2014/main" id="{F597F373-C558-46CB-9F81-70403D724084}"/>
              </a:ext>
            </a:extLst>
          </p:cNvPr>
          <p:cNvSpPr>
            <a:spLocks noGrp="1"/>
          </p:cNvSpPr>
          <p:nvPr/>
        </p:nvSpPr>
        <p:spPr>
          <a:xfrm>
            <a:off x="609600" y="1381125"/>
            <a:ext cx="10972800" cy="9525"/>
          </a:xfrm>
          <a:prstGeom prst="rect">
            <a:avLst/>
          </a:prstGeom>
          <a:solidFill>
            <a:srgbClr val="151515"/>
          </a:solidFill>
          <a:ln w="0">
            <a:noFill/>
          </a:ln>
        </p:spPr>
      </p:sp>
      <p:sp>
        <p:nvSpPr>
          <p:cNvPr id="5" name="box-163">
            <a:extLst>
              <a:ext uri="{FF2B5EF4-FFF2-40B4-BE49-F238E27FC236}">
                <a16:creationId xmlns:a16="http://schemas.microsoft.com/office/drawing/2014/main" id="{26EA6BD1-9914-495C-85E6-152C9F69FA72}"/>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1703CD3-B120-4C96-B921-4FB9643B4F4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176</a:t>
            </a:r>
            <a:endParaRPr sz="1050" b="0">
              <a:solidFill>
                <a:srgbClr val="151515"/>
              </a:solidFill>
              <a:latin typeface="Consolas"/>
              <a:ea typeface="Consolas"/>
              <a:cs typeface="Consolas"/>
            </a:endParaRPr>
          </a:p>
        </p:txBody>
      </p:sp>
      <p:sp>
        <p:nvSpPr>
          <p:cNvPr id="7" name="box-165">
            <a:extLst>
              <a:ext uri="{FF2B5EF4-FFF2-40B4-BE49-F238E27FC236}">
                <a16:creationId xmlns:a16="http://schemas.microsoft.com/office/drawing/2014/main" id="{DC1C12E2-42E5-43B9-8B19-3C91A97663C5}"/>
              </a:ext>
            </a:extLst>
          </p:cNvPr>
          <p:cNvSpPr>
            <a:spLocks noGrp="1"/>
          </p:cNvSpPr>
          <p:nvPr/>
        </p:nvSpPr>
        <p:spPr>
          <a:xfrm>
            <a:off x="609600" y="1866900"/>
            <a:ext cx="10972800" cy="381000"/>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왼쪽 스캔: 가운데에서 왼쪽으로</a:t>
            </a:r>
          </a:p>
        </p:txBody>
      </p:sp>
      <p:sp>
        <p:nvSpPr>
          <p:cNvPr id="8" name="box-166">
            <a:extLst>
              <a:ext uri="{FF2B5EF4-FFF2-40B4-BE49-F238E27FC236}">
                <a16:creationId xmlns:a16="http://schemas.microsoft.com/office/drawing/2014/main" id="{4F5ED079-2903-475B-B053-84CE0DEB651B}"/>
              </a:ext>
            </a:extLst>
          </p:cNvPr>
          <p:cNvSpPr>
            <a:spLocks noGrp="1"/>
          </p:cNvSpPr>
          <p:nvPr/>
        </p:nvSpPr>
        <p:spPr>
          <a:xfrm>
            <a:off x="1047750" y="2514600"/>
            <a:ext cx="781050" cy="781050"/>
          </a:xfrm>
          <a:prstGeom prst="rect">
            <a:avLst/>
          </a:prstGeom>
          <a:solidFill>
            <a:srgbClr val="EEF5F8"/>
          </a:solidFill>
          <a:ln w="9525">
            <a:solidFill>
              <a:srgbClr val="146995"/>
            </a:solidFill>
          </a:ln>
        </p:spPr>
      </p:sp>
      <p:sp>
        <p:nvSpPr>
          <p:cNvPr id="9" name="box-167">
            <a:extLst>
              <a:ext uri="{FF2B5EF4-FFF2-40B4-BE49-F238E27FC236}">
                <a16:creationId xmlns:a16="http://schemas.microsoft.com/office/drawing/2014/main" id="{7807C0E3-EB78-4BD2-BCC6-D758DFC5BA56}"/>
              </a:ext>
            </a:extLst>
          </p:cNvPr>
          <p:cNvSpPr>
            <a:spLocks noGrp="1"/>
          </p:cNvSpPr>
          <p:nvPr/>
        </p:nvSpPr>
        <p:spPr>
          <a:xfrm>
            <a:off x="104775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0" name="box-168">
            <a:extLst>
              <a:ext uri="{FF2B5EF4-FFF2-40B4-BE49-F238E27FC236}">
                <a16:creationId xmlns:a16="http://schemas.microsoft.com/office/drawing/2014/main" id="{972A3786-F14E-43E1-8D75-AD4422F4EDDC}"/>
              </a:ext>
            </a:extLst>
          </p:cNvPr>
          <p:cNvSpPr>
            <a:spLocks noGrp="1"/>
          </p:cNvSpPr>
          <p:nvPr/>
        </p:nvSpPr>
        <p:spPr>
          <a:xfrm>
            <a:off x="1828800" y="2514600"/>
            <a:ext cx="781050" cy="781050"/>
          </a:xfrm>
          <a:prstGeom prst="rect">
            <a:avLst/>
          </a:prstGeom>
          <a:solidFill>
            <a:srgbClr val="EEF5F8"/>
          </a:solidFill>
          <a:ln w="9525">
            <a:solidFill>
              <a:srgbClr val="146995"/>
            </a:solidFill>
          </a:ln>
        </p:spPr>
      </p:sp>
      <p:sp>
        <p:nvSpPr>
          <p:cNvPr id="11" name="box-169">
            <a:extLst>
              <a:ext uri="{FF2B5EF4-FFF2-40B4-BE49-F238E27FC236}">
                <a16:creationId xmlns:a16="http://schemas.microsoft.com/office/drawing/2014/main" id="{827C0BE2-69A9-454B-A7A5-0FA79A6AE7BF}"/>
              </a:ext>
            </a:extLst>
          </p:cNvPr>
          <p:cNvSpPr>
            <a:spLocks noGrp="1"/>
          </p:cNvSpPr>
          <p:nvPr/>
        </p:nvSpPr>
        <p:spPr>
          <a:xfrm>
            <a:off x="182880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12" name="box-170">
            <a:extLst>
              <a:ext uri="{FF2B5EF4-FFF2-40B4-BE49-F238E27FC236}">
                <a16:creationId xmlns:a16="http://schemas.microsoft.com/office/drawing/2014/main" id="{855B3F8A-771C-4822-8B23-BA94201A66E5}"/>
              </a:ext>
            </a:extLst>
          </p:cNvPr>
          <p:cNvSpPr>
            <a:spLocks noGrp="1"/>
          </p:cNvSpPr>
          <p:nvPr/>
        </p:nvSpPr>
        <p:spPr>
          <a:xfrm>
            <a:off x="2609850" y="2514600"/>
            <a:ext cx="781050" cy="781050"/>
          </a:xfrm>
          <a:prstGeom prst="rect">
            <a:avLst/>
          </a:prstGeom>
          <a:solidFill>
            <a:srgbClr val="EEF5F8"/>
          </a:solidFill>
          <a:ln w="9525">
            <a:solidFill>
              <a:srgbClr val="146995"/>
            </a:solidFill>
          </a:ln>
        </p:spPr>
      </p:sp>
      <p:sp>
        <p:nvSpPr>
          <p:cNvPr id="13" name="box-171">
            <a:extLst>
              <a:ext uri="{FF2B5EF4-FFF2-40B4-BE49-F238E27FC236}">
                <a16:creationId xmlns:a16="http://schemas.microsoft.com/office/drawing/2014/main" id="{E7FF0EBF-FB23-4B10-8658-6F6713ECB80A}"/>
              </a:ext>
            </a:extLst>
          </p:cNvPr>
          <p:cNvSpPr>
            <a:spLocks noGrp="1"/>
          </p:cNvSpPr>
          <p:nvPr/>
        </p:nvSpPr>
        <p:spPr>
          <a:xfrm>
            <a:off x="260985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14" name="box-172">
            <a:extLst>
              <a:ext uri="{FF2B5EF4-FFF2-40B4-BE49-F238E27FC236}">
                <a16:creationId xmlns:a16="http://schemas.microsoft.com/office/drawing/2014/main" id="{96823496-32A1-463B-B31F-87F4CC47C5EB}"/>
              </a:ext>
            </a:extLst>
          </p:cNvPr>
          <p:cNvSpPr>
            <a:spLocks noGrp="1"/>
          </p:cNvSpPr>
          <p:nvPr/>
        </p:nvSpPr>
        <p:spPr>
          <a:xfrm>
            <a:off x="3390900" y="2514600"/>
            <a:ext cx="781050" cy="781050"/>
          </a:xfrm>
          <a:prstGeom prst="rect">
            <a:avLst/>
          </a:prstGeom>
          <a:solidFill>
            <a:srgbClr val="EEF5F8"/>
          </a:solidFill>
          <a:ln w="9525">
            <a:solidFill>
              <a:srgbClr val="146995"/>
            </a:solidFill>
          </a:ln>
        </p:spPr>
      </p:sp>
      <p:sp>
        <p:nvSpPr>
          <p:cNvPr id="15" name="box-173">
            <a:extLst>
              <a:ext uri="{FF2B5EF4-FFF2-40B4-BE49-F238E27FC236}">
                <a16:creationId xmlns:a16="http://schemas.microsoft.com/office/drawing/2014/main" id="{DC1E8CAB-98E8-49D4-A3F9-D4AD737853B8}"/>
              </a:ext>
            </a:extLst>
          </p:cNvPr>
          <p:cNvSpPr>
            <a:spLocks noGrp="1"/>
          </p:cNvSpPr>
          <p:nvPr/>
        </p:nvSpPr>
        <p:spPr>
          <a:xfrm>
            <a:off x="339090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6" name="box-174">
            <a:extLst>
              <a:ext uri="{FF2B5EF4-FFF2-40B4-BE49-F238E27FC236}">
                <a16:creationId xmlns:a16="http://schemas.microsoft.com/office/drawing/2014/main" id="{F516C22B-EEF3-4A69-8061-56D9BB262CDC}"/>
              </a:ext>
            </a:extLst>
          </p:cNvPr>
          <p:cNvSpPr>
            <a:spLocks noGrp="1"/>
          </p:cNvSpPr>
          <p:nvPr/>
        </p:nvSpPr>
        <p:spPr>
          <a:xfrm>
            <a:off x="4572000" y="2676525"/>
            <a:ext cx="2857500" cy="447675"/>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4칸</a:t>
            </a:r>
          </a:p>
        </p:txBody>
      </p:sp>
      <p:sp>
        <p:nvSpPr>
          <p:cNvPr id="17" name="box-175">
            <a:extLst>
              <a:ext uri="{FF2B5EF4-FFF2-40B4-BE49-F238E27FC236}">
                <a16:creationId xmlns:a16="http://schemas.microsoft.com/office/drawing/2014/main" id="{8F45B96F-6385-49FD-A433-FEF774AFCC55}"/>
              </a:ext>
            </a:extLst>
          </p:cNvPr>
          <p:cNvSpPr>
            <a:spLocks noGrp="1"/>
          </p:cNvSpPr>
          <p:nvPr/>
        </p:nvSpPr>
        <p:spPr>
          <a:xfrm>
            <a:off x="609600" y="3552825"/>
            <a:ext cx="10972800" cy="381000"/>
          </a:xfrm>
          <a:prstGeom prst="rect">
            <a:avLst/>
          </a:prstGeom>
          <a:noFill/>
          <a:ln w="0">
            <a:noFill/>
          </a:ln>
        </p:spPr>
        <p:txBody>
          <a:bodyPr wrap="none" lIns="0" tIns="0" rIns="0" bIns="0" anchor="t">
            <a:noAutofit/>
          </a:bodyPr>
          <a:lstStyle>
            <a:defPPr algn="l">
              <a:defRPr sz="2025" b="1">
                <a:solidFill>
                  <a:srgbClr val="21744F"/>
                </a:solidFill>
                <a:latin typeface="Malgun Gothic"/>
                <a:ea typeface="Malgun Gothic"/>
                <a:cs typeface="Malgun Gothic"/>
              </a:defRPr>
            </a:defPPr>
          </a:lstStyle>
          <a:p>
            <a:pPr algn="l">
              <a:lnSpc>
                <a:spcPct val="112000"/>
              </a:lnSpc>
              <a:buNone/>
              <a:defRPr sz="2025" b="1">
                <a:solidFill>
                  <a:srgbClr val="21744F"/>
                </a:solidFill>
                <a:latin typeface="Malgun Gothic"/>
                <a:ea typeface="Malgun Gothic"/>
                <a:cs typeface="Malgun Gothic"/>
              </a:defRPr>
            </a:pPr>
            <a:r>
              <a:rPr sz="2025" b="1">
                <a:solidFill>
                  <a:srgbClr val="21744F"/>
                </a:solidFill>
                <a:latin typeface="Malgun Gothic"/>
                <a:ea typeface="Malgun Gothic"/>
                <a:cs typeface="Malgun Gothic"/>
              </a:rPr>
              <a:t>오른쪽 스캔: 가운데 다음부터 오른쪽으로</a:t>
            </a:r>
          </a:p>
        </p:txBody>
      </p:sp>
      <p:sp>
        <p:nvSpPr>
          <p:cNvPr id="18" name="box-176">
            <a:extLst>
              <a:ext uri="{FF2B5EF4-FFF2-40B4-BE49-F238E27FC236}">
                <a16:creationId xmlns:a16="http://schemas.microsoft.com/office/drawing/2014/main" id="{79851AC2-0061-421B-8C3D-C28A118C7C94}"/>
              </a:ext>
            </a:extLst>
          </p:cNvPr>
          <p:cNvSpPr>
            <a:spLocks noGrp="1"/>
          </p:cNvSpPr>
          <p:nvPr/>
        </p:nvSpPr>
        <p:spPr>
          <a:xfrm>
            <a:off x="1047750" y="4200525"/>
            <a:ext cx="781050" cy="781050"/>
          </a:xfrm>
          <a:prstGeom prst="rect">
            <a:avLst/>
          </a:prstGeom>
          <a:solidFill>
            <a:srgbClr val="EEF5F8"/>
          </a:solidFill>
          <a:ln w="9525">
            <a:solidFill>
              <a:srgbClr val="146995"/>
            </a:solidFill>
          </a:ln>
        </p:spPr>
      </p:sp>
      <p:sp>
        <p:nvSpPr>
          <p:cNvPr id="19" name="box-177">
            <a:extLst>
              <a:ext uri="{FF2B5EF4-FFF2-40B4-BE49-F238E27FC236}">
                <a16:creationId xmlns:a16="http://schemas.microsoft.com/office/drawing/2014/main" id="{FEB9D6F6-92C9-45ED-A82D-D262D678265C}"/>
              </a:ext>
            </a:extLst>
          </p:cNvPr>
          <p:cNvSpPr>
            <a:spLocks noGrp="1"/>
          </p:cNvSpPr>
          <p:nvPr/>
        </p:nvSpPr>
        <p:spPr>
          <a:xfrm>
            <a:off x="104775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20" name="box-178">
            <a:extLst>
              <a:ext uri="{FF2B5EF4-FFF2-40B4-BE49-F238E27FC236}">
                <a16:creationId xmlns:a16="http://schemas.microsoft.com/office/drawing/2014/main" id="{8D2EA3DE-50F7-44AF-8002-9B18745F3B88}"/>
              </a:ext>
            </a:extLst>
          </p:cNvPr>
          <p:cNvSpPr>
            <a:spLocks noGrp="1"/>
          </p:cNvSpPr>
          <p:nvPr/>
        </p:nvSpPr>
        <p:spPr>
          <a:xfrm>
            <a:off x="1828800" y="4200525"/>
            <a:ext cx="781050" cy="781050"/>
          </a:xfrm>
          <a:prstGeom prst="rect">
            <a:avLst/>
          </a:prstGeom>
          <a:solidFill>
            <a:srgbClr val="EEF5F8"/>
          </a:solidFill>
          <a:ln w="9525">
            <a:solidFill>
              <a:srgbClr val="146995"/>
            </a:solidFill>
          </a:ln>
        </p:spPr>
      </p:sp>
      <p:sp>
        <p:nvSpPr>
          <p:cNvPr id="21" name="box-179">
            <a:extLst>
              <a:ext uri="{FF2B5EF4-FFF2-40B4-BE49-F238E27FC236}">
                <a16:creationId xmlns:a16="http://schemas.microsoft.com/office/drawing/2014/main" id="{665AF579-9DA5-445F-8D84-461353CF17AE}"/>
              </a:ext>
            </a:extLst>
          </p:cNvPr>
          <p:cNvSpPr>
            <a:spLocks noGrp="1"/>
          </p:cNvSpPr>
          <p:nvPr/>
        </p:nvSpPr>
        <p:spPr>
          <a:xfrm>
            <a:off x="182880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22" name="box-180">
            <a:extLst>
              <a:ext uri="{FF2B5EF4-FFF2-40B4-BE49-F238E27FC236}">
                <a16:creationId xmlns:a16="http://schemas.microsoft.com/office/drawing/2014/main" id="{DB9E841B-68D2-450E-8035-266E4EA16EF9}"/>
              </a:ext>
            </a:extLst>
          </p:cNvPr>
          <p:cNvSpPr>
            <a:spLocks noGrp="1"/>
          </p:cNvSpPr>
          <p:nvPr/>
        </p:nvSpPr>
        <p:spPr>
          <a:xfrm>
            <a:off x="2609850" y="4200525"/>
            <a:ext cx="781050" cy="781050"/>
          </a:xfrm>
          <a:prstGeom prst="rect">
            <a:avLst/>
          </a:prstGeom>
          <a:solidFill>
            <a:srgbClr val="EEF5F8"/>
          </a:solidFill>
          <a:ln w="9525">
            <a:solidFill>
              <a:srgbClr val="146995"/>
            </a:solidFill>
          </a:ln>
        </p:spPr>
      </p:sp>
      <p:sp>
        <p:nvSpPr>
          <p:cNvPr id="23" name="box-181">
            <a:extLst>
              <a:ext uri="{FF2B5EF4-FFF2-40B4-BE49-F238E27FC236}">
                <a16:creationId xmlns:a16="http://schemas.microsoft.com/office/drawing/2014/main" id="{78354F94-62E1-4CE1-AB64-E8D2E43F1DA5}"/>
              </a:ext>
            </a:extLst>
          </p:cNvPr>
          <p:cNvSpPr>
            <a:spLocks noGrp="1"/>
          </p:cNvSpPr>
          <p:nvPr/>
        </p:nvSpPr>
        <p:spPr>
          <a:xfrm>
            <a:off x="260985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4" name="box-182">
            <a:extLst>
              <a:ext uri="{FF2B5EF4-FFF2-40B4-BE49-F238E27FC236}">
                <a16:creationId xmlns:a16="http://schemas.microsoft.com/office/drawing/2014/main" id="{350E86C7-93A3-486D-8D96-9F821D60DB1C}"/>
              </a:ext>
            </a:extLst>
          </p:cNvPr>
          <p:cNvSpPr>
            <a:spLocks noGrp="1"/>
          </p:cNvSpPr>
          <p:nvPr/>
        </p:nvSpPr>
        <p:spPr>
          <a:xfrm>
            <a:off x="3390900" y="4200525"/>
            <a:ext cx="781050" cy="781050"/>
          </a:xfrm>
          <a:prstGeom prst="rect">
            <a:avLst/>
          </a:prstGeom>
          <a:solidFill>
            <a:srgbClr val="EEF5F8"/>
          </a:solidFill>
          <a:ln w="9525">
            <a:solidFill>
              <a:srgbClr val="146995"/>
            </a:solidFill>
          </a:ln>
        </p:spPr>
      </p:sp>
      <p:sp>
        <p:nvSpPr>
          <p:cNvPr id="25" name="box-183">
            <a:extLst>
              <a:ext uri="{FF2B5EF4-FFF2-40B4-BE49-F238E27FC236}">
                <a16:creationId xmlns:a16="http://schemas.microsoft.com/office/drawing/2014/main" id="{2CADADA6-C501-430B-96A0-CA9E138CA0D2}"/>
              </a:ext>
            </a:extLst>
          </p:cNvPr>
          <p:cNvSpPr>
            <a:spLocks noGrp="1"/>
          </p:cNvSpPr>
          <p:nvPr/>
        </p:nvSpPr>
        <p:spPr>
          <a:xfrm>
            <a:off x="339090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26" name="box-184">
            <a:extLst>
              <a:ext uri="{FF2B5EF4-FFF2-40B4-BE49-F238E27FC236}">
                <a16:creationId xmlns:a16="http://schemas.microsoft.com/office/drawing/2014/main" id="{C3489D6D-9308-42E1-9A21-3E7D3AD9890B}"/>
              </a:ext>
            </a:extLst>
          </p:cNvPr>
          <p:cNvSpPr>
            <a:spLocks noGrp="1"/>
          </p:cNvSpPr>
          <p:nvPr/>
        </p:nvSpPr>
        <p:spPr>
          <a:xfrm>
            <a:off x="4572000" y="4362450"/>
            <a:ext cx="2857500" cy="447675"/>
          </a:xfrm>
          <a:prstGeom prst="rect">
            <a:avLst/>
          </a:prstGeom>
          <a:noFill/>
          <a:ln w="0">
            <a:noFill/>
          </a:ln>
        </p:spPr>
        <p:txBody>
          <a:bodyPr wrap="none" lIns="0" tIns="0" rIns="0" bIns="0" anchor="t">
            <a:noAutofit/>
          </a:bodyPr>
          <a:lstStyle>
            <a:defPPr algn="l">
              <a:defRPr sz="2400" b="1">
                <a:solidFill>
                  <a:srgbClr val="21744F"/>
                </a:solidFill>
                <a:latin typeface="Malgun Gothic"/>
                <a:ea typeface="Malgun Gothic"/>
                <a:cs typeface="Malgun Gothic"/>
              </a:defRPr>
            </a:defPPr>
          </a:lstStyle>
          <a:p>
            <a:pPr algn="l">
              <a:lnSpc>
                <a:spcPct val="112000"/>
              </a:lnSpc>
              <a:buNone/>
              <a:defRPr sz="2400" b="1">
                <a:solidFill>
                  <a:srgbClr val="21744F"/>
                </a:solidFill>
                <a:latin typeface="Malgun Gothic"/>
                <a:ea typeface="Malgun Gothic"/>
                <a:cs typeface="Malgun Gothic"/>
              </a:defRPr>
            </a:pPr>
            <a:r>
              <a:rPr sz="2400" b="1">
                <a:solidFill>
                  <a:srgbClr val="21744F"/>
                </a:solidFill>
                <a:latin typeface="Malgun Gothic"/>
                <a:ea typeface="Malgun Gothic"/>
                <a:cs typeface="Malgun Gothic"/>
              </a:rPr>
              <a:t>4칸</a:t>
            </a:r>
          </a:p>
        </p:txBody>
      </p:sp>
      <p:sp>
        <p:nvSpPr>
          <p:cNvPr id="27" name="box-185">
            <a:extLst>
              <a:ext uri="{FF2B5EF4-FFF2-40B4-BE49-F238E27FC236}">
                <a16:creationId xmlns:a16="http://schemas.microsoft.com/office/drawing/2014/main" id="{80229D1F-C360-4C48-A8A5-B488DE87BA8B}"/>
              </a:ext>
            </a:extLst>
          </p:cNvPr>
          <p:cNvSpPr>
            <a:spLocks noGrp="1"/>
          </p:cNvSpPr>
          <p:nvPr/>
        </p:nvSpPr>
        <p:spPr>
          <a:xfrm>
            <a:off x="7239000" y="2171700"/>
            <a:ext cx="4343400" cy="542925"/>
          </a:xfrm>
          <a:prstGeom prst="rect">
            <a:avLst/>
          </a:prstGeom>
          <a:noFill/>
          <a:ln w="0">
            <a:noFill/>
          </a:ln>
        </p:spPr>
        <p:txBody>
          <a:bodyPr wrap="none" lIns="0" tIns="0" rIns="0" bIns="0" anchor="t">
            <a:noAutofit/>
          </a:bodyPr>
          <a:lstStyle>
            <a:defPPr algn="l">
              <a:defRPr sz="2850" b="1">
                <a:solidFill>
                  <a:srgbClr val="AD630C"/>
                </a:solidFill>
                <a:latin typeface="Malgun Gothic"/>
                <a:ea typeface="Malgun Gothic"/>
                <a:cs typeface="Malgun Gothic"/>
              </a:defRPr>
            </a:defPPr>
          </a:lstStyle>
          <a:p>
            <a:pPr algn="l">
              <a:lnSpc>
                <a:spcPct val="112000"/>
              </a:lnSpc>
              <a:buNone/>
              <a:defRPr sz="2850" b="1">
                <a:solidFill>
                  <a:srgbClr val="AD630C"/>
                </a:solidFill>
                <a:latin typeface="Malgun Gothic"/>
                <a:ea typeface="Malgun Gothic"/>
                <a:cs typeface="Malgun Gothic"/>
              </a:defRPr>
            </a:pPr>
            <a:r>
              <a:rPr sz="2850" b="1">
                <a:solidFill>
                  <a:srgbClr val="AD630C"/>
                </a:solidFill>
                <a:latin typeface="Malgun Gothic"/>
                <a:ea typeface="Malgun Gothic"/>
                <a:cs typeface="Malgun Gothic"/>
              </a:rPr>
              <a:t>4 + 4 = 8칸</a:t>
            </a:r>
          </a:p>
        </p:txBody>
      </p:sp>
      <p:pic>
        <p:nvPicPr>
          <p:cNvPr id="28" name="그림 27">
            <a:extLst>
              <a:ext uri="{FF2B5EF4-FFF2-40B4-BE49-F238E27FC236}">
                <a16:creationId xmlns:a16="http://schemas.microsoft.com/office/drawing/2014/main" id="{2ED8E680-E775-4606-8CD9-7FDB246F9666}"/>
              </a:ext>
            </a:extLst>
          </p:cNvPr>
          <p:cNvPicPr>
            <a:picLocks noChangeAspect="1"/>
          </p:cNvPicPr>
          <p:nvPr/>
        </p:nvPicPr>
        <p:blipFill>
          <a:blip r:embed="rId3"/>
          <a:stretch/>
        </p:blipFill>
        <p:spPr>
          <a:xfrm>
            <a:off x="7389495" y="2933700"/>
            <a:ext cx="3813810" cy="2933700"/>
          </a:xfrm>
          <a:prstGeom prst="rect">
            <a:avLst/>
          </a:prstGeom>
        </p:spPr>
      </p:pic>
      <p:sp>
        <p:nvSpPr>
          <p:cNvPr id="29" name="box-186">
            <a:extLst>
              <a:ext uri="{FF2B5EF4-FFF2-40B4-BE49-F238E27FC236}">
                <a16:creationId xmlns:a16="http://schemas.microsoft.com/office/drawing/2014/main" id="{BA9DF7DB-9E9A-4AEA-B564-A1DA786CADB7}"/>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두 반복문은 차례대로 실행합니다. 현재 구간이 n칸이면 cross_max 한 번은 O(n)입니다.</a:t>
            </a:r>
          </a:p>
        </p:txBody>
      </p:sp>
    </p:spTree>
    <p:extLst>
      <p:ext uri="{BB962C8B-B14F-4D97-AF65-F5344CB8AC3E}">
        <p14:creationId xmlns:p14="http://schemas.microsoft.com/office/powerpoint/2010/main" val="296466698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box-187">
            <a:extLst>
              <a:ext uri="{FF2B5EF4-FFF2-40B4-BE49-F238E27FC236}">
                <a16:creationId xmlns:a16="http://schemas.microsoft.com/office/drawing/2014/main" id="{970C4D86-DEB4-4FF1-82F0-9267C69F1E97}"/>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188">
            <a:extLst>
              <a:ext uri="{FF2B5EF4-FFF2-40B4-BE49-F238E27FC236}">
                <a16:creationId xmlns:a16="http://schemas.microsoft.com/office/drawing/2014/main" id="{D425ABCB-4E68-419C-ACC1-04F40EB4A9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89">
            <a:extLst>
              <a:ext uri="{FF2B5EF4-FFF2-40B4-BE49-F238E27FC236}">
                <a16:creationId xmlns:a16="http://schemas.microsoft.com/office/drawing/2014/main" id="{A17491A2-3630-4A3B-9BB0-CD9211622CA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작은 호출을 모아도, 한 층에서 8칸을 읽습니다</a:t>
            </a:r>
          </a:p>
        </p:txBody>
      </p:sp>
      <p:sp>
        <p:nvSpPr>
          <p:cNvPr id="4" name="box-190">
            <a:extLst>
              <a:ext uri="{FF2B5EF4-FFF2-40B4-BE49-F238E27FC236}">
                <a16:creationId xmlns:a16="http://schemas.microsoft.com/office/drawing/2014/main" id="{DDE7223B-1208-4163-BC0A-E7B08DD1AE2F}"/>
              </a:ext>
            </a:extLst>
          </p:cNvPr>
          <p:cNvSpPr>
            <a:spLocks noGrp="1"/>
          </p:cNvSpPr>
          <p:nvPr/>
        </p:nvSpPr>
        <p:spPr>
          <a:xfrm>
            <a:off x="609600" y="1381125"/>
            <a:ext cx="10972800" cy="9525"/>
          </a:xfrm>
          <a:prstGeom prst="rect">
            <a:avLst/>
          </a:prstGeom>
          <a:solidFill>
            <a:srgbClr val="151515"/>
          </a:solidFill>
          <a:ln w="0">
            <a:noFill/>
          </a:ln>
        </p:spPr>
      </p:sp>
      <p:sp>
        <p:nvSpPr>
          <p:cNvPr id="5" name="box-191">
            <a:extLst>
              <a:ext uri="{FF2B5EF4-FFF2-40B4-BE49-F238E27FC236}">
                <a16:creationId xmlns:a16="http://schemas.microsoft.com/office/drawing/2014/main" id="{04624257-06D9-4E26-A6B7-CA0821C9286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C2D6A66-6F19-41AC-A677-C9C76605FDD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177</a:t>
            </a:r>
            <a:endParaRPr sz="1050" b="0">
              <a:solidFill>
                <a:srgbClr val="151515"/>
              </a:solidFill>
              <a:latin typeface="Consolas"/>
              <a:ea typeface="Consolas"/>
              <a:cs typeface="Consolas"/>
            </a:endParaRPr>
          </a:p>
        </p:txBody>
      </p:sp>
      <p:sp>
        <p:nvSpPr>
          <p:cNvPr id="7" name="box-193">
            <a:extLst>
              <a:ext uri="{FF2B5EF4-FFF2-40B4-BE49-F238E27FC236}">
                <a16:creationId xmlns:a16="http://schemas.microsoft.com/office/drawing/2014/main" id="{6E2EA6B1-1DB7-4DD4-A55D-B4E29DA73C52}"/>
              </a:ext>
            </a:extLst>
          </p:cNvPr>
          <p:cNvSpPr>
            <a:spLocks noGrp="1"/>
          </p:cNvSpPr>
          <p:nvPr/>
        </p:nvSpPr>
        <p:spPr>
          <a:xfrm>
            <a:off x="609600" y="222885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2칸짜리 호출</a:t>
            </a:r>
          </a:p>
        </p:txBody>
      </p:sp>
      <p:sp>
        <p:nvSpPr>
          <p:cNvPr id="8" name="box-194">
            <a:extLst>
              <a:ext uri="{FF2B5EF4-FFF2-40B4-BE49-F238E27FC236}">
                <a16:creationId xmlns:a16="http://schemas.microsoft.com/office/drawing/2014/main" id="{709E84EA-FDBE-4561-96AE-F05504EE3C17}"/>
              </a:ext>
            </a:extLst>
          </p:cNvPr>
          <p:cNvSpPr>
            <a:spLocks noGrp="1"/>
          </p:cNvSpPr>
          <p:nvPr/>
        </p:nvSpPr>
        <p:spPr>
          <a:xfrm>
            <a:off x="2333625" y="2095500"/>
            <a:ext cx="619125" cy="619125"/>
          </a:xfrm>
          <a:prstGeom prst="rect">
            <a:avLst/>
          </a:prstGeom>
          <a:solidFill>
            <a:srgbClr val="EEF5F8"/>
          </a:solidFill>
          <a:ln w="9525">
            <a:solidFill>
              <a:srgbClr val="146995"/>
            </a:solidFill>
          </a:ln>
        </p:spPr>
      </p:sp>
      <p:sp>
        <p:nvSpPr>
          <p:cNvPr id="9" name="box-195">
            <a:extLst>
              <a:ext uri="{FF2B5EF4-FFF2-40B4-BE49-F238E27FC236}">
                <a16:creationId xmlns:a16="http://schemas.microsoft.com/office/drawing/2014/main" id="{D9274346-9C2F-44BC-8F7B-5744E06A56D9}"/>
              </a:ext>
            </a:extLst>
          </p:cNvPr>
          <p:cNvSpPr>
            <a:spLocks noGrp="1"/>
          </p:cNvSpPr>
          <p:nvPr/>
        </p:nvSpPr>
        <p:spPr>
          <a:xfrm>
            <a:off x="23336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0" name="box-196">
            <a:extLst>
              <a:ext uri="{FF2B5EF4-FFF2-40B4-BE49-F238E27FC236}">
                <a16:creationId xmlns:a16="http://schemas.microsoft.com/office/drawing/2014/main" id="{888489AA-628A-458F-A939-88A4C679D08E}"/>
              </a:ext>
            </a:extLst>
          </p:cNvPr>
          <p:cNvSpPr>
            <a:spLocks noGrp="1"/>
          </p:cNvSpPr>
          <p:nvPr/>
        </p:nvSpPr>
        <p:spPr>
          <a:xfrm>
            <a:off x="2952750" y="2095500"/>
            <a:ext cx="619125" cy="619125"/>
          </a:xfrm>
          <a:prstGeom prst="rect">
            <a:avLst/>
          </a:prstGeom>
          <a:solidFill>
            <a:srgbClr val="EEF5F8"/>
          </a:solidFill>
          <a:ln w="9525">
            <a:solidFill>
              <a:srgbClr val="146995"/>
            </a:solidFill>
          </a:ln>
        </p:spPr>
      </p:sp>
      <p:sp>
        <p:nvSpPr>
          <p:cNvPr id="11" name="box-197">
            <a:extLst>
              <a:ext uri="{FF2B5EF4-FFF2-40B4-BE49-F238E27FC236}">
                <a16:creationId xmlns:a16="http://schemas.microsoft.com/office/drawing/2014/main" id="{FC381CF3-8751-4466-866F-288C4BBF2414}"/>
              </a:ext>
            </a:extLst>
          </p:cNvPr>
          <p:cNvSpPr>
            <a:spLocks noGrp="1"/>
          </p:cNvSpPr>
          <p:nvPr/>
        </p:nvSpPr>
        <p:spPr>
          <a:xfrm>
            <a:off x="29527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12" name="box-198">
            <a:extLst>
              <a:ext uri="{FF2B5EF4-FFF2-40B4-BE49-F238E27FC236}">
                <a16:creationId xmlns:a16="http://schemas.microsoft.com/office/drawing/2014/main" id="{0AB85428-34BA-4633-A581-9939C09DEB33}"/>
              </a:ext>
            </a:extLst>
          </p:cNvPr>
          <p:cNvSpPr>
            <a:spLocks noGrp="1"/>
          </p:cNvSpPr>
          <p:nvPr/>
        </p:nvSpPr>
        <p:spPr>
          <a:xfrm>
            <a:off x="3762375" y="2095500"/>
            <a:ext cx="619125" cy="619125"/>
          </a:xfrm>
          <a:prstGeom prst="rect">
            <a:avLst/>
          </a:prstGeom>
          <a:solidFill>
            <a:srgbClr val="EEF5F8"/>
          </a:solidFill>
          <a:ln w="9525">
            <a:solidFill>
              <a:srgbClr val="146995"/>
            </a:solidFill>
          </a:ln>
        </p:spPr>
      </p:sp>
      <p:sp>
        <p:nvSpPr>
          <p:cNvPr id="13" name="box-199">
            <a:extLst>
              <a:ext uri="{FF2B5EF4-FFF2-40B4-BE49-F238E27FC236}">
                <a16:creationId xmlns:a16="http://schemas.microsoft.com/office/drawing/2014/main" id="{95922C06-ABDF-4C51-95DC-68B82B471B59}"/>
              </a:ext>
            </a:extLst>
          </p:cNvPr>
          <p:cNvSpPr>
            <a:spLocks noGrp="1"/>
          </p:cNvSpPr>
          <p:nvPr/>
        </p:nvSpPr>
        <p:spPr>
          <a:xfrm>
            <a:off x="37623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14" name="box-200">
            <a:extLst>
              <a:ext uri="{FF2B5EF4-FFF2-40B4-BE49-F238E27FC236}">
                <a16:creationId xmlns:a16="http://schemas.microsoft.com/office/drawing/2014/main" id="{7B9F8738-17D5-4084-B4ED-69BEC3A7C280}"/>
              </a:ext>
            </a:extLst>
          </p:cNvPr>
          <p:cNvSpPr>
            <a:spLocks noGrp="1"/>
          </p:cNvSpPr>
          <p:nvPr/>
        </p:nvSpPr>
        <p:spPr>
          <a:xfrm>
            <a:off x="4381500" y="2095500"/>
            <a:ext cx="619125" cy="619125"/>
          </a:xfrm>
          <a:prstGeom prst="rect">
            <a:avLst/>
          </a:prstGeom>
          <a:solidFill>
            <a:srgbClr val="EEF5F8"/>
          </a:solidFill>
          <a:ln w="9525">
            <a:solidFill>
              <a:srgbClr val="146995"/>
            </a:solidFill>
          </a:ln>
        </p:spPr>
      </p:sp>
      <p:sp>
        <p:nvSpPr>
          <p:cNvPr id="15" name="box-201">
            <a:extLst>
              <a:ext uri="{FF2B5EF4-FFF2-40B4-BE49-F238E27FC236}">
                <a16:creationId xmlns:a16="http://schemas.microsoft.com/office/drawing/2014/main" id="{B2B991BB-0619-4C36-A4B1-415329DEF282}"/>
              </a:ext>
            </a:extLst>
          </p:cNvPr>
          <p:cNvSpPr>
            <a:spLocks noGrp="1"/>
          </p:cNvSpPr>
          <p:nvPr/>
        </p:nvSpPr>
        <p:spPr>
          <a:xfrm>
            <a:off x="43815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6" name="box-202">
            <a:extLst>
              <a:ext uri="{FF2B5EF4-FFF2-40B4-BE49-F238E27FC236}">
                <a16:creationId xmlns:a16="http://schemas.microsoft.com/office/drawing/2014/main" id="{CD2993B4-91DC-4720-93B7-FC49FFF61AD5}"/>
              </a:ext>
            </a:extLst>
          </p:cNvPr>
          <p:cNvSpPr>
            <a:spLocks noGrp="1"/>
          </p:cNvSpPr>
          <p:nvPr/>
        </p:nvSpPr>
        <p:spPr>
          <a:xfrm>
            <a:off x="5191125" y="2095500"/>
            <a:ext cx="619125" cy="619125"/>
          </a:xfrm>
          <a:prstGeom prst="rect">
            <a:avLst/>
          </a:prstGeom>
          <a:solidFill>
            <a:srgbClr val="EEF5F8"/>
          </a:solidFill>
          <a:ln w="9525">
            <a:solidFill>
              <a:srgbClr val="146995"/>
            </a:solidFill>
          </a:ln>
        </p:spPr>
      </p:sp>
      <p:sp>
        <p:nvSpPr>
          <p:cNvPr id="17" name="box-203">
            <a:extLst>
              <a:ext uri="{FF2B5EF4-FFF2-40B4-BE49-F238E27FC236}">
                <a16:creationId xmlns:a16="http://schemas.microsoft.com/office/drawing/2014/main" id="{338E2E57-C4FE-4220-B2C5-A98A40EC7E76}"/>
              </a:ext>
            </a:extLst>
          </p:cNvPr>
          <p:cNvSpPr>
            <a:spLocks noGrp="1"/>
          </p:cNvSpPr>
          <p:nvPr/>
        </p:nvSpPr>
        <p:spPr>
          <a:xfrm>
            <a:off x="51911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18" name="box-204">
            <a:extLst>
              <a:ext uri="{FF2B5EF4-FFF2-40B4-BE49-F238E27FC236}">
                <a16:creationId xmlns:a16="http://schemas.microsoft.com/office/drawing/2014/main" id="{46CA40EE-97EB-4EE4-B2B8-4CEDA132DC7C}"/>
              </a:ext>
            </a:extLst>
          </p:cNvPr>
          <p:cNvSpPr>
            <a:spLocks noGrp="1"/>
          </p:cNvSpPr>
          <p:nvPr/>
        </p:nvSpPr>
        <p:spPr>
          <a:xfrm>
            <a:off x="5810250" y="2095500"/>
            <a:ext cx="619125" cy="619125"/>
          </a:xfrm>
          <a:prstGeom prst="rect">
            <a:avLst/>
          </a:prstGeom>
          <a:solidFill>
            <a:srgbClr val="EEF5F8"/>
          </a:solidFill>
          <a:ln w="9525">
            <a:solidFill>
              <a:srgbClr val="146995"/>
            </a:solidFill>
          </a:ln>
        </p:spPr>
      </p:sp>
      <p:sp>
        <p:nvSpPr>
          <p:cNvPr id="19" name="box-205">
            <a:extLst>
              <a:ext uri="{FF2B5EF4-FFF2-40B4-BE49-F238E27FC236}">
                <a16:creationId xmlns:a16="http://schemas.microsoft.com/office/drawing/2014/main" id="{4722EA20-2EA1-46F9-9043-3E656FDBF848}"/>
              </a:ext>
            </a:extLst>
          </p:cNvPr>
          <p:cNvSpPr>
            <a:spLocks noGrp="1"/>
          </p:cNvSpPr>
          <p:nvPr/>
        </p:nvSpPr>
        <p:spPr>
          <a:xfrm>
            <a:off x="58102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20" name="box-206">
            <a:extLst>
              <a:ext uri="{FF2B5EF4-FFF2-40B4-BE49-F238E27FC236}">
                <a16:creationId xmlns:a16="http://schemas.microsoft.com/office/drawing/2014/main" id="{74A4FA12-707C-4CBF-9C7D-7D11215B953A}"/>
              </a:ext>
            </a:extLst>
          </p:cNvPr>
          <p:cNvSpPr>
            <a:spLocks noGrp="1"/>
          </p:cNvSpPr>
          <p:nvPr/>
        </p:nvSpPr>
        <p:spPr>
          <a:xfrm>
            <a:off x="6619875" y="2095500"/>
            <a:ext cx="619125" cy="619125"/>
          </a:xfrm>
          <a:prstGeom prst="rect">
            <a:avLst/>
          </a:prstGeom>
          <a:solidFill>
            <a:srgbClr val="EEF5F8"/>
          </a:solidFill>
          <a:ln w="9525">
            <a:solidFill>
              <a:srgbClr val="146995"/>
            </a:solidFill>
          </a:ln>
        </p:spPr>
      </p:sp>
      <p:sp>
        <p:nvSpPr>
          <p:cNvPr id="21" name="box-207">
            <a:extLst>
              <a:ext uri="{FF2B5EF4-FFF2-40B4-BE49-F238E27FC236}">
                <a16:creationId xmlns:a16="http://schemas.microsoft.com/office/drawing/2014/main" id="{D4E69704-D3CE-423D-BAAE-0A86EFF88499}"/>
              </a:ext>
            </a:extLst>
          </p:cNvPr>
          <p:cNvSpPr>
            <a:spLocks noGrp="1"/>
          </p:cNvSpPr>
          <p:nvPr/>
        </p:nvSpPr>
        <p:spPr>
          <a:xfrm>
            <a:off x="66198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2" name="box-208">
            <a:extLst>
              <a:ext uri="{FF2B5EF4-FFF2-40B4-BE49-F238E27FC236}">
                <a16:creationId xmlns:a16="http://schemas.microsoft.com/office/drawing/2014/main" id="{9BAE6919-C3DA-4677-8C23-2DC8880C0D12}"/>
              </a:ext>
            </a:extLst>
          </p:cNvPr>
          <p:cNvSpPr>
            <a:spLocks noGrp="1"/>
          </p:cNvSpPr>
          <p:nvPr/>
        </p:nvSpPr>
        <p:spPr>
          <a:xfrm>
            <a:off x="7239000" y="2095500"/>
            <a:ext cx="619125" cy="619125"/>
          </a:xfrm>
          <a:prstGeom prst="rect">
            <a:avLst/>
          </a:prstGeom>
          <a:solidFill>
            <a:srgbClr val="EEF5F8"/>
          </a:solidFill>
          <a:ln w="9525">
            <a:solidFill>
              <a:srgbClr val="146995"/>
            </a:solidFill>
          </a:ln>
        </p:spPr>
      </p:sp>
      <p:sp>
        <p:nvSpPr>
          <p:cNvPr id="23" name="box-209">
            <a:extLst>
              <a:ext uri="{FF2B5EF4-FFF2-40B4-BE49-F238E27FC236}">
                <a16:creationId xmlns:a16="http://schemas.microsoft.com/office/drawing/2014/main" id="{FE571669-FE5A-4F8F-8375-285C2B641F5E}"/>
              </a:ext>
            </a:extLst>
          </p:cNvPr>
          <p:cNvSpPr>
            <a:spLocks noGrp="1"/>
          </p:cNvSpPr>
          <p:nvPr/>
        </p:nvSpPr>
        <p:spPr>
          <a:xfrm>
            <a:off x="72390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24" name="box-210">
            <a:extLst>
              <a:ext uri="{FF2B5EF4-FFF2-40B4-BE49-F238E27FC236}">
                <a16:creationId xmlns:a16="http://schemas.microsoft.com/office/drawing/2014/main" id="{2B2E506A-512D-489A-9660-C1EE5A19D638}"/>
              </a:ext>
            </a:extLst>
          </p:cNvPr>
          <p:cNvSpPr>
            <a:spLocks noGrp="1"/>
          </p:cNvSpPr>
          <p:nvPr/>
        </p:nvSpPr>
        <p:spPr>
          <a:xfrm>
            <a:off x="9105900" y="222885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 × 4 = 8</a:t>
            </a:r>
          </a:p>
        </p:txBody>
      </p:sp>
      <p:sp>
        <p:nvSpPr>
          <p:cNvPr id="25" name="box-211">
            <a:extLst>
              <a:ext uri="{FF2B5EF4-FFF2-40B4-BE49-F238E27FC236}">
                <a16:creationId xmlns:a16="http://schemas.microsoft.com/office/drawing/2014/main" id="{1404EBBD-9813-4222-92AE-13A2D7AB2E74}"/>
              </a:ext>
            </a:extLst>
          </p:cNvPr>
          <p:cNvSpPr>
            <a:spLocks noGrp="1"/>
          </p:cNvSpPr>
          <p:nvPr/>
        </p:nvSpPr>
        <p:spPr>
          <a:xfrm>
            <a:off x="609600" y="3362325"/>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4칸짜리 호출</a:t>
            </a:r>
          </a:p>
        </p:txBody>
      </p:sp>
      <p:sp>
        <p:nvSpPr>
          <p:cNvPr id="26" name="box-212">
            <a:extLst>
              <a:ext uri="{FF2B5EF4-FFF2-40B4-BE49-F238E27FC236}">
                <a16:creationId xmlns:a16="http://schemas.microsoft.com/office/drawing/2014/main" id="{BCA62905-F38B-4679-B926-8A18411AAB94}"/>
              </a:ext>
            </a:extLst>
          </p:cNvPr>
          <p:cNvSpPr>
            <a:spLocks noGrp="1"/>
          </p:cNvSpPr>
          <p:nvPr/>
        </p:nvSpPr>
        <p:spPr>
          <a:xfrm>
            <a:off x="2333625" y="3228975"/>
            <a:ext cx="619125" cy="619125"/>
          </a:xfrm>
          <a:prstGeom prst="rect">
            <a:avLst/>
          </a:prstGeom>
          <a:solidFill>
            <a:srgbClr val="EEF5F8"/>
          </a:solidFill>
          <a:ln w="9525">
            <a:solidFill>
              <a:srgbClr val="146995"/>
            </a:solidFill>
          </a:ln>
        </p:spPr>
      </p:sp>
      <p:sp>
        <p:nvSpPr>
          <p:cNvPr id="27" name="box-213">
            <a:extLst>
              <a:ext uri="{FF2B5EF4-FFF2-40B4-BE49-F238E27FC236}">
                <a16:creationId xmlns:a16="http://schemas.microsoft.com/office/drawing/2014/main" id="{F5B4B5FC-1817-43ED-8D2A-76CAF3B4A8B9}"/>
              </a:ext>
            </a:extLst>
          </p:cNvPr>
          <p:cNvSpPr>
            <a:spLocks noGrp="1"/>
          </p:cNvSpPr>
          <p:nvPr/>
        </p:nvSpPr>
        <p:spPr>
          <a:xfrm>
            <a:off x="2333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28" name="box-214">
            <a:extLst>
              <a:ext uri="{FF2B5EF4-FFF2-40B4-BE49-F238E27FC236}">
                <a16:creationId xmlns:a16="http://schemas.microsoft.com/office/drawing/2014/main" id="{044C9E05-91BF-469F-A9FA-08247141AB52}"/>
              </a:ext>
            </a:extLst>
          </p:cNvPr>
          <p:cNvSpPr>
            <a:spLocks noGrp="1"/>
          </p:cNvSpPr>
          <p:nvPr/>
        </p:nvSpPr>
        <p:spPr>
          <a:xfrm>
            <a:off x="2952750" y="3228975"/>
            <a:ext cx="619125" cy="619125"/>
          </a:xfrm>
          <a:prstGeom prst="rect">
            <a:avLst/>
          </a:prstGeom>
          <a:solidFill>
            <a:srgbClr val="EEF5F8"/>
          </a:solidFill>
          <a:ln w="9525">
            <a:solidFill>
              <a:srgbClr val="146995"/>
            </a:solidFill>
          </a:ln>
        </p:spPr>
      </p:sp>
      <p:sp>
        <p:nvSpPr>
          <p:cNvPr id="29" name="box-215">
            <a:extLst>
              <a:ext uri="{FF2B5EF4-FFF2-40B4-BE49-F238E27FC236}">
                <a16:creationId xmlns:a16="http://schemas.microsoft.com/office/drawing/2014/main" id="{9C5483D7-9ED9-4B9B-8338-ABDA6DA40D08}"/>
              </a:ext>
            </a:extLst>
          </p:cNvPr>
          <p:cNvSpPr>
            <a:spLocks noGrp="1"/>
          </p:cNvSpPr>
          <p:nvPr/>
        </p:nvSpPr>
        <p:spPr>
          <a:xfrm>
            <a:off x="2952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30" name="box-216">
            <a:extLst>
              <a:ext uri="{FF2B5EF4-FFF2-40B4-BE49-F238E27FC236}">
                <a16:creationId xmlns:a16="http://schemas.microsoft.com/office/drawing/2014/main" id="{0BFFA2D2-4030-49B4-A331-EF9BBA74C1C2}"/>
              </a:ext>
            </a:extLst>
          </p:cNvPr>
          <p:cNvSpPr>
            <a:spLocks noGrp="1"/>
          </p:cNvSpPr>
          <p:nvPr/>
        </p:nvSpPr>
        <p:spPr>
          <a:xfrm>
            <a:off x="3571875" y="3228975"/>
            <a:ext cx="619125" cy="619125"/>
          </a:xfrm>
          <a:prstGeom prst="rect">
            <a:avLst/>
          </a:prstGeom>
          <a:solidFill>
            <a:srgbClr val="EEF5F8"/>
          </a:solidFill>
          <a:ln w="9525">
            <a:solidFill>
              <a:srgbClr val="146995"/>
            </a:solidFill>
          </a:ln>
        </p:spPr>
      </p:sp>
      <p:sp>
        <p:nvSpPr>
          <p:cNvPr id="31" name="box-217">
            <a:extLst>
              <a:ext uri="{FF2B5EF4-FFF2-40B4-BE49-F238E27FC236}">
                <a16:creationId xmlns:a16="http://schemas.microsoft.com/office/drawing/2014/main" id="{E0FE9586-BED4-4D25-BE35-A77C36F4BD0E}"/>
              </a:ext>
            </a:extLst>
          </p:cNvPr>
          <p:cNvSpPr>
            <a:spLocks noGrp="1"/>
          </p:cNvSpPr>
          <p:nvPr/>
        </p:nvSpPr>
        <p:spPr>
          <a:xfrm>
            <a:off x="3571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32" name="box-218">
            <a:extLst>
              <a:ext uri="{FF2B5EF4-FFF2-40B4-BE49-F238E27FC236}">
                <a16:creationId xmlns:a16="http://schemas.microsoft.com/office/drawing/2014/main" id="{88C098F7-4497-4716-A569-1BDB6AFE1E93}"/>
              </a:ext>
            </a:extLst>
          </p:cNvPr>
          <p:cNvSpPr>
            <a:spLocks noGrp="1"/>
          </p:cNvSpPr>
          <p:nvPr/>
        </p:nvSpPr>
        <p:spPr>
          <a:xfrm>
            <a:off x="4191000" y="3228975"/>
            <a:ext cx="619125" cy="619125"/>
          </a:xfrm>
          <a:prstGeom prst="rect">
            <a:avLst/>
          </a:prstGeom>
          <a:solidFill>
            <a:srgbClr val="EEF5F8"/>
          </a:solidFill>
          <a:ln w="9525">
            <a:solidFill>
              <a:srgbClr val="146995"/>
            </a:solidFill>
          </a:ln>
        </p:spPr>
      </p:sp>
      <p:sp>
        <p:nvSpPr>
          <p:cNvPr id="33" name="box-219">
            <a:extLst>
              <a:ext uri="{FF2B5EF4-FFF2-40B4-BE49-F238E27FC236}">
                <a16:creationId xmlns:a16="http://schemas.microsoft.com/office/drawing/2014/main" id="{0389540C-EC58-415B-A32B-B6DC5E0B6B54}"/>
              </a:ext>
            </a:extLst>
          </p:cNvPr>
          <p:cNvSpPr>
            <a:spLocks noGrp="1"/>
          </p:cNvSpPr>
          <p:nvPr/>
        </p:nvSpPr>
        <p:spPr>
          <a:xfrm>
            <a:off x="4191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34" name="box-220">
            <a:extLst>
              <a:ext uri="{FF2B5EF4-FFF2-40B4-BE49-F238E27FC236}">
                <a16:creationId xmlns:a16="http://schemas.microsoft.com/office/drawing/2014/main" id="{0B3A4F8E-2DF3-44DC-8C73-ED9AEF1B8DB4}"/>
              </a:ext>
            </a:extLst>
          </p:cNvPr>
          <p:cNvSpPr>
            <a:spLocks noGrp="1"/>
          </p:cNvSpPr>
          <p:nvPr/>
        </p:nvSpPr>
        <p:spPr>
          <a:xfrm>
            <a:off x="5000625" y="3228975"/>
            <a:ext cx="619125" cy="619125"/>
          </a:xfrm>
          <a:prstGeom prst="rect">
            <a:avLst/>
          </a:prstGeom>
          <a:solidFill>
            <a:srgbClr val="EEF5F8"/>
          </a:solidFill>
          <a:ln w="9525">
            <a:solidFill>
              <a:srgbClr val="146995"/>
            </a:solidFill>
          </a:ln>
        </p:spPr>
      </p:sp>
      <p:sp>
        <p:nvSpPr>
          <p:cNvPr id="35" name="box-221">
            <a:extLst>
              <a:ext uri="{FF2B5EF4-FFF2-40B4-BE49-F238E27FC236}">
                <a16:creationId xmlns:a16="http://schemas.microsoft.com/office/drawing/2014/main" id="{F01339A0-A8F3-439D-B4FF-3CC86E9594AA}"/>
              </a:ext>
            </a:extLst>
          </p:cNvPr>
          <p:cNvSpPr>
            <a:spLocks noGrp="1"/>
          </p:cNvSpPr>
          <p:nvPr/>
        </p:nvSpPr>
        <p:spPr>
          <a:xfrm>
            <a:off x="5000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36" name="box-222">
            <a:extLst>
              <a:ext uri="{FF2B5EF4-FFF2-40B4-BE49-F238E27FC236}">
                <a16:creationId xmlns:a16="http://schemas.microsoft.com/office/drawing/2014/main" id="{2EF1E3F5-0AD0-48AA-BFF8-A6F402844D79}"/>
              </a:ext>
            </a:extLst>
          </p:cNvPr>
          <p:cNvSpPr>
            <a:spLocks noGrp="1"/>
          </p:cNvSpPr>
          <p:nvPr/>
        </p:nvSpPr>
        <p:spPr>
          <a:xfrm>
            <a:off x="5619750" y="3228975"/>
            <a:ext cx="619125" cy="619125"/>
          </a:xfrm>
          <a:prstGeom prst="rect">
            <a:avLst/>
          </a:prstGeom>
          <a:solidFill>
            <a:srgbClr val="EEF5F8"/>
          </a:solidFill>
          <a:ln w="9525">
            <a:solidFill>
              <a:srgbClr val="146995"/>
            </a:solidFill>
          </a:ln>
        </p:spPr>
      </p:sp>
      <p:sp>
        <p:nvSpPr>
          <p:cNvPr id="37" name="box-223">
            <a:extLst>
              <a:ext uri="{FF2B5EF4-FFF2-40B4-BE49-F238E27FC236}">
                <a16:creationId xmlns:a16="http://schemas.microsoft.com/office/drawing/2014/main" id="{DCB0F704-2D53-4975-8FAB-68FB8A43B5B3}"/>
              </a:ext>
            </a:extLst>
          </p:cNvPr>
          <p:cNvSpPr>
            <a:spLocks noGrp="1"/>
          </p:cNvSpPr>
          <p:nvPr/>
        </p:nvSpPr>
        <p:spPr>
          <a:xfrm>
            <a:off x="5619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38" name="box-224">
            <a:extLst>
              <a:ext uri="{FF2B5EF4-FFF2-40B4-BE49-F238E27FC236}">
                <a16:creationId xmlns:a16="http://schemas.microsoft.com/office/drawing/2014/main" id="{223778E9-79E8-4125-8122-50AE8B5AA954}"/>
              </a:ext>
            </a:extLst>
          </p:cNvPr>
          <p:cNvSpPr>
            <a:spLocks noGrp="1"/>
          </p:cNvSpPr>
          <p:nvPr/>
        </p:nvSpPr>
        <p:spPr>
          <a:xfrm>
            <a:off x="6238875" y="3228975"/>
            <a:ext cx="619125" cy="619125"/>
          </a:xfrm>
          <a:prstGeom prst="rect">
            <a:avLst/>
          </a:prstGeom>
          <a:solidFill>
            <a:srgbClr val="EEF5F8"/>
          </a:solidFill>
          <a:ln w="9525">
            <a:solidFill>
              <a:srgbClr val="146995"/>
            </a:solidFill>
          </a:ln>
        </p:spPr>
      </p:sp>
      <p:sp>
        <p:nvSpPr>
          <p:cNvPr id="39" name="box-225">
            <a:extLst>
              <a:ext uri="{FF2B5EF4-FFF2-40B4-BE49-F238E27FC236}">
                <a16:creationId xmlns:a16="http://schemas.microsoft.com/office/drawing/2014/main" id="{ACE4F362-4759-48EC-AA4F-12723AD2FE29}"/>
              </a:ext>
            </a:extLst>
          </p:cNvPr>
          <p:cNvSpPr>
            <a:spLocks noGrp="1"/>
          </p:cNvSpPr>
          <p:nvPr/>
        </p:nvSpPr>
        <p:spPr>
          <a:xfrm>
            <a:off x="6238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40" name="box-226">
            <a:extLst>
              <a:ext uri="{FF2B5EF4-FFF2-40B4-BE49-F238E27FC236}">
                <a16:creationId xmlns:a16="http://schemas.microsoft.com/office/drawing/2014/main" id="{9A6C2686-0C27-4F1B-B528-A3FEF40D6611}"/>
              </a:ext>
            </a:extLst>
          </p:cNvPr>
          <p:cNvSpPr>
            <a:spLocks noGrp="1"/>
          </p:cNvSpPr>
          <p:nvPr/>
        </p:nvSpPr>
        <p:spPr>
          <a:xfrm>
            <a:off x="6858000" y="3228975"/>
            <a:ext cx="619125" cy="619125"/>
          </a:xfrm>
          <a:prstGeom prst="rect">
            <a:avLst/>
          </a:prstGeom>
          <a:solidFill>
            <a:srgbClr val="EEF5F8"/>
          </a:solidFill>
          <a:ln w="9525">
            <a:solidFill>
              <a:srgbClr val="146995"/>
            </a:solidFill>
          </a:ln>
        </p:spPr>
      </p:sp>
      <p:sp>
        <p:nvSpPr>
          <p:cNvPr id="41" name="box-227">
            <a:extLst>
              <a:ext uri="{FF2B5EF4-FFF2-40B4-BE49-F238E27FC236}">
                <a16:creationId xmlns:a16="http://schemas.microsoft.com/office/drawing/2014/main" id="{FDDF9BE3-4385-4150-B3F8-255E3D43821B}"/>
              </a:ext>
            </a:extLst>
          </p:cNvPr>
          <p:cNvSpPr>
            <a:spLocks noGrp="1"/>
          </p:cNvSpPr>
          <p:nvPr/>
        </p:nvSpPr>
        <p:spPr>
          <a:xfrm>
            <a:off x="6858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42" name="box-228">
            <a:extLst>
              <a:ext uri="{FF2B5EF4-FFF2-40B4-BE49-F238E27FC236}">
                <a16:creationId xmlns:a16="http://schemas.microsoft.com/office/drawing/2014/main" id="{53F9460C-9DEC-45F2-A544-1AEDA4CBC0DC}"/>
              </a:ext>
            </a:extLst>
          </p:cNvPr>
          <p:cNvSpPr>
            <a:spLocks noGrp="1"/>
          </p:cNvSpPr>
          <p:nvPr/>
        </p:nvSpPr>
        <p:spPr>
          <a:xfrm>
            <a:off x="9105900" y="3362325"/>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 × 2 = 8</a:t>
            </a:r>
          </a:p>
        </p:txBody>
      </p:sp>
      <p:sp>
        <p:nvSpPr>
          <p:cNvPr id="43" name="box-229">
            <a:extLst>
              <a:ext uri="{FF2B5EF4-FFF2-40B4-BE49-F238E27FC236}">
                <a16:creationId xmlns:a16="http://schemas.microsoft.com/office/drawing/2014/main" id="{74A6E1C7-058B-4300-8461-FD12C2EF3D59}"/>
              </a:ext>
            </a:extLst>
          </p:cNvPr>
          <p:cNvSpPr>
            <a:spLocks noGrp="1"/>
          </p:cNvSpPr>
          <p:nvPr/>
        </p:nvSpPr>
        <p:spPr>
          <a:xfrm>
            <a:off x="609600" y="449580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8칸짜리 호출</a:t>
            </a:r>
          </a:p>
        </p:txBody>
      </p:sp>
      <p:sp>
        <p:nvSpPr>
          <p:cNvPr id="44" name="box-230">
            <a:extLst>
              <a:ext uri="{FF2B5EF4-FFF2-40B4-BE49-F238E27FC236}">
                <a16:creationId xmlns:a16="http://schemas.microsoft.com/office/drawing/2014/main" id="{9454BDD0-EBFC-4E31-A442-E221A623893C}"/>
              </a:ext>
            </a:extLst>
          </p:cNvPr>
          <p:cNvSpPr>
            <a:spLocks noGrp="1"/>
          </p:cNvSpPr>
          <p:nvPr/>
        </p:nvSpPr>
        <p:spPr>
          <a:xfrm>
            <a:off x="2333625" y="4362450"/>
            <a:ext cx="619125" cy="619125"/>
          </a:xfrm>
          <a:prstGeom prst="rect">
            <a:avLst/>
          </a:prstGeom>
          <a:solidFill>
            <a:srgbClr val="EEF5F8"/>
          </a:solidFill>
          <a:ln w="9525">
            <a:solidFill>
              <a:srgbClr val="146995"/>
            </a:solidFill>
          </a:ln>
        </p:spPr>
      </p:sp>
      <p:sp>
        <p:nvSpPr>
          <p:cNvPr id="45" name="box-231">
            <a:extLst>
              <a:ext uri="{FF2B5EF4-FFF2-40B4-BE49-F238E27FC236}">
                <a16:creationId xmlns:a16="http://schemas.microsoft.com/office/drawing/2014/main" id="{91BC8A2B-2A5D-44B1-80A7-0AAB7254C663}"/>
              </a:ext>
            </a:extLst>
          </p:cNvPr>
          <p:cNvSpPr>
            <a:spLocks noGrp="1"/>
          </p:cNvSpPr>
          <p:nvPr/>
        </p:nvSpPr>
        <p:spPr>
          <a:xfrm>
            <a:off x="23336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46" name="box-232">
            <a:extLst>
              <a:ext uri="{FF2B5EF4-FFF2-40B4-BE49-F238E27FC236}">
                <a16:creationId xmlns:a16="http://schemas.microsoft.com/office/drawing/2014/main" id="{BC03991F-07F6-49B1-8E38-65215E5AF73E}"/>
              </a:ext>
            </a:extLst>
          </p:cNvPr>
          <p:cNvSpPr>
            <a:spLocks noGrp="1"/>
          </p:cNvSpPr>
          <p:nvPr/>
        </p:nvSpPr>
        <p:spPr>
          <a:xfrm>
            <a:off x="2952750" y="4362450"/>
            <a:ext cx="619125" cy="619125"/>
          </a:xfrm>
          <a:prstGeom prst="rect">
            <a:avLst/>
          </a:prstGeom>
          <a:solidFill>
            <a:srgbClr val="EEF5F8"/>
          </a:solidFill>
          <a:ln w="9525">
            <a:solidFill>
              <a:srgbClr val="146995"/>
            </a:solidFill>
          </a:ln>
        </p:spPr>
      </p:sp>
      <p:sp>
        <p:nvSpPr>
          <p:cNvPr id="47" name="box-233">
            <a:extLst>
              <a:ext uri="{FF2B5EF4-FFF2-40B4-BE49-F238E27FC236}">
                <a16:creationId xmlns:a16="http://schemas.microsoft.com/office/drawing/2014/main" id="{838B94D7-1613-4632-9A83-CD8C4AF77266}"/>
              </a:ext>
            </a:extLst>
          </p:cNvPr>
          <p:cNvSpPr>
            <a:spLocks noGrp="1"/>
          </p:cNvSpPr>
          <p:nvPr/>
        </p:nvSpPr>
        <p:spPr>
          <a:xfrm>
            <a:off x="29527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48" name="box-234">
            <a:extLst>
              <a:ext uri="{FF2B5EF4-FFF2-40B4-BE49-F238E27FC236}">
                <a16:creationId xmlns:a16="http://schemas.microsoft.com/office/drawing/2014/main" id="{3BB46169-498A-4E9B-8450-EC91A2E0919D}"/>
              </a:ext>
            </a:extLst>
          </p:cNvPr>
          <p:cNvSpPr>
            <a:spLocks noGrp="1"/>
          </p:cNvSpPr>
          <p:nvPr/>
        </p:nvSpPr>
        <p:spPr>
          <a:xfrm>
            <a:off x="3571875" y="4362450"/>
            <a:ext cx="619125" cy="619125"/>
          </a:xfrm>
          <a:prstGeom prst="rect">
            <a:avLst/>
          </a:prstGeom>
          <a:solidFill>
            <a:srgbClr val="EEF5F8"/>
          </a:solidFill>
          <a:ln w="9525">
            <a:solidFill>
              <a:srgbClr val="146995"/>
            </a:solidFill>
          </a:ln>
        </p:spPr>
      </p:sp>
      <p:sp>
        <p:nvSpPr>
          <p:cNvPr id="49" name="box-235">
            <a:extLst>
              <a:ext uri="{FF2B5EF4-FFF2-40B4-BE49-F238E27FC236}">
                <a16:creationId xmlns:a16="http://schemas.microsoft.com/office/drawing/2014/main" id="{615E0E11-FABF-4489-A698-FF9E7E1C6208}"/>
              </a:ext>
            </a:extLst>
          </p:cNvPr>
          <p:cNvSpPr>
            <a:spLocks noGrp="1"/>
          </p:cNvSpPr>
          <p:nvPr/>
        </p:nvSpPr>
        <p:spPr>
          <a:xfrm>
            <a:off x="35718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50" name="box-236">
            <a:extLst>
              <a:ext uri="{FF2B5EF4-FFF2-40B4-BE49-F238E27FC236}">
                <a16:creationId xmlns:a16="http://schemas.microsoft.com/office/drawing/2014/main" id="{49535204-8E44-437A-8801-6FD1ED32527B}"/>
              </a:ext>
            </a:extLst>
          </p:cNvPr>
          <p:cNvSpPr>
            <a:spLocks noGrp="1"/>
          </p:cNvSpPr>
          <p:nvPr/>
        </p:nvSpPr>
        <p:spPr>
          <a:xfrm>
            <a:off x="4191000" y="4362450"/>
            <a:ext cx="619125" cy="619125"/>
          </a:xfrm>
          <a:prstGeom prst="rect">
            <a:avLst/>
          </a:prstGeom>
          <a:solidFill>
            <a:srgbClr val="EEF5F8"/>
          </a:solidFill>
          <a:ln w="9525">
            <a:solidFill>
              <a:srgbClr val="146995"/>
            </a:solidFill>
          </a:ln>
        </p:spPr>
      </p:sp>
      <p:sp>
        <p:nvSpPr>
          <p:cNvPr id="51" name="box-237">
            <a:extLst>
              <a:ext uri="{FF2B5EF4-FFF2-40B4-BE49-F238E27FC236}">
                <a16:creationId xmlns:a16="http://schemas.microsoft.com/office/drawing/2014/main" id="{2F603C1B-E292-4495-9F49-69517F04C970}"/>
              </a:ext>
            </a:extLst>
          </p:cNvPr>
          <p:cNvSpPr>
            <a:spLocks noGrp="1"/>
          </p:cNvSpPr>
          <p:nvPr/>
        </p:nvSpPr>
        <p:spPr>
          <a:xfrm>
            <a:off x="41910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52" name="box-238">
            <a:extLst>
              <a:ext uri="{FF2B5EF4-FFF2-40B4-BE49-F238E27FC236}">
                <a16:creationId xmlns:a16="http://schemas.microsoft.com/office/drawing/2014/main" id="{8625B52C-C5CD-4A07-91F0-303779B7B0B2}"/>
              </a:ext>
            </a:extLst>
          </p:cNvPr>
          <p:cNvSpPr>
            <a:spLocks noGrp="1"/>
          </p:cNvSpPr>
          <p:nvPr/>
        </p:nvSpPr>
        <p:spPr>
          <a:xfrm>
            <a:off x="4810125" y="4362450"/>
            <a:ext cx="619125" cy="619125"/>
          </a:xfrm>
          <a:prstGeom prst="rect">
            <a:avLst/>
          </a:prstGeom>
          <a:solidFill>
            <a:srgbClr val="EEF5F8"/>
          </a:solidFill>
          <a:ln w="9525">
            <a:solidFill>
              <a:srgbClr val="146995"/>
            </a:solidFill>
          </a:ln>
        </p:spPr>
      </p:sp>
      <p:sp>
        <p:nvSpPr>
          <p:cNvPr id="53" name="box-239">
            <a:extLst>
              <a:ext uri="{FF2B5EF4-FFF2-40B4-BE49-F238E27FC236}">
                <a16:creationId xmlns:a16="http://schemas.microsoft.com/office/drawing/2014/main" id="{0A02616A-B97B-4DC7-A37E-18F0384121B7}"/>
              </a:ext>
            </a:extLst>
          </p:cNvPr>
          <p:cNvSpPr>
            <a:spLocks noGrp="1"/>
          </p:cNvSpPr>
          <p:nvPr/>
        </p:nvSpPr>
        <p:spPr>
          <a:xfrm>
            <a:off x="48101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54" name="box-240">
            <a:extLst>
              <a:ext uri="{FF2B5EF4-FFF2-40B4-BE49-F238E27FC236}">
                <a16:creationId xmlns:a16="http://schemas.microsoft.com/office/drawing/2014/main" id="{52ADD915-1EA9-4D3D-AAE9-CC53A5B99D1A}"/>
              </a:ext>
            </a:extLst>
          </p:cNvPr>
          <p:cNvSpPr>
            <a:spLocks noGrp="1"/>
          </p:cNvSpPr>
          <p:nvPr/>
        </p:nvSpPr>
        <p:spPr>
          <a:xfrm>
            <a:off x="5429250" y="4362450"/>
            <a:ext cx="619125" cy="619125"/>
          </a:xfrm>
          <a:prstGeom prst="rect">
            <a:avLst/>
          </a:prstGeom>
          <a:solidFill>
            <a:srgbClr val="EEF5F8"/>
          </a:solidFill>
          <a:ln w="9525">
            <a:solidFill>
              <a:srgbClr val="146995"/>
            </a:solidFill>
          </a:ln>
        </p:spPr>
      </p:sp>
      <p:sp>
        <p:nvSpPr>
          <p:cNvPr id="55" name="box-241">
            <a:extLst>
              <a:ext uri="{FF2B5EF4-FFF2-40B4-BE49-F238E27FC236}">
                <a16:creationId xmlns:a16="http://schemas.microsoft.com/office/drawing/2014/main" id="{C5E78E6A-9F17-4D24-93A7-ECD3E042CF9C}"/>
              </a:ext>
            </a:extLst>
          </p:cNvPr>
          <p:cNvSpPr>
            <a:spLocks noGrp="1"/>
          </p:cNvSpPr>
          <p:nvPr/>
        </p:nvSpPr>
        <p:spPr>
          <a:xfrm>
            <a:off x="54292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56" name="box-242">
            <a:extLst>
              <a:ext uri="{FF2B5EF4-FFF2-40B4-BE49-F238E27FC236}">
                <a16:creationId xmlns:a16="http://schemas.microsoft.com/office/drawing/2014/main" id="{7CA0D7D7-3DD2-4BD4-B594-C00F646D946C}"/>
              </a:ext>
            </a:extLst>
          </p:cNvPr>
          <p:cNvSpPr>
            <a:spLocks noGrp="1"/>
          </p:cNvSpPr>
          <p:nvPr/>
        </p:nvSpPr>
        <p:spPr>
          <a:xfrm>
            <a:off x="6048375" y="4362450"/>
            <a:ext cx="619125" cy="619125"/>
          </a:xfrm>
          <a:prstGeom prst="rect">
            <a:avLst/>
          </a:prstGeom>
          <a:solidFill>
            <a:srgbClr val="EEF5F8"/>
          </a:solidFill>
          <a:ln w="9525">
            <a:solidFill>
              <a:srgbClr val="146995"/>
            </a:solidFill>
          </a:ln>
        </p:spPr>
      </p:sp>
      <p:sp>
        <p:nvSpPr>
          <p:cNvPr id="57" name="box-243">
            <a:extLst>
              <a:ext uri="{FF2B5EF4-FFF2-40B4-BE49-F238E27FC236}">
                <a16:creationId xmlns:a16="http://schemas.microsoft.com/office/drawing/2014/main" id="{0CDE6D8D-88C1-40E2-BEF4-05818C43143B}"/>
              </a:ext>
            </a:extLst>
          </p:cNvPr>
          <p:cNvSpPr>
            <a:spLocks noGrp="1"/>
          </p:cNvSpPr>
          <p:nvPr/>
        </p:nvSpPr>
        <p:spPr>
          <a:xfrm>
            <a:off x="60483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58" name="box-244">
            <a:extLst>
              <a:ext uri="{FF2B5EF4-FFF2-40B4-BE49-F238E27FC236}">
                <a16:creationId xmlns:a16="http://schemas.microsoft.com/office/drawing/2014/main" id="{043DF27B-8D75-4E6D-AABF-F32748F61ACD}"/>
              </a:ext>
            </a:extLst>
          </p:cNvPr>
          <p:cNvSpPr>
            <a:spLocks noGrp="1"/>
          </p:cNvSpPr>
          <p:nvPr/>
        </p:nvSpPr>
        <p:spPr>
          <a:xfrm>
            <a:off x="6667500" y="4362450"/>
            <a:ext cx="619125" cy="619125"/>
          </a:xfrm>
          <a:prstGeom prst="rect">
            <a:avLst/>
          </a:prstGeom>
          <a:solidFill>
            <a:srgbClr val="EEF5F8"/>
          </a:solidFill>
          <a:ln w="9525">
            <a:solidFill>
              <a:srgbClr val="146995"/>
            </a:solidFill>
          </a:ln>
        </p:spPr>
      </p:sp>
      <p:sp>
        <p:nvSpPr>
          <p:cNvPr id="59" name="box-245">
            <a:extLst>
              <a:ext uri="{FF2B5EF4-FFF2-40B4-BE49-F238E27FC236}">
                <a16:creationId xmlns:a16="http://schemas.microsoft.com/office/drawing/2014/main" id="{AB5DD7BE-8752-401E-8DBC-14C8D84859E4}"/>
              </a:ext>
            </a:extLst>
          </p:cNvPr>
          <p:cNvSpPr>
            <a:spLocks noGrp="1"/>
          </p:cNvSpPr>
          <p:nvPr/>
        </p:nvSpPr>
        <p:spPr>
          <a:xfrm>
            <a:off x="66675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60" name="box-246">
            <a:extLst>
              <a:ext uri="{FF2B5EF4-FFF2-40B4-BE49-F238E27FC236}">
                <a16:creationId xmlns:a16="http://schemas.microsoft.com/office/drawing/2014/main" id="{1EFDA6AE-C612-49A5-84F7-557DB6EBBB62}"/>
              </a:ext>
            </a:extLst>
          </p:cNvPr>
          <p:cNvSpPr>
            <a:spLocks noGrp="1"/>
          </p:cNvSpPr>
          <p:nvPr/>
        </p:nvSpPr>
        <p:spPr>
          <a:xfrm>
            <a:off x="9105900" y="449580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 × 1 = 8</a:t>
            </a:r>
          </a:p>
        </p:txBody>
      </p:sp>
      <p:sp>
        <p:nvSpPr>
          <p:cNvPr id="61" name="box-247">
            <a:extLst>
              <a:ext uri="{FF2B5EF4-FFF2-40B4-BE49-F238E27FC236}">
                <a16:creationId xmlns:a16="http://schemas.microsoft.com/office/drawing/2014/main" id="{7F158614-A844-4A8B-A4F4-8FC5D33FE786}"/>
              </a:ext>
            </a:extLst>
          </p:cNvPr>
          <p:cNvSpPr>
            <a:spLocks noGrp="1"/>
          </p:cNvSpPr>
          <p:nvPr/>
        </p:nvSpPr>
        <p:spPr>
          <a:xfrm>
            <a:off x="2333625" y="5353050"/>
            <a:ext cx="9048750" cy="457200"/>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스캔 합계: 8 + 8 + 8 = 24칸</a:t>
            </a:r>
          </a:p>
        </p:txBody>
      </p:sp>
      <p:sp>
        <p:nvSpPr>
          <p:cNvPr id="62" name="box-248">
            <a:extLst>
              <a:ext uri="{FF2B5EF4-FFF2-40B4-BE49-F238E27FC236}">
                <a16:creationId xmlns:a16="http://schemas.microsoft.com/office/drawing/2014/main" id="{A903D682-7672-402F-97AC-CBDB6298480F}"/>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한 칸짜리에서는 스캔하지 않고 반환합니다. 호출·반환에도 비용이 있지만 전체 시간 차수는 같습니다.</a:t>
            </a:r>
          </a:p>
        </p:txBody>
      </p:sp>
    </p:spTree>
    <p:extLst>
      <p:ext uri="{BB962C8B-B14F-4D97-AF65-F5344CB8AC3E}">
        <p14:creationId xmlns:p14="http://schemas.microsoft.com/office/powerpoint/2010/main" val="4195304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box-249">
            <a:extLst>
              <a:ext uri="{FF2B5EF4-FFF2-40B4-BE49-F238E27FC236}">
                <a16:creationId xmlns:a16="http://schemas.microsoft.com/office/drawing/2014/main" id="{A107BCA9-DAAD-4FF9-A8B9-A657CCB171D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250">
            <a:extLst>
              <a:ext uri="{FF2B5EF4-FFF2-40B4-BE49-F238E27FC236}">
                <a16:creationId xmlns:a16="http://schemas.microsoft.com/office/drawing/2014/main" id="{D5A628C1-5C88-461C-A426-DEE696529E1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251">
            <a:extLst>
              <a:ext uri="{FF2B5EF4-FFF2-40B4-BE49-F238E27FC236}">
                <a16:creationId xmlns:a16="http://schemas.microsoft.com/office/drawing/2014/main" id="{F3724D45-D36A-4E5F-89F6-88362DBE2B9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8칸을 3층, n칸을 약 log₂n층</a:t>
            </a:r>
          </a:p>
        </p:txBody>
      </p:sp>
      <p:sp>
        <p:nvSpPr>
          <p:cNvPr id="4" name="box-252">
            <a:extLst>
              <a:ext uri="{FF2B5EF4-FFF2-40B4-BE49-F238E27FC236}">
                <a16:creationId xmlns:a16="http://schemas.microsoft.com/office/drawing/2014/main" id="{F4248135-A4D6-4BEB-98CB-2BBA2AB69443}"/>
              </a:ext>
            </a:extLst>
          </p:cNvPr>
          <p:cNvSpPr>
            <a:spLocks noGrp="1"/>
          </p:cNvSpPr>
          <p:nvPr/>
        </p:nvSpPr>
        <p:spPr>
          <a:xfrm>
            <a:off x="609600" y="1381125"/>
            <a:ext cx="10972800" cy="9525"/>
          </a:xfrm>
          <a:prstGeom prst="rect">
            <a:avLst/>
          </a:prstGeom>
          <a:solidFill>
            <a:srgbClr val="151515"/>
          </a:solidFill>
          <a:ln w="0">
            <a:noFill/>
          </a:ln>
        </p:spPr>
      </p:sp>
      <p:sp>
        <p:nvSpPr>
          <p:cNvPr id="5" name="box-253">
            <a:extLst>
              <a:ext uri="{FF2B5EF4-FFF2-40B4-BE49-F238E27FC236}">
                <a16:creationId xmlns:a16="http://schemas.microsoft.com/office/drawing/2014/main" id="{CFA0C50E-AF41-4111-B093-A94B43ACD33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F6BC248-1A7F-4826-BB14-2B43908713D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178</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EF5B0F90-7335-4D29-9009-8DE46C37BF86}"/>
              </a:ext>
            </a:extLst>
          </p:cNvPr>
          <p:cNvGraphicFramePr/>
          <p:nvPr/>
        </p:nvGraphicFramePr>
        <p:xfrm>
          <a:off x="609600" y="2009775"/>
          <a:ext cx="10972800" cy="2628900"/>
        </p:xfrm>
        <a:graphic>
          <a:graphicData uri="http://schemas.openxmlformats.org/drawingml/2006/table">
            <a:tbl>
              <a:tblPr/>
              <a:tblGrid>
                <a:gridCol w="2095500">
                  <a:extLst>
                    <a:ext uri="{9D8B030D-6E8A-4147-A177-3AD203B41FA5}">
                      <a16:colId xmlns:a16="http://schemas.microsoft.com/office/drawing/2014/main" val="20000"/>
                    </a:ext>
                  </a:extLst>
                </a:gridCol>
                <a:gridCol w="6019800">
                  <a:extLst>
                    <a:ext uri="{9D8B030D-6E8A-4147-A177-3AD203B41FA5}">
                      <a16:colId xmlns:a16="http://schemas.microsoft.com/office/drawing/2014/main" val="20001"/>
                    </a:ext>
                  </a:extLst>
                </a:gridCol>
                <a:gridCol w="2857500">
                  <a:extLst>
                    <a:ext uri="{9D8B030D-6E8A-4147-A177-3AD203B41FA5}">
                      <a16:colId xmlns:a16="http://schemas.microsoft.com/office/drawing/2014/main" val="20002"/>
                    </a:ext>
                  </a:extLst>
                </a:gridCol>
              </a:tblGrid>
              <a:tr h="657225">
                <a:tc>
                  <a:txBody>
                    <a:bodyPr/>
                    <a:lstStyle/>
                    <a:p>
                      <a:pPr algn="ctr"/>
                      <a:r>
                        <a:rPr sz="2025" b="1">
                          <a:solidFill>
                            <a:srgbClr val="FFFFFF"/>
                          </a:solidFill>
                          <a:latin typeface="Malgun Gothic"/>
                          <a:ea typeface="Malgun Gothic"/>
                          <a:cs typeface="Malgun Gothic"/>
                        </a:rPr>
                        <a:t>입력 길이</a:t>
                      </a:r>
                    </a:p>
                  </a:txBody>
                  <a:tcPr anchor="ctr">
                    <a:solidFill>
                      <a:srgbClr val="151515"/>
                    </a:solidFill>
                  </a:tcPr>
                </a:tc>
                <a:tc>
                  <a:txBody>
                    <a:bodyPr/>
                    <a:lstStyle/>
                    <a:p>
                      <a:pPr algn="ctr"/>
                      <a:r>
                        <a:rPr sz="2025" b="1">
                          <a:solidFill>
                            <a:srgbClr val="FFFFFF"/>
                          </a:solidFill>
                          <a:latin typeface="Malgun Gothic"/>
                          <a:ea typeface="Malgun Gothic"/>
                          <a:cs typeface="Malgun Gothic"/>
                        </a:rPr>
                        <a:t>구간 크기가 줄어드는 과정</a:t>
                      </a:r>
                    </a:p>
                  </a:txBody>
                  <a:tcPr anchor="ctr">
                    <a:solidFill>
                      <a:srgbClr val="151515"/>
                    </a:solidFill>
                  </a:tcPr>
                </a:tc>
                <a:tc>
                  <a:txBody>
                    <a:bodyPr/>
                    <a:lstStyle/>
                    <a:p>
                      <a:pPr algn="ctr"/>
                      <a:r>
                        <a:rPr sz="2025" b="1">
                          <a:solidFill>
                            <a:srgbClr val="FFFFFF"/>
                          </a:solidFill>
                          <a:latin typeface="Malgun Gothic"/>
                          <a:ea typeface="Malgun Gothic"/>
                          <a:cs typeface="Malgun Gothic"/>
                        </a:rPr>
                        <a:t>스캔하는 층</a:t>
                      </a:r>
                    </a:p>
                  </a:txBody>
                  <a:tcPr anchor="ctr">
                    <a:solidFill>
                      <a:srgbClr val="151515"/>
                    </a:solidFill>
                  </a:tcPr>
                </a:tc>
                <a:extLst>
                  <a:ext uri="{0D108BD9-81ED-4DB2-BD59-A6C34878D82A}">
                    <a16:rowId xmlns:a16="http://schemas.microsoft.com/office/drawing/2014/main" val="10000"/>
                  </a:ext>
                </a:extLst>
              </a:tr>
              <a:tr h="657225">
                <a:tc>
                  <a:txBody>
                    <a:bodyPr/>
                    <a:lstStyle/>
                    <a:p>
                      <a:pPr algn="ctr"/>
                      <a:r>
                        <a:rPr sz="2025" b="0">
                          <a:solidFill>
                            <a:srgbClr val="151515"/>
                          </a:solidFill>
                          <a:latin typeface="Malgun Gothic"/>
                          <a:ea typeface="Malgun Gothic"/>
                          <a:cs typeface="Malgun Gothic"/>
                        </a:rPr>
                        <a:t>8</a:t>
                      </a:r>
                    </a:p>
                  </a:txBody>
                  <a:tcPr anchor="ctr">
                    <a:solidFill>
                      <a:srgbClr val="FFFFFF"/>
                    </a:solidFill>
                  </a:tcPr>
                </a:tc>
                <a:tc>
                  <a:txBody>
                    <a:bodyPr/>
                    <a:lstStyle/>
                    <a:p>
                      <a:pPr algn="ctr"/>
                      <a:r>
                        <a:rPr sz="2025" b="0">
                          <a:solidFill>
                            <a:srgbClr val="151515"/>
                          </a:solidFill>
                          <a:latin typeface="Malgun Gothic"/>
                          <a:ea typeface="Malgun Gothic"/>
                          <a:cs typeface="Malgun Gothic"/>
                        </a:rPr>
                        <a:t>8, 4, 2, 1</a:t>
                      </a:r>
                    </a:p>
                  </a:txBody>
                  <a:tcPr anchor="ctr">
                    <a:solidFill>
                      <a:srgbClr val="FFFFFF"/>
                    </a:solidFill>
                  </a:tcPr>
                </a:tc>
                <a:tc>
                  <a:txBody>
                    <a:bodyPr/>
                    <a:lstStyle/>
                    <a:p>
                      <a:pPr algn="ctr"/>
                      <a:r>
                        <a:rPr sz="2025" b="0">
                          <a:solidFill>
                            <a:srgbClr val="151515"/>
                          </a:solidFill>
                          <a:latin typeface="Malgun Gothic"/>
                          <a:ea typeface="Malgun Gothic"/>
                          <a:cs typeface="Malgun Gothic"/>
                        </a:rPr>
                        <a:t>3층</a:t>
                      </a:r>
                    </a:p>
                  </a:txBody>
                  <a:tcPr anchor="ctr">
                    <a:solidFill>
                      <a:srgbClr val="FFFFFF"/>
                    </a:solidFill>
                  </a:tcPr>
                </a:tc>
                <a:extLst>
                  <a:ext uri="{0D108BD9-81ED-4DB2-BD59-A6C34878D82A}">
                    <a16:rowId xmlns:a16="http://schemas.microsoft.com/office/drawing/2014/main" val="10001"/>
                  </a:ext>
                </a:extLst>
              </a:tr>
              <a:tr h="657225">
                <a:tc>
                  <a:txBody>
                    <a:bodyPr/>
                    <a:lstStyle/>
                    <a:p>
                      <a:pPr algn="ctr"/>
                      <a:r>
                        <a:rPr sz="2025" b="0">
                          <a:solidFill>
                            <a:srgbClr val="151515"/>
                          </a:solidFill>
                          <a:latin typeface="Malgun Gothic"/>
                          <a:ea typeface="Malgun Gothic"/>
                          <a:cs typeface="Malgun Gothic"/>
                        </a:rPr>
                        <a:t>16</a:t>
                      </a:r>
                    </a:p>
                  </a:txBody>
                  <a:tcPr anchor="ctr">
                    <a:solidFill>
                      <a:srgbClr val="F1F4F6"/>
                    </a:solidFill>
                  </a:tcPr>
                </a:tc>
                <a:tc>
                  <a:txBody>
                    <a:bodyPr/>
                    <a:lstStyle/>
                    <a:p>
                      <a:pPr algn="ctr"/>
                      <a:r>
                        <a:rPr sz="2025" b="0">
                          <a:solidFill>
                            <a:srgbClr val="151515"/>
                          </a:solidFill>
                          <a:latin typeface="Malgun Gothic"/>
                          <a:ea typeface="Malgun Gothic"/>
                          <a:cs typeface="Malgun Gothic"/>
                        </a:rPr>
                        <a:t>16, 8, 4, 2, 1</a:t>
                      </a:r>
                    </a:p>
                  </a:txBody>
                  <a:tcPr anchor="ctr">
                    <a:solidFill>
                      <a:srgbClr val="F1F4F6"/>
                    </a:solidFill>
                  </a:tcPr>
                </a:tc>
                <a:tc>
                  <a:txBody>
                    <a:bodyPr/>
                    <a:lstStyle/>
                    <a:p>
                      <a:pPr algn="ctr"/>
                      <a:r>
                        <a:rPr sz="2025" b="0">
                          <a:solidFill>
                            <a:srgbClr val="151515"/>
                          </a:solidFill>
                          <a:latin typeface="Malgun Gothic"/>
                          <a:ea typeface="Malgun Gothic"/>
                          <a:cs typeface="Malgun Gothic"/>
                        </a:rPr>
                        <a:t>4층</a:t>
                      </a:r>
                    </a:p>
                  </a:txBody>
                  <a:tcPr anchor="ctr">
                    <a:solidFill>
                      <a:srgbClr val="F1F4F6"/>
                    </a:solidFill>
                  </a:tcPr>
                </a:tc>
                <a:extLst>
                  <a:ext uri="{0D108BD9-81ED-4DB2-BD59-A6C34878D82A}">
                    <a16:rowId xmlns:a16="http://schemas.microsoft.com/office/drawing/2014/main" val="10002"/>
                  </a:ext>
                </a:extLst>
              </a:tr>
              <a:tr h="657225">
                <a:tc>
                  <a:txBody>
                    <a:bodyPr/>
                    <a:lstStyle/>
                    <a:p>
                      <a:pPr algn="ctr"/>
                      <a:r>
                        <a:rPr sz="2025" b="0">
                          <a:solidFill>
                            <a:srgbClr val="151515"/>
                          </a:solidFill>
                          <a:latin typeface="Malgun Gothic"/>
                          <a:ea typeface="Malgun Gothic"/>
                          <a:cs typeface="Malgun Gothic"/>
                        </a:rPr>
                        <a:t>32</a:t>
                      </a:r>
                    </a:p>
                  </a:txBody>
                  <a:tcPr anchor="ctr">
                    <a:solidFill>
                      <a:srgbClr val="FFFFFF"/>
                    </a:solidFill>
                  </a:tcPr>
                </a:tc>
                <a:tc>
                  <a:txBody>
                    <a:bodyPr/>
                    <a:lstStyle/>
                    <a:p>
                      <a:pPr algn="ctr"/>
                      <a:r>
                        <a:rPr sz="2025" b="0">
                          <a:solidFill>
                            <a:srgbClr val="151515"/>
                          </a:solidFill>
                          <a:latin typeface="Malgun Gothic"/>
                          <a:ea typeface="Malgun Gothic"/>
                          <a:cs typeface="Malgun Gothic"/>
                        </a:rPr>
                        <a:t>32, 16, 8, 4, 2, 1</a:t>
                      </a:r>
                    </a:p>
                  </a:txBody>
                  <a:tcPr anchor="ctr">
                    <a:solidFill>
                      <a:srgbClr val="FFFFFF"/>
                    </a:solidFill>
                  </a:tcPr>
                </a:tc>
                <a:tc>
                  <a:txBody>
                    <a:bodyPr/>
                    <a:lstStyle/>
                    <a:p>
                      <a:pPr algn="ctr"/>
                      <a:r>
                        <a:rPr sz="2025" b="0">
                          <a:solidFill>
                            <a:srgbClr val="151515"/>
                          </a:solidFill>
                          <a:latin typeface="Malgun Gothic"/>
                          <a:ea typeface="Malgun Gothic"/>
                          <a:cs typeface="Malgun Gothic"/>
                        </a:rPr>
                        <a:t>5층</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box-256">
            <a:extLst>
              <a:ext uri="{FF2B5EF4-FFF2-40B4-BE49-F238E27FC236}">
                <a16:creationId xmlns:a16="http://schemas.microsoft.com/office/drawing/2014/main" id="{4CA5B64F-0A7B-4A31-B3DC-80692296B727}"/>
              </a:ext>
            </a:extLst>
          </p:cNvPr>
          <p:cNvSpPr>
            <a:spLocks noGrp="1"/>
          </p:cNvSpPr>
          <p:nvPr/>
        </p:nvSpPr>
        <p:spPr>
          <a:xfrm>
            <a:off x="609600" y="5019675"/>
            <a:ext cx="10972800" cy="466725"/>
          </a:xfrm>
          <a:prstGeom prst="rect">
            <a:avLst/>
          </a:prstGeom>
          <a:noFill/>
          <a:ln w="0">
            <a:noFill/>
          </a:ln>
        </p:spPr>
        <p:txBody>
          <a:bodyPr wrap="none" lIns="0" tIns="0" rIns="0" bIns="0" anchor="t">
            <a:noAutofit/>
          </a:bodyPr>
          <a:lstStyle>
            <a:defPPr algn="l">
              <a:defRPr sz="2700" b="1">
                <a:solidFill>
                  <a:srgbClr val="146995"/>
                </a:solidFill>
                <a:latin typeface="Malgun Gothic"/>
                <a:ea typeface="Malgun Gothic"/>
                <a:cs typeface="Malgun Gothic"/>
              </a:defRPr>
            </a:defPPr>
          </a:lstStyle>
          <a:p>
            <a:pPr algn="l">
              <a:lnSpc>
                <a:spcPct val="112000"/>
              </a:lnSpc>
              <a:buNone/>
              <a:defRPr sz="2700" b="1">
                <a:solidFill>
                  <a:srgbClr val="146995"/>
                </a:solidFill>
                <a:latin typeface="Malgun Gothic"/>
                <a:ea typeface="Malgun Gothic"/>
                <a:cs typeface="Malgun Gothic"/>
              </a:defRPr>
            </a:pPr>
            <a:r>
              <a:rPr sz="2700" b="1">
                <a:solidFill>
                  <a:srgbClr val="146995"/>
                </a:solidFill>
                <a:latin typeface="Malgun Gothic"/>
                <a:ea typeface="Malgun Gothic"/>
                <a:cs typeface="Malgun Gothic"/>
              </a:rPr>
              <a:t>한 층의 읽기 n칸 × 약 log₂n층</a:t>
            </a:r>
          </a:p>
        </p:txBody>
      </p:sp>
      <p:sp>
        <p:nvSpPr>
          <p:cNvPr id="9" name="box-257">
            <a:extLst>
              <a:ext uri="{FF2B5EF4-FFF2-40B4-BE49-F238E27FC236}">
                <a16:creationId xmlns:a16="http://schemas.microsoft.com/office/drawing/2014/main" id="{E34997A8-2659-4E90-8978-5FA23EF02F0E}"/>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최대 구간 합의 전체 시간은 O(n log n). 마지막 한 칸에서는 cross_max를 계산하지 않습니다.</a:t>
            </a:r>
          </a:p>
        </p:txBody>
      </p:sp>
    </p:spTree>
    <p:extLst>
      <p:ext uri="{BB962C8B-B14F-4D97-AF65-F5344CB8AC3E}">
        <p14:creationId xmlns:p14="http://schemas.microsoft.com/office/powerpoint/2010/main" val="262196815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box-258">
            <a:extLst>
              <a:ext uri="{FF2B5EF4-FFF2-40B4-BE49-F238E27FC236}">
                <a16:creationId xmlns:a16="http://schemas.microsoft.com/office/drawing/2014/main" id="{3683F137-1101-4E3F-9122-F655F1AC6572}"/>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259">
            <a:extLst>
              <a:ext uri="{FF2B5EF4-FFF2-40B4-BE49-F238E27FC236}">
                <a16:creationId xmlns:a16="http://schemas.microsoft.com/office/drawing/2014/main" id="{397484D2-E5D5-49ED-9BDC-9BB31E154EF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260">
            <a:extLst>
              <a:ext uri="{FF2B5EF4-FFF2-40B4-BE49-F238E27FC236}">
                <a16:creationId xmlns:a16="http://schemas.microsoft.com/office/drawing/2014/main" id="{44CF0622-0BEE-4F7C-BD87-252AA77321A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점화식은 코드의 세 부분을 적은 것입니다</a:t>
            </a:r>
          </a:p>
        </p:txBody>
      </p:sp>
      <p:sp>
        <p:nvSpPr>
          <p:cNvPr id="4" name="box-261">
            <a:extLst>
              <a:ext uri="{FF2B5EF4-FFF2-40B4-BE49-F238E27FC236}">
                <a16:creationId xmlns:a16="http://schemas.microsoft.com/office/drawing/2014/main" id="{DECC22BF-459E-4ED7-9B6D-D07DB3DC1915}"/>
              </a:ext>
            </a:extLst>
          </p:cNvPr>
          <p:cNvSpPr>
            <a:spLocks noGrp="1"/>
          </p:cNvSpPr>
          <p:nvPr/>
        </p:nvSpPr>
        <p:spPr>
          <a:xfrm>
            <a:off x="609600" y="1381125"/>
            <a:ext cx="10972800" cy="9525"/>
          </a:xfrm>
          <a:prstGeom prst="rect">
            <a:avLst/>
          </a:prstGeom>
          <a:solidFill>
            <a:srgbClr val="151515"/>
          </a:solidFill>
          <a:ln w="0">
            <a:noFill/>
          </a:ln>
        </p:spPr>
      </p:sp>
      <p:sp>
        <p:nvSpPr>
          <p:cNvPr id="5" name="box-262">
            <a:extLst>
              <a:ext uri="{FF2B5EF4-FFF2-40B4-BE49-F238E27FC236}">
                <a16:creationId xmlns:a16="http://schemas.microsoft.com/office/drawing/2014/main" id="{9388A785-6E1B-4B7D-A0B4-3E5AF2121282}"/>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35B3C6D-DC8D-42A9-B42E-1EA3AA0B50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179</a:t>
            </a:r>
            <a:endParaRPr sz="1050" b="0">
              <a:solidFill>
                <a:srgbClr val="151515"/>
              </a:solidFill>
              <a:latin typeface="Consolas"/>
              <a:ea typeface="Consolas"/>
              <a:cs typeface="Consolas"/>
            </a:endParaRPr>
          </a:p>
        </p:txBody>
      </p:sp>
      <p:sp>
        <p:nvSpPr>
          <p:cNvPr id="7" name="box-264">
            <a:extLst>
              <a:ext uri="{FF2B5EF4-FFF2-40B4-BE49-F238E27FC236}">
                <a16:creationId xmlns:a16="http://schemas.microsoft.com/office/drawing/2014/main" id="{B270D0AD-7C08-4523-9B68-E0E47D6C52D7}"/>
              </a:ext>
            </a:extLst>
          </p:cNvPr>
          <p:cNvSpPr>
            <a:spLocks noGrp="1"/>
          </p:cNvSpPr>
          <p:nvPr/>
        </p:nvSpPr>
        <p:spPr>
          <a:xfrm>
            <a:off x="857250" y="2095500"/>
            <a:ext cx="1714500" cy="514350"/>
          </a:xfrm>
          <a:prstGeom prst="rect">
            <a:avLst/>
          </a:prstGeom>
          <a:noFill/>
          <a:ln w="0">
            <a:noFill/>
          </a:ln>
        </p:spPr>
        <p:txBody>
          <a:bodyPr wrap="none" lIns="0" tIns="0" rIns="0" bIns="0" anchor="t">
            <a:noAutofit/>
          </a:bodyPr>
          <a:lstStyle>
            <a:defPPr algn="l">
              <a:defRPr sz="3000" b="1">
                <a:solidFill>
                  <a:srgbClr val="151515"/>
                </a:solidFill>
                <a:latin typeface="Consolas"/>
                <a:ea typeface="Consolas"/>
                <a:cs typeface="Consolas"/>
              </a:defRPr>
            </a:defPPr>
          </a:lstStyle>
          <a:p>
            <a:pPr algn="l">
              <a:lnSpc>
                <a:spcPct val="112000"/>
              </a:lnSpc>
              <a:buNone/>
              <a:defRPr sz="3000" b="1">
                <a:solidFill>
                  <a:srgbClr val="151515"/>
                </a:solidFill>
                <a:latin typeface="Consolas"/>
                <a:ea typeface="Consolas"/>
                <a:cs typeface="Consolas"/>
              </a:defRPr>
            </a:pPr>
            <a:r>
              <a:rPr sz="3000" b="1">
                <a:solidFill>
                  <a:srgbClr val="151515"/>
                </a:solidFill>
                <a:latin typeface="Consolas"/>
                <a:ea typeface="Consolas"/>
                <a:cs typeface="Consolas"/>
              </a:rPr>
              <a:t>T(n)</a:t>
            </a:r>
          </a:p>
        </p:txBody>
      </p:sp>
      <p:sp>
        <p:nvSpPr>
          <p:cNvPr id="8" name="box-265">
            <a:extLst>
              <a:ext uri="{FF2B5EF4-FFF2-40B4-BE49-F238E27FC236}">
                <a16:creationId xmlns:a16="http://schemas.microsoft.com/office/drawing/2014/main" id="{72C70F99-A8EF-443B-B13E-61379B8C6DEC}"/>
              </a:ext>
            </a:extLst>
          </p:cNvPr>
          <p:cNvSpPr>
            <a:spLocks noGrp="1"/>
          </p:cNvSpPr>
          <p:nvPr/>
        </p:nvSpPr>
        <p:spPr>
          <a:xfrm>
            <a:off x="2581275" y="2095500"/>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9" name="box-266">
            <a:extLst>
              <a:ext uri="{FF2B5EF4-FFF2-40B4-BE49-F238E27FC236}">
                <a16:creationId xmlns:a16="http://schemas.microsoft.com/office/drawing/2014/main" id="{5197687A-B934-4FAA-B124-3D4F62B7CE57}"/>
              </a:ext>
            </a:extLst>
          </p:cNvPr>
          <p:cNvSpPr>
            <a:spLocks noGrp="1"/>
          </p:cNvSpPr>
          <p:nvPr/>
        </p:nvSpPr>
        <p:spPr>
          <a:xfrm>
            <a:off x="3314700" y="2095500"/>
            <a:ext cx="2447925" cy="514350"/>
          </a:xfrm>
          <a:prstGeom prst="rect">
            <a:avLst/>
          </a:prstGeom>
          <a:noFill/>
          <a:ln w="0">
            <a:noFill/>
          </a:ln>
        </p:spPr>
        <p:txBody>
          <a:bodyPr wrap="none" lIns="0" tIns="0" rIns="0" bIns="0" anchor="t">
            <a:noAutofit/>
          </a:bodyPr>
          <a:lstStyle>
            <a:defPPr algn="l">
              <a:defRPr sz="3000" b="1">
                <a:solidFill>
                  <a:srgbClr val="146995"/>
                </a:solidFill>
                <a:latin typeface="Consolas"/>
                <a:ea typeface="Consolas"/>
                <a:cs typeface="Consolas"/>
              </a:defRPr>
            </a:defPPr>
          </a:lstStyle>
          <a:p>
            <a:pPr algn="l">
              <a:lnSpc>
                <a:spcPct val="112000"/>
              </a:lnSpc>
              <a:buNone/>
              <a:defRPr sz="3000" b="1">
                <a:solidFill>
                  <a:srgbClr val="146995"/>
                </a:solidFill>
                <a:latin typeface="Consolas"/>
                <a:ea typeface="Consolas"/>
                <a:cs typeface="Consolas"/>
              </a:defRPr>
            </a:pPr>
            <a:r>
              <a:rPr sz="3000" b="1">
                <a:solidFill>
                  <a:srgbClr val="146995"/>
                </a:solidFill>
                <a:latin typeface="Consolas"/>
                <a:ea typeface="Consolas"/>
                <a:cs typeface="Consolas"/>
              </a:rPr>
              <a:t>T(n/2)</a:t>
            </a:r>
          </a:p>
        </p:txBody>
      </p:sp>
      <p:sp>
        <p:nvSpPr>
          <p:cNvPr id="10" name="box-267">
            <a:extLst>
              <a:ext uri="{FF2B5EF4-FFF2-40B4-BE49-F238E27FC236}">
                <a16:creationId xmlns:a16="http://schemas.microsoft.com/office/drawing/2014/main" id="{A688EA60-424D-4B62-B930-17BA745F334B}"/>
              </a:ext>
            </a:extLst>
          </p:cNvPr>
          <p:cNvSpPr>
            <a:spLocks noGrp="1"/>
          </p:cNvSpPr>
          <p:nvPr/>
        </p:nvSpPr>
        <p:spPr>
          <a:xfrm>
            <a:off x="5734050" y="2095500"/>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1" name="box-268">
            <a:extLst>
              <a:ext uri="{FF2B5EF4-FFF2-40B4-BE49-F238E27FC236}">
                <a16:creationId xmlns:a16="http://schemas.microsoft.com/office/drawing/2014/main" id="{E66BDE84-B2E8-4A07-AF3E-3E85699762F7}"/>
              </a:ext>
            </a:extLst>
          </p:cNvPr>
          <p:cNvSpPr>
            <a:spLocks noGrp="1"/>
          </p:cNvSpPr>
          <p:nvPr/>
        </p:nvSpPr>
        <p:spPr>
          <a:xfrm>
            <a:off x="6438900" y="2095500"/>
            <a:ext cx="2447925" cy="514350"/>
          </a:xfrm>
          <a:prstGeom prst="rect">
            <a:avLst/>
          </a:prstGeom>
          <a:noFill/>
          <a:ln w="0">
            <a:noFill/>
          </a:ln>
        </p:spPr>
        <p:txBody>
          <a:bodyPr wrap="none" lIns="0" tIns="0" rIns="0" bIns="0" anchor="t">
            <a:noAutofit/>
          </a:bodyPr>
          <a:lstStyle>
            <a:defPPr algn="l">
              <a:defRPr sz="3000" b="1">
                <a:solidFill>
                  <a:srgbClr val="21744F"/>
                </a:solidFill>
                <a:latin typeface="Consolas"/>
                <a:ea typeface="Consolas"/>
                <a:cs typeface="Consolas"/>
              </a:defRPr>
            </a:defPPr>
          </a:lstStyle>
          <a:p>
            <a:pPr algn="l">
              <a:lnSpc>
                <a:spcPct val="112000"/>
              </a:lnSpc>
              <a:buNone/>
              <a:defRPr sz="3000" b="1">
                <a:solidFill>
                  <a:srgbClr val="21744F"/>
                </a:solidFill>
                <a:latin typeface="Consolas"/>
                <a:ea typeface="Consolas"/>
                <a:cs typeface="Consolas"/>
              </a:defRPr>
            </a:pPr>
            <a:r>
              <a:rPr sz="3000" b="1">
                <a:solidFill>
                  <a:srgbClr val="21744F"/>
                </a:solidFill>
                <a:latin typeface="Consolas"/>
                <a:ea typeface="Consolas"/>
                <a:cs typeface="Consolas"/>
              </a:rPr>
              <a:t>T(n/2)</a:t>
            </a:r>
          </a:p>
        </p:txBody>
      </p:sp>
      <p:sp>
        <p:nvSpPr>
          <p:cNvPr id="12" name="box-269">
            <a:extLst>
              <a:ext uri="{FF2B5EF4-FFF2-40B4-BE49-F238E27FC236}">
                <a16:creationId xmlns:a16="http://schemas.microsoft.com/office/drawing/2014/main" id="{C5860A25-D0FA-4AD1-9F4F-8032F7CA5B94}"/>
              </a:ext>
            </a:extLst>
          </p:cNvPr>
          <p:cNvSpPr>
            <a:spLocks noGrp="1"/>
          </p:cNvSpPr>
          <p:nvPr/>
        </p:nvSpPr>
        <p:spPr>
          <a:xfrm>
            <a:off x="8839200" y="2095500"/>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3" name="box-270">
            <a:extLst>
              <a:ext uri="{FF2B5EF4-FFF2-40B4-BE49-F238E27FC236}">
                <a16:creationId xmlns:a16="http://schemas.microsoft.com/office/drawing/2014/main" id="{DB2403E8-2460-4AE3-BC5D-524ADDF5410F}"/>
              </a:ext>
            </a:extLst>
          </p:cNvPr>
          <p:cNvSpPr>
            <a:spLocks noGrp="1"/>
          </p:cNvSpPr>
          <p:nvPr/>
        </p:nvSpPr>
        <p:spPr>
          <a:xfrm>
            <a:off x="9525000" y="2095500"/>
            <a:ext cx="1981200" cy="514350"/>
          </a:xfrm>
          <a:prstGeom prst="rect">
            <a:avLst/>
          </a:prstGeom>
          <a:noFill/>
          <a:ln w="0">
            <a:noFill/>
          </a:ln>
        </p:spPr>
        <p:txBody>
          <a:bodyPr wrap="none" lIns="0" tIns="0" rIns="0" bIns="0" anchor="t">
            <a:noAutofit/>
          </a:bodyPr>
          <a:lstStyle>
            <a:defPPr algn="l">
              <a:defRPr sz="3000" b="1">
                <a:solidFill>
                  <a:srgbClr val="AD630C"/>
                </a:solidFill>
                <a:latin typeface="Consolas"/>
                <a:ea typeface="Consolas"/>
                <a:cs typeface="Consolas"/>
              </a:defRPr>
            </a:defPPr>
          </a:lstStyle>
          <a:p>
            <a:pPr algn="l">
              <a:lnSpc>
                <a:spcPct val="112000"/>
              </a:lnSpc>
              <a:buNone/>
              <a:defRPr sz="3000" b="1">
                <a:solidFill>
                  <a:srgbClr val="AD630C"/>
                </a:solidFill>
                <a:latin typeface="Consolas"/>
                <a:ea typeface="Consolas"/>
                <a:cs typeface="Consolas"/>
              </a:defRPr>
            </a:pPr>
            <a:r>
              <a:rPr sz="3000" b="1">
                <a:solidFill>
                  <a:srgbClr val="AD630C"/>
                </a:solidFill>
                <a:latin typeface="Consolas"/>
                <a:ea typeface="Consolas"/>
                <a:cs typeface="Consolas"/>
              </a:rPr>
              <a:t>O(n)</a:t>
            </a:r>
          </a:p>
        </p:txBody>
      </p:sp>
      <p:sp>
        <p:nvSpPr>
          <p:cNvPr id="14" name="box-271">
            <a:extLst>
              <a:ext uri="{FF2B5EF4-FFF2-40B4-BE49-F238E27FC236}">
                <a16:creationId xmlns:a16="http://schemas.microsoft.com/office/drawing/2014/main" id="{501D5367-28A0-4712-B3F6-70A4AD7939A7}"/>
              </a:ext>
            </a:extLst>
          </p:cNvPr>
          <p:cNvSpPr>
            <a:spLocks noGrp="1"/>
          </p:cNvSpPr>
          <p:nvPr/>
        </p:nvSpPr>
        <p:spPr>
          <a:xfrm>
            <a:off x="666750" y="2819400"/>
            <a:ext cx="1905000" cy="361950"/>
          </a:xfrm>
          <a:prstGeom prst="rect">
            <a:avLst/>
          </a:prstGeom>
          <a:noFill/>
          <a:ln w="0">
            <a:noFill/>
          </a:ln>
        </p:spPr>
        <p:txBody>
          <a:bodyPr wrap="none" lIns="0" tIns="0" rIns="0" bIns="0" anchor="t">
            <a:noAutofit/>
          </a:bodyPr>
          <a:lstStyle>
            <a:defPPr algn="ctr">
              <a:defRPr sz="1800" b="0">
                <a:solidFill>
                  <a:srgbClr val="151515"/>
                </a:solidFill>
                <a:latin typeface="Malgun Gothic"/>
                <a:ea typeface="Malgun Gothic"/>
                <a:cs typeface="Malgun Gothic"/>
              </a:defRPr>
            </a:defPPr>
          </a:lstStyle>
          <a:p>
            <a:pPr algn="ctr">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전체 시간</a:t>
            </a:r>
          </a:p>
        </p:txBody>
      </p:sp>
      <p:sp>
        <p:nvSpPr>
          <p:cNvPr id="15" name="box-272">
            <a:extLst>
              <a:ext uri="{FF2B5EF4-FFF2-40B4-BE49-F238E27FC236}">
                <a16:creationId xmlns:a16="http://schemas.microsoft.com/office/drawing/2014/main" id="{C56CFFB2-FAB6-4BD0-A82A-30990B27F903}"/>
              </a:ext>
            </a:extLst>
          </p:cNvPr>
          <p:cNvSpPr>
            <a:spLocks noGrp="1"/>
          </p:cNvSpPr>
          <p:nvPr/>
        </p:nvSpPr>
        <p:spPr>
          <a:xfrm>
            <a:off x="3114675" y="2819400"/>
            <a:ext cx="2762250" cy="361950"/>
          </a:xfrm>
          <a:prstGeom prst="rect">
            <a:avLst/>
          </a:prstGeom>
          <a:noFill/>
          <a:ln w="0">
            <a:noFill/>
          </a:ln>
        </p:spPr>
        <p:txBody>
          <a:bodyPr wrap="none" lIns="0" tIns="0" rIns="0" bIns="0" anchor="t">
            <a:noAutofit/>
          </a:bodyPr>
          <a:lstStyle>
            <a:defPPr algn="ctr">
              <a:defRPr sz="1800" b="0">
                <a:solidFill>
                  <a:srgbClr val="146995"/>
                </a:solidFill>
                <a:latin typeface="Malgun Gothic"/>
                <a:ea typeface="Malgun Gothic"/>
                <a:cs typeface="Malgun Gothic"/>
              </a:defRPr>
            </a:defPPr>
          </a:lstStyle>
          <a:p>
            <a:pPr algn="ctr">
              <a:lnSpc>
                <a:spcPct val="112000"/>
              </a:lnSpc>
              <a:buNone/>
              <a:defRPr sz="1800" b="0">
                <a:solidFill>
                  <a:srgbClr val="146995"/>
                </a:solidFill>
                <a:latin typeface="Malgun Gothic"/>
                <a:ea typeface="Malgun Gothic"/>
                <a:cs typeface="Malgun Gothic"/>
              </a:defRPr>
            </a:pPr>
            <a:r>
              <a:rPr sz="1800" b="0">
                <a:solidFill>
                  <a:srgbClr val="146995"/>
                </a:solidFill>
                <a:latin typeface="Malgun Gothic"/>
                <a:ea typeface="Malgun Gothic"/>
                <a:cs typeface="Malgun Gothic"/>
              </a:rPr>
              <a:t>왼쪽 절반의 시간</a:t>
            </a:r>
          </a:p>
        </p:txBody>
      </p:sp>
      <p:sp>
        <p:nvSpPr>
          <p:cNvPr id="16" name="box-273">
            <a:extLst>
              <a:ext uri="{FF2B5EF4-FFF2-40B4-BE49-F238E27FC236}">
                <a16:creationId xmlns:a16="http://schemas.microsoft.com/office/drawing/2014/main" id="{6C8A9783-D0B1-4B20-B466-19834928B180}"/>
              </a:ext>
            </a:extLst>
          </p:cNvPr>
          <p:cNvSpPr>
            <a:spLocks noGrp="1"/>
          </p:cNvSpPr>
          <p:nvPr/>
        </p:nvSpPr>
        <p:spPr>
          <a:xfrm>
            <a:off x="6191250" y="2819400"/>
            <a:ext cx="2857500" cy="361950"/>
          </a:xfrm>
          <a:prstGeom prst="rect">
            <a:avLst/>
          </a:prstGeom>
          <a:noFill/>
          <a:ln w="0">
            <a:noFill/>
          </a:ln>
        </p:spPr>
        <p:txBody>
          <a:bodyPr wrap="none" lIns="0" tIns="0" rIns="0" bIns="0" anchor="t">
            <a:noAutofit/>
          </a:bodyPr>
          <a:lstStyle>
            <a:defPPr algn="ctr">
              <a:defRPr sz="1800" b="0">
                <a:solidFill>
                  <a:srgbClr val="21744F"/>
                </a:solidFill>
                <a:latin typeface="Malgun Gothic"/>
                <a:ea typeface="Malgun Gothic"/>
                <a:cs typeface="Malgun Gothic"/>
              </a:defRPr>
            </a:defPPr>
          </a:lstStyle>
          <a:p>
            <a:pPr algn="ctr">
              <a:lnSpc>
                <a:spcPct val="112000"/>
              </a:lnSpc>
              <a:buNone/>
              <a:defRPr sz="1800" b="0">
                <a:solidFill>
                  <a:srgbClr val="21744F"/>
                </a:solidFill>
                <a:latin typeface="Malgun Gothic"/>
                <a:ea typeface="Malgun Gothic"/>
                <a:cs typeface="Malgun Gothic"/>
              </a:defRPr>
            </a:pPr>
            <a:r>
              <a:rPr sz="1800" b="0">
                <a:solidFill>
                  <a:srgbClr val="21744F"/>
                </a:solidFill>
                <a:latin typeface="Malgun Gothic"/>
                <a:ea typeface="Malgun Gothic"/>
                <a:cs typeface="Malgun Gothic"/>
              </a:rPr>
              <a:t>오른쪽 절반의 시간</a:t>
            </a:r>
          </a:p>
        </p:txBody>
      </p:sp>
      <p:sp>
        <p:nvSpPr>
          <p:cNvPr id="17" name="box-274">
            <a:extLst>
              <a:ext uri="{FF2B5EF4-FFF2-40B4-BE49-F238E27FC236}">
                <a16:creationId xmlns:a16="http://schemas.microsoft.com/office/drawing/2014/main" id="{ACD3B851-23D7-4CFF-B6FE-699F04E26778}"/>
              </a:ext>
            </a:extLst>
          </p:cNvPr>
          <p:cNvSpPr>
            <a:spLocks noGrp="1"/>
          </p:cNvSpPr>
          <p:nvPr/>
        </p:nvSpPr>
        <p:spPr>
          <a:xfrm>
            <a:off x="9324975" y="2819400"/>
            <a:ext cx="2257425" cy="361950"/>
          </a:xfrm>
          <a:prstGeom prst="rect">
            <a:avLst/>
          </a:prstGeom>
          <a:noFill/>
          <a:ln w="0">
            <a:noFill/>
          </a:ln>
        </p:spPr>
        <p:txBody>
          <a:bodyPr wrap="none" lIns="0" tIns="0" rIns="0" bIns="0" anchor="t">
            <a:noAutofit/>
          </a:bodyPr>
          <a:lstStyle>
            <a:defPPr algn="ctr">
              <a:defRPr sz="1725" b="0">
                <a:solidFill>
                  <a:srgbClr val="AD630C"/>
                </a:solidFill>
                <a:latin typeface="Malgun Gothic"/>
                <a:ea typeface="Malgun Gothic"/>
                <a:cs typeface="Malgun Gothic"/>
              </a:defRPr>
            </a:defPPr>
          </a:lstStyle>
          <a:p>
            <a:pPr algn="ctr">
              <a:lnSpc>
                <a:spcPct val="112000"/>
              </a:lnSpc>
              <a:buNone/>
              <a:defRPr sz="1725" b="0">
                <a:solidFill>
                  <a:srgbClr val="AD630C"/>
                </a:solidFill>
                <a:latin typeface="Malgun Gothic"/>
                <a:ea typeface="Malgun Gothic"/>
                <a:cs typeface="Malgun Gothic"/>
              </a:defRPr>
            </a:pPr>
            <a:r>
              <a:rPr sz="1725" b="0">
                <a:solidFill>
                  <a:srgbClr val="AD630C"/>
                </a:solidFill>
                <a:latin typeface="Malgun Gothic"/>
                <a:ea typeface="Malgun Gothic"/>
                <a:cs typeface="Malgun Gothic"/>
              </a:rPr>
              <a:t>현재 구간의 작업</a:t>
            </a:r>
          </a:p>
        </p:txBody>
      </p:sp>
      <p:sp>
        <p:nvSpPr>
          <p:cNvPr id="18" name="box-275">
            <a:extLst>
              <a:ext uri="{FF2B5EF4-FFF2-40B4-BE49-F238E27FC236}">
                <a16:creationId xmlns:a16="http://schemas.microsoft.com/office/drawing/2014/main" id="{9102A820-BCAF-4E06-AF71-B30ECA97202E}"/>
              </a:ext>
            </a:extLst>
          </p:cNvPr>
          <p:cNvSpPr>
            <a:spLocks noGrp="1"/>
          </p:cNvSpPr>
          <p:nvPr/>
        </p:nvSpPr>
        <p:spPr>
          <a:xfrm>
            <a:off x="3143250" y="3552825"/>
            <a:ext cx="2790825" cy="419100"/>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왼쪽 답을 구함</a:t>
            </a:r>
          </a:p>
        </p:txBody>
      </p:sp>
      <p:sp>
        <p:nvSpPr>
          <p:cNvPr id="19" name="box-276">
            <a:extLst>
              <a:ext uri="{FF2B5EF4-FFF2-40B4-BE49-F238E27FC236}">
                <a16:creationId xmlns:a16="http://schemas.microsoft.com/office/drawing/2014/main" id="{80120782-EA65-4BEA-8768-C49B627D2E9E}"/>
              </a:ext>
            </a:extLst>
          </p:cNvPr>
          <p:cNvSpPr>
            <a:spLocks noGrp="1"/>
          </p:cNvSpPr>
          <p:nvPr/>
        </p:nvSpPr>
        <p:spPr>
          <a:xfrm>
            <a:off x="6143625" y="3552825"/>
            <a:ext cx="2905125" cy="419100"/>
          </a:xfrm>
          <a:prstGeom prst="rect">
            <a:avLst/>
          </a:prstGeom>
          <a:noFill/>
          <a:ln w="0">
            <a:noFill/>
          </a:ln>
        </p:spPr>
        <p:txBody>
          <a:bodyPr wrap="none" lIns="0" tIns="0" rIns="0" bIns="0" anchor="t">
            <a:noAutofit/>
          </a:bodyPr>
          <a:lstStyle>
            <a:defPPr algn="l">
              <a:defRPr sz="2025" b="1">
                <a:solidFill>
                  <a:srgbClr val="21744F"/>
                </a:solidFill>
                <a:latin typeface="Malgun Gothic"/>
                <a:ea typeface="Malgun Gothic"/>
                <a:cs typeface="Malgun Gothic"/>
              </a:defRPr>
            </a:defPPr>
          </a:lstStyle>
          <a:p>
            <a:pPr algn="l">
              <a:lnSpc>
                <a:spcPct val="112000"/>
              </a:lnSpc>
              <a:buNone/>
              <a:defRPr sz="2025" b="1">
                <a:solidFill>
                  <a:srgbClr val="21744F"/>
                </a:solidFill>
                <a:latin typeface="Malgun Gothic"/>
                <a:ea typeface="Malgun Gothic"/>
                <a:cs typeface="Malgun Gothic"/>
              </a:defRPr>
            </a:pPr>
            <a:r>
              <a:rPr sz="2025" b="1">
                <a:solidFill>
                  <a:srgbClr val="21744F"/>
                </a:solidFill>
                <a:latin typeface="Malgun Gothic"/>
                <a:ea typeface="Malgun Gothic"/>
                <a:cs typeface="Malgun Gothic"/>
              </a:rPr>
              <a:t>오른쪽 답을 구함</a:t>
            </a:r>
          </a:p>
        </p:txBody>
      </p:sp>
      <p:sp>
        <p:nvSpPr>
          <p:cNvPr id="20" name="box-277">
            <a:extLst>
              <a:ext uri="{FF2B5EF4-FFF2-40B4-BE49-F238E27FC236}">
                <a16:creationId xmlns:a16="http://schemas.microsoft.com/office/drawing/2014/main" id="{CA9FCC22-408C-4357-98F7-5DAA61374093}"/>
              </a:ext>
            </a:extLst>
          </p:cNvPr>
          <p:cNvSpPr>
            <a:spLocks noGrp="1"/>
          </p:cNvSpPr>
          <p:nvPr/>
        </p:nvSpPr>
        <p:spPr>
          <a:xfrm>
            <a:off x="9324975" y="3552825"/>
            <a:ext cx="2257425" cy="419100"/>
          </a:xfrm>
          <a:prstGeom prst="rect">
            <a:avLst/>
          </a:prstGeom>
          <a:noFill/>
          <a:ln w="0">
            <a:noFill/>
          </a:ln>
        </p:spPr>
        <p:txBody>
          <a:bodyPr wrap="none" lIns="0" tIns="0" rIns="0" bIns="0" anchor="t">
            <a:noAutofit/>
          </a:bodyPr>
          <a:lstStyle>
            <a:defPPr algn="l">
              <a:defRPr sz="1950" b="1">
                <a:solidFill>
                  <a:srgbClr val="AD630C"/>
                </a:solidFill>
                <a:latin typeface="Malgun Gothic"/>
                <a:ea typeface="Malgun Gothic"/>
                <a:cs typeface="Malgun Gothic"/>
              </a:defRPr>
            </a:defPPr>
          </a:lstStyle>
          <a:p>
            <a:pPr algn="l">
              <a:lnSpc>
                <a:spcPct val="112000"/>
              </a:lnSpc>
              <a:buNone/>
              <a:defRPr sz="1950" b="1">
                <a:solidFill>
                  <a:srgbClr val="AD630C"/>
                </a:solidFill>
                <a:latin typeface="Malgun Gothic"/>
                <a:ea typeface="Malgun Gothic"/>
                <a:cs typeface="Malgun Gothic"/>
              </a:defRPr>
            </a:pPr>
            <a:r>
              <a:rPr sz="1950" b="1">
                <a:solidFill>
                  <a:srgbClr val="AD630C"/>
                </a:solidFill>
                <a:latin typeface="Malgun Gothic"/>
                <a:ea typeface="Malgun Gothic"/>
                <a:cs typeface="Malgun Gothic"/>
              </a:rPr>
              <a:t>중앙에서 스캔</a:t>
            </a:r>
          </a:p>
        </p:txBody>
      </p:sp>
      <p:sp>
        <p:nvSpPr>
          <p:cNvPr id="21" name="box-278">
            <a:extLst>
              <a:ext uri="{FF2B5EF4-FFF2-40B4-BE49-F238E27FC236}">
                <a16:creationId xmlns:a16="http://schemas.microsoft.com/office/drawing/2014/main" id="{6DFD9818-E423-44AD-9F6F-CE17A3EE55C2}"/>
              </a:ext>
            </a:extLst>
          </p:cNvPr>
          <p:cNvSpPr>
            <a:spLocks noGrp="1"/>
          </p:cNvSpPr>
          <p:nvPr/>
        </p:nvSpPr>
        <p:spPr>
          <a:xfrm>
            <a:off x="609600" y="4286250"/>
            <a:ext cx="10972800" cy="9525"/>
          </a:xfrm>
          <a:prstGeom prst="rect">
            <a:avLst/>
          </a:prstGeom>
          <a:solidFill>
            <a:srgbClr val="CCCCCC"/>
          </a:solidFill>
          <a:ln w="0">
            <a:noFill/>
          </a:ln>
        </p:spPr>
      </p:sp>
      <p:sp>
        <p:nvSpPr>
          <p:cNvPr id="22" name="box-279">
            <a:extLst>
              <a:ext uri="{FF2B5EF4-FFF2-40B4-BE49-F238E27FC236}">
                <a16:creationId xmlns:a16="http://schemas.microsoft.com/office/drawing/2014/main" id="{31AD7D8F-D7E3-4215-9EC9-D3D0175ED8FE}"/>
              </a:ext>
            </a:extLst>
          </p:cNvPr>
          <p:cNvSpPr>
            <a:spLocks noGrp="1"/>
          </p:cNvSpPr>
          <p:nvPr/>
        </p:nvSpPr>
        <p:spPr>
          <a:xfrm>
            <a:off x="609600" y="4686300"/>
            <a:ext cx="10972800" cy="552450"/>
          </a:xfrm>
          <a:prstGeom prst="rect">
            <a:avLst/>
          </a:prstGeom>
          <a:noFill/>
          <a:ln w="0">
            <a:noFill/>
          </a:ln>
        </p:spPr>
        <p:txBody>
          <a:bodyPr wrap="none" lIns="0" tIns="0" rIns="0" bIns="0" anchor="t">
            <a:noAutofit/>
          </a:bodyPr>
          <a:lstStyle>
            <a:defPPr algn="l">
              <a:defRPr sz="2925" b="1">
                <a:solidFill>
                  <a:srgbClr val="146995"/>
                </a:solidFill>
                <a:latin typeface="Consolas"/>
                <a:ea typeface="Consolas"/>
                <a:cs typeface="Consolas"/>
              </a:defRPr>
            </a:defPPr>
          </a:lstStyle>
          <a:p>
            <a:pPr algn="l">
              <a:lnSpc>
                <a:spcPct val="112000"/>
              </a:lnSpc>
              <a:buNone/>
              <a:defRPr sz="2925" b="1">
                <a:solidFill>
                  <a:srgbClr val="146995"/>
                </a:solidFill>
                <a:latin typeface="Consolas"/>
                <a:ea typeface="Consolas"/>
                <a:cs typeface="Consolas"/>
              </a:defRPr>
            </a:pPr>
            <a:r>
              <a:rPr sz="2925" b="1">
                <a:solidFill>
                  <a:srgbClr val="146995"/>
                </a:solidFill>
                <a:latin typeface="Consolas"/>
                <a:ea typeface="Consolas"/>
                <a:cs typeface="Consolas"/>
              </a:rPr>
              <a:t>T(n) = 2T(n/2) + O(n)</a:t>
            </a:r>
          </a:p>
        </p:txBody>
      </p:sp>
      <p:sp>
        <p:nvSpPr>
          <p:cNvPr id="23" name="box-280">
            <a:extLst>
              <a:ext uri="{FF2B5EF4-FFF2-40B4-BE49-F238E27FC236}">
                <a16:creationId xmlns:a16="http://schemas.microsoft.com/office/drawing/2014/main" id="{D0483BF8-3254-4E69-8D76-ACB35EF78942}"/>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전체 시간은 앞의 층 그림으로 계산했습니다. n칸씩 약 log₂n층을 처리하므로 O(n log n)입니다.</a:t>
            </a:r>
          </a:p>
        </p:txBody>
      </p:sp>
    </p:spTree>
    <p:extLst>
      <p:ext uri="{BB962C8B-B14F-4D97-AF65-F5344CB8AC3E}">
        <p14:creationId xmlns:p14="http://schemas.microsoft.com/office/powerpoint/2010/main" val="409775088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93334103-73BA-45E5-AC4F-053E136085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B4A2523-DBAF-4E6B-B523-3CA1EA4389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A2522B4-CEA2-4773-B50E-86DDA34C9C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작은 반환값이 모여 전체 답 17</a:t>
            </a:r>
          </a:p>
        </p:txBody>
      </p:sp>
      <p:sp>
        <p:nvSpPr>
          <p:cNvPr id="4" name="diagram-line-296">
            <a:extLst>
              <a:ext uri="{FF2B5EF4-FFF2-40B4-BE49-F238E27FC236}">
                <a16:creationId xmlns:a16="http://schemas.microsoft.com/office/drawing/2014/main" id="{18568610-F27B-4240-BED3-6A8F7FF6B2D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80F67EC-7685-414C-9B61-9DB55376091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 → 두 칸 → 네 칸 → 여덟 칸 순서로 답이 돌아옵니다.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 호출은 left_max = 12, right_max = 7, cross_max = 17을 비교합니다.</a:t>
            </a:r>
          </a:p>
        </p:txBody>
      </p:sp>
      <p:sp>
        <p:nvSpPr>
          <p:cNvPr id="6" name="footer">
            <a:extLst>
              <a:ext uri="{FF2B5EF4-FFF2-40B4-BE49-F238E27FC236}">
                <a16:creationId xmlns:a16="http://schemas.microsoft.com/office/drawing/2014/main" id="{B00B2F0A-863C-457B-9AD5-7DCAF092EA9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93CB725-911A-4B29-85A8-2F1BEE217F2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180</a:t>
            </a:r>
            <a:endParaRPr sz="1050" b="0">
              <a:solidFill>
                <a:srgbClr val="151515"/>
              </a:solidFill>
              <a:latin typeface="Consolas"/>
              <a:ea typeface="Consolas"/>
              <a:cs typeface="Consolas"/>
            </a:endParaRPr>
          </a:p>
        </p:txBody>
      </p:sp>
      <p:sp>
        <p:nvSpPr>
          <p:cNvPr id="8" name="diagram-line-297">
            <a:extLst>
              <a:ext uri="{FF2B5EF4-FFF2-40B4-BE49-F238E27FC236}">
                <a16:creationId xmlns:a16="http://schemas.microsoft.com/office/drawing/2014/main" id="{C012930F-CC78-4A7B-91D1-6FAC856011C8}"/>
              </a:ext>
            </a:extLst>
          </p:cNvPr>
          <p:cNvSpPr>
            <a:spLocks noGrp="1"/>
          </p:cNvSpPr>
          <p:nvPr/>
        </p:nvSpPr>
        <p:spPr>
          <a:xfrm>
            <a:off x="6086475" y="3000375"/>
            <a:ext cx="19050" cy="142875"/>
          </a:xfrm>
          <a:prstGeom prst="rect">
            <a:avLst/>
          </a:prstGeom>
          <a:solidFill>
            <a:srgbClr val="BDBDBD"/>
          </a:solidFill>
          <a:ln w="0">
            <a:noFill/>
          </a:ln>
        </p:spPr>
      </p:sp>
      <p:sp>
        <p:nvSpPr>
          <p:cNvPr id="9" name="diagram-line-298">
            <a:extLst>
              <a:ext uri="{FF2B5EF4-FFF2-40B4-BE49-F238E27FC236}">
                <a16:creationId xmlns:a16="http://schemas.microsoft.com/office/drawing/2014/main" id="{43376CEA-4012-46AB-8EF7-9FE2227D01FE}"/>
              </a:ext>
            </a:extLst>
          </p:cNvPr>
          <p:cNvSpPr>
            <a:spLocks noGrp="1"/>
          </p:cNvSpPr>
          <p:nvPr/>
        </p:nvSpPr>
        <p:spPr>
          <a:xfrm>
            <a:off x="3162300" y="3133725"/>
            <a:ext cx="5867400" cy="19050"/>
          </a:xfrm>
          <a:prstGeom prst="rect">
            <a:avLst/>
          </a:prstGeom>
          <a:solidFill>
            <a:srgbClr val="BDBDBD"/>
          </a:solidFill>
          <a:ln w="0">
            <a:noFill/>
          </a:ln>
        </p:spPr>
      </p:sp>
      <p:sp>
        <p:nvSpPr>
          <p:cNvPr id="10" name="diagram-line-299">
            <a:extLst>
              <a:ext uri="{FF2B5EF4-FFF2-40B4-BE49-F238E27FC236}">
                <a16:creationId xmlns:a16="http://schemas.microsoft.com/office/drawing/2014/main" id="{EABD0DC1-2D09-418E-A380-2BF94B05B4ED}"/>
              </a:ext>
            </a:extLst>
          </p:cNvPr>
          <p:cNvSpPr>
            <a:spLocks noGrp="1"/>
          </p:cNvSpPr>
          <p:nvPr/>
        </p:nvSpPr>
        <p:spPr>
          <a:xfrm>
            <a:off x="3152775" y="3133725"/>
            <a:ext cx="19050" cy="114300"/>
          </a:xfrm>
          <a:prstGeom prst="rect">
            <a:avLst/>
          </a:prstGeom>
          <a:solidFill>
            <a:srgbClr val="BDBDBD"/>
          </a:solidFill>
          <a:ln w="0">
            <a:noFill/>
          </a:ln>
        </p:spPr>
      </p:sp>
      <p:sp>
        <p:nvSpPr>
          <p:cNvPr id="11" name="diagram-line-300">
            <a:extLst>
              <a:ext uri="{FF2B5EF4-FFF2-40B4-BE49-F238E27FC236}">
                <a16:creationId xmlns:a16="http://schemas.microsoft.com/office/drawing/2014/main" id="{6CF3540B-3D92-40BA-BFA6-1181AF01D839}"/>
              </a:ext>
            </a:extLst>
          </p:cNvPr>
          <p:cNvSpPr>
            <a:spLocks noGrp="1"/>
          </p:cNvSpPr>
          <p:nvPr/>
        </p:nvSpPr>
        <p:spPr>
          <a:xfrm>
            <a:off x="9020175" y="3133725"/>
            <a:ext cx="19050" cy="114300"/>
          </a:xfrm>
          <a:prstGeom prst="rect">
            <a:avLst/>
          </a:prstGeom>
          <a:solidFill>
            <a:srgbClr val="BDBDBD"/>
          </a:solidFill>
          <a:ln w="0">
            <a:noFill/>
          </a:ln>
        </p:spPr>
      </p:sp>
      <p:sp>
        <p:nvSpPr>
          <p:cNvPr id="12" name="diagram-line-301">
            <a:extLst>
              <a:ext uri="{FF2B5EF4-FFF2-40B4-BE49-F238E27FC236}">
                <a16:creationId xmlns:a16="http://schemas.microsoft.com/office/drawing/2014/main" id="{939906D0-7E1B-48A5-AEDB-C29D81F86D79}"/>
              </a:ext>
            </a:extLst>
          </p:cNvPr>
          <p:cNvSpPr>
            <a:spLocks noGrp="1"/>
          </p:cNvSpPr>
          <p:nvPr/>
        </p:nvSpPr>
        <p:spPr>
          <a:xfrm>
            <a:off x="3152775" y="3971925"/>
            <a:ext cx="19050" cy="142875"/>
          </a:xfrm>
          <a:prstGeom prst="rect">
            <a:avLst/>
          </a:prstGeom>
          <a:solidFill>
            <a:srgbClr val="BDBDBD"/>
          </a:solidFill>
          <a:ln w="0">
            <a:noFill/>
          </a:ln>
        </p:spPr>
      </p:sp>
      <p:sp>
        <p:nvSpPr>
          <p:cNvPr id="13" name="diagram-line-302">
            <a:extLst>
              <a:ext uri="{FF2B5EF4-FFF2-40B4-BE49-F238E27FC236}">
                <a16:creationId xmlns:a16="http://schemas.microsoft.com/office/drawing/2014/main" id="{37988553-0015-4172-8109-AE7C3BA45432}"/>
              </a:ext>
            </a:extLst>
          </p:cNvPr>
          <p:cNvSpPr>
            <a:spLocks noGrp="1"/>
          </p:cNvSpPr>
          <p:nvPr/>
        </p:nvSpPr>
        <p:spPr>
          <a:xfrm>
            <a:off x="1695450" y="4105275"/>
            <a:ext cx="2933700" cy="19050"/>
          </a:xfrm>
          <a:prstGeom prst="rect">
            <a:avLst/>
          </a:prstGeom>
          <a:solidFill>
            <a:srgbClr val="BDBDBD"/>
          </a:solidFill>
          <a:ln w="0">
            <a:noFill/>
          </a:ln>
        </p:spPr>
      </p:sp>
      <p:sp>
        <p:nvSpPr>
          <p:cNvPr id="14" name="diagram-line-303">
            <a:extLst>
              <a:ext uri="{FF2B5EF4-FFF2-40B4-BE49-F238E27FC236}">
                <a16:creationId xmlns:a16="http://schemas.microsoft.com/office/drawing/2014/main" id="{B4DCCD1B-379A-4638-B1F2-F7DB7FC3667F}"/>
              </a:ext>
            </a:extLst>
          </p:cNvPr>
          <p:cNvSpPr>
            <a:spLocks noGrp="1"/>
          </p:cNvSpPr>
          <p:nvPr/>
        </p:nvSpPr>
        <p:spPr>
          <a:xfrm>
            <a:off x="1685925" y="4105275"/>
            <a:ext cx="19050" cy="114300"/>
          </a:xfrm>
          <a:prstGeom prst="rect">
            <a:avLst/>
          </a:prstGeom>
          <a:solidFill>
            <a:srgbClr val="BDBDBD"/>
          </a:solidFill>
          <a:ln w="0">
            <a:noFill/>
          </a:ln>
        </p:spPr>
      </p:sp>
      <p:sp>
        <p:nvSpPr>
          <p:cNvPr id="15" name="diagram-line-304">
            <a:extLst>
              <a:ext uri="{FF2B5EF4-FFF2-40B4-BE49-F238E27FC236}">
                <a16:creationId xmlns:a16="http://schemas.microsoft.com/office/drawing/2014/main" id="{A5F18103-9AEF-47B1-8CD3-52B5D66694A3}"/>
              </a:ext>
            </a:extLst>
          </p:cNvPr>
          <p:cNvSpPr>
            <a:spLocks noGrp="1"/>
          </p:cNvSpPr>
          <p:nvPr/>
        </p:nvSpPr>
        <p:spPr>
          <a:xfrm>
            <a:off x="4619625" y="4105275"/>
            <a:ext cx="19050" cy="114300"/>
          </a:xfrm>
          <a:prstGeom prst="rect">
            <a:avLst/>
          </a:prstGeom>
          <a:solidFill>
            <a:srgbClr val="BDBDBD"/>
          </a:solidFill>
          <a:ln w="0">
            <a:noFill/>
          </a:ln>
        </p:spPr>
      </p:sp>
      <p:sp>
        <p:nvSpPr>
          <p:cNvPr id="16" name="diagram-line-305">
            <a:extLst>
              <a:ext uri="{FF2B5EF4-FFF2-40B4-BE49-F238E27FC236}">
                <a16:creationId xmlns:a16="http://schemas.microsoft.com/office/drawing/2014/main" id="{EBB2DBE1-F8A0-48D1-92B2-FE537AF0C1D9}"/>
              </a:ext>
            </a:extLst>
          </p:cNvPr>
          <p:cNvSpPr>
            <a:spLocks noGrp="1"/>
          </p:cNvSpPr>
          <p:nvPr/>
        </p:nvSpPr>
        <p:spPr>
          <a:xfrm>
            <a:off x="9020175" y="3971925"/>
            <a:ext cx="19050" cy="142875"/>
          </a:xfrm>
          <a:prstGeom prst="rect">
            <a:avLst/>
          </a:prstGeom>
          <a:solidFill>
            <a:srgbClr val="BDBDBD"/>
          </a:solidFill>
          <a:ln w="0">
            <a:noFill/>
          </a:ln>
        </p:spPr>
      </p:sp>
      <p:sp>
        <p:nvSpPr>
          <p:cNvPr id="17" name="diagram-line-306">
            <a:extLst>
              <a:ext uri="{FF2B5EF4-FFF2-40B4-BE49-F238E27FC236}">
                <a16:creationId xmlns:a16="http://schemas.microsoft.com/office/drawing/2014/main" id="{4F6EED2E-4F17-418F-B3BF-B338C83EE95C}"/>
              </a:ext>
            </a:extLst>
          </p:cNvPr>
          <p:cNvSpPr>
            <a:spLocks noGrp="1"/>
          </p:cNvSpPr>
          <p:nvPr/>
        </p:nvSpPr>
        <p:spPr>
          <a:xfrm>
            <a:off x="7562850" y="4105275"/>
            <a:ext cx="2933700" cy="19050"/>
          </a:xfrm>
          <a:prstGeom prst="rect">
            <a:avLst/>
          </a:prstGeom>
          <a:solidFill>
            <a:srgbClr val="BDBDBD"/>
          </a:solidFill>
          <a:ln w="0">
            <a:noFill/>
          </a:ln>
        </p:spPr>
      </p:sp>
      <p:sp>
        <p:nvSpPr>
          <p:cNvPr id="18" name="diagram-line-307">
            <a:extLst>
              <a:ext uri="{FF2B5EF4-FFF2-40B4-BE49-F238E27FC236}">
                <a16:creationId xmlns:a16="http://schemas.microsoft.com/office/drawing/2014/main" id="{5912FA61-AF3F-479F-A99D-A73C27FC7B28}"/>
              </a:ext>
            </a:extLst>
          </p:cNvPr>
          <p:cNvSpPr>
            <a:spLocks noGrp="1"/>
          </p:cNvSpPr>
          <p:nvPr/>
        </p:nvSpPr>
        <p:spPr>
          <a:xfrm>
            <a:off x="7553325" y="4105275"/>
            <a:ext cx="19050" cy="114300"/>
          </a:xfrm>
          <a:prstGeom prst="rect">
            <a:avLst/>
          </a:prstGeom>
          <a:solidFill>
            <a:srgbClr val="BDBDBD"/>
          </a:solidFill>
          <a:ln w="0">
            <a:noFill/>
          </a:ln>
        </p:spPr>
      </p:sp>
      <p:sp>
        <p:nvSpPr>
          <p:cNvPr id="19" name="diagram-line-308">
            <a:extLst>
              <a:ext uri="{FF2B5EF4-FFF2-40B4-BE49-F238E27FC236}">
                <a16:creationId xmlns:a16="http://schemas.microsoft.com/office/drawing/2014/main" id="{3994EA8F-68EC-4915-86B2-78F22E9C2714}"/>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9">
            <a:extLst>
              <a:ext uri="{FF2B5EF4-FFF2-40B4-BE49-F238E27FC236}">
                <a16:creationId xmlns:a16="http://schemas.microsoft.com/office/drawing/2014/main" id="{3D736DEE-6CE1-489F-806C-632143751906}"/>
              </a:ext>
            </a:extLst>
          </p:cNvPr>
          <p:cNvSpPr>
            <a:spLocks noGrp="1"/>
          </p:cNvSpPr>
          <p:nvPr/>
        </p:nvSpPr>
        <p:spPr>
          <a:xfrm>
            <a:off x="1685925" y="4943475"/>
            <a:ext cx="19050" cy="142875"/>
          </a:xfrm>
          <a:prstGeom prst="rect">
            <a:avLst/>
          </a:prstGeom>
          <a:solidFill>
            <a:srgbClr val="BDBDBD"/>
          </a:solidFill>
          <a:ln w="0">
            <a:noFill/>
          </a:ln>
        </p:spPr>
      </p:sp>
      <p:sp>
        <p:nvSpPr>
          <p:cNvPr id="21" name="diagram-line-310">
            <a:extLst>
              <a:ext uri="{FF2B5EF4-FFF2-40B4-BE49-F238E27FC236}">
                <a16:creationId xmlns:a16="http://schemas.microsoft.com/office/drawing/2014/main" id="{CF4C119D-6B4D-4A9E-8081-3C7B84504FAD}"/>
              </a:ext>
            </a:extLst>
          </p:cNvPr>
          <p:cNvSpPr>
            <a:spLocks noGrp="1"/>
          </p:cNvSpPr>
          <p:nvPr/>
        </p:nvSpPr>
        <p:spPr>
          <a:xfrm>
            <a:off x="952500" y="5076825"/>
            <a:ext cx="1466850" cy="19050"/>
          </a:xfrm>
          <a:prstGeom prst="rect">
            <a:avLst/>
          </a:prstGeom>
          <a:solidFill>
            <a:srgbClr val="BDBDBD"/>
          </a:solidFill>
          <a:ln w="0">
            <a:noFill/>
          </a:ln>
        </p:spPr>
      </p:sp>
      <p:sp>
        <p:nvSpPr>
          <p:cNvPr id="22" name="diagram-line-311">
            <a:extLst>
              <a:ext uri="{FF2B5EF4-FFF2-40B4-BE49-F238E27FC236}">
                <a16:creationId xmlns:a16="http://schemas.microsoft.com/office/drawing/2014/main" id="{BD304BCA-DF04-4879-A14C-8303AF3A2E40}"/>
              </a:ext>
            </a:extLst>
          </p:cNvPr>
          <p:cNvSpPr>
            <a:spLocks noGrp="1"/>
          </p:cNvSpPr>
          <p:nvPr/>
        </p:nvSpPr>
        <p:spPr>
          <a:xfrm>
            <a:off x="942975" y="5076825"/>
            <a:ext cx="19050" cy="114300"/>
          </a:xfrm>
          <a:prstGeom prst="rect">
            <a:avLst/>
          </a:prstGeom>
          <a:solidFill>
            <a:srgbClr val="BDBDBD"/>
          </a:solidFill>
          <a:ln w="0">
            <a:noFill/>
          </a:ln>
        </p:spPr>
      </p:sp>
      <p:sp>
        <p:nvSpPr>
          <p:cNvPr id="23" name="diagram-line-312">
            <a:extLst>
              <a:ext uri="{FF2B5EF4-FFF2-40B4-BE49-F238E27FC236}">
                <a16:creationId xmlns:a16="http://schemas.microsoft.com/office/drawing/2014/main" id="{6EE1CC63-2D30-4D70-8686-1705E6795AB0}"/>
              </a:ext>
            </a:extLst>
          </p:cNvPr>
          <p:cNvSpPr>
            <a:spLocks noGrp="1"/>
          </p:cNvSpPr>
          <p:nvPr/>
        </p:nvSpPr>
        <p:spPr>
          <a:xfrm>
            <a:off x="2409825" y="5076825"/>
            <a:ext cx="19050" cy="114300"/>
          </a:xfrm>
          <a:prstGeom prst="rect">
            <a:avLst/>
          </a:prstGeom>
          <a:solidFill>
            <a:srgbClr val="BDBDBD"/>
          </a:solidFill>
          <a:ln w="0">
            <a:noFill/>
          </a:ln>
        </p:spPr>
      </p:sp>
      <p:sp>
        <p:nvSpPr>
          <p:cNvPr id="24" name="diagram-line-313">
            <a:extLst>
              <a:ext uri="{FF2B5EF4-FFF2-40B4-BE49-F238E27FC236}">
                <a16:creationId xmlns:a16="http://schemas.microsoft.com/office/drawing/2014/main" id="{C65FE1C8-64EB-47E0-BDD6-23ECB927D979}"/>
              </a:ext>
            </a:extLst>
          </p:cNvPr>
          <p:cNvSpPr>
            <a:spLocks noGrp="1"/>
          </p:cNvSpPr>
          <p:nvPr/>
        </p:nvSpPr>
        <p:spPr>
          <a:xfrm>
            <a:off x="4619625" y="4943475"/>
            <a:ext cx="19050" cy="142875"/>
          </a:xfrm>
          <a:prstGeom prst="rect">
            <a:avLst/>
          </a:prstGeom>
          <a:solidFill>
            <a:srgbClr val="BDBDBD"/>
          </a:solidFill>
          <a:ln w="0">
            <a:noFill/>
          </a:ln>
        </p:spPr>
      </p:sp>
      <p:sp>
        <p:nvSpPr>
          <p:cNvPr id="25" name="diagram-line-314">
            <a:extLst>
              <a:ext uri="{FF2B5EF4-FFF2-40B4-BE49-F238E27FC236}">
                <a16:creationId xmlns:a16="http://schemas.microsoft.com/office/drawing/2014/main" id="{9728691B-8D05-42C8-A978-9FD4765DF3F8}"/>
              </a:ext>
            </a:extLst>
          </p:cNvPr>
          <p:cNvSpPr>
            <a:spLocks noGrp="1"/>
          </p:cNvSpPr>
          <p:nvPr/>
        </p:nvSpPr>
        <p:spPr>
          <a:xfrm>
            <a:off x="3886200" y="5076825"/>
            <a:ext cx="1466850" cy="19050"/>
          </a:xfrm>
          <a:prstGeom prst="rect">
            <a:avLst/>
          </a:prstGeom>
          <a:solidFill>
            <a:srgbClr val="BDBDBD"/>
          </a:solidFill>
          <a:ln w="0">
            <a:noFill/>
          </a:ln>
        </p:spPr>
      </p:sp>
      <p:sp>
        <p:nvSpPr>
          <p:cNvPr id="26" name="diagram-line-315">
            <a:extLst>
              <a:ext uri="{FF2B5EF4-FFF2-40B4-BE49-F238E27FC236}">
                <a16:creationId xmlns:a16="http://schemas.microsoft.com/office/drawing/2014/main" id="{67F44479-6591-47B1-A898-559EC8D9A12F}"/>
              </a:ext>
            </a:extLst>
          </p:cNvPr>
          <p:cNvSpPr>
            <a:spLocks noGrp="1"/>
          </p:cNvSpPr>
          <p:nvPr/>
        </p:nvSpPr>
        <p:spPr>
          <a:xfrm>
            <a:off x="3876675" y="5076825"/>
            <a:ext cx="19050" cy="114300"/>
          </a:xfrm>
          <a:prstGeom prst="rect">
            <a:avLst/>
          </a:prstGeom>
          <a:solidFill>
            <a:srgbClr val="BDBDBD"/>
          </a:solidFill>
          <a:ln w="0">
            <a:noFill/>
          </a:ln>
        </p:spPr>
      </p:sp>
      <p:sp>
        <p:nvSpPr>
          <p:cNvPr id="27" name="diagram-line-316">
            <a:extLst>
              <a:ext uri="{FF2B5EF4-FFF2-40B4-BE49-F238E27FC236}">
                <a16:creationId xmlns:a16="http://schemas.microsoft.com/office/drawing/2014/main" id="{1C5D2718-D6C1-4E54-A7ED-AD26BAEAD043}"/>
              </a:ext>
            </a:extLst>
          </p:cNvPr>
          <p:cNvSpPr>
            <a:spLocks noGrp="1"/>
          </p:cNvSpPr>
          <p:nvPr/>
        </p:nvSpPr>
        <p:spPr>
          <a:xfrm>
            <a:off x="5343525" y="5076825"/>
            <a:ext cx="19050" cy="114300"/>
          </a:xfrm>
          <a:prstGeom prst="rect">
            <a:avLst/>
          </a:prstGeom>
          <a:solidFill>
            <a:srgbClr val="BDBDBD"/>
          </a:solidFill>
          <a:ln w="0">
            <a:noFill/>
          </a:ln>
        </p:spPr>
      </p:sp>
      <p:sp>
        <p:nvSpPr>
          <p:cNvPr id="28" name="diagram-line-317">
            <a:extLst>
              <a:ext uri="{FF2B5EF4-FFF2-40B4-BE49-F238E27FC236}">
                <a16:creationId xmlns:a16="http://schemas.microsoft.com/office/drawing/2014/main" id="{81F3A58E-B8FC-4B75-BD2D-4F70B372DCF2}"/>
              </a:ext>
            </a:extLst>
          </p:cNvPr>
          <p:cNvSpPr>
            <a:spLocks noGrp="1"/>
          </p:cNvSpPr>
          <p:nvPr/>
        </p:nvSpPr>
        <p:spPr>
          <a:xfrm>
            <a:off x="7553325" y="4943475"/>
            <a:ext cx="19050" cy="142875"/>
          </a:xfrm>
          <a:prstGeom prst="rect">
            <a:avLst/>
          </a:prstGeom>
          <a:solidFill>
            <a:srgbClr val="BDBDBD"/>
          </a:solidFill>
          <a:ln w="0">
            <a:noFill/>
          </a:ln>
        </p:spPr>
      </p:sp>
      <p:sp>
        <p:nvSpPr>
          <p:cNvPr id="29" name="diagram-line-318">
            <a:extLst>
              <a:ext uri="{FF2B5EF4-FFF2-40B4-BE49-F238E27FC236}">
                <a16:creationId xmlns:a16="http://schemas.microsoft.com/office/drawing/2014/main" id="{2C7DC954-7732-46B4-A561-27E59188C06B}"/>
              </a:ext>
            </a:extLst>
          </p:cNvPr>
          <p:cNvSpPr>
            <a:spLocks noGrp="1"/>
          </p:cNvSpPr>
          <p:nvPr/>
        </p:nvSpPr>
        <p:spPr>
          <a:xfrm>
            <a:off x="6819900" y="5076825"/>
            <a:ext cx="1466850" cy="19050"/>
          </a:xfrm>
          <a:prstGeom prst="rect">
            <a:avLst/>
          </a:prstGeom>
          <a:solidFill>
            <a:srgbClr val="BDBDBD"/>
          </a:solidFill>
          <a:ln w="0">
            <a:noFill/>
          </a:ln>
        </p:spPr>
      </p:sp>
      <p:sp>
        <p:nvSpPr>
          <p:cNvPr id="30" name="diagram-line-319">
            <a:extLst>
              <a:ext uri="{FF2B5EF4-FFF2-40B4-BE49-F238E27FC236}">
                <a16:creationId xmlns:a16="http://schemas.microsoft.com/office/drawing/2014/main" id="{D40A53D6-877C-4DBD-AF51-F2CD2E36ED3C}"/>
              </a:ext>
            </a:extLst>
          </p:cNvPr>
          <p:cNvSpPr>
            <a:spLocks noGrp="1"/>
          </p:cNvSpPr>
          <p:nvPr/>
        </p:nvSpPr>
        <p:spPr>
          <a:xfrm>
            <a:off x="6810375" y="5076825"/>
            <a:ext cx="19050" cy="114300"/>
          </a:xfrm>
          <a:prstGeom prst="rect">
            <a:avLst/>
          </a:prstGeom>
          <a:solidFill>
            <a:srgbClr val="BDBDBD"/>
          </a:solidFill>
          <a:ln w="0">
            <a:noFill/>
          </a:ln>
        </p:spPr>
      </p:sp>
      <p:sp>
        <p:nvSpPr>
          <p:cNvPr id="31" name="diagram-line-320">
            <a:extLst>
              <a:ext uri="{FF2B5EF4-FFF2-40B4-BE49-F238E27FC236}">
                <a16:creationId xmlns:a16="http://schemas.microsoft.com/office/drawing/2014/main" id="{7B8B1744-CF36-4560-B562-F1AD902A87D0}"/>
              </a:ext>
            </a:extLst>
          </p:cNvPr>
          <p:cNvSpPr>
            <a:spLocks noGrp="1"/>
          </p:cNvSpPr>
          <p:nvPr/>
        </p:nvSpPr>
        <p:spPr>
          <a:xfrm>
            <a:off x="8277225" y="5076825"/>
            <a:ext cx="19050" cy="114300"/>
          </a:xfrm>
          <a:prstGeom prst="rect">
            <a:avLst/>
          </a:prstGeom>
          <a:solidFill>
            <a:srgbClr val="BDBDBD"/>
          </a:solidFill>
          <a:ln w="0">
            <a:noFill/>
          </a:ln>
        </p:spPr>
      </p:sp>
      <p:sp>
        <p:nvSpPr>
          <p:cNvPr id="32" name="diagram-line-321">
            <a:extLst>
              <a:ext uri="{FF2B5EF4-FFF2-40B4-BE49-F238E27FC236}">
                <a16:creationId xmlns:a16="http://schemas.microsoft.com/office/drawing/2014/main" id="{94C614F3-D627-4CEF-8DD6-8046C2FE0C07}"/>
              </a:ext>
            </a:extLst>
          </p:cNvPr>
          <p:cNvSpPr>
            <a:spLocks noGrp="1"/>
          </p:cNvSpPr>
          <p:nvPr/>
        </p:nvSpPr>
        <p:spPr>
          <a:xfrm>
            <a:off x="10487025" y="4943475"/>
            <a:ext cx="19050" cy="142875"/>
          </a:xfrm>
          <a:prstGeom prst="rect">
            <a:avLst/>
          </a:prstGeom>
          <a:solidFill>
            <a:srgbClr val="BDBDBD"/>
          </a:solidFill>
          <a:ln w="0">
            <a:noFill/>
          </a:ln>
        </p:spPr>
      </p:sp>
      <p:sp>
        <p:nvSpPr>
          <p:cNvPr id="33" name="diagram-line-322">
            <a:extLst>
              <a:ext uri="{FF2B5EF4-FFF2-40B4-BE49-F238E27FC236}">
                <a16:creationId xmlns:a16="http://schemas.microsoft.com/office/drawing/2014/main" id="{EFD84005-6006-4F16-9C29-C416D448BC36}"/>
              </a:ext>
            </a:extLst>
          </p:cNvPr>
          <p:cNvSpPr>
            <a:spLocks noGrp="1"/>
          </p:cNvSpPr>
          <p:nvPr/>
        </p:nvSpPr>
        <p:spPr>
          <a:xfrm>
            <a:off x="9753600" y="5076825"/>
            <a:ext cx="1466850" cy="19050"/>
          </a:xfrm>
          <a:prstGeom prst="rect">
            <a:avLst/>
          </a:prstGeom>
          <a:solidFill>
            <a:srgbClr val="BDBDBD"/>
          </a:solidFill>
          <a:ln w="0">
            <a:noFill/>
          </a:ln>
        </p:spPr>
      </p:sp>
      <p:sp>
        <p:nvSpPr>
          <p:cNvPr id="34" name="diagram-line-323">
            <a:extLst>
              <a:ext uri="{FF2B5EF4-FFF2-40B4-BE49-F238E27FC236}">
                <a16:creationId xmlns:a16="http://schemas.microsoft.com/office/drawing/2014/main" id="{3F6D4B49-1048-46CA-B691-0C53922B78AB}"/>
              </a:ext>
            </a:extLst>
          </p:cNvPr>
          <p:cNvSpPr>
            <a:spLocks noGrp="1"/>
          </p:cNvSpPr>
          <p:nvPr/>
        </p:nvSpPr>
        <p:spPr>
          <a:xfrm>
            <a:off x="9744075" y="5076825"/>
            <a:ext cx="19050" cy="114300"/>
          </a:xfrm>
          <a:prstGeom prst="rect">
            <a:avLst/>
          </a:prstGeom>
          <a:solidFill>
            <a:srgbClr val="BDBDBD"/>
          </a:solidFill>
          <a:ln w="0">
            <a:noFill/>
          </a:ln>
        </p:spPr>
      </p:sp>
      <p:sp>
        <p:nvSpPr>
          <p:cNvPr id="35" name="diagram-line-324">
            <a:extLst>
              <a:ext uri="{FF2B5EF4-FFF2-40B4-BE49-F238E27FC236}">
                <a16:creationId xmlns:a16="http://schemas.microsoft.com/office/drawing/2014/main" id="{BA1C70F7-A609-48C7-AD35-69726D939419}"/>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7D426EA7-D3A7-4C82-A3F3-DD569FB87987}"/>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[0~7] → 17</a:t>
            </a:r>
          </a:p>
        </p:txBody>
      </p:sp>
      <p:graphicFrame>
        <p:nvGraphicFramePr>
          <p:cNvPr id="37" name="표 36">
            <a:extLst>
              <a:ext uri="{FF2B5EF4-FFF2-40B4-BE49-F238E27FC236}">
                <a16:creationId xmlns:a16="http://schemas.microsoft.com/office/drawing/2014/main" id="{23E8B018-D780-4450-AC3F-2AD5383DDFD6}"/>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F789E23C-50DD-4359-A9FC-8E697983A839}"/>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[0~3] → 12</a:t>
            </a:r>
          </a:p>
        </p:txBody>
      </p:sp>
      <p:graphicFrame>
        <p:nvGraphicFramePr>
          <p:cNvPr id="39" name="표 38">
            <a:extLst>
              <a:ext uri="{FF2B5EF4-FFF2-40B4-BE49-F238E27FC236}">
                <a16:creationId xmlns:a16="http://schemas.microsoft.com/office/drawing/2014/main" id="{7310D738-1435-47D9-9B30-6050A349745E}"/>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078724EB-3892-48F0-ADFB-D04E22169E5C}"/>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[4~7] → 7</a:t>
            </a:r>
          </a:p>
        </p:txBody>
      </p:sp>
      <p:graphicFrame>
        <p:nvGraphicFramePr>
          <p:cNvPr id="41" name="표 40">
            <a:extLst>
              <a:ext uri="{FF2B5EF4-FFF2-40B4-BE49-F238E27FC236}">
                <a16:creationId xmlns:a16="http://schemas.microsoft.com/office/drawing/2014/main" id="{38C77E3C-60B4-4DC1-84BD-779A8219A0C3}"/>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580F535B-CCD9-4906-A2CA-231D6FCA99D1}"/>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[0~1] → 3</a:t>
            </a:r>
          </a:p>
        </p:txBody>
      </p:sp>
      <p:graphicFrame>
        <p:nvGraphicFramePr>
          <p:cNvPr id="43" name="표 42">
            <a:extLst>
              <a:ext uri="{FF2B5EF4-FFF2-40B4-BE49-F238E27FC236}">
                <a16:creationId xmlns:a16="http://schemas.microsoft.com/office/drawing/2014/main" id="{7D9E0671-3CF7-4D7B-82C9-D28C338B2766}"/>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74A2D753-2526-4323-AC9B-D59E7151FB23}"/>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[2~3] → 12</a:t>
            </a:r>
          </a:p>
        </p:txBody>
      </p:sp>
      <p:graphicFrame>
        <p:nvGraphicFramePr>
          <p:cNvPr id="45" name="표 44">
            <a:extLst>
              <a:ext uri="{FF2B5EF4-FFF2-40B4-BE49-F238E27FC236}">
                <a16:creationId xmlns:a16="http://schemas.microsoft.com/office/drawing/2014/main" id="{C23CE16D-9A36-48A1-A2D8-C1AF9D7EA90E}"/>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6E73E1DB-71F0-4282-BA61-2AFA4CF5835A}"/>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[4~5] → 7</a:t>
            </a:r>
          </a:p>
        </p:txBody>
      </p:sp>
      <p:graphicFrame>
        <p:nvGraphicFramePr>
          <p:cNvPr id="47" name="표 46">
            <a:extLst>
              <a:ext uri="{FF2B5EF4-FFF2-40B4-BE49-F238E27FC236}">
                <a16:creationId xmlns:a16="http://schemas.microsoft.com/office/drawing/2014/main" id="{C8AA3A76-F08B-487A-9DEC-E36168541187}"/>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9D6040F5-1E34-4F02-8E88-77D1595D60E6}"/>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[6~7] → 6</a:t>
            </a:r>
          </a:p>
        </p:txBody>
      </p:sp>
      <p:graphicFrame>
        <p:nvGraphicFramePr>
          <p:cNvPr id="49" name="표 48">
            <a:extLst>
              <a:ext uri="{FF2B5EF4-FFF2-40B4-BE49-F238E27FC236}">
                <a16:creationId xmlns:a16="http://schemas.microsoft.com/office/drawing/2014/main" id="{A5E3610D-7307-4215-8828-B4E3F0E9F945}"/>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675E86D5-8EC6-426D-AD0A-F6C44ADCAE6A}"/>
              </a:ext>
            </a:extLst>
          </p:cNvPr>
          <p:cNvSpPr>
            <a:spLocks noGrp="1"/>
          </p:cNvSpPr>
          <p:nvPr/>
        </p:nvSpPr>
        <p:spPr>
          <a:xfrm>
            <a:off x="2857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[0~0] → 3</a:t>
            </a:r>
          </a:p>
        </p:txBody>
      </p:sp>
      <p:graphicFrame>
        <p:nvGraphicFramePr>
          <p:cNvPr id="51" name="표 50">
            <a:extLst>
              <a:ext uri="{FF2B5EF4-FFF2-40B4-BE49-F238E27FC236}">
                <a16:creationId xmlns:a16="http://schemas.microsoft.com/office/drawing/2014/main" id="{01F6AD48-77D5-45F3-BC53-2DF5ECD98E3D}"/>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ACC34AC-3688-47CA-9D0C-09C32C2D5858}"/>
              </a:ext>
            </a:extLst>
          </p:cNvPr>
          <p:cNvSpPr>
            <a:spLocks noGrp="1"/>
          </p:cNvSpPr>
          <p:nvPr/>
        </p:nvSpPr>
        <p:spPr>
          <a:xfrm>
            <a:off x="17526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[1~1] → −5</a:t>
            </a:r>
          </a:p>
        </p:txBody>
      </p:sp>
      <p:graphicFrame>
        <p:nvGraphicFramePr>
          <p:cNvPr id="53" name="표 52">
            <a:extLst>
              <a:ext uri="{FF2B5EF4-FFF2-40B4-BE49-F238E27FC236}">
                <a16:creationId xmlns:a16="http://schemas.microsoft.com/office/drawing/2014/main" id="{3910C8F9-241C-49AB-B8A8-A343C296571A}"/>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8FA5C5F0-1559-49BB-B313-037BA1679008}"/>
              </a:ext>
            </a:extLst>
          </p:cNvPr>
          <p:cNvSpPr>
            <a:spLocks noGrp="1"/>
          </p:cNvSpPr>
          <p:nvPr/>
        </p:nvSpPr>
        <p:spPr>
          <a:xfrm>
            <a:off x="32194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[2~2] → 12</a:t>
            </a:r>
          </a:p>
        </p:txBody>
      </p:sp>
      <p:graphicFrame>
        <p:nvGraphicFramePr>
          <p:cNvPr id="55" name="표 54">
            <a:extLst>
              <a:ext uri="{FF2B5EF4-FFF2-40B4-BE49-F238E27FC236}">
                <a16:creationId xmlns:a16="http://schemas.microsoft.com/office/drawing/2014/main" id="{D70F58B6-87F9-460B-AB93-203DAF56E368}"/>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90A12ED8-1257-4BF9-A536-0D0E21BD9210}"/>
              </a:ext>
            </a:extLst>
          </p:cNvPr>
          <p:cNvSpPr>
            <a:spLocks noGrp="1"/>
          </p:cNvSpPr>
          <p:nvPr/>
        </p:nvSpPr>
        <p:spPr>
          <a:xfrm>
            <a:off x="46863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[3~3] → −2</a:t>
            </a:r>
          </a:p>
        </p:txBody>
      </p:sp>
      <p:graphicFrame>
        <p:nvGraphicFramePr>
          <p:cNvPr id="57" name="표 56">
            <a:extLst>
              <a:ext uri="{FF2B5EF4-FFF2-40B4-BE49-F238E27FC236}">
                <a16:creationId xmlns:a16="http://schemas.microsoft.com/office/drawing/2014/main" id="{F6571B51-0062-41A4-B4FF-6EA31B71EDC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D6FECA41-77E0-4E74-AFFA-5E6AC11147B2}"/>
              </a:ext>
            </a:extLst>
          </p:cNvPr>
          <p:cNvSpPr>
            <a:spLocks noGrp="1"/>
          </p:cNvSpPr>
          <p:nvPr/>
        </p:nvSpPr>
        <p:spPr>
          <a:xfrm>
            <a:off x="61531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[4~4] → 7</a:t>
            </a:r>
          </a:p>
        </p:txBody>
      </p:sp>
      <p:graphicFrame>
        <p:nvGraphicFramePr>
          <p:cNvPr id="59" name="표 58">
            <a:extLst>
              <a:ext uri="{FF2B5EF4-FFF2-40B4-BE49-F238E27FC236}">
                <a16:creationId xmlns:a16="http://schemas.microsoft.com/office/drawing/2014/main" id="{F6FD0C37-EE18-429D-B103-D946AD2EC3FB}"/>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9641C544-E52F-4167-82F7-7EAA3A4116C0}"/>
              </a:ext>
            </a:extLst>
          </p:cNvPr>
          <p:cNvSpPr>
            <a:spLocks noGrp="1"/>
          </p:cNvSpPr>
          <p:nvPr/>
        </p:nvSpPr>
        <p:spPr>
          <a:xfrm>
            <a:off x="76200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[5~5] → −9</a:t>
            </a:r>
          </a:p>
        </p:txBody>
      </p:sp>
      <p:graphicFrame>
        <p:nvGraphicFramePr>
          <p:cNvPr id="61" name="표 60">
            <a:extLst>
              <a:ext uri="{FF2B5EF4-FFF2-40B4-BE49-F238E27FC236}">
                <a16:creationId xmlns:a16="http://schemas.microsoft.com/office/drawing/2014/main" id="{9B91A0DF-AB84-480E-90D2-D7C71FF47EE8}"/>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C1F93C6D-BCC1-4C22-BE98-43722947A208}"/>
              </a:ext>
            </a:extLst>
          </p:cNvPr>
          <p:cNvSpPr>
            <a:spLocks noGrp="1"/>
          </p:cNvSpPr>
          <p:nvPr/>
        </p:nvSpPr>
        <p:spPr>
          <a:xfrm>
            <a:off x="90868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[6~6] → 5</a:t>
            </a:r>
          </a:p>
        </p:txBody>
      </p:sp>
      <p:graphicFrame>
        <p:nvGraphicFramePr>
          <p:cNvPr id="63" name="표 62">
            <a:extLst>
              <a:ext uri="{FF2B5EF4-FFF2-40B4-BE49-F238E27FC236}">
                <a16:creationId xmlns:a16="http://schemas.microsoft.com/office/drawing/2014/main" id="{A993D091-565D-4DD9-8CEB-EFFBF15AE0A4}"/>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0E9A999E-4332-4131-862E-B084E1E291C6}"/>
              </a:ext>
            </a:extLst>
          </p:cNvPr>
          <p:cNvSpPr>
            <a:spLocks noGrp="1"/>
          </p:cNvSpPr>
          <p:nvPr/>
        </p:nvSpPr>
        <p:spPr>
          <a:xfrm>
            <a:off x="105537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[7~7] → 1</a:t>
            </a:r>
          </a:p>
        </p:txBody>
      </p:sp>
      <p:graphicFrame>
        <p:nvGraphicFramePr>
          <p:cNvPr id="65" name="표 64">
            <a:extLst>
              <a:ext uri="{FF2B5EF4-FFF2-40B4-BE49-F238E27FC236}">
                <a16:creationId xmlns:a16="http://schemas.microsoft.com/office/drawing/2014/main" id="{C44EEE16-C897-4DCA-8BB7-95C214EE635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BE8F7EBC-4A72-4B6A-89E1-B2747D1C840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구간: a[2~4] = [12, −2, 7], 합 = 17. 중간 칸을 빠뜨리지 않았습니다.</a:t>
            </a:r>
          </a:p>
        </p:txBody>
      </p:sp>
    </p:spTree>
    <p:extLst>
      <p:ext uri="{BB962C8B-B14F-4D97-AF65-F5344CB8AC3E}">
        <p14:creationId xmlns:p14="http://schemas.microsoft.com/office/powerpoint/2010/main" val="332242667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lang="ko-KR" altLang="en-US" sz="4050" b="1" i="0">
                <a:solidFill>
                  <a:srgbClr val="FFFFFF"/>
                </a:solidFill>
                <a:latin typeface="Malgun Gothic"/>
                <a:ea typeface="Malgun Gothic"/>
                <a:cs typeface="Malgun Gothic"/>
              </a:rPr>
              <a:t>쿼드 트리</a:t>
            </a:r>
            <a:endParaRPr sz="4050" b="1" i="0">
              <a:solidFill>
                <a:srgbClr val="FFFFFF"/>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lang="en-US" altLang="ko-K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lang="en-US" altLang="ko-KR" sz="1800" b="0" i="0">
                <a:solidFill>
                  <a:srgbClr val="BBBBBB"/>
                </a:solidFill>
                <a:latin typeface="Malgun Gothic"/>
                <a:ea typeface="Malgun Gothic"/>
                <a:cs typeface="Malgun Gothic"/>
              </a:rPr>
              <a:t>2</a:t>
            </a:r>
            <a:r>
              <a:rPr lang="ko-KR" altLang="en-US" sz="1800" b="0" i="0">
                <a:solidFill>
                  <a:srgbClr val="BBBBBB"/>
                </a:solidFill>
                <a:latin typeface="Malgun Gothic"/>
                <a:ea typeface="Malgun Gothic"/>
                <a:cs typeface="Malgun Gothic"/>
              </a:rPr>
              <a:t>차원 공간을 재귀적으로 </a:t>
            </a:r>
            <a:r>
              <a:rPr lang="en-US" altLang="ko-KR" sz="1800" b="0" i="0">
                <a:solidFill>
                  <a:srgbClr val="BBBBBB"/>
                </a:solidFill>
                <a:latin typeface="Malgun Gothic"/>
                <a:ea typeface="Malgun Gothic"/>
                <a:cs typeface="Malgun Gothic"/>
              </a:rPr>
              <a:t>4</a:t>
            </a:r>
            <a:r>
              <a:rPr lang="ko-KR" altLang="en-US" sz="1800" b="0" i="0">
                <a:solidFill>
                  <a:srgbClr val="BBBBBB"/>
                </a:solidFill>
                <a:latin typeface="Malgun Gothic"/>
                <a:ea typeface="Malgun Gothic"/>
                <a:cs typeface="Malgun Gothic"/>
              </a:rPr>
              <a:t>등분하는 자료 구조</a:t>
            </a:r>
          </a:p>
          <a:p>
            <a:pPr algn="l">
              <a:lnSpc>
                <a:spcPct val="104000"/>
              </a:lnSpc>
              <a:buNone/>
              <a:defRPr sz="1800" b="0" i="0">
                <a:solidFill>
                  <a:srgbClr val="BBBBBB"/>
                </a:solidFill>
                <a:latin typeface="Malgun Gothic"/>
                <a:ea typeface="Malgun Gothic"/>
                <a:cs typeface="Malgun Gothic"/>
              </a:defRPr>
            </a:pPr>
            <a:r>
              <a:rPr lang="ko-KR" altLang="en-US" sz="1800" b="0" i="0">
                <a:solidFill>
                  <a:srgbClr val="BBBBBB"/>
                </a:solidFill>
                <a:latin typeface="Malgun Gothic"/>
                <a:ea typeface="Malgun Gothic"/>
                <a:cs typeface="Malgun Gothic"/>
              </a:rPr>
              <a:t>이미지 압축부터 게임 충돌 감지까지</a:t>
            </a:r>
            <a:endParaRPr sz="1800" b="0" i="0">
              <a:solidFill>
                <a:srgbClr val="BBBBBB"/>
              </a:solidFill>
              <a:latin typeface="Malgun Gothic"/>
              <a:ea typeface="Malgun Gothic"/>
              <a:cs typeface="Malgun Gothic"/>
            </a:endParaRP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181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hape-0">
            <a:extLst>
              <a:ext uri="{FF2B5EF4-FFF2-40B4-BE49-F238E27FC236}">
                <a16:creationId xmlns:a16="http://schemas.microsoft.com/office/drawing/2014/main" id="{52F4B34F-FFCB-449E-9C4A-EC65AA1DD23E}"/>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1">
            <a:extLst>
              <a:ext uri="{FF2B5EF4-FFF2-40B4-BE49-F238E27FC236}">
                <a16:creationId xmlns:a16="http://schemas.microsoft.com/office/drawing/2014/main" id="{A8F74DAE-2806-473F-8213-B812A2B1509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2">
            <a:extLst>
              <a:ext uri="{FF2B5EF4-FFF2-40B4-BE49-F238E27FC236}">
                <a16:creationId xmlns:a16="http://schemas.microsoft.com/office/drawing/2014/main" id="{F7A5866B-935C-4EC0-BDE5-D5E8ACA76EE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쿼드 트리의 목적: 그림을 영역으로 저장</a:t>
            </a:r>
          </a:p>
        </p:txBody>
      </p:sp>
      <p:sp>
        <p:nvSpPr>
          <p:cNvPr id="4" name="shape-3">
            <a:extLst>
              <a:ext uri="{FF2B5EF4-FFF2-40B4-BE49-F238E27FC236}">
                <a16:creationId xmlns:a16="http://schemas.microsoft.com/office/drawing/2014/main" id="{5E7A7BCF-20E8-427D-AEA6-79FFA1B2D96F}"/>
              </a:ext>
            </a:extLst>
          </p:cNvPr>
          <p:cNvSpPr>
            <a:spLocks noGrp="1"/>
          </p:cNvSpPr>
          <p:nvPr/>
        </p:nvSpPr>
        <p:spPr>
          <a:xfrm>
            <a:off x="609600" y="1381125"/>
            <a:ext cx="10972800" cy="9525"/>
          </a:xfrm>
          <a:prstGeom prst="rect">
            <a:avLst/>
          </a:prstGeom>
          <a:solidFill>
            <a:srgbClr val="151515"/>
          </a:solidFill>
          <a:ln w="0">
            <a:noFill/>
          </a:ln>
        </p:spPr>
      </p:sp>
      <p:sp>
        <p:nvSpPr>
          <p:cNvPr id="5" name="shape-4">
            <a:extLst>
              <a:ext uri="{FF2B5EF4-FFF2-40B4-BE49-F238E27FC236}">
                <a16:creationId xmlns:a16="http://schemas.microsoft.com/office/drawing/2014/main" id="{D979F30C-FCD7-44CB-AC57-C07A700710B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3FF82AE-DAB1-4A9F-AA42-7480BB2ED0E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182</a:t>
            </a:r>
            <a:endParaRPr sz="1050" b="0">
              <a:solidFill>
                <a:srgbClr val="151515"/>
              </a:solidFill>
              <a:latin typeface="Consolas"/>
              <a:ea typeface="Consolas"/>
              <a:cs typeface="Consolas"/>
            </a:endParaRPr>
          </a:p>
        </p:txBody>
      </p:sp>
      <p:sp>
        <p:nvSpPr>
          <p:cNvPr id="7" name="shape-6">
            <a:extLst>
              <a:ext uri="{FF2B5EF4-FFF2-40B4-BE49-F238E27FC236}">
                <a16:creationId xmlns:a16="http://schemas.microsoft.com/office/drawing/2014/main" id="{3FAA3B70-286B-49BE-ADEE-4C81B952658E}"/>
              </a:ext>
            </a:extLst>
          </p:cNvPr>
          <p:cNvSpPr>
            <a:spLocks noGrp="1"/>
          </p:cNvSpPr>
          <p:nvPr/>
        </p:nvSpPr>
        <p:spPr>
          <a:xfrm>
            <a:off x="609600" y="1990725"/>
            <a:ext cx="4857750" cy="981075"/>
          </a:xfrm>
          <a:prstGeom prst="rect">
            <a:avLst/>
          </a:prstGeom>
          <a:noFill/>
          <a:ln w="0">
            <a:noFill/>
          </a:ln>
        </p:spPr>
        <p:txBody>
          <a:bodyPr wrap="none" lIns="0" tIns="0" rIns="0" bIns="0" anchor="t">
            <a:noAutofit/>
          </a:bodyPr>
          <a:lstStyle>
            <a:defPPr algn="l">
              <a:defRPr sz="2550" b="1">
                <a:solidFill>
                  <a:srgbClr val="151515"/>
                </a:solidFill>
                <a:latin typeface="Malgun Gothic"/>
                <a:ea typeface="Malgun Gothic"/>
                <a:cs typeface="Malgun Gothic"/>
              </a:defRPr>
            </a:defPPr>
          </a:lstStyle>
          <a:p>
            <a:pPr algn="l">
              <a:lnSpc>
                <a:spcPct val="112000"/>
              </a:lnSpc>
              <a:buNone/>
              <a:defRPr sz="2550" b="1">
                <a:solidFill>
                  <a:srgbClr val="151515"/>
                </a:solidFill>
                <a:latin typeface="Malgun Gothic"/>
                <a:ea typeface="Malgun Gothic"/>
                <a:cs typeface="Malgun Gothic"/>
              </a:defRPr>
            </a:pPr>
            <a:r>
              <a:rPr sz="2550" b="1">
                <a:solidFill>
                  <a:srgbClr val="151515"/>
                </a:solidFill>
                <a:latin typeface="Malgun Gothic"/>
                <a:ea typeface="Malgun Gothic"/>
                <a:cs typeface="Malgun Gothic"/>
              </a:rPr>
              <a:t>그림의 같은 색 영역을</a:t>
            </a:r>
          </a:p>
          <a:p>
            <a:pPr algn="l">
              <a:lnSpc>
                <a:spcPct val="112000"/>
              </a:lnSpc>
              <a:buNone/>
              <a:defRPr sz="2550" b="1">
                <a:solidFill>
                  <a:srgbClr val="151515"/>
                </a:solidFill>
                <a:latin typeface="Malgun Gothic"/>
                <a:ea typeface="Malgun Gothic"/>
                <a:cs typeface="Malgun Gothic"/>
              </a:defRPr>
            </a:pPr>
            <a:r>
              <a:rPr sz="2550" b="1">
                <a:solidFill>
                  <a:srgbClr val="151515"/>
                </a:solidFill>
                <a:latin typeface="Malgun Gothic"/>
                <a:ea typeface="Malgun Gothic"/>
                <a:cs typeface="Malgun Gothic"/>
              </a:rPr>
              <a:t>한 덩어리로 기록합니다.</a:t>
            </a:r>
          </a:p>
        </p:txBody>
      </p:sp>
      <p:sp>
        <p:nvSpPr>
          <p:cNvPr id="8" name="shape-7">
            <a:extLst>
              <a:ext uri="{FF2B5EF4-FFF2-40B4-BE49-F238E27FC236}">
                <a16:creationId xmlns:a16="http://schemas.microsoft.com/office/drawing/2014/main" id="{9F8352BA-767F-4A61-930F-8745C8FC819E}"/>
              </a:ext>
            </a:extLst>
          </p:cNvPr>
          <p:cNvSpPr>
            <a:spLocks noGrp="1"/>
          </p:cNvSpPr>
          <p:nvPr/>
        </p:nvSpPr>
        <p:spPr>
          <a:xfrm>
            <a:off x="609600" y="3533775"/>
            <a:ext cx="4857750" cy="1076325"/>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전부 같은 색: 색 하나를 기록</a:t>
            </a: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색이 섞인 곳: 네 부분으로 나눔</a:t>
            </a:r>
          </a:p>
        </p:txBody>
      </p:sp>
      <p:sp>
        <p:nvSpPr>
          <p:cNvPr id="9" name="shape-8">
            <a:extLst>
              <a:ext uri="{FF2B5EF4-FFF2-40B4-BE49-F238E27FC236}">
                <a16:creationId xmlns:a16="http://schemas.microsoft.com/office/drawing/2014/main" id="{81954BF5-A01F-41BA-935B-0B549E3BFF8F}"/>
              </a:ext>
            </a:extLst>
          </p:cNvPr>
          <p:cNvSpPr>
            <a:spLocks noGrp="1"/>
          </p:cNvSpPr>
          <p:nvPr/>
        </p:nvSpPr>
        <p:spPr>
          <a:xfrm>
            <a:off x="609600" y="5067300"/>
            <a:ext cx="5238750" cy="838200"/>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저장한 기록으로</a:t>
            </a:r>
          </a:p>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원래 그림을 다시 그릴 수 있습니다.</a:t>
            </a:r>
          </a:p>
        </p:txBody>
      </p:sp>
      <p:pic>
        <p:nvPicPr>
          <p:cNvPr id="10" name="그림 9">
            <a:extLst>
              <a:ext uri="{FF2B5EF4-FFF2-40B4-BE49-F238E27FC236}">
                <a16:creationId xmlns:a16="http://schemas.microsoft.com/office/drawing/2014/main" id="{B6871FA9-BCD6-4AB8-B815-E1BB429A5B1C}"/>
              </a:ext>
            </a:extLst>
          </p:cNvPr>
          <p:cNvPicPr>
            <a:picLocks noChangeAspect="1"/>
          </p:cNvPicPr>
          <p:nvPr/>
        </p:nvPicPr>
        <p:blipFill>
          <a:blip r:embed="rId3"/>
          <a:stretch/>
        </p:blipFill>
        <p:spPr>
          <a:xfrm>
            <a:off x="6115050" y="2271046"/>
            <a:ext cx="5467350" cy="2973133"/>
          </a:xfrm>
          <a:prstGeom prst="rect">
            <a:avLst/>
          </a:prstGeom>
        </p:spPr>
      </p:pic>
      <p:sp>
        <p:nvSpPr>
          <p:cNvPr id="11" name="shape-9">
            <a:extLst>
              <a:ext uri="{FF2B5EF4-FFF2-40B4-BE49-F238E27FC236}">
                <a16:creationId xmlns:a16="http://schemas.microsoft.com/office/drawing/2014/main" id="{0CC00B8A-C965-4C8A-817D-923575AC0438}"/>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여기서는 흑백 이미지로 설명합니다. 0은 흰색, 1은 검은색입니다.</a:t>
            </a:r>
          </a:p>
        </p:txBody>
      </p:sp>
    </p:spTree>
    <p:extLst>
      <p:ext uri="{BB962C8B-B14F-4D97-AF65-F5344CB8AC3E}">
        <p14:creationId xmlns:p14="http://schemas.microsoft.com/office/powerpoint/2010/main" val="1759165616"/>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shape-10">
            <a:extLst>
              <a:ext uri="{FF2B5EF4-FFF2-40B4-BE49-F238E27FC236}">
                <a16:creationId xmlns:a16="http://schemas.microsoft.com/office/drawing/2014/main" id="{E6877D97-DC3B-4CC5-A4D9-A5888F24F95B}"/>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11">
            <a:extLst>
              <a:ext uri="{FF2B5EF4-FFF2-40B4-BE49-F238E27FC236}">
                <a16:creationId xmlns:a16="http://schemas.microsoft.com/office/drawing/2014/main" id="{0BE4E677-4F9D-4D43-AC7F-B1236B1E0DC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12">
            <a:extLst>
              <a:ext uri="{FF2B5EF4-FFF2-40B4-BE49-F238E27FC236}">
                <a16:creationId xmlns:a16="http://schemas.microsoft.com/office/drawing/2014/main" id="{D3DBD5CC-F780-40C1-8445-265641AA63E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4×4 그림: 색 16개를 어떻게 기록할까요?</a:t>
            </a:r>
          </a:p>
        </p:txBody>
      </p:sp>
      <p:sp>
        <p:nvSpPr>
          <p:cNvPr id="4" name="shape-13">
            <a:extLst>
              <a:ext uri="{FF2B5EF4-FFF2-40B4-BE49-F238E27FC236}">
                <a16:creationId xmlns:a16="http://schemas.microsoft.com/office/drawing/2014/main" id="{33AA318F-286F-40F4-BC71-BDF2CCF6ED78}"/>
              </a:ext>
            </a:extLst>
          </p:cNvPr>
          <p:cNvSpPr>
            <a:spLocks noGrp="1"/>
          </p:cNvSpPr>
          <p:nvPr/>
        </p:nvSpPr>
        <p:spPr>
          <a:xfrm>
            <a:off x="609600" y="1381125"/>
            <a:ext cx="10972800" cy="9525"/>
          </a:xfrm>
          <a:prstGeom prst="rect">
            <a:avLst/>
          </a:prstGeom>
          <a:solidFill>
            <a:srgbClr val="151515"/>
          </a:solidFill>
          <a:ln w="0">
            <a:noFill/>
          </a:ln>
        </p:spPr>
      </p:sp>
      <p:sp>
        <p:nvSpPr>
          <p:cNvPr id="5" name="shape-14">
            <a:extLst>
              <a:ext uri="{FF2B5EF4-FFF2-40B4-BE49-F238E27FC236}">
                <a16:creationId xmlns:a16="http://schemas.microsoft.com/office/drawing/2014/main" id="{E3557CBA-E920-4FFC-88A3-5ACD6A06B71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8C0C2661-F508-4AF5-AC0A-6956E35A3CC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183</a:t>
            </a:r>
            <a:endParaRPr sz="1050" b="0">
              <a:solidFill>
                <a:srgbClr val="151515"/>
              </a:solidFill>
              <a:latin typeface="Consolas"/>
              <a:ea typeface="Consolas"/>
              <a:cs typeface="Consolas"/>
            </a:endParaRPr>
          </a:p>
        </p:txBody>
      </p:sp>
      <p:sp>
        <p:nvSpPr>
          <p:cNvPr id="7" name="shape-16">
            <a:extLst>
              <a:ext uri="{FF2B5EF4-FFF2-40B4-BE49-F238E27FC236}">
                <a16:creationId xmlns:a16="http://schemas.microsoft.com/office/drawing/2014/main" id="{C40D887C-4279-477C-875B-E4618E649B45}"/>
              </a:ext>
            </a:extLst>
          </p:cNvPr>
          <p:cNvSpPr>
            <a:spLocks noGrp="1"/>
          </p:cNvSpPr>
          <p:nvPr/>
        </p:nvSpPr>
        <p:spPr>
          <a:xfrm>
            <a:off x="895350" y="2190750"/>
            <a:ext cx="771525" cy="771525"/>
          </a:xfrm>
          <a:prstGeom prst="rect">
            <a:avLst/>
          </a:prstGeom>
          <a:solidFill>
            <a:srgbClr val="FFFFFF"/>
          </a:solidFill>
          <a:ln w="9525">
            <a:solidFill>
              <a:srgbClr val="A9B1B6"/>
            </a:solidFill>
          </a:ln>
        </p:spPr>
      </p:sp>
      <p:sp>
        <p:nvSpPr>
          <p:cNvPr id="8" name="shape-17">
            <a:extLst>
              <a:ext uri="{FF2B5EF4-FFF2-40B4-BE49-F238E27FC236}">
                <a16:creationId xmlns:a16="http://schemas.microsoft.com/office/drawing/2014/main" id="{C2C74DC7-A586-4D8F-B2D1-751E76302560}"/>
              </a:ext>
            </a:extLst>
          </p:cNvPr>
          <p:cNvSpPr>
            <a:spLocks noGrp="1"/>
          </p:cNvSpPr>
          <p:nvPr/>
        </p:nvSpPr>
        <p:spPr>
          <a:xfrm>
            <a:off x="895350" y="232962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9" name="shape-18">
            <a:extLst>
              <a:ext uri="{FF2B5EF4-FFF2-40B4-BE49-F238E27FC236}">
                <a16:creationId xmlns:a16="http://schemas.microsoft.com/office/drawing/2014/main" id="{C9729F4C-F0B2-4C0E-B15A-6103F98E47E4}"/>
              </a:ext>
            </a:extLst>
          </p:cNvPr>
          <p:cNvSpPr>
            <a:spLocks noGrp="1"/>
          </p:cNvSpPr>
          <p:nvPr/>
        </p:nvSpPr>
        <p:spPr>
          <a:xfrm>
            <a:off x="1666875" y="2190750"/>
            <a:ext cx="771525" cy="771525"/>
          </a:xfrm>
          <a:prstGeom prst="rect">
            <a:avLst/>
          </a:prstGeom>
          <a:solidFill>
            <a:srgbClr val="FFFFFF"/>
          </a:solidFill>
          <a:ln w="9525">
            <a:solidFill>
              <a:srgbClr val="A9B1B6"/>
            </a:solidFill>
          </a:ln>
        </p:spPr>
      </p:sp>
      <p:sp>
        <p:nvSpPr>
          <p:cNvPr id="10" name="shape-19">
            <a:extLst>
              <a:ext uri="{FF2B5EF4-FFF2-40B4-BE49-F238E27FC236}">
                <a16:creationId xmlns:a16="http://schemas.microsoft.com/office/drawing/2014/main" id="{04DDD373-7EAC-4DB5-9ED2-E8F8509AC323}"/>
              </a:ext>
            </a:extLst>
          </p:cNvPr>
          <p:cNvSpPr>
            <a:spLocks noGrp="1"/>
          </p:cNvSpPr>
          <p:nvPr/>
        </p:nvSpPr>
        <p:spPr>
          <a:xfrm>
            <a:off x="1666875" y="232962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1" name="shape-20">
            <a:extLst>
              <a:ext uri="{FF2B5EF4-FFF2-40B4-BE49-F238E27FC236}">
                <a16:creationId xmlns:a16="http://schemas.microsoft.com/office/drawing/2014/main" id="{CFA617C0-CCCC-4300-BA4E-735B1543ED59}"/>
              </a:ext>
            </a:extLst>
          </p:cNvPr>
          <p:cNvSpPr>
            <a:spLocks noGrp="1"/>
          </p:cNvSpPr>
          <p:nvPr/>
        </p:nvSpPr>
        <p:spPr>
          <a:xfrm>
            <a:off x="2438400" y="2190750"/>
            <a:ext cx="771525" cy="771525"/>
          </a:xfrm>
          <a:prstGeom prst="rect">
            <a:avLst/>
          </a:prstGeom>
          <a:solidFill>
            <a:srgbClr val="26323B"/>
          </a:solidFill>
          <a:ln w="9525">
            <a:solidFill>
              <a:srgbClr val="A9B1B6"/>
            </a:solidFill>
          </a:ln>
        </p:spPr>
      </p:sp>
      <p:sp>
        <p:nvSpPr>
          <p:cNvPr id="12" name="shape-21">
            <a:extLst>
              <a:ext uri="{FF2B5EF4-FFF2-40B4-BE49-F238E27FC236}">
                <a16:creationId xmlns:a16="http://schemas.microsoft.com/office/drawing/2014/main" id="{7B3BD9AC-3D63-46A6-BD4D-CC914115CF59}"/>
              </a:ext>
            </a:extLst>
          </p:cNvPr>
          <p:cNvSpPr>
            <a:spLocks noGrp="1"/>
          </p:cNvSpPr>
          <p:nvPr/>
        </p:nvSpPr>
        <p:spPr>
          <a:xfrm>
            <a:off x="2438400" y="232962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13" name="shape-22">
            <a:extLst>
              <a:ext uri="{FF2B5EF4-FFF2-40B4-BE49-F238E27FC236}">
                <a16:creationId xmlns:a16="http://schemas.microsoft.com/office/drawing/2014/main" id="{A6DA8BEE-F3DA-4F22-AEF2-89C3046556D5}"/>
              </a:ext>
            </a:extLst>
          </p:cNvPr>
          <p:cNvSpPr>
            <a:spLocks noGrp="1"/>
          </p:cNvSpPr>
          <p:nvPr/>
        </p:nvSpPr>
        <p:spPr>
          <a:xfrm>
            <a:off x="3209925" y="2190750"/>
            <a:ext cx="771525" cy="771525"/>
          </a:xfrm>
          <a:prstGeom prst="rect">
            <a:avLst/>
          </a:prstGeom>
          <a:solidFill>
            <a:srgbClr val="26323B"/>
          </a:solidFill>
          <a:ln w="9525">
            <a:solidFill>
              <a:srgbClr val="A9B1B6"/>
            </a:solidFill>
          </a:ln>
        </p:spPr>
      </p:sp>
      <p:sp>
        <p:nvSpPr>
          <p:cNvPr id="14" name="shape-23">
            <a:extLst>
              <a:ext uri="{FF2B5EF4-FFF2-40B4-BE49-F238E27FC236}">
                <a16:creationId xmlns:a16="http://schemas.microsoft.com/office/drawing/2014/main" id="{D5426E04-102A-440A-9275-2A7D7B00B9EF}"/>
              </a:ext>
            </a:extLst>
          </p:cNvPr>
          <p:cNvSpPr>
            <a:spLocks noGrp="1"/>
          </p:cNvSpPr>
          <p:nvPr/>
        </p:nvSpPr>
        <p:spPr>
          <a:xfrm>
            <a:off x="3209925" y="232962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15" name="shape-24">
            <a:extLst>
              <a:ext uri="{FF2B5EF4-FFF2-40B4-BE49-F238E27FC236}">
                <a16:creationId xmlns:a16="http://schemas.microsoft.com/office/drawing/2014/main" id="{A21C308D-E7EF-4003-846B-028596051E7A}"/>
              </a:ext>
            </a:extLst>
          </p:cNvPr>
          <p:cNvSpPr>
            <a:spLocks noGrp="1"/>
          </p:cNvSpPr>
          <p:nvPr/>
        </p:nvSpPr>
        <p:spPr>
          <a:xfrm>
            <a:off x="895350" y="2962275"/>
            <a:ext cx="771525" cy="771525"/>
          </a:xfrm>
          <a:prstGeom prst="rect">
            <a:avLst/>
          </a:prstGeom>
          <a:solidFill>
            <a:srgbClr val="FFFFFF"/>
          </a:solidFill>
          <a:ln w="9525">
            <a:solidFill>
              <a:srgbClr val="A9B1B6"/>
            </a:solidFill>
          </a:ln>
        </p:spPr>
      </p:sp>
      <p:sp>
        <p:nvSpPr>
          <p:cNvPr id="16" name="shape-25">
            <a:extLst>
              <a:ext uri="{FF2B5EF4-FFF2-40B4-BE49-F238E27FC236}">
                <a16:creationId xmlns:a16="http://schemas.microsoft.com/office/drawing/2014/main" id="{66927021-B18A-4C1C-B8E9-D8E82DA017D4}"/>
              </a:ext>
            </a:extLst>
          </p:cNvPr>
          <p:cNvSpPr>
            <a:spLocks noGrp="1"/>
          </p:cNvSpPr>
          <p:nvPr/>
        </p:nvSpPr>
        <p:spPr>
          <a:xfrm>
            <a:off x="895350" y="310115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7" name="shape-26">
            <a:extLst>
              <a:ext uri="{FF2B5EF4-FFF2-40B4-BE49-F238E27FC236}">
                <a16:creationId xmlns:a16="http://schemas.microsoft.com/office/drawing/2014/main" id="{1E397BBB-3511-47AD-9240-F65977546968}"/>
              </a:ext>
            </a:extLst>
          </p:cNvPr>
          <p:cNvSpPr>
            <a:spLocks noGrp="1"/>
          </p:cNvSpPr>
          <p:nvPr/>
        </p:nvSpPr>
        <p:spPr>
          <a:xfrm>
            <a:off x="1666875" y="2962275"/>
            <a:ext cx="771525" cy="771525"/>
          </a:xfrm>
          <a:prstGeom prst="rect">
            <a:avLst/>
          </a:prstGeom>
          <a:solidFill>
            <a:srgbClr val="FFFFFF"/>
          </a:solidFill>
          <a:ln w="9525">
            <a:solidFill>
              <a:srgbClr val="A9B1B6"/>
            </a:solidFill>
          </a:ln>
        </p:spPr>
      </p:sp>
      <p:sp>
        <p:nvSpPr>
          <p:cNvPr id="18" name="shape-27">
            <a:extLst>
              <a:ext uri="{FF2B5EF4-FFF2-40B4-BE49-F238E27FC236}">
                <a16:creationId xmlns:a16="http://schemas.microsoft.com/office/drawing/2014/main" id="{520AA300-68F0-4CF2-B4E6-FE4C0042CB89}"/>
              </a:ext>
            </a:extLst>
          </p:cNvPr>
          <p:cNvSpPr>
            <a:spLocks noGrp="1"/>
          </p:cNvSpPr>
          <p:nvPr/>
        </p:nvSpPr>
        <p:spPr>
          <a:xfrm>
            <a:off x="1666875" y="310115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9" name="shape-28">
            <a:extLst>
              <a:ext uri="{FF2B5EF4-FFF2-40B4-BE49-F238E27FC236}">
                <a16:creationId xmlns:a16="http://schemas.microsoft.com/office/drawing/2014/main" id="{ABC28A96-B202-48D5-8B8C-29D587F6326F}"/>
              </a:ext>
            </a:extLst>
          </p:cNvPr>
          <p:cNvSpPr>
            <a:spLocks noGrp="1"/>
          </p:cNvSpPr>
          <p:nvPr/>
        </p:nvSpPr>
        <p:spPr>
          <a:xfrm>
            <a:off x="2438400" y="2962275"/>
            <a:ext cx="771525" cy="771525"/>
          </a:xfrm>
          <a:prstGeom prst="rect">
            <a:avLst/>
          </a:prstGeom>
          <a:solidFill>
            <a:srgbClr val="26323B"/>
          </a:solidFill>
          <a:ln w="9525">
            <a:solidFill>
              <a:srgbClr val="A9B1B6"/>
            </a:solidFill>
          </a:ln>
        </p:spPr>
      </p:sp>
      <p:sp>
        <p:nvSpPr>
          <p:cNvPr id="20" name="shape-29">
            <a:extLst>
              <a:ext uri="{FF2B5EF4-FFF2-40B4-BE49-F238E27FC236}">
                <a16:creationId xmlns:a16="http://schemas.microsoft.com/office/drawing/2014/main" id="{8D4A9AC4-2E79-4437-B778-0C9CB5628163}"/>
              </a:ext>
            </a:extLst>
          </p:cNvPr>
          <p:cNvSpPr>
            <a:spLocks noGrp="1"/>
          </p:cNvSpPr>
          <p:nvPr/>
        </p:nvSpPr>
        <p:spPr>
          <a:xfrm>
            <a:off x="2438400" y="310115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1" name="shape-30">
            <a:extLst>
              <a:ext uri="{FF2B5EF4-FFF2-40B4-BE49-F238E27FC236}">
                <a16:creationId xmlns:a16="http://schemas.microsoft.com/office/drawing/2014/main" id="{02E4667D-0D80-4455-8844-D8ACAF9FCFE6}"/>
              </a:ext>
            </a:extLst>
          </p:cNvPr>
          <p:cNvSpPr>
            <a:spLocks noGrp="1"/>
          </p:cNvSpPr>
          <p:nvPr/>
        </p:nvSpPr>
        <p:spPr>
          <a:xfrm>
            <a:off x="3209925" y="2962275"/>
            <a:ext cx="771525" cy="771525"/>
          </a:xfrm>
          <a:prstGeom prst="rect">
            <a:avLst/>
          </a:prstGeom>
          <a:solidFill>
            <a:srgbClr val="26323B"/>
          </a:solidFill>
          <a:ln w="9525">
            <a:solidFill>
              <a:srgbClr val="A9B1B6"/>
            </a:solidFill>
          </a:ln>
        </p:spPr>
      </p:sp>
      <p:sp>
        <p:nvSpPr>
          <p:cNvPr id="22" name="shape-31">
            <a:extLst>
              <a:ext uri="{FF2B5EF4-FFF2-40B4-BE49-F238E27FC236}">
                <a16:creationId xmlns:a16="http://schemas.microsoft.com/office/drawing/2014/main" id="{8899A66D-FAD3-4BC8-B93A-2752497C8E22}"/>
              </a:ext>
            </a:extLst>
          </p:cNvPr>
          <p:cNvSpPr>
            <a:spLocks noGrp="1"/>
          </p:cNvSpPr>
          <p:nvPr/>
        </p:nvSpPr>
        <p:spPr>
          <a:xfrm>
            <a:off x="3209925" y="310115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3" name="shape-32">
            <a:extLst>
              <a:ext uri="{FF2B5EF4-FFF2-40B4-BE49-F238E27FC236}">
                <a16:creationId xmlns:a16="http://schemas.microsoft.com/office/drawing/2014/main" id="{ED311976-CF1D-40EA-8FB1-3512F3E55602}"/>
              </a:ext>
            </a:extLst>
          </p:cNvPr>
          <p:cNvSpPr>
            <a:spLocks noGrp="1"/>
          </p:cNvSpPr>
          <p:nvPr/>
        </p:nvSpPr>
        <p:spPr>
          <a:xfrm>
            <a:off x="895350" y="3733800"/>
            <a:ext cx="771525" cy="771525"/>
          </a:xfrm>
          <a:prstGeom prst="rect">
            <a:avLst/>
          </a:prstGeom>
          <a:solidFill>
            <a:srgbClr val="26323B"/>
          </a:solidFill>
          <a:ln w="9525">
            <a:solidFill>
              <a:srgbClr val="A9B1B6"/>
            </a:solidFill>
          </a:ln>
        </p:spPr>
      </p:sp>
      <p:sp>
        <p:nvSpPr>
          <p:cNvPr id="24" name="shape-33">
            <a:extLst>
              <a:ext uri="{FF2B5EF4-FFF2-40B4-BE49-F238E27FC236}">
                <a16:creationId xmlns:a16="http://schemas.microsoft.com/office/drawing/2014/main" id="{42591FEE-F060-411C-A796-7567AAE73436}"/>
              </a:ext>
            </a:extLst>
          </p:cNvPr>
          <p:cNvSpPr>
            <a:spLocks noGrp="1"/>
          </p:cNvSpPr>
          <p:nvPr/>
        </p:nvSpPr>
        <p:spPr>
          <a:xfrm>
            <a:off x="895350" y="387267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5" name="shape-34">
            <a:extLst>
              <a:ext uri="{FF2B5EF4-FFF2-40B4-BE49-F238E27FC236}">
                <a16:creationId xmlns:a16="http://schemas.microsoft.com/office/drawing/2014/main" id="{E76D1584-93BE-4D96-AE9C-0D28BC725CDC}"/>
              </a:ext>
            </a:extLst>
          </p:cNvPr>
          <p:cNvSpPr>
            <a:spLocks noGrp="1"/>
          </p:cNvSpPr>
          <p:nvPr/>
        </p:nvSpPr>
        <p:spPr>
          <a:xfrm>
            <a:off x="1666875" y="3733800"/>
            <a:ext cx="771525" cy="771525"/>
          </a:xfrm>
          <a:prstGeom prst="rect">
            <a:avLst/>
          </a:prstGeom>
          <a:solidFill>
            <a:srgbClr val="26323B"/>
          </a:solidFill>
          <a:ln w="9525">
            <a:solidFill>
              <a:srgbClr val="A9B1B6"/>
            </a:solidFill>
          </a:ln>
        </p:spPr>
      </p:sp>
      <p:sp>
        <p:nvSpPr>
          <p:cNvPr id="26" name="shape-35">
            <a:extLst>
              <a:ext uri="{FF2B5EF4-FFF2-40B4-BE49-F238E27FC236}">
                <a16:creationId xmlns:a16="http://schemas.microsoft.com/office/drawing/2014/main" id="{0AB9EC56-E44D-4FB0-A608-F07654E8809F}"/>
              </a:ext>
            </a:extLst>
          </p:cNvPr>
          <p:cNvSpPr>
            <a:spLocks noGrp="1"/>
          </p:cNvSpPr>
          <p:nvPr/>
        </p:nvSpPr>
        <p:spPr>
          <a:xfrm>
            <a:off x="1666875" y="387267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7" name="shape-36">
            <a:extLst>
              <a:ext uri="{FF2B5EF4-FFF2-40B4-BE49-F238E27FC236}">
                <a16:creationId xmlns:a16="http://schemas.microsoft.com/office/drawing/2014/main" id="{726EB8E1-0DE7-40DB-8395-89C7A85CDDFC}"/>
              </a:ext>
            </a:extLst>
          </p:cNvPr>
          <p:cNvSpPr>
            <a:spLocks noGrp="1"/>
          </p:cNvSpPr>
          <p:nvPr/>
        </p:nvSpPr>
        <p:spPr>
          <a:xfrm>
            <a:off x="2438400" y="3733800"/>
            <a:ext cx="771525" cy="771525"/>
          </a:xfrm>
          <a:prstGeom prst="rect">
            <a:avLst/>
          </a:prstGeom>
          <a:solidFill>
            <a:srgbClr val="FFFFFF"/>
          </a:solidFill>
          <a:ln w="9525">
            <a:solidFill>
              <a:srgbClr val="A9B1B6"/>
            </a:solidFill>
          </a:ln>
        </p:spPr>
      </p:sp>
      <p:sp>
        <p:nvSpPr>
          <p:cNvPr id="28" name="shape-37">
            <a:extLst>
              <a:ext uri="{FF2B5EF4-FFF2-40B4-BE49-F238E27FC236}">
                <a16:creationId xmlns:a16="http://schemas.microsoft.com/office/drawing/2014/main" id="{31A0D25A-21A7-4257-8D65-28D9A7F5BC80}"/>
              </a:ext>
            </a:extLst>
          </p:cNvPr>
          <p:cNvSpPr>
            <a:spLocks noGrp="1"/>
          </p:cNvSpPr>
          <p:nvPr/>
        </p:nvSpPr>
        <p:spPr>
          <a:xfrm>
            <a:off x="2438400" y="387267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29" name="shape-38">
            <a:extLst>
              <a:ext uri="{FF2B5EF4-FFF2-40B4-BE49-F238E27FC236}">
                <a16:creationId xmlns:a16="http://schemas.microsoft.com/office/drawing/2014/main" id="{48BD1727-8FE7-48F6-B053-7EADEB861E78}"/>
              </a:ext>
            </a:extLst>
          </p:cNvPr>
          <p:cNvSpPr>
            <a:spLocks noGrp="1"/>
          </p:cNvSpPr>
          <p:nvPr/>
        </p:nvSpPr>
        <p:spPr>
          <a:xfrm>
            <a:off x="3209925" y="3733800"/>
            <a:ext cx="771525" cy="771525"/>
          </a:xfrm>
          <a:prstGeom prst="rect">
            <a:avLst/>
          </a:prstGeom>
          <a:solidFill>
            <a:srgbClr val="FFFFFF"/>
          </a:solidFill>
          <a:ln w="9525">
            <a:solidFill>
              <a:srgbClr val="A9B1B6"/>
            </a:solidFill>
          </a:ln>
        </p:spPr>
      </p:sp>
      <p:sp>
        <p:nvSpPr>
          <p:cNvPr id="30" name="shape-39">
            <a:extLst>
              <a:ext uri="{FF2B5EF4-FFF2-40B4-BE49-F238E27FC236}">
                <a16:creationId xmlns:a16="http://schemas.microsoft.com/office/drawing/2014/main" id="{99D42751-FCFC-4305-A64C-62486F0C917B}"/>
              </a:ext>
            </a:extLst>
          </p:cNvPr>
          <p:cNvSpPr>
            <a:spLocks noGrp="1"/>
          </p:cNvSpPr>
          <p:nvPr/>
        </p:nvSpPr>
        <p:spPr>
          <a:xfrm>
            <a:off x="3209925" y="387267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1" name="shape-40">
            <a:extLst>
              <a:ext uri="{FF2B5EF4-FFF2-40B4-BE49-F238E27FC236}">
                <a16:creationId xmlns:a16="http://schemas.microsoft.com/office/drawing/2014/main" id="{E8CC58DE-C3ED-4A7A-BF8C-D289388351BF}"/>
              </a:ext>
            </a:extLst>
          </p:cNvPr>
          <p:cNvSpPr>
            <a:spLocks noGrp="1"/>
          </p:cNvSpPr>
          <p:nvPr/>
        </p:nvSpPr>
        <p:spPr>
          <a:xfrm>
            <a:off x="895350" y="4505325"/>
            <a:ext cx="771525" cy="771525"/>
          </a:xfrm>
          <a:prstGeom prst="rect">
            <a:avLst/>
          </a:prstGeom>
          <a:solidFill>
            <a:srgbClr val="26323B"/>
          </a:solidFill>
          <a:ln w="9525">
            <a:solidFill>
              <a:srgbClr val="A9B1B6"/>
            </a:solidFill>
          </a:ln>
        </p:spPr>
      </p:sp>
      <p:sp>
        <p:nvSpPr>
          <p:cNvPr id="32" name="shape-41">
            <a:extLst>
              <a:ext uri="{FF2B5EF4-FFF2-40B4-BE49-F238E27FC236}">
                <a16:creationId xmlns:a16="http://schemas.microsoft.com/office/drawing/2014/main" id="{9E70E53F-E95E-4FC5-B2EF-40BFB612720E}"/>
              </a:ext>
            </a:extLst>
          </p:cNvPr>
          <p:cNvSpPr>
            <a:spLocks noGrp="1"/>
          </p:cNvSpPr>
          <p:nvPr/>
        </p:nvSpPr>
        <p:spPr>
          <a:xfrm>
            <a:off x="895350" y="464420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33" name="shape-42">
            <a:extLst>
              <a:ext uri="{FF2B5EF4-FFF2-40B4-BE49-F238E27FC236}">
                <a16:creationId xmlns:a16="http://schemas.microsoft.com/office/drawing/2014/main" id="{74DC187E-846B-4C01-B764-C538C3B711DE}"/>
              </a:ext>
            </a:extLst>
          </p:cNvPr>
          <p:cNvSpPr>
            <a:spLocks noGrp="1"/>
          </p:cNvSpPr>
          <p:nvPr/>
        </p:nvSpPr>
        <p:spPr>
          <a:xfrm>
            <a:off x="1666875" y="4505325"/>
            <a:ext cx="771525" cy="771525"/>
          </a:xfrm>
          <a:prstGeom prst="rect">
            <a:avLst/>
          </a:prstGeom>
          <a:solidFill>
            <a:srgbClr val="26323B"/>
          </a:solidFill>
          <a:ln w="9525">
            <a:solidFill>
              <a:srgbClr val="A9B1B6"/>
            </a:solidFill>
          </a:ln>
        </p:spPr>
      </p:sp>
      <p:sp>
        <p:nvSpPr>
          <p:cNvPr id="34" name="shape-43">
            <a:extLst>
              <a:ext uri="{FF2B5EF4-FFF2-40B4-BE49-F238E27FC236}">
                <a16:creationId xmlns:a16="http://schemas.microsoft.com/office/drawing/2014/main" id="{5937AAFD-8F52-4399-96B9-A2DBE4A4CBCE}"/>
              </a:ext>
            </a:extLst>
          </p:cNvPr>
          <p:cNvSpPr>
            <a:spLocks noGrp="1"/>
          </p:cNvSpPr>
          <p:nvPr/>
        </p:nvSpPr>
        <p:spPr>
          <a:xfrm>
            <a:off x="1666875" y="464420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35" name="shape-44">
            <a:extLst>
              <a:ext uri="{FF2B5EF4-FFF2-40B4-BE49-F238E27FC236}">
                <a16:creationId xmlns:a16="http://schemas.microsoft.com/office/drawing/2014/main" id="{2856A34D-5ED3-4535-B509-6371183180B9}"/>
              </a:ext>
            </a:extLst>
          </p:cNvPr>
          <p:cNvSpPr>
            <a:spLocks noGrp="1"/>
          </p:cNvSpPr>
          <p:nvPr/>
        </p:nvSpPr>
        <p:spPr>
          <a:xfrm>
            <a:off x="2438400" y="4505325"/>
            <a:ext cx="771525" cy="771525"/>
          </a:xfrm>
          <a:prstGeom prst="rect">
            <a:avLst/>
          </a:prstGeom>
          <a:solidFill>
            <a:srgbClr val="FFFFFF"/>
          </a:solidFill>
          <a:ln w="9525">
            <a:solidFill>
              <a:srgbClr val="A9B1B6"/>
            </a:solidFill>
          </a:ln>
        </p:spPr>
      </p:sp>
      <p:sp>
        <p:nvSpPr>
          <p:cNvPr id="36" name="shape-45">
            <a:extLst>
              <a:ext uri="{FF2B5EF4-FFF2-40B4-BE49-F238E27FC236}">
                <a16:creationId xmlns:a16="http://schemas.microsoft.com/office/drawing/2014/main" id="{E231589C-7FAC-4AEC-AE77-1D7E3BF03F72}"/>
              </a:ext>
            </a:extLst>
          </p:cNvPr>
          <p:cNvSpPr>
            <a:spLocks noGrp="1"/>
          </p:cNvSpPr>
          <p:nvPr/>
        </p:nvSpPr>
        <p:spPr>
          <a:xfrm>
            <a:off x="2438400" y="464420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7" name="shape-46">
            <a:extLst>
              <a:ext uri="{FF2B5EF4-FFF2-40B4-BE49-F238E27FC236}">
                <a16:creationId xmlns:a16="http://schemas.microsoft.com/office/drawing/2014/main" id="{E8ECA162-0BDB-4FA6-A28E-66241090891D}"/>
              </a:ext>
            </a:extLst>
          </p:cNvPr>
          <p:cNvSpPr>
            <a:spLocks noGrp="1"/>
          </p:cNvSpPr>
          <p:nvPr/>
        </p:nvSpPr>
        <p:spPr>
          <a:xfrm>
            <a:off x="3209925" y="4505325"/>
            <a:ext cx="771525" cy="771525"/>
          </a:xfrm>
          <a:prstGeom prst="rect">
            <a:avLst/>
          </a:prstGeom>
          <a:solidFill>
            <a:srgbClr val="FFFFFF"/>
          </a:solidFill>
          <a:ln w="9525">
            <a:solidFill>
              <a:srgbClr val="A9B1B6"/>
            </a:solidFill>
          </a:ln>
        </p:spPr>
      </p:sp>
      <p:sp>
        <p:nvSpPr>
          <p:cNvPr id="38" name="shape-47">
            <a:extLst>
              <a:ext uri="{FF2B5EF4-FFF2-40B4-BE49-F238E27FC236}">
                <a16:creationId xmlns:a16="http://schemas.microsoft.com/office/drawing/2014/main" id="{7EBDD5AD-6F99-4433-A794-6E68A8097CBA}"/>
              </a:ext>
            </a:extLst>
          </p:cNvPr>
          <p:cNvSpPr>
            <a:spLocks noGrp="1"/>
          </p:cNvSpPr>
          <p:nvPr/>
        </p:nvSpPr>
        <p:spPr>
          <a:xfrm>
            <a:off x="3209925" y="464420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9" name="shape-48">
            <a:extLst>
              <a:ext uri="{FF2B5EF4-FFF2-40B4-BE49-F238E27FC236}">
                <a16:creationId xmlns:a16="http://schemas.microsoft.com/office/drawing/2014/main" id="{F71026D9-612F-433F-AC78-66040C2AB1E6}"/>
              </a:ext>
            </a:extLst>
          </p:cNvPr>
          <p:cNvSpPr>
            <a:spLocks noGrp="1"/>
          </p:cNvSpPr>
          <p:nvPr/>
        </p:nvSpPr>
        <p:spPr>
          <a:xfrm>
            <a:off x="895350" y="1724025"/>
            <a:ext cx="3238500" cy="400050"/>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입력 그림</a:t>
            </a:r>
          </a:p>
        </p:txBody>
      </p:sp>
      <p:sp>
        <p:nvSpPr>
          <p:cNvPr id="40" name="shape-49">
            <a:extLst>
              <a:ext uri="{FF2B5EF4-FFF2-40B4-BE49-F238E27FC236}">
                <a16:creationId xmlns:a16="http://schemas.microsoft.com/office/drawing/2014/main" id="{DC28FA0B-883C-4057-9CEC-B34EE0AEF1B4}"/>
              </a:ext>
            </a:extLst>
          </p:cNvPr>
          <p:cNvSpPr>
            <a:spLocks noGrp="1"/>
          </p:cNvSpPr>
          <p:nvPr/>
        </p:nvSpPr>
        <p:spPr>
          <a:xfrm>
            <a:off x="5657850" y="1724025"/>
            <a:ext cx="5619750" cy="400050"/>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픽셀마다 적으면</a:t>
            </a:r>
          </a:p>
        </p:txBody>
      </p:sp>
      <p:sp>
        <p:nvSpPr>
          <p:cNvPr id="41" name="shape-50">
            <a:extLst>
              <a:ext uri="{FF2B5EF4-FFF2-40B4-BE49-F238E27FC236}">
                <a16:creationId xmlns:a16="http://schemas.microsoft.com/office/drawing/2014/main" id="{2A9FA5B6-8DA0-4FE8-8CB6-A0E2D1A56A97}"/>
              </a:ext>
            </a:extLst>
          </p:cNvPr>
          <p:cNvSpPr>
            <a:spLocks noGrp="1"/>
          </p:cNvSpPr>
          <p:nvPr/>
        </p:nvSpPr>
        <p:spPr>
          <a:xfrm>
            <a:off x="6334125" y="2276475"/>
            <a:ext cx="4286250" cy="506730"/>
          </a:xfrm>
          <a:prstGeom prst="rect">
            <a:avLst/>
          </a:prstGeom>
          <a:noFill/>
          <a:ln w="0">
            <a:noFill/>
          </a:ln>
        </p:spPr>
        <p:txBody>
          <a:bodyPr wrap="none" lIns="0" tIns="0" rIns="0" bIns="0" anchor="t">
            <a:noAutofit/>
          </a:bodyPr>
          <a:lstStyle>
            <a:defPPr algn="l">
              <a:defRPr sz="2850" b="0">
                <a:solidFill>
                  <a:srgbClr val="151515"/>
                </a:solidFill>
                <a:latin typeface="Consolas"/>
                <a:ea typeface="Consolas"/>
                <a:cs typeface="Consolas"/>
              </a:defRPr>
            </a:defPPr>
          </a:lstStyle>
          <a:p>
            <a:pPr algn="l">
              <a:lnSpc>
                <a:spcPct val="112000"/>
              </a:lnSpc>
              <a:buNone/>
              <a:defRPr sz="2850" b="0">
                <a:solidFill>
                  <a:srgbClr val="151515"/>
                </a:solidFill>
                <a:latin typeface="Consolas"/>
                <a:ea typeface="Consolas"/>
                <a:cs typeface="Consolas"/>
              </a:defRPr>
            </a:pPr>
            <a:r>
              <a:rPr sz="2850" b="0">
                <a:solidFill>
                  <a:srgbClr val="151515"/>
                </a:solidFill>
                <a:latin typeface="Consolas"/>
                <a:ea typeface="Consolas"/>
                <a:cs typeface="Consolas"/>
              </a:rPr>
              <a:t>0 0 1 1</a:t>
            </a:r>
          </a:p>
        </p:txBody>
      </p:sp>
      <p:sp>
        <p:nvSpPr>
          <p:cNvPr id="42" name="shape-51">
            <a:extLst>
              <a:ext uri="{FF2B5EF4-FFF2-40B4-BE49-F238E27FC236}">
                <a16:creationId xmlns:a16="http://schemas.microsoft.com/office/drawing/2014/main" id="{E2D05274-6CCD-4FCF-8FFA-FB2612F5B1DB}"/>
              </a:ext>
            </a:extLst>
          </p:cNvPr>
          <p:cNvSpPr>
            <a:spLocks noGrp="1"/>
          </p:cNvSpPr>
          <p:nvPr/>
        </p:nvSpPr>
        <p:spPr>
          <a:xfrm>
            <a:off x="6334125" y="2801303"/>
            <a:ext cx="4286250" cy="506730"/>
          </a:xfrm>
          <a:prstGeom prst="rect">
            <a:avLst/>
          </a:prstGeom>
          <a:noFill/>
          <a:ln w="0">
            <a:noFill/>
          </a:ln>
        </p:spPr>
        <p:txBody>
          <a:bodyPr wrap="none" lIns="0" tIns="0" rIns="0" bIns="0" anchor="t">
            <a:noAutofit/>
          </a:bodyPr>
          <a:lstStyle>
            <a:defPPr algn="l">
              <a:defRPr sz="2850" b="0">
                <a:solidFill>
                  <a:srgbClr val="151515"/>
                </a:solidFill>
                <a:latin typeface="Consolas"/>
                <a:ea typeface="Consolas"/>
                <a:cs typeface="Consolas"/>
              </a:defRPr>
            </a:defPPr>
          </a:lstStyle>
          <a:p>
            <a:pPr algn="l">
              <a:lnSpc>
                <a:spcPct val="112000"/>
              </a:lnSpc>
              <a:buNone/>
              <a:defRPr sz="2850" b="0">
                <a:solidFill>
                  <a:srgbClr val="151515"/>
                </a:solidFill>
                <a:latin typeface="Consolas"/>
                <a:ea typeface="Consolas"/>
                <a:cs typeface="Consolas"/>
              </a:defRPr>
            </a:pPr>
            <a:r>
              <a:rPr sz="2850" b="0">
                <a:solidFill>
                  <a:srgbClr val="151515"/>
                </a:solidFill>
                <a:latin typeface="Consolas"/>
                <a:ea typeface="Consolas"/>
                <a:cs typeface="Consolas"/>
              </a:rPr>
              <a:t>0 0 1 1</a:t>
            </a:r>
          </a:p>
        </p:txBody>
      </p:sp>
      <p:sp>
        <p:nvSpPr>
          <p:cNvPr id="43" name="shape-52">
            <a:extLst>
              <a:ext uri="{FF2B5EF4-FFF2-40B4-BE49-F238E27FC236}">
                <a16:creationId xmlns:a16="http://schemas.microsoft.com/office/drawing/2014/main" id="{2373DA2A-B0D0-4BCC-A327-24622E7D74C0}"/>
              </a:ext>
            </a:extLst>
          </p:cNvPr>
          <p:cNvSpPr>
            <a:spLocks noGrp="1"/>
          </p:cNvSpPr>
          <p:nvPr/>
        </p:nvSpPr>
        <p:spPr>
          <a:xfrm>
            <a:off x="6334125" y="3326130"/>
            <a:ext cx="4286250" cy="506730"/>
          </a:xfrm>
          <a:prstGeom prst="rect">
            <a:avLst/>
          </a:prstGeom>
          <a:noFill/>
          <a:ln w="0">
            <a:noFill/>
          </a:ln>
        </p:spPr>
        <p:txBody>
          <a:bodyPr wrap="none" lIns="0" tIns="0" rIns="0" bIns="0" anchor="t">
            <a:noAutofit/>
          </a:bodyPr>
          <a:lstStyle>
            <a:defPPr algn="l">
              <a:defRPr sz="2850" b="0">
                <a:solidFill>
                  <a:srgbClr val="151515"/>
                </a:solidFill>
                <a:latin typeface="Consolas"/>
                <a:ea typeface="Consolas"/>
                <a:cs typeface="Consolas"/>
              </a:defRPr>
            </a:defPPr>
          </a:lstStyle>
          <a:p>
            <a:pPr algn="l">
              <a:lnSpc>
                <a:spcPct val="112000"/>
              </a:lnSpc>
              <a:buNone/>
              <a:defRPr sz="2850" b="0">
                <a:solidFill>
                  <a:srgbClr val="151515"/>
                </a:solidFill>
                <a:latin typeface="Consolas"/>
                <a:ea typeface="Consolas"/>
                <a:cs typeface="Consolas"/>
              </a:defRPr>
            </a:pPr>
            <a:r>
              <a:rPr sz="2850" b="0">
                <a:solidFill>
                  <a:srgbClr val="151515"/>
                </a:solidFill>
                <a:latin typeface="Consolas"/>
                <a:ea typeface="Consolas"/>
                <a:cs typeface="Consolas"/>
              </a:rPr>
              <a:t>1 1 0 0</a:t>
            </a:r>
          </a:p>
        </p:txBody>
      </p:sp>
      <p:sp>
        <p:nvSpPr>
          <p:cNvPr id="44" name="shape-53">
            <a:extLst>
              <a:ext uri="{FF2B5EF4-FFF2-40B4-BE49-F238E27FC236}">
                <a16:creationId xmlns:a16="http://schemas.microsoft.com/office/drawing/2014/main" id="{B093C0BD-2B12-414E-9AF8-16B060CF3D92}"/>
              </a:ext>
            </a:extLst>
          </p:cNvPr>
          <p:cNvSpPr>
            <a:spLocks noGrp="1"/>
          </p:cNvSpPr>
          <p:nvPr/>
        </p:nvSpPr>
        <p:spPr>
          <a:xfrm>
            <a:off x="6334125" y="3850958"/>
            <a:ext cx="4286250" cy="506730"/>
          </a:xfrm>
          <a:prstGeom prst="rect">
            <a:avLst/>
          </a:prstGeom>
          <a:noFill/>
          <a:ln w="0">
            <a:noFill/>
          </a:ln>
        </p:spPr>
        <p:txBody>
          <a:bodyPr wrap="none" lIns="0" tIns="0" rIns="0" bIns="0" anchor="t">
            <a:noAutofit/>
          </a:bodyPr>
          <a:lstStyle>
            <a:defPPr algn="l">
              <a:defRPr sz="2850" b="0">
                <a:solidFill>
                  <a:srgbClr val="151515"/>
                </a:solidFill>
                <a:latin typeface="Consolas"/>
                <a:ea typeface="Consolas"/>
                <a:cs typeface="Consolas"/>
              </a:defRPr>
            </a:defPPr>
          </a:lstStyle>
          <a:p>
            <a:pPr algn="l">
              <a:lnSpc>
                <a:spcPct val="112000"/>
              </a:lnSpc>
              <a:buNone/>
              <a:defRPr sz="2850" b="0">
                <a:solidFill>
                  <a:srgbClr val="151515"/>
                </a:solidFill>
                <a:latin typeface="Consolas"/>
                <a:ea typeface="Consolas"/>
                <a:cs typeface="Consolas"/>
              </a:defRPr>
            </a:pPr>
            <a:r>
              <a:rPr sz="2850" b="0">
                <a:solidFill>
                  <a:srgbClr val="151515"/>
                </a:solidFill>
                <a:latin typeface="Consolas"/>
                <a:ea typeface="Consolas"/>
                <a:cs typeface="Consolas"/>
              </a:rPr>
              <a:t>1 1 0 0</a:t>
            </a:r>
          </a:p>
        </p:txBody>
      </p:sp>
      <p:sp>
        <p:nvSpPr>
          <p:cNvPr id="45" name="shape-54">
            <a:extLst>
              <a:ext uri="{FF2B5EF4-FFF2-40B4-BE49-F238E27FC236}">
                <a16:creationId xmlns:a16="http://schemas.microsoft.com/office/drawing/2014/main" id="{363DD9F4-359C-4CCD-AD55-B972D3BFB9ED}"/>
              </a:ext>
            </a:extLst>
          </p:cNvPr>
          <p:cNvSpPr>
            <a:spLocks noGrp="1"/>
          </p:cNvSpPr>
          <p:nvPr/>
        </p:nvSpPr>
        <p:spPr>
          <a:xfrm>
            <a:off x="5657850" y="5029200"/>
            <a:ext cx="5619750" cy="50482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전체 16칸의 색을 기록</a:t>
            </a:r>
          </a:p>
        </p:txBody>
      </p:sp>
      <p:sp>
        <p:nvSpPr>
          <p:cNvPr id="46" name="shape-55">
            <a:extLst>
              <a:ext uri="{FF2B5EF4-FFF2-40B4-BE49-F238E27FC236}">
                <a16:creationId xmlns:a16="http://schemas.microsoft.com/office/drawing/2014/main" id="{BD16F5B0-328F-4436-9A6D-041D8312A894}"/>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전체 크기도 알아야 합니다. 한 변은 1, 2, 4, 8, …인 정사각형을 다룹니다.</a:t>
            </a:r>
          </a:p>
        </p:txBody>
      </p:sp>
    </p:spTree>
    <p:extLst>
      <p:ext uri="{BB962C8B-B14F-4D97-AF65-F5344CB8AC3E}">
        <p14:creationId xmlns:p14="http://schemas.microsoft.com/office/powerpoint/2010/main" val="117508573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hape-56">
            <a:extLst>
              <a:ext uri="{FF2B5EF4-FFF2-40B4-BE49-F238E27FC236}">
                <a16:creationId xmlns:a16="http://schemas.microsoft.com/office/drawing/2014/main" id="{2A52C199-AC43-4E43-9D95-3C2874803463}"/>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57">
            <a:extLst>
              <a:ext uri="{FF2B5EF4-FFF2-40B4-BE49-F238E27FC236}">
                <a16:creationId xmlns:a16="http://schemas.microsoft.com/office/drawing/2014/main" id="{2BFB0A1A-89DB-48ED-AC8C-1BBB6572A62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58">
            <a:extLst>
              <a:ext uri="{FF2B5EF4-FFF2-40B4-BE49-F238E27FC236}">
                <a16:creationId xmlns:a16="http://schemas.microsoft.com/office/drawing/2014/main" id="{86C9F648-FF8C-451E-9B9D-D13B1FB709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같은 색 영역: 네 칸을 0 하나로 기록</a:t>
            </a:r>
          </a:p>
        </p:txBody>
      </p:sp>
      <p:sp>
        <p:nvSpPr>
          <p:cNvPr id="4" name="shape-59">
            <a:extLst>
              <a:ext uri="{FF2B5EF4-FFF2-40B4-BE49-F238E27FC236}">
                <a16:creationId xmlns:a16="http://schemas.microsoft.com/office/drawing/2014/main" id="{7FB904BE-1362-4740-ADFE-0BE15BC34DFC}"/>
              </a:ext>
            </a:extLst>
          </p:cNvPr>
          <p:cNvSpPr>
            <a:spLocks noGrp="1"/>
          </p:cNvSpPr>
          <p:nvPr/>
        </p:nvSpPr>
        <p:spPr>
          <a:xfrm>
            <a:off x="609600" y="1381125"/>
            <a:ext cx="10972800" cy="9525"/>
          </a:xfrm>
          <a:prstGeom prst="rect">
            <a:avLst/>
          </a:prstGeom>
          <a:solidFill>
            <a:srgbClr val="151515"/>
          </a:solidFill>
          <a:ln w="0">
            <a:noFill/>
          </a:ln>
        </p:spPr>
      </p:sp>
      <p:sp>
        <p:nvSpPr>
          <p:cNvPr id="5" name="shape-60">
            <a:extLst>
              <a:ext uri="{FF2B5EF4-FFF2-40B4-BE49-F238E27FC236}">
                <a16:creationId xmlns:a16="http://schemas.microsoft.com/office/drawing/2014/main" id="{E60370F2-F90B-434E-935C-F315839159E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81E3213-2776-441C-B53F-7279A42A9EE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184</a:t>
            </a:r>
            <a:endParaRPr sz="1050" b="0">
              <a:solidFill>
                <a:srgbClr val="151515"/>
              </a:solidFill>
              <a:latin typeface="Consolas"/>
              <a:ea typeface="Consolas"/>
              <a:cs typeface="Consolas"/>
            </a:endParaRPr>
          </a:p>
        </p:txBody>
      </p:sp>
      <p:sp>
        <p:nvSpPr>
          <p:cNvPr id="7" name="shape-62">
            <a:extLst>
              <a:ext uri="{FF2B5EF4-FFF2-40B4-BE49-F238E27FC236}">
                <a16:creationId xmlns:a16="http://schemas.microsoft.com/office/drawing/2014/main" id="{2D8A6018-1C1E-40AB-91E7-369BCFA43450}"/>
              </a:ext>
            </a:extLst>
          </p:cNvPr>
          <p:cNvSpPr>
            <a:spLocks noGrp="1"/>
          </p:cNvSpPr>
          <p:nvPr/>
        </p:nvSpPr>
        <p:spPr>
          <a:xfrm>
            <a:off x="1066800" y="2381250"/>
            <a:ext cx="1200150" cy="1200150"/>
          </a:xfrm>
          <a:prstGeom prst="rect">
            <a:avLst/>
          </a:prstGeom>
          <a:solidFill>
            <a:srgbClr val="FFFFFF"/>
          </a:solidFill>
          <a:ln w="9525">
            <a:solidFill>
              <a:srgbClr val="A9B1B6"/>
            </a:solidFill>
          </a:ln>
        </p:spPr>
      </p:sp>
      <p:sp>
        <p:nvSpPr>
          <p:cNvPr id="8" name="shape-63">
            <a:extLst>
              <a:ext uri="{FF2B5EF4-FFF2-40B4-BE49-F238E27FC236}">
                <a16:creationId xmlns:a16="http://schemas.microsoft.com/office/drawing/2014/main" id="{1A3919EC-9D66-44B4-8F0D-7DCBFD31AE32}"/>
              </a:ext>
            </a:extLst>
          </p:cNvPr>
          <p:cNvSpPr>
            <a:spLocks noGrp="1"/>
          </p:cNvSpPr>
          <p:nvPr/>
        </p:nvSpPr>
        <p:spPr>
          <a:xfrm>
            <a:off x="1066800" y="2597277"/>
            <a:ext cx="1200150" cy="744093"/>
          </a:xfrm>
          <a:prstGeom prst="rect">
            <a:avLst/>
          </a:prstGeom>
          <a:noFill/>
          <a:ln w="0">
            <a:noFill/>
          </a:ln>
        </p:spPr>
        <p:txBody>
          <a:bodyPr wrap="none" lIns="0" tIns="0" rIns="0" bIns="0" anchor="t">
            <a:noAutofit/>
          </a:bodyPr>
          <a:lstStyle>
            <a:defPPr algn="ctr">
              <a:defRPr sz="4064" b="0">
                <a:solidFill>
                  <a:srgbClr val="151515"/>
                </a:solidFill>
                <a:latin typeface="Consolas"/>
                <a:ea typeface="Consolas"/>
                <a:cs typeface="Consolas"/>
              </a:defRPr>
            </a:defPPr>
          </a:lstStyle>
          <a:p>
            <a:pPr algn="ctr">
              <a:lnSpc>
                <a:spcPct val="112000"/>
              </a:lnSpc>
              <a:buNone/>
              <a:defRPr sz="4064" b="0">
                <a:solidFill>
                  <a:srgbClr val="151515"/>
                </a:solidFill>
                <a:latin typeface="Consolas"/>
                <a:ea typeface="Consolas"/>
                <a:cs typeface="Consolas"/>
              </a:defRPr>
            </a:pPr>
            <a:r>
              <a:rPr sz="4064" b="0">
                <a:solidFill>
                  <a:srgbClr val="151515"/>
                </a:solidFill>
                <a:latin typeface="Consolas"/>
                <a:ea typeface="Consolas"/>
                <a:cs typeface="Consolas"/>
              </a:rPr>
              <a:t>0</a:t>
            </a:r>
          </a:p>
        </p:txBody>
      </p:sp>
      <p:sp>
        <p:nvSpPr>
          <p:cNvPr id="9" name="shape-64">
            <a:extLst>
              <a:ext uri="{FF2B5EF4-FFF2-40B4-BE49-F238E27FC236}">
                <a16:creationId xmlns:a16="http://schemas.microsoft.com/office/drawing/2014/main" id="{50D25F6C-0D32-4798-A540-C6268E61F5B1}"/>
              </a:ext>
            </a:extLst>
          </p:cNvPr>
          <p:cNvSpPr>
            <a:spLocks noGrp="1"/>
          </p:cNvSpPr>
          <p:nvPr/>
        </p:nvSpPr>
        <p:spPr>
          <a:xfrm>
            <a:off x="2266950" y="2381250"/>
            <a:ext cx="1200150" cy="1200150"/>
          </a:xfrm>
          <a:prstGeom prst="rect">
            <a:avLst/>
          </a:prstGeom>
          <a:solidFill>
            <a:srgbClr val="FFFFFF"/>
          </a:solidFill>
          <a:ln w="9525">
            <a:solidFill>
              <a:srgbClr val="A9B1B6"/>
            </a:solidFill>
          </a:ln>
        </p:spPr>
      </p:sp>
      <p:sp>
        <p:nvSpPr>
          <p:cNvPr id="10" name="shape-65">
            <a:extLst>
              <a:ext uri="{FF2B5EF4-FFF2-40B4-BE49-F238E27FC236}">
                <a16:creationId xmlns:a16="http://schemas.microsoft.com/office/drawing/2014/main" id="{FF9E9E7C-2909-48E0-93ED-B6A7F96A3DB7}"/>
              </a:ext>
            </a:extLst>
          </p:cNvPr>
          <p:cNvSpPr>
            <a:spLocks noGrp="1"/>
          </p:cNvSpPr>
          <p:nvPr/>
        </p:nvSpPr>
        <p:spPr>
          <a:xfrm>
            <a:off x="2266950" y="2597277"/>
            <a:ext cx="1200150" cy="744093"/>
          </a:xfrm>
          <a:prstGeom prst="rect">
            <a:avLst/>
          </a:prstGeom>
          <a:noFill/>
          <a:ln w="0">
            <a:noFill/>
          </a:ln>
        </p:spPr>
        <p:txBody>
          <a:bodyPr wrap="none" lIns="0" tIns="0" rIns="0" bIns="0" anchor="t">
            <a:noAutofit/>
          </a:bodyPr>
          <a:lstStyle>
            <a:defPPr algn="ctr">
              <a:defRPr sz="4064" b="0">
                <a:solidFill>
                  <a:srgbClr val="151515"/>
                </a:solidFill>
                <a:latin typeface="Consolas"/>
                <a:ea typeface="Consolas"/>
                <a:cs typeface="Consolas"/>
              </a:defRPr>
            </a:defPPr>
          </a:lstStyle>
          <a:p>
            <a:pPr algn="ctr">
              <a:lnSpc>
                <a:spcPct val="112000"/>
              </a:lnSpc>
              <a:buNone/>
              <a:defRPr sz="4064" b="0">
                <a:solidFill>
                  <a:srgbClr val="151515"/>
                </a:solidFill>
                <a:latin typeface="Consolas"/>
                <a:ea typeface="Consolas"/>
                <a:cs typeface="Consolas"/>
              </a:defRPr>
            </a:pPr>
            <a:r>
              <a:rPr sz="4064" b="0">
                <a:solidFill>
                  <a:srgbClr val="151515"/>
                </a:solidFill>
                <a:latin typeface="Consolas"/>
                <a:ea typeface="Consolas"/>
                <a:cs typeface="Consolas"/>
              </a:rPr>
              <a:t>0</a:t>
            </a:r>
          </a:p>
        </p:txBody>
      </p:sp>
      <p:sp>
        <p:nvSpPr>
          <p:cNvPr id="11" name="shape-66">
            <a:extLst>
              <a:ext uri="{FF2B5EF4-FFF2-40B4-BE49-F238E27FC236}">
                <a16:creationId xmlns:a16="http://schemas.microsoft.com/office/drawing/2014/main" id="{C3EC7F54-3F41-41AF-9326-1C1AA0F52AD7}"/>
              </a:ext>
            </a:extLst>
          </p:cNvPr>
          <p:cNvSpPr>
            <a:spLocks noGrp="1"/>
          </p:cNvSpPr>
          <p:nvPr/>
        </p:nvSpPr>
        <p:spPr>
          <a:xfrm>
            <a:off x="1066800" y="3581400"/>
            <a:ext cx="1200150" cy="1200150"/>
          </a:xfrm>
          <a:prstGeom prst="rect">
            <a:avLst/>
          </a:prstGeom>
          <a:solidFill>
            <a:srgbClr val="FFFFFF"/>
          </a:solidFill>
          <a:ln w="9525">
            <a:solidFill>
              <a:srgbClr val="A9B1B6"/>
            </a:solidFill>
          </a:ln>
        </p:spPr>
      </p:sp>
      <p:sp>
        <p:nvSpPr>
          <p:cNvPr id="12" name="shape-67">
            <a:extLst>
              <a:ext uri="{FF2B5EF4-FFF2-40B4-BE49-F238E27FC236}">
                <a16:creationId xmlns:a16="http://schemas.microsoft.com/office/drawing/2014/main" id="{93F0E313-B915-4E6F-A747-E381716750AC}"/>
              </a:ext>
            </a:extLst>
          </p:cNvPr>
          <p:cNvSpPr>
            <a:spLocks noGrp="1"/>
          </p:cNvSpPr>
          <p:nvPr/>
        </p:nvSpPr>
        <p:spPr>
          <a:xfrm>
            <a:off x="1066800" y="3797427"/>
            <a:ext cx="1200150" cy="744093"/>
          </a:xfrm>
          <a:prstGeom prst="rect">
            <a:avLst/>
          </a:prstGeom>
          <a:noFill/>
          <a:ln w="0">
            <a:noFill/>
          </a:ln>
        </p:spPr>
        <p:txBody>
          <a:bodyPr wrap="none" lIns="0" tIns="0" rIns="0" bIns="0" anchor="t">
            <a:noAutofit/>
          </a:bodyPr>
          <a:lstStyle>
            <a:defPPr algn="ctr">
              <a:defRPr sz="4064" b="0">
                <a:solidFill>
                  <a:srgbClr val="151515"/>
                </a:solidFill>
                <a:latin typeface="Consolas"/>
                <a:ea typeface="Consolas"/>
                <a:cs typeface="Consolas"/>
              </a:defRPr>
            </a:defPPr>
          </a:lstStyle>
          <a:p>
            <a:pPr algn="ctr">
              <a:lnSpc>
                <a:spcPct val="112000"/>
              </a:lnSpc>
              <a:buNone/>
              <a:defRPr sz="4064" b="0">
                <a:solidFill>
                  <a:srgbClr val="151515"/>
                </a:solidFill>
                <a:latin typeface="Consolas"/>
                <a:ea typeface="Consolas"/>
                <a:cs typeface="Consolas"/>
              </a:defRPr>
            </a:pPr>
            <a:r>
              <a:rPr sz="4064" b="0">
                <a:solidFill>
                  <a:srgbClr val="151515"/>
                </a:solidFill>
                <a:latin typeface="Consolas"/>
                <a:ea typeface="Consolas"/>
                <a:cs typeface="Consolas"/>
              </a:rPr>
              <a:t>0</a:t>
            </a:r>
          </a:p>
        </p:txBody>
      </p:sp>
      <p:sp>
        <p:nvSpPr>
          <p:cNvPr id="13" name="shape-68">
            <a:extLst>
              <a:ext uri="{FF2B5EF4-FFF2-40B4-BE49-F238E27FC236}">
                <a16:creationId xmlns:a16="http://schemas.microsoft.com/office/drawing/2014/main" id="{A874C315-882B-4FF7-A43C-651657EEEAF0}"/>
              </a:ext>
            </a:extLst>
          </p:cNvPr>
          <p:cNvSpPr>
            <a:spLocks noGrp="1"/>
          </p:cNvSpPr>
          <p:nvPr/>
        </p:nvSpPr>
        <p:spPr>
          <a:xfrm>
            <a:off x="2266950" y="3581400"/>
            <a:ext cx="1200150" cy="1200150"/>
          </a:xfrm>
          <a:prstGeom prst="rect">
            <a:avLst/>
          </a:prstGeom>
          <a:solidFill>
            <a:srgbClr val="FFFFFF"/>
          </a:solidFill>
          <a:ln w="9525">
            <a:solidFill>
              <a:srgbClr val="A9B1B6"/>
            </a:solidFill>
          </a:ln>
        </p:spPr>
      </p:sp>
      <p:sp>
        <p:nvSpPr>
          <p:cNvPr id="14" name="shape-69">
            <a:extLst>
              <a:ext uri="{FF2B5EF4-FFF2-40B4-BE49-F238E27FC236}">
                <a16:creationId xmlns:a16="http://schemas.microsoft.com/office/drawing/2014/main" id="{C13857C7-2FBA-40B0-8896-F0B62984E607}"/>
              </a:ext>
            </a:extLst>
          </p:cNvPr>
          <p:cNvSpPr>
            <a:spLocks noGrp="1"/>
          </p:cNvSpPr>
          <p:nvPr/>
        </p:nvSpPr>
        <p:spPr>
          <a:xfrm>
            <a:off x="2266950" y="3797427"/>
            <a:ext cx="1200150" cy="744093"/>
          </a:xfrm>
          <a:prstGeom prst="rect">
            <a:avLst/>
          </a:prstGeom>
          <a:noFill/>
          <a:ln w="0">
            <a:noFill/>
          </a:ln>
        </p:spPr>
        <p:txBody>
          <a:bodyPr wrap="none" lIns="0" tIns="0" rIns="0" bIns="0" anchor="t">
            <a:noAutofit/>
          </a:bodyPr>
          <a:lstStyle>
            <a:defPPr algn="ctr">
              <a:defRPr sz="4064" b="0">
                <a:solidFill>
                  <a:srgbClr val="151515"/>
                </a:solidFill>
                <a:latin typeface="Consolas"/>
                <a:ea typeface="Consolas"/>
                <a:cs typeface="Consolas"/>
              </a:defRPr>
            </a:defPPr>
          </a:lstStyle>
          <a:p>
            <a:pPr algn="ctr">
              <a:lnSpc>
                <a:spcPct val="112000"/>
              </a:lnSpc>
              <a:buNone/>
              <a:defRPr sz="4064" b="0">
                <a:solidFill>
                  <a:srgbClr val="151515"/>
                </a:solidFill>
                <a:latin typeface="Consolas"/>
                <a:ea typeface="Consolas"/>
                <a:cs typeface="Consolas"/>
              </a:defRPr>
            </a:pPr>
            <a:r>
              <a:rPr sz="4064" b="0">
                <a:solidFill>
                  <a:srgbClr val="151515"/>
                </a:solidFill>
                <a:latin typeface="Consolas"/>
                <a:ea typeface="Consolas"/>
                <a:cs typeface="Consolas"/>
              </a:rPr>
              <a:t>0</a:t>
            </a:r>
          </a:p>
        </p:txBody>
      </p:sp>
      <p:sp>
        <p:nvSpPr>
          <p:cNvPr id="15" name="shape-70">
            <a:extLst>
              <a:ext uri="{FF2B5EF4-FFF2-40B4-BE49-F238E27FC236}">
                <a16:creationId xmlns:a16="http://schemas.microsoft.com/office/drawing/2014/main" id="{706F79C3-A8A1-485B-AC1A-5797E481917A}"/>
              </a:ext>
            </a:extLst>
          </p:cNvPr>
          <p:cNvSpPr>
            <a:spLocks noGrp="1"/>
          </p:cNvSpPr>
          <p:nvPr/>
        </p:nvSpPr>
        <p:spPr>
          <a:xfrm>
            <a:off x="895350" y="1724025"/>
            <a:ext cx="4219575" cy="400050"/>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현재 영역은 2×2</a:t>
            </a:r>
          </a:p>
        </p:txBody>
      </p:sp>
      <p:sp>
        <p:nvSpPr>
          <p:cNvPr id="16" name="shape-71">
            <a:extLst>
              <a:ext uri="{FF2B5EF4-FFF2-40B4-BE49-F238E27FC236}">
                <a16:creationId xmlns:a16="http://schemas.microsoft.com/office/drawing/2014/main" id="{A6D7C375-7E2C-42AA-9580-0891AAB948D9}"/>
              </a:ext>
            </a:extLst>
          </p:cNvPr>
          <p:cNvSpPr>
            <a:spLocks noGrp="1"/>
          </p:cNvSpPr>
          <p:nvPr/>
        </p:nvSpPr>
        <p:spPr>
          <a:xfrm>
            <a:off x="6772275" y="1724025"/>
            <a:ext cx="4429125" cy="400050"/>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저장한 기록</a:t>
            </a:r>
          </a:p>
        </p:txBody>
      </p:sp>
      <p:sp>
        <p:nvSpPr>
          <p:cNvPr id="17" name="shape-72">
            <a:extLst>
              <a:ext uri="{FF2B5EF4-FFF2-40B4-BE49-F238E27FC236}">
                <a16:creationId xmlns:a16="http://schemas.microsoft.com/office/drawing/2014/main" id="{57420724-B899-47DA-A7B5-4ADCB56BF392}"/>
              </a:ext>
            </a:extLst>
          </p:cNvPr>
          <p:cNvSpPr>
            <a:spLocks noGrp="1"/>
          </p:cNvSpPr>
          <p:nvPr/>
        </p:nvSpPr>
        <p:spPr>
          <a:xfrm>
            <a:off x="7410450" y="2667000"/>
            <a:ext cx="1524000" cy="1209675"/>
          </a:xfrm>
          <a:prstGeom prst="rect">
            <a:avLst/>
          </a:prstGeom>
          <a:solidFill>
            <a:srgbClr val="EEF5F8"/>
          </a:solidFill>
          <a:ln w="14288">
            <a:solidFill>
              <a:srgbClr val="146995"/>
            </a:solidFill>
          </a:ln>
        </p:spPr>
      </p:sp>
      <p:sp>
        <p:nvSpPr>
          <p:cNvPr id="18" name="shape-73">
            <a:extLst>
              <a:ext uri="{FF2B5EF4-FFF2-40B4-BE49-F238E27FC236}">
                <a16:creationId xmlns:a16="http://schemas.microsoft.com/office/drawing/2014/main" id="{11B5C528-4265-4D48-A870-95D7E34D9A38}"/>
              </a:ext>
            </a:extLst>
          </p:cNvPr>
          <p:cNvSpPr>
            <a:spLocks noGrp="1"/>
          </p:cNvSpPr>
          <p:nvPr/>
        </p:nvSpPr>
        <p:spPr>
          <a:xfrm>
            <a:off x="7448550" y="2847975"/>
            <a:ext cx="1447800" cy="838200"/>
          </a:xfrm>
          <a:prstGeom prst="rect">
            <a:avLst/>
          </a:prstGeom>
          <a:noFill/>
          <a:ln w="0">
            <a:noFill/>
          </a:ln>
        </p:spPr>
        <p:txBody>
          <a:bodyPr wrap="none" lIns="0" tIns="0" rIns="0" bIns="0" anchor="t">
            <a:noAutofit/>
          </a:bodyPr>
          <a:lstStyle>
            <a:defPPr algn="ctr">
              <a:defRPr sz="5025" b="1">
                <a:solidFill>
                  <a:srgbClr val="146995"/>
                </a:solidFill>
                <a:latin typeface="Consolas"/>
                <a:ea typeface="Consolas"/>
                <a:cs typeface="Consolas"/>
              </a:defRPr>
            </a:defPPr>
          </a:lstStyle>
          <a:p>
            <a:pPr algn="ctr">
              <a:lnSpc>
                <a:spcPct val="112000"/>
              </a:lnSpc>
              <a:buNone/>
              <a:defRPr sz="5025" b="1">
                <a:solidFill>
                  <a:srgbClr val="146995"/>
                </a:solidFill>
                <a:latin typeface="Consolas"/>
                <a:ea typeface="Consolas"/>
                <a:cs typeface="Consolas"/>
              </a:defRPr>
            </a:pPr>
            <a:r>
              <a:rPr sz="5025" b="1">
                <a:solidFill>
                  <a:srgbClr val="146995"/>
                </a:solidFill>
                <a:latin typeface="Consolas"/>
                <a:ea typeface="Consolas"/>
                <a:cs typeface="Consolas"/>
              </a:rPr>
              <a:t>0</a:t>
            </a:r>
          </a:p>
        </p:txBody>
      </p:sp>
      <p:sp>
        <p:nvSpPr>
          <p:cNvPr id="19" name="shape-74">
            <a:extLst>
              <a:ext uri="{FF2B5EF4-FFF2-40B4-BE49-F238E27FC236}">
                <a16:creationId xmlns:a16="http://schemas.microsoft.com/office/drawing/2014/main" id="{92AA5CCB-046B-4077-A520-F30A24368A48}"/>
              </a:ext>
            </a:extLst>
          </p:cNvPr>
          <p:cNvSpPr>
            <a:spLocks noGrp="1"/>
          </p:cNvSpPr>
          <p:nvPr/>
        </p:nvSpPr>
        <p:spPr>
          <a:xfrm>
            <a:off x="5781675" y="4410075"/>
            <a:ext cx="5781675" cy="571500"/>
          </a:xfrm>
          <a:prstGeom prst="rect">
            <a:avLst/>
          </a:prstGeom>
          <a:noFill/>
          <a:ln w="0">
            <a:noFill/>
          </a:ln>
        </p:spPr>
        <p:txBody>
          <a:bodyPr wrap="none" lIns="0" tIns="0" rIns="0" bIns="0" anchor="t">
            <a:noAutofit/>
          </a:bodyPr>
          <a:lstStyle>
            <a:defPPr algn="l">
              <a:defRPr sz="2175" b="1">
                <a:solidFill>
                  <a:srgbClr val="146995"/>
                </a:solidFill>
                <a:latin typeface="Malgun Gothic"/>
                <a:ea typeface="Malgun Gothic"/>
                <a:cs typeface="Malgun Gothic"/>
              </a:defRPr>
            </a:defPPr>
          </a:lstStyle>
          <a:p>
            <a:pPr algn="l">
              <a:lnSpc>
                <a:spcPct val="112000"/>
              </a:lnSpc>
              <a:buNone/>
              <a:defRPr sz="2175" b="1">
                <a:solidFill>
                  <a:srgbClr val="146995"/>
                </a:solidFill>
                <a:latin typeface="Malgun Gothic"/>
                <a:ea typeface="Malgun Gothic"/>
                <a:cs typeface="Malgun Gothic"/>
              </a:defRPr>
            </a:pPr>
            <a:r>
              <a:rPr sz="2175" b="1">
                <a:solidFill>
                  <a:srgbClr val="146995"/>
                </a:solidFill>
                <a:latin typeface="Malgun Gothic"/>
                <a:ea typeface="Malgun Gothic"/>
                <a:cs typeface="Malgun Gothic"/>
              </a:rPr>
              <a:t>뜻: 이 영역의 네 칸이 모두 흰색</a:t>
            </a:r>
          </a:p>
        </p:txBody>
      </p:sp>
      <p:sp>
        <p:nvSpPr>
          <p:cNvPr id="20" name="shape-75">
            <a:extLst>
              <a:ext uri="{FF2B5EF4-FFF2-40B4-BE49-F238E27FC236}">
                <a16:creationId xmlns:a16="http://schemas.microsoft.com/office/drawing/2014/main" id="{BF650D04-6969-47C7-8100-8A3F5D6586EF}"/>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0 또는 1은 현재 영역 전체의 색입니다. 영역의 위치와 크기는 부모가 알려 줍니다.</a:t>
            </a:r>
          </a:p>
        </p:txBody>
      </p:sp>
    </p:spTree>
    <p:extLst>
      <p:ext uri="{BB962C8B-B14F-4D97-AF65-F5344CB8AC3E}">
        <p14:creationId xmlns:p14="http://schemas.microsoft.com/office/powerpoint/2010/main" val="1390372621"/>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76">
            <a:extLst>
              <a:ext uri="{FF2B5EF4-FFF2-40B4-BE49-F238E27FC236}">
                <a16:creationId xmlns:a16="http://schemas.microsoft.com/office/drawing/2014/main" id="{8FA2743E-F742-4FE3-A98E-14096D47B969}"/>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77">
            <a:extLst>
              <a:ext uri="{FF2B5EF4-FFF2-40B4-BE49-F238E27FC236}">
                <a16:creationId xmlns:a16="http://schemas.microsoft.com/office/drawing/2014/main" id="{EE127FA0-0616-4B58-8926-A6963005CDD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78">
            <a:extLst>
              <a:ext uri="{FF2B5EF4-FFF2-40B4-BE49-F238E27FC236}">
                <a16:creationId xmlns:a16="http://schemas.microsoft.com/office/drawing/2014/main" id="{A7623754-82A1-4F4C-94A4-A9C8BE6E2E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색이 섞인 영역: 같은 크기의 네 조각</a:t>
            </a:r>
          </a:p>
        </p:txBody>
      </p:sp>
      <p:sp>
        <p:nvSpPr>
          <p:cNvPr id="4" name="shape-79">
            <a:extLst>
              <a:ext uri="{FF2B5EF4-FFF2-40B4-BE49-F238E27FC236}">
                <a16:creationId xmlns:a16="http://schemas.microsoft.com/office/drawing/2014/main" id="{150F1CC0-A1A4-4EB1-9DFE-1D27E10A6993}"/>
              </a:ext>
            </a:extLst>
          </p:cNvPr>
          <p:cNvSpPr>
            <a:spLocks noGrp="1"/>
          </p:cNvSpPr>
          <p:nvPr/>
        </p:nvSpPr>
        <p:spPr>
          <a:xfrm>
            <a:off x="609600" y="1381125"/>
            <a:ext cx="10972800" cy="9525"/>
          </a:xfrm>
          <a:prstGeom prst="rect">
            <a:avLst/>
          </a:prstGeom>
          <a:solidFill>
            <a:srgbClr val="151515"/>
          </a:solidFill>
          <a:ln w="0">
            <a:noFill/>
          </a:ln>
        </p:spPr>
      </p:sp>
      <p:sp>
        <p:nvSpPr>
          <p:cNvPr id="5" name="shape-80">
            <a:extLst>
              <a:ext uri="{FF2B5EF4-FFF2-40B4-BE49-F238E27FC236}">
                <a16:creationId xmlns:a16="http://schemas.microsoft.com/office/drawing/2014/main" id="{79A0AE8F-DC68-4594-BD45-4C1292F4FF6F}"/>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F1C3525-BBEF-4FEB-B78A-280660706EF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185</a:t>
            </a:r>
            <a:endParaRPr sz="1050" b="0">
              <a:solidFill>
                <a:srgbClr val="151515"/>
              </a:solidFill>
              <a:latin typeface="Consolas"/>
              <a:ea typeface="Consolas"/>
              <a:cs typeface="Consolas"/>
            </a:endParaRPr>
          </a:p>
        </p:txBody>
      </p:sp>
      <p:sp>
        <p:nvSpPr>
          <p:cNvPr id="7" name="shape-82">
            <a:extLst>
              <a:ext uri="{FF2B5EF4-FFF2-40B4-BE49-F238E27FC236}">
                <a16:creationId xmlns:a16="http://schemas.microsoft.com/office/drawing/2014/main" id="{0D1DA29C-71DC-4803-8ED1-1547C67342E8}"/>
              </a:ext>
            </a:extLst>
          </p:cNvPr>
          <p:cNvSpPr>
            <a:spLocks noGrp="1"/>
          </p:cNvSpPr>
          <p:nvPr/>
        </p:nvSpPr>
        <p:spPr>
          <a:xfrm>
            <a:off x="895350" y="2257425"/>
            <a:ext cx="771525" cy="771525"/>
          </a:xfrm>
          <a:prstGeom prst="rect">
            <a:avLst/>
          </a:prstGeom>
          <a:solidFill>
            <a:srgbClr val="FFFFFF"/>
          </a:solidFill>
          <a:ln w="9525">
            <a:solidFill>
              <a:srgbClr val="A9B1B6"/>
            </a:solidFill>
          </a:ln>
        </p:spPr>
      </p:sp>
      <p:sp>
        <p:nvSpPr>
          <p:cNvPr id="8" name="shape-83">
            <a:extLst>
              <a:ext uri="{FF2B5EF4-FFF2-40B4-BE49-F238E27FC236}">
                <a16:creationId xmlns:a16="http://schemas.microsoft.com/office/drawing/2014/main" id="{B4A370C1-F908-483D-8BF2-C3AB880545DE}"/>
              </a:ext>
            </a:extLst>
          </p:cNvPr>
          <p:cNvSpPr>
            <a:spLocks noGrp="1"/>
          </p:cNvSpPr>
          <p:nvPr/>
        </p:nvSpPr>
        <p:spPr>
          <a:xfrm>
            <a:off x="895350" y="239630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9" name="shape-84">
            <a:extLst>
              <a:ext uri="{FF2B5EF4-FFF2-40B4-BE49-F238E27FC236}">
                <a16:creationId xmlns:a16="http://schemas.microsoft.com/office/drawing/2014/main" id="{186C1F3A-297C-4133-9972-95328392C0D3}"/>
              </a:ext>
            </a:extLst>
          </p:cNvPr>
          <p:cNvSpPr>
            <a:spLocks noGrp="1"/>
          </p:cNvSpPr>
          <p:nvPr/>
        </p:nvSpPr>
        <p:spPr>
          <a:xfrm>
            <a:off x="1666875" y="2257425"/>
            <a:ext cx="771525" cy="771525"/>
          </a:xfrm>
          <a:prstGeom prst="rect">
            <a:avLst/>
          </a:prstGeom>
          <a:solidFill>
            <a:srgbClr val="FFFFFF"/>
          </a:solidFill>
          <a:ln w="9525">
            <a:solidFill>
              <a:srgbClr val="A9B1B6"/>
            </a:solidFill>
          </a:ln>
        </p:spPr>
      </p:sp>
      <p:sp>
        <p:nvSpPr>
          <p:cNvPr id="10" name="shape-85">
            <a:extLst>
              <a:ext uri="{FF2B5EF4-FFF2-40B4-BE49-F238E27FC236}">
                <a16:creationId xmlns:a16="http://schemas.microsoft.com/office/drawing/2014/main" id="{1036C8FB-D6A3-4990-A145-E208EECF1432}"/>
              </a:ext>
            </a:extLst>
          </p:cNvPr>
          <p:cNvSpPr>
            <a:spLocks noGrp="1"/>
          </p:cNvSpPr>
          <p:nvPr/>
        </p:nvSpPr>
        <p:spPr>
          <a:xfrm>
            <a:off x="1666875" y="239630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1" name="shape-86">
            <a:extLst>
              <a:ext uri="{FF2B5EF4-FFF2-40B4-BE49-F238E27FC236}">
                <a16:creationId xmlns:a16="http://schemas.microsoft.com/office/drawing/2014/main" id="{F8A24CED-7040-49F2-A278-E6BEAF94ACAC}"/>
              </a:ext>
            </a:extLst>
          </p:cNvPr>
          <p:cNvSpPr>
            <a:spLocks noGrp="1"/>
          </p:cNvSpPr>
          <p:nvPr/>
        </p:nvSpPr>
        <p:spPr>
          <a:xfrm>
            <a:off x="2438400" y="2257425"/>
            <a:ext cx="771525" cy="771525"/>
          </a:xfrm>
          <a:prstGeom prst="rect">
            <a:avLst/>
          </a:prstGeom>
          <a:solidFill>
            <a:srgbClr val="26323B"/>
          </a:solidFill>
          <a:ln w="9525">
            <a:solidFill>
              <a:srgbClr val="A9B1B6"/>
            </a:solidFill>
          </a:ln>
        </p:spPr>
      </p:sp>
      <p:sp>
        <p:nvSpPr>
          <p:cNvPr id="12" name="shape-87">
            <a:extLst>
              <a:ext uri="{FF2B5EF4-FFF2-40B4-BE49-F238E27FC236}">
                <a16:creationId xmlns:a16="http://schemas.microsoft.com/office/drawing/2014/main" id="{847360C7-DD7E-43CC-AFED-806E2E7C5E65}"/>
              </a:ext>
            </a:extLst>
          </p:cNvPr>
          <p:cNvSpPr>
            <a:spLocks noGrp="1"/>
          </p:cNvSpPr>
          <p:nvPr/>
        </p:nvSpPr>
        <p:spPr>
          <a:xfrm>
            <a:off x="2438400" y="239630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13" name="shape-88">
            <a:extLst>
              <a:ext uri="{FF2B5EF4-FFF2-40B4-BE49-F238E27FC236}">
                <a16:creationId xmlns:a16="http://schemas.microsoft.com/office/drawing/2014/main" id="{DA0ADC73-9103-47F8-9A74-6689EDDF9016}"/>
              </a:ext>
            </a:extLst>
          </p:cNvPr>
          <p:cNvSpPr>
            <a:spLocks noGrp="1"/>
          </p:cNvSpPr>
          <p:nvPr/>
        </p:nvSpPr>
        <p:spPr>
          <a:xfrm>
            <a:off x="3209925" y="2257425"/>
            <a:ext cx="771525" cy="771525"/>
          </a:xfrm>
          <a:prstGeom prst="rect">
            <a:avLst/>
          </a:prstGeom>
          <a:solidFill>
            <a:srgbClr val="26323B"/>
          </a:solidFill>
          <a:ln w="9525">
            <a:solidFill>
              <a:srgbClr val="A9B1B6"/>
            </a:solidFill>
          </a:ln>
        </p:spPr>
      </p:sp>
      <p:sp>
        <p:nvSpPr>
          <p:cNvPr id="14" name="shape-89">
            <a:extLst>
              <a:ext uri="{FF2B5EF4-FFF2-40B4-BE49-F238E27FC236}">
                <a16:creationId xmlns:a16="http://schemas.microsoft.com/office/drawing/2014/main" id="{E123D48E-E46E-4F23-A7E3-180F076B1C7B}"/>
              </a:ext>
            </a:extLst>
          </p:cNvPr>
          <p:cNvSpPr>
            <a:spLocks noGrp="1"/>
          </p:cNvSpPr>
          <p:nvPr/>
        </p:nvSpPr>
        <p:spPr>
          <a:xfrm>
            <a:off x="3209925" y="239630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15" name="shape-90">
            <a:extLst>
              <a:ext uri="{FF2B5EF4-FFF2-40B4-BE49-F238E27FC236}">
                <a16:creationId xmlns:a16="http://schemas.microsoft.com/office/drawing/2014/main" id="{96135324-0D9D-4BA1-B2AF-51433D04636F}"/>
              </a:ext>
            </a:extLst>
          </p:cNvPr>
          <p:cNvSpPr>
            <a:spLocks noGrp="1"/>
          </p:cNvSpPr>
          <p:nvPr/>
        </p:nvSpPr>
        <p:spPr>
          <a:xfrm>
            <a:off x="895350" y="3028950"/>
            <a:ext cx="771525" cy="771525"/>
          </a:xfrm>
          <a:prstGeom prst="rect">
            <a:avLst/>
          </a:prstGeom>
          <a:solidFill>
            <a:srgbClr val="FFFFFF"/>
          </a:solidFill>
          <a:ln w="9525">
            <a:solidFill>
              <a:srgbClr val="A9B1B6"/>
            </a:solidFill>
          </a:ln>
        </p:spPr>
      </p:sp>
      <p:sp>
        <p:nvSpPr>
          <p:cNvPr id="16" name="shape-91">
            <a:extLst>
              <a:ext uri="{FF2B5EF4-FFF2-40B4-BE49-F238E27FC236}">
                <a16:creationId xmlns:a16="http://schemas.microsoft.com/office/drawing/2014/main" id="{4E12BAFE-71A9-40F9-916A-C8DB707CA822}"/>
              </a:ext>
            </a:extLst>
          </p:cNvPr>
          <p:cNvSpPr>
            <a:spLocks noGrp="1"/>
          </p:cNvSpPr>
          <p:nvPr/>
        </p:nvSpPr>
        <p:spPr>
          <a:xfrm>
            <a:off x="895350" y="316782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7" name="shape-92">
            <a:extLst>
              <a:ext uri="{FF2B5EF4-FFF2-40B4-BE49-F238E27FC236}">
                <a16:creationId xmlns:a16="http://schemas.microsoft.com/office/drawing/2014/main" id="{B92EAB0C-5D35-4881-A0C9-E94D0C1DE1CA}"/>
              </a:ext>
            </a:extLst>
          </p:cNvPr>
          <p:cNvSpPr>
            <a:spLocks noGrp="1"/>
          </p:cNvSpPr>
          <p:nvPr/>
        </p:nvSpPr>
        <p:spPr>
          <a:xfrm>
            <a:off x="1666875" y="3028950"/>
            <a:ext cx="771525" cy="771525"/>
          </a:xfrm>
          <a:prstGeom prst="rect">
            <a:avLst/>
          </a:prstGeom>
          <a:solidFill>
            <a:srgbClr val="FFFFFF"/>
          </a:solidFill>
          <a:ln w="9525">
            <a:solidFill>
              <a:srgbClr val="A9B1B6"/>
            </a:solidFill>
          </a:ln>
        </p:spPr>
      </p:sp>
      <p:sp>
        <p:nvSpPr>
          <p:cNvPr id="18" name="shape-93">
            <a:extLst>
              <a:ext uri="{FF2B5EF4-FFF2-40B4-BE49-F238E27FC236}">
                <a16:creationId xmlns:a16="http://schemas.microsoft.com/office/drawing/2014/main" id="{BC7F8817-FDFB-4028-9390-02F3885F5A4F}"/>
              </a:ext>
            </a:extLst>
          </p:cNvPr>
          <p:cNvSpPr>
            <a:spLocks noGrp="1"/>
          </p:cNvSpPr>
          <p:nvPr/>
        </p:nvSpPr>
        <p:spPr>
          <a:xfrm>
            <a:off x="1666875" y="316782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9" name="shape-94">
            <a:extLst>
              <a:ext uri="{FF2B5EF4-FFF2-40B4-BE49-F238E27FC236}">
                <a16:creationId xmlns:a16="http://schemas.microsoft.com/office/drawing/2014/main" id="{FE5294AD-BCB4-409F-B210-426CEFFE224A}"/>
              </a:ext>
            </a:extLst>
          </p:cNvPr>
          <p:cNvSpPr>
            <a:spLocks noGrp="1"/>
          </p:cNvSpPr>
          <p:nvPr/>
        </p:nvSpPr>
        <p:spPr>
          <a:xfrm>
            <a:off x="2438400" y="3028950"/>
            <a:ext cx="771525" cy="771525"/>
          </a:xfrm>
          <a:prstGeom prst="rect">
            <a:avLst/>
          </a:prstGeom>
          <a:solidFill>
            <a:srgbClr val="26323B"/>
          </a:solidFill>
          <a:ln w="9525">
            <a:solidFill>
              <a:srgbClr val="A9B1B6"/>
            </a:solidFill>
          </a:ln>
        </p:spPr>
      </p:sp>
      <p:sp>
        <p:nvSpPr>
          <p:cNvPr id="20" name="shape-95">
            <a:extLst>
              <a:ext uri="{FF2B5EF4-FFF2-40B4-BE49-F238E27FC236}">
                <a16:creationId xmlns:a16="http://schemas.microsoft.com/office/drawing/2014/main" id="{576BEA5B-D893-469E-A451-66FA830B6E0C}"/>
              </a:ext>
            </a:extLst>
          </p:cNvPr>
          <p:cNvSpPr>
            <a:spLocks noGrp="1"/>
          </p:cNvSpPr>
          <p:nvPr/>
        </p:nvSpPr>
        <p:spPr>
          <a:xfrm>
            <a:off x="2438400" y="316782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1" name="shape-96">
            <a:extLst>
              <a:ext uri="{FF2B5EF4-FFF2-40B4-BE49-F238E27FC236}">
                <a16:creationId xmlns:a16="http://schemas.microsoft.com/office/drawing/2014/main" id="{80515DAB-232D-4EC9-B615-AC1DE22F1928}"/>
              </a:ext>
            </a:extLst>
          </p:cNvPr>
          <p:cNvSpPr>
            <a:spLocks noGrp="1"/>
          </p:cNvSpPr>
          <p:nvPr/>
        </p:nvSpPr>
        <p:spPr>
          <a:xfrm>
            <a:off x="3209925" y="3028950"/>
            <a:ext cx="771525" cy="771525"/>
          </a:xfrm>
          <a:prstGeom prst="rect">
            <a:avLst/>
          </a:prstGeom>
          <a:solidFill>
            <a:srgbClr val="26323B"/>
          </a:solidFill>
          <a:ln w="9525">
            <a:solidFill>
              <a:srgbClr val="A9B1B6"/>
            </a:solidFill>
          </a:ln>
        </p:spPr>
      </p:sp>
      <p:sp>
        <p:nvSpPr>
          <p:cNvPr id="22" name="shape-97">
            <a:extLst>
              <a:ext uri="{FF2B5EF4-FFF2-40B4-BE49-F238E27FC236}">
                <a16:creationId xmlns:a16="http://schemas.microsoft.com/office/drawing/2014/main" id="{09072180-FC64-4B65-B0EB-1A42B799F7F1}"/>
              </a:ext>
            </a:extLst>
          </p:cNvPr>
          <p:cNvSpPr>
            <a:spLocks noGrp="1"/>
          </p:cNvSpPr>
          <p:nvPr/>
        </p:nvSpPr>
        <p:spPr>
          <a:xfrm>
            <a:off x="3209925" y="316782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3" name="shape-98">
            <a:extLst>
              <a:ext uri="{FF2B5EF4-FFF2-40B4-BE49-F238E27FC236}">
                <a16:creationId xmlns:a16="http://schemas.microsoft.com/office/drawing/2014/main" id="{543789EA-6C4C-4395-91AE-9DB9402F82BD}"/>
              </a:ext>
            </a:extLst>
          </p:cNvPr>
          <p:cNvSpPr>
            <a:spLocks noGrp="1"/>
          </p:cNvSpPr>
          <p:nvPr/>
        </p:nvSpPr>
        <p:spPr>
          <a:xfrm>
            <a:off x="895350" y="3800475"/>
            <a:ext cx="771525" cy="771525"/>
          </a:xfrm>
          <a:prstGeom prst="rect">
            <a:avLst/>
          </a:prstGeom>
          <a:solidFill>
            <a:srgbClr val="26323B"/>
          </a:solidFill>
          <a:ln w="9525">
            <a:solidFill>
              <a:srgbClr val="A9B1B6"/>
            </a:solidFill>
          </a:ln>
        </p:spPr>
      </p:sp>
      <p:sp>
        <p:nvSpPr>
          <p:cNvPr id="24" name="shape-99">
            <a:extLst>
              <a:ext uri="{FF2B5EF4-FFF2-40B4-BE49-F238E27FC236}">
                <a16:creationId xmlns:a16="http://schemas.microsoft.com/office/drawing/2014/main" id="{3CFDD33E-3A25-424B-83D7-3797094EFD2E}"/>
              </a:ext>
            </a:extLst>
          </p:cNvPr>
          <p:cNvSpPr>
            <a:spLocks noGrp="1"/>
          </p:cNvSpPr>
          <p:nvPr/>
        </p:nvSpPr>
        <p:spPr>
          <a:xfrm>
            <a:off x="895350" y="393935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5" name="shape-100">
            <a:extLst>
              <a:ext uri="{FF2B5EF4-FFF2-40B4-BE49-F238E27FC236}">
                <a16:creationId xmlns:a16="http://schemas.microsoft.com/office/drawing/2014/main" id="{D54B4CD8-9AA3-48C4-A63F-628C72737D7C}"/>
              </a:ext>
            </a:extLst>
          </p:cNvPr>
          <p:cNvSpPr>
            <a:spLocks noGrp="1"/>
          </p:cNvSpPr>
          <p:nvPr/>
        </p:nvSpPr>
        <p:spPr>
          <a:xfrm>
            <a:off x="1666875" y="3800475"/>
            <a:ext cx="771525" cy="771525"/>
          </a:xfrm>
          <a:prstGeom prst="rect">
            <a:avLst/>
          </a:prstGeom>
          <a:solidFill>
            <a:srgbClr val="26323B"/>
          </a:solidFill>
          <a:ln w="9525">
            <a:solidFill>
              <a:srgbClr val="A9B1B6"/>
            </a:solidFill>
          </a:ln>
        </p:spPr>
      </p:sp>
      <p:sp>
        <p:nvSpPr>
          <p:cNvPr id="26" name="shape-101">
            <a:extLst>
              <a:ext uri="{FF2B5EF4-FFF2-40B4-BE49-F238E27FC236}">
                <a16:creationId xmlns:a16="http://schemas.microsoft.com/office/drawing/2014/main" id="{AF56A57B-1A28-45E1-9F9A-CB549112B0D1}"/>
              </a:ext>
            </a:extLst>
          </p:cNvPr>
          <p:cNvSpPr>
            <a:spLocks noGrp="1"/>
          </p:cNvSpPr>
          <p:nvPr/>
        </p:nvSpPr>
        <p:spPr>
          <a:xfrm>
            <a:off x="1666875" y="393935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7" name="shape-102">
            <a:extLst>
              <a:ext uri="{FF2B5EF4-FFF2-40B4-BE49-F238E27FC236}">
                <a16:creationId xmlns:a16="http://schemas.microsoft.com/office/drawing/2014/main" id="{6300857E-5991-4281-87AD-FA29D97D4EC9}"/>
              </a:ext>
            </a:extLst>
          </p:cNvPr>
          <p:cNvSpPr>
            <a:spLocks noGrp="1"/>
          </p:cNvSpPr>
          <p:nvPr/>
        </p:nvSpPr>
        <p:spPr>
          <a:xfrm>
            <a:off x="2438400" y="3800475"/>
            <a:ext cx="771525" cy="771525"/>
          </a:xfrm>
          <a:prstGeom prst="rect">
            <a:avLst/>
          </a:prstGeom>
          <a:solidFill>
            <a:srgbClr val="FFFFFF"/>
          </a:solidFill>
          <a:ln w="9525">
            <a:solidFill>
              <a:srgbClr val="A9B1B6"/>
            </a:solidFill>
          </a:ln>
        </p:spPr>
      </p:sp>
      <p:sp>
        <p:nvSpPr>
          <p:cNvPr id="28" name="shape-103">
            <a:extLst>
              <a:ext uri="{FF2B5EF4-FFF2-40B4-BE49-F238E27FC236}">
                <a16:creationId xmlns:a16="http://schemas.microsoft.com/office/drawing/2014/main" id="{D840AF12-226F-4C70-9F9E-8649AD97095A}"/>
              </a:ext>
            </a:extLst>
          </p:cNvPr>
          <p:cNvSpPr>
            <a:spLocks noGrp="1"/>
          </p:cNvSpPr>
          <p:nvPr/>
        </p:nvSpPr>
        <p:spPr>
          <a:xfrm>
            <a:off x="2438400" y="393935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29" name="shape-104">
            <a:extLst>
              <a:ext uri="{FF2B5EF4-FFF2-40B4-BE49-F238E27FC236}">
                <a16:creationId xmlns:a16="http://schemas.microsoft.com/office/drawing/2014/main" id="{1469C229-0231-4C1A-B833-10B442DB9324}"/>
              </a:ext>
            </a:extLst>
          </p:cNvPr>
          <p:cNvSpPr>
            <a:spLocks noGrp="1"/>
          </p:cNvSpPr>
          <p:nvPr/>
        </p:nvSpPr>
        <p:spPr>
          <a:xfrm>
            <a:off x="3209925" y="3800475"/>
            <a:ext cx="771525" cy="771525"/>
          </a:xfrm>
          <a:prstGeom prst="rect">
            <a:avLst/>
          </a:prstGeom>
          <a:solidFill>
            <a:srgbClr val="FFFFFF"/>
          </a:solidFill>
          <a:ln w="9525">
            <a:solidFill>
              <a:srgbClr val="A9B1B6"/>
            </a:solidFill>
          </a:ln>
        </p:spPr>
      </p:sp>
      <p:sp>
        <p:nvSpPr>
          <p:cNvPr id="30" name="shape-105">
            <a:extLst>
              <a:ext uri="{FF2B5EF4-FFF2-40B4-BE49-F238E27FC236}">
                <a16:creationId xmlns:a16="http://schemas.microsoft.com/office/drawing/2014/main" id="{5E524DBE-CD88-4233-A4A7-0FFFE7845AED}"/>
              </a:ext>
            </a:extLst>
          </p:cNvPr>
          <p:cNvSpPr>
            <a:spLocks noGrp="1"/>
          </p:cNvSpPr>
          <p:nvPr/>
        </p:nvSpPr>
        <p:spPr>
          <a:xfrm>
            <a:off x="3209925" y="393935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1" name="shape-106">
            <a:extLst>
              <a:ext uri="{FF2B5EF4-FFF2-40B4-BE49-F238E27FC236}">
                <a16:creationId xmlns:a16="http://schemas.microsoft.com/office/drawing/2014/main" id="{A502F754-CD41-4E20-8566-E399C42E9F8D}"/>
              </a:ext>
            </a:extLst>
          </p:cNvPr>
          <p:cNvSpPr>
            <a:spLocks noGrp="1"/>
          </p:cNvSpPr>
          <p:nvPr/>
        </p:nvSpPr>
        <p:spPr>
          <a:xfrm>
            <a:off x="895350" y="4572000"/>
            <a:ext cx="771525" cy="771525"/>
          </a:xfrm>
          <a:prstGeom prst="rect">
            <a:avLst/>
          </a:prstGeom>
          <a:solidFill>
            <a:srgbClr val="26323B"/>
          </a:solidFill>
          <a:ln w="9525">
            <a:solidFill>
              <a:srgbClr val="A9B1B6"/>
            </a:solidFill>
          </a:ln>
        </p:spPr>
      </p:sp>
      <p:sp>
        <p:nvSpPr>
          <p:cNvPr id="32" name="shape-107">
            <a:extLst>
              <a:ext uri="{FF2B5EF4-FFF2-40B4-BE49-F238E27FC236}">
                <a16:creationId xmlns:a16="http://schemas.microsoft.com/office/drawing/2014/main" id="{CF0ECC4D-11DD-4288-8BB9-B834DE480AD5}"/>
              </a:ext>
            </a:extLst>
          </p:cNvPr>
          <p:cNvSpPr>
            <a:spLocks noGrp="1"/>
          </p:cNvSpPr>
          <p:nvPr/>
        </p:nvSpPr>
        <p:spPr>
          <a:xfrm>
            <a:off x="895350" y="471087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33" name="shape-108">
            <a:extLst>
              <a:ext uri="{FF2B5EF4-FFF2-40B4-BE49-F238E27FC236}">
                <a16:creationId xmlns:a16="http://schemas.microsoft.com/office/drawing/2014/main" id="{23C81855-337B-4242-960E-63C709287A74}"/>
              </a:ext>
            </a:extLst>
          </p:cNvPr>
          <p:cNvSpPr>
            <a:spLocks noGrp="1"/>
          </p:cNvSpPr>
          <p:nvPr/>
        </p:nvSpPr>
        <p:spPr>
          <a:xfrm>
            <a:off x="1666875" y="4572000"/>
            <a:ext cx="771525" cy="771525"/>
          </a:xfrm>
          <a:prstGeom prst="rect">
            <a:avLst/>
          </a:prstGeom>
          <a:solidFill>
            <a:srgbClr val="26323B"/>
          </a:solidFill>
          <a:ln w="9525">
            <a:solidFill>
              <a:srgbClr val="A9B1B6"/>
            </a:solidFill>
          </a:ln>
        </p:spPr>
      </p:sp>
      <p:sp>
        <p:nvSpPr>
          <p:cNvPr id="34" name="shape-109">
            <a:extLst>
              <a:ext uri="{FF2B5EF4-FFF2-40B4-BE49-F238E27FC236}">
                <a16:creationId xmlns:a16="http://schemas.microsoft.com/office/drawing/2014/main" id="{15DB5BC6-1FA6-4BDE-9202-A2C73A449499}"/>
              </a:ext>
            </a:extLst>
          </p:cNvPr>
          <p:cNvSpPr>
            <a:spLocks noGrp="1"/>
          </p:cNvSpPr>
          <p:nvPr/>
        </p:nvSpPr>
        <p:spPr>
          <a:xfrm>
            <a:off x="1666875" y="471087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35" name="shape-110">
            <a:extLst>
              <a:ext uri="{FF2B5EF4-FFF2-40B4-BE49-F238E27FC236}">
                <a16:creationId xmlns:a16="http://schemas.microsoft.com/office/drawing/2014/main" id="{08F24370-70CE-4D3C-B53F-1EA0239ABE68}"/>
              </a:ext>
            </a:extLst>
          </p:cNvPr>
          <p:cNvSpPr>
            <a:spLocks noGrp="1"/>
          </p:cNvSpPr>
          <p:nvPr/>
        </p:nvSpPr>
        <p:spPr>
          <a:xfrm>
            <a:off x="2438400" y="4572000"/>
            <a:ext cx="771525" cy="771525"/>
          </a:xfrm>
          <a:prstGeom prst="rect">
            <a:avLst/>
          </a:prstGeom>
          <a:solidFill>
            <a:srgbClr val="FFFFFF"/>
          </a:solidFill>
          <a:ln w="9525">
            <a:solidFill>
              <a:srgbClr val="A9B1B6"/>
            </a:solidFill>
          </a:ln>
        </p:spPr>
      </p:sp>
      <p:sp>
        <p:nvSpPr>
          <p:cNvPr id="36" name="shape-111">
            <a:extLst>
              <a:ext uri="{FF2B5EF4-FFF2-40B4-BE49-F238E27FC236}">
                <a16:creationId xmlns:a16="http://schemas.microsoft.com/office/drawing/2014/main" id="{2EEAE908-3725-4084-BA0A-CD3BB45F310B}"/>
              </a:ext>
            </a:extLst>
          </p:cNvPr>
          <p:cNvSpPr>
            <a:spLocks noGrp="1"/>
          </p:cNvSpPr>
          <p:nvPr/>
        </p:nvSpPr>
        <p:spPr>
          <a:xfrm>
            <a:off x="2438400" y="471087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7" name="shape-112">
            <a:extLst>
              <a:ext uri="{FF2B5EF4-FFF2-40B4-BE49-F238E27FC236}">
                <a16:creationId xmlns:a16="http://schemas.microsoft.com/office/drawing/2014/main" id="{B91DCA27-90C4-4DDD-B7F7-4C4DE9437ED7}"/>
              </a:ext>
            </a:extLst>
          </p:cNvPr>
          <p:cNvSpPr>
            <a:spLocks noGrp="1"/>
          </p:cNvSpPr>
          <p:nvPr/>
        </p:nvSpPr>
        <p:spPr>
          <a:xfrm>
            <a:off x="3209925" y="4572000"/>
            <a:ext cx="771525" cy="771525"/>
          </a:xfrm>
          <a:prstGeom prst="rect">
            <a:avLst/>
          </a:prstGeom>
          <a:solidFill>
            <a:srgbClr val="FFFFFF"/>
          </a:solidFill>
          <a:ln w="9525">
            <a:solidFill>
              <a:srgbClr val="A9B1B6"/>
            </a:solidFill>
          </a:ln>
        </p:spPr>
      </p:sp>
      <p:sp>
        <p:nvSpPr>
          <p:cNvPr id="38" name="shape-113">
            <a:extLst>
              <a:ext uri="{FF2B5EF4-FFF2-40B4-BE49-F238E27FC236}">
                <a16:creationId xmlns:a16="http://schemas.microsoft.com/office/drawing/2014/main" id="{5B2C26FF-8278-4A45-BF5D-01C1125554CF}"/>
              </a:ext>
            </a:extLst>
          </p:cNvPr>
          <p:cNvSpPr>
            <a:spLocks noGrp="1"/>
          </p:cNvSpPr>
          <p:nvPr/>
        </p:nvSpPr>
        <p:spPr>
          <a:xfrm>
            <a:off x="3209925" y="471087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9" name="shape-114">
            <a:extLst>
              <a:ext uri="{FF2B5EF4-FFF2-40B4-BE49-F238E27FC236}">
                <a16:creationId xmlns:a16="http://schemas.microsoft.com/office/drawing/2014/main" id="{631994B0-1436-48E9-8F2F-DA73779F09F0}"/>
              </a:ext>
            </a:extLst>
          </p:cNvPr>
          <p:cNvSpPr>
            <a:spLocks noGrp="1"/>
          </p:cNvSpPr>
          <p:nvPr/>
        </p:nvSpPr>
        <p:spPr>
          <a:xfrm>
            <a:off x="2424113" y="2257425"/>
            <a:ext cx="28575" cy="3086100"/>
          </a:xfrm>
          <a:prstGeom prst="rect">
            <a:avLst/>
          </a:prstGeom>
          <a:solidFill>
            <a:srgbClr val="146995"/>
          </a:solidFill>
          <a:ln w="0">
            <a:noFill/>
          </a:ln>
        </p:spPr>
      </p:sp>
      <p:sp>
        <p:nvSpPr>
          <p:cNvPr id="40" name="shape-115">
            <a:extLst>
              <a:ext uri="{FF2B5EF4-FFF2-40B4-BE49-F238E27FC236}">
                <a16:creationId xmlns:a16="http://schemas.microsoft.com/office/drawing/2014/main" id="{124C1578-E7A2-4ADD-83B7-88AA023FF5C1}"/>
              </a:ext>
            </a:extLst>
          </p:cNvPr>
          <p:cNvSpPr>
            <a:spLocks noGrp="1"/>
          </p:cNvSpPr>
          <p:nvPr/>
        </p:nvSpPr>
        <p:spPr>
          <a:xfrm>
            <a:off x="895350" y="3786188"/>
            <a:ext cx="3086100" cy="28575"/>
          </a:xfrm>
          <a:prstGeom prst="rect">
            <a:avLst/>
          </a:prstGeom>
          <a:solidFill>
            <a:srgbClr val="146995"/>
          </a:solidFill>
          <a:ln w="0">
            <a:noFill/>
          </a:ln>
        </p:spPr>
      </p:sp>
      <p:sp>
        <p:nvSpPr>
          <p:cNvPr id="41" name="shape-116">
            <a:extLst>
              <a:ext uri="{FF2B5EF4-FFF2-40B4-BE49-F238E27FC236}">
                <a16:creationId xmlns:a16="http://schemas.microsoft.com/office/drawing/2014/main" id="{F011E3A3-4A4F-4094-9FFC-54961028A204}"/>
              </a:ext>
            </a:extLst>
          </p:cNvPr>
          <p:cNvSpPr>
            <a:spLocks noGrp="1"/>
          </p:cNvSpPr>
          <p:nvPr/>
        </p:nvSpPr>
        <p:spPr>
          <a:xfrm>
            <a:off x="6076950" y="2143125"/>
            <a:ext cx="4095750" cy="409575"/>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① 왼쪽 위</a:t>
            </a:r>
          </a:p>
        </p:txBody>
      </p:sp>
      <p:sp>
        <p:nvSpPr>
          <p:cNvPr id="42" name="shape-117">
            <a:extLst>
              <a:ext uri="{FF2B5EF4-FFF2-40B4-BE49-F238E27FC236}">
                <a16:creationId xmlns:a16="http://schemas.microsoft.com/office/drawing/2014/main" id="{F4599D0F-5B8C-4300-BD0A-7966377E7004}"/>
              </a:ext>
            </a:extLst>
          </p:cNvPr>
          <p:cNvSpPr>
            <a:spLocks noGrp="1"/>
          </p:cNvSpPr>
          <p:nvPr/>
        </p:nvSpPr>
        <p:spPr>
          <a:xfrm>
            <a:off x="10668000" y="2124075"/>
            <a:ext cx="762000" cy="457200"/>
          </a:xfrm>
          <a:prstGeom prst="rect">
            <a:avLst/>
          </a:prstGeom>
          <a:noFill/>
          <a:ln w="0">
            <a:noFill/>
          </a:ln>
        </p:spPr>
        <p:txBody>
          <a:bodyPr wrap="none" lIns="0" tIns="0" rIns="0" bIns="0" anchor="t">
            <a:noAutofit/>
          </a:bodyPr>
          <a:lstStyle>
            <a:defPPr algn="l">
              <a:defRPr sz="2625" b="1">
                <a:solidFill>
                  <a:srgbClr val="146995"/>
                </a:solidFill>
                <a:latin typeface="Consolas"/>
                <a:ea typeface="Consolas"/>
                <a:cs typeface="Consolas"/>
              </a:defRPr>
            </a:defPPr>
          </a:lstStyle>
          <a:p>
            <a:pPr algn="l">
              <a:lnSpc>
                <a:spcPct val="112000"/>
              </a:lnSpc>
              <a:buNone/>
              <a:defRPr sz="2625" b="1">
                <a:solidFill>
                  <a:srgbClr val="146995"/>
                </a:solidFill>
                <a:latin typeface="Consolas"/>
                <a:ea typeface="Consolas"/>
                <a:cs typeface="Consolas"/>
              </a:defRPr>
            </a:pPr>
            <a:r>
              <a:rPr sz="2625" b="1">
                <a:solidFill>
                  <a:srgbClr val="146995"/>
                </a:solidFill>
                <a:latin typeface="Consolas"/>
                <a:ea typeface="Consolas"/>
                <a:cs typeface="Consolas"/>
              </a:rPr>
              <a:t>0</a:t>
            </a:r>
          </a:p>
        </p:txBody>
      </p:sp>
      <p:sp>
        <p:nvSpPr>
          <p:cNvPr id="43" name="shape-118">
            <a:extLst>
              <a:ext uri="{FF2B5EF4-FFF2-40B4-BE49-F238E27FC236}">
                <a16:creationId xmlns:a16="http://schemas.microsoft.com/office/drawing/2014/main" id="{510DB3CA-543A-497D-BC4E-61D507A0739A}"/>
              </a:ext>
            </a:extLst>
          </p:cNvPr>
          <p:cNvSpPr>
            <a:spLocks noGrp="1"/>
          </p:cNvSpPr>
          <p:nvPr/>
        </p:nvSpPr>
        <p:spPr>
          <a:xfrm>
            <a:off x="6076950" y="2933700"/>
            <a:ext cx="4095750" cy="409575"/>
          </a:xfrm>
          <a:prstGeom prst="rect">
            <a:avLst/>
          </a:prstGeom>
          <a:noFill/>
          <a:ln w="0">
            <a:noFill/>
          </a:ln>
        </p:spPr>
        <p:txBody>
          <a:bodyPr wrap="none" lIns="0" tIns="0" rIns="0" bIns="0" anchor="t">
            <a:noAutofit/>
          </a:bodyPr>
          <a:lstStyle>
            <a:defPPr algn="l">
              <a:defRPr sz="2100" b="1">
                <a:solidFill>
                  <a:srgbClr val="21744F"/>
                </a:solidFill>
                <a:latin typeface="Malgun Gothic"/>
                <a:ea typeface="Malgun Gothic"/>
                <a:cs typeface="Malgun Gothic"/>
              </a:defRPr>
            </a:defPPr>
          </a:lstStyle>
          <a:p>
            <a:pPr algn="l">
              <a:lnSpc>
                <a:spcPct val="112000"/>
              </a:lnSpc>
              <a:buNone/>
              <a:defRPr sz="2100" b="1">
                <a:solidFill>
                  <a:srgbClr val="21744F"/>
                </a:solidFill>
                <a:latin typeface="Malgun Gothic"/>
                <a:ea typeface="Malgun Gothic"/>
                <a:cs typeface="Malgun Gothic"/>
              </a:defRPr>
            </a:pPr>
            <a:r>
              <a:rPr sz="2100" b="1">
                <a:solidFill>
                  <a:srgbClr val="21744F"/>
                </a:solidFill>
                <a:latin typeface="Malgun Gothic"/>
                <a:ea typeface="Malgun Gothic"/>
                <a:cs typeface="Malgun Gothic"/>
              </a:rPr>
              <a:t>② 오른쪽 위</a:t>
            </a:r>
          </a:p>
        </p:txBody>
      </p:sp>
      <p:sp>
        <p:nvSpPr>
          <p:cNvPr id="44" name="shape-119">
            <a:extLst>
              <a:ext uri="{FF2B5EF4-FFF2-40B4-BE49-F238E27FC236}">
                <a16:creationId xmlns:a16="http://schemas.microsoft.com/office/drawing/2014/main" id="{212D803E-CD4D-43A9-BD1E-A6BC54912ED1}"/>
              </a:ext>
            </a:extLst>
          </p:cNvPr>
          <p:cNvSpPr>
            <a:spLocks noGrp="1"/>
          </p:cNvSpPr>
          <p:nvPr/>
        </p:nvSpPr>
        <p:spPr>
          <a:xfrm>
            <a:off x="10668000" y="2914650"/>
            <a:ext cx="762000" cy="457200"/>
          </a:xfrm>
          <a:prstGeom prst="rect">
            <a:avLst/>
          </a:prstGeom>
          <a:noFill/>
          <a:ln w="0">
            <a:noFill/>
          </a:ln>
        </p:spPr>
        <p:txBody>
          <a:bodyPr wrap="none" lIns="0" tIns="0" rIns="0" bIns="0" anchor="t">
            <a:noAutofit/>
          </a:bodyPr>
          <a:lstStyle>
            <a:defPPr algn="l">
              <a:defRPr sz="2625" b="1">
                <a:solidFill>
                  <a:srgbClr val="21744F"/>
                </a:solidFill>
                <a:latin typeface="Consolas"/>
                <a:ea typeface="Consolas"/>
                <a:cs typeface="Consolas"/>
              </a:defRPr>
            </a:defPPr>
          </a:lstStyle>
          <a:p>
            <a:pPr algn="l">
              <a:lnSpc>
                <a:spcPct val="112000"/>
              </a:lnSpc>
              <a:buNone/>
              <a:defRPr sz="2625" b="1">
                <a:solidFill>
                  <a:srgbClr val="21744F"/>
                </a:solidFill>
                <a:latin typeface="Consolas"/>
                <a:ea typeface="Consolas"/>
                <a:cs typeface="Consolas"/>
              </a:defRPr>
            </a:pPr>
            <a:r>
              <a:rPr sz="2625" b="1">
                <a:solidFill>
                  <a:srgbClr val="21744F"/>
                </a:solidFill>
                <a:latin typeface="Consolas"/>
                <a:ea typeface="Consolas"/>
                <a:cs typeface="Consolas"/>
              </a:rPr>
              <a:t>1</a:t>
            </a:r>
          </a:p>
        </p:txBody>
      </p:sp>
      <p:sp>
        <p:nvSpPr>
          <p:cNvPr id="45" name="shape-120">
            <a:extLst>
              <a:ext uri="{FF2B5EF4-FFF2-40B4-BE49-F238E27FC236}">
                <a16:creationId xmlns:a16="http://schemas.microsoft.com/office/drawing/2014/main" id="{4B4189BE-6301-440A-B771-1D1E98A9F68C}"/>
              </a:ext>
            </a:extLst>
          </p:cNvPr>
          <p:cNvSpPr>
            <a:spLocks noGrp="1"/>
          </p:cNvSpPr>
          <p:nvPr/>
        </p:nvSpPr>
        <p:spPr>
          <a:xfrm>
            <a:off x="6076950" y="3724275"/>
            <a:ext cx="4095750" cy="409575"/>
          </a:xfrm>
          <a:prstGeom prst="rect">
            <a:avLst/>
          </a:prstGeom>
          <a:noFill/>
          <a:ln w="0">
            <a:noFill/>
          </a:ln>
        </p:spPr>
        <p:txBody>
          <a:bodyPr wrap="none" lIns="0" tIns="0" rIns="0" bIns="0" anchor="t">
            <a:noAutofit/>
          </a:bodyPr>
          <a:lstStyle>
            <a:defPPr algn="l">
              <a:defRPr sz="2100" b="1">
                <a:solidFill>
                  <a:srgbClr val="AD630C"/>
                </a:solidFill>
                <a:latin typeface="Malgun Gothic"/>
                <a:ea typeface="Malgun Gothic"/>
                <a:cs typeface="Malgun Gothic"/>
              </a:defRPr>
            </a:defPPr>
          </a:lstStyle>
          <a:p>
            <a:pPr algn="l">
              <a:lnSpc>
                <a:spcPct val="112000"/>
              </a:lnSpc>
              <a:buNone/>
              <a:defRPr sz="2100" b="1">
                <a:solidFill>
                  <a:srgbClr val="AD630C"/>
                </a:solidFill>
                <a:latin typeface="Malgun Gothic"/>
                <a:ea typeface="Malgun Gothic"/>
                <a:cs typeface="Malgun Gothic"/>
              </a:defRPr>
            </a:pPr>
            <a:r>
              <a:rPr sz="2100" b="1">
                <a:solidFill>
                  <a:srgbClr val="AD630C"/>
                </a:solidFill>
                <a:latin typeface="Malgun Gothic"/>
                <a:ea typeface="Malgun Gothic"/>
                <a:cs typeface="Malgun Gothic"/>
              </a:rPr>
              <a:t>③ 왼쪽 아래</a:t>
            </a:r>
          </a:p>
        </p:txBody>
      </p:sp>
      <p:sp>
        <p:nvSpPr>
          <p:cNvPr id="46" name="shape-121">
            <a:extLst>
              <a:ext uri="{FF2B5EF4-FFF2-40B4-BE49-F238E27FC236}">
                <a16:creationId xmlns:a16="http://schemas.microsoft.com/office/drawing/2014/main" id="{3B9F7BC1-FD11-44BA-95C4-972C618DB9FC}"/>
              </a:ext>
            </a:extLst>
          </p:cNvPr>
          <p:cNvSpPr>
            <a:spLocks noGrp="1"/>
          </p:cNvSpPr>
          <p:nvPr/>
        </p:nvSpPr>
        <p:spPr>
          <a:xfrm>
            <a:off x="10668000" y="3705225"/>
            <a:ext cx="762000" cy="457200"/>
          </a:xfrm>
          <a:prstGeom prst="rect">
            <a:avLst/>
          </a:prstGeom>
          <a:noFill/>
          <a:ln w="0">
            <a:noFill/>
          </a:ln>
        </p:spPr>
        <p:txBody>
          <a:bodyPr wrap="none" lIns="0" tIns="0" rIns="0" bIns="0" anchor="t">
            <a:noAutofit/>
          </a:bodyPr>
          <a:lstStyle>
            <a:defPPr algn="l">
              <a:defRPr sz="2625" b="1">
                <a:solidFill>
                  <a:srgbClr val="AD630C"/>
                </a:solidFill>
                <a:latin typeface="Consolas"/>
                <a:ea typeface="Consolas"/>
                <a:cs typeface="Consolas"/>
              </a:defRPr>
            </a:defPPr>
          </a:lstStyle>
          <a:p>
            <a:pPr algn="l">
              <a:lnSpc>
                <a:spcPct val="112000"/>
              </a:lnSpc>
              <a:buNone/>
              <a:defRPr sz="2625" b="1">
                <a:solidFill>
                  <a:srgbClr val="AD630C"/>
                </a:solidFill>
                <a:latin typeface="Consolas"/>
                <a:ea typeface="Consolas"/>
                <a:cs typeface="Consolas"/>
              </a:defRPr>
            </a:pPr>
            <a:r>
              <a:rPr sz="2625" b="1">
                <a:solidFill>
                  <a:srgbClr val="AD630C"/>
                </a:solidFill>
                <a:latin typeface="Consolas"/>
                <a:ea typeface="Consolas"/>
                <a:cs typeface="Consolas"/>
              </a:rPr>
              <a:t>1</a:t>
            </a:r>
          </a:p>
        </p:txBody>
      </p:sp>
      <p:sp>
        <p:nvSpPr>
          <p:cNvPr id="47" name="shape-122">
            <a:extLst>
              <a:ext uri="{FF2B5EF4-FFF2-40B4-BE49-F238E27FC236}">
                <a16:creationId xmlns:a16="http://schemas.microsoft.com/office/drawing/2014/main" id="{FB5FDAA7-9085-4814-A3FB-61119C89CB72}"/>
              </a:ext>
            </a:extLst>
          </p:cNvPr>
          <p:cNvSpPr>
            <a:spLocks noGrp="1"/>
          </p:cNvSpPr>
          <p:nvPr/>
        </p:nvSpPr>
        <p:spPr>
          <a:xfrm>
            <a:off x="6076950" y="4514850"/>
            <a:ext cx="4095750" cy="409575"/>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④ 오른쪽 아래</a:t>
            </a:r>
          </a:p>
        </p:txBody>
      </p:sp>
      <p:sp>
        <p:nvSpPr>
          <p:cNvPr id="48" name="shape-123">
            <a:extLst>
              <a:ext uri="{FF2B5EF4-FFF2-40B4-BE49-F238E27FC236}">
                <a16:creationId xmlns:a16="http://schemas.microsoft.com/office/drawing/2014/main" id="{4FD120D3-B8BF-4FFB-B9E2-957F86E7234C}"/>
              </a:ext>
            </a:extLst>
          </p:cNvPr>
          <p:cNvSpPr>
            <a:spLocks noGrp="1"/>
          </p:cNvSpPr>
          <p:nvPr/>
        </p:nvSpPr>
        <p:spPr>
          <a:xfrm>
            <a:off x="10668000" y="4495800"/>
            <a:ext cx="762000" cy="457200"/>
          </a:xfrm>
          <a:prstGeom prst="rect">
            <a:avLst/>
          </a:prstGeom>
          <a:noFill/>
          <a:ln w="0">
            <a:noFill/>
          </a:ln>
        </p:spPr>
        <p:txBody>
          <a:bodyPr wrap="none" lIns="0" tIns="0" rIns="0" bIns="0" anchor="t">
            <a:noAutofit/>
          </a:bodyPr>
          <a:lstStyle>
            <a:defPPr algn="l">
              <a:defRPr sz="2625" b="1">
                <a:solidFill>
                  <a:srgbClr val="151515"/>
                </a:solidFill>
                <a:latin typeface="Consolas"/>
                <a:ea typeface="Consolas"/>
                <a:cs typeface="Consolas"/>
              </a:defRPr>
            </a:defPPr>
          </a:lstStyle>
          <a:p>
            <a:pPr algn="l">
              <a:lnSpc>
                <a:spcPct val="112000"/>
              </a:lnSpc>
              <a:buNone/>
              <a:defRPr sz="2625" b="1">
                <a:solidFill>
                  <a:srgbClr val="151515"/>
                </a:solidFill>
                <a:latin typeface="Consolas"/>
                <a:ea typeface="Consolas"/>
                <a:cs typeface="Consolas"/>
              </a:defRPr>
            </a:pPr>
            <a:r>
              <a:rPr sz="2625" b="1">
                <a:solidFill>
                  <a:srgbClr val="151515"/>
                </a:solidFill>
                <a:latin typeface="Consolas"/>
                <a:ea typeface="Consolas"/>
                <a:cs typeface="Consolas"/>
              </a:rPr>
              <a:t>0</a:t>
            </a:r>
          </a:p>
        </p:txBody>
      </p:sp>
      <p:sp>
        <p:nvSpPr>
          <p:cNvPr id="49" name="shape-124">
            <a:extLst>
              <a:ext uri="{FF2B5EF4-FFF2-40B4-BE49-F238E27FC236}">
                <a16:creationId xmlns:a16="http://schemas.microsoft.com/office/drawing/2014/main" id="{85A8CBF3-3D32-418E-A0D2-913C0287FCE4}"/>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가로와 세로를 각각 절반으로 나눕니다. 4×4 전체에서 2×2 자식 네 개가 생깁니다.</a:t>
            </a:r>
          </a:p>
        </p:txBody>
      </p:sp>
    </p:spTree>
    <p:extLst>
      <p:ext uri="{BB962C8B-B14F-4D97-AF65-F5344CB8AC3E}">
        <p14:creationId xmlns:p14="http://schemas.microsoft.com/office/powerpoint/2010/main" val="420237800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shape-125">
            <a:extLst>
              <a:ext uri="{FF2B5EF4-FFF2-40B4-BE49-F238E27FC236}">
                <a16:creationId xmlns:a16="http://schemas.microsoft.com/office/drawing/2014/main" id="{07EA30D0-6E6F-426E-8B5E-31184E10A723}"/>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126">
            <a:extLst>
              <a:ext uri="{FF2B5EF4-FFF2-40B4-BE49-F238E27FC236}">
                <a16:creationId xmlns:a16="http://schemas.microsoft.com/office/drawing/2014/main" id="{4CACAEDF-94DB-4216-BB64-7F67A1E2960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127">
            <a:extLst>
              <a:ext uri="{FF2B5EF4-FFF2-40B4-BE49-F238E27FC236}">
                <a16:creationId xmlns:a16="http://schemas.microsoft.com/office/drawing/2014/main" id="{6ECF7386-9DA0-440E-94C5-25CC2CAB70F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네 영역의 결과를 (0110)으로 기록</a:t>
            </a:r>
          </a:p>
        </p:txBody>
      </p:sp>
      <p:sp>
        <p:nvSpPr>
          <p:cNvPr id="4" name="shape-128">
            <a:extLst>
              <a:ext uri="{FF2B5EF4-FFF2-40B4-BE49-F238E27FC236}">
                <a16:creationId xmlns:a16="http://schemas.microsoft.com/office/drawing/2014/main" id="{EDAC5465-E994-47D6-B145-4F1DA0F0F017}"/>
              </a:ext>
            </a:extLst>
          </p:cNvPr>
          <p:cNvSpPr>
            <a:spLocks noGrp="1"/>
          </p:cNvSpPr>
          <p:nvPr/>
        </p:nvSpPr>
        <p:spPr>
          <a:xfrm>
            <a:off x="609600" y="1381125"/>
            <a:ext cx="10972800" cy="9525"/>
          </a:xfrm>
          <a:prstGeom prst="rect">
            <a:avLst/>
          </a:prstGeom>
          <a:solidFill>
            <a:srgbClr val="151515"/>
          </a:solidFill>
          <a:ln w="0">
            <a:noFill/>
          </a:ln>
        </p:spPr>
      </p:sp>
      <p:sp>
        <p:nvSpPr>
          <p:cNvPr id="5" name="shape-129">
            <a:extLst>
              <a:ext uri="{FF2B5EF4-FFF2-40B4-BE49-F238E27FC236}">
                <a16:creationId xmlns:a16="http://schemas.microsoft.com/office/drawing/2014/main" id="{F1790F2E-8E5E-4008-BE26-BC633BF461AD}"/>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1E36FFF-FDC5-4E9A-B164-DE8C17063A7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186</a:t>
            </a:r>
            <a:endParaRPr sz="1050" b="0">
              <a:solidFill>
                <a:srgbClr val="151515"/>
              </a:solidFill>
              <a:latin typeface="Consolas"/>
              <a:ea typeface="Consolas"/>
              <a:cs typeface="Consolas"/>
            </a:endParaRPr>
          </a:p>
        </p:txBody>
      </p:sp>
      <p:sp>
        <p:nvSpPr>
          <p:cNvPr id="7" name="shape-131">
            <a:extLst>
              <a:ext uri="{FF2B5EF4-FFF2-40B4-BE49-F238E27FC236}">
                <a16:creationId xmlns:a16="http://schemas.microsoft.com/office/drawing/2014/main" id="{C9D5FC8F-E0E8-4E74-BD0E-63F28C580D54}"/>
              </a:ext>
            </a:extLst>
          </p:cNvPr>
          <p:cNvSpPr>
            <a:spLocks noGrp="1"/>
          </p:cNvSpPr>
          <p:nvPr/>
        </p:nvSpPr>
        <p:spPr>
          <a:xfrm>
            <a:off x="895350" y="2428875"/>
            <a:ext cx="695325" cy="695325"/>
          </a:xfrm>
          <a:prstGeom prst="rect">
            <a:avLst/>
          </a:prstGeom>
          <a:solidFill>
            <a:srgbClr val="FFFFFF"/>
          </a:solidFill>
          <a:ln w="9525">
            <a:solidFill>
              <a:srgbClr val="A9B1B6"/>
            </a:solidFill>
          </a:ln>
        </p:spPr>
      </p:sp>
      <p:sp>
        <p:nvSpPr>
          <p:cNvPr id="8" name="shape-132">
            <a:extLst>
              <a:ext uri="{FF2B5EF4-FFF2-40B4-BE49-F238E27FC236}">
                <a16:creationId xmlns:a16="http://schemas.microsoft.com/office/drawing/2014/main" id="{F354C747-A515-45E7-A7B0-D5C1592FAEB3}"/>
              </a:ext>
            </a:extLst>
          </p:cNvPr>
          <p:cNvSpPr>
            <a:spLocks noGrp="1"/>
          </p:cNvSpPr>
          <p:nvPr/>
        </p:nvSpPr>
        <p:spPr>
          <a:xfrm>
            <a:off x="895350" y="2554034"/>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9" name="shape-133">
            <a:extLst>
              <a:ext uri="{FF2B5EF4-FFF2-40B4-BE49-F238E27FC236}">
                <a16:creationId xmlns:a16="http://schemas.microsoft.com/office/drawing/2014/main" id="{670CF2CC-5376-409B-84EF-6C58957D5137}"/>
              </a:ext>
            </a:extLst>
          </p:cNvPr>
          <p:cNvSpPr>
            <a:spLocks noGrp="1"/>
          </p:cNvSpPr>
          <p:nvPr/>
        </p:nvSpPr>
        <p:spPr>
          <a:xfrm>
            <a:off x="1590675" y="2428875"/>
            <a:ext cx="695325" cy="695325"/>
          </a:xfrm>
          <a:prstGeom prst="rect">
            <a:avLst/>
          </a:prstGeom>
          <a:solidFill>
            <a:srgbClr val="FFFFFF"/>
          </a:solidFill>
          <a:ln w="9525">
            <a:solidFill>
              <a:srgbClr val="A9B1B6"/>
            </a:solidFill>
          </a:ln>
        </p:spPr>
      </p:sp>
      <p:sp>
        <p:nvSpPr>
          <p:cNvPr id="10" name="shape-134">
            <a:extLst>
              <a:ext uri="{FF2B5EF4-FFF2-40B4-BE49-F238E27FC236}">
                <a16:creationId xmlns:a16="http://schemas.microsoft.com/office/drawing/2014/main" id="{C638312D-0FAB-4C28-B828-586C08766E8F}"/>
              </a:ext>
            </a:extLst>
          </p:cNvPr>
          <p:cNvSpPr>
            <a:spLocks noGrp="1"/>
          </p:cNvSpPr>
          <p:nvPr/>
        </p:nvSpPr>
        <p:spPr>
          <a:xfrm>
            <a:off x="1590675" y="2554034"/>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11" name="shape-135">
            <a:extLst>
              <a:ext uri="{FF2B5EF4-FFF2-40B4-BE49-F238E27FC236}">
                <a16:creationId xmlns:a16="http://schemas.microsoft.com/office/drawing/2014/main" id="{BC698F12-9963-45A1-AE46-DB729C2F19C5}"/>
              </a:ext>
            </a:extLst>
          </p:cNvPr>
          <p:cNvSpPr>
            <a:spLocks noGrp="1"/>
          </p:cNvSpPr>
          <p:nvPr/>
        </p:nvSpPr>
        <p:spPr>
          <a:xfrm>
            <a:off x="2286000" y="2428875"/>
            <a:ext cx="695325" cy="695325"/>
          </a:xfrm>
          <a:prstGeom prst="rect">
            <a:avLst/>
          </a:prstGeom>
          <a:solidFill>
            <a:srgbClr val="26323B"/>
          </a:solidFill>
          <a:ln w="9525">
            <a:solidFill>
              <a:srgbClr val="A9B1B6"/>
            </a:solidFill>
          </a:ln>
        </p:spPr>
      </p:sp>
      <p:sp>
        <p:nvSpPr>
          <p:cNvPr id="12" name="shape-136">
            <a:extLst>
              <a:ext uri="{FF2B5EF4-FFF2-40B4-BE49-F238E27FC236}">
                <a16:creationId xmlns:a16="http://schemas.microsoft.com/office/drawing/2014/main" id="{4E188A2D-B5B1-4D18-B01B-59D4DF11B659}"/>
              </a:ext>
            </a:extLst>
          </p:cNvPr>
          <p:cNvSpPr>
            <a:spLocks noGrp="1"/>
          </p:cNvSpPr>
          <p:nvPr/>
        </p:nvSpPr>
        <p:spPr>
          <a:xfrm>
            <a:off x="2286000" y="2554034"/>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13" name="shape-137">
            <a:extLst>
              <a:ext uri="{FF2B5EF4-FFF2-40B4-BE49-F238E27FC236}">
                <a16:creationId xmlns:a16="http://schemas.microsoft.com/office/drawing/2014/main" id="{C0431629-5D56-4278-A4DB-4673223688C5}"/>
              </a:ext>
            </a:extLst>
          </p:cNvPr>
          <p:cNvSpPr>
            <a:spLocks noGrp="1"/>
          </p:cNvSpPr>
          <p:nvPr/>
        </p:nvSpPr>
        <p:spPr>
          <a:xfrm>
            <a:off x="2981325" y="2428875"/>
            <a:ext cx="695325" cy="695325"/>
          </a:xfrm>
          <a:prstGeom prst="rect">
            <a:avLst/>
          </a:prstGeom>
          <a:solidFill>
            <a:srgbClr val="26323B"/>
          </a:solidFill>
          <a:ln w="9525">
            <a:solidFill>
              <a:srgbClr val="A9B1B6"/>
            </a:solidFill>
          </a:ln>
        </p:spPr>
      </p:sp>
      <p:sp>
        <p:nvSpPr>
          <p:cNvPr id="14" name="shape-138">
            <a:extLst>
              <a:ext uri="{FF2B5EF4-FFF2-40B4-BE49-F238E27FC236}">
                <a16:creationId xmlns:a16="http://schemas.microsoft.com/office/drawing/2014/main" id="{0F8AD610-612B-466F-87EF-DBA4FC016FCB}"/>
              </a:ext>
            </a:extLst>
          </p:cNvPr>
          <p:cNvSpPr>
            <a:spLocks noGrp="1"/>
          </p:cNvSpPr>
          <p:nvPr/>
        </p:nvSpPr>
        <p:spPr>
          <a:xfrm>
            <a:off x="2981325" y="2554034"/>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15" name="shape-139">
            <a:extLst>
              <a:ext uri="{FF2B5EF4-FFF2-40B4-BE49-F238E27FC236}">
                <a16:creationId xmlns:a16="http://schemas.microsoft.com/office/drawing/2014/main" id="{680DB886-EAE4-429C-B234-F08EC7AF94A9}"/>
              </a:ext>
            </a:extLst>
          </p:cNvPr>
          <p:cNvSpPr>
            <a:spLocks noGrp="1"/>
          </p:cNvSpPr>
          <p:nvPr/>
        </p:nvSpPr>
        <p:spPr>
          <a:xfrm>
            <a:off x="895350" y="3124200"/>
            <a:ext cx="695325" cy="695325"/>
          </a:xfrm>
          <a:prstGeom prst="rect">
            <a:avLst/>
          </a:prstGeom>
          <a:solidFill>
            <a:srgbClr val="FFFFFF"/>
          </a:solidFill>
          <a:ln w="9525">
            <a:solidFill>
              <a:srgbClr val="A9B1B6"/>
            </a:solidFill>
          </a:ln>
        </p:spPr>
      </p:sp>
      <p:sp>
        <p:nvSpPr>
          <p:cNvPr id="16" name="shape-140">
            <a:extLst>
              <a:ext uri="{FF2B5EF4-FFF2-40B4-BE49-F238E27FC236}">
                <a16:creationId xmlns:a16="http://schemas.microsoft.com/office/drawing/2014/main" id="{57D02091-88DA-4505-9518-FF67B9EBCD89}"/>
              </a:ext>
            </a:extLst>
          </p:cNvPr>
          <p:cNvSpPr>
            <a:spLocks noGrp="1"/>
          </p:cNvSpPr>
          <p:nvPr/>
        </p:nvSpPr>
        <p:spPr>
          <a:xfrm>
            <a:off x="895350" y="3249359"/>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17" name="shape-141">
            <a:extLst>
              <a:ext uri="{FF2B5EF4-FFF2-40B4-BE49-F238E27FC236}">
                <a16:creationId xmlns:a16="http://schemas.microsoft.com/office/drawing/2014/main" id="{7E652DD9-E915-4D07-96A0-05BE79770674}"/>
              </a:ext>
            </a:extLst>
          </p:cNvPr>
          <p:cNvSpPr>
            <a:spLocks noGrp="1"/>
          </p:cNvSpPr>
          <p:nvPr/>
        </p:nvSpPr>
        <p:spPr>
          <a:xfrm>
            <a:off x="1590675" y="3124200"/>
            <a:ext cx="695325" cy="695325"/>
          </a:xfrm>
          <a:prstGeom prst="rect">
            <a:avLst/>
          </a:prstGeom>
          <a:solidFill>
            <a:srgbClr val="FFFFFF"/>
          </a:solidFill>
          <a:ln w="9525">
            <a:solidFill>
              <a:srgbClr val="A9B1B6"/>
            </a:solidFill>
          </a:ln>
        </p:spPr>
      </p:sp>
      <p:sp>
        <p:nvSpPr>
          <p:cNvPr id="18" name="shape-142">
            <a:extLst>
              <a:ext uri="{FF2B5EF4-FFF2-40B4-BE49-F238E27FC236}">
                <a16:creationId xmlns:a16="http://schemas.microsoft.com/office/drawing/2014/main" id="{D42FA4A1-4D67-40EB-97AF-B3E74385D034}"/>
              </a:ext>
            </a:extLst>
          </p:cNvPr>
          <p:cNvSpPr>
            <a:spLocks noGrp="1"/>
          </p:cNvSpPr>
          <p:nvPr/>
        </p:nvSpPr>
        <p:spPr>
          <a:xfrm>
            <a:off x="1590675" y="3249359"/>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19" name="shape-143">
            <a:extLst>
              <a:ext uri="{FF2B5EF4-FFF2-40B4-BE49-F238E27FC236}">
                <a16:creationId xmlns:a16="http://schemas.microsoft.com/office/drawing/2014/main" id="{77ADEE66-6AAF-400C-B664-411B726204EC}"/>
              </a:ext>
            </a:extLst>
          </p:cNvPr>
          <p:cNvSpPr>
            <a:spLocks noGrp="1"/>
          </p:cNvSpPr>
          <p:nvPr/>
        </p:nvSpPr>
        <p:spPr>
          <a:xfrm>
            <a:off x="2286000" y="3124200"/>
            <a:ext cx="695325" cy="695325"/>
          </a:xfrm>
          <a:prstGeom prst="rect">
            <a:avLst/>
          </a:prstGeom>
          <a:solidFill>
            <a:srgbClr val="26323B"/>
          </a:solidFill>
          <a:ln w="9525">
            <a:solidFill>
              <a:srgbClr val="A9B1B6"/>
            </a:solidFill>
          </a:ln>
        </p:spPr>
      </p:sp>
      <p:sp>
        <p:nvSpPr>
          <p:cNvPr id="20" name="shape-144">
            <a:extLst>
              <a:ext uri="{FF2B5EF4-FFF2-40B4-BE49-F238E27FC236}">
                <a16:creationId xmlns:a16="http://schemas.microsoft.com/office/drawing/2014/main" id="{8A8FEFB6-61B1-4FEC-9294-CDEF6980F17D}"/>
              </a:ext>
            </a:extLst>
          </p:cNvPr>
          <p:cNvSpPr>
            <a:spLocks noGrp="1"/>
          </p:cNvSpPr>
          <p:nvPr/>
        </p:nvSpPr>
        <p:spPr>
          <a:xfrm>
            <a:off x="2286000" y="3249359"/>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21" name="shape-145">
            <a:extLst>
              <a:ext uri="{FF2B5EF4-FFF2-40B4-BE49-F238E27FC236}">
                <a16:creationId xmlns:a16="http://schemas.microsoft.com/office/drawing/2014/main" id="{FB09C0D0-EB56-4E2B-8043-E045063CF1C9}"/>
              </a:ext>
            </a:extLst>
          </p:cNvPr>
          <p:cNvSpPr>
            <a:spLocks noGrp="1"/>
          </p:cNvSpPr>
          <p:nvPr/>
        </p:nvSpPr>
        <p:spPr>
          <a:xfrm>
            <a:off x="2981325" y="3124200"/>
            <a:ext cx="695325" cy="695325"/>
          </a:xfrm>
          <a:prstGeom prst="rect">
            <a:avLst/>
          </a:prstGeom>
          <a:solidFill>
            <a:srgbClr val="26323B"/>
          </a:solidFill>
          <a:ln w="9525">
            <a:solidFill>
              <a:srgbClr val="A9B1B6"/>
            </a:solidFill>
          </a:ln>
        </p:spPr>
      </p:sp>
      <p:sp>
        <p:nvSpPr>
          <p:cNvPr id="22" name="shape-146">
            <a:extLst>
              <a:ext uri="{FF2B5EF4-FFF2-40B4-BE49-F238E27FC236}">
                <a16:creationId xmlns:a16="http://schemas.microsoft.com/office/drawing/2014/main" id="{4D23F7EC-D8AD-4D1F-A609-78B3DEBF92C4}"/>
              </a:ext>
            </a:extLst>
          </p:cNvPr>
          <p:cNvSpPr>
            <a:spLocks noGrp="1"/>
          </p:cNvSpPr>
          <p:nvPr/>
        </p:nvSpPr>
        <p:spPr>
          <a:xfrm>
            <a:off x="2981325" y="3249359"/>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23" name="shape-147">
            <a:extLst>
              <a:ext uri="{FF2B5EF4-FFF2-40B4-BE49-F238E27FC236}">
                <a16:creationId xmlns:a16="http://schemas.microsoft.com/office/drawing/2014/main" id="{0DF0B2A1-9DE4-48CE-ABC6-BEA68394A0E6}"/>
              </a:ext>
            </a:extLst>
          </p:cNvPr>
          <p:cNvSpPr>
            <a:spLocks noGrp="1"/>
          </p:cNvSpPr>
          <p:nvPr/>
        </p:nvSpPr>
        <p:spPr>
          <a:xfrm>
            <a:off x="895350" y="3819525"/>
            <a:ext cx="695325" cy="695325"/>
          </a:xfrm>
          <a:prstGeom prst="rect">
            <a:avLst/>
          </a:prstGeom>
          <a:solidFill>
            <a:srgbClr val="26323B"/>
          </a:solidFill>
          <a:ln w="9525">
            <a:solidFill>
              <a:srgbClr val="A9B1B6"/>
            </a:solidFill>
          </a:ln>
        </p:spPr>
      </p:sp>
      <p:sp>
        <p:nvSpPr>
          <p:cNvPr id="24" name="shape-148">
            <a:extLst>
              <a:ext uri="{FF2B5EF4-FFF2-40B4-BE49-F238E27FC236}">
                <a16:creationId xmlns:a16="http://schemas.microsoft.com/office/drawing/2014/main" id="{BFF31D51-1E1E-4FDC-AE4B-8A9E46395357}"/>
              </a:ext>
            </a:extLst>
          </p:cNvPr>
          <p:cNvSpPr>
            <a:spLocks noGrp="1"/>
          </p:cNvSpPr>
          <p:nvPr/>
        </p:nvSpPr>
        <p:spPr>
          <a:xfrm>
            <a:off x="895350" y="3944684"/>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25" name="shape-149">
            <a:extLst>
              <a:ext uri="{FF2B5EF4-FFF2-40B4-BE49-F238E27FC236}">
                <a16:creationId xmlns:a16="http://schemas.microsoft.com/office/drawing/2014/main" id="{F459E623-6A17-419F-9FF8-95C3BEDFED3F}"/>
              </a:ext>
            </a:extLst>
          </p:cNvPr>
          <p:cNvSpPr>
            <a:spLocks noGrp="1"/>
          </p:cNvSpPr>
          <p:nvPr/>
        </p:nvSpPr>
        <p:spPr>
          <a:xfrm>
            <a:off x="1590675" y="3819525"/>
            <a:ext cx="695325" cy="695325"/>
          </a:xfrm>
          <a:prstGeom prst="rect">
            <a:avLst/>
          </a:prstGeom>
          <a:solidFill>
            <a:srgbClr val="26323B"/>
          </a:solidFill>
          <a:ln w="9525">
            <a:solidFill>
              <a:srgbClr val="A9B1B6"/>
            </a:solidFill>
          </a:ln>
        </p:spPr>
      </p:sp>
      <p:sp>
        <p:nvSpPr>
          <p:cNvPr id="26" name="shape-150">
            <a:extLst>
              <a:ext uri="{FF2B5EF4-FFF2-40B4-BE49-F238E27FC236}">
                <a16:creationId xmlns:a16="http://schemas.microsoft.com/office/drawing/2014/main" id="{8B5DE271-8D3D-4F54-8E84-C4C1F7732791}"/>
              </a:ext>
            </a:extLst>
          </p:cNvPr>
          <p:cNvSpPr>
            <a:spLocks noGrp="1"/>
          </p:cNvSpPr>
          <p:nvPr/>
        </p:nvSpPr>
        <p:spPr>
          <a:xfrm>
            <a:off x="1590675" y="3944684"/>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27" name="shape-151">
            <a:extLst>
              <a:ext uri="{FF2B5EF4-FFF2-40B4-BE49-F238E27FC236}">
                <a16:creationId xmlns:a16="http://schemas.microsoft.com/office/drawing/2014/main" id="{619126CE-8A43-444B-8698-1EEE7BBBB0AE}"/>
              </a:ext>
            </a:extLst>
          </p:cNvPr>
          <p:cNvSpPr>
            <a:spLocks noGrp="1"/>
          </p:cNvSpPr>
          <p:nvPr/>
        </p:nvSpPr>
        <p:spPr>
          <a:xfrm>
            <a:off x="2286000" y="3819525"/>
            <a:ext cx="695325" cy="695325"/>
          </a:xfrm>
          <a:prstGeom prst="rect">
            <a:avLst/>
          </a:prstGeom>
          <a:solidFill>
            <a:srgbClr val="FFFFFF"/>
          </a:solidFill>
          <a:ln w="9525">
            <a:solidFill>
              <a:srgbClr val="A9B1B6"/>
            </a:solidFill>
          </a:ln>
        </p:spPr>
      </p:sp>
      <p:sp>
        <p:nvSpPr>
          <p:cNvPr id="28" name="shape-152">
            <a:extLst>
              <a:ext uri="{FF2B5EF4-FFF2-40B4-BE49-F238E27FC236}">
                <a16:creationId xmlns:a16="http://schemas.microsoft.com/office/drawing/2014/main" id="{3F317028-FDE6-4368-8AC5-9BDF53E6B021}"/>
              </a:ext>
            </a:extLst>
          </p:cNvPr>
          <p:cNvSpPr>
            <a:spLocks noGrp="1"/>
          </p:cNvSpPr>
          <p:nvPr/>
        </p:nvSpPr>
        <p:spPr>
          <a:xfrm>
            <a:off x="2286000" y="3944684"/>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29" name="shape-153">
            <a:extLst>
              <a:ext uri="{FF2B5EF4-FFF2-40B4-BE49-F238E27FC236}">
                <a16:creationId xmlns:a16="http://schemas.microsoft.com/office/drawing/2014/main" id="{570C4A5B-369D-41E1-B894-AA5BD1B1F49B}"/>
              </a:ext>
            </a:extLst>
          </p:cNvPr>
          <p:cNvSpPr>
            <a:spLocks noGrp="1"/>
          </p:cNvSpPr>
          <p:nvPr/>
        </p:nvSpPr>
        <p:spPr>
          <a:xfrm>
            <a:off x="2981325" y="3819525"/>
            <a:ext cx="695325" cy="695325"/>
          </a:xfrm>
          <a:prstGeom prst="rect">
            <a:avLst/>
          </a:prstGeom>
          <a:solidFill>
            <a:srgbClr val="FFFFFF"/>
          </a:solidFill>
          <a:ln w="9525">
            <a:solidFill>
              <a:srgbClr val="A9B1B6"/>
            </a:solidFill>
          </a:ln>
        </p:spPr>
      </p:sp>
      <p:sp>
        <p:nvSpPr>
          <p:cNvPr id="30" name="shape-154">
            <a:extLst>
              <a:ext uri="{FF2B5EF4-FFF2-40B4-BE49-F238E27FC236}">
                <a16:creationId xmlns:a16="http://schemas.microsoft.com/office/drawing/2014/main" id="{8B963EDC-850C-45AD-94DD-53576F799D2D}"/>
              </a:ext>
            </a:extLst>
          </p:cNvPr>
          <p:cNvSpPr>
            <a:spLocks noGrp="1"/>
          </p:cNvSpPr>
          <p:nvPr/>
        </p:nvSpPr>
        <p:spPr>
          <a:xfrm>
            <a:off x="2981325" y="3944684"/>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31" name="shape-155">
            <a:extLst>
              <a:ext uri="{FF2B5EF4-FFF2-40B4-BE49-F238E27FC236}">
                <a16:creationId xmlns:a16="http://schemas.microsoft.com/office/drawing/2014/main" id="{B7E3D998-573E-4D20-A623-1C5E09B14940}"/>
              </a:ext>
            </a:extLst>
          </p:cNvPr>
          <p:cNvSpPr>
            <a:spLocks noGrp="1"/>
          </p:cNvSpPr>
          <p:nvPr/>
        </p:nvSpPr>
        <p:spPr>
          <a:xfrm>
            <a:off x="895350" y="4514850"/>
            <a:ext cx="695325" cy="695325"/>
          </a:xfrm>
          <a:prstGeom prst="rect">
            <a:avLst/>
          </a:prstGeom>
          <a:solidFill>
            <a:srgbClr val="26323B"/>
          </a:solidFill>
          <a:ln w="9525">
            <a:solidFill>
              <a:srgbClr val="A9B1B6"/>
            </a:solidFill>
          </a:ln>
        </p:spPr>
      </p:sp>
      <p:sp>
        <p:nvSpPr>
          <p:cNvPr id="32" name="shape-156">
            <a:extLst>
              <a:ext uri="{FF2B5EF4-FFF2-40B4-BE49-F238E27FC236}">
                <a16:creationId xmlns:a16="http://schemas.microsoft.com/office/drawing/2014/main" id="{93C1A4B4-F292-4789-A1AC-163270C1E122}"/>
              </a:ext>
            </a:extLst>
          </p:cNvPr>
          <p:cNvSpPr>
            <a:spLocks noGrp="1"/>
          </p:cNvSpPr>
          <p:nvPr/>
        </p:nvSpPr>
        <p:spPr>
          <a:xfrm>
            <a:off x="895350" y="4640009"/>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33" name="shape-157">
            <a:extLst>
              <a:ext uri="{FF2B5EF4-FFF2-40B4-BE49-F238E27FC236}">
                <a16:creationId xmlns:a16="http://schemas.microsoft.com/office/drawing/2014/main" id="{DD0BFD1F-1064-4899-933A-958C04392B5A}"/>
              </a:ext>
            </a:extLst>
          </p:cNvPr>
          <p:cNvSpPr>
            <a:spLocks noGrp="1"/>
          </p:cNvSpPr>
          <p:nvPr/>
        </p:nvSpPr>
        <p:spPr>
          <a:xfrm>
            <a:off x="1590675" y="4514850"/>
            <a:ext cx="695325" cy="695325"/>
          </a:xfrm>
          <a:prstGeom prst="rect">
            <a:avLst/>
          </a:prstGeom>
          <a:solidFill>
            <a:srgbClr val="26323B"/>
          </a:solidFill>
          <a:ln w="9525">
            <a:solidFill>
              <a:srgbClr val="A9B1B6"/>
            </a:solidFill>
          </a:ln>
        </p:spPr>
      </p:sp>
      <p:sp>
        <p:nvSpPr>
          <p:cNvPr id="34" name="shape-158">
            <a:extLst>
              <a:ext uri="{FF2B5EF4-FFF2-40B4-BE49-F238E27FC236}">
                <a16:creationId xmlns:a16="http://schemas.microsoft.com/office/drawing/2014/main" id="{690A96FA-E4FF-4240-8ED6-1C924602F241}"/>
              </a:ext>
            </a:extLst>
          </p:cNvPr>
          <p:cNvSpPr>
            <a:spLocks noGrp="1"/>
          </p:cNvSpPr>
          <p:nvPr/>
        </p:nvSpPr>
        <p:spPr>
          <a:xfrm>
            <a:off x="1590675" y="4640009"/>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35" name="shape-159">
            <a:extLst>
              <a:ext uri="{FF2B5EF4-FFF2-40B4-BE49-F238E27FC236}">
                <a16:creationId xmlns:a16="http://schemas.microsoft.com/office/drawing/2014/main" id="{7C737041-44E7-4CFA-B4CC-C4B6D6F878AE}"/>
              </a:ext>
            </a:extLst>
          </p:cNvPr>
          <p:cNvSpPr>
            <a:spLocks noGrp="1"/>
          </p:cNvSpPr>
          <p:nvPr/>
        </p:nvSpPr>
        <p:spPr>
          <a:xfrm>
            <a:off x="2286000" y="4514850"/>
            <a:ext cx="695325" cy="695325"/>
          </a:xfrm>
          <a:prstGeom prst="rect">
            <a:avLst/>
          </a:prstGeom>
          <a:solidFill>
            <a:srgbClr val="FFFFFF"/>
          </a:solidFill>
          <a:ln w="9525">
            <a:solidFill>
              <a:srgbClr val="A9B1B6"/>
            </a:solidFill>
          </a:ln>
        </p:spPr>
      </p:sp>
      <p:sp>
        <p:nvSpPr>
          <p:cNvPr id="36" name="shape-160">
            <a:extLst>
              <a:ext uri="{FF2B5EF4-FFF2-40B4-BE49-F238E27FC236}">
                <a16:creationId xmlns:a16="http://schemas.microsoft.com/office/drawing/2014/main" id="{1B2E3F79-0009-41EF-995C-D75EBD957A6D}"/>
              </a:ext>
            </a:extLst>
          </p:cNvPr>
          <p:cNvSpPr>
            <a:spLocks noGrp="1"/>
          </p:cNvSpPr>
          <p:nvPr/>
        </p:nvSpPr>
        <p:spPr>
          <a:xfrm>
            <a:off x="2286000" y="4640009"/>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37" name="shape-161">
            <a:extLst>
              <a:ext uri="{FF2B5EF4-FFF2-40B4-BE49-F238E27FC236}">
                <a16:creationId xmlns:a16="http://schemas.microsoft.com/office/drawing/2014/main" id="{EBAA869F-E580-4A30-9662-BDBB98D683F6}"/>
              </a:ext>
            </a:extLst>
          </p:cNvPr>
          <p:cNvSpPr>
            <a:spLocks noGrp="1"/>
          </p:cNvSpPr>
          <p:nvPr/>
        </p:nvSpPr>
        <p:spPr>
          <a:xfrm>
            <a:off x="2981325" y="4514850"/>
            <a:ext cx="695325" cy="695325"/>
          </a:xfrm>
          <a:prstGeom prst="rect">
            <a:avLst/>
          </a:prstGeom>
          <a:solidFill>
            <a:srgbClr val="FFFFFF"/>
          </a:solidFill>
          <a:ln w="9525">
            <a:solidFill>
              <a:srgbClr val="A9B1B6"/>
            </a:solidFill>
          </a:ln>
        </p:spPr>
      </p:sp>
      <p:sp>
        <p:nvSpPr>
          <p:cNvPr id="38" name="shape-162">
            <a:extLst>
              <a:ext uri="{FF2B5EF4-FFF2-40B4-BE49-F238E27FC236}">
                <a16:creationId xmlns:a16="http://schemas.microsoft.com/office/drawing/2014/main" id="{91348254-281E-4A0A-8EA3-3910C9DD01E2}"/>
              </a:ext>
            </a:extLst>
          </p:cNvPr>
          <p:cNvSpPr>
            <a:spLocks noGrp="1"/>
          </p:cNvSpPr>
          <p:nvPr/>
        </p:nvSpPr>
        <p:spPr>
          <a:xfrm>
            <a:off x="2981325" y="4640009"/>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39" name="shape-163">
            <a:extLst>
              <a:ext uri="{FF2B5EF4-FFF2-40B4-BE49-F238E27FC236}">
                <a16:creationId xmlns:a16="http://schemas.microsoft.com/office/drawing/2014/main" id="{E4B88817-0C49-402C-A094-277F28B720B7}"/>
              </a:ext>
            </a:extLst>
          </p:cNvPr>
          <p:cNvSpPr>
            <a:spLocks noGrp="1"/>
          </p:cNvSpPr>
          <p:nvPr/>
        </p:nvSpPr>
        <p:spPr>
          <a:xfrm>
            <a:off x="2271713" y="2428875"/>
            <a:ext cx="28575" cy="2781300"/>
          </a:xfrm>
          <a:prstGeom prst="rect">
            <a:avLst/>
          </a:prstGeom>
          <a:solidFill>
            <a:srgbClr val="146995"/>
          </a:solidFill>
          <a:ln w="0">
            <a:noFill/>
          </a:ln>
        </p:spPr>
      </p:sp>
      <p:sp>
        <p:nvSpPr>
          <p:cNvPr id="40" name="shape-164">
            <a:extLst>
              <a:ext uri="{FF2B5EF4-FFF2-40B4-BE49-F238E27FC236}">
                <a16:creationId xmlns:a16="http://schemas.microsoft.com/office/drawing/2014/main" id="{B058C74B-0B29-4086-9D81-011DA899075B}"/>
              </a:ext>
            </a:extLst>
          </p:cNvPr>
          <p:cNvSpPr>
            <a:spLocks noGrp="1"/>
          </p:cNvSpPr>
          <p:nvPr/>
        </p:nvSpPr>
        <p:spPr>
          <a:xfrm>
            <a:off x="895350" y="3805238"/>
            <a:ext cx="2781300" cy="28575"/>
          </a:xfrm>
          <a:prstGeom prst="rect">
            <a:avLst/>
          </a:prstGeom>
          <a:solidFill>
            <a:srgbClr val="146995"/>
          </a:solidFill>
          <a:ln w="0">
            <a:noFill/>
          </a:ln>
        </p:spPr>
      </p:sp>
      <p:sp>
        <p:nvSpPr>
          <p:cNvPr id="41" name="shape-165">
            <a:extLst>
              <a:ext uri="{FF2B5EF4-FFF2-40B4-BE49-F238E27FC236}">
                <a16:creationId xmlns:a16="http://schemas.microsoft.com/office/drawing/2014/main" id="{7C2124D3-AE04-4566-89F5-C29993165DC4}"/>
              </a:ext>
            </a:extLst>
          </p:cNvPr>
          <p:cNvSpPr>
            <a:spLocks noGrp="1"/>
          </p:cNvSpPr>
          <p:nvPr/>
        </p:nvSpPr>
        <p:spPr>
          <a:xfrm>
            <a:off x="7467600" y="1847850"/>
            <a:ext cx="2400300" cy="609600"/>
          </a:xfrm>
          <a:prstGeom prst="rect">
            <a:avLst/>
          </a:prstGeom>
          <a:solidFill>
            <a:srgbClr val="EEF5F8"/>
          </a:solidFill>
          <a:ln w="14288">
            <a:solidFill>
              <a:srgbClr val="146995"/>
            </a:solidFill>
          </a:ln>
        </p:spPr>
      </p:sp>
      <p:sp>
        <p:nvSpPr>
          <p:cNvPr id="42" name="shape-166">
            <a:extLst>
              <a:ext uri="{FF2B5EF4-FFF2-40B4-BE49-F238E27FC236}">
                <a16:creationId xmlns:a16="http://schemas.microsoft.com/office/drawing/2014/main" id="{BC3D6EAB-5032-407F-B6CF-D5D1D89B23E9}"/>
              </a:ext>
            </a:extLst>
          </p:cNvPr>
          <p:cNvSpPr>
            <a:spLocks noGrp="1"/>
          </p:cNvSpPr>
          <p:nvPr/>
        </p:nvSpPr>
        <p:spPr>
          <a:xfrm>
            <a:off x="7505700" y="1952625"/>
            <a:ext cx="2324100" cy="4667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전체 4×4</a:t>
            </a:r>
          </a:p>
        </p:txBody>
      </p:sp>
      <p:sp>
        <p:nvSpPr>
          <p:cNvPr id="43" name="shape-167">
            <a:extLst>
              <a:ext uri="{FF2B5EF4-FFF2-40B4-BE49-F238E27FC236}">
                <a16:creationId xmlns:a16="http://schemas.microsoft.com/office/drawing/2014/main" id="{EBEA9518-A8EA-44A9-A95C-E637D7AAB4CB}"/>
              </a:ext>
            </a:extLst>
          </p:cNvPr>
          <p:cNvSpPr>
            <a:spLocks noGrp="1"/>
          </p:cNvSpPr>
          <p:nvPr/>
        </p:nvSpPr>
        <p:spPr>
          <a:xfrm>
            <a:off x="8667750" y="2457450"/>
            <a:ext cx="19050" cy="523875"/>
          </a:xfrm>
          <a:prstGeom prst="rect">
            <a:avLst/>
          </a:prstGeom>
          <a:solidFill>
            <a:srgbClr val="BBBBBB"/>
          </a:solidFill>
          <a:ln w="0">
            <a:noFill/>
          </a:ln>
        </p:spPr>
      </p:sp>
      <p:sp>
        <p:nvSpPr>
          <p:cNvPr id="44" name="shape-168">
            <a:extLst>
              <a:ext uri="{FF2B5EF4-FFF2-40B4-BE49-F238E27FC236}">
                <a16:creationId xmlns:a16="http://schemas.microsoft.com/office/drawing/2014/main" id="{22BF90A9-3230-421D-BF3C-507DF86CB166}"/>
              </a:ext>
            </a:extLst>
          </p:cNvPr>
          <p:cNvSpPr>
            <a:spLocks noGrp="1"/>
          </p:cNvSpPr>
          <p:nvPr/>
        </p:nvSpPr>
        <p:spPr>
          <a:xfrm>
            <a:off x="6000750" y="2981325"/>
            <a:ext cx="4686300" cy="19050"/>
          </a:xfrm>
          <a:prstGeom prst="rect">
            <a:avLst/>
          </a:prstGeom>
          <a:solidFill>
            <a:srgbClr val="BBBBBB"/>
          </a:solidFill>
          <a:ln w="0">
            <a:noFill/>
          </a:ln>
        </p:spPr>
      </p:sp>
      <p:sp>
        <p:nvSpPr>
          <p:cNvPr id="45" name="shape-169">
            <a:extLst>
              <a:ext uri="{FF2B5EF4-FFF2-40B4-BE49-F238E27FC236}">
                <a16:creationId xmlns:a16="http://schemas.microsoft.com/office/drawing/2014/main" id="{5F07B4D1-A436-4603-9240-0A75036FF06F}"/>
              </a:ext>
            </a:extLst>
          </p:cNvPr>
          <p:cNvSpPr>
            <a:spLocks noGrp="1"/>
          </p:cNvSpPr>
          <p:nvPr/>
        </p:nvSpPr>
        <p:spPr>
          <a:xfrm>
            <a:off x="6000750" y="2981325"/>
            <a:ext cx="19050" cy="523875"/>
          </a:xfrm>
          <a:prstGeom prst="rect">
            <a:avLst/>
          </a:prstGeom>
          <a:solidFill>
            <a:srgbClr val="BBBBBB"/>
          </a:solidFill>
          <a:ln w="0">
            <a:noFill/>
          </a:ln>
        </p:spPr>
      </p:sp>
      <p:sp>
        <p:nvSpPr>
          <p:cNvPr id="46" name="shape-170">
            <a:extLst>
              <a:ext uri="{FF2B5EF4-FFF2-40B4-BE49-F238E27FC236}">
                <a16:creationId xmlns:a16="http://schemas.microsoft.com/office/drawing/2014/main" id="{A0192B08-A758-4931-A4C7-E8DFDBA7BB3D}"/>
              </a:ext>
            </a:extLst>
          </p:cNvPr>
          <p:cNvSpPr>
            <a:spLocks noGrp="1"/>
          </p:cNvSpPr>
          <p:nvPr/>
        </p:nvSpPr>
        <p:spPr>
          <a:xfrm>
            <a:off x="7562850" y="2981325"/>
            <a:ext cx="19050" cy="523875"/>
          </a:xfrm>
          <a:prstGeom prst="rect">
            <a:avLst/>
          </a:prstGeom>
          <a:solidFill>
            <a:srgbClr val="BBBBBB"/>
          </a:solidFill>
          <a:ln w="0">
            <a:noFill/>
          </a:ln>
        </p:spPr>
      </p:sp>
      <p:sp>
        <p:nvSpPr>
          <p:cNvPr id="47" name="shape-171">
            <a:extLst>
              <a:ext uri="{FF2B5EF4-FFF2-40B4-BE49-F238E27FC236}">
                <a16:creationId xmlns:a16="http://schemas.microsoft.com/office/drawing/2014/main" id="{95DBA380-FDD9-4C1D-B3DE-F159B9F82263}"/>
              </a:ext>
            </a:extLst>
          </p:cNvPr>
          <p:cNvSpPr>
            <a:spLocks noGrp="1"/>
          </p:cNvSpPr>
          <p:nvPr/>
        </p:nvSpPr>
        <p:spPr>
          <a:xfrm>
            <a:off x="9124950" y="2981325"/>
            <a:ext cx="19050" cy="523875"/>
          </a:xfrm>
          <a:prstGeom prst="rect">
            <a:avLst/>
          </a:prstGeom>
          <a:solidFill>
            <a:srgbClr val="BBBBBB"/>
          </a:solidFill>
          <a:ln w="0">
            <a:noFill/>
          </a:ln>
        </p:spPr>
      </p:sp>
      <p:sp>
        <p:nvSpPr>
          <p:cNvPr id="48" name="shape-172">
            <a:extLst>
              <a:ext uri="{FF2B5EF4-FFF2-40B4-BE49-F238E27FC236}">
                <a16:creationId xmlns:a16="http://schemas.microsoft.com/office/drawing/2014/main" id="{376B76CE-1A0D-4DF3-877E-FC4092C3B802}"/>
              </a:ext>
            </a:extLst>
          </p:cNvPr>
          <p:cNvSpPr>
            <a:spLocks noGrp="1"/>
          </p:cNvSpPr>
          <p:nvPr/>
        </p:nvSpPr>
        <p:spPr>
          <a:xfrm>
            <a:off x="10687050" y="2981325"/>
            <a:ext cx="19050" cy="523875"/>
          </a:xfrm>
          <a:prstGeom prst="rect">
            <a:avLst/>
          </a:prstGeom>
          <a:solidFill>
            <a:srgbClr val="BBBBBB"/>
          </a:solidFill>
          <a:ln w="0">
            <a:noFill/>
          </a:ln>
        </p:spPr>
      </p:sp>
      <p:sp>
        <p:nvSpPr>
          <p:cNvPr id="49" name="shape-173">
            <a:extLst>
              <a:ext uri="{FF2B5EF4-FFF2-40B4-BE49-F238E27FC236}">
                <a16:creationId xmlns:a16="http://schemas.microsoft.com/office/drawing/2014/main" id="{8F98E808-1FA4-44B1-B673-A8AC6177A862}"/>
              </a:ext>
            </a:extLst>
          </p:cNvPr>
          <p:cNvSpPr>
            <a:spLocks noGrp="1"/>
          </p:cNvSpPr>
          <p:nvPr/>
        </p:nvSpPr>
        <p:spPr>
          <a:xfrm>
            <a:off x="5334000" y="3505200"/>
            <a:ext cx="1333500" cy="609600"/>
          </a:xfrm>
          <a:prstGeom prst="rect">
            <a:avLst/>
          </a:prstGeom>
          <a:solidFill>
            <a:srgbClr val="EEF5F8"/>
          </a:solidFill>
          <a:ln w="14288">
            <a:solidFill>
              <a:srgbClr val="146995"/>
            </a:solidFill>
          </a:ln>
        </p:spPr>
      </p:sp>
      <p:sp>
        <p:nvSpPr>
          <p:cNvPr id="50" name="shape-174">
            <a:extLst>
              <a:ext uri="{FF2B5EF4-FFF2-40B4-BE49-F238E27FC236}">
                <a16:creationId xmlns:a16="http://schemas.microsoft.com/office/drawing/2014/main" id="{6050BEBA-E697-48D4-BC93-464998B08D0D}"/>
              </a:ext>
            </a:extLst>
          </p:cNvPr>
          <p:cNvSpPr>
            <a:spLocks noGrp="1"/>
          </p:cNvSpPr>
          <p:nvPr/>
        </p:nvSpPr>
        <p:spPr>
          <a:xfrm>
            <a:off x="5372100" y="3609975"/>
            <a:ext cx="1257300" cy="4667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0</a:t>
            </a:r>
          </a:p>
        </p:txBody>
      </p:sp>
      <p:sp>
        <p:nvSpPr>
          <p:cNvPr id="51" name="shape-175">
            <a:extLst>
              <a:ext uri="{FF2B5EF4-FFF2-40B4-BE49-F238E27FC236}">
                <a16:creationId xmlns:a16="http://schemas.microsoft.com/office/drawing/2014/main" id="{F6697361-2D4F-4D71-8CEA-0AE20F383FF7}"/>
              </a:ext>
            </a:extLst>
          </p:cNvPr>
          <p:cNvSpPr>
            <a:spLocks noGrp="1"/>
          </p:cNvSpPr>
          <p:nvPr/>
        </p:nvSpPr>
        <p:spPr>
          <a:xfrm>
            <a:off x="5334000" y="4343400"/>
            <a:ext cx="1333500" cy="342900"/>
          </a:xfrm>
          <a:prstGeom prst="rect">
            <a:avLst/>
          </a:prstGeom>
          <a:noFill/>
          <a:ln w="0">
            <a:noFill/>
          </a:ln>
        </p:spPr>
        <p:txBody>
          <a:bodyPr wrap="none" lIns="0" tIns="0" rIns="0" bIns="0" anchor="t">
            <a:noAutofit/>
          </a:bodyPr>
          <a:lstStyle>
            <a:defPPr algn="ctr">
              <a:defRPr sz="1875" b="0">
                <a:solidFill>
                  <a:srgbClr val="151515"/>
                </a:solidFill>
                <a:latin typeface="Malgun Gothic"/>
                <a:ea typeface="Malgun Gothic"/>
                <a:cs typeface="Malgun Gothic"/>
              </a:defRPr>
            </a:defPPr>
          </a:lstStyle>
          <a:p>
            <a:pPr algn="ctr">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좌상</a:t>
            </a:r>
          </a:p>
        </p:txBody>
      </p:sp>
      <p:sp>
        <p:nvSpPr>
          <p:cNvPr id="52" name="shape-176">
            <a:extLst>
              <a:ext uri="{FF2B5EF4-FFF2-40B4-BE49-F238E27FC236}">
                <a16:creationId xmlns:a16="http://schemas.microsoft.com/office/drawing/2014/main" id="{49B9360D-3C42-4796-A41E-B0AB33845BF5}"/>
              </a:ext>
            </a:extLst>
          </p:cNvPr>
          <p:cNvSpPr>
            <a:spLocks noGrp="1"/>
          </p:cNvSpPr>
          <p:nvPr/>
        </p:nvSpPr>
        <p:spPr>
          <a:xfrm>
            <a:off x="6896100" y="3505200"/>
            <a:ext cx="1333500" cy="609600"/>
          </a:xfrm>
          <a:prstGeom prst="rect">
            <a:avLst/>
          </a:prstGeom>
          <a:solidFill>
            <a:srgbClr val="EEF5F8"/>
          </a:solidFill>
          <a:ln w="14288">
            <a:solidFill>
              <a:srgbClr val="146995"/>
            </a:solidFill>
          </a:ln>
        </p:spPr>
      </p:sp>
      <p:sp>
        <p:nvSpPr>
          <p:cNvPr id="53" name="shape-177">
            <a:extLst>
              <a:ext uri="{FF2B5EF4-FFF2-40B4-BE49-F238E27FC236}">
                <a16:creationId xmlns:a16="http://schemas.microsoft.com/office/drawing/2014/main" id="{153D9CD2-E6A3-46C9-ACBD-EA7E29F7CF19}"/>
              </a:ext>
            </a:extLst>
          </p:cNvPr>
          <p:cNvSpPr>
            <a:spLocks noGrp="1"/>
          </p:cNvSpPr>
          <p:nvPr/>
        </p:nvSpPr>
        <p:spPr>
          <a:xfrm>
            <a:off x="6934200" y="3609975"/>
            <a:ext cx="1257300" cy="4667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54" name="shape-178">
            <a:extLst>
              <a:ext uri="{FF2B5EF4-FFF2-40B4-BE49-F238E27FC236}">
                <a16:creationId xmlns:a16="http://schemas.microsoft.com/office/drawing/2014/main" id="{6869F126-8432-423C-89B2-519D509CD2AE}"/>
              </a:ext>
            </a:extLst>
          </p:cNvPr>
          <p:cNvSpPr>
            <a:spLocks noGrp="1"/>
          </p:cNvSpPr>
          <p:nvPr/>
        </p:nvSpPr>
        <p:spPr>
          <a:xfrm>
            <a:off x="6896100" y="4343400"/>
            <a:ext cx="1333500" cy="342900"/>
          </a:xfrm>
          <a:prstGeom prst="rect">
            <a:avLst/>
          </a:prstGeom>
          <a:noFill/>
          <a:ln w="0">
            <a:noFill/>
          </a:ln>
        </p:spPr>
        <p:txBody>
          <a:bodyPr wrap="none" lIns="0" tIns="0" rIns="0" bIns="0" anchor="t">
            <a:noAutofit/>
          </a:bodyPr>
          <a:lstStyle>
            <a:defPPr algn="ctr">
              <a:defRPr sz="1875" b="0">
                <a:solidFill>
                  <a:srgbClr val="151515"/>
                </a:solidFill>
                <a:latin typeface="Malgun Gothic"/>
                <a:ea typeface="Malgun Gothic"/>
                <a:cs typeface="Malgun Gothic"/>
              </a:defRPr>
            </a:defPPr>
          </a:lstStyle>
          <a:p>
            <a:pPr algn="ctr">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우상</a:t>
            </a:r>
          </a:p>
        </p:txBody>
      </p:sp>
      <p:sp>
        <p:nvSpPr>
          <p:cNvPr id="55" name="shape-179">
            <a:extLst>
              <a:ext uri="{FF2B5EF4-FFF2-40B4-BE49-F238E27FC236}">
                <a16:creationId xmlns:a16="http://schemas.microsoft.com/office/drawing/2014/main" id="{FA401815-AF2C-4F89-96EA-9678F8B75008}"/>
              </a:ext>
            </a:extLst>
          </p:cNvPr>
          <p:cNvSpPr>
            <a:spLocks noGrp="1"/>
          </p:cNvSpPr>
          <p:nvPr/>
        </p:nvSpPr>
        <p:spPr>
          <a:xfrm>
            <a:off x="8458200" y="3505200"/>
            <a:ext cx="1333500" cy="609600"/>
          </a:xfrm>
          <a:prstGeom prst="rect">
            <a:avLst/>
          </a:prstGeom>
          <a:solidFill>
            <a:srgbClr val="EEF5F8"/>
          </a:solidFill>
          <a:ln w="14288">
            <a:solidFill>
              <a:srgbClr val="146995"/>
            </a:solidFill>
          </a:ln>
        </p:spPr>
      </p:sp>
      <p:sp>
        <p:nvSpPr>
          <p:cNvPr id="56" name="shape-180">
            <a:extLst>
              <a:ext uri="{FF2B5EF4-FFF2-40B4-BE49-F238E27FC236}">
                <a16:creationId xmlns:a16="http://schemas.microsoft.com/office/drawing/2014/main" id="{BFB78A9B-2155-47CB-B606-CB6DD5B7308A}"/>
              </a:ext>
            </a:extLst>
          </p:cNvPr>
          <p:cNvSpPr>
            <a:spLocks noGrp="1"/>
          </p:cNvSpPr>
          <p:nvPr/>
        </p:nvSpPr>
        <p:spPr>
          <a:xfrm>
            <a:off x="8496300" y="3609975"/>
            <a:ext cx="1257300" cy="4667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57" name="shape-181">
            <a:extLst>
              <a:ext uri="{FF2B5EF4-FFF2-40B4-BE49-F238E27FC236}">
                <a16:creationId xmlns:a16="http://schemas.microsoft.com/office/drawing/2014/main" id="{987EB99B-5625-4002-8B6F-FD21C11BFA7A}"/>
              </a:ext>
            </a:extLst>
          </p:cNvPr>
          <p:cNvSpPr>
            <a:spLocks noGrp="1"/>
          </p:cNvSpPr>
          <p:nvPr/>
        </p:nvSpPr>
        <p:spPr>
          <a:xfrm>
            <a:off x="8458200" y="4343400"/>
            <a:ext cx="1333500" cy="342900"/>
          </a:xfrm>
          <a:prstGeom prst="rect">
            <a:avLst/>
          </a:prstGeom>
          <a:noFill/>
          <a:ln w="0">
            <a:noFill/>
          </a:ln>
        </p:spPr>
        <p:txBody>
          <a:bodyPr wrap="none" lIns="0" tIns="0" rIns="0" bIns="0" anchor="t">
            <a:noAutofit/>
          </a:bodyPr>
          <a:lstStyle>
            <a:defPPr algn="ctr">
              <a:defRPr sz="1875" b="0">
                <a:solidFill>
                  <a:srgbClr val="151515"/>
                </a:solidFill>
                <a:latin typeface="Malgun Gothic"/>
                <a:ea typeface="Malgun Gothic"/>
                <a:cs typeface="Malgun Gothic"/>
              </a:defRPr>
            </a:defPPr>
          </a:lstStyle>
          <a:p>
            <a:pPr algn="ctr">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좌하</a:t>
            </a:r>
          </a:p>
        </p:txBody>
      </p:sp>
      <p:sp>
        <p:nvSpPr>
          <p:cNvPr id="58" name="shape-182">
            <a:extLst>
              <a:ext uri="{FF2B5EF4-FFF2-40B4-BE49-F238E27FC236}">
                <a16:creationId xmlns:a16="http://schemas.microsoft.com/office/drawing/2014/main" id="{9A5B201A-EF5F-4FE4-B1E8-4DFC4266F0D2}"/>
              </a:ext>
            </a:extLst>
          </p:cNvPr>
          <p:cNvSpPr>
            <a:spLocks noGrp="1"/>
          </p:cNvSpPr>
          <p:nvPr/>
        </p:nvSpPr>
        <p:spPr>
          <a:xfrm>
            <a:off x="10020300" y="3505200"/>
            <a:ext cx="1333500" cy="609600"/>
          </a:xfrm>
          <a:prstGeom prst="rect">
            <a:avLst/>
          </a:prstGeom>
          <a:solidFill>
            <a:srgbClr val="EEF5F8"/>
          </a:solidFill>
          <a:ln w="14288">
            <a:solidFill>
              <a:srgbClr val="146995"/>
            </a:solidFill>
          </a:ln>
        </p:spPr>
      </p:sp>
      <p:sp>
        <p:nvSpPr>
          <p:cNvPr id="59" name="shape-183">
            <a:extLst>
              <a:ext uri="{FF2B5EF4-FFF2-40B4-BE49-F238E27FC236}">
                <a16:creationId xmlns:a16="http://schemas.microsoft.com/office/drawing/2014/main" id="{C4751EDF-720D-4BD2-A264-B582C0FB671E}"/>
              </a:ext>
            </a:extLst>
          </p:cNvPr>
          <p:cNvSpPr>
            <a:spLocks noGrp="1"/>
          </p:cNvSpPr>
          <p:nvPr/>
        </p:nvSpPr>
        <p:spPr>
          <a:xfrm>
            <a:off x="10058400" y="3609975"/>
            <a:ext cx="1257300" cy="4667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0</a:t>
            </a:r>
          </a:p>
        </p:txBody>
      </p:sp>
      <p:sp>
        <p:nvSpPr>
          <p:cNvPr id="60" name="shape-184">
            <a:extLst>
              <a:ext uri="{FF2B5EF4-FFF2-40B4-BE49-F238E27FC236}">
                <a16:creationId xmlns:a16="http://schemas.microsoft.com/office/drawing/2014/main" id="{EEBBF8EB-13DF-488B-9F58-BEB89EEA08B7}"/>
              </a:ext>
            </a:extLst>
          </p:cNvPr>
          <p:cNvSpPr>
            <a:spLocks noGrp="1"/>
          </p:cNvSpPr>
          <p:nvPr/>
        </p:nvSpPr>
        <p:spPr>
          <a:xfrm>
            <a:off x="10020300" y="4343400"/>
            <a:ext cx="1333500" cy="342900"/>
          </a:xfrm>
          <a:prstGeom prst="rect">
            <a:avLst/>
          </a:prstGeom>
          <a:noFill/>
          <a:ln w="0">
            <a:noFill/>
          </a:ln>
        </p:spPr>
        <p:txBody>
          <a:bodyPr wrap="none" lIns="0" tIns="0" rIns="0" bIns="0" anchor="t">
            <a:noAutofit/>
          </a:bodyPr>
          <a:lstStyle>
            <a:defPPr algn="ctr">
              <a:defRPr sz="1875" b="0">
                <a:solidFill>
                  <a:srgbClr val="151515"/>
                </a:solidFill>
                <a:latin typeface="Malgun Gothic"/>
                <a:ea typeface="Malgun Gothic"/>
                <a:cs typeface="Malgun Gothic"/>
              </a:defRPr>
            </a:defPPr>
          </a:lstStyle>
          <a:p>
            <a:pPr algn="ctr">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우하</a:t>
            </a:r>
          </a:p>
        </p:txBody>
      </p:sp>
      <p:sp>
        <p:nvSpPr>
          <p:cNvPr id="61" name="shape-185">
            <a:extLst>
              <a:ext uri="{FF2B5EF4-FFF2-40B4-BE49-F238E27FC236}">
                <a16:creationId xmlns:a16="http://schemas.microsoft.com/office/drawing/2014/main" id="{CD28A4D1-6AAF-4080-8D53-65C73F5E99CC}"/>
              </a:ext>
            </a:extLst>
          </p:cNvPr>
          <p:cNvSpPr>
            <a:spLocks noGrp="1"/>
          </p:cNvSpPr>
          <p:nvPr/>
        </p:nvSpPr>
        <p:spPr>
          <a:xfrm>
            <a:off x="5876925" y="5095875"/>
            <a:ext cx="5524500" cy="590550"/>
          </a:xfrm>
          <a:prstGeom prst="rect">
            <a:avLst/>
          </a:prstGeom>
          <a:noFill/>
          <a:ln w="0">
            <a:noFill/>
          </a:ln>
        </p:spPr>
        <p:txBody>
          <a:bodyPr wrap="none" lIns="0" tIns="0" rIns="0" bIns="0" anchor="t">
            <a:noAutofit/>
          </a:bodyPr>
          <a:lstStyle>
            <a:defPPr algn="ctr">
              <a:defRPr sz="3450" b="1">
                <a:solidFill>
                  <a:srgbClr val="146995"/>
                </a:solidFill>
                <a:latin typeface="Consolas"/>
                <a:ea typeface="Consolas"/>
                <a:cs typeface="Consolas"/>
              </a:defRPr>
            </a:defPPr>
          </a:lstStyle>
          <a:p>
            <a:pPr algn="ctr">
              <a:lnSpc>
                <a:spcPct val="112000"/>
              </a:lnSpc>
              <a:buNone/>
              <a:defRPr sz="3450" b="1">
                <a:solidFill>
                  <a:srgbClr val="146995"/>
                </a:solidFill>
                <a:latin typeface="Consolas"/>
                <a:ea typeface="Consolas"/>
                <a:cs typeface="Consolas"/>
              </a:defRPr>
            </a:pPr>
            <a:r>
              <a:rPr sz="3450" b="1">
                <a:solidFill>
                  <a:srgbClr val="146995"/>
                </a:solidFill>
                <a:latin typeface="Consolas"/>
                <a:ea typeface="Consolas"/>
                <a:cs typeface="Consolas"/>
              </a:rPr>
              <a:t>( 0 1 1 0 )</a:t>
            </a:r>
          </a:p>
        </p:txBody>
      </p:sp>
      <p:sp>
        <p:nvSpPr>
          <p:cNvPr id="62" name="shape-186">
            <a:extLst>
              <a:ext uri="{FF2B5EF4-FFF2-40B4-BE49-F238E27FC236}">
                <a16:creationId xmlns:a16="http://schemas.microsoft.com/office/drawing/2014/main" id="{C6A627F2-1EE0-4431-B31F-6C4B064C901B}"/>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 는 네 부분으로 나눔, ) 는 그 부모의 네 결과가 끝남을 뜻합니다.</a:t>
            </a:r>
          </a:p>
        </p:txBody>
      </p:sp>
    </p:spTree>
    <p:extLst>
      <p:ext uri="{BB962C8B-B14F-4D97-AF65-F5344CB8AC3E}">
        <p14:creationId xmlns:p14="http://schemas.microsoft.com/office/powerpoint/2010/main" val="345644359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shape-187">
            <a:extLst>
              <a:ext uri="{FF2B5EF4-FFF2-40B4-BE49-F238E27FC236}">
                <a16:creationId xmlns:a16="http://schemas.microsoft.com/office/drawing/2014/main" id="{4D8A75E2-7BF9-4E38-93A6-0A9CF8A27108}"/>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188">
            <a:extLst>
              <a:ext uri="{FF2B5EF4-FFF2-40B4-BE49-F238E27FC236}">
                <a16:creationId xmlns:a16="http://schemas.microsoft.com/office/drawing/2014/main" id="{E8FC7683-548C-43C3-8B89-6C0698BE666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189">
            <a:extLst>
              <a:ext uri="{FF2B5EF4-FFF2-40B4-BE49-F238E27FC236}">
                <a16:creationId xmlns:a16="http://schemas.microsoft.com/office/drawing/2014/main" id="{BB053D4E-6D03-439F-9C58-A968D6DF252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(0110)을 읽어 원래 그림 그리기</a:t>
            </a:r>
          </a:p>
        </p:txBody>
      </p:sp>
      <p:sp>
        <p:nvSpPr>
          <p:cNvPr id="4" name="shape-190">
            <a:extLst>
              <a:ext uri="{FF2B5EF4-FFF2-40B4-BE49-F238E27FC236}">
                <a16:creationId xmlns:a16="http://schemas.microsoft.com/office/drawing/2014/main" id="{595F4C77-D4E8-4CDF-B1C2-C6AEC821ADC1}"/>
              </a:ext>
            </a:extLst>
          </p:cNvPr>
          <p:cNvSpPr>
            <a:spLocks noGrp="1"/>
          </p:cNvSpPr>
          <p:nvPr/>
        </p:nvSpPr>
        <p:spPr>
          <a:xfrm>
            <a:off x="609600" y="1381125"/>
            <a:ext cx="10972800" cy="9525"/>
          </a:xfrm>
          <a:prstGeom prst="rect">
            <a:avLst/>
          </a:prstGeom>
          <a:solidFill>
            <a:srgbClr val="151515"/>
          </a:solidFill>
          <a:ln w="0">
            <a:noFill/>
          </a:ln>
        </p:spPr>
      </p:sp>
      <p:sp>
        <p:nvSpPr>
          <p:cNvPr id="5" name="shape-191">
            <a:extLst>
              <a:ext uri="{FF2B5EF4-FFF2-40B4-BE49-F238E27FC236}">
                <a16:creationId xmlns:a16="http://schemas.microsoft.com/office/drawing/2014/main" id="{CE4DC609-B985-47E3-8ADB-3482E9F2FBB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9A6D25A1-3AB7-4D6C-BB22-931DE09C851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187</a:t>
            </a:r>
            <a:endParaRPr sz="1050" b="0">
              <a:solidFill>
                <a:srgbClr val="151515"/>
              </a:solidFill>
              <a:latin typeface="Consolas"/>
              <a:ea typeface="Consolas"/>
              <a:cs typeface="Consolas"/>
            </a:endParaRPr>
          </a:p>
        </p:txBody>
      </p:sp>
      <p:sp>
        <p:nvSpPr>
          <p:cNvPr id="7" name="shape-193">
            <a:extLst>
              <a:ext uri="{FF2B5EF4-FFF2-40B4-BE49-F238E27FC236}">
                <a16:creationId xmlns:a16="http://schemas.microsoft.com/office/drawing/2014/main" id="{F000954B-DEA7-44BD-846A-463C0F93E7BA}"/>
              </a:ext>
            </a:extLst>
          </p:cNvPr>
          <p:cNvSpPr>
            <a:spLocks noGrp="1"/>
          </p:cNvSpPr>
          <p:nvPr/>
        </p:nvSpPr>
        <p:spPr>
          <a:xfrm>
            <a:off x="609600" y="1762125"/>
            <a:ext cx="10972800" cy="542925"/>
          </a:xfrm>
          <a:prstGeom prst="rect">
            <a:avLst/>
          </a:prstGeom>
          <a:noFill/>
          <a:ln w="0">
            <a:noFill/>
          </a:ln>
        </p:spPr>
        <p:txBody>
          <a:bodyPr wrap="none" lIns="0" tIns="0" rIns="0" bIns="0" anchor="t">
            <a:noAutofit/>
          </a:bodyPr>
          <a:lstStyle>
            <a:defPPr algn="l">
              <a:defRPr sz="2625" b="1">
                <a:solidFill>
                  <a:srgbClr val="146995"/>
                </a:solidFill>
                <a:latin typeface="Consolas"/>
                <a:ea typeface="Consolas"/>
                <a:cs typeface="Consolas"/>
              </a:defRPr>
            </a:defPPr>
          </a:lstStyle>
          <a:p>
            <a:pPr algn="l">
              <a:lnSpc>
                <a:spcPct val="112000"/>
              </a:lnSpc>
              <a:buNone/>
              <a:defRPr sz="2625" b="1">
                <a:solidFill>
                  <a:srgbClr val="146995"/>
                </a:solidFill>
                <a:latin typeface="Consolas"/>
                <a:ea typeface="Consolas"/>
                <a:cs typeface="Consolas"/>
              </a:defRPr>
            </a:pPr>
            <a:r>
              <a:rPr sz="2625" b="1">
                <a:solidFill>
                  <a:srgbClr val="146995"/>
                </a:solidFill>
                <a:latin typeface="Consolas"/>
                <a:ea typeface="Consolas"/>
                <a:cs typeface="Consolas"/>
              </a:rPr>
              <a:t>저장한 표현: ( 0 1 1 0 )</a:t>
            </a:r>
          </a:p>
        </p:txBody>
      </p:sp>
      <p:sp>
        <p:nvSpPr>
          <p:cNvPr id="8" name="shape-194">
            <a:extLst>
              <a:ext uri="{FF2B5EF4-FFF2-40B4-BE49-F238E27FC236}">
                <a16:creationId xmlns:a16="http://schemas.microsoft.com/office/drawing/2014/main" id="{9D384BF3-CADE-49CA-9EDB-C0E8DBE5FAB6}"/>
              </a:ext>
            </a:extLst>
          </p:cNvPr>
          <p:cNvSpPr>
            <a:spLocks noGrp="1"/>
          </p:cNvSpPr>
          <p:nvPr/>
        </p:nvSpPr>
        <p:spPr>
          <a:xfrm>
            <a:off x="933450" y="2819400"/>
            <a:ext cx="628650" cy="628650"/>
          </a:xfrm>
          <a:prstGeom prst="rect">
            <a:avLst/>
          </a:prstGeom>
          <a:solidFill>
            <a:srgbClr val="FFFFFF"/>
          </a:solidFill>
          <a:ln w="9525">
            <a:solidFill>
              <a:srgbClr val="A9B1B6"/>
            </a:solidFill>
          </a:ln>
        </p:spPr>
      </p:sp>
      <p:sp>
        <p:nvSpPr>
          <p:cNvPr id="9" name="shape-195">
            <a:extLst>
              <a:ext uri="{FF2B5EF4-FFF2-40B4-BE49-F238E27FC236}">
                <a16:creationId xmlns:a16="http://schemas.microsoft.com/office/drawing/2014/main" id="{29E1B7A6-AD98-4B6E-B155-7A275AA81693}"/>
              </a:ext>
            </a:extLst>
          </p:cNvPr>
          <p:cNvSpPr>
            <a:spLocks noGrp="1"/>
          </p:cNvSpPr>
          <p:nvPr/>
        </p:nvSpPr>
        <p:spPr>
          <a:xfrm>
            <a:off x="1562100" y="2819400"/>
            <a:ext cx="628650" cy="628650"/>
          </a:xfrm>
          <a:prstGeom prst="rect">
            <a:avLst/>
          </a:prstGeom>
          <a:solidFill>
            <a:srgbClr val="FFFFFF"/>
          </a:solidFill>
          <a:ln w="9525">
            <a:solidFill>
              <a:srgbClr val="A9B1B6"/>
            </a:solidFill>
          </a:ln>
        </p:spPr>
      </p:sp>
      <p:sp>
        <p:nvSpPr>
          <p:cNvPr id="10" name="shape-196">
            <a:extLst>
              <a:ext uri="{FF2B5EF4-FFF2-40B4-BE49-F238E27FC236}">
                <a16:creationId xmlns:a16="http://schemas.microsoft.com/office/drawing/2014/main" id="{B3504F54-7C8A-48D7-AE2D-375676F4BBE1}"/>
              </a:ext>
            </a:extLst>
          </p:cNvPr>
          <p:cNvSpPr>
            <a:spLocks noGrp="1"/>
          </p:cNvSpPr>
          <p:nvPr/>
        </p:nvSpPr>
        <p:spPr>
          <a:xfrm>
            <a:off x="2190750" y="2819400"/>
            <a:ext cx="628650" cy="628650"/>
          </a:xfrm>
          <a:prstGeom prst="rect">
            <a:avLst/>
          </a:prstGeom>
          <a:solidFill>
            <a:srgbClr val="E4E8EB"/>
          </a:solidFill>
          <a:ln w="9525">
            <a:solidFill>
              <a:srgbClr val="A9B1B6"/>
            </a:solidFill>
          </a:ln>
        </p:spPr>
      </p:sp>
      <p:sp>
        <p:nvSpPr>
          <p:cNvPr id="11" name="shape-197">
            <a:extLst>
              <a:ext uri="{FF2B5EF4-FFF2-40B4-BE49-F238E27FC236}">
                <a16:creationId xmlns:a16="http://schemas.microsoft.com/office/drawing/2014/main" id="{F682A4C5-8E69-4D6E-BA67-D30808F7CCFE}"/>
              </a:ext>
            </a:extLst>
          </p:cNvPr>
          <p:cNvSpPr>
            <a:spLocks noGrp="1"/>
          </p:cNvSpPr>
          <p:nvPr/>
        </p:nvSpPr>
        <p:spPr>
          <a:xfrm>
            <a:off x="2819400" y="2819400"/>
            <a:ext cx="628650" cy="628650"/>
          </a:xfrm>
          <a:prstGeom prst="rect">
            <a:avLst/>
          </a:prstGeom>
          <a:solidFill>
            <a:srgbClr val="E4E8EB"/>
          </a:solidFill>
          <a:ln w="9525">
            <a:solidFill>
              <a:srgbClr val="A9B1B6"/>
            </a:solidFill>
          </a:ln>
        </p:spPr>
      </p:sp>
      <p:sp>
        <p:nvSpPr>
          <p:cNvPr id="12" name="shape-198">
            <a:extLst>
              <a:ext uri="{FF2B5EF4-FFF2-40B4-BE49-F238E27FC236}">
                <a16:creationId xmlns:a16="http://schemas.microsoft.com/office/drawing/2014/main" id="{EACE9999-0B57-4B2F-82EB-2A72C814929F}"/>
              </a:ext>
            </a:extLst>
          </p:cNvPr>
          <p:cNvSpPr>
            <a:spLocks noGrp="1"/>
          </p:cNvSpPr>
          <p:nvPr/>
        </p:nvSpPr>
        <p:spPr>
          <a:xfrm>
            <a:off x="933450" y="3448050"/>
            <a:ext cx="628650" cy="628650"/>
          </a:xfrm>
          <a:prstGeom prst="rect">
            <a:avLst/>
          </a:prstGeom>
          <a:solidFill>
            <a:srgbClr val="FFFFFF"/>
          </a:solidFill>
          <a:ln w="9525">
            <a:solidFill>
              <a:srgbClr val="A9B1B6"/>
            </a:solidFill>
          </a:ln>
        </p:spPr>
      </p:sp>
      <p:sp>
        <p:nvSpPr>
          <p:cNvPr id="13" name="shape-199">
            <a:extLst>
              <a:ext uri="{FF2B5EF4-FFF2-40B4-BE49-F238E27FC236}">
                <a16:creationId xmlns:a16="http://schemas.microsoft.com/office/drawing/2014/main" id="{AB14B4F3-1183-4B26-A575-3332FF6BFE9A}"/>
              </a:ext>
            </a:extLst>
          </p:cNvPr>
          <p:cNvSpPr>
            <a:spLocks noGrp="1"/>
          </p:cNvSpPr>
          <p:nvPr/>
        </p:nvSpPr>
        <p:spPr>
          <a:xfrm>
            <a:off x="1562100" y="3448050"/>
            <a:ext cx="628650" cy="628650"/>
          </a:xfrm>
          <a:prstGeom prst="rect">
            <a:avLst/>
          </a:prstGeom>
          <a:solidFill>
            <a:srgbClr val="FFFFFF"/>
          </a:solidFill>
          <a:ln w="9525">
            <a:solidFill>
              <a:srgbClr val="A9B1B6"/>
            </a:solidFill>
          </a:ln>
        </p:spPr>
      </p:sp>
      <p:sp>
        <p:nvSpPr>
          <p:cNvPr id="14" name="shape-200">
            <a:extLst>
              <a:ext uri="{FF2B5EF4-FFF2-40B4-BE49-F238E27FC236}">
                <a16:creationId xmlns:a16="http://schemas.microsoft.com/office/drawing/2014/main" id="{D9A0E01B-D6D3-4A04-A4F3-C068583FE114}"/>
              </a:ext>
            </a:extLst>
          </p:cNvPr>
          <p:cNvSpPr>
            <a:spLocks noGrp="1"/>
          </p:cNvSpPr>
          <p:nvPr/>
        </p:nvSpPr>
        <p:spPr>
          <a:xfrm>
            <a:off x="2190750" y="3448050"/>
            <a:ext cx="628650" cy="628650"/>
          </a:xfrm>
          <a:prstGeom prst="rect">
            <a:avLst/>
          </a:prstGeom>
          <a:solidFill>
            <a:srgbClr val="E4E8EB"/>
          </a:solidFill>
          <a:ln w="9525">
            <a:solidFill>
              <a:srgbClr val="A9B1B6"/>
            </a:solidFill>
          </a:ln>
        </p:spPr>
      </p:sp>
      <p:sp>
        <p:nvSpPr>
          <p:cNvPr id="15" name="shape-201">
            <a:extLst>
              <a:ext uri="{FF2B5EF4-FFF2-40B4-BE49-F238E27FC236}">
                <a16:creationId xmlns:a16="http://schemas.microsoft.com/office/drawing/2014/main" id="{868D9D97-0528-45D2-B9B8-5C91EB1C30B6}"/>
              </a:ext>
            </a:extLst>
          </p:cNvPr>
          <p:cNvSpPr>
            <a:spLocks noGrp="1"/>
          </p:cNvSpPr>
          <p:nvPr/>
        </p:nvSpPr>
        <p:spPr>
          <a:xfrm>
            <a:off x="2819400" y="3448050"/>
            <a:ext cx="628650" cy="628650"/>
          </a:xfrm>
          <a:prstGeom prst="rect">
            <a:avLst/>
          </a:prstGeom>
          <a:solidFill>
            <a:srgbClr val="E4E8EB"/>
          </a:solidFill>
          <a:ln w="9525">
            <a:solidFill>
              <a:srgbClr val="A9B1B6"/>
            </a:solidFill>
          </a:ln>
        </p:spPr>
      </p:sp>
      <p:sp>
        <p:nvSpPr>
          <p:cNvPr id="16" name="shape-202">
            <a:extLst>
              <a:ext uri="{FF2B5EF4-FFF2-40B4-BE49-F238E27FC236}">
                <a16:creationId xmlns:a16="http://schemas.microsoft.com/office/drawing/2014/main" id="{28093332-E228-4E28-B687-206E4234CC2C}"/>
              </a:ext>
            </a:extLst>
          </p:cNvPr>
          <p:cNvSpPr>
            <a:spLocks noGrp="1"/>
          </p:cNvSpPr>
          <p:nvPr/>
        </p:nvSpPr>
        <p:spPr>
          <a:xfrm>
            <a:off x="933450" y="4076700"/>
            <a:ext cx="628650" cy="628650"/>
          </a:xfrm>
          <a:prstGeom prst="rect">
            <a:avLst/>
          </a:prstGeom>
          <a:solidFill>
            <a:srgbClr val="E4E8EB"/>
          </a:solidFill>
          <a:ln w="9525">
            <a:solidFill>
              <a:srgbClr val="A9B1B6"/>
            </a:solidFill>
          </a:ln>
        </p:spPr>
      </p:sp>
      <p:sp>
        <p:nvSpPr>
          <p:cNvPr id="17" name="shape-203">
            <a:extLst>
              <a:ext uri="{FF2B5EF4-FFF2-40B4-BE49-F238E27FC236}">
                <a16:creationId xmlns:a16="http://schemas.microsoft.com/office/drawing/2014/main" id="{62336EA8-43D3-4F94-9ACD-F8B18722D53B}"/>
              </a:ext>
            </a:extLst>
          </p:cNvPr>
          <p:cNvSpPr>
            <a:spLocks noGrp="1"/>
          </p:cNvSpPr>
          <p:nvPr/>
        </p:nvSpPr>
        <p:spPr>
          <a:xfrm>
            <a:off x="1562100" y="4076700"/>
            <a:ext cx="628650" cy="628650"/>
          </a:xfrm>
          <a:prstGeom prst="rect">
            <a:avLst/>
          </a:prstGeom>
          <a:solidFill>
            <a:srgbClr val="E4E8EB"/>
          </a:solidFill>
          <a:ln w="9525">
            <a:solidFill>
              <a:srgbClr val="A9B1B6"/>
            </a:solidFill>
          </a:ln>
        </p:spPr>
      </p:sp>
      <p:sp>
        <p:nvSpPr>
          <p:cNvPr id="18" name="shape-204">
            <a:extLst>
              <a:ext uri="{FF2B5EF4-FFF2-40B4-BE49-F238E27FC236}">
                <a16:creationId xmlns:a16="http://schemas.microsoft.com/office/drawing/2014/main" id="{0C1D0D18-0775-4011-942B-83B8CF3DA7DA}"/>
              </a:ext>
            </a:extLst>
          </p:cNvPr>
          <p:cNvSpPr>
            <a:spLocks noGrp="1"/>
          </p:cNvSpPr>
          <p:nvPr/>
        </p:nvSpPr>
        <p:spPr>
          <a:xfrm>
            <a:off x="2190750" y="4076700"/>
            <a:ext cx="628650" cy="628650"/>
          </a:xfrm>
          <a:prstGeom prst="rect">
            <a:avLst/>
          </a:prstGeom>
          <a:solidFill>
            <a:srgbClr val="E4E8EB"/>
          </a:solidFill>
          <a:ln w="9525">
            <a:solidFill>
              <a:srgbClr val="A9B1B6"/>
            </a:solidFill>
          </a:ln>
        </p:spPr>
      </p:sp>
      <p:sp>
        <p:nvSpPr>
          <p:cNvPr id="19" name="shape-205">
            <a:extLst>
              <a:ext uri="{FF2B5EF4-FFF2-40B4-BE49-F238E27FC236}">
                <a16:creationId xmlns:a16="http://schemas.microsoft.com/office/drawing/2014/main" id="{BF3ED379-FF44-47A3-9ED8-8CBB37B94695}"/>
              </a:ext>
            </a:extLst>
          </p:cNvPr>
          <p:cNvSpPr>
            <a:spLocks noGrp="1"/>
          </p:cNvSpPr>
          <p:nvPr/>
        </p:nvSpPr>
        <p:spPr>
          <a:xfrm>
            <a:off x="2819400" y="4076700"/>
            <a:ext cx="628650" cy="628650"/>
          </a:xfrm>
          <a:prstGeom prst="rect">
            <a:avLst/>
          </a:prstGeom>
          <a:solidFill>
            <a:srgbClr val="E4E8EB"/>
          </a:solidFill>
          <a:ln w="9525">
            <a:solidFill>
              <a:srgbClr val="A9B1B6"/>
            </a:solidFill>
          </a:ln>
        </p:spPr>
      </p:sp>
      <p:sp>
        <p:nvSpPr>
          <p:cNvPr id="20" name="shape-206">
            <a:extLst>
              <a:ext uri="{FF2B5EF4-FFF2-40B4-BE49-F238E27FC236}">
                <a16:creationId xmlns:a16="http://schemas.microsoft.com/office/drawing/2014/main" id="{2AB159B3-D6A5-4A5F-9D9F-4D8A7ACDB154}"/>
              </a:ext>
            </a:extLst>
          </p:cNvPr>
          <p:cNvSpPr>
            <a:spLocks noGrp="1"/>
          </p:cNvSpPr>
          <p:nvPr/>
        </p:nvSpPr>
        <p:spPr>
          <a:xfrm>
            <a:off x="933450" y="4705350"/>
            <a:ext cx="628650" cy="628650"/>
          </a:xfrm>
          <a:prstGeom prst="rect">
            <a:avLst/>
          </a:prstGeom>
          <a:solidFill>
            <a:srgbClr val="E4E8EB"/>
          </a:solidFill>
          <a:ln w="9525">
            <a:solidFill>
              <a:srgbClr val="A9B1B6"/>
            </a:solidFill>
          </a:ln>
        </p:spPr>
      </p:sp>
      <p:sp>
        <p:nvSpPr>
          <p:cNvPr id="21" name="shape-207">
            <a:extLst>
              <a:ext uri="{FF2B5EF4-FFF2-40B4-BE49-F238E27FC236}">
                <a16:creationId xmlns:a16="http://schemas.microsoft.com/office/drawing/2014/main" id="{4B6714C0-FF3F-4164-B867-ADD451E094C2}"/>
              </a:ext>
            </a:extLst>
          </p:cNvPr>
          <p:cNvSpPr>
            <a:spLocks noGrp="1"/>
          </p:cNvSpPr>
          <p:nvPr/>
        </p:nvSpPr>
        <p:spPr>
          <a:xfrm>
            <a:off x="1562100" y="4705350"/>
            <a:ext cx="628650" cy="628650"/>
          </a:xfrm>
          <a:prstGeom prst="rect">
            <a:avLst/>
          </a:prstGeom>
          <a:solidFill>
            <a:srgbClr val="E4E8EB"/>
          </a:solidFill>
          <a:ln w="9525">
            <a:solidFill>
              <a:srgbClr val="A9B1B6"/>
            </a:solidFill>
          </a:ln>
        </p:spPr>
      </p:sp>
      <p:sp>
        <p:nvSpPr>
          <p:cNvPr id="22" name="shape-208">
            <a:extLst>
              <a:ext uri="{FF2B5EF4-FFF2-40B4-BE49-F238E27FC236}">
                <a16:creationId xmlns:a16="http://schemas.microsoft.com/office/drawing/2014/main" id="{F45B1ECE-95AA-49A8-9B11-1D0FAE87415D}"/>
              </a:ext>
            </a:extLst>
          </p:cNvPr>
          <p:cNvSpPr>
            <a:spLocks noGrp="1"/>
          </p:cNvSpPr>
          <p:nvPr/>
        </p:nvSpPr>
        <p:spPr>
          <a:xfrm>
            <a:off x="2190750" y="4705350"/>
            <a:ext cx="628650" cy="628650"/>
          </a:xfrm>
          <a:prstGeom prst="rect">
            <a:avLst/>
          </a:prstGeom>
          <a:solidFill>
            <a:srgbClr val="E4E8EB"/>
          </a:solidFill>
          <a:ln w="9525">
            <a:solidFill>
              <a:srgbClr val="A9B1B6"/>
            </a:solidFill>
          </a:ln>
        </p:spPr>
      </p:sp>
      <p:sp>
        <p:nvSpPr>
          <p:cNvPr id="23" name="shape-209">
            <a:extLst>
              <a:ext uri="{FF2B5EF4-FFF2-40B4-BE49-F238E27FC236}">
                <a16:creationId xmlns:a16="http://schemas.microsoft.com/office/drawing/2014/main" id="{A00DEFCA-9D23-4760-8E86-664F3B11E020}"/>
              </a:ext>
            </a:extLst>
          </p:cNvPr>
          <p:cNvSpPr>
            <a:spLocks noGrp="1"/>
          </p:cNvSpPr>
          <p:nvPr/>
        </p:nvSpPr>
        <p:spPr>
          <a:xfrm>
            <a:off x="2819400" y="4705350"/>
            <a:ext cx="628650" cy="628650"/>
          </a:xfrm>
          <a:prstGeom prst="rect">
            <a:avLst/>
          </a:prstGeom>
          <a:solidFill>
            <a:srgbClr val="E4E8EB"/>
          </a:solidFill>
          <a:ln w="9525">
            <a:solidFill>
              <a:srgbClr val="A9B1B6"/>
            </a:solidFill>
          </a:ln>
        </p:spPr>
      </p:sp>
      <p:sp>
        <p:nvSpPr>
          <p:cNvPr id="24" name="shape-210">
            <a:extLst>
              <a:ext uri="{FF2B5EF4-FFF2-40B4-BE49-F238E27FC236}">
                <a16:creationId xmlns:a16="http://schemas.microsoft.com/office/drawing/2014/main" id="{F6FBBE16-5ADC-449E-B02D-BF7597C9992C}"/>
              </a:ext>
            </a:extLst>
          </p:cNvPr>
          <p:cNvSpPr>
            <a:spLocks noGrp="1"/>
          </p:cNvSpPr>
          <p:nvPr/>
        </p:nvSpPr>
        <p:spPr>
          <a:xfrm>
            <a:off x="800100" y="5572125"/>
            <a:ext cx="3228975" cy="3619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① 첫 0: 좌상 채움</a:t>
            </a:r>
          </a:p>
        </p:txBody>
      </p:sp>
      <p:sp>
        <p:nvSpPr>
          <p:cNvPr id="25" name="shape-211">
            <a:extLst>
              <a:ext uri="{FF2B5EF4-FFF2-40B4-BE49-F238E27FC236}">
                <a16:creationId xmlns:a16="http://schemas.microsoft.com/office/drawing/2014/main" id="{FD8ABB51-0EC3-42D3-831B-74D3A61787FC}"/>
              </a:ext>
            </a:extLst>
          </p:cNvPr>
          <p:cNvSpPr>
            <a:spLocks noGrp="1"/>
          </p:cNvSpPr>
          <p:nvPr/>
        </p:nvSpPr>
        <p:spPr>
          <a:xfrm>
            <a:off x="4676775" y="2819400"/>
            <a:ext cx="628650" cy="628650"/>
          </a:xfrm>
          <a:prstGeom prst="rect">
            <a:avLst/>
          </a:prstGeom>
          <a:solidFill>
            <a:srgbClr val="FFFFFF"/>
          </a:solidFill>
          <a:ln w="9525">
            <a:solidFill>
              <a:srgbClr val="A9B1B6"/>
            </a:solidFill>
          </a:ln>
        </p:spPr>
      </p:sp>
      <p:sp>
        <p:nvSpPr>
          <p:cNvPr id="26" name="shape-212">
            <a:extLst>
              <a:ext uri="{FF2B5EF4-FFF2-40B4-BE49-F238E27FC236}">
                <a16:creationId xmlns:a16="http://schemas.microsoft.com/office/drawing/2014/main" id="{85372E0F-55A4-45B1-BD4E-E9D7048D8DF8}"/>
              </a:ext>
            </a:extLst>
          </p:cNvPr>
          <p:cNvSpPr>
            <a:spLocks noGrp="1"/>
          </p:cNvSpPr>
          <p:nvPr/>
        </p:nvSpPr>
        <p:spPr>
          <a:xfrm>
            <a:off x="5305425" y="2819400"/>
            <a:ext cx="628650" cy="628650"/>
          </a:xfrm>
          <a:prstGeom prst="rect">
            <a:avLst/>
          </a:prstGeom>
          <a:solidFill>
            <a:srgbClr val="FFFFFF"/>
          </a:solidFill>
          <a:ln w="9525">
            <a:solidFill>
              <a:srgbClr val="A9B1B6"/>
            </a:solidFill>
          </a:ln>
        </p:spPr>
      </p:sp>
      <p:sp>
        <p:nvSpPr>
          <p:cNvPr id="27" name="shape-213">
            <a:extLst>
              <a:ext uri="{FF2B5EF4-FFF2-40B4-BE49-F238E27FC236}">
                <a16:creationId xmlns:a16="http://schemas.microsoft.com/office/drawing/2014/main" id="{B9D4A2EF-C2BE-41E7-9208-715F86ADF21D}"/>
              </a:ext>
            </a:extLst>
          </p:cNvPr>
          <p:cNvSpPr>
            <a:spLocks noGrp="1"/>
          </p:cNvSpPr>
          <p:nvPr/>
        </p:nvSpPr>
        <p:spPr>
          <a:xfrm>
            <a:off x="5934075" y="2819400"/>
            <a:ext cx="628650" cy="628650"/>
          </a:xfrm>
          <a:prstGeom prst="rect">
            <a:avLst/>
          </a:prstGeom>
          <a:solidFill>
            <a:srgbClr val="26323B"/>
          </a:solidFill>
          <a:ln w="9525">
            <a:solidFill>
              <a:srgbClr val="A9B1B6"/>
            </a:solidFill>
          </a:ln>
        </p:spPr>
      </p:sp>
      <p:sp>
        <p:nvSpPr>
          <p:cNvPr id="28" name="shape-214">
            <a:extLst>
              <a:ext uri="{FF2B5EF4-FFF2-40B4-BE49-F238E27FC236}">
                <a16:creationId xmlns:a16="http://schemas.microsoft.com/office/drawing/2014/main" id="{8309F51F-3913-4A92-976F-E53DB43E486D}"/>
              </a:ext>
            </a:extLst>
          </p:cNvPr>
          <p:cNvSpPr>
            <a:spLocks noGrp="1"/>
          </p:cNvSpPr>
          <p:nvPr/>
        </p:nvSpPr>
        <p:spPr>
          <a:xfrm>
            <a:off x="6562725" y="2819400"/>
            <a:ext cx="628650" cy="628650"/>
          </a:xfrm>
          <a:prstGeom prst="rect">
            <a:avLst/>
          </a:prstGeom>
          <a:solidFill>
            <a:srgbClr val="26323B"/>
          </a:solidFill>
          <a:ln w="9525">
            <a:solidFill>
              <a:srgbClr val="A9B1B6"/>
            </a:solidFill>
          </a:ln>
        </p:spPr>
      </p:sp>
      <p:sp>
        <p:nvSpPr>
          <p:cNvPr id="29" name="shape-215">
            <a:extLst>
              <a:ext uri="{FF2B5EF4-FFF2-40B4-BE49-F238E27FC236}">
                <a16:creationId xmlns:a16="http://schemas.microsoft.com/office/drawing/2014/main" id="{77B80D04-9AAA-4D46-B06A-30F158E535A9}"/>
              </a:ext>
            </a:extLst>
          </p:cNvPr>
          <p:cNvSpPr>
            <a:spLocks noGrp="1"/>
          </p:cNvSpPr>
          <p:nvPr/>
        </p:nvSpPr>
        <p:spPr>
          <a:xfrm>
            <a:off x="4676775" y="3448050"/>
            <a:ext cx="628650" cy="628650"/>
          </a:xfrm>
          <a:prstGeom prst="rect">
            <a:avLst/>
          </a:prstGeom>
          <a:solidFill>
            <a:srgbClr val="FFFFFF"/>
          </a:solidFill>
          <a:ln w="9525">
            <a:solidFill>
              <a:srgbClr val="A9B1B6"/>
            </a:solidFill>
          </a:ln>
        </p:spPr>
      </p:sp>
      <p:sp>
        <p:nvSpPr>
          <p:cNvPr id="30" name="shape-216">
            <a:extLst>
              <a:ext uri="{FF2B5EF4-FFF2-40B4-BE49-F238E27FC236}">
                <a16:creationId xmlns:a16="http://schemas.microsoft.com/office/drawing/2014/main" id="{C2E5F808-621D-4AE5-9E22-95C4DBE5DE16}"/>
              </a:ext>
            </a:extLst>
          </p:cNvPr>
          <p:cNvSpPr>
            <a:spLocks noGrp="1"/>
          </p:cNvSpPr>
          <p:nvPr/>
        </p:nvSpPr>
        <p:spPr>
          <a:xfrm>
            <a:off x="5305425" y="3448050"/>
            <a:ext cx="628650" cy="628650"/>
          </a:xfrm>
          <a:prstGeom prst="rect">
            <a:avLst/>
          </a:prstGeom>
          <a:solidFill>
            <a:srgbClr val="FFFFFF"/>
          </a:solidFill>
          <a:ln w="9525">
            <a:solidFill>
              <a:srgbClr val="A9B1B6"/>
            </a:solidFill>
          </a:ln>
        </p:spPr>
      </p:sp>
      <p:sp>
        <p:nvSpPr>
          <p:cNvPr id="31" name="shape-217">
            <a:extLst>
              <a:ext uri="{FF2B5EF4-FFF2-40B4-BE49-F238E27FC236}">
                <a16:creationId xmlns:a16="http://schemas.microsoft.com/office/drawing/2014/main" id="{066D0AE8-3606-45A8-BDE6-1D206FA6695E}"/>
              </a:ext>
            </a:extLst>
          </p:cNvPr>
          <p:cNvSpPr>
            <a:spLocks noGrp="1"/>
          </p:cNvSpPr>
          <p:nvPr/>
        </p:nvSpPr>
        <p:spPr>
          <a:xfrm>
            <a:off x="5934075" y="3448050"/>
            <a:ext cx="628650" cy="628650"/>
          </a:xfrm>
          <a:prstGeom prst="rect">
            <a:avLst/>
          </a:prstGeom>
          <a:solidFill>
            <a:srgbClr val="26323B"/>
          </a:solidFill>
          <a:ln w="9525">
            <a:solidFill>
              <a:srgbClr val="A9B1B6"/>
            </a:solidFill>
          </a:ln>
        </p:spPr>
      </p:sp>
      <p:sp>
        <p:nvSpPr>
          <p:cNvPr id="32" name="shape-218">
            <a:extLst>
              <a:ext uri="{FF2B5EF4-FFF2-40B4-BE49-F238E27FC236}">
                <a16:creationId xmlns:a16="http://schemas.microsoft.com/office/drawing/2014/main" id="{0AFFA09E-5B2E-4AB2-B0C9-E43040977DB6}"/>
              </a:ext>
            </a:extLst>
          </p:cNvPr>
          <p:cNvSpPr>
            <a:spLocks noGrp="1"/>
          </p:cNvSpPr>
          <p:nvPr/>
        </p:nvSpPr>
        <p:spPr>
          <a:xfrm>
            <a:off x="6562725" y="3448050"/>
            <a:ext cx="628650" cy="628650"/>
          </a:xfrm>
          <a:prstGeom prst="rect">
            <a:avLst/>
          </a:prstGeom>
          <a:solidFill>
            <a:srgbClr val="26323B"/>
          </a:solidFill>
          <a:ln w="9525">
            <a:solidFill>
              <a:srgbClr val="A9B1B6"/>
            </a:solidFill>
          </a:ln>
        </p:spPr>
      </p:sp>
      <p:sp>
        <p:nvSpPr>
          <p:cNvPr id="33" name="shape-219">
            <a:extLst>
              <a:ext uri="{FF2B5EF4-FFF2-40B4-BE49-F238E27FC236}">
                <a16:creationId xmlns:a16="http://schemas.microsoft.com/office/drawing/2014/main" id="{35DF293E-9AF4-4269-8201-C4341AD108E3}"/>
              </a:ext>
            </a:extLst>
          </p:cNvPr>
          <p:cNvSpPr>
            <a:spLocks noGrp="1"/>
          </p:cNvSpPr>
          <p:nvPr/>
        </p:nvSpPr>
        <p:spPr>
          <a:xfrm>
            <a:off x="4676775" y="4076700"/>
            <a:ext cx="628650" cy="628650"/>
          </a:xfrm>
          <a:prstGeom prst="rect">
            <a:avLst/>
          </a:prstGeom>
          <a:solidFill>
            <a:srgbClr val="E4E8EB"/>
          </a:solidFill>
          <a:ln w="9525">
            <a:solidFill>
              <a:srgbClr val="A9B1B6"/>
            </a:solidFill>
          </a:ln>
        </p:spPr>
      </p:sp>
      <p:sp>
        <p:nvSpPr>
          <p:cNvPr id="34" name="shape-220">
            <a:extLst>
              <a:ext uri="{FF2B5EF4-FFF2-40B4-BE49-F238E27FC236}">
                <a16:creationId xmlns:a16="http://schemas.microsoft.com/office/drawing/2014/main" id="{2EEE894B-1821-49DC-8CA5-6F05AA53A653}"/>
              </a:ext>
            </a:extLst>
          </p:cNvPr>
          <p:cNvSpPr>
            <a:spLocks noGrp="1"/>
          </p:cNvSpPr>
          <p:nvPr/>
        </p:nvSpPr>
        <p:spPr>
          <a:xfrm>
            <a:off x="5305425" y="4076700"/>
            <a:ext cx="628650" cy="628650"/>
          </a:xfrm>
          <a:prstGeom prst="rect">
            <a:avLst/>
          </a:prstGeom>
          <a:solidFill>
            <a:srgbClr val="E4E8EB"/>
          </a:solidFill>
          <a:ln w="9525">
            <a:solidFill>
              <a:srgbClr val="A9B1B6"/>
            </a:solidFill>
          </a:ln>
        </p:spPr>
      </p:sp>
      <p:sp>
        <p:nvSpPr>
          <p:cNvPr id="35" name="shape-221">
            <a:extLst>
              <a:ext uri="{FF2B5EF4-FFF2-40B4-BE49-F238E27FC236}">
                <a16:creationId xmlns:a16="http://schemas.microsoft.com/office/drawing/2014/main" id="{17A8A360-996B-4E5E-BECA-98EC79915740}"/>
              </a:ext>
            </a:extLst>
          </p:cNvPr>
          <p:cNvSpPr>
            <a:spLocks noGrp="1"/>
          </p:cNvSpPr>
          <p:nvPr/>
        </p:nvSpPr>
        <p:spPr>
          <a:xfrm>
            <a:off x="5934075" y="4076700"/>
            <a:ext cx="628650" cy="628650"/>
          </a:xfrm>
          <a:prstGeom prst="rect">
            <a:avLst/>
          </a:prstGeom>
          <a:solidFill>
            <a:srgbClr val="E4E8EB"/>
          </a:solidFill>
          <a:ln w="9525">
            <a:solidFill>
              <a:srgbClr val="A9B1B6"/>
            </a:solidFill>
          </a:ln>
        </p:spPr>
      </p:sp>
      <p:sp>
        <p:nvSpPr>
          <p:cNvPr id="36" name="shape-222">
            <a:extLst>
              <a:ext uri="{FF2B5EF4-FFF2-40B4-BE49-F238E27FC236}">
                <a16:creationId xmlns:a16="http://schemas.microsoft.com/office/drawing/2014/main" id="{291EE12F-61A2-4808-A453-24B067E80080}"/>
              </a:ext>
            </a:extLst>
          </p:cNvPr>
          <p:cNvSpPr>
            <a:spLocks noGrp="1"/>
          </p:cNvSpPr>
          <p:nvPr/>
        </p:nvSpPr>
        <p:spPr>
          <a:xfrm>
            <a:off x="6562725" y="4076700"/>
            <a:ext cx="628650" cy="628650"/>
          </a:xfrm>
          <a:prstGeom prst="rect">
            <a:avLst/>
          </a:prstGeom>
          <a:solidFill>
            <a:srgbClr val="E4E8EB"/>
          </a:solidFill>
          <a:ln w="9525">
            <a:solidFill>
              <a:srgbClr val="A9B1B6"/>
            </a:solidFill>
          </a:ln>
        </p:spPr>
      </p:sp>
      <p:sp>
        <p:nvSpPr>
          <p:cNvPr id="37" name="shape-223">
            <a:extLst>
              <a:ext uri="{FF2B5EF4-FFF2-40B4-BE49-F238E27FC236}">
                <a16:creationId xmlns:a16="http://schemas.microsoft.com/office/drawing/2014/main" id="{CDBF1A01-1E1F-499C-BB50-B433ACB3AD52}"/>
              </a:ext>
            </a:extLst>
          </p:cNvPr>
          <p:cNvSpPr>
            <a:spLocks noGrp="1"/>
          </p:cNvSpPr>
          <p:nvPr/>
        </p:nvSpPr>
        <p:spPr>
          <a:xfrm>
            <a:off x="4676775" y="4705350"/>
            <a:ext cx="628650" cy="628650"/>
          </a:xfrm>
          <a:prstGeom prst="rect">
            <a:avLst/>
          </a:prstGeom>
          <a:solidFill>
            <a:srgbClr val="E4E8EB"/>
          </a:solidFill>
          <a:ln w="9525">
            <a:solidFill>
              <a:srgbClr val="A9B1B6"/>
            </a:solidFill>
          </a:ln>
        </p:spPr>
      </p:sp>
      <p:sp>
        <p:nvSpPr>
          <p:cNvPr id="38" name="shape-224">
            <a:extLst>
              <a:ext uri="{FF2B5EF4-FFF2-40B4-BE49-F238E27FC236}">
                <a16:creationId xmlns:a16="http://schemas.microsoft.com/office/drawing/2014/main" id="{F1D99380-6601-4927-A1EE-2CC4FA8ABFED}"/>
              </a:ext>
            </a:extLst>
          </p:cNvPr>
          <p:cNvSpPr>
            <a:spLocks noGrp="1"/>
          </p:cNvSpPr>
          <p:nvPr/>
        </p:nvSpPr>
        <p:spPr>
          <a:xfrm>
            <a:off x="5305425" y="4705350"/>
            <a:ext cx="628650" cy="628650"/>
          </a:xfrm>
          <a:prstGeom prst="rect">
            <a:avLst/>
          </a:prstGeom>
          <a:solidFill>
            <a:srgbClr val="E4E8EB"/>
          </a:solidFill>
          <a:ln w="9525">
            <a:solidFill>
              <a:srgbClr val="A9B1B6"/>
            </a:solidFill>
          </a:ln>
        </p:spPr>
      </p:sp>
      <p:sp>
        <p:nvSpPr>
          <p:cNvPr id="39" name="shape-225">
            <a:extLst>
              <a:ext uri="{FF2B5EF4-FFF2-40B4-BE49-F238E27FC236}">
                <a16:creationId xmlns:a16="http://schemas.microsoft.com/office/drawing/2014/main" id="{4BC30B7E-6E5C-449C-899B-1CE6C4EC6BE0}"/>
              </a:ext>
            </a:extLst>
          </p:cNvPr>
          <p:cNvSpPr>
            <a:spLocks noGrp="1"/>
          </p:cNvSpPr>
          <p:nvPr/>
        </p:nvSpPr>
        <p:spPr>
          <a:xfrm>
            <a:off x="5934075" y="4705350"/>
            <a:ext cx="628650" cy="628650"/>
          </a:xfrm>
          <a:prstGeom prst="rect">
            <a:avLst/>
          </a:prstGeom>
          <a:solidFill>
            <a:srgbClr val="E4E8EB"/>
          </a:solidFill>
          <a:ln w="9525">
            <a:solidFill>
              <a:srgbClr val="A9B1B6"/>
            </a:solidFill>
          </a:ln>
        </p:spPr>
      </p:sp>
      <p:sp>
        <p:nvSpPr>
          <p:cNvPr id="40" name="shape-226">
            <a:extLst>
              <a:ext uri="{FF2B5EF4-FFF2-40B4-BE49-F238E27FC236}">
                <a16:creationId xmlns:a16="http://schemas.microsoft.com/office/drawing/2014/main" id="{F6448882-6D12-4AF4-B019-FE414CEA938E}"/>
              </a:ext>
            </a:extLst>
          </p:cNvPr>
          <p:cNvSpPr>
            <a:spLocks noGrp="1"/>
          </p:cNvSpPr>
          <p:nvPr/>
        </p:nvSpPr>
        <p:spPr>
          <a:xfrm>
            <a:off x="6562725" y="4705350"/>
            <a:ext cx="628650" cy="628650"/>
          </a:xfrm>
          <a:prstGeom prst="rect">
            <a:avLst/>
          </a:prstGeom>
          <a:solidFill>
            <a:srgbClr val="E4E8EB"/>
          </a:solidFill>
          <a:ln w="9525">
            <a:solidFill>
              <a:srgbClr val="A9B1B6"/>
            </a:solidFill>
          </a:ln>
        </p:spPr>
      </p:sp>
      <p:sp>
        <p:nvSpPr>
          <p:cNvPr id="41" name="shape-227">
            <a:extLst>
              <a:ext uri="{FF2B5EF4-FFF2-40B4-BE49-F238E27FC236}">
                <a16:creationId xmlns:a16="http://schemas.microsoft.com/office/drawing/2014/main" id="{DC5A2B6C-3A45-4BB5-86E6-AFA35E8FD176}"/>
              </a:ext>
            </a:extLst>
          </p:cNvPr>
          <p:cNvSpPr>
            <a:spLocks noGrp="1"/>
          </p:cNvSpPr>
          <p:nvPr/>
        </p:nvSpPr>
        <p:spPr>
          <a:xfrm>
            <a:off x="4543425" y="5572125"/>
            <a:ext cx="3228975" cy="3619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② 다음 1: 우상 채움</a:t>
            </a:r>
          </a:p>
        </p:txBody>
      </p:sp>
      <p:sp>
        <p:nvSpPr>
          <p:cNvPr id="42" name="shape-228">
            <a:extLst>
              <a:ext uri="{FF2B5EF4-FFF2-40B4-BE49-F238E27FC236}">
                <a16:creationId xmlns:a16="http://schemas.microsoft.com/office/drawing/2014/main" id="{257A95CE-68F1-49DF-A538-14E9CDE0244D}"/>
              </a:ext>
            </a:extLst>
          </p:cNvPr>
          <p:cNvSpPr>
            <a:spLocks noGrp="1"/>
          </p:cNvSpPr>
          <p:nvPr/>
        </p:nvSpPr>
        <p:spPr>
          <a:xfrm>
            <a:off x="8420100" y="2819400"/>
            <a:ext cx="628650" cy="628650"/>
          </a:xfrm>
          <a:prstGeom prst="rect">
            <a:avLst/>
          </a:prstGeom>
          <a:solidFill>
            <a:srgbClr val="FFFFFF"/>
          </a:solidFill>
          <a:ln w="9525">
            <a:solidFill>
              <a:srgbClr val="A9B1B6"/>
            </a:solidFill>
          </a:ln>
        </p:spPr>
      </p:sp>
      <p:sp>
        <p:nvSpPr>
          <p:cNvPr id="43" name="shape-229">
            <a:extLst>
              <a:ext uri="{FF2B5EF4-FFF2-40B4-BE49-F238E27FC236}">
                <a16:creationId xmlns:a16="http://schemas.microsoft.com/office/drawing/2014/main" id="{1A08632C-25CE-43F5-856E-8D60A7348459}"/>
              </a:ext>
            </a:extLst>
          </p:cNvPr>
          <p:cNvSpPr>
            <a:spLocks noGrp="1"/>
          </p:cNvSpPr>
          <p:nvPr/>
        </p:nvSpPr>
        <p:spPr>
          <a:xfrm>
            <a:off x="9048750" y="2819400"/>
            <a:ext cx="628650" cy="628650"/>
          </a:xfrm>
          <a:prstGeom prst="rect">
            <a:avLst/>
          </a:prstGeom>
          <a:solidFill>
            <a:srgbClr val="FFFFFF"/>
          </a:solidFill>
          <a:ln w="9525">
            <a:solidFill>
              <a:srgbClr val="A9B1B6"/>
            </a:solidFill>
          </a:ln>
        </p:spPr>
      </p:sp>
      <p:sp>
        <p:nvSpPr>
          <p:cNvPr id="44" name="shape-230">
            <a:extLst>
              <a:ext uri="{FF2B5EF4-FFF2-40B4-BE49-F238E27FC236}">
                <a16:creationId xmlns:a16="http://schemas.microsoft.com/office/drawing/2014/main" id="{90181037-DB5A-4B24-A286-433B935D10AC}"/>
              </a:ext>
            </a:extLst>
          </p:cNvPr>
          <p:cNvSpPr>
            <a:spLocks noGrp="1"/>
          </p:cNvSpPr>
          <p:nvPr/>
        </p:nvSpPr>
        <p:spPr>
          <a:xfrm>
            <a:off x="9677400" y="2819400"/>
            <a:ext cx="628650" cy="628650"/>
          </a:xfrm>
          <a:prstGeom prst="rect">
            <a:avLst/>
          </a:prstGeom>
          <a:solidFill>
            <a:srgbClr val="26323B"/>
          </a:solidFill>
          <a:ln w="9525">
            <a:solidFill>
              <a:srgbClr val="A9B1B6"/>
            </a:solidFill>
          </a:ln>
        </p:spPr>
      </p:sp>
      <p:sp>
        <p:nvSpPr>
          <p:cNvPr id="45" name="shape-231">
            <a:extLst>
              <a:ext uri="{FF2B5EF4-FFF2-40B4-BE49-F238E27FC236}">
                <a16:creationId xmlns:a16="http://schemas.microsoft.com/office/drawing/2014/main" id="{F3CD9D12-D0FE-4A7F-A806-6B410E984E52}"/>
              </a:ext>
            </a:extLst>
          </p:cNvPr>
          <p:cNvSpPr>
            <a:spLocks noGrp="1"/>
          </p:cNvSpPr>
          <p:nvPr/>
        </p:nvSpPr>
        <p:spPr>
          <a:xfrm>
            <a:off x="10306050" y="2819400"/>
            <a:ext cx="628650" cy="628650"/>
          </a:xfrm>
          <a:prstGeom prst="rect">
            <a:avLst/>
          </a:prstGeom>
          <a:solidFill>
            <a:srgbClr val="26323B"/>
          </a:solidFill>
          <a:ln w="9525">
            <a:solidFill>
              <a:srgbClr val="A9B1B6"/>
            </a:solidFill>
          </a:ln>
        </p:spPr>
      </p:sp>
      <p:sp>
        <p:nvSpPr>
          <p:cNvPr id="46" name="shape-232">
            <a:extLst>
              <a:ext uri="{FF2B5EF4-FFF2-40B4-BE49-F238E27FC236}">
                <a16:creationId xmlns:a16="http://schemas.microsoft.com/office/drawing/2014/main" id="{BBEB8580-C941-4CC3-9B78-A0082A6BCACA}"/>
              </a:ext>
            </a:extLst>
          </p:cNvPr>
          <p:cNvSpPr>
            <a:spLocks noGrp="1"/>
          </p:cNvSpPr>
          <p:nvPr/>
        </p:nvSpPr>
        <p:spPr>
          <a:xfrm>
            <a:off x="8420100" y="3448050"/>
            <a:ext cx="628650" cy="628650"/>
          </a:xfrm>
          <a:prstGeom prst="rect">
            <a:avLst/>
          </a:prstGeom>
          <a:solidFill>
            <a:srgbClr val="FFFFFF"/>
          </a:solidFill>
          <a:ln w="9525">
            <a:solidFill>
              <a:srgbClr val="A9B1B6"/>
            </a:solidFill>
          </a:ln>
        </p:spPr>
      </p:sp>
      <p:sp>
        <p:nvSpPr>
          <p:cNvPr id="47" name="shape-233">
            <a:extLst>
              <a:ext uri="{FF2B5EF4-FFF2-40B4-BE49-F238E27FC236}">
                <a16:creationId xmlns:a16="http://schemas.microsoft.com/office/drawing/2014/main" id="{57BFB5B5-918D-4B89-B4F2-3DEE8A370590}"/>
              </a:ext>
            </a:extLst>
          </p:cNvPr>
          <p:cNvSpPr>
            <a:spLocks noGrp="1"/>
          </p:cNvSpPr>
          <p:nvPr/>
        </p:nvSpPr>
        <p:spPr>
          <a:xfrm>
            <a:off x="9048750" y="3448050"/>
            <a:ext cx="628650" cy="628650"/>
          </a:xfrm>
          <a:prstGeom prst="rect">
            <a:avLst/>
          </a:prstGeom>
          <a:solidFill>
            <a:srgbClr val="FFFFFF"/>
          </a:solidFill>
          <a:ln w="9525">
            <a:solidFill>
              <a:srgbClr val="A9B1B6"/>
            </a:solidFill>
          </a:ln>
        </p:spPr>
      </p:sp>
      <p:sp>
        <p:nvSpPr>
          <p:cNvPr id="48" name="shape-234">
            <a:extLst>
              <a:ext uri="{FF2B5EF4-FFF2-40B4-BE49-F238E27FC236}">
                <a16:creationId xmlns:a16="http://schemas.microsoft.com/office/drawing/2014/main" id="{662622AA-984F-4C55-926F-7C469527C927}"/>
              </a:ext>
            </a:extLst>
          </p:cNvPr>
          <p:cNvSpPr>
            <a:spLocks noGrp="1"/>
          </p:cNvSpPr>
          <p:nvPr/>
        </p:nvSpPr>
        <p:spPr>
          <a:xfrm>
            <a:off x="9677400" y="3448050"/>
            <a:ext cx="628650" cy="628650"/>
          </a:xfrm>
          <a:prstGeom prst="rect">
            <a:avLst/>
          </a:prstGeom>
          <a:solidFill>
            <a:srgbClr val="26323B"/>
          </a:solidFill>
          <a:ln w="9525">
            <a:solidFill>
              <a:srgbClr val="A9B1B6"/>
            </a:solidFill>
          </a:ln>
        </p:spPr>
      </p:sp>
      <p:sp>
        <p:nvSpPr>
          <p:cNvPr id="49" name="shape-235">
            <a:extLst>
              <a:ext uri="{FF2B5EF4-FFF2-40B4-BE49-F238E27FC236}">
                <a16:creationId xmlns:a16="http://schemas.microsoft.com/office/drawing/2014/main" id="{EB018C47-FE95-4FC4-B68C-BC766C5EDC11}"/>
              </a:ext>
            </a:extLst>
          </p:cNvPr>
          <p:cNvSpPr>
            <a:spLocks noGrp="1"/>
          </p:cNvSpPr>
          <p:nvPr/>
        </p:nvSpPr>
        <p:spPr>
          <a:xfrm>
            <a:off x="10306050" y="3448050"/>
            <a:ext cx="628650" cy="628650"/>
          </a:xfrm>
          <a:prstGeom prst="rect">
            <a:avLst/>
          </a:prstGeom>
          <a:solidFill>
            <a:srgbClr val="26323B"/>
          </a:solidFill>
          <a:ln w="9525">
            <a:solidFill>
              <a:srgbClr val="A9B1B6"/>
            </a:solidFill>
          </a:ln>
        </p:spPr>
      </p:sp>
      <p:sp>
        <p:nvSpPr>
          <p:cNvPr id="50" name="shape-236">
            <a:extLst>
              <a:ext uri="{FF2B5EF4-FFF2-40B4-BE49-F238E27FC236}">
                <a16:creationId xmlns:a16="http://schemas.microsoft.com/office/drawing/2014/main" id="{2DB711BA-C6F5-4D8C-A84A-C0E11CC4DBDC}"/>
              </a:ext>
            </a:extLst>
          </p:cNvPr>
          <p:cNvSpPr>
            <a:spLocks noGrp="1"/>
          </p:cNvSpPr>
          <p:nvPr/>
        </p:nvSpPr>
        <p:spPr>
          <a:xfrm>
            <a:off x="8420100" y="4076700"/>
            <a:ext cx="628650" cy="628650"/>
          </a:xfrm>
          <a:prstGeom prst="rect">
            <a:avLst/>
          </a:prstGeom>
          <a:solidFill>
            <a:srgbClr val="26323B"/>
          </a:solidFill>
          <a:ln w="9525">
            <a:solidFill>
              <a:srgbClr val="A9B1B6"/>
            </a:solidFill>
          </a:ln>
        </p:spPr>
      </p:sp>
      <p:sp>
        <p:nvSpPr>
          <p:cNvPr id="51" name="shape-237">
            <a:extLst>
              <a:ext uri="{FF2B5EF4-FFF2-40B4-BE49-F238E27FC236}">
                <a16:creationId xmlns:a16="http://schemas.microsoft.com/office/drawing/2014/main" id="{6EF9BCB9-FF18-4E15-9AC1-676D275B79AD}"/>
              </a:ext>
            </a:extLst>
          </p:cNvPr>
          <p:cNvSpPr>
            <a:spLocks noGrp="1"/>
          </p:cNvSpPr>
          <p:nvPr/>
        </p:nvSpPr>
        <p:spPr>
          <a:xfrm>
            <a:off x="9048750" y="4076700"/>
            <a:ext cx="628650" cy="628650"/>
          </a:xfrm>
          <a:prstGeom prst="rect">
            <a:avLst/>
          </a:prstGeom>
          <a:solidFill>
            <a:srgbClr val="26323B"/>
          </a:solidFill>
          <a:ln w="9525">
            <a:solidFill>
              <a:srgbClr val="A9B1B6"/>
            </a:solidFill>
          </a:ln>
        </p:spPr>
      </p:sp>
      <p:sp>
        <p:nvSpPr>
          <p:cNvPr id="52" name="shape-238">
            <a:extLst>
              <a:ext uri="{FF2B5EF4-FFF2-40B4-BE49-F238E27FC236}">
                <a16:creationId xmlns:a16="http://schemas.microsoft.com/office/drawing/2014/main" id="{DB414C22-D2AB-47B1-9DE3-1178C6C2CE94}"/>
              </a:ext>
            </a:extLst>
          </p:cNvPr>
          <p:cNvSpPr>
            <a:spLocks noGrp="1"/>
          </p:cNvSpPr>
          <p:nvPr/>
        </p:nvSpPr>
        <p:spPr>
          <a:xfrm>
            <a:off x="9677400" y="4076700"/>
            <a:ext cx="628650" cy="628650"/>
          </a:xfrm>
          <a:prstGeom prst="rect">
            <a:avLst/>
          </a:prstGeom>
          <a:solidFill>
            <a:srgbClr val="FFFFFF"/>
          </a:solidFill>
          <a:ln w="9525">
            <a:solidFill>
              <a:srgbClr val="A9B1B6"/>
            </a:solidFill>
          </a:ln>
        </p:spPr>
      </p:sp>
      <p:sp>
        <p:nvSpPr>
          <p:cNvPr id="53" name="shape-239">
            <a:extLst>
              <a:ext uri="{FF2B5EF4-FFF2-40B4-BE49-F238E27FC236}">
                <a16:creationId xmlns:a16="http://schemas.microsoft.com/office/drawing/2014/main" id="{4F62CC6D-7709-40EF-93D3-02F70F0F478D}"/>
              </a:ext>
            </a:extLst>
          </p:cNvPr>
          <p:cNvSpPr>
            <a:spLocks noGrp="1"/>
          </p:cNvSpPr>
          <p:nvPr/>
        </p:nvSpPr>
        <p:spPr>
          <a:xfrm>
            <a:off x="10306050" y="4076700"/>
            <a:ext cx="628650" cy="628650"/>
          </a:xfrm>
          <a:prstGeom prst="rect">
            <a:avLst/>
          </a:prstGeom>
          <a:solidFill>
            <a:srgbClr val="FFFFFF"/>
          </a:solidFill>
          <a:ln w="9525">
            <a:solidFill>
              <a:srgbClr val="A9B1B6"/>
            </a:solidFill>
          </a:ln>
        </p:spPr>
      </p:sp>
      <p:sp>
        <p:nvSpPr>
          <p:cNvPr id="54" name="shape-240">
            <a:extLst>
              <a:ext uri="{FF2B5EF4-FFF2-40B4-BE49-F238E27FC236}">
                <a16:creationId xmlns:a16="http://schemas.microsoft.com/office/drawing/2014/main" id="{6B4209DE-366E-418E-BFB0-9B83FDD5ACC4}"/>
              </a:ext>
            </a:extLst>
          </p:cNvPr>
          <p:cNvSpPr>
            <a:spLocks noGrp="1"/>
          </p:cNvSpPr>
          <p:nvPr/>
        </p:nvSpPr>
        <p:spPr>
          <a:xfrm>
            <a:off x="8420100" y="4705350"/>
            <a:ext cx="628650" cy="628650"/>
          </a:xfrm>
          <a:prstGeom prst="rect">
            <a:avLst/>
          </a:prstGeom>
          <a:solidFill>
            <a:srgbClr val="26323B"/>
          </a:solidFill>
          <a:ln w="9525">
            <a:solidFill>
              <a:srgbClr val="A9B1B6"/>
            </a:solidFill>
          </a:ln>
        </p:spPr>
      </p:sp>
      <p:sp>
        <p:nvSpPr>
          <p:cNvPr id="55" name="shape-241">
            <a:extLst>
              <a:ext uri="{FF2B5EF4-FFF2-40B4-BE49-F238E27FC236}">
                <a16:creationId xmlns:a16="http://schemas.microsoft.com/office/drawing/2014/main" id="{3E246506-A1AD-40AC-BA8D-E4848996EF8A}"/>
              </a:ext>
            </a:extLst>
          </p:cNvPr>
          <p:cNvSpPr>
            <a:spLocks noGrp="1"/>
          </p:cNvSpPr>
          <p:nvPr/>
        </p:nvSpPr>
        <p:spPr>
          <a:xfrm>
            <a:off x="9048750" y="4705350"/>
            <a:ext cx="628650" cy="628650"/>
          </a:xfrm>
          <a:prstGeom prst="rect">
            <a:avLst/>
          </a:prstGeom>
          <a:solidFill>
            <a:srgbClr val="26323B"/>
          </a:solidFill>
          <a:ln w="9525">
            <a:solidFill>
              <a:srgbClr val="A9B1B6"/>
            </a:solidFill>
          </a:ln>
        </p:spPr>
      </p:sp>
      <p:sp>
        <p:nvSpPr>
          <p:cNvPr id="56" name="shape-242">
            <a:extLst>
              <a:ext uri="{FF2B5EF4-FFF2-40B4-BE49-F238E27FC236}">
                <a16:creationId xmlns:a16="http://schemas.microsoft.com/office/drawing/2014/main" id="{A594340A-1871-4A58-A1CD-058D1655DEC2}"/>
              </a:ext>
            </a:extLst>
          </p:cNvPr>
          <p:cNvSpPr>
            <a:spLocks noGrp="1"/>
          </p:cNvSpPr>
          <p:nvPr/>
        </p:nvSpPr>
        <p:spPr>
          <a:xfrm>
            <a:off x="9677400" y="4705350"/>
            <a:ext cx="628650" cy="628650"/>
          </a:xfrm>
          <a:prstGeom prst="rect">
            <a:avLst/>
          </a:prstGeom>
          <a:solidFill>
            <a:srgbClr val="FFFFFF"/>
          </a:solidFill>
          <a:ln w="9525">
            <a:solidFill>
              <a:srgbClr val="A9B1B6"/>
            </a:solidFill>
          </a:ln>
        </p:spPr>
      </p:sp>
      <p:sp>
        <p:nvSpPr>
          <p:cNvPr id="57" name="shape-243">
            <a:extLst>
              <a:ext uri="{FF2B5EF4-FFF2-40B4-BE49-F238E27FC236}">
                <a16:creationId xmlns:a16="http://schemas.microsoft.com/office/drawing/2014/main" id="{895943E0-D591-4DB5-A73F-E710E08BF319}"/>
              </a:ext>
            </a:extLst>
          </p:cNvPr>
          <p:cNvSpPr>
            <a:spLocks noGrp="1"/>
          </p:cNvSpPr>
          <p:nvPr/>
        </p:nvSpPr>
        <p:spPr>
          <a:xfrm>
            <a:off x="10306050" y="4705350"/>
            <a:ext cx="628650" cy="628650"/>
          </a:xfrm>
          <a:prstGeom prst="rect">
            <a:avLst/>
          </a:prstGeom>
          <a:solidFill>
            <a:srgbClr val="FFFFFF"/>
          </a:solidFill>
          <a:ln w="9525">
            <a:solidFill>
              <a:srgbClr val="A9B1B6"/>
            </a:solidFill>
          </a:ln>
        </p:spPr>
      </p:sp>
      <p:sp>
        <p:nvSpPr>
          <p:cNvPr id="58" name="shape-244">
            <a:extLst>
              <a:ext uri="{FF2B5EF4-FFF2-40B4-BE49-F238E27FC236}">
                <a16:creationId xmlns:a16="http://schemas.microsoft.com/office/drawing/2014/main" id="{EC517AD4-CBDD-4DD7-8208-37F3EA49AA7D}"/>
              </a:ext>
            </a:extLst>
          </p:cNvPr>
          <p:cNvSpPr>
            <a:spLocks noGrp="1"/>
          </p:cNvSpPr>
          <p:nvPr/>
        </p:nvSpPr>
        <p:spPr>
          <a:xfrm>
            <a:off x="8286750" y="5572125"/>
            <a:ext cx="3228975" cy="3619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③ 나머지 1, 0도 채움</a:t>
            </a:r>
          </a:p>
        </p:txBody>
      </p:sp>
      <p:sp>
        <p:nvSpPr>
          <p:cNvPr id="59" name="shape-245">
            <a:extLst>
              <a:ext uri="{FF2B5EF4-FFF2-40B4-BE49-F238E27FC236}">
                <a16:creationId xmlns:a16="http://schemas.microsoft.com/office/drawing/2014/main" id="{15DE664A-CB78-42C8-B217-B9C93468C9C6}"/>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회색은 아직 채우지 않은 영역입니다. 마지막 그림은 입력의 16칸과 모두 같습니다.</a:t>
            </a:r>
          </a:p>
        </p:txBody>
      </p:sp>
    </p:spTree>
    <p:extLst>
      <p:ext uri="{BB962C8B-B14F-4D97-AF65-F5344CB8AC3E}">
        <p14:creationId xmlns:p14="http://schemas.microsoft.com/office/powerpoint/2010/main" val="389980208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shape-246">
            <a:extLst>
              <a:ext uri="{FF2B5EF4-FFF2-40B4-BE49-F238E27FC236}">
                <a16:creationId xmlns:a16="http://schemas.microsoft.com/office/drawing/2014/main" id="{EEF01CC7-AFCD-4244-983F-1C1568482AAB}"/>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247">
            <a:extLst>
              <a:ext uri="{FF2B5EF4-FFF2-40B4-BE49-F238E27FC236}">
                <a16:creationId xmlns:a16="http://schemas.microsoft.com/office/drawing/2014/main" id="{10349573-8165-4177-8A70-C4CF41BAADF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248">
            <a:extLst>
              <a:ext uri="{FF2B5EF4-FFF2-40B4-BE49-F238E27FC236}">
                <a16:creationId xmlns:a16="http://schemas.microsoft.com/office/drawing/2014/main" id="{EF6DFD26-86C4-4F7B-BB8A-92D60BFEF74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섞인 자식도 같은 규칙으로 다시 나눕니다</a:t>
            </a:r>
          </a:p>
        </p:txBody>
      </p:sp>
      <p:sp>
        <p:nvSpPr>
          <p:cNvPr id="4" name="shape-249">
            <a:extLst>
              <a:ext uri="{FF2B5EF4-FFF2-40B4-BE49-F238E27FC236}">
                <a16:creationId xmlns:a16="http://schemas.microsoft.com/office/drawing/2014/main" id="{94886916-0055-45D9-ABF6-DBDC6D98ED92}"/>
              </a:ext>
            </a:extLst>
          </p:cNvPr>
          <p:cNvSpPr>
            <a:spLocks noGrp="1"/>
          </p:cNvSpPr>
          <p:nvPr/>
        </p:nvSpPr>
        <p:spPr>
          <a:xfrm>
            <a:off x="609600" y="1381125"/>
            <a:ext cx="10972800" cy="9525"/>
          </a:xfrm>
          <a:prstGeom prst="rect">
            <a:avLst/>
          </a:prstGeom>
          <a:solidFill>
            <a:srgbClr val="151515"/>
          </a:solidFill>
          <a:ln w="0">
            <a:noFill/>
          </a:ln>
        </p:spPr>
      </p:sp>
      <p:sp>
        <p:nvSpPr>
          <p:cNvPr id="5" name="shape-250">
            <a:extLst>
              <a:ext uri="{FF2B5EF4-FFF2-40B4-BE49-F238E27FC236}">
                <a16:creationId xmlns:a16="http://schemas.microsoft.com/office/drawing/2014/main" id="{158E1416-C9E1-477B-A883-37BFCDEDFA2B}"/>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0E5D9E7-7E9B-402A-9C1A-0F1FAAE30EB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188</a:t>
            </a:r>
            <a:endParaRPr sz="1050" b="0">
              <a:solidFill>
                <a:srgbClr val="151515"/>
              </a:solidFill>
              <a:latin typeface="Consolas"/>
              <a:ea typeface="Consolas"/>
              <a:cs typeface="Consolas"/>
            </a:endParaRPr>
          </a:p>
        </p:txBody>
      </p:sp>
      <p:sp>
        <p:nvSpPr>
          <p:cNvPr id="7" name="shape-252">
            <a:extLst>
              <a:ext uri="{FF2B5EF4-FFF2-40B4-BE49-F238E27FC236}">
                <a16:creationId xmlns:a16="http://schemas.microsoft.com/office/drawing/2014/main" id="{C9345FFC-6CA0-4657-965E-897EB6084289}"/>
              </a:ext>
            </a:extLst>
          </p:cNvPr>
          <p:cNvSpPr>
            <a:spLocks noGrp="1"/>
          </p:cNvSpPr>
          <p:nvPr/>
        </p:nvSpPr>
        <p:spPr>
          <a:xfrm>
            <a:off x="895350" y="2276475"/>
            <a:ext cx="790575" cy="790575"/>
          </a:xfrm>
          <a:prstGeom prst="rect">
            <a:avLst/>
          </a:prstGeom>
          <a:solidFill>
            <a:srgbClr val="FFFFFF"/>
          </a:solidFill>
          <a:ln w="9525">
            <a:solidFill>
              <a:srgbClr val="A9B1B6"/>
            </a:solidFill>
          </a:ln>
        </p:spPr>
      </p:sp>
      <p:sp>
        <p:nvSpPr>
          <p:cNvPr id="8" name="shape-253">
            <a:extLst>
              <a:ext uri="{FF2B5EF4-FFF2-40B4-BE49-F238E27FC236}">
                <a16:creationId xmlns:a16="http://schemas.microsoft.com/office/drawing/2014/main" id="{266BBCAA-288F-479C-8DA8-8B8A3DE5E9BC}"/>
              </a:ext>
            </a:extLst>
          </p:cNvPr>
          <p:cNvSpPr>
            <a:spLocks noGrp="1"/>
          </p:cNvSpPr>
          <p:nvPr/>
        </p:nvSpPr>
        <p:spPr>
          <a:xfrm>
            <a:off x="895350" y="241877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9" name="shape-254">
            <a:extLst>
              <a:ext uri="{FF2B5EF4-FFF2-40B4-BE49-F238E27FC236}">
                <a16:creationId xmlns:a16="http://schemas.microsoft.com/office/drawing/2014/main" id="{6913520A-79D5-4362-B6F1-8BC980D74B71}"/>
              </a:ext>
            </a:extLst>
          </p:cNvPr>
          <p:cNvSpPr>
            <a:spLocks noGrp="1"/>
          </p:cNvSpPr>
          <p:nvPr/>
        </p:nvSpPr>
        <p:spPr>
          <a:xfrm>
            <a:off x="1685925" y="2276475"/>
            <a:ext cx="790575" cy="790575"/>
          </a:xfrm>
          <a:prstGeom prst="rect">
            <a:avLst/>
          </a:prstGeom>
          <a:solidFill>
            <a:srgbClr val="FFFFFF"/>
          </a:solidFill>
          <a:ln w="9525">
            <a:solidFill>
              <a:srgbClr val="A9B1B6"/>
            </a:solidFill>
          </a:ln>
        </p:spPr>
      </p:sp>
      <p:sp>
        <p:nvSpPr>
          <p:cNvPr id="10" name="shape-255">
            <a:extLst>
              <a:ext uri="{FF2B5EF4-FFF2-40B4-BE49-F238E27FC236}">
                <a16:creationId xmlns:a16="http://schemas.microsoft.com/office/drawing/2014/main" id="{0C971A6A-88EA-4146-B933-ED48B440D7B9}"/>
              </a:ext>
            </a:extLst>
          </p:cNvPr>
          <p:cNvSpPr>
            <a:spLocks noGrp="1"/>
          </p:cNvSpPr>
          <p:nvPr/>
        </p:nvSpPr>
        <p:spPr>
          <a:xfrm>
            <a:off x="1685925" y="241877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11" name="shape-256">
            <a:extLst>
              <a:ext uri="{FF2B5EF4-FFF2-40B4-BE49-F238E27FC236}">
                <a16:creationId xmlns:a16="http://schemas.microsoft.com/office/drawing/2014/main" id="{1B44A094-856B-4D6F-8FA4-7DDB128B8B9C}"/>
              </a:ext>
            </a:extLst>
          </p:cNvPr>
          <p:cNvSpPr>
            <a:spLocks noGrp="1"/>
          </p:cNvSpPr>
          <p:nvPr/>
        </p:nvSpPr>
        <p:spPr>
          <a:xfrm>
            <a:off x="2476500" y="2276475"/>
            <a:ext cx="790575" cy="790575"/>
          </a:xfrm>
          <a:prstGeom prst="rect">
            <a:avLst/>
          </a:prstGeom>
          <a:solidFill>
            <a:srgbClr val="26323B"/>
          </a:solidFill>
          <a:ln w="9525">
            <a:solidFill>
              <a:srgbClr val="A9B1B6"/>
            </a:solidFill>
          </a:ln>
        </p:spPr>
      </p:sp>
      <p:sp>
        <p:nvSpPr>
          <p:cNvPr id="12" name="shape-257">
            <a:extLst>
              <a:ext uri="{FF2B5EF4-FFF2-40B4-BE49-F238E27FC236}">
                <a16:creationId xmlns:a16="http://schemas.microsoft.com/office/drawing/2014/main" id="{BAE5D107-F500-4DEC-ADAB-073EBE336464}"/>
              </a:ext>
            </a:extLst>
          </p:cNvPr>
          <p:cNvSpPr>
            <a:spLocks noGrp="1"/>
          </p:cNvSpPr>
          <p:nvPr/>
        </p:nvSpPr>
        <p:spPr>
          <a:xfrm>
            <a:off x="2476500" y="2418779"/>
            <a:ext cx="790575" cy="490157"/>
          </a:xfrm>
          <a:prstGeom prst="rect">
            <a:avLst/>
          </a:prstGeom>
          <a:noFill/>
          <a:ln w="0">
            <a:noFill/>
          </a:ln>
        </p:spPr>
        <p:txBody>
          <a:bodyPr wrap="none" lIns="0" tIns="0" rIns="0" bIns="0" anchor="t">
            <a:noAutofit/>
          </a:bodyPr>
          <a:lstStyle>
            <a:defPPr algn="ctr">
              <a:defRPr sz="2677" b="0">
                <a:solidFill>
                  <a:srgbClr val="FFFFFF"/>
                </a:solidFill>
                <a:latin typeface="Consolas"/>
                <a:ea typeface="Consolas"/>
                <a:cs typeface="Consolas"/>
              </a:defRPr>
            </a:defPPr>
          </a:lstStyle>
          <a:p>
            <a:pPr algn="ctr">
              <a:lnSpc>
                <a:spcPct val="112000"/>
              </a:lnSpc>
              <a:buNone/>
              <a:defRPr sz="2677" b="0">
                <a:solidFill>
                  <a:srgbClr val="FFFFFF"/>
                </a:solidFill>
                <a:latin typeface="Consolas"/>
                <a:ea typeface="Consolas"/>
                <a:cs typeface="Consolas"/>
              </a:defRPr>
            </a:pPr>
            <a:r>
              <a:rPr sz="2677" b="0">
                <a:solidFill>
                  <a:srgbClr val="FFFFFF"/>
                </a:solidFill>
                <a:latin typeface="Consolas"/>
                <a:ea typeface="Consolas"/>
                <a:cs typeface="Consolas"/>
              </a:rPr>
              <a:t>1</a:t>
            </a:r>
          </a:p>
        </p:txBody>
      </p:sp>
      <p:sp>
        <p:nvSpPr>
          <p:cNvPr id="13" name="shape-258">
            <a:extLst>
              <a:ext uri="{FF2B5EF4-FFF2-40B4-BE49-F238E27FC236}">
                <a16:creationId xmlns:a16="http://schemas.microsoft.com/office/drawing/2014/main" id="{B4EEB3C4-9F25-4BCF-99E0-52FFC01BC48E}"/>
              </a:ext>
            </a:extLst>
          </p:cNvPr>
          <p:cNvSpPr>
            <a:spLocks noGrp="1"/>
          </p:cNvSpPr>
          <p:nvPr/>
        </p:nvSpPr>
        <p:spPr>
          <a:xfrm>
            <a:off x="3267075" y="2276475"/>
            <a:ext cx="790575" cy="790575"/>
          </a:xfrm>
          <a:prstGeom prst="rect">
            <a:avLst/>
          </a:prstGeom>
          <a:solidFill>
            <a:srgbClr val="26323B"/>
          </a:solidFill>
          <a:ln w="9525">
            <a:solidFill>
              <a:srgbClr val="A9B1B6"/>
            </a:solidFill>
          </a:ln>
        </p:spPr>
      </p:sp>
      <p:sp>
        <p:nvSpPr>
          <p:cNvPr id="14" name="shape-259">
            <a:extLst>
              <a:ext uri="{FF2B5EF4-FFF2-40B4-BE49-F238E27FC236}">
                <a16:creationId xmlns:a16="http://schemas.microsoft.com/office/drawing/2014/main" id="{97CB04DA-23FF-4586-B35C-DAA05EFBD1A5}"/>
              </a:ext>
            </a:extLst>
          </p:cNvPr>
          <p:cNvSpPr>
            <a:spLocks noGrp="1"/>
          </p:cNvSpPr>
          <p:nvPr/>
        </p:nvSpPr>
        <p:spPr>
          <a:xfrm>
            <a:off x="3267075" y="2418779"/>
            <a:ext cx="790575" cy="490157"/>
          </a:xfrm>
          <a:prstGeom prst="rect">
            <a:avLst/>
          </a:prstGeom>
          <a:noFill/>
          <a:ln w="0">
            <a:noFill/>
          </a:ln>
        </p:spPr>
        <p:txBody>
          <a:bodyPr wrap="none" lIns="0" tIns="0" rIns="0" bIns="0" anchor="t">
            <a:noAutofit/>
          </a:bodyPr>
          <a:lstStyle>
            <a:defPPr algn="ctr">
              <a:defRPr sz="2677" b="0">
                <a:solidFill>
                  <a:srgbClr val="FFFFFF"/>
                </a:solidFill>
                <a:latin typeface="Consolas"/>
                <a:ea typeface="Consolas"/>
                <a:cs typeface="Consolas"/>
              </a:defRPr>
            </a:defPPr>
          </a:lstStyle>
          <a:p>
            <a:pPr algn="ctr">
              <a:lnSpc>
                <a:spcPct val="112000"/>
              </a:lnSpc>
              <a:buNone/>
              <a:defRPr sz="2677" b="0">
                <a:solidFill>
                  <a:srgbClr val="FFFFFF"/>
                </a:solidFill>
                <a:latin typeface="Consolas"/>
                <a:ea typeface="Consolas"/>
                <a:cs typeface="Consolas"/>
              </a:defRPr>
            </a:pPr>
            <a:r>
              <a:rPr sz="2677" b="0">
                <a:solidFill>
                  <a:srgbClr val="FFFFFF"/>
                </a:solidFill>
                <a:latin typeface="Consolas"/>
                <a:ea typeface="Consolas"/>
                <a:cs typeface="Consolas"/>
              </a:rPr>
              <a:t>1</a:t>
            </a:r>
          </a:p>
        </p:txBody>
      </p:sp>
      <p:sp>
        <p:nvSpPr>
          <p:cNvPr id="15" name="shape-260">
            <a:extLst>
              <a:ext uri="{FF2B5EF4-FFF2-40B4-BE49-F238E27FC236}">
                <a16:creationId xmlns:a16="http://schemas.microsoft.com/office/drawing/2014/main" id="{93F81C23-76BE-4DD0-90FE-C515D07880C5}"/>
              </a:ext>
            </a:extLst>
          </p:cNvPr>
          <p:cNvSpPr>
            <a:spLocks noGrp="1"/>
          </p:cNvSpPr>
          <p:nvPr/>
        </p:nvSpPr>
        <p:spPr>
          <a:xfrm>
            <a:off x="895350" y="3067050"/>
            <a:ext cx="790575" cy="790575"/>
          </a:xfrm>
          <a:prstGeom prst="rect">
            <a:avLst/>
          </a:prstGeom>
          <a:solidFill>
            <a:srgbClr val="FFFFFF"/>
          </a:solidFill>
          <a:ln w="9525">
            <a:solidFill>
              <a:srgbClr val="A9B1B6"/>
            </a:solidFill>
          </a:ln>
        </p:spPr>
      </p:sp>
      <p:sp>
        <p:nvSpPr>
          <p:cNvPr id="16" name="shape-261">
            <a:extLst>
              <a:ext uri="{FF2B5EF4-FFF2-40B4-BE49-F238E27FC236}">
                <a16:creationId xmlns:a16="http://schemas.microsoft.com/office/drawing/2014/main" id="{51E06189-3E47-4809-95C4-5478B2B49251}"/>
              </a:ext>
            </a:extLst>
          </p:cNvPr>
          <p:cNvSpPr>
            <a:spLocks noGrp="1"/>
          </p:cNvSpPr>
          <p:nvPr/>
        </p:nvSpPr>
        <p:spPr>
          <a:xfrm>
            <a:off x="895350" y="3209354"/>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17" name="shape-262">
            <a:extLst>
              <a:ext uri="{FF2B5EF4-FFF2-40B4-BE49-F238E27FC236}">
                <a16:creationId xmlns:a16="http://schemas.microsoft.com/office/drawing/2014/main" id="{12135C59-EA79-44FB-AB7A-CB0C16103C4F}"/>
              </a:ext>
            </a:extLst>
          </p:cNvPr>
          <p:cNvSpPr>
            <a:spLocks noGrp="1"/>
          </p:cNvSpPr>
          <p:nvPr/>
        </p:nvSpPr>
        <p:spPr>
          <a:xfrm>
            <a:off x="1685925" y="3067050"/>
            <a:ext cx="790575" cy="790575"/>
          </a:xfrm>
          <a:prstGeom prst="rect">
            <a:avLst/>
          </a:prstGeom>
          <a:solidFill>
            <a:srgbClr val="26323B"/>
          </a:solidFill>
          <a:ln w="9525">
            <a:solidFill>
              <a:srgbClr val="A9B1B6"/>
            </a:solidFill>
          </a:ln>
        </p:spPr>
      </p:sp>
      <p:sp>
        <p:nvSpPr>
          <p:cNvPr id="18" name="shape-263">
            <a:extLst>
              <a:ext uri="{FF2B5EF4-FFF2-40B4-BE49-F238E27FC236}">
                <a16:creationId xmlns:a16="http://schemas.microsoft.com/office/drawing/2014/main" id="{4BD4465B-893F-4A90-8513-0EA1EFDE8D4E}"/>
              </a:ext>
            </a:extLst>
          </p:cNvPr>
          <p:cNvSpPr>
            <a:spLocks noGrp="1"/>
          </p:cNvSpPr>
          <p:nvPr/>
        </p:nvSpPr>
        <p:spPr>
          <a:xfrm>
            <a:off x="1685925" y="3209354"/>
            <a:ext cx="790575" cy="490157"/>
          </a:xfrm>
          <a:prstGeom prst="rect">
            <a:avLst/>
          </a:prstGeom>
          <a:noFill/>
          <a:ln w="0">
            <a:noFill/>
          </a:ln>
        </p:spPr>
        <p:txBody>
          <a:bodyPr wrap="none" lIns="0" tIns="0" rIns="0" bIns="0" anchor="t">
            <a:noAutofit/>
          </a:bodyPr>
          <a:lstStyle>
            <a:defPPr algn="ctr">
              <a:defRPr sz="2677" b="0">
                <a:solidFill>
                  <a:srgbClr val="FFFFFF"/>
                </a:solidFill>
                <a:latin typeface="Consolas"/>
                <a:ea typeface="Consolas"/>
                <a:cs typeface="Consolas"/>
              </a:defRPr>
            </a:defPPr>
          </a:lstStyle>
          <a:p>
            <a:pPr algn="ctr">
              <a:lnSpc>
                <a:spcPct val="112000"/>
              </a:lnSpc>
              <a:buNone/>
              <a:defRPr sz="2677" b="0">
                <a:solidFill>
                  <a:srgbClr val="FFFFFF"/>
                </a:solidFill>
                <a:latin typeface="Consolas"/>
                <a:ea typeface="Consolas"/>
                <a:cs typeface="Consolas"/>
              </a:defRPr>
            </a:pPr>
            <a:r>
              <a:rPr sz="2677" b="0">
                <a:solidFill>
                  <a:srgbClr val="FFFFFF"/>
                </a:solidFill>
                <a:latin typeface="Consolas"/>
                <a:ea typeface="Consolas"/>
                <a:cs typeface="Consolas"/>
              </a:rPr>
              <a:t>1</a:t>
            </a:r>
          </a:p>
        </p:txBody>
      </p:sp>
      <p:sp>
        <p:nvSpPr>
          <p:cNvPr id="19" name="shape-264">
            <a:extLst>
              <a:ext uri="{FF2B5EF4-FFF2-40B4-BE49-F238E27FC236}">
                <a16:creationId xmlns:a16="http://schemas.microsoft.com/office/drawing/2014/main" id="{0034A98C-413E-4C73-88BD-1990F82C3F9B}"/>
              </a:ext>
            </a:extLst>
          </p:cNvPr>
          <p:cNvSpPr>
            <a:spLocks noGrp="1"/>
          </p:cNvSpPr>
          <p:nvPr/>
        </p:nvSpPr>
        <p:spPr>
          <a:xfrm>
            <a:off x="2476500" y="3067050"/>
            <a:ext cx="790575" cy="790575"/>
          </a:xfrm>
          <a:prstGeom prst="rect">
            <a:avLst/>
          </a:prstGeom>
          <a:solidFill>
            <a:srgbClr val="26323B"/>
          </a:solidFill>
          <a:ln w="9525">
            <a:solidFill>
              <a:srgbClr val="A9B1B6"/>
            </a:solidFill>
          </a:ln>
        </p:spPr>
      </p:sp>
      <p:sp>
        <p:nvSpPr>
          <p:cNvPr id="20" name="shape-265">
            <a:extLst>
              <a:ext uri="{FF2B5EF4-FFF2-40B4-BE49-F238E27FC236}">
                <a16:creationId xmlns:a16="http://schemas.microsoft.com/office/drawing/2014/main" id="{87721E55-663F-40B0-80E1-5897567C235B}"/>
              </a:ext>
            </a:extLst>
          </p:cNvPr>
          <p:cNvSpPr>
            <a:spLocks noGrp="1"/>
          </p:cNvSpPr>
          <p:nvPr/>
        </p:nvSpPr>
        <p:spPr>
          <a:xfrm>
            <a:off x="2476500" y="3209354"/>
            <a:ext cx="790575" cy="490157"/>
          </a:xfrm>
          <a:prstGeom prst="rect">
            <a:avLst/>
          </a:prstGeom>
          <a:noFill/>
          <a:ln w="0">
            <a:noFill/>
          </a:ln>
        </p:spPr>
        <p:txBody>
          <a:bodyPr wrap="none" lIns="0" tIns="0" rIns="0" bIns="0" anchor="t">
            <a:noAutofit/>
          </a:bodyPr>
          <a:lstStyle>
            <a:defPPr algn="ctr">
              <a:defRPr sz="2677" b="0">
                <a:solidFill>
                  <a:srgbClr val="FFFFFF"/>
                </a:solidFill>
                <a:latin typeface="Consolas"/>
                <a:ea typeface="Consolas"/>
                <a:cs typeface="Consolas"/>
              </a:defRPr>
            </a:defPPr>
          </a:lstStyle>
          <a:p>
            <a:pPr algn="ctr">
              <a:lnSpc>
                <a:spcPct val="112000"/>
              </a:lnSpc>
              <a:buNone/>
              <a:defRPr sz="2677" b="0">
                <a:solidFill>
                  <a:srgbClr val="FFFFFF"/>
                </a:solidFill>
                <a:latin typeface="Consolas"/>
                <a:ea typeface="Consolas"/>
                <a:cs typeface="Consolas"/>
              </a:defRPr>
            </a:pPr>
            <a:r>
              <a:rPr sz="2677" b="0">
                <a:solidFill>
                  <a:srgbClr val="FFFFFF"/>
                </a:solidFill>
                <a:latin typeface="Consolas"/>
                <a:ea typeface="Consolas"/>
                <a:cs typeface="Consolas"/>
              </a:rPr>
              <a:t>1</a:t>
            </a:r>
          </a:p>
        </p:txBody>
      </p:sp>
      <p:sp>
        <p:nvSpPr>
          <p:cNvPr id="21" name="shape-266">
            <a:extLst>
              <a:ext uri="{FF2B5EF4-FFF2-40B4-BE49-F238E27FC236}">
                <a16:creationId xmlns:a16="http://schemas.microsoft.com/office/drawing/2014/main" id="{8CA3A29A-BD46-4A41-9260-686159466249}"/>
              </a:ext>
            </a:extLst>
          </p:cNvPr>
          <p:cNvSpPr>
            <a:spLocks noGrp="1"/>
          </p:cNvSpPr>
          <p:nvPr/>
        </p:nvSpPr>
        <p:spPr>
          <a:xfrm>
            <a:off x="3267075" y="3067050"/>
            <a:ext cx="790575" cy="790575"/>
          </a:xfrm>
          <a:prstGeom prst="rect">
            <a:avLst/>
          </a:prstGeom>
          <a:solidFill>
            <a:srgbClr val="26323B"/>
          </a:solidFill>
          <a:ln w="9525">
            <a:solidFill>
              <a:srgbClr val="A9B1B6"/>
            </a:solidFill>
          </a:ln>
        </p:spPr>
      </p:sp>
      <p:sp>
        <p:nvSpPr>
          <p:cNvPr id="22" name="shape-267">
            <a:extLst>
              <a:ext uri="{FF2B5EF4-FFF2-40B4-BE49-F238E27FC236}">
                <a16:creationId xmlns:a16="http://schemas.microsoft.com/office/drawing/2014/main" id="{7307FDBC-18CE-4431-A214-6F1419819C7C}"/>
              </a:ext>
            </a:extLst>
          </p:cNvPr>
          <p:cNvSpPr>
            <a:spLocks noGrp="1"/>
          </p:cNvSpPr>
          <p:nvPr/>
        </p:nvSpPr>
        <p:spPr>
          <a:xfrm>
            <a:off x="3267075" y="3209354"/>
            <a:ext cx="790575" cy="490157"/>
          </a:xfrm>
          <a:prstGeom prst="rect">
            <a:avLst/>
          </a:prstGeom>
          <a:noFill/>
          <a:ln w="0">
            <a:noFill/>
          </a:ln>
        </p:spPr>
        <p:txBody>
          <a:bodyPr wrap="none" lIns="0" tIns="0" rIns="0" bIns="0" anchor="t">
            <a:noAutofit/>
          </a:bodyPr>
          <a:lstStyle>
            <a:defPPr algn="ctr">
              <a:defRPr sz="2677" b="0">
                <a:solidFill>
                  <a:srgbClr val="FFFFFF"/>
                </a:solidFill>
                <a:latin typeface="Consolas"/>
                <a:ea typeface="Consolas"/>
                <a:cs typeface="Consolas"/>
              </a:defRPr>
            </a:defPPr>
          </a:lstStyle>
          <a:p>
            <a:pPr algn="ctr">
              <a:lnSpc>
                <a:spcPct val="112000"/>
              </a:lnSpc>
              <a:buNone/>
              <a:defRPr sz="2677" b="0">
                <a:solidFill>
                  <a:srgbClr val="FFFFFF"/>
                </a:solidFill>
                <a:latin typeface="Consolas"/>
                <a:ea typeface="Consolas"/>
                <a:cs typeface="Consolas"/>
              </a:defRPr>
            </a:pPr>
            <a:r>
              <a:rPr sz="2677" b="0">
                <a:solidFill>
                  <a:srgbClr val="FFFFFF"/>
                </a:solidFill>
                <a:latin typeface="Consolas"/>
                <a:ea typeface="Consolas"/>
                <a:cs typeface="Consolas"/>
              </a:rPr>
              <a:t>1</a:t>
            </a:r>
          </a:p>
        </p:txBody>
      </p:sp>
      <p:sp>
        <p:nvSpPr>
          <p:cNvPr id="23" name="shape-268">
            <a:extLst>
              <a:ext uri="{FF2B5EF4-FFF2-40B4-BE49-F238E27FC236}">
                <a16:creationId xmlns:a16="http://schemas.microsoft.com/office/drawing/2014/main" id="{EC0E0EA7-90F7-478C-AB64-14164113D386}"/>
              </a:ext>
            </a:extLst>
          </p:cNvPr>
          <p:cNvSpPr>
            <a:spLocks noGrp="1"/>
          </p:cNvSpPr>
          <p:nvPr/>
        </p:nvSpPr>
        <p:spPr>
          <a:xfrm>
            <a:off x="895350" y="3857625"/>
            <a:ext cx="790575" cy="790575"/>
          </a:xfrm>
          <a:prstGeom prst="rect">
            <a:avLst/>
          </a:prstGeom>
          <a:solidFill>
            <a:srgbClr val="FFFFFF"/>
          </a:solidFill>
          <a:ln w="9525">
            <a:solidFill>
              <a:srgbClr val="A9B1B6"/>
            </a:solidFill>
          </a:ln>
        </p:spPr>
      </p:sp>
      <p:sp>
        <p:nvSpPr>
          <p:cNvPr id="24" name="shape-269">
            <a:extLst>
              <a:ext uri="{FF2B5EF4-FFF2-40B4-BE49-F238E27FC236}">
                <a16:creationId xmlns:a16="http://schemas.microsoft.com/office/drawing/2014/main" id="{1D00136A-E452-4B3B-9EAA-630E19639D01}"/>
              </a:ext>
            </a:extLst>
          </p:cNvPr>
          <p:cNvSpPr>
            <a:spLocks noGrp="1"/>
          </p:cNvSpPr>
          <p:nvPr/>
        </p:nvSpPr>
        <p:spPr>
          <a:xfrm>
            <a:off x="895350" y="399992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25" name="shape-270">
            <a:extLst>
              <a:ext uri="{FF2B5EF4-FFF2-40B4-BE49-F238E27FC236}">
                <a16:creationId xmlns:a16="http://schemas.microsoft.com/office/drawing/2014/main" id="{11799C44-49E7-4E2C-B437-B544F5E99F3F}"/>
              </a:ext>
            </a:extLst>
          </p:cNvPr>
          <p:cNvSpPr>
            <a:spLocks noGrp="1"/>
          </p:cNvSpPr>
          <p:nvPr/>
        </p:nvSpPr>
        <p:spPr>
          <a:xfrm>
            <a:off x="1685925" y="3857625"/>
            <a:ext cx="790575" cy="790575"/>
          </a:xfrm>
          <a:prstGeom prst="rect">
            <a:avLst/>
          </a:prstGeom>
          <a:solidFill>
            <a:srgbClr val="FFFFFF"/>
          </a:solidFill>
          <a:ln w="9525">
            <a:solidFill>
              <a:srgbClr val="A9B1B6"/>
            </a:solidFill>
          </a:ln>
        </p:spPr>
      </p:sp>
      <p:sp>
        <p:nvSpPr>
          <p:cNvPr id="26" name="shape-271">
            <a:extLst>
              <a:ext uri="{FF2B5EF4-FFF2-40B4-BE49-F238E27FC236}">
                <a16:creationId xmlns:a16="http://schemas.microsoft.com/office/drawing/2014/main" id="{748D750C-3C9B-45E1-8526-7AF4ABBFBE06}"/>
              </a:ext>
            </a:extLst>
          </p:cNvPr>
          <p:cNvSpPr>
            <a:spLocks noGrp="1"/>
          </p:cNvSpPr>
          <p:nvPr/>
        </p:nvSpPr>
        <p:spPr>
          <a:xfrm>
            <a:off x="1685925" y="399992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27" name="shape-272">
            <a:extLst>
              <a:ext uri="{FF2B5EF4-FFF2-40B4-BE49-F238E27FC236}">
                <a16:creationId xmlns:a16="http://schemas.microsoft.com/office/drawing/2014/main" id="{D5FAD09B-30AF-4261-8107-0DD7A9740414}"/>
              </a:ext>
            </a:extLst>
          </p:cNvPr>
          <p:cNvSpPr>
            <a:spLocks noGrp="1"/>
          </p:cNvSpPr>
          <p:nvPr/>
        </p:nvSpPr>
        <p:spPr>
          <a:xfrm>
            <a:off x="2476500" y="3857625"/>
            <a:ext cx="790575" cy="790575"/>
          </a:xfrm>
          <a:prstGeom prst="rect">
            <a:avLst/>
          </a:prstGeom>
          <a:solidFill>
            <a:srgbClr val="FFFFFF"/>
          </a:solidFill>
          <a:ln w="9525">
            <a:solidFill>
              <a:srgbClr val="A9B1B6"/>
            </a:solidFill>
          </a:ln>
        </p:spPr>
      </p:sp>
      <p:sp>
        <p:nvSpPr>
          <p:cNvPr id="28" name="shape-273">
            <a:extLst>
              <a:ext uri="{FF2B5EF4-FFF2-40B4-BE49-F238E27FC236}">
                <a16:creationId xmlns:a16="http://schemas.microsoft.com/office/drawing/2014/main" id="{9DA12D13-D31B-41CD-8C4A-418DB1551D39}"/>
              </a:ext>
            </a:extLst>
          </p:cNvPr>
          <p:cNvSpPr>
            <a:spLocks noGrp="1"/>
          </p:cNvSpPr>
          <p:nvPr/>
        </p:nvSpPr>
        <p:spPr>
          <a:xfrm>
            <a:off x="2476500" y="399992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29" name="shape-274">
            <a:extLst>
              <a:ext uri="{FF2B5EF4-FFF2-40B4-BE49-F238E27FC236}">
                <a16:creationId xmlns:a16="http://schemas.microsoft.com/office/drawing/2014/main" id="{33FB5B52-94A8-4EEA-AFF0-D8EBC8D40BF0}"/>
              </a:ext>
            </a:extLst>
          </p:cNvPr>
          <p:cNvSpPr>
            <a:spLocks noGrp="1"/>
          </p:cNvSpPr>
          <p:nvPr/>
        </p:nvSpPr>
        <p:spPr>
          <a:xfrm>
            <a:off x="3267075" y="3857625"/>
            <a:ext cx="790575" cy="790575"/>
          </a:xfrm>
          <a:prstGeom prst="rect">
            <a:avLst/>
          </a:prstGeom>
          <a:solidFill>
            <a:srgbClr val="FFFFFF"/>
          </a:solidFill>
          <a:ln w="9525">
            <a:solidFill>
              <a:srgbClr val="A9B1B6"/>
            </a:solidFill>
          </a:ln>
        </p:spPr>
      </p:sp>
      <p:sp>
        <p:nvSpPr>
          <p:cNvPr id="30" name="shape-275">
            <a:extLst>
              <a:ext uri="{FF2B5EF4-FFF2-40B4-BE49-F238E27FC236}">
                <a16:creationId xmlns:a16="http://schemas.microsoft.com/office/drawing/2014/main" id="{C94381F9-8093-4E5E-A8D0-D210D3BAB831}"/>
              </a:ext>
            </a:extLst>
          </p:cNvPr>
          <p:cNvSpPr>
            <a:spLocks noGrp="1"/>
          </p:cNvSpPr>
          <p:nvPr/>
        </p:nvSpPr>
        <p:spPr>
          <a:xfrm>
            <a:off x="3267075" y="399992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31" name="shape-276">
            <a:extLst>
              <a:ext uri="{FF2B5EF4-FFF2-40B4-BE49-F238E27FC236}">
                <a16:creationId xmlns:a16="http://schemas.microsoft.com/office/drawing/2014/main" id="{8D3E3BF7-82D1-4B3D-8DCA-47E02A725742}"/>
              </a:ext>
            </a:extLst>
          </p:cNvPr>
          <p:cNvSpPr>
            <a:spLocks noGrp="1"/>
          </p:cNvSpPr>
          <p:nvPr/>
        </p:nvSpPr>
        <p:spPr>
          <a:xfrm>
            <a:off x="895350" y="4648200"/>
            <a:ext cx="790575" cy="790575"/>
          </a:xfrm>
          <a:prstGeom prst="rect">
            <a:avLst/>
          </a:prstGeom>
          <a:solidFill>
            <a:srgbClr val="FFFFFF"/>
          </a:solidFill>
          <a:ln w="9525">
            <a:solidFill>
              <a:srgbClr val="A9B1B6"/>
            </a:solidFill>
          </a:ln>
        </p:spPr>
      </p:sp>
      <p:sp>
        <p:nvSpPr>
          <p:cNvPr id="32" name="shape-277">
            <a:extLst>
              <a:ext uri="{FF2B5EF4-FFF2-40B4-BE49-F238E27FC236}">
                <a16:creationId xmlns:a16="http://schemas.microsoft.com/office/drawing/2014/main" id="{ED35951A-BD1D-462D-95A0-66B6E9427046}"/>
              </a:ext>
            </a:extLst>
          </p:cNvPr>
          <p:cNvSpPr>
            <a:spLocks noGrp="1"/>
          </p:cNvSpPr>
          <p:nvPr/>
        </p:nvSpPr>
        <p:spPr>
          <a:xfrm>
            <a:off x="895350" y="4790504"/>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33" name="shape-278">
            <a:extLst>
              <a:ext uri="{FF2B5EF4-FFF2-40B4-BE49-F238E27FC236}">
                <a16:creationId xmlns:a16="http://schemas.microsoft.com/office/drawing/2014/main" id="{0A1CE25D-7F19-47E4-A9E4-8F0C91AEDCD5}"/>
              </a:ext>
            </a:extLst>
          </p:cNvPr>
          <p:cNvSpPr>
            <a:spLocks noGrp="1"/>
          </p:cNvSpPr>
          <p:nvPr/>
        </p:nvSpPr>
        <p:spPr>
          <a:xfrm>
            <a:off x="1685925" y="4648200"/>
            <a:ext cx="790575" cy="790575"/>
          </a:xfrm>
          <a:prstGeom prst="rect">
            <a:avLst/>
          </a:prstGeom>
          <a:solidFill>
            <a:srgbClr val="FFFFFF"/>
          </a:solidFill>
          <a:ln w="9525">
            <a:solidFill>
              <a:srgbClr val="A9B1B6"/>
            </a:solidFill>
          </a:ln>
        </p:spPr>
      </p:sp>
      <p:sp>
        <p:nvSpPr>
          <p:cNvPr id="34" name="shape-279">
            <a:extLst>
              <a:ext uri="{FF2B5EF4-FFF2-40B4-BE49-F238E27FC236}">
                <a16:creationId xmlns:a16="http://schemas.microsoft.com/office/drawing/2014/main" id="{21575360-CD3D-440E-B0CB-376885EDF032}"/>
              </a:ext>
            </a:extLst>
          </p:cNvPr>
          <p:cNvSpPr>
            <a:spLocks noGrp="1"/>
          </p:cNvSpPr>
          <p:nvPr/>
        </p:nvSpPr>
        <p:spPr>
          <a:xfrm>
            <a:off x="1685925" y="4790504"/>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35" name="shape-280">
            <a:extLst>
              <a:ext uri="{FF2B5EF4-FFF2-40B4-BE49-F238E27FC236}">
                <a16:creationId xmlns:a16="http://schemas.microsoft.com/office/drawing/2014/main" id="{60B02B80-5987-40EE-AEC8-4C9168F1E893}"/>
              </a:ext>
            </a:extLst>
          </p:cNvPr>
          <p:cNvSpPr>
            <a:spLocks noGrp="1"/>
          </p:cNvSpPr>
          <p:nvPr/>
        </p:nvSpPr>
        <p:spPr>
          <a:xfrm>
            <a:off x="2476500" y="4648200"/>
            <a:ext cx="790575" cy="790575"/>
          </a:xfrm>
          <a:prstGeom prst="rect">
            <a:avLst/>
          </a:prstGeom>
          <a:solidFill>
            <a:srgbClr val="FFFFFF"/>
          </a:solidFill>
          <a:ln w="9525">
            <a:solidFill>
              <a:srgbClr val="A9B1B6"/>
            </a:solidFill>
          </a:ln>
        </p:spPr>
      </p:sp>
      <p:sp>
        <p:nvSpPr>
          <p:cNvPr id="36" name="shape-281">
            <a:extLst>
              <a:ext uri="{FF2B5EF4-FFF2-40B4-BE49-F238E27FC236}">
                <a16:creationId xmlns:a16="http://schemas.microsoft.com/office/drawing/2014/main" id="{D5598A61-87F9-4A3B-8279-8C76C354FD61}"/>
              </a:ext>
            </a:extLst>
          </p:cNvPr>
          <p:cNvSpPr>
            <a:spLocks noGrp="1"/>
          </p:cNvSpPr>
          <p:nvPr/>
        </p:nvSpPr>
        <p:spPr>
          <a:xfrm>
            <a:off x="2476500" y="4790504"/>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37" name="shape-282">
            <a:extLst>
              <a:ext uri="{FF2B5EF4-FFF2-40B4-BE49-F238E27FC236}">
                <a16:creationId xmlns:a16="http://schemas.microsoft.com/office/drawing/2014/main" id="{8BE58784-4A02-41C7-9BA7-96D54E8F6D59}"/>
              </a:ext>
            </a:extLst>
          </p:cNvPr>
          <p:cNvSpPr>
            <a:spLocks noGrp="1"/>
          </p:cNvSpPr>
          <p:nvPr/>
        </p:nvSpPr>
        <p:spPr>
          <a:xfrm>
            <a:off x="3267075" y="4648200"/>
            <a:ext cx="790575" cy="790575"/>
          </a:xfrm>
          <a:prstGeom prst="rect">
            <a:avLst/>
          </a:prstGeom>
          <a:solidFill>
            <a:srgbClr val="FFFFFF"/>
          </a:solidFill>
          <a:ln w="9525">
            <a:solidFill>
              <a:srgbClr val="A9B1B6"/>
            </a:solidFill>
          </a:ln>
        </p:spPr>
      </p:sp>
      <p:sp>
        <p:nvSpPr>
          <p:cNvPr id="38" name="shape-283">
            <a:extLst>
              <a:ext uri="{FF2B5EF4-FFF2-40B4-BE49-F238E27FC236}">
                <a16:creationId xmlns:a16="http://schemas.microsoft.com/office/drawing/2014/main" id="{B6C7D73E-5A4E-4343-B60D-057ACACC3145}"/>
              </a:ext>
            </a:extLst>
          </p:cNvPr>
          <p:cNvSpPr>
            <a:spLocks noGrp="1"/>
          </p:cNvSpPr>
          <p:nvPr/>
        </p:nvSpPr>
        <p:spPr>
          <a:xfrm>
            <a:off x="3267075" y="4790504"/>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39" name="shape-284">
            <a:extLst>
              <a:ext uri="{FF2B5EF4-FFF2-40B4-BE49-F238E27FC236}">
                <a16:creationId xmlns:a16="http://schemas.microsoft.com/office/drawing/2014/main" id="{B2C40BC4-AC59-4F77-8C42-6771481CEE1A}"/>
              </a:ext>
            </a:extLst>
          </p:cNvPr>
          <p:cNvSpPr>
            <a:spLocks noGrp="1"/>
          </p:cNvSpPr>
          <p:nvPr/>
        </p:nvSpPr>
        <p:spPr>
          <a:xfrm>
            <a:off x="2462213" y="2276475"/>
            <a:ext cx="28575" cy="3162300"/>
          </a:xfrm>
          <a:prstGeom prst="rect">
            <a:avLst/>
          </a:prstGeom>
          <a:solidFill>
            <a:srgbClr val="146995"/>
          </a:solidFill>
          <a:ln w="0">
            <a:noFill/>
          </a:ln>
        </p:spPr>
      </p:sp>
      <p:sp>
        <p:nvSpPr>
          <p:cNvPr id="40" name="shape-285">
            <a:extLst>
              <a:ext uri="{FF2B5EF4-FFF2-40B4-BE49-F238E27FC236}">
                <a16:creationId xmlns:a16="http://schemas.microsoft.com/office/drawing/2014/main" id="{22A1D03F-DF49-4480-B013-9070F0DF9A6A}"/>
              </a:ext>
            </a:extLst>
          </p:cNvPr>
          <p:cNvSpPr>
            <a:spLocks noGrp="1"/>
          </p:cNvSpPr>
          <p:nvPr/>
        </p:nvSpPr>
        <p:spPr>
          <a:xfrm>
            <a:off x="895350" y="3843338"/>
            <a:ext cx="3162300" cy="28575"/>
          </a:xfrm>
          <a:prstGeom prst="rect">
            <a:avLst/>
          </a:prstGeom>
          <a:solidFill>
            <a:srgbClr val="146995"/>
          </a:solidFill>
          <a:ln w="0">
            <a:noFill/>
          </a:ln>
        </p:spPr>
      </p:sp>
      <p:sp>
        <p:nvSpPr>
          <p:cNvPr id="41" name="shape-286">
            <a:extLst>
              <a:ext uri="{FF2B5EF4-FFF2-40B4-BE49-F238E27FC236}">
                <a16:creationId xmlns:a16="http://schemas.microsoft.com/office/drawing/2014/main" id="{10DB54C6-E524-402D-8D0B-73B7354BF3EC}"/>
              </a:ext>
            </a:extLst>
          </p:cNvPr>
          <p:cNvSpPr>
            <a:spLocks noGrp="1"/>
          </p:cNvSpPr>
          <p:nvPr/>
        </p:nvSpPr>
        <p:spPr>
          <a:xfrm>
            <a:off x="895350" y="2276475"/>
            <a:ext cx="1581150" cy="1581150"/>
          </a:xfrm>
          <a:prstGeom prst="rect">
            <a:avLst/>
          </a:prstGeom>
          <a:noFill/>
          <a:ln w="38100">
            <a:solidFill>
              <a:srgbClr val="AD630C"/>
            </a:solidFill>
          </a:ln>
        </p:spPr>
      </p:sp>
      <p:sp>
        <p:nvSpPr>
          <p:cNvPr id="42" name="shape-287">
            <a:extLst>
              <a:ext uri="{FF2B5EF4-FFF2-40B4-BE49-F238E27FC236}">
                <a16:creationId xmlns:a16="http://schemas.microsoft.com/office/drawing/2014/main" id="{923C1F1E-B05F-4313-8277-1DCDD2F64E59}"/>
              </a:ext>
            </a:extLst>
          </p:cNvPr>
          <p:cNvSpPr>
            <a:spLocks noGrp="1"/>
          </p:cNvSpPr>
          <p:nvPr/>
        </p:nvSpPr>
        <p:spPr>
          <a:xfrm>
            <a:off x="5886450" y="1895475"/>
            <a:ext cx="5695950" cy="409575"/>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12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왼쪽 위 2×2만 다시 분할</a:t>
            </a:r>
          </a:p>
        </p:txBody>
      </p:sp>
      <p:sp>
        <p:nvSpPr>
          <p:cNvPr id="43" name="shape-288">
            <a:extLst>
              <a:ext uri="{FF2B5EF4-FFF2-40B4-BE49-F238E27FC236}">
                <a16:creationId xmlns:a16="http://schemas.microsoft.com/office/drawing/2014/main" id="{C8A4BF12-E9DA-4236-8B31-CB219CB6F479}"/>
              </a:ext>
            </a:extLst>
          </p:cNvPr>
          <p:cNvSpPr>
            <a:spLocks noGrp="1"/>
          </p:cNvSpPr>
          <p:nvPr/>
        </p:nvSpPr>
        <p:spPr>
          <a:xfrm>
            <a:off x="6953250" y="2609850"/>
            <a:ext cx="904875" cy="904875"/>
          </a:xfrm>
          <a:prstGeom prst="rect">
            <a:avLst/>
          </a:prstGeom>
          <a:solidFill>
            <a:srgbClr val="FFFFFF"/>
          </a:solidFill>
          <a:ln w="9525">
            <a:solidFill>
              <a:srgbClr val="A9B1B6"/>
            </a:solidFill>
          </a:ln>
        </p:spPr>
      </p:sp>
      <p:sp>
        <p:nvSpPr>
          <p:cNvPr id="44" name="shape-289">
            <a:extLst>
              <a:ext uri="{FF2B5EF4-FFF2-40B4-BE49-F238E27FC236}">
                <a16:creationId xmlns:a16="http://schemas.microsoft.com/office/drawing/2014/main" id="{F2BA2C64-ED5F-446D-A9BB-CEB9803E7072}"/>
              </a:ext>
            </a:extLst>
          </p:cNvPr>
          <p:cNvSpPr>
            <a:spLocks noGrp="1"/>
          </p:cNvSpPr>
          <p:nvPr/>
        </p:nvSpPr>
        <p:spPr>
          <a:xfrm>
            <a:off x="6953250" y="2772728"/>
            <a:ext cx="904875" cy="561023"/>
          </a:xfrm>
          <a:prstGeom prst="rect">
            <a:avLst/>
          </a:prstGeom>
          <a:noFill/>
          <a:ln w="0">
            <a:noFill/>
          </a:ln>
        </p:spPr>
        <p:txBody>
          <a:bodyPr wrap="none" lIns="0" tIns="0" rIns="0" bIns="0" anchor="t">
            <a:noAutofit/>
          </a:bodyPr>
          <a:lstStyle>
            <a:defPPr algn="ctr">
              <a:defRPr sz="3064" b="0">
                <a:solidFill>
                  <a:srgbClr val="151515"/>
                </a:solidFill>
                <a:latin typeface="Consolas"/>
                <a:ea typeface="Consolas"/>
                <a:cs typeface="Consolas"/>
              </a:defRPr>
            </a:defPPr>
          </a:lstStyle>
          <a:p>
            <a:pPr algn="ctr">
              <a:lnSpc>
                <a:spcPct val="112000"/>
              </a:lnSpc>
              <a:buNone/>
              <a:defRPr sz="3064" b="0">
                <a:solidFill>
                  <a:srgbClr val="151515"/>
                </a:solidFill>
                <a:latin typeface="Consolas"/>
                <a:ea typeface="Consolas"/>
                <a:cs typeface="Consolas"/>
              </a:defRPr>
            </a:pPr>
            <a:r>
              <a:rPr sz="3064" b="0">
                <a:solidFill>
                  <a:srgbClr val="151515"/>
                </a:solidFill>
                <a:latin typeface="Consolas"/>
                <a:ea typeface="Consolas"/>
                <a:cs typeface="Consolas"/>
              </a:rPr>
              <a:t>0</a:t>
            </a:r>
          </a:p>
        </p:txBody>
      </p:sp>
      <p:sp>
        <p:nvSpPr>
          <p:cNvPr id="45" name="shape-290">
            <a:extLst>
              <a:ext uri="{FF2B5EF4-FFF2-40B4-BE49-F238E27FC236}">
                <a16:creationId xmlns:a16="http://schemas.microsoft.com/office/drawing/2014/main" id="{76D746F4-DE31-48D4-8163-115E6FF758E9}"/>
              </a:ext>
            </a:extLst>
          </p:cNvPr>
          <p:cNvSpPr>
            <a:spLocks noGrp="1"/>
          </p:cNvSpPr>
          <p:nvPr/>
        </p:nvSpPr>
        <p:spPr>
          <a:xfrm>
            <a:off x="7858125" y="2609850"/>
            <a:ext cx="904875" cy="904875"/>
          </a:xfrm>
          <a:prstGeom prst="rect">
            <a:avLst/>
          </a:prstGeom>
          <a:solidFill>
            <a:srgbClr val="FFFFFF"/>
          </a:solidFill>
          <a:ln w="9525">
            <a:solidFill>
              <a:srgbClr val="A9B1B6"/>
            </a:solidFill>
          </a:ln>
        </p:spPr>
      </p:sp>
      <p:sp>
        <p:nvSpPr>
          <p:cNvPr id="46" name="shape-291">
            <a:extLst>
              <a:ext uri="{FF2B5EF4-FFF2-40B4-BE49-F238E27FC236}">
                <a16:creationId xmlns:a16="http://schemas.microsoft.com/office/drawing/2014/main" id="{0FC49CA8-AA0F-41D2-BBA6-DE82FF3536B9}"/>
              </a:ext>
            </a:extLst>
          </p:cNvPr>
          <p:cNvSpPr>
            <a:spLocks noGrp="1"/>
          </p:cNvSpPr>
          <p:nvPr/>
        </p:nvSpPr>
        <p:spPr>
          <a:xfrm>
            <a:off x="7858125" y="2772728"/>
            <a:ext cx="904875" cy="561023"/>
          </a:xfrm>
          <a:prstGeom prst="rect">
            <a:avLst/>
          </a:prstGeom>
          <a:noFill/>
          <a:ln w="0">
            <a:noFill/>
          </a:ln>
        </p:spPr>
        <p:txBody>
          <a:bodyPr wrap="none" lIns="0" tIns="0" rIns="0" bIns="0" anchor="t">
            <a:noAutofit/>
          </a:bodyPr>
          <a:lstStyle>
            <a:defPPr algn="ctr">
              <a:defRPr sz="3064" b="0">
                <a:solidFill>
                  <a:srgbClr val="151515"/>
                </a:solidFill>
                <a:latin typeface="Consolas"/>
                <a:ea typeface="Consolas"/>
                <a:cs typeface="Consolas"/>
              </a:defRPr>
            </a:defPPr>
          </a:lstStyle>
          <a:p>
            <a:pPr algn="ctr">
              <a:lnSpc>
                <a:spcPct val="112000"/>
              </a:lnSpc>
              <a:buNone/>
              <a:defRPr sz="3064" b="0">
                <a:solidFill>
                  <a:srgbClr val="151515"/>
                </a:solidFill>
                <a:latin typeface="Consolas"/>
                <a:ea typeface="Consolas"/>
                <a:cs typeface="Consolas"/>
              </a:defRPr>
            </a:pPr>
            <a:r>
              <a:rPr sz="3064" b="0">
                <a:solidFill>
                  <a:srgbClr val="151515"/>
                </a:solidFill>
                <a:latin typeface="Consolas"/>
                <a:ea typeface="Consolas"/>
                <a:cs typeface="Consolas"/>
              </a:rPr>
              <a:t>0</a:t>
            </a:r>
          </a:p>
        </p:txBody>
      </p:sp>
      <p:sp>
        <p:nvSpPr>
          <p:cNvPr id="47" name="shape-292">
            <a:extLst>
              <a:ext uri="{FF2B5EF4-FFF2-40B4-BE49-F238E27FC236}">
                <a16:creationId xmlns:a16="http://schemas.microsoft.com/office/drawing/2014/main" id="{9497FEDB-9D27-4CCD-A3C4-4E0D08701331}"/>
              </a:ext>
            </a:extLst>
          </p:cNvPr>
          <p:cNvSpPr>
            <a:spLocks noGrp="1"/>
          </p:cNvSpPr>
          <p:nvPr/>
        </p:nvSpPr>
        <p:spPr>
          <a:xfrm>
            <a:off x="6953250" y="3514725"/>
            <a:ext cx="904875" cy="904875"/>
          </a:xfrm>
          <a:prstGeom prst="rect">
            <a:avLst/>
          </a:prstGeom>
          <a:solidFill>
            <a:srgbClr val="FFFFFF"/>
          </a:solidFill>
          <a:ln w="9525">
            <a:solidFill>
              <a:srgbClr val="A9B1B6"/>
            </a:solidFill>
          </a:ln>
        </p:spPr>
      </p:sp>
      <p:sp>
        <p:nvSpPr>
          <p:cNvPr id="48" name="shape-293">
            <a:extLst>
              <a:ext uri="{FF2B5EF4-FFF2-40B4-BE49-F238E27FC236}">
                <a16:creationId xmlns:a16="http://schemas.microsoft.com/office/drawing/2014/main" id="{C4A31702-E3CF-4C15-A052-C7C7DD4B6EE1}"/>
              </a:ext>
            </a:extLst>
          </p:cNvPr>
          <p:cNvSpPr>
            <a:spLocks noGrp="1"/>
          </p:cNvSpPr>
          <p:nvPr/>
        </p:nvSpPr>
        <p:spPr>
          <a:xfrm>
            <a:off x="6953250" y="3677603"/>
            <a:ext cx="904875" cy="561023"/>
          </a:xfrm>
          <a:prstGeom prst="rect">
            <a:avLst/>
          </a:prstGeom>
          <a:noFill/>
          <a:ln w="0">
            <a:noFill/>
          </a:ln>
        </p:spPr>
        <p:txBody>
          <a:bodyPr wrap="none" lIns="0" tIns="0" rIns="0" bIns="0" anchor="t">
            <a:noAutofit/>
          </a:bodyPr>
          <a:lstStyle>
            <a:defPPr algn="ctr">
              <a:defRPr sz="3064" b="0">
                <a:solidFill>
                  <a:srgbClr val="151515"/>
                </a:solidFill>
                <a:latin typeface="Consolas"/>
                <a:ea typeface="Consolas"/>
                <a:cs typeface="Consolas"/>
              </a:defRPr>
            </a:defPPr>
          </a:lstStyle>
          <a:p>
            <a:pPr algn="ctr">
              <a:lnSpc>
                <a:spcPct val="112000"/>
              </a:lnSpc>
              <a:buNone/>
              <a:defRPr sz="3064" b="0">
                <a:solidFill>
                  <a:srgbClr val="151515"/>
                </a:solidFill>
                <a:latin typeface="Consolas"/>
                <a:ea typeface="Consolas"/>
                <a:cs typeface="Consolas"/>
              </a:defRPr>
            </a:pPr>
            <a:r>
              <a:rPr sz="3064" b="0">
                <a:solidFill>
                  <a:srgbClr val="151515"/>
                </a:solidFill>
                <a:latin typeface="Consolas"/>
                <a:ea typeface="Consolas"/>
                <a:cs typeface="Consolas"/>
              </a:rPr>
              <a:t>0</a:t>
            </a:r>
          </a:p>
        </p:txBody>
      </p:sp>
      <p:sp>
        <p:nvSpPr>
          <p:cNvPr id="49" name="shape-294">
            <a:extLst>
              <a:ext uri="{FF2B5EF4-FFF2-40B4-BE49-F238E27FC236}">
                <a16:creationId xmlns:a16="http://schemas.microsoft.com/office/drawing/2014/main" id="{3750C0E8-F6B7-4FCF-A4C8-AD53AE73EEA1}"/>
              </a:ext>
            </a:extLst>
          </p:cNvPr>
          <p:cNvSpPr>
            <a:spLocks noGrp="1"/>
          </p:cNvSpPr>
          <p:nvPr/>
        </p:nvSpPr>
        <p:spPr>
          <a:xfrm>
            <a:off x="7858125" y="3514725"/>
            <a:ext cx="904875" cy="904875"/>
          </a:xfrm>
          <a:prstGeom prst="rect">
            <a:avLst/>
          </a:prstGeom>
          <a:solidFill>
            <a:srgbClr val="26323B"/>
          </a:solidFill>
          <a:ln w="9525">
            <a:solidFill>
              <a:srgbClr val="A9B1B6"/>
            </a:solidFill>
          </a:ln>
        </p:spPr>
      </p:sp>
      <p:sp>
        <p:nvSpPr>
          <p:cNvPr id="50" name="shape-295">
            <a:extLst>
              <a:ext uri="{FF2B5EF4-FFF2-40B4-BE49-F238E27FC236}">
                <a16:creationId xmlns:a16="http://schemas.microsoft.com/office/drawing/2014/main" id="{53D2BFB3-A7E9-4995-88FC-6DAC75E90C9F}"/>
              </a:ext>
            </a:extLst>
          </p:cNvPr>
          <p:cNvSpPr>
            <a:spLocks noGrp="1"/>
          </p:cNvSpPr>
          <p:nvPr/>
        </p:nvSpPr>
        <p:spPr>
          <a:xfrm>
            <a:off x="7858125" y="3677603"/>
            <a:ext cx="904875" cy="561023"/>
          </a:xfrm>
          <a:prstGeom prst="rect">
            <a:avLst/>
          </a:prstGeom>
          <a:noFill/>
          <a:ln w="0">
            <a:noFill/>
          </a:ln>
        </p:spPr>
        <p:txBody>
          <a:bodyPr wrap="none" lIns="0" tIns="0" rIns="0" bIns="0" anchor="t">
            <a:noAutofit/>
          </a:bodyPr>
          <a:lstStyle>
            <a:defPPr algn="ctr">
              <a:defRPr sz="3064" b="0">
                <a:solidFill>
                  <a:srgbClr val="FFFFFF"/>
                </a:solidFill>
                <a:latin typeface="Consolas"/>
                <a:ea typeface="Consolas"/>
                <a:cs typeface="Consolas"/>
              </a:defRPr>
            </a:defPPr>
          </a:lstStyle>
          <a:p>
            <a:pPr algn="ctr">
              <a:lnSpc>
                <a:spcPct val="112000"/>
              </a:lnSpc>
              <a:buNone/>
              <a:defRPr sz="3064" b="0">
                <a:solidFill>
                  <a:srgbClr val="FFFFFF"/>
                </a:solidFill>
                <a:latin typeface="Consolas"/>
                <a:ea typeface="Consolas"/>
                <a:cs typeface="Consolas"/>
              </a:defRPr>
            </a:pPr>
            <a:r>
              <a:rPr sz="3064" b="0">
                <a:solidFill>
                  <a:srgbClr val="FFFFFF"/>
                </a:solidFill>
                <a:latin typeface="Consolas"/>
                <a:ea typeface="Consolas"/>
                <a:cs typeface="Consolas"/>
              </a:rPr>
              <a:t>1</a:t>
            </a:r>
          </a:p>
        </p:txBody>
      </p:sp>
      <p:sp>
        <p:nvSpPr>
          <p:cNvPr id="51" name="shape-296">
            <a:extLst>
              <a:ext uri="{FF2B5EF4-FFF2-40B4-BE49-F238E27FC236}">
                <a16:creationId xmlns:a16="http://schemas.microsoft.com/office/drawing/2014/main" id="{08BFDCD5-B5F6-45F0-BD37-9D17F829A93C}"/>
              </a:ext>
            </a:extLst>
          </p:cNvPr>
          <p:cNvSpPr>
            <a:spLocks noGrp="1"/>
          </p:cNvSpPr>
          <p:nvPr/>
        </p:nvSpPr>
        <p:spPr>
          <a:xfrm>
            <a:off x="7843838" y="2609850"/>
            <a:ext cx="28575" cy="1809750"/>
          </a:xfrm>
          <a:prstGeom prst="rect">
            <a:avLst/>
          </a:prstGeom>
          <a:solidFill>
            <a:srgbClr val="146995"/>
          </a:solidFill>
          <a:ln w="0">
            <a:noFill/>
          </a:ln>
        </p:spPr>
      </p:sp>
      <p:sp>
        <p:nvSpPr>
          <p:cNvPr id="52" name="shape-297">
            <a:extLst>
              <a:ext uri="{FF2B5EF4-FFF2-40B4-BE49-F238E27FC236}">
                <a16:creationId xmlns:a16="http://schemas.microsoft.com/office/drawing/2014/main" id="{2DA84E56-C72C-419D-AE9E-ABD42E5A8CA7}"/>
              </a:ext>
            </a:extLst>
          </p:cNvPr>
          <p:cNvSpPr>
            <a:spLocks noGrp="1"/>
          </p:cNvSpPr>
          <p:nvPr/>
        </p:nvSpPr>
        <p:spPr>
          <a:xfrm>
            <a:off x="6953250" y="3500438"/>
            <a:ext cx="1809750" cy="28575"/>
          </a:xfrm>
          <a:prstGeom prst="rect">
            <a:avLst/>
          </a:prstGeom>
          <a:solidFill>
            <a:srgbClr val="146995"/>
          </a:solidFill>
          <a:ln w="0">
            <a:noFill/>
          </a:ln>
        </p:spPr>
      </p:sp>
      <p:sp>
        <p:nvSpPr>
          <p:cNvPr id="53" name="shape-298">
            <a:extLst>
              <a:ext uri="{FF2B5EF4-FFF2-40B4-BE49-F238E27FC236}">
                <a16:creationId xmlns:a16="http://schemas.microsoft.com/office/drawing/2014/main" id="{5299C933-5962-45BD-8643-9AA139B07529}"/>
              </a:ext>
            </a:extLst>
          </p:cNvPr>
          <p:cNvSpPr>
            <a:spLocks noGrp="1"/>
          </p:cNvSpPr>
          <p:nvPr/>
        </p:nvSpPr>
        <p:spPr>
          <a:xfrm>
            <a:off x="5886450" y="4772025"/>
            <a:ext cx="5695950" cy="400050"/>
          </a:xfrm>
          <a:prstGeom prst="rect">
            <a:avLst/>
          </a:prstGeom>
          <a:noFill/>
          <a:ln w="0">
            <a:noFill/>
          </a:ln>
        </p:spPr>
        <p:txBody>
          <a:bodyPr wrap="none" lIns="0" tIns="0" rIns="0" bIns="0" anchor="t">
            <a:noAutofit/>
          </a:bodyPr>
          <a:lstStyle>
            <a:defPPr algn="l">
              <a:defRPr sz="2250" b="1">
                <a:solidFill>
                  <a:srgbClr val="AD630C"/>
                </a:solidFill>
                <a:latin typeface="Consolas"/>
                <a:ea typeface="Consolas"/>
                <a:cs typeface="Consolas"/>
              </a:defRPr>
            </a:defPPr>
          </a:lstStyle>
          <a:p>
            <a:pPr algn="l">
              <a:lnSpc>
                <a:spcPct val="112000"/>
              </a:lnSpc>
              <a:buNone/>
              <a:defRPr sz="2250" b="1">
                <a:solidFill>
                  <a:srgbClr val="AD630C"/>
                </a:solidFill>
                <a:latin typeface="Consolas"/>
                <a:ea typeface="Consolas"/>
                <a:cs typeface="Consolas"/>
              </a:defRPr>
            </a:pPr>
            <a:r>
              <a:rPr sz="2250" b="1">
                <a:solidFill>
                  <a:srgbClr val="AD630C"/>
                </a:solidFill>
                <a:latin typeface="Consolas"/>
                <a:ea typeface="Consolas"/>
                <a:cs typeface="Consolas"/>
              </a:rPr>
              <a:t>첫 자식의 기록: (0001)</a:t>
            </a:r>
          </a:p>
        </p:txBody>
      </p:sp>
      <p:sp>
        <p:nvSpPr>
          <p:cNvPr id="54" name="shape-299">
            <a:extLst>
              <a:ext uri="{FF2B5EF4-FFF2-40B4-BE49-F238E27FC236}">
                <a16:creationId xmlns:a16="http://schemas.microsoft.com/office/drawing/2014/main" id="{CBAE8FFD-91E8-4DCF-89A2-29CF5CC336DB}"/>
              </a:ext>
            </a:extLst>
          </p:cNvPr>
          <p:cNvSpPr>
            <a:spLocks noGrp="1"/>
          </p:cNvSpPr>
          <p:nvPr/>
        </p:nvSpPr>
        <p:spPr>
          <a:xfrm>
            <a:off x="5886450" y="5381625"/>
            <a:ext cx="5695950" cy="457200"/>
          </a:xfrm>
          <a:prstGeom prst="rect">
            <a:avLst/>
          </a:prstGeom>
          <a:noFill/>
          <a:ln w="0">
            <a:noFill/>
          </a:ln>
        </p:spPr>
        <p:txBody>
          <a:bodyPr wrap="none" lIns="0" tIns="0" rIns="0" bIns="0" anchor="t">
            <a:noAutofit/>
          </a:bodyPr>
          <a:lstStyle>
            <a:defPPr algn="l">
              <a:defRPr sz="2475" b="1">
                <a:solidFill>
                  <a:srgbClr val="146995"/>
                </a:solidFill>
                <a:latin typeface="Consolas"/>
                <a:ea typeface="Consolas"/>
                <a:cs typeface="Consolas"/>
              </a:defRPr>
            </a:defPPr>
          </a:lstStyle>
          <a:p>
            <a:pPr algn="l">
              <a:lnSpc>
                <a:spcPct val="112000"/>
              </a:lnSpc>
              <a:buNone/>
              <a:defRPr sz="2475" b="1">
                <a:solidFill>
                  <a:srgbClr val="146995"/>
                </a:solidFill>
                <a:latin typeface="Consolas"/>
                <a:ea typeface="Consolas"/>
                <a:cs typeface="Consolas"/>
              </a:defRPr>
            </a:pPr>
            <a:r>
              <a:rPr sz="2475" b="1">
                <a:solidFill>
                  <a:srgbClr val="146995"/>
                </a:solidFill>
                <a:latin typeface="Consolas"/>
                <a:ea typeface="Consolas"/>
                <a:cs typeface="Consolas"/>
              </a:rPr>
              <a:t>전체: ((0001)100)</a:t>
            </a:r>
          </a:p>
        </p:txBody>
      </p:sp>
      <p:sp>
        <p:nvSpPr>
          <p:cNvPr id="55" name="shape-300">
            <a:extLst>
              <a:ext uri="{FF2B5EF4-FFF2-40B4-BE49-F238E27FC236}">
                <a16:creationId xmlns:a16="http://schemas.microsoft.com/office/drawing/2014/main" id="{640745E5-FE38-456B-BD61-C725E02B51E0}"/>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안쪽 괄호는 그 자식 영역의 분할입니다. 부모는 네 자식의 결과를 순서대로 묶습니다.</a:t>
            </a:r>
          </a:p>
        </p:txBody>
      </p:sp>
    </p:spTree>
    <p:extLst>
      <p:ext uri="{BB962C8B-B14F-4D97-AF65-F5344CB8AC3E}">
        <p14:creationId xmlns:p14="http://schemas.microsoft.com/office/powerpoint/2010/main" val="69866319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hape-301">
            <a:extLst>
              <a:ext uri="{FF2B5EF4-FFF2-40B4-BE49-F238E27FC236}">
                <a16:creationId xmlns:a16="http://schemas.microsoft.com/office/drawing/2014/main" id="{AF29515A-8F1C-4A7A-9D11-A37316605C9B}"/>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302">
            <a:extLst>
              <a:ext uri="{FF2B5EF4-FFF2-40B4-BE49-F238E27FC236}">
                <a16:creationId xmlns:a16="http://schemas.microsoft.com/office/drawing/2014/main" id="{6083FDE4-FC29-4C1B-BB9A-ECC60F6DAA1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303">
            <a:extLst>
              <a:ext uri="{FF2B5EF4-FFF2-40B4-BE49-F238E27FC236}">
                <a16:creationId xmlns:a16="http://schemas.microsoft.com/office/drawing/2014/main" id="{947CCF00-F606-4CCC-B6DB-A3955F0C6C3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쿼드 트리로 남기는 정보</a:t>
            </a:r>
          </a:p>
        </p:txBody>
      </p:sp>
      <p:sp>
        <p:nvSpPr>
          <p:cNvPr id="4" name="shape-304">
            <a:extLst>
              <a:ext uri="{FF2B5EF4-FFF2-40B4-BE49-F238E27FC236}">
                <a16:creationId xmlns:a16="http://schemas.microsoft.com/office/drawing/2014/main" id="{93404282-8133-4F9B-B81E-68C6F84A0F74}"/>
              </a:ext>
            </a:extLst>
          </p:cNvPr>
          <p:cNvSpPr>
            <a:spLocks noGrp="1"/>
          </p:cNvSpPr>
          <p:nvPr/>
        </p:nvSpPr>
        <p:spPr>
          <a:xfrm>
            <a:off x="609600" y="1381125"/>
            <a:ext cx="10972800" cy="9525"/>
          </a:xfrm>
          <a:prstGeom prst="rect">
            <a:avLst/>
          </a:prstGeom>
          <a:solidFill>
            <a:srgbClr val="151515"/>
          </a:solidFill>
          <a:ln w="0">
            <a:noFill/>
          </a:ln>
        </p:spPr>
      </p:sp>
      <p:sp>
        <p:nvSpPr>
          <p:cNvPr id="5" name="shape-305">
            <a:extLst>
              <a:ext uri="{FF2B5EF4-FFF2-40B4-BE49-F238E27FC236}">
                <a16:creationId xmlns:a16="http://schemas.microsoft.com/office/drawing/2014/main" id="{729C3413-504E-4F64-937D-12330AC0F8D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1B9FD62-2DDC-4CA0-A20B-29455C21F0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189</a:t>
            </a:r>
            <a:endParaRPr sz="1050" b="0">
              <a:solidFill>
                <a:srgbClr val="151515"/>
              </a:solidFill>
              <a:latin typeface="Consolas"/>
              <a:ea typeface="Consolas"/>
              <a:cs typeface="Consolas"/>
            </a:endParaRPr>
          </a:p>
        </p:txBody>
      </p:sp>
      <p:sp>
        <p:nvSpPr>
          <p:cNvPr id="7" name="shape-307">
            <a:extLst>
              <a:ext uri="{FF2B5EF4-FFF2-40B4-BE49-F238E27FC236}">
                <a16:creationId xmlns:a16="http://schemas.microsoft.com/office/drawing/2014/main" id="{3FB4C493-0040-4785-8D7B-32A5660B61C4}"/>
              </a:ext>
            </a:extLst>
          </p:cNvPr>
          <p:cNvSpPr>
            <a:spLocks noGrp="1"/>
          </p:cNvSpPr>
          <p:nvPr/>
        </p:nvSpPr>
        <p:spPr>
          <a:xfrm>
            <a:off x="609600" y="1914525"/>
            <a:ext cx="6572250" cy="1057275"/>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색 한 글자: 현재 영역 전체의 색</a:t>
            </a:r>
          </a:p>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괄호: 네 자식으로 나눈 구조</a:t>
            </a:r>
          </a:p>
        </p:txBody>
      </p:sp>
      <p:sp>
        <p:nvSpPr>
          <p:cNvPr id="8" name="shape-308">
            <a:extLst>
              <a:ext uri="{FF2B5EF4-FFF2-40B4-BE49-F238E27FC236}">
                <a16:creationId xmlns:a16="http://schemas.microsoft.com/office/drawing/2014/main" id="{A29B1FF9-370E-4514-B4CE-FDBB04183B36}"/>
              </a:ext>
            </a:extLst>
          </p:cNvPr>
          <p:cNvSpPr>
            <a:spLocks noGrp="1"/>
          </p:cNvSpPr>
          <p:nvPr/>
        </p:nvSpPr>
        <p:spPr>
          <a:xfrm>
            <a:off x="609600" y="3733800"/>
            <a:ext cx="6515100" cy="1057275"/>
          </a:xfrm>
          <a:prstGeom prst="rect">
            <a:avLst/>
          </a:prstGeom>
          <a:noFill/>
          <a:ln w="0">
            <a:noFill/>
          </a:ln>
        </p:spPr>
        <p:txBody>
          <a:bodyPr wrap="none" lIns="0" tIns="0" rIns="0" bIns="0" anchor="t">
            <a:noAutofit/>
          </a:bodyPr>
          <a:lstStyle>
            <a:defPPr algn="l">
              <a:defRPr sz="2175" b="0">
                <a:solidFill>
                  <a:srgbClr val="146995"/>
                </a:solidFill>
                <a:latin typeface="Malgun Gothic"/>
                <a:ea typeface="Malgun Gothic"/>
                <a:cs typeface="Malgun Gothic"/>
              </a:defRPr>
            </a:defPPr>
          </a:lstStyle>
          <a:p>
            <a:pPr algn="l">
              <a:lnSpc>
                <a:spcPct val="112000"/>
              </a:lnSpc>
              <a:buNone/>
              <a:defRPr sz="2175" b="0">
                <a:solidFill>
                  <a:srgbClr val="146995"/>
                </a:solidFill>
                <a:latin typeface="Malgun Gothic"/>
                <a:ea typeface="Malgun Gothic"/>
                <a:cs typeface="Malgun Gothic"/>
              </a:defRPr>
            </a:pPr>
            <a:r>
              <a:rPr sz="2175" b="0">
                <a:solidFill>
                  <a:srgbClr val="146995"/>
                </a:solidFill>
                <a:latin typeface="Malgun Gothic"/>
                <a:ea typeface="Malgun Gothic"/>
                <a:cs typeface="Malgun Gothic"/>
              </a:rPr>
              <a:t>전체 크기와 자식 순서를 알면</a:t>
            </a:r>
          </a:p>
          <a:p>
            <a:pPr algn="l">
              <a:lnSpc>
                <a:spcPct val="112000"/>
              </a:lnSpc>
              <a:buNone/>
              <a:defRPr sz="2175" b="0">
                <a:solidFill>
                  <a:srgbClr val="146995"/>
                </a:solidFill>
                <a:latin typeface="Malgun Gothic"/>
                <a:ea typeface="Malgun Gothic"/>
                <a:cs typeface="Malgun Gothic"/>
              </a:defRPr>
            </a:pPr>
            <a:r>
              <a:rPr sz="2175" b="0">
                <a:solidFill>
                  <a:srgbClr val="146995"/>
                </a:solidFill>
                <a:latin typeface="Malgun Gothic"/>
                <a:ea typeface="Malgun Gothic"/>
                <a:cs typeface="Malgun Gothic"/>
              </a:rPr>
              <a:t>원래 그림의 색과 위치를 복원합니다.</a:t>
            </a:r>
          </a:p>
        </p:txBody>
      </p:sp>
      <p:pic>
        <p:nvPicPr>
          <p:cNvPr id="9" name="그림 8">
            <a:extLst>
              <a:ext uri="{FF2B5EF4-FFF2-40B4-BE49-F238E27FC236}">
                <a16:creationId xmlns:a16="http://schemas.microsoft.com/office/drawing/2014/main" id="{87E43F7E-8FB5-4333-B732-A0220B971678}"/>
              </a:ext>
            </a:extLst>
          </p:cNvPr>
          <p:cNvPicPr>
            <a:picLocks noChangeAspect="1"/>
          </p:cNvPicPr>
          <p:nvPr/>
        </p:nvPicPr>
        <p:blipFill>
          <a:blip r:embed="rId3"/>
          <a:stretch/>
        </p:blipFill>
        <p:spPr>
          <a:xfrm>
            <a:off x="7134225" y="2717800"/>
            <a:ext cx="4448175" cy="2965450"/>
          </a:xfrm>
          <a:prstGeom prst="rect">
            <a:avLst/>
          </a:prstGeom>
        </p:spPr>
      </p:pic>
      <p:sp>
        <p:nvSpPr>
          <p:cNvPr id="10" name="shape-309">
            <a:extLst>
              <a:ext uri="{FF2B5EF4-FFF2-40B4-BE49-F238E27FC236}">
                <a16:creationId xmlns:a16="http://schemas.microsoft.com/office/drawing/2014/main" id="{30411E2F-4FB5-49D5-80CB-CD049DD777D1}"/>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다음 8×8 예제도 같은 규칙입니다. 단색 영역은 끝내고, 섞인 영역만 다시 나눕니다.</a:t>
            </a:r>
          </a:p>
        </p:txBody>
      </p:sp>
    </p:spTree>
    <p:extLst>
      <p:ext uri="{BB962C8B-B14F-4D97-AF65-F5344CB8AC3E}">
        <p14:creationId xmlns:p14="http://schemas.microsoft.com/office/powerpoint/2010/main" val="136227394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7C72271B-754F-4887-915B-63410BB6CDD0}"/>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CAC3687E-FAF1-4E2F-B2D2-D1949CB208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DE30144-4CD2-48D6-8421-5BD2EC08D85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같은 색이면 하나로, 섞이면 네 조각</a:t>
            </a:r>
          </a:p>
        </p:txBody>
      </p:sp>
      <p:sp>
        <p:nvSpPr>
          <p:cNvPr id="4" name="line-49">
            <a:extLst>
              <a:ext uri="{FF2B5EF4-FFF2-40B4-BE49-F238E27FC236}">
                <a16:creationId xmlns:a16="http://schemas.microsoft.com/office/drawing/2014/main" id="{2D3FFFFD-7FD4-4A2E-B7BA-B03E6800214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19688D3-CEF0-4F04-8957-D87683F6B1A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AA6AD73-32FA-4D68-84D1-0B79FF4B487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190</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AECF331F-2009-4879-8F8F-CC1FF93893DF}"/>
              </a:ext>
            </a:extLst>
          </p:cNvPr>
          <p:cNvSpPr>
            <a:spLocks noGrp="1"/>
          </p:cNvSpPr>
          <p:nvPr/>
        </p:nvSpPr>
        <p:spPr>
          <a:xfrm>
            <a:off x="609600" y="1695450"/>
            <a:ext cx="1097280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균일한 영역은 0 또는 1. 혼합 영역만 네 부분으로 나눕니다.</a:t>
            </a:r>
          </a:p>
        </p:txBody>
      </p:sp>
      <p:pic>
        <p:nvPicPr>
          <p:cNvPr id="8" name="그림 7">
            <a:extLst>
              <a:ext uri="{FF2B5EF4-FFF2-40B4-BE49-F238E27FC236}">
                <a16:creationId xmlns:a16="http://schemas.microsoft.com/office/drawing/2014/main" id="{621FDC3B-DBF7-4D7B-A433-D89F01C11CEC}"/>
              </a:ext>
            </a:extLst>
          </p:cNvPr>
          <p:cNvPicPr>
            <a:picLocks noChangeAspect="1"/>
          </p:cNvPicPr>
          <p:nvPr/>
        </p:nvPicPr>
        <p:blipFill>
          <a:blip r:embed="rId3"/>
          <a:stretch/>
        </p:blipFill>
        <p:spPr>
          <a:xfrm>
            <a:off x="1475210" y="2238375"/>
            <a:ext cx="9241580" cy="3695700"/>
          </a:xfrm>
          <a:prstGeom prst="rect">
            <a:avLst/>
          </a:prstGeom>
        </p:spPr>
      </p:pic>
      <p:sp>
        <p:nvSpPr>
          <p:cNvPr id="9" name="caption">
            <a:extLst>
              <a:ext uri="{FF2B5EF4-FFF2-40B4-BE49-F238E27FC236}">
                <a16:creationId xmlns:a16="http://schemas.microsoft.com/office/drawing/2014/main" id="{A0E23481-5322-4C13-9053-D1C38023998F}"/>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좌상 → 우상 → 좌하 → 우하 순서를 저장과 복원에서 똑같이 사용합니다.</a:t>
            </a:r>
          </a:p>
        </p:txBody>
      </p:sp>
    </p:spTree>
    <p:extLst>
      <p:ext uri="{BB962C8B-B14F-4D97-AF65-F5344CB8AC3E}">
        <p14:creationId xmlns:p14="http://schemas.microsoft.com/office/powerpoint/2010/main" val="212292494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4F6F3851-9156-44BD-BF7D-0D4EF021661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7B39E21-CDFE-463E-90EE-D82085D46AC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3DE006-310F-40CC-8DED-2399E3916B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입력 영상: 검은 칸의 위치부터 확인합니다</a:t>
            </a:r>
          </a:p>
        </p:txBody>
      </p:sp>
      <p:sp>
        <p:nvSpPr>
          <p:cNvPr id="4" name="line-50">
            <a:extLst>
              <a:ext uri="{FF2B5EF4-FFF2-40B4-BE49-F238E27FC236}">
                <a16:creationId xmlns:a16="http://schemas.microsoft.com/office/drawing/2014/main" id="{69DB7642-10AA-4F40-9675-DDA9D1A78E3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E354936-601B-440B-8672-431AE541CB6C}"/>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8B207DB9-4510-490F-B543-923F76BC0D1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191</a:t>
            </a:r>
            <a:endParaRPr sz="1050" b="0">
              <a:solidFill>
                <a:srgbClr val="151515"/>
              </a:solidFill>
              <a:latin typeface="Consolas"/>
              <a:ea typeface="Consolas"/>
              <a:cs typeface="Consolas"/>
            </a:endParaRPr>
          </a:p>
        </p:txBody>
      </p:sp>
      <p:sp>
        <p:nvSpPr>
          <p:cNvPr id="7" name="pixel-51">
            <a:extLst>
              <a:ext uri="{FF2B5EF4-FFF2-40B4-BE49-F238E27FC236}">
                <a16:creationId xmlns:a16="http://schemas.microsoft.com/office/drawing/2014/main" id="{4CC11E1D-21BA-48D2-9F5A-67480F9B99BE}"/>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52">
            <a:extLst>
              <a:ext uri="{FF2B5EF4-FFF2-40B4-BE49-F238E27FC236}">
                <a16:creationId xmlns:a16="http://schemas.microsoft.com/office/drawing/2014/main" id="{A3D523E6-CA20-4D9C-BC1C-A67347B8BC89}"/>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53">
            <a:extLst>
              <a:ext uri="{FF2B5EF4-FFF2-40B4-BE49-F238E27FC236}">
                <a16:creationId xmlns:a16="http://schemas.microsoft.com/office/drawing/2014/main" id="{37A5A75C-12B3-4C73-A261-0E7B012BDAE0}"/>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54">
            <a:extLst>
              <a:ext uri="{FF2B5EF4-FFF2-40B4-BE49-F238E27FC236}">
                <a16:creationId xmlns:a16="http://schemas.microsoft.com/office/drawing/2014/main" id="{74A56297-3389-45C6-87E8-D0FB1927CBAC}"/>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55">
            <a:extLst>
              <a:ext uri="{FF2B5EF4-FFF2-40B4-BE49-F238E27FC236}">
                <a16:creationId xmlns:a16="http://schemas.microsoft.com/office/drawing/2014/main" id="{8563FA5D-A581-423B-9377-A95807437184}"/>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56">
            <a:extLst>
              <a:ext uri="{FF2B5EF4-FFF2-40B4-BE49-F238E27FC236}">
                <a16:creationId xmlns:a16="http://schemas.microsoft.com/office/drawing/2014/main" id="{5D0746C2-80DD-46E9-9BD0-06E381C6BD26}"/>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57">
            <a:extLst>
              <a:ext uri="{FF2B5EF4-FFF2-40B4-BE49-F238E27FC236}">
                <a16:creationId xmlns:a16="http://schemas.microsoft.com/office/drawing/2014/main" id="{7DFA7C83-B127-4761-AE08-A1C7A4733A5D}"/>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58">
            <a:extLst>
              <a:ext uri="{FF2B5EF4-FFF2-40B4-BE49-F238E27FC236}">
                <a16:creationId xmlns:a16="http://schemas.microsoft.com/office/drawing/2014/main" id="{055FC4C6-D2B1-445A-8D29-69A53ACDEAE9}"/>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59">
            <a:extLst>
              <a:ext uri="{FF2B5EF4-FFF2-40B4-BE49-F238E27FC236}">
                <a16:creationId xmlns:a16="http://schemas.microsoft.com/office/drawing/2014/main" id="{C8E585FE-2CC5-477F-AC1F-28AFA5CB0571}"/>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60">
            <a:extLst>
              <a:ext uri="{FF2B5EF4-FFF2-40B4-BE49-F238E27FC236}">
                <a16:creationId xmlns:a16="http://schemas.microsoft.com/office/drawing/2014/main" id="{67E0239C-AB93-4CED-81A6-A1532D4F2AAA}"/>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61">
            <a:extLst>
              <a:ext uri="{FF2B5EF4-FFF2-40B4-BE49-F238E27FC236}">
                <a16:creationId xmlns:a16="http://schemas.microsoft.com/office/drawing/2014/main" id="{5E905B27-1662-4F16-9B22-42BA46086354}"/>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62">
            <a:extLst>
              <a:ext uri="{FF2B5EF4-FFF2-40B4-BE49-F238E27FC236}">
                <a16:creationId xmlns:a16="http://schemas.microsoft.com/office/drawing/2014/main" id="{B5008235-087E-4DD9-8022-426E0A01671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63">
            <a:extLst>
              <a:ext uri="{FF2B5EF4-FFF2-40B4-BE49-F238E27FC236}">
                <a16:creationId xmlns:a16="http://schemas.microsoft.com/office/drawing/2014/main" id="{DABD99A5-AFEE-4DB8-96BB-19E3FD662324}"/>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64">
            <a:extLst>
              <a:ext uri="{FF2B5EF4-FFF2-40B4-BE49-F238E27FC236}">
                <a16:creationId xmlns:a16="http://schemas.microsoft.com/office/drawing/2014/main" id="{8792D27D-7963-40B9-A3AA-50288F40B4A8}"/>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65">
            <a:extLst>
              <a:ext uri="{FF2B5EF4-FFF2-40B4-BE49-F238E27FC236}">
                <a16:creationId xmlns:a16="http://schemas.microsoft.com/office/drawing/2014/main" id="{73BE3340-20FF-4D37-9277-DD8BA60803CD}"/>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66">
            <a:extLst>
              <a:ext uri="{FF2B5EF4-FFF2-40B4-BE49-F238E27FC236}">
                <a16:creationId xmlns:a16="http://schemas.microsoft.com/office/drawing/2014/main" id="{2F4FE875-FF27-41B7-8BA1-4B92E29FFD9B}"/>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67">
            <a:extLst>
              <a:ext uri="{FF2B5EF4-FFF2-40B4-BE49-F238E27FC236}">
                <a16:creationId xmlns:a16="http://schemas.microsoft.com/office/drawing/2014/main" id="{F26C7D44-D4FB-4035-990D-6215E0D3E419}"/>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68">
            <a:extLst>
              <a:ext uri="{FF2B5EF4-FFF2-40B4-BE49-F238E27FC236}">
                <a16:creationId xmlns:a16="http://schemas.microsoft.com/office/drawing/2014/main" id="{58D5B25E-7B5F-4BE9-A3BF-114224601258}"/>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69">
            <a:extLst>
              <a:ext uri="{FF2B5EF4-FFF2-40B4-BE49-F238E27FC236}">
                <a16:creationId xmlns:a16="http://schemas.microsoft.com/office/drawing/2014/main" id="{26CA9D5B-0911-4B4E-B7AF-5555F0966EE8}"/>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70">
            <a:extLst>
              <a:ext uri="{FF2B5EF4-FFF2-40B4-BE49-F238E27FC236}">
                <a16:creationId xmlns:a16="http://schemas.microsoft.com/office/drawing/2014/main" id="{0BF896D6-B734-4B05-9D70-574C4672A078}"/>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71">
            <a:extLst>
              <a:ext uri="{FF2B5EF4-FFF2-40B4-BE49-F238E27FC236}">
                <a16:creationId xmlns:a16="http://schemas.microsoft.com/office/drawing/2014/main" id="{BB8F5EB5-8BD0-40E7-B101-0286587045DB}"/>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72">
            <a:extLst>
              <a:ext uri="{FF2B5EF4-FFF2-40B4-BE49-F238E27FC236}">
                <a16:creationId xmlns:a16="http://schemas.microsoft.com/office/drawing/2014/main" id="{69A2ECCC-D04C-4039-AC62-49509202EBB7}"/>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73">
            <a:extLst>
              <a:ext uri="{FF2B5EF4-FFF2-40B4-BE49-F238E27FC236}">
                <a16:creationId xmlns:a16="http://schemas.microsoft.com/office/drawing/2014/main" id="{6CD57CF7-A917-4860-87A8-4D3526EC4AE2}"/>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74">
            <a:extLst>
              <a:ext uri="{FF2B5EF4-FFF2-40B4-BE49-F238E27FC236}">
                <a16:creationId xmlns:a16="http://schemas.microsoft.com/office/drawing/2014/main" id="{F47740DE-A594-4255-AEC8-844D2254E380}"/>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75">
            <a:extLst>
              <a:ext uri="{FF2B5EF4-FFF2-40B4-BE49-F238E27FC236}">
                <a16:creationId xmlns:a16="http://schemas.microsoft.com/office/drawing/2014/main" id="{AF8AE33D-52CE-45B7-8088-7738C2B3D4B8}"/>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76">
            <a:extLst>
              <a:ext uri="{FF2B5EF4-FFF2-40B4-BE49-F238E27FC236}">
                <a16:creationId xmlns:a16="http://schemas.microsoft.com/office/drawing/2014/main" id="{C680D0E9-F049-4F0E-9E18-651B87F196A6}"/>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77">
            <a:extLst>
              <a:ext uri="{FF2B5EF4-FFF2-40B4-BE49-F238E27FC236}">
                <a16:creationId xmlns:a16="http://schemas.microsoft.com/office/drawing/2014/main" id="{9E6EB903-CCA7-47DD-8F30-DB70E124FCE4}"/>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78">
            <a:extLst>
              <a:ext uri="{FF2B5EF4-FFF2-40B4-BE49-F238E27FC236}">
                <a16:creationId xmlns:a16="http://schemas.microsoft.com/office/drawing/2014/main" id="{D42ECF87-C3DA-4815-9C14-D7B18342DC5C}"/>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79">
            <a:extLst>
              <a:ext uri="{FF2B5EF4-FFF2-40B4-BE49-F238E27FC236}">
                <a16:creationId xmlns:a16="http://schemas.microsoft.com/office/drawing/2014/main" id="{57E1039F-2DAA-45B6-9446-ECF5D6885849}"/>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80">
            <a:extLst>
              <a:ext uri="{FF2B5EF4-FFF2-40B4-BE49-F238E27FC236}">
                <a16:creationId xmlns:a16="http://schemas.microsoft.com/office/drawing/2014/main" id="{5E073552-3250-40BD-B9D9-4FD4E89FA351}"/>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81">
            <a:extLst>
              <a:ext uri="{FF2B5EF4-FFF2-40B4-BE49-F238E27FC236}">
                <a16:creationId xmlns:a16="http://schemas.microsoft.com/office/drawing/2014/main" id="{04A0E1F9-57C7-4E54-AD57-E652D2E0E973}"/>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82">
            <a:extLst>
              <a:ext uri="{FF2B5EF4-FFF2-40B4-BE49-F238E27FC236}">
                <a16:creationId xmlns:a16="http://schemas.microsoft.com/office/drawing/2014/main" id="{21BC26F0-1192-4F99-A249-7DBB72CA3E2A}"/>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83">
            <a:extLst>
              <a:ext uri="{FF2B5EF4-FFF2-40B4-BE49-F238E27FC236}">
                <a16:creationId xmlns:a16="http://schemas.microsoft.com/office/drawing/2014/main" id="{E6C0A5E2-E84C-4F2C-82E6-112E435BA748}"/>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84">
            <a:extLst>
              <a:ext uri="{FF2B5EF4-FFF2-40B4-BE49-F238E27FC236}">
                <a16:creationId xmlns:a16="http://schemas.microsoft.com/office/drawing/2014/main" id="{E6C497DE-F0CC-463D-9DF1-AA8D1CD14879}"/>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85">
            <a:extLst>
              <a:ext uri="{FF2B5EF4-FFF2-40B4-BE49-F238E27FC236}">
                <a16:creationId xmlns:a16="http://schemas.microsoft.com/office/drawing/2014/main" id="{C1471D1B-9C6F-475C-9C50-608730DA7CF7}"/>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86">
            <a:extLst>
              <a:ext uri="{FF2B5EF4-FFF2-40B4-BE49-F238E27FC236}">
                <a16:creationId xmlns:a16="http://schemas.microsoft.com/office/drawing/2014/main" id="{4BDFE59D-290F-4009-9D1F-2389FD8876BF}"/>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87">
            <a:extLst>
              <a:ext uri="{FF2B5EF4-FFF2-40B4-BE49-F238E27FC236}">
                <a16:creationId xmlns:a16="http://schemas.microsoft.com/office/drawing/2014/main" id="{681EFCC8-620D-4C2B-840B-23E469E08091}"/>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88">
            <a:extLst>
              <a:ext uri="{FF2B5EF4-FFF2-40B4-BE49-F238E27FC236}">
                <a16:creationId xmlns:a16="http://schemas.microsoft.com/office/drawing/2014/main" id="{8924657E-09BE-4D64-B86C-9C14E9788B73}"/>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89">
            <a:extLst>
              <a:ext uri="{FF2B5EF4-FFF2-40B4-BE49-F238E27FC236}">
                <a16:creationId xmlns:a16="http://schemas.microsoft.com/office/drawing/2014/main" id="{4AF96CD0-894E-48DE-A456-75C2A0CD9C4D}"/>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90">
            <a:extLst>
              <a:ext uri="{FF2B5EF4-FFF2-40B4-BE49-F238E27FC236}">
                <a16:creationId xmlns:a16="http://schemas.microsoft.com/office/drawing/2014/main" id="{0126A432-4AD1-4A96-AA67-8A5D91404219}"/>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91">
            <a:extLst>
              <a:ext uri="{FF2B5EF4-FFF2-40B4-BE49-F238E27FC236}">
                <a16:creationId xmlns:a16="http://schemas.microsoft.com/office/drawing/2014/main" id="{E63E83E3-8E3D-4653-A6BF-6DD292612AD8}"/>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92">
            <a:extLst>
              <a:ext uri="{FF2B5EF4-FFF2-40B4-BE49-F238E27FC236}">
                <a16:creationId xmlns:a16="http://schemas.microsoft.com/office/drawing/2014/main" id="{AF23663E-A67E-487F-B88F-A2DEE62C70AD}"/>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93">
            <a:extLst>
              <a:ext uri="{FF2B5EF4-FFF2-40B4-BE49-F238E27FC236}">
                <a16:creationId xmlns:a16="http://schemas.microsoft.com/office/drawing/2014/main" id="{9E6AA534-D855-4573-AA23-69FDCAFEFD07}"/>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94">
            <a:extLst>
              <a:ext uri="{FF2B5EF4-FFF2-40B4-BE49-F238E27FC236}">
                <a16:creationId xmlns:a16="http://schemas.microsoft.com/office/drawing/2014/main" id="{A8DDD36A-E427-498D-B3D1-D0D88DFB833D}"/>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95">
            <a:extLst>
              <a:ext uri="{FF2B5EF4-FFF2-40B4-BE49-F238E27FC236}">
                <a16:creationId xmlns:a16="http://schemas.microsoft.com/office/drawing/2014/main" id="{D6E93181-5CB6-4B1C-A041-6291841E273D}"/>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96">
            <a:extLst>
              <a:ext uri="{FF2B5EF4-FFF2-40B4-BE49-F238E27FC236}">
                <a16:creationId xmlns:a16="http://schemas.microsoft.com/office/drawing/2014/main" id="{BAC7777E-B03E-4B37-8460-10A9AF5D5D84}"/>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97">
            <a:extLst>
              <a:ext uri="{FF2B5EF4-FFF2-40B4-BE49-F238E27FC236}">
                <a16:creationId xmlns:a16="http://schemas.microsoft.com/office/drawing/2014/main" id="{EDEA719D-FBCF-413B-9A5A-5A2D69CF9CDF}"/>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98">
            <a:extLst>
              <a:ext uri="{FF2B5EF4-FFF2-40B4-BE49-F238E27FC236}">
                <a16:creationId xmlns:a16="http://schemas.microsoft.com/office/drawing/2014/main" id="{6CEB748A-3741-41BE-9746-5D3A12EB5059}"/>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99">
            <a:extLst>
              <a:ext uri="{FF2B5EF4-FFF2-40B4-BE49-F238E27FC236}">
                <a16:creationId xmlns:a16="http://schemas.microsoft.com/office/drawing/2014/main" id="{EF15E377-00A1-483D-8FE5-88589AF2F947}"/>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00">
            <a:extLst>
              <a:ext uri="{FF2B5EF4-FFF2-40B4-BE49-F238E27FC236}">
                <a16:creationId xmlns:a16="http://schemas.microsoft.com/office/drawing/2014/main" id="{CAC04C8E-2375-42B0-A344-DB6486438100}"/>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01">
            <a:extLst>
              <a:ext uri="{FF2B5EF4-FFF2-40B4-BE49-F238E27FC236}">
                <a16:creationId xmlns:a16="http://schemas.microsoft.com/office/drawing/2014/main" id="{59E3C100-BC6C-45FE-AC02-2627A42C193F}"/>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02">
            <a:extLst>
              <a:ext uri="{FF2B5EF4-FFF2-40B4-BE49-F238E27FC236}">
                <a16:creationId xmlns:a16="http://schemas.microsoft.com/office/drawing/2014/main" id="{B023787D-C439-44C5-A82E-DDF20E8FEC94}"/>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03">
            <a:extLst>
              <a:ext uri="{FF2B5EF4-FFF2-40B4-BE49-F238E27FC236}">
                <a16:creationId xmlns:a16="http://schemas.microsoft.com/office/drawing/2014/main" id="{27D3D829-1CC8-4551-BBF8-1DA36CD70A94}"/>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04">
            <a:extLst>
              <a:ext uri="{FF2B5EF4-FFF2-40B4-BE49-F238E27FC236}">
                <a16:creationId xmlns:a16="http://schemas.microsoft.com/office/drawing/2014/main" id="{53382754-4AFB-48DB-8EF4-999E8E902EA1}"/>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05">
            <a:extLst>
              <a:ext uri="{FF2B5EF4-FFF2-40B4-BE49-F238E27FC236}">
                <a16:creationId xmlns:a16="http://schemas.microsoft.com/office/drawing/2014/main" id="{DD0AAD76-20B3-4E3C-92E1-DE55816DA37F}"/>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06">
            <a:extLst>
              <a:ext uri="{FF2B5EF4-FFF2-40B4-BE49-F238E27FC236}">
                <a16:creationId xmlns:a16="http://schemas.microsoft.com/office/drawing/2014/main" id="{67C7C9F8-09A0-4F96-917F-D81DF723E19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07">
            <a:extLst>
              <a:ext uri="{FF2B5EF4-FFF2-40B4-BE49-F238E27FC236}">
                <a16:creationId xmlns:a16="http://schemas.microsoft.com/office/drawing/2014/main" id="{4FFCE82A-905E-4456-9F4D-76FF98E6A09B}"/>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08">
            <a:extLst>
              <a:ext uri="{FF2B5EF4-FFF2-40B4-BE49-F238E27FC236}">
                <a16:creationId xmlns:a16="http://schemas.microsoft.com/office/drawing/2014/main" id="{57FA2460-2CBF-4339-BA31-38D9A92E897D}"/>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09">
            <a:extLst>
              <a:ext uri="{FF2B5EF4-FFF2-40B4-BE49-F238E27FC236}">
                <a16:creationId xmlns:a16="http://schemas.microsoft.com/office/drawing/2014/main" id="{284151B6-6CA1-4CF2-98CB-5872E937D78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10">
            <a:extLst>
              <a:ext uri="{FF2B5EF4-FFF2-40B4-BE49-F238E27FC236}">
                <a16:creationId xmlns:a16="http://schemas.microsoft.com/office/drawing/2014/main" id="{D9CB85D8-09CB-4CB4-953E-47B68FBD8961}"/>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11">
            <a:extLst>
              <a:ext uri="{FF2B5EF4-FFF2-40B4-BE49-F238E27FC236}">
                <a16:creationId xmlns:a16="http://schemas.microsoft.com/office/drawing/2014/main" id="{30F3DB57-6C5E-42DB-80C6-D0325AF99825}"/>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12">
            <a:extLst>
              <a:ext uri="{FF2B5EF4-FFF2-40B4-BE49-F238E27FC236}">
                <a16:creationId xmlns:a16="http://schemas.microsoft.com/office/drawing/2014/main" id="{6ADFF19D-F732-4773-BB2C-B67AB4012A1D}"/>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13">
            <a:extLst>
              <a:ext uri="{FF2B5EF4-FFF2-40B4-BE49-F238E27FC236}">
                <a16:creationId xmlns:a16="http://schemas.microsoft.com/office/drawing/2014/main" id="{C31EE99A-7246-44CE-AE60-C2D4F4F6D80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14">
            <a:extLst>
              <a:ext uri="{FF2B5EF4-FFF2-40B4-BE49-F238E27FC236}">
                <a16:creationId xmlns:a16="http://schemas.microsoft.com/office/drawing/2014/main" id="{6AA44C95-3AC8-4D09-A267-398D6F52BA74}"/>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15">
            <a:extLst>
              <a:ext uri="{FF2B5EF4-FFF2-40B4-BE49-F238E27FC236}">
                <a16:creationId xmlns:a16="http://schemas.microsoft.com/office/drawing/2014/main" id="{83EBFC2E-BD10-4683-9980-3C416560BE0D}"/>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16">
            <a:extLst>
              <a:ext uri="{FF2B5EF4-FFF2-40B4-BE49-F238E27FC236}">
                <a16:creationId xmlns:a16="http://schemas.microsoft.com/office/drawing/2014/main" id="{73A0CADC-FF69-4294-8F93-52462BB3895E}"/>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17">
            <a:extLst>
              <a:ext uri="{FF2B5EF4-FFF2-40B4-BE49-F238E27FC236}">
                <a16:creationId xmlns:a16="http://schemas.microsoft.com/office/drawing/2014/main" id="{0416326F-9673-4DBD-8CBC-39B5A06ED968}"/>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18">
            <a:extLst>
              <a:ext uri="{FF2B5EF4-FFF2-40B4-BE49-F238E27FC236}">
                <a16:creationId xmlns:a16="http://schemas.microsoft.com/office/drawing/2014/main" id="{1625D86B-94B5-4DB2-B7DE-1B245A7099C0}"/>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19">
            <a:extLst>
              <a:ext uri="{FF2B5EF4-FFF2-40B4-BE49-F238E27FC236}">
                <a16:creationId xmlns:a16="http://schemas.microsoft.com/office/drawing/2014/main" id="{3910A4FB-D85F-45C1-9B6C-97CCE758C8A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20">
            <a:extLst>
              <a:ext uri="{FF2B5EF4-FFF2-40B4-BE49-F238E27FC236}">
                <a16:creationId xmlns:a16="http://schemas.microsoft.com/office/drawing/2014/main" id="{505CE48C-2D2A-445E-951A-91227D5D30D6}"/>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21">
            <a:extLst>
              <a:ext uri="{FF2B5EF4-FFF2-40B4-BE49-F238E27FC236}">
                <a16:creationId xmlns:a16="http://schemas.microsoft.com/office/drawing/2014/main" id="{1942A2A3-171D-4578-9623-5FD802B1E376}"/>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22">
            <a:extLst>
              <a:ext uri="{FF2B5EF4-FFF2-40B4-BE49-F238E27FC236}">
                <a16:creationId xmlns:a16="http://schemas.microsoft.com/office/drawing/2014/main" id="{3F53D596-964C-4142-BD4C-1D63574B74D6}"/>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23">
            <a:extLst>
              <a:ext uri="{FF2B5EF4-FFF2-40B4-BE49-F238E27FC236}">
                <a16:creationId xmlns:a16="http://schemas.microsoft.com/office/drawing/2014/main" id="{0278F3A9-BDE3-4A0C-B919-98E507049515}"/>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24">
            <a:extLst>
              <a:ext uri="{FF2B5EF4-FFF2-40B4-BE49-F238E27FC236}">
                <a16:creationId xmlns:a16="http://schemas.microsoft.com/office/drawing/2014/main" id="{C14312C6-5A42-4BCF-841A-7010E2F9B7C7}"/>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25">
            <a:extLst>
              <a:ext uri="{FF2B5EF4-FFF2-40B4-BE49-F238E27FC236}">
                <a16:creationId xmlns:a16="http://schemas.microsoft.com/office/drawing/2014/main" id="{3BE6E39C-54D9-40C2-9C82-C2B7DA93ABAF}"/>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26">
            <a:extLst>
              <a:ext uri="{FF2B5EF4-FFF2-40B4-BE49-F238E27FC236}">
                <a16:creationId xmlns:a16="http://schemas.microsoft.com/office/drawing/2014/main" id="{DDBA5866-DCEC-4610-B7B7-C5763E9433B0}"/>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27">
            <a:extLst>
              <a:ext uri="{FF2B5EF4-FFF2-40B4-BE49-F238E27FC236}">
                <a16:creationId xmlns:a16="http://schemas.microsoft.com/office/drawing/2014/main" id="{5FE30280-29EB-4109-BBB8-AE7DC18B3FF1}"/>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28">
            <a:extLst>
              <a:ext uri="{FF2B5EF4-FFF2-40B4-BE49-F238E27FC236}">
                <a16:creationId xmlns:a16="http://schemas.microsoft.com/office/drawing/2014/main" id="{185C12A6-77A2-4ADB-B702-B8D5AD1D75B8}"/>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29">
            <a:extLst>
              <a:ext uri="{FF2B5EF4-FFF2-40B4-BE49-F238E27FC236}">
                <a16:creationId xmlns:a16="http://schemas.microsoft.com/office/drawing/2014/main" id="{478F7381-C67F-43C5-B433-2D42F7603CBC}"/>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30">
            <a:extLst>
              <a:ext uri="{FF2B5EF4-FFF2-40B4-BE49-F238E27FC236}">
                <a16:creationId xmlns:a16="http://schemas.microsoft.com/office/drawing/2014/main" id="{90B69858-8A20-4931-9521-71675A8CC02E}"/>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31">
            <a:extLst>
              <a:ext uri="{FF2B5EF4-FFF2-40B4-BE49-F238E27FC236}">
                <a16:creationId xmlns:a16="http://schemas.microsoft.com/office/drawing/2014/main" id="{7F9BE937-F935-4599-8950-35261F8C3DE2}"/>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32">
            <a:extLst>
              <a:ext uri="{FF2B5EF4-FFF2-40B4-BE49-F238E27FC236}">
                <a16:creationId xmlns:a16="http://schemas.microsoft.com/office/drawing/2014/main" id="{F466CAFE-9BB3-43E6-92A0-CE6D7B21D670}"/>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33">
            <a:extLst>
              <a:ext uri="{FF2B5EF4-FFF2-40B4-BE49-F238E27FC236}">
                <a16:creationId xmlns:a16="http://schemas.microsoft.com/office/drawing/2014/main" id="{BED2C51E-AAB7-426E-A75D-39B2784C05E5}"/>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34">
            <a:extLst>
              <a:ext uri="{FF2B5EF4-FFF2-40B4-BE49-F238E27FC236}">
                <a16:creationId xmlns:a16="http://schemas.microsoft.com/office/drawing/2014/main" id="{978C6E6E-7DF6-4F16-9813-CAAEF2558C65}"/>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35">
            <a:extLst>
              <a:ext uri="{FF2B5EF4-FFF2-40B4-BE49-F238E27FC236}">
                <a16:creationId xmlns:a16="http://schemas.microsoft.com/office/drawing/2014/main" id="{F131347D-0BFF-4CEC-9197-7966F336D1C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36">
            <a:extLst>
              <a:ext uri="{FF2B5EF4-FFF2-40B4-BE49-F238E27FC236}">
                <a16:creationId xmlns:a16="http://schemas.microsoft.com/office/drawing/2014/main" id="{EEB37814-4041-4F40-88D0-6FEC991F7067}"/>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37">
            <a:extLst>
              <a:ext uri="{FF2B5EF4-FFF2-40B4-BE49-F238E27FC236}">
                <a16:creationId xmlns:a16="http://schemas.microsoft.com/office/drawing/2014/main" id="{B54684D2-F593-4466-9C42-8C5C15B20A05}"/>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38">
            <a:extLst>
              <a:ext uri="{FF2B5EF4-FFF2-40B4-BE49-F238E27FC236}">
                <a16:creationId xmlns:a16="http://schemas.microsoft.com/office/drawing/2014/main" id="{A9476256-A97C-450D-91AF-0C7769A374AE}"/>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39">
            <a:extLst>
              <a:ext uri="{FF2B5EF4-FFF2-40B4-BE49-F238E27FC236}">
                <a16:creationId xmlns:a16="http://schemas.microsoft.com/office/drawing/2014/main" id="{0A1A5FD1-0A75-4BE7-8317-BE72A8A7A869}"/>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40">
            <a:extLst>
              <a:ext uri="{FF2B5EF4-FFF2-40B4-BE49-F238E27FC236}">
                <a16:creationId xmlns:a16="http://schemas.microsoft.com/office/drawing/2014/main" id="{7A6574A2-FEC3-4F9D-9B8B-320F02AEAD5C}"/>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41">
            <a:extLst>
              <a:ext uri="{FF2B5EF4-FFF2-40B4-BE49-F238E27FC236}">
                <a16:creationId xmlns:a16="http://schemas.microsoft.com/office/drawing/2014/main" id="{830DD438-6F5A-48F5-AAD9-D889C7C44615}"/>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42">
            <a:extLst>
              <a:ext uri="{FF2B5EF4-FFF2-40B4-BE49-F238E27FC236}">
                <a16:creationId xmlns:a16="http://schemas.microsoft.com/office/drawing/2014/main" id="{AC965A5E-1B38-4659-921C-B228E8BDC783}"/>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43">
            <a:extLst>
              <a:ext uri="{FF2B5EF4-FFF2-40B4-BE49-F238E27FC236}">
                <a16:creationId xmlns:a16="http://schemas.microsoft.com/office/drawing/2014/main" id="{DDED518A-DE71-472C-97A8-C9B2AE293D25}"/>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44">
            <a:extLst>
              <a:ext uri="{FF2B5EF4-FFF2-40B4-BE49-F238E27FC236}">
                <a16:creationId xmlns:a16="http://schemas.microsoft.com/office/drawing/2014/main" id="{D37CE93E-2B89-4477-A6FC-6DF685F8DB79}"/>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45">
            <a:extLst>
              <a:ext uri="{FF2B5EF4-FFF2-40B4-BE49-F238E27FC236}">
                <a16:creationId xmlns:a16="http://schemas.microsoft.com/office/drawing/2014/main" id="{F8BC961D-683B-4D7A-BA96-265AEC4D9F45}"/>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46">
            <a:extLst>
              <a:ext uri="{FF2B5EF4-FFF2-40B4-BE49-F238E27FC236}">
                <a16:creationId xmlns:a16="http://schemas.microsoft.com/office/drawing/2014/main" id="{D081B734-9BC1-4ED8-894A-46ED009E932D}"/>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47">
            <a:extLst>
              <a:ext uri="{FF2B5EF4-FFF2-40B4-BE49-F238E27FC236}">
                <a16:creationId xmlns:a16="http://schemas.microsoft.com/office/drawing/2014/main" id="{BC3E42C8-8B65-4A15-85E3-8D587300247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48">
            <a:extLst>
              <a:ext uri="{FF2B5EF4-FFF2-40B4-BE49-F238E27FC236}">
                <a16:creationId xmlns:a16="http://schemas.microsoft.com/office/drawing/2014/main" id="{B782D1CE-0708-4B10-AC22-589BBC21E4FA}"/>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49">
            <a:extLst>
              <a:ext uri="{FF2B5EF4-FFF2-40B4-BE49-F238E27FC236}">
                <a16:creationId xmlns:a16="http://schemas.microsoft.com/office/drawing/2014/main" id="{866FECFF-7155-4192-908C-79ADE526AB22}"/>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50">
            <a:extLst>
              <a:ext uri="{FF2B5EF4-FFF2-40B4-BE49-F238E27FC236}">
                <a16:creationId xmlns:a16="http://schemas.microsoft.com/office/drawing/2014/main" id="{84AA0A20-D887-4816-933D-C40E93FB50E8}"/>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51">
            <a:extLst>
              <a:ext uri="{FF2B5EF4-FFF2-40B4-BE49-F238E27FC236}">
                <a16:creationId xmlns:a16="http://schemas.microsoft.com/office/drawing/2014/main" id="{027EFAC0-C803-4CDB-8E3E-9E874EBD9C68}"/>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52">
            <a:extLst>
              <a:ext uri="{FF2B5EF4-FFF2-40B4-BE49-F238E27FC236}">
                <a16:creationId xmlns:a16="http://schemas.microsoft.com/office/drawing/2014/main" id="{926C70B7-AF3F-4205-B324-32D43F5DBCB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53">
            <a:extLst>
              <a:ext uri="{FF2B5EF4-FFF2-40B4-BE49-F238E27FC236}">
                <a16:creationId xmlns:a16="http://schemas.microsoft.com/office/drawing/2014/main" id="{CD8CCED0-9F40-4639-B500-6F3061827A40}"/>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54">
            <a:extLst>
              <a:ext uri="{FF2B5EF4-FFF2-40B4-BE49-F238E27FC236}">
                <a16:creationId xmlns:a16="http://schemas.microsoft.com/office/drawing/2014/main" id="{5E348E02-9353-48E6-95DD-50B63820AEDA}"/>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55">
            <a:extLst>
              <a:ext uri="{FF2B5EF4-FFF2-40B4-BE49-F238E27FC236}">
                <a16:creationId xmlns:a16="http://schemas.microsoft.com/office/drawing/2014/main" id="{DD4BE283-425E-4846-B8D7-122F90C6A230}"/>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56">
            <a:extLst>
              <a:ext uri="{FF2B5EF4-FFF2-40B4-BE49-F238E27FC236}">
                <a16:creationId xmlns:a16="http://schemas.microsoft.com/office/drawing/2014/main" id="{884048EF-9FDB-476F-BF9D-5521FC343581}"/>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57">
            <a:extLst>
              <a:ext uri="{FF2B5EF4-FFF2-40B4-BE49-F238E27FC236}">
                <a16:creationId xmlns:a16="http://schemas.microsoft.com/office/drawing/2014/main" id="{C45A1F26-A36D-442E-AEFF-D6C1FC1A99A5}"/>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58">
            <a:extLst>
              <a:ext uri="{FF2B5EF4-FFF2-40B4-BE49-F238E27FC236}">
                <a16:creationId xmlns:a16="http://schemas.microsoft.com/office/drawing/2014/main" id="{BD645119-A759-46DB-9CD8-9F0097E8DA7D}"/>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59">
            <a:extLst>
              <a:ext uri="{FF2B5EF4-FFF2-40B4-BE49-F238E27FC236}">
                <a16:creationId xmlns:a16="http://schemas.microsoft.com/office/drawing/2014/main" id="{45481AD9-BB02-41FF-B959-62F4FBD1F960}"/>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60">
            <a:extLst>
              <a:ext uri="{FF2B5EF4-FFF2-40B4-BE49-F238E27FC236}">
                <a16:creationId xmlns:a16="http://schemas.microsoft.com/office/drawing/2014/main" id="{7ED88498-987C-4ABA-9962-A21FFFB240B9}"/>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61">
            <a:extLst>
              <a:ext uri="{FF2B5EF4-FFF2-40B4-BE49-F238E27FC236}">
                <a16:creationId xmlns:a16="http://schemas.microsoft.com/office/drawing/2014/main" id="{4578D7A6-C760-4031-A207-207577B379E8}"/>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62">
            <a:extLst>
              <a:ext uri="{FF2B5EF4-FFF2-40B4-BE49-F238E27FC236}">
                <a16:creationId xmlns:a16="http://schemas.microsoft.com/office/drawing/2014/main" id="{0F41A8FA-46E7-468E-88A4-8C9F2CCEB7C2}"/>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63">
            <a:extLst>
              <a:ext uri="{FF2B5EF4-FFF2-40B4-BE49-F238E27FC236}">
                <a16:creationId xmlns:a16="http://schemas.microsoft.com/office/drawing/2014/main" id="{4F3FB3D5-427B-46EE-B3E5-54459D80E45A}"/>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64">
            <a:extLst>
              <a:ext uri="{FF2B5EF4-FFF2-40B4-BE49-F238E27FC236}">
                <a16:creationId xmlns:a16="http://schemas.microsoft.com/office/drawing/2014/main" id="{A78F3CBB-D121-4A19-9E4E-7448CC3E69BE}"/>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65">
            <a:extLst>
              <a:ext uri="{FF2B5EF4-FFF2-40B4-BE49-F238E27FC236}">
                <a16:creationId xmlns:a16="http://schemas.microsoft.com/office/drawing/2014/main" id="{E6C49361-4506-4F0E-97E8-49D8EC0A06BD}"/>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66">
            <a:extLst>
              <a:ext uri="{FF2B5EF4-FFF2-40B4-BE49-F238E27FC236}">
                <a16:creationId xmlns:a16="http://schemas.microsoft.com/office/drawing/2014/main" id="{A3844753-C0B7-47D3-9F68-BF7A0D517EB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67">
            <a:extLst>
              <a:ext uri="{FF2B5EF4-FFF2-40B4-BE49-F238E27FC236}">
                <a16:creationId xmlns:a16="http://schemas.microsoft.com/office/drawing/2014/main" id="{7F50FC48-7B26-4848-9EEA-28C1F30A898A}"/>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68">
            <a:extLst>
              <a:ext uri="{FF2B5EF4-FFF2-40B4-BE49-F238E27FC236}">
                <a16:creationId xmlns:a16="http://schemas.microsoft.com/office/drawing/2014/main" id="{4E1572E2-7B68-4EF5-A1EA-C93DD18558F7}"/>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69">
            <a:extLst>
              <a:ext uri="{FF2B5EF4-FFF2-40B4-BE49-F238E27FC236}">
                <a16:creationId xmlns:a16="http://schemas.microsoft.com/office/drawing/2014/main" id="{3626EF80-83AC-4662-9197-0B9A9012E119}"/>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70">
            <a:extLst>
              <a:ext uri="{FF2B5EF4-FFF2-40B4-BE49-F238E27FC236}">
                <a16:creationId xmlns:a16="http://schemas.microsoft.com/office/drawing/2014/main" id="{42DD0ADB-B467-48D0-BFBC-6FBAB36542B7}"/>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71">
            <a:extLst>
              <a:ext uri="{FF2B5EF4-FFF2-40B4-BE49-F238E27FC236}">
                <a16:creationId xmlns:a16="http://schemas.microsoft.com/office/drawing/2014/main" id="{2995F983-4D61-4A8F-984A-263EB90477F3}"/>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72">
            <a:extLst>
              <a:ext uri="{FF2B5EF4-FFF2-40B4-BE49-F238E27FC236}">
                <a16:creationId xmlns:a16="http://schemas.microsoft.com/office/drawing/2014/main" id="{E63F7095-CE9B-4B1A-9B48-ED612F4F9E54}"/>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73">
            <a:extLst>
              <a:ext uri="{FF2B5EF4-FFF2-40B4-BE49-F238E27FC236}">
                <a16:creationId xmlns:a16="http://schemas.microsoft.com/office/drawing/2014/main" id="{2F1E117F-E4E4-4914-AFE3-C7F04CE256A6}"/>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74">
            <a:extLst>
              <a:ext uri="{FF2B5EF4-FFF2-40B4-BE49-F238E27FC236}">
                <a16:creationId xmlns:a16="http://schemas.microsoft.com/office/drawing/2014/main" id="{2268A5CF-3A6E-467A-9A78-1E8FE982B04B}"/>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75">
            <a:extLst>
              <a:ext uri="{FF2B5EF4-FFF2-40B4-BE49-F238E27FC236}">
                <a16:creationId xmlns:a16="http://schemas.microsoft.com/office/drawing/2014/main" id="{B83E4383-A2B3-4B42-8F06-8C99FEED37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76">
            <a:extLst>
              <a:ext uri="{FF2B5EF4-FFF2-40B4-BE49-F238E27FC236}">
                <a16:creationId xmlns:a16="http://schemas.microsoft.com/office/drawing/2014/main" id="{D52FB7FC-01BA-49BC-9B59-C6963ADB698C}"/>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77">
            <a:extLst>
              <a:ext uri="{FF2B5EF4-FFF2-40B4-BE49-F238E27FC236}">
                <a16:creationId xmlns:a16="http://schemas.microsoft.com/office/drawing/2014/main" id="{5CA2EF4F-6905-4CDD-B81D-76CA671FF220}"/>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78">
            <a:extLst>
              <a:ext uri="{FF2B5EF4-FFF2-40B4-BE49-F238E27FC236}">
                <a16:creationId xmlns:a16="http://schemas.microsoft.com/office/drawing/2014/main" id="{1B2DF797-53CD-4AC1-B807-D1A31AE9DDDD}"/>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79">
            <a:extLst>
              <a:ext uri="{FF2B5EF4-FFF2-40B4-BE49-F238E27FC236}">
                <a16:creationId xmlns:a16="http://schemas.microsoft.com/office/drawing/2014/main" id="{419462DE-1F8F-4FD5-A6E6-116EE26AEBFF}"/>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80">
            <a:extLst>
              <a:ext uri="{FF2B5EF4-FFF2-40B4-BE49-F238E27FC236}">
                <a16:creationId xmlns:a16="http://schemas.microsoft.com/office/drawing/2014/main" id="{FBDBA569-891F-4406-AE86-30CCF75183B9}"/>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81">
            <a:extLst>
              <a:ext uri="{FF2B5EF4-FFF2-40B4-BE49-F238E27FC236}">
                <a16:creationId xmlns:a16="http://schemas.microsoft.com/office/drawing/2014/main" id="{852820B2-8DA4-494D-9664-1CB27D203C93}"/>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82">
            <a:extLst>
              <a:ext uri="{FF2B5EF4-FFF2-40B4-BE49-F238E27FC236}">
                <a16:creationId xmlns:a16="http://schemas.microsoft.com/office/drawing/2014/main" id="{BEC828C3-777D-4472-BFAC-C9D98E07C992}"/>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83">
            <a:extLst>
              <a:ext uri="{FF2B5EF4-FFF2-40B4-BE49-F238E27FC236}">
                <a16:creationId xmlns:a16="http://schemas.microsoft.com/office/drawing/2014/main" id="{6A322C0D-65D1-4C03-92A8-70114DC7E19C}"/>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84">
            <a:extLst>
              <a:ext uri="{FF2B5EF4-FFF2-40B4-BE49-F238E27FC236}">
                <a16:creationId xmlns:a16="http://schemas.microsoft.com/office/drawing/2014/main" id="{155268D1-38EC-4320-84CE-3D7FAD3F4A25}"/>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85">
            <a:extLst>
              <a:ext uri="{FF2B5EF4-FFF2-40B4-BE49-F238E27FC236}">
                <a16:creationId xmlns:a16="http://schemas.microsoft.com/office/drawing/2014/main" id="{98511579-6ABB-45D0-A1DC-EF2E605F53C1}"/>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86">
            <a:extLst>
              <a:ext uri="{FF2B5EF4-FFF2-40B4-BE49-F238E27FC236}">
                <a16:creationId xmlns:a16="http://schemas.microsoft.com/office/drawing/2014/main" id="{19EC7A4A-15A6-4A30-9FF7-7FF874776955}"/>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87">
            <a:extLst>
              <a:ext uri="{FF2B5EF4-FFF2-40B4-BE49-F238E27FC236}">
                <a16:creationId xmlns:a16="http://schemas.microsoft.com/office/drawing/2014/main" id="{532E434C-2074-4BDD-BD1E-D72412EC21F4}"/>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88">
            <a:extLst>
              <a:ext uri="{FF2B5EF4-FFF2-40B4-BE49-F238E27FC236}">
                <a16:creationId xmlns:a16="http://schemas.microsoft.com/office/drawing/2014/main" id="{A2273DE6-B3D8-443D-8AED-D83A052BD073}"/>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89">
            <a:extLst>
              <a:ext uri="{FF2B5EF4-FFF2-40B4-BE49-F238E27FC236}">
                <a16:creationId xmlns:a16="http://schemas.microsoft.com/office/drawing/2014/main" id="{2848526E-B255-4D8C-9412-8B0EFF17A498}"/>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90">
            <a:extLst>
              <a:ext uri="{FF2B5EF4-FFF2-40B4-BE49-F238E27FC236}">
                <a16:creationId xmlns:a16="http://schemas.microsoft.com/office/drawing/2014/main" id="{12ED3EFB-316D-48AE-B93E-5D5B160D5F17}"/>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91">
            <a:extLst>
              <a:ext uri="{FF2B5EF4-FFF2-40B4-BE49-F238E27FC236}">
                <a16:creationId xmlns:a16="http://schemas.microsoft.com/office/drawing/2014/main" id="{5A137C5A-B51F-47E0-B648-85D7BE93F980}"/>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92">
            <a:extLst>
              <a:ext uri="{FF2B5EF4-FFF2-40B4-BE49-F238E27FC236}">
                <a16:creationId xmlns:a16="http://schemas.microsoft.com/office/drawing/2014/main" id="{3845AFC2-0D1C-45DE-842E-77041F011AE4}"/>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93">
            <a:extLst>
              <a:ext uri="{FF2B5EF4-FFF2-40B4-BE49-F238E27FC236}">
                <a16:creationId xmlns:a16="http://schemas.microsoft.com/office/drawing/2014/main" id="{D9247673-73F6-4363-8E25-85A44B0153E7}"/>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94">
            <a:extLst>
              <a:ext uri="{FF2B5EF4-FFF2-40B4-BE49-F238E27FC236}">
                <a16:creationId xmlns:a16="http://schemas.microsoft.com/office/drawing/2014/main" id="{44377144-FF00-4A17-80C9-1B29A64D9DB9}"/>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95">
            <a:extLst>
              <a:ext uri="{FF2B5EF4-FFF2-40B4-BE49-F238E27FC236}">
                <a16:creationId xmlns:a16="http://schemas.microsoft.com/office/drawing/2014/main" id="{15874EB6-31F7-445B-A360-4408DBCA121C}"/>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96">
            <a:extLst>
              <a:ext uri="{FF2B5EF4-FFF2-40B4-BE49-F238E27FC236}">
                <a16:creationId xmlns:a16="http://schemas.microsoft.com/office/drawing/2014/main" id="{256444ED-01FD-455E-8E0F-FD1498149343}"/>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호출: (행 0, 열 0, 크기 8)</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 위는 전부 1입니다.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추가 검은 칸: 행 5, 열 1</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전체는 0과 1이 섞였습니다.</a:t>
            </a:r>
          </a:p>
        </p:txBody>
      </p:sp>
      <p:sp>
        <p:nvSpPr>
          <p:cNvPr id="153" name="banner-197">
            <a:extLst>
              <a:ext uri="{FF2B5EF4-FFF2-40B4-BE49-F238E27FC236}">
                <a16:creationId xmlns:a16="http://schemas.microsoft.com/office/drawing/2014/main" id="{CB8D293D-4366-4546-99E0-F1EFEE36D378}"/>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98">
            <a:extLst>
              <a:ext uri="{FF2B5EF4-FFF2-40B4-BE49-F238E27FC236}">
                <a16:creationId xmlns:a16="http://schemas.microsoft.com/office/drawing/2014/main" id="{18C615A1-9218-4965-8CFB-512039F3F33E}"/>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전체는 혼합 → 네 부분으로 분할</a:t>
            </a:r>
          </a:p>
        </p:txBody>
      </p:sp>
      <p:sp>
        <p:nvSpPr>
          <p:cNvPr id="155" name="caption">
            <a:extLst>
              <a:ext uri="{FF2B5EF4-FFF2-40B4-BE49-F238E27FC236}">
                <a16:creationId xmlns:a16="http://schemas.microsoft.com/office/drawing/2014/main" id="{58CB3AAE-BB1B-4A48-B6BF-BEBB0BFB286B}"/>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73574136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ection">
            <a:extLst>
              <a:ext uri="{FF2B5EF4-FFF2-40B4-BE49-F238E27FC236}">
                <a16:creationId xmlns:a16="http://schemas.microsoft.com/office/drawing/2014/main" id="{513B822C-B27E-4B85-B3F7-8AE1B0A4339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5697DB17-9AC2-4448-8A81-89A21A1D0D9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D92B77-1654-4C07-8529-430BE28F324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첫 분할: 네 호출의 좌표를 정합니다</a:t>
            </a:r>
          </a:p>
        </p:txBody>
      </p:sp>
      <p:sp>
        <p:nvSpPr>
          <p:cNvPr id="4" name="line-199">
            <a:extLst>
              <a:ext uri="{FF2B5EF4-FFF2-40B4-BE49-F238E27FC236}">
                <a16:creationId xmlns:a16="http://schemas.microsoft.com/office/drawing/2014/main" id="{D99F813C-9060-45E6-9A15-32A8351DBB7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CBDE91D-3452-4B73-9FA0-B9484C04D3A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6BB6DFD-BB93-4208-9442-B14572728F4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192</a:t>
            </a:r>
            <a:endParaRPr sz="1050" b="0">
              <a:solidFill>
                <a:srgbClr val="151515"/>
              </a:solidFill>
              <a:latin typeface="Consolas"/>
              <a:ea typeface="Consolas"/>
              <a:cs typeface="Consolas"/>
            </a:endParaRPr>
          </a:p>
        </p:txBody>
      </p:sp>
      <p:sp>
        <p:nvSpPr>
          <p:cNvPr id="7" name="pixel-200">
            <a:extLst>
              <a:ext uri="{FF2B5EF4-FFF2-40B4-BE49-F238E27FC236}">
                <a16:creationId xmlns:a16="http://schemas.microsoft.com/office/drawing/2014/main" id="{134C03D3-86FB-4A49-93A3-8E8D53107226}"/>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201">
            <a:extLst>
              <a:ext uri="{FF2B5EF4-FFF2-40B4-BE49-F238E27FC236}">
                <a16:creationId xmlns:a16="http://schemas.microsoft.com/office/drawing/2014/main" id="{9C7E2443-7A05-4C74-94C5-ABC39FD83FE3}"/>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202">
            <a:extLst>
              <a:ext uri="{FF2B5EF4-FFF2-40B4-BE49-F238E27FC236}">
                <a16:creationId xmlns:a16="http://schemas.microsoft.com/office/drawing/2014/main" id="{2FF23D59-4DC7-41CD-83CC-84B3127E7B4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203">
            <a:extLst>
              <a:ext uri="{FF2B5EF4-FFF2-40B4-BE49-F238E27FC236}">
                <a16:creationId xmlns:a16="http://schemas.microsoft.com/office/drawing/2014/main" id="{486C7CB0-2175-4113-9D1E-5304D6582FDA}"/>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204">
            <a:extLst>
              <a:ext uri="{FF2B5EF4-FFF2-40B4-BE49-F238E27FC236}">
                <a16:creationId xmlns:a16="http://schemas.microsoft.com/office/drawing/2014/main" id="{CFDC847F-5596-4A0A-843D-3EBCB9804393}"/>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205">
            <a:extLst>
              <a:ext uri="{FF2B5EF4-FFF2-40B4-BE49-F238E27FC236}">
                <a16:creationId xmlns:a16="http://schemas.microsoft.com/office/drawing/2014/main" id="{5EC46620-0823-4133-9109-FD91AA346AF8}"/>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206">
            <a:extLst>
              <a:ext uri="{FF2B5EF4-FFF2-40B4-BE49-F238E27FC236}">
                <a16:creationId xmlns:a16="http://schemas.microsoft.com/office/drawing/2014/main" id="{11ADB0ED-DBEB-46B2-85CF-7B4B4AC77DF4}"/>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207">
            <a:extLst>
              <a:ext uri="{FF2B5EF4-FFF2-40B4-BE49-F238E27FC236}">
                <a16:creationId xmlns:a16="http://schemas.microsoft.com/office/drawing/2014/main" id="{6BDF38D5-03BF-402D-8EC2-BD41CB064A93}"/>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208">
            <a:extLst>
              <a:ext uri="{FF2B5EF4-FFF2-40B4-BE49-F238E27FC236}">
                <a16:creationId xmlns:a16="http://schemas.microsoft.com/office/drawing/2014/main" id="{A753917C-3C8F-46AE-8FFB-7C5D4588FA26}"/>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209">
            <a:extLst>
              <a:ext uri="{FF2B5EF4-FFF2-40B4-BE49-F238E27FC236}">
                <a16:creationId xmlns:a16="http://schemas.microsoft.com/office/drawing/2014/main" id="{44D281F8-0A78-4F93-9459-C658773BA689}"/>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210">
            <a:extLst>
              <a:ext uri="{FF2B5EF4-FFF2-40B4-BE49-F238E27FC236}">
                <a16:creationId xmlns:a16="http://schemas.microsoft.com/office/drawing/2014/main" id="{7FC925D1-0887-4278-8EFF-819BA24C86B9}"/>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211">
            <a:extLst>
              <a:ext uri="{FF2B5EF4-FFF2-40B4-BE49-F238E27FC236}">
                <a16:creationId xmlns:a16="http://schemas.microsoft.com/office/drawing/2014/main" id="{A3F03B32-61A7-4189-A069-369A1F82C36A}"/>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212">
            <a:extLst>
              <a:ext uri="{FF2B5EF4-FFF2-40B4-BE49-F238E27FC236}">
                <a16:creationId xmlns:a16="http://schemas.microsoft.com/office/drawing/2014/main" id="{73E6ECFB-ACA0-4BD8-8C90-F9A2740C7254}"/>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213">
            <a:extLst>
              <a:ext uri="{FF2B5EF4-FFF2-40B4-BE49-F238E27FC236}">
                <a16:creationId xmlns:a16="http://schemas.microsoft.com/office/drawing/2014/main" id="{87D96D1B-5C53-4A14-9500-4B15A276FF23}"/>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214">
            <a:extLst>
              <a:ext uri="{FF2B5EF4-FFF2-40B4-BE49-F238E27FC236}">
                <a16:creationId xmlns:a16="http://schemas.microsoft.com/office/drawing/2014/main" id="{E5B31A84-A509-4015-AAEE-B53493346B61}"/>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215">
            <a:extLst>
              <a:ext uri="{FF2B5EF4-FFF2-40B4-BE49-F238E27FC236}">
                <a16:creationId xmlns:a16="http://schemas.microsoft.com/office/drawing/2014/main" id="{6FD21C72-7DBD-441B-B3F5-93D0D7936D0B}"/>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216">
            <a:extLst>
              <a:ext uri="{FF2B5EF4-FFF2-40B4-BE49-F238E27FC236}">
                <a16:creationId xmlns:a16="http://schemas.microsoft.com/office/drawing/2014/main" id="{6BE151EB-DF1D-4E22-9883-90ACDD51D2E0}"/>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217">
            <a:extLst>
              <a:ext uri="{FF2B5EF4-FFF2-40B4-BE49-F238E27FC236}">
                <a16:creationId xmlns:a16="http://schemas.microsoft.com/office/drawing/2014/main" id="{61625566-DF73-4150-ADD3-32B13EAFC013}"/>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218">
            <a:extLst>
              <a:ext uri="{FF2B5EF4-FFF2-40B4-BE49-F238E27FC236}">
                <a16:creationId xmlns:a16="http://schemas.microsoft.com/office/drawing/2014/main" id="{E4A6FC8F-83B2-466F-B972-74BA7317477A}"/>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219">
            <a:extLst>
              <a:ext uri="{FF2B5EF4-FFF2-40B4-BE49-F238E27FC236}">
                <a16:creationId xmlns:a16="http://schemas.microsoft.com/office/drawing/2014/main" id="{9668169A-99F6-4BFF-966D-D971B24DC2EB}"/>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220">
            <a:extLst>
              <a:ext uri="{FF2B5EF4-FFF2-40B4-BE49-F238E27FC236}">
                <a16:creationId xmlns:a16="http://schemas.microsoft.com/office/drawing/2014/main" id="{75E9B6ED-1E34-433C-AC47-2A141CAB56EA}"/>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221">
            <a:extLst>
              <a:ext uri="{FF2B5EF4-FFF2-40B4-BE49-F238E27FC236}">
                <a16:creationId xmlns:a16="http://schemas.microsoft.com/office/drawing/2014/main" id="{C9D0A852-5BFF-4146-895A-B0A3498B4035}"/>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222">
            <a:extLst>
              <a:ext uri="{FF2B5EF4-FFF2-40B4-BE49-F238E27FC236}">
                <a16:creationId xmlns:a16="http://schemas.microsoft.com/office/drawing/2014/main" id="{274A190A-E4CC-4597-85D0-1A6ADD0C6D9A}"/>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223">
            <a:extLst>
              <a:ext uri="{FF2B5EF4-FFF2-40B4-BE49-F238E27FC236}">
                <a16:creationId xmlns:a16="http://schemas.microsoft.com/office/drawing/2014/main" id="{36BA5F33-232F-4A39-8274-FC39A607AD3B}"/>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224">
            <a:extLst>
              <a:ext uri="{FF2B5EF4-FFF2-40B4-BE49-F238E27FC236}">
                <a16:creationId xmlns:a16="http://schemas.microsoft.com/office/drawing/2014/main" id="{FADF0CC8-FE04-4DEF-AC37-EFC6DEAC7143}"/>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225">
            <a:extLst>
              <a:ext uri="{FF2B5EF4-FFF2-40B4-BE49-F238E27FC236}">
                <a16:creationId xmlns:a16="http://schemas.microsoft.com/office/drawing/2014/main" id="{32AB41B9-F477-47AF-A4BB-5AACC649334F}"/>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226">
            <a:extLst>
              <a:ext uri="{FF2B5EF4-FFF2-40B4-BE49-F238E27FC236}">
                <a16:creationId xmlns:a16="http://schemas.microsoft.com/office/drawing/2014/main" id="{66206ACA-850B-46C7-A335-DA111FFD43D5}"/>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227">
            <a:extLst>
              <a:ext uri="{FF2B5EF4-FFF2-40B4-BE49-F238E27FC236}">
                <a16:creationId xmlns:a16="http://schemas.microsoft.com/office/drawing/2014/main" id="{574B75E3-47A1-4C21-8C5D-41B36F736246}"/>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228">
            <a:extLst>
              <a:ext uri="{FF2B5EF4-FFF2-40B4-BE49-F238E27FC236}">
                <a16:creationId xmlns:a16="http://schemas.microsoft.com/office/drawing/2014/main" id="{59C35B6C-8363-4C91-A7AF-61B1B2A697BB}"/>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229">
            <a:extLst>
              <a:ext uri="{FF2B5EF4-FFF2-40B4-BE49-F238E27FC236}">
                <a16:creationId xmlns:a16="http://schemas.microsoft.com/office/drawing/2014/main" id="{FADAF0C8-8E90-4874-A4C5-897BB5AFC617}"/>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230">
            <a:extLst>
              <a:ext uri="{FF2B5EF4-FFF2-40B4-BE49-F238E27FC236}">
                <a16:creationId xmlns:a16="http://schemas.microsoft.com/office/drawing/2014/main" id="{70779862-C60F-4A65-9D2B-D0BAEE6264CC}"/>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231">
            <a:extLst>
              <a:ext uri="{FF2B5EF4-FFF2-40B4-BE49-F238E27FC236}">
                <a16:creationId xmlns:a16="http://schemas.microsoft.com/office/drawing/2014/main" id="{A2F50B4F-D31D-4C9B-868C-253190A8C151}"/>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232">
            <a:extLst>
              <a:ext uri="{FF2B5EF4-FFF2-40B4-BE49-F238E27FC236}">
                <a16:creationId xmlns:a16="http://schemas.microsoft.com/office/drawing/2014/main" id="{D0EF932C-A8B8-4AC6-91D0-A6A92C75EADC}"/>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233">
            <a:extLst>
              <a:ext uri="{FF2B5EF4-FFF2-40B4-BE49-F238E27FC236}">
                <a16:creationId xmlns:a16="http://schemas.microsoft.com/office/drawing/2014/main" id="{F8B2E69E-D24C-4A1E-B97B-9D03E3A45B8E}"/>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234">
            <a:extLst>
              <a:ext uri="{FF2B5EF4-FFF2-40B4-BE49-F238E27FC236}">
                <a16:creationId xmlns:a16="http://schemas.microsoft.com/office/drawing/2014/main" id="{F9826B35-B9C5-432D-917A-B70F94295DA3}"/>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235">
            <a:extLst>
              <a:ext uri="{FF2B5EF4-FFF2-40B4-BE49-F238E27FC236}">
                <a16:creationId xmlns:a16="http://schemas.microsoft.com/office/drawing/2014/main" id="{40E855F1-31A3-41D1-A989-1D1994D4335D}"/>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236">
            <a:extLst>
              <a:ext uri="{FF2B5EF4-FFF2-40B4-BE49-F238E27FC236}">
                <a16:creationId xmlns:a16="http://schemas.microsoft.com/office/drawing/2014/main" id="{6079EA9C-13CF-4398-84DC-9DB6BFEAF830}"/>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237">
            <a:extLst>
              <a:ext uri="{FF2B5EF4-FFF2-40B4-BE49-F238E27FC236}">
                <a16:creationId xmlns:a16="http://schemas.microsoft.com/office/drawing/2014/main" id="{F1E533A3-9BFE-42FE-B307-9F2CD4DB8C51}"/>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238">
            <a:extLst>
              <a:ext uri="{FF2B5EF4-FFF2-40B4-BE49-F238E27FC236}">
                <a16:creationId xmlns:a16="http://schemas.microsoft.com/office/drawing/2014/main" id="{6791C1A8-BAC8-4105-8DCD-15239EEA3F2A}"/>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239">
            <a:extLst>
              <a:ext uri="{FF2B5EF4-FFF2-40B4-BE49-F238E27FC236}">
                <a16:creationId xmlns:a16="http://schemas.microsoft.com/office/drawing/2014/main" id="{8E15B21F-4AE9-47E6-B139-E86175951297}"/>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240">
            <a:extLst>
              <a:ext uri="{FF2B5EF4-FFF2-40B4-BE49-F238E27FC236}">
                <a16:creationId xmlns:a16="http://schemas.microsoft.com/office/drawing/2014/main" id="{5F298D2A-8848-423E-AB95-DE9F7A99152A}"/>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241">
            <a:extLst>
              <a:ext uri="{FF2B5EF4-FFF2-40B4-BE49-F238E27FC236}">
                <a16:creationId xmlns:a16="http://schemas.microsoft.com/office/drawing/2014/main" id="{3B68B441-1942-4E54-B417-80A033DE5D83}"/>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242">
            <a:extLst>
              <a:ext uri="{FF2B5EF4-FFF2-40B4-BE49-F238E27FC236}">
                <a16:creationId xmlns:a16="http://schemas.microsoft.com/office/drawing/2014/main" id="{B6FA0539-B129-4624-BBAF-C59B62213D34}"/>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243">
            <a:extLst>
              <a:ext uri="{FF2B5EF4-FFF2-40B4-BE49-F238E27FC236}">
                <a16:creationId xmlns:a16="http://schemas.microsoft.com/office/drawing/2014/main" id="{03233514-04DA-46E7-B19F-5EF58600A7B8}"/>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244">
            <a:extLst>
              <a:ext uri="{FF2B5EF4-FFF2-40B4-BE49-F238E27FC236}">
                <a16:creationId xmlns:a16="http://schemas.microsoft.com/office/drawing/2014/main" id="{3EC6440B-66DC-49A9-9E36-A748488D72DA}"/>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245">
            <a:extLst>
              <a:ext uri="{FF2B5EF4-FFF2-40B4-BE49-F238E27FC236}">
                <a16:creationId xmlns:a16="http://schemas.microsoft.com/office/drawing/2014/main" id="{50BE6309-20C9-4485-83E2-673AFFE1A17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246">
            <a:extLst>
              <a:ext uri="{FF2B5EF4-FFF2-40B4-BE49-F238E27FC236}">
                <a16:creationId xmlns:a16="http://schemas.microsoft.com/office/drawing/2014/main" id="{356C1BED-9193-4517-BCEF-AA9C19E96141}"/>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247">
            <a:extLst>
              <a:ext uri="{FF2B5EF4-FFF2-40B4-BE49-F238E27FC236}">
                <a16:creationId xmlns:a16="http://schemas.microsoft.com/office/drawing/2014/main" id="{2C24FF81-1F36-4E03-9F00-07515F30B38F}"/>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248">
            <a:extLst>
              <a:ext uri="{FF2B5EF4-FFF2-40B4-BE49-F238E27FC236}">
                <a16:creationId xmlns:a16="http://schemas.microsoft.com/office/drawing/2014/main" id="{3C8B6BAC-7EBD-445D-A98B-6353A010E439}"/>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249">
            <a:extLst>
              <a:ext uri="{FF2B5EF4-FFF2-40B4-BE49-F238E27FC236}">
                <a16:creationId xmlns:a16="http://schemas.microsoft.com/office/drawing/2014/main" id="{9C42DCAE-F520-4600-A976-9E3684E0CFDE}"/>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250">
            <a:extLst>
              <a:ext uri="{FF2B5EF4-FFF2-40B4-BE49-F238E27FC236}">
                <a16:creationId xmlns:a16="http://schemas.microsoft.com/office/drawing/2014/main" id="{D50B2E4F-5A9B-4722-9EB4-11C5BD505C21}"/>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251">
            <a:extLst>
              <a:ext uri="{FF2B5EF4-FFF2-40B4-BE49-F238E27FC236}">
                <a16:creationId xmlns:a16="http://schemas.microsoft.com/office/drawing/2014/main" id="{509AB671-B791-4081-A988-BD55BE64B521}"/>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252">
            <a:extLst>
              <a:ext uri="{FF2B5EF4-FFF2-40B4-BE49-F238E27FC236}">
                <a16:creationId xmlns:a16="http://schemas.microsoft.com/office/drawing/2014/main" id="{0A394E0C-B246-4C19-8DB5-AC25444D35A2}"/>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253">
            <a:extLst>
              <a:ext uri="{FF2B5EF4-FFF2-40B4-BE49-F238E27FC236}">
                <a16:creationId xmlns:a16="http://schemas.microsoft.com/office/drawing/2014/main" id="{E80D909A-473E-4B3C-933B-257645AFC893}"/>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254">
            <a:extLst>
              <a:ext uri="{FF2B5EF4-FFF2-40B4-BE49-F238E27FC236}">
                <a16:creationId xmlns:a16="http://schemas.microsoft.com/office/drawing/2014/main" id="{7313DFB1-2B4D-4A6B-A0B0-9E05DBB2D3AD}"/>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255">
            <a:extLst>
              <a:ext uri="{FF2B5EF4-FFF2-40B4-BE49-F238E27FC236}">
                <a16:creationId xmlns:a16="http://schemas.microsoft.com/office/drawing/2014/main" id="{00A7B6CD-362E-494F-A3BA-D7FE474AACB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256">
            <a:extLst>
              <a:ext uri="{FF2B5EF4-FFF2-40B4-BE49-F238E27FC236}">
                <a16:creationId xmlns:a16="http://schemas.microsoft.com/office/drawing/2014/main" id="{BBB909F5-1CE2-48F9-B6D8-097600DB83C9}"/>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257">
            <a:extLst>
              <a:ext uri="{FF2B5EF4-FFF2-40B4-BE49-F238E27FC236}">
                <a16:creationId xmlns:a16="http://schemas.microsoft.com/office/drawing/2014/main" id="{2680F9E1-98F5-4CF2-B9FB-B525A7D7D34E}"/>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258">
            <a:extLst>
              <a:ext uri="{FF2B5EF4-FFF2-40B4-BE49-F238E27FC236}">
                <a16:creationId xmlns:a16="http://schemas.microsoft.com/office/drawing/2014/main" id="{B26B80C6-F917-4722-B26D-4BE5A98D1463}"/>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259">
            <a:extLst>
              <a:ext uri="{FF2B5EF4-FFF2-40B4-BE49-F238E27FC236}">
                <a16:creationId xmlns:a16="http://schemas.microsoft.com/office/drawing/2014/main" id="{D0751CDD-F454-4991-BEE9-4B190F87C84B}"/>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260">
            <a:extLst>
              <a:ext uri="{FF2B5EF4-FFF2-40B4-BE49-F238E27FC236}">
                <a16:creationId xmlns:a16="http://schemas.microsoft.com/office/drawing/2014/main" id="{AB63F0DE-1EAE-4E72-9176-DFBE71E3681D}"/>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261">
            <a:extLst>
              <a:ext uri="{FF2B5EF4-FFF2-40B4-BE49-F238E27FC236}">
                <a16:creationId xmlns:a16="http://schemas.microsoft.com/office/drawing/2014/main" id="{0F6D5BA7-CD81-4116-B388-32C391FF56B9}"/>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262">
            <a:extLst>
              <a:ext uri="{FF2B5EF4-FFF2-40B4-BE49-F238E27FC236}">
                <a16:creationId xmlns:a16="http://schemas.microsoft.com/office/drawing/2014/main" id="{C0D801A2-06A9-4EBA-B3B7-41EF6C9752ED}"/>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263">
            <a:extLst>
              <a:ext uri="{FF2B5EF4-FFF2-40B4-BE49-F238E27FC236}">
                <a16:creationId xmlns:a16="http://schemas.microsoft.com/office/drawing/2014/main" id="{EF71FD62-7669-45BF-8926-11B43648D4AB}"/>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264">
            <a:extLst>
              <a:ext uri="{FF2B5EF4-FFF2-40B4-BE49-F238E27FC236}">
                <a16:creationId xmlns:a16="http://schemas.microsoft.com/office/drawing/2014/main" id="{81E5BE37-3F4A-4B22-9690-6207D6F843DC}"/>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265">
            <a:extLst>
              <a:ext uri="{FF2B5EF4-FFF2-40B4-BE49-F238E27FC236}">
                <a16:creationId xmlns:a16="http://schemas.microsoft.com/office/drawing/2014/main" id="{49909054-F82E-465C-80A4-C7BFC4A3D6DB}"/>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266">
            <a:extLst>
              <a:ext uri="{FF2B5EF4-FFF2-40B4-BE49-F238E27FC236}">
                <a16:creationId xmlns:a16="http://schemas.microsoft.com/office/drawing/2014/main" id="{3DC016DD-8FE2-49F4-843C-382192EEA9B8}"/>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267">
            <a:extLst>
              <a:ext uri="{FF2B5EF4-FFF2-40B4-BE49-F238E27FC236}">
                <a16:creationId xmlns:a16="http://schemas.microsoft.com/office/drawing/2014/main" id="{43938906-01BE-4B49-9483-BF63681A914A}"/>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268">
            <a:extLst>
              <a:ext uri="{FF2B5EF4-FFF2-40B4-BE49-F238E27FC236}">
                <a16:creationId xmlns:a16="http://schemas.microsoft.com/office/drawing/2014/main" id="{BB6C32EF-FFF3-4BBC-9FE7-BF8C4983CE0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269">
            <a:extLst>
              <a:ext uri="{FF2B5EF4-FFF2-40B4-BE49-F238E27FC236}">
                <a16:creationId xmlns:a16="http://schemas.microsoft.com/office/drawing/2014/main" id="{98A29C50-982E-4FE0-B793-4257BF5E9D42}"/>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270">
            <a:extLst>
              <a:ext uri="{FF2B5EF4-FFF2-40B4-BE49-F238E27FC236}">
                <a16:creationId xmlns:a16="http://schemas.microsoft.com/office/drawing/2014/main" id="{A071A5CC-3FED-410E-91D8-0F52B7EE282E}"/>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271">
            <a:extLst>
              <a:ext uri="{FF2B5EF4-FFF2-40B4-BE49-F238E27FC236}">
                <a16:creationId xmlns:a16="http://schemas.microsoft.com/office/drawing/2014/main" id="{B72BF0AB-629B-44AE-B3B4-85BF102BB464}"/>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272">
            <a:extLst>
              <a:ext uri="{FF2B5EF4-FFF2-40B4-BE49-F238E27FC236}">
                <a16:creationId xmlns:a16="http://schemas.microsoft.com/office/drawing/2014/main" id="{C050E3BA-219B-4A6A-A5CC-22A4A7CD3909}"/>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273">
            <a:extLst>
              <a:ext uri="{FF2B5EF4-FFF2-40B4-BE49-F238E27FC236}">
                <a16:creationId xmlns:a16="http://schemas.microsoft.com/office/drawing/2014/main" id="{CB16D48D-A089-4B60-B1E8-6E4192A91040}"/>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274">
            <a:extLst>
              <a:ext uri="{FF2B5EF4-FFF2-40B4-BE49-F238E27FC236}">
                <a16:creationId xmlns:a16="http://schemas.microsoft.com/office/drawing/2014/main" id="{FB2A34DE-D2F3-41EC-B833-DDA3C48E4050}"/>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275">
            <a:extLst>
              <a:ext uri="{FF2B5EF4-FFF2-40B4-BE49-F238E27FC236}">
                <a16:creationId xmlns:a16="http://schemas.microsoft.com/office/drawing/2014/main" id="{5FEEB679-1CE9-48CF-9D45-ED0F56E45ADD}"/>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276">
            <a:extLst>
              <a:ext uri="{FF2B5EF4-FFF2-40B4-BE49-F238E27FC236}">
                <a16:creationId xmlns:a16="http://schemas.microsoft.com/office/drawing/2014/main" id="{6B45D97F-516D-4CFB-9C5E-2DB5CF1FF624}"/>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277">
            <a:extLst>
              <a:ext uri="{FF2B5EF4-FFF2-40B4-BE49-F238E27FC236}">
                <a16:creationId xmlns:a16="http://schemas.microsoft.com/office/drawing/2014/main" id="{08DB9DC6-B4FA-4289-84A6-6555B6FC3DFC}"/>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278">
            <a:extLst>
              <a:ext uri="{FF2B5EF4-FFF2-40B4-BE49-F238E27FC236}">
                <a16:creationId xmlns:a16="http://schemas.microsoft.com/office/drawing/2014/main" id="{BB1DD95A-9DA9-4A6A-9E7E-D11B5CB2A393}"/>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279">
            <a:extLst>
              <a:ext uri="{FF2B5EF4-FFF2-40B4-BE49-F238E27FC236}">
                <a16:creationId xmlns:a16="http://schemas.microsoft.com/office/drawing/2014/main" id="{42545727-0405-469D-A9AE-D97A609E5218}"/>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280">
            <a:extLst>
              <a:ext uri="{FF2B5EF4-FFF2-40B4-BE49-F238E27FC236}">
                <a16:creationId xmlns:a16="http://schemas.microsoft.com/office/drawing/2014/main" id="{F2037294-01CA-4E4B-808F-D5A7F808F894}"/>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281">
            <a:extLst>
              <a:ext uri="{FF2B5EF4-FFF2-40B4-BE49-F238E27FC236}">
                <a16:creationId xmlns:a16="http://schemas.microsoft.com/office/drawing/2014/main" id="{1DE4BB1C-2B50-410E-AC41-DC42DFC38D2F}"/>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282">
            <a:extLst>
              <a:ext uri="{FF2B5EF4-FFF2-40B4-BE49-F238E27FC236}">
                <a16:creationId xmlns:a16="http://schemas.microsoft.com/office/drawing/2014/main" id="{DA024790-93EE-42EC-9B48-FBEB18822884}"/>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283">
            <a:extLst>
              <a:ext uri="{FF2B5EF4-FFF2-40B4-BE49-F238E27FC236}">
                <a16:creationId xmlns:a16="http://schemas.microsoft.com/office/drawing/2014/main" id="{9E772A13-8BE6-4091-AC67-831B0032E4DF}"/>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284">
            <a:extLst>
              <a:ext uri="{FF2B5EF4-FFF2-40B4-BE49-F238E27FC236}">
                <a16:creationId xmlns:a16="http://schemas.microsoft.com/office/drawing/2014/main" id="{47D57FEB-2510-4237-9A57-665A06F384A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285">
            <a:extLst>
              <a:ext uri="{FF2B5EF4-FFF2-40B4-BE49-F238E27FC236}">
                <a16:creationId xmlns:a16="http://schemas.microsoft.com/office/drawing/2014/main" id="{F554FD85-CCDC-4958-A55E-C89F65E44F20}"/>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286">
            <a:extLst>
              <a:ext uri="{FF2B5EF4-FFF2-40B4-BE49-F238E27FC236}">
                <a16:creationId xmlns:a16="http://schemas.microsoft.com/office/drawing/2014/main" id="{B7999720-5318-4F27-8777-0EA60E26516C}"/>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287">
            <a:extLst>
              <a:ext uri="{FF2B5EF4-FFF2-40B4-BE49-F238E27FC236}">
                <a16:creationId xmlns:a16="http://schemas.microsoft.com/office/drawing/2014/main" id="{E41A0F45-A614-45D3-B98A-F21C167AD3B5}"/>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288">
            <a:extLst>
              <a:ext uri="{FF2B5EF4-FFF2-40B4-BE49-F238E27FC236}">
                <a16:creationId xmlns:a16="http://schemas.microsoft.com/office/drawing/2014/main" id="{7A4A9C87-9339-4711-BA65-102C8166DECC}"/>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289">
            <a:extLst>
              <a:ext uri="{FF2B5EF4-FFF2-40B4-BE49-F238E27FC236}">
                <a16:creationId xmlns:a16="http://schemas.microsoft.com/office/drawing/2014/main" id="{828D688A-8C2B-4A20-A794-BD6FC006284A}"/>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290">
            <a:extLst>
              <a:ext uri="{FF2B5EF4-FFF2-40B4-BE49-F238E27FC236}">
                <a16:creationId xmlns:a16="http://schemas.microsoft.com/office/drawing/2014/main" id="{01AFDBB6-9888-440E-8036-C923CA8565BF}"/>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291">
            <a:extLst>
              <a:ext uri="{FF2B5EF4-FFF2-40B4-BE49-F238E27FC236}">
                <a16:creationId xmlns:a16="http://schemas.microsoft.com/office/drawing/2014/main" id="{80E55B4F-C230-4BFD-A9F6-0DDEE8FDE428}"/>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292">
            <a:extLst>
              <a:ext uri="{FF2B5EF4-FFF2-40B4-BE49-F238E27FC236}">
                <a16:creationId xmlns:a16="http://schemas.microsoft.com/office/drawing/2014/main" id="{8F415AB4-4481-4117-BB83-9B04EE04C32D}"/>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293">
            <a:extLst>
              <a:ext uri="{FF2B5EF4-FFF2-40B4-BE49-F238E27FC236}">
                <a16:creationId xmlns:a16="http://schemas.microsoft.com/office/drawing/2014/main" id="{33F31272-E90A-4EEA-8591-2129C62A408B}"/>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294">
            <a:extLst>
              <a:ext uri="{FF2B5EF4-FFF2-40B4-BE49-F238E27FC236}">
                <a16:creationId xmlns:a16="http://schemas.microsoft.com/office/drawing/2014/main" id="{49C2E440-2932-4B47-AC33-F4DC9635ECB6}"/>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295">
            <a:extLst>
              <a:ext uri="{FF2B5EF4-FFF2-40B4-BE49-F238E27FC236}">
                <a16:creationId xmlns:a16="http://schemas.microsoft.com/office/drawing/2014/main" id="{C32A57F9-B7DD-4F69-AE2A-32426AF1142E}"/>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296">
            <a:extLst>
              <a:ext uri="{FF2B5EF4-FFF2-40B4-BE49-F238E27FC236}">
                <a16:creationId xmlns:a16="http://schemas.microsoft.com/office/drawing/2014/main" id="{9EA60820-1380-4A2E-BA21-C694590D8870}"/>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297">
            <a:extLst>
              <a:ext uri="{FF2B5EF4-FFF2-40B4-BE49-F238E27FC236}">
                <a16:creationId xmlns:a16="http://schemas.microsoft.com/office/drawing/2014/main" id="{98A7641D-E63E-4DC4-8641-7E118112F97C}"/>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298">
            <a:extLst>
              <a:ext uri="{FF2B5EF4-FFF2-40B4-BE49-F238E27FC236}">
                <a16:creationId xmlns:a16="http://schemas.microsoft.com/office/drawing/2014/main" id="{C70B7DB2-357B-4788-A04E-E95958C5C50B}"/>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299">
            <a:extLst>
              <a:ext uri="{FF2B5EF4-FFF2-40B4-BE49-F238E27FC236}">
                <a16:creationId xmlns:a16="http://schemas.microsoft.com/office/drawing/2014/main" id="{A367A5BE-13E2-4572-9D67-7F8C17C75BDF}"/>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300">
            <a:extLst>
              <a:ext uri="{FF2B5EF4-FFF2-40B4-BE49-F238E27FC236}">
                <a16:creationId xmlns:a16="http://schemas.microsoft.com/office/drawing/2014/main" id="{D6B08560-BC1B-4142-B9F1-65833A63B809}"/>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301">
            <a:extLst>
              <a:ext uri="{FF2B5EF4-FFF2-40B4-BE49-F238E27FC236}">
                <a16:creationId xmlns:a16="http://schemas.microsoft.com/office/drawing/2014/main" id="{A29BA196-D1B6-4093-B5E3-29286C4960C5}"/>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302">
            <a:extLst>
              <a:ext uri="{FF2B5EF4-FFF2-40B4-BE49-F238E27FC236}">
                <a16:creationId xmlns:a16="http://schemas.microsoft.com/office/drawing/2014/main" id="{278EC5BE-6235-439D-9BAE-F86381F0CF08}"/>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303">
            <a:extLst>
              <a:ext uri="{FF2B5EF4-FFF2-40B4-BE49-F238E27FC236}">
                <a16:creationId xmlns:a16="http://schemas.microsoft.com/office/drawing/2014/main" id="{F8C7BDCE-42DE-4BC1-804C-9D4D70947451}"/>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304">
            <a:extLst>
              <a:ext uri="{FF2B5EF4-FFF2-40B4-BE49-F238E27FC236}">
                <a16:creationId xmlns:a16="http://schemas.microsoft.com/office/drawing/2014/main" id="{CA7FE199-0184-4E9D-8BF0-A780265DF988}"/>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305">
            <a:extLst>
              <a:ext uri="{FF2B5EF4-FFF2-40B4-BE49-F238E27FC236}">
                <a16:creationId xmlns:a16="http://schemas.microsoft.com/office/drawing/2014/main" id="{B706C64C-939A-4E4A-84A3-3AA53CACFACB}"/>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306">
            <a:extLst>
              <a:ext uri="{FF2B5EF4-FFF2-40B4-BE49-F238E27FC236}">
                <a16:creationId xmlns:a16="http://schemas.microsoft.com/office/drawing/2014/main" id="{644698ED-B146-49D0-89FD-9825E674333C}"/>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307">
            <a:extLst>
              <a:ext uri="{FF2B5EF4-FFF2-40B4-BE49-F238E27FC236}">
                <a16:creationId xmlns:a16="http://schemas.microsoft.com/office/drawing/2014/main" id="{C6CBFC17-AC23-4560-8099-B7364933E36C}"/>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308">
            <a:extLst>
              <a:ext uri="{FF2B5EF4-FFF2-40B4-BE49-F238E27FC236}">
                <a16:creationId xmlns:a16="http://schemas.microsoft.com/office/drawing/2014/main" id="{D196D1B8-559C-49AB-9FC4-A3C92D8B5842}"/>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309">
            <a:extLst>
              <a:ext uri="{FF2B5EF4-FFF2-40B4-BE49-F238E27FC236}">
                <a16:creationId xmlns:a16="http://schemas.microsoft.com/office/drawing/2014/main" id="{4A87E99A-5202-4016-8796-21902AA951AB}"/>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310">
            <a:extLst>
              <a:ext uri="{FF2B5EF4-FFF2-40B4-BE49-F238E27FC236}">
                <a16:creationId xmlns:a16="http://schemas.microsoft.com/office/drawing/2014/main" id="{3A40608E-CA1B-4D91-8499-F75ED4B3362C}"/>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311">
            <a:extLst>
              <a:ext uri="{FF2B5EF4-FFF2-40B4-BE49-F238E27FC236}">
                <a16:creationId xmlns:a16="http://schemas.microsoft.com/office/drawing/2014/main" id="{148C22C0-EE49-47FD-9FB2-EA1AFEE02181}"/>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312">
            <a:extLst>
              <a:ext uri="{FF2B5EF4-FFF2-40B4-BE49-F238E27FC236}">
                <a16:creationId xmlns:a16="http://schemas.microsoft.com/office/drawing/2014/main" id="{1EEFF0E1-7F7F-4270-BC4B-1C5ABF14523E}"/>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313">
            <a:extLst>
              <a:ext uri="{FF2B5EF4-FFF2-40B4-BE49-F238E27FC236}">
                <a16:creationId xmlns:a16="http://schemas.microsoft.com/office/drawing/2014/main" id="{BF44BBDB-1F86-4CBA-9DBA-48477AA8404D}"/>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314">
            <a:extLst>
              <a:ext uri="{FF2B5EF4-FFF2-40B4-BE49-F238E27FC236}">
                <a16:creationId xmlns:a16="http://schemas.microsoft.com/office/drawing/2014/main" id="{0BFFD371-491F-4744-A956-D9F097A29D11}"/>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315">
            <a:extLst>
              <a:ext uri="{FF2B5EF4-FFF2-40B4-BE49-F238E27FC236}">
                <a16:creationId xmlns:a16="http://schemas.microsoft.com/office/drawing/2014/main" id="{D8FB867F-5C55-406F-9575-72DF1FEADF72}"/>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316">
            <a:extLst>
              <a:ext uri="{FF2B5EF4-FFF2-40B4-BE49-F238E27FC236}">
                <a16:creationId xmlns:a16="http://schemas.microsoft.com/office/drawing/2014/main" id="{96786487-EA15-4628-81C1-FE1D76FAFB54}"/>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317">
            <a:extLst>
              <a:ext uri="{FF2B5EF4-FFF2-40B4-BE49-F238E27FC236}">
                <a16:creationId xmlns:a16="http://schemas.microsoft.com/office/drawing/2014/main" id="{FFFA92A1-27E4-4A22-AE10-B50720FC011F}"/>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318">
            <a:extLst>
              <a:ext uri="{FF2B5EF4-FFF2-40B4-BE49-F238E27FC236}">
                <a16:creationId xmlns:a16="http://schemas.microsoft.com/office/drawing/2014/main" id="{D83AA56F-75CF-4CEB-9BCC-6FA337C504F1}"/>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319">
            <a:extLst>
              <a:ext uri="{FF2B5EF4-FFF2-40B4-BE49-F238E27FC236}">
                <a16:creationId xmlns:a16="http://schemas.microsoft.com/office/drawing/2014/main" id="{3809EAA6-04C3-44E5-B97C-72AEA3DF134B}"/>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320">
            <a:extLst>
              <a:ext uri="{FF2B5EF4-FFF2-40B4-BE49-F238E27FC236}">
                <a16:creationId xmlns:a16="http://schemas.microsoft.com/office/drawing/2014/main" id="{93D42B5E-2E2A-44A2-886B-051F40AB5AF1}"/>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321">
            <a:extLst>
              <a:ext uri="{FF2B5EF4-FFF2-40B4-BE49-F238E27FC236}">
                <a16:creationId xmlns:a16="http://schemas.microsoft.com/office/drawing/2014/main" id="{89104A49-D4D8-433B-9D27-BF4D1728DC71}"/>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322">
            <a:extLst>
              <a:ext uri="{FF2B5EF4-FFF2-40B4-BE49-F238E27FC236}">
                <a16:creationId xmlns:a16="http://schemas.microsoft.com/office/drawing/2014/main" id="{238F6735-1466-4421-BADE-D5674AF911CF}"/>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323">
            <a:extLst>
              <a:ext uri="{FF2B5EF4-FFF2-40B4-BE49-F238E27FC236}">
                <a16:creationId xmlns:a16="http://schemas.microsoft.com/office/drawing/2014/main" id="{24F6C61C-70FA-4C45-A06F-4A4A5C4F4F7F}"/>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324">
            <a:extLst>
              <a:ext uri="{FF2B5EF4-FFF2-40B4-BE49-F238E27FC236}">
                <a16:creationId xmlns:a16="http://schemas.microsoft.com/office/drawing/2014/main" id="{87278048-06E7-416D-8348-2B559A8C2F2F}"/>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325">
            <a:extLst>
              <a:ext uri="{FF2B5EF4-FFF2-40B4-BE49-F238E27FC236}">
                <a16:creationId xmlns:a16="http://schemas.microsoft.com/office/drawing/2014/main" id="{9CA31AC2-86D6-4E95-AA95-B7183E5B4487}"/>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326">
            <a:extLst>
              <a:ext uri="{FF2B5EF4-FFF2-40B4-BE49-F238E27FC236}">
                <a16:creationId xmlns:a16="http://schemas.microsoft.com/office/drawing/2014/main" id="{E0ACC350-F647-4DED-B3E5-702114A7E3CE}"/>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327">
            <a:extLst>
              <a:ext uri="{FF2B5EF4-FFF2-40B4-BE49-F238E27FC236}">
                <a16:creationId xmlns:a16="http://schemas.microsoft.com/office/drawing/2014/main" id="{F7AE10B3-F126-4032-9D4A-14CE8EB154F7}"/>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328">
            <a:extLst>
              <a:ext uri="{FF2B5EF4-FFF2-40B4-BE49-F238E27FC236}">
                <a16:creationId xmlns:a16="http://schemas.microsoft.com/office/drawing/2014/main" id="{15610D1B-9BF6-4AF4-8694-D782FB84315E}"/>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329">
            <a:extLst>
              <a:ext uri="{FF2B5EF4-FFF2-40B4-BE49-F238E27FC236}">
                <a16:creationId xmlns:a16="http://schemas.microsoft.com/office/drawing/2014/main" id="{B922315C-E89C-45FB-B24A-3424FDEDF90A}"/>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330">
            <a:extLst>
              <a:ext uri="{FF2B5EF4-FFF2-40B4-BE49-F238E27FC236}">
                <a16:creationId xmlns:a16="http://schemas.microsoft.com/office/drawing/2014/main" id="{650CD1F7-4378-4A23-8779-6886E0AF6065}"/>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331">
            <a:extLst>
              <a:ext uri="{FF2B5EF4-FFF2-40B4-BE49-F238E27FC236}">
                <a16:creationId xmlns:a16="http://schemas.microsoft.com/office/drawing/2014/main" id="{28AABD42-B8D7-4A78-8906-7A65112F8081}"/>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332">
            <a:extLst>
              <a:ext uri="{FF2B5EF4-FFF2-40B4-BE49-F238E27FC236}">
                <a16:creationId xmlns:a16="http://schemas.microsoft.com/office/drawing/2014/main" id="{DA2440E6-3F20-43C9-B57A-B18D2D8ABB63}"/>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333">
            <a:extLst>
              <a:ext uri="{FF2B5EF4-FFF2-40B4-BE49-F238E27FC236}">
                <a16:creationId xmlns:a16="http://schemas.microsoft.com/office/drawing/2014/main" id="{FAB25453-FA95-4AFA-AE18-4E7750AD9361}"/>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334">
            <a:extLst>
              <a:ext uri="{FF2B5EF4-FFF2-40B4-BE49-F238E27FC236}">
                <a16:creationId xmlns:a16="http://schemas.microsoft.com/office/drawing/2014/main" id="{3E6D24B4-0026-40E0-9387-B42D89EFE294}"/>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335">
            <a:extLst>
              <a:ext uri="{FF2B5EF4-FFF2-40B4-BE49-F238E27FC236}">
                <a16:creationId xmlns:a16="http://schemas.microsoft.com/office/drawing/2014/main" id="{B2877234-C280-4B8B-BE47-F150888C2BB1}"/>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336">
            <a:extLst>
              <a:ext uri="{FF2B5EF4-FFF2-40B4-BE49-F238E27FC236}">
                <a16:creationId xmlns:a16="http://schemas.microsoft.com/office/drawing/2014/main" id="{7AD2E133-4655-4C61-93D9-4FE1AFB0DD0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337">
            <a:extLst>
              <a:ext uri="{FF2B5EF4-FFF2-40B4-BE49-F238E27FC236}">
                <a16:creationId xmlns:a16="http://schemas.microsoft.com/office/drawing/2014/main" id="{BA574129-F023-4F45-964A-D8191536727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338">
            <a:extLst>
              <a:ext uri="{FF2B5EF4-FFF2-40B4-BE49-F238E27FC236}">
                <a16:creationId xmlns:a16="http://schemas.microsoft.com/office/drawing/2014/main" id="{E5264BFF-A053-4415-9E53-B710854C1CED}"/>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339">
            <a:extLst>
              <a:ext uri="{FF2B5EF4-FFF2-40B4-BE49-F238E27FC236}">
                <a16:creationId xmlns:a16="http://schemas.microsoft.com/office/drawing/2014/main" id="{A5C6341E-75D7-43B4-8CAC-73222ECF699E}"/>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340">
            <a:extLst>
              <a:ext uri="{FF2B5EF4-FFF2-40B4-BE49-F238E27FC236}">
                <a16:creationId xmlns:a16="http://schemas.microsoft.com/office/drawing/2014/main" id="{C73DA7F4-3D48-4480-9930-FF8BE581F584}"/>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341">
            <a:extLst>
              <a:ext uri="{FF2B5EF4-FFF2-40B4-BE49-F238E27FC236}">
                <a16:creationId xmlns:a16="http://schemas.microsoft.com/office/drawing/2014/main" id="{E5923828-ACEA-4570-B48C-4F10B48DEC2F}"/>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342">
            <a:extLst>
              <a:ext uri="{FF2B5EF4-FFF2-40B4-BE49-F238E27FC236}">
                <a16:creationId xmlns:a16="http://schemas.microsoft.com/office/drawing/2014/main" id="{4F4078F2-0EE2-49FF-BEC9-FB1258697100}"/>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343">
            <a:extLst>
              <a:ext uri="{FF2B5EF4-FFF2-40B4-BE49-F238E27FC236}">
                <a16:creationId xmlns:a16="http://schemas.microsoft.com/office/drawing/2014/main" id="{5C042B40-8ECD-4982-9219-8E19AFBBCF4A}"/>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344">
            <a:extLst>
              <a:ext uri="{FF2B5EF4-FFF2-40B4-BE49-F238E27FC236}">
                <a16:creationId xmlns:a16="http://schemas.microsoft.com/office/drawing/2014/main" id="{DB502A59-A5FE-45DB-9ECA-26F1DE6F43F1}"/>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line-345">
            <a:extLst>
              <a:ext uri="{FF2B5EF4-FFF2-40B4-BE49-F238E27FC236}">
                <a16:creationId xmlns:a16="http://schemas.microsoft.com/office/drawing/2014/main" id="{3EF0EDA5-D346-46A0-B452-5B06B0A30824}"/>
              </a:ext>
            </a:extLst>
          </p:cNvPr>
          <p:cNvSpPr>
            <a:spLocks noGrp="1"/>
          </p:cNvSpPr>
          <p:nvPr/>
        </p:nvSpPr>
        <p:spPr>
          <a:xfrm>
            <a:off x="2714625" y="2095500"/>
            <a:ext cx="19050" cy="3505200"/>
          </a:xfrm>
          <a:prstGeom prst="rect">
            <a:avLst/>
          </a:prstGeom>
          <a:solidFill>
            <a:srgbClr val="146995"/>
          </a:solidFill>
          <a:ln w="0">
            <a:noFill/>
          </a:ln>
        </p:spPr>
      </p:sp>
      <p:sp>
        <p:nvSpPr>
          <p:cNvPr id="153" name="line-346">
            <a:extLst>
              <a:ext uri="{FF2B5EF4-FFF2-40B4-BE49-F238E27FC236}">
                <a16:creationId xmlns:a16="http://schemas.microsoft.com/office/drawing/2014/main" id="{99369693-04B6-45DB-B958-7024A3979F8B}"/>
              </a:ext>
            </a:extLst>
          </p:cNvPr>
          <p:cNvSpPr>
            <a:spLocks noGrp="1"/>
          </p:cNvSpPr>
          <p:nvPr/>
        </p:nvSpPr>
        <p:spPr>
          <a:xfrm>
            <a:off x="971550" y="3838575"/>
            <a:ext cx="3505200" cy="19050"/>
          </a:xfrm>
          <a:prstGeom prst="rect">
            <a:avLst/>
          </a:prstGeom>
          <a:solidFill>
            <a:srgbClr val="146995"/>
          </a:solidFill>
          <a:ln w="0">
            <a:noFill/>
          </a:ln>
        </p:spPr>
      </p:sp>
      <p:sp>
        <p:nvSpPr>
          <p:cNvPr id="154" name="prose-347">
            <a:extLst>
              <a:ext uri="{FF2B5EF4-FFF2-40B4-BE49-F238E27FC236}">
                <a16:creationId xmlns:a16="http://schemas.microsoft.com/office/drawing/2014/main" id="{0B464BE8-B3D5-4F24-9369-832D76E07DED}"/>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half = 8 // 2 =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(0, 0,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(0, 4,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(4, 0,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(4, 4, 4)</a:t>
            </a:r>
          </a:p>
        </p:txBody>
      </p:sp>
      <p:sp>
        <p:nvSpPr>
          <p:cNvPr id="155" name="banner-348">
            <a:extLst>
              <a:ext uri="{FF2B5EF4-FFF2-40B4-BE49-F238E27FC236}">
                <a16:creationId xmlns:a16="http://schemas.microsoft.com/office/drawing/2014/main" id="{602C7AAA-9FFC-4AA8-89B6-DC303AC46E1E}"/>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6" name="banner-text-349">
            <a:extLst>
              <a:ext uri="{FF2B5EF4-FFF2-40B4-BE49-F238E27FC236}">
                <a16:creationId xmlns:a16="http://schemas.microsoft.com/office/drawing/2014/main" id="{0A4063B9-FB4E-445D-A491-7EDE6D9CC72C}"/>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 결과의 틀: ( ? ? ? ? )</a:t>
            </a:r>
          </a:p>
        </p:txBody>
      </p:sp>
      <p:sp>
        <p:nvSpPr>
          <p:cNvPr id="157" name="caption">
            <a:extLst>
              <a:ext uri="{FF2B5EF4-FFF2-40B4-BE49-F238E27FC236}">
                <a16:creationId xmlns:a16="http://schemas.microsoft.com/office/drawing/2014/main" id="{7D62DC95-B041-4EAE-8BBF-8358C967E9C4}"/>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200446213"/>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7DC36E1B-B547-48CE-9FE3-5B4EC46EC21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41725053-19A3-4840-9567-AC1D41B19D4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4604CEC-156A-40AA-93B0-588182047C2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좌상: 16칸을 0 하나로 반환</a:t>
            </a:r>
          </a:p>
        </p:txBody>
      </p:sp>
      <p:sp>
        <p:nvSpPr>
          <p:cNvPr id="4" name="line-350">
            <a:extLst>
              <a:ext uri="{FF2B5EF4-FFF2-40B4-BE49-F238E27FC236}">
                <a16:creationId xmlns:a16="http://schemas.microsoft.com/office/drawing/2014/main" id="{9AA87E8B-CDD6-407A-8604-C11C63C4F41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7BE08BC-0614-4F99-A3B4-E8C39316E0F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A2FD13E-BE62-4D00-9633-DFCFA740A82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193</a:t>
            </a:r>
            <a:endParaRPr sz="1050" b="0">
              <a:solidFill>
                <a:srgbClr val="151515"/>
              </a:solidFill>
              <a:latin typeface="Consolas"/>
              <a:ea typeface="Consolas"/>
              <a:cs typeface="Consolas"/>
            </a:endParaRPr>
          </a:p>
        </p:txBody>
      </p:sp>
      <p:sp>
        <p:nvSpPr>
          <p:cNvPr id="7" name="pixel-351">
            <a:extLst>
              <a:ext uri="{FF2B5EF4-FFF2-40B4-BE49-F238E27FC236}">
                <a16:creationId xmlns:a16="http://schemas.microsoft.com/office/drawing/2014/main" id="{056CC5F1-60EA-4327-978A-06945D545B4E}"/>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352">
            <a:extLst>
              <a:ext uri="{FF2B5EF4-FFF2-40B4-BE49-F238E27FC236}">
                <a16:creationId xmlns:a16="http://schemas.microsoft.com/office/drawing/2014/main" id="{FBB143CD-02DF-4F81-B03A-F116F236B064}"/>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353">
            <a:extLst>
              <a:ext uri="{FF2B5EF4-FFF2-40B4-BE49-F238E27FC236}">
                <a16:creationId xmlns:a16="http://schemas.microsoft.com/office/drawing/2014/main" id="{997C6793-6EB6-4D0A-B617-D12887F0F78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354">
            <a:extLst>
              <a:ext uri="{FF2B5EF4-FFF2-40B4-BE49-F238E27FC236}">
                <a16:creationId xmlns:a16="http://schemas.microsoft.com/office/drawing/2014/main" id="{F271AF5B-4C28-4D5F-B043-E6F36E65DAFB}"/>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355">
            <a:extLst>
              <a:ext uri="{FF2B5EF4-FFF2-40B4-BE49-F238E27FC236}">
                <a16:creationId xmlns:a16="http://schemas.microsoft.com/office/drawing/2014/main" id="{9801FA2C-3878-4A06-9565-40C7F4CB5743}"/>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356">
            <a:extLst>
              <a:ext uri="{FF2B5EF4-FFF2-40B4-BE49-F238E27FC236}">
                <a16:creationId xmlns:a16="http://schemas.microsoft.com/office/drawing/2014/main" id="{50870E34-FA9E-4444-B3D1-FB93F4674AEB}"/>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357">
            <a:extLst>
              <a:ext uri="{FF2B5EF4-FFF2-40B4-BE49-F238E27FC236}">
                <a16:creationId xmlns:a16="http://schemas.microsoft.com/office/drawing/2014/main" id="{2E874600-6DAB-4938-ACFA-FDF9934235FC}"/>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358">
            <a:extLst>
              <a:ext uri="{FF2B5EF4-FFF2-40B4-BE49-F238E27FC236}">
                <a16:creationId xmlns:a16="http://schemas.microsoft.com/office/drawing/2014/main" id="{1E630470-9E8D-43FF-A90B-8B2480767227}"/>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359">
            <a:extLst>
              <a:ext uri="{FF2B5EF4-FFF2-40B4-BE49-F238E27FC236}">
                <a16:creationId xmlns:a16="http://schemas.microsoft.com/office/drawing/2014/main" id="{CD5C4C6F-2829-4715-B747-3E473F642943}"/>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360">
            <a:extLst>
              <a:ext uri="{FF2B5EF4-FFF2-40B4-BE49-F238E27FC236}">
                <a16:creationId xmlns:a16="http://schemas.microsoft.com/office/drawing/2014/main" id="{2B2655D1-7920-4C5F-9082-919A65AAE24A}"/>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361">
            <a:extLst>
              <a:ext uri="{FF2B5EF4-FFF2-40B4-BE49-F238E27FC236}">
                <a16:creationId xmlns:a16="http://schemas.microsoft.com/office/drawing/2014/main" id="{5F3F98DA-8D15-434C-B5E8-B40AF6D09DE1}"/>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362">
            <a:extLst>
              <a:ext uri="{FF2B5EF4-FFF2-40B4-BE49-F238E27FC236}">
                <a16:creationId xmlns:a16="http://schemas.microsoft.com/office/drawing/2014/main" id="{F2D2DA07-34BE-4F22-966F-4E1B222FBD4B}"/>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363">
            <a:extLst>
              <a:ext uri="{FF2B5EF4-FFF2-40B4-BE49-F238E27FC236}">
                <a16:creationId xmlns:a16="http://schemas.microsoft.com/office/drawing/2014/main" id="{5C47105D-C094-4A65-ABEC-0D398A8063E2}"/>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364">
            <a:extLst>
              <a:ext uri="{FF2B5EF4-FFF2-40B4-BE49-F238E27FC236}">
                <a16:creationId xmlns:a16="http://schemas.microsoft.com/office/drawing/2014/main" id="{1765196F-6121-4673-A541-FE05CC2FF98F}"/>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365">
            <a:extLst>
              <a:ext uri="{FF2B5EF4-FFF2-40B4-BE49-F238E27FC236}">
                <a16:creationId xmlns:a16="http://schemas.microsoft.com/office/drawing/2014/main" id="{56D33D4C-CE09-4769-898A-04C185DCB2CE}"/>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366">
            <a:extLst>
              <a:ext uri="{FF2B5EF4-FFF2-40B4-BE49-F238E27FC236}">
                <a16:creationId xmlns:a16="http://schemas.microsoft.com/office/drawing/2014/main" id="{CD43298C-8A76-4DDC-A72C-233DC3A91844}"/>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367">
            <a:extLst>
              <a:ext uri="{FF2B5EF4-FFF2-40B4-BE49-F238E27FC236}">
                <a16:creationId xmlns:a16="http://schemas.microsoft.com/office/drawing/2014/main" id="{EAFEB364-23B5-49C3-8210-FCBA37DD1CD5}"/>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368">
            <a:extLst>
              <a:ext uri="{FF2B5EF4-FFF2-40B4-BE49-F238E27FC236}">
                <a16:creationId xmlns:a16="http://schemas.microsoft.com/office/drawing/2014/main" id="{3FE27CF0-57BD-4C38-B7A5-412816ADF487}"/>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369">
            <a:extLst>
              <a:ext uri="{FF2B5EF4-FFF2-40B4-BE49-F238E27FC236}">
                <a16:creationId xmlns:a16="http://schemas.microsoft.com/office/drawing/2014/main" id="{FAC396CB-20CD-4B53-AE57-926199DB2F93}"/>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370">
            <a:extLst>
              <a:ext uri="{FF2B5EF4-FFF2-40B4-BE49-F238E27FC236}">
                <a16:creationId xmlns:a16="http://schemas.microsoft.com/office/drawing/2014/main" id="{397D615A-6B48-4A8C-8952-9DE0BA54BE93}"/>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371">
            <a:extLst>
              <a:ext uri="{FF2B5EF4-FFF2-40B4-BE49-F238E27FC236}">
                <a16:creationId xmlns:a16="http://schemas.microsoft.com/office/drawing/2014/main" id="{69D88923-72E3-4487-A2FA-F0EA6E4FD227}"/>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372">
            <a:extLst>
              <a:ext uri="{FF2B5EF4-FFF2-40B4-BE49-F238E27FC236}">
                <a16:creationId xmlns:a16="http://schemas.microsoft.com/office/drawing/2014/main" id="{09EC721F-544E-4675-A9C5-B7077099F33D}"/>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373">
            <a:extLst>
              <a:ext uri="{FF2B5EF4-FFF2-40B4-BE49-F238E27FC236}">
                <a16:creationId xmlns:a16="http://schemas.microsoft.com/office/drawing/2014/main" id="{0C6DFD99-2B03-49FF-AFC5-3471181C0E18}"/>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374">
            <a:extLst>
              <a:ext uri="{FF2B5EF4-FFF2-40B4-BE49-F238E27FC236}">
                <a16:creationId xmlns:a16="http://schemas.microsoft.com/office/drawing/2014/main" id="{179BB522-7919-4B6C-89BE-EA7291228431}"/>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375">
            <a:extLst>
              <a:ext uri="{FF2B5EF4-FFF2-40B4-BE49-F238E27FC236}">
                <a16:creationId xmlns:a16="http://schemas.microsoft.com/office/drawing/2014/main" id="{170A636E-0059-48AE-8DA2-29A168D9D322}"/>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376">
            <a:extLst>
              <a:ext uri="{FF2B5EF4-FFF2-40B4-BE49-F238E27FC236}">
                <a16:creationId xmlns:a16="http://schemas.microsoft.com/office/drawing/2014/main" id="{89FCEB7B-5C9F-4FF9-B70B-A8DE6F4E4878}"/>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377">
            <a:extLst>
              <a:ext uri="{FF2B5EF4-FFF2-40B4-BE49-F238E27FC236}">
                <a16:creationId xmlns:a16="http://schemas.microsoft.com/office/drawing/2014/main" id="{767B3DC8-C88D-454D-8BDD-6BB566FFACE5}"/>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378">
            <a:extLst>
              <a:ext uri="{FF2B5EF4-FFF2-40B4-BE49-F238E27FC236}">
                <a16:creationId xmlns:a16="http://schemas.microsoft.com/office/drawing/2014/main" id="{62410C17-E909-43A5-A470-C324457BFE68}"/>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379">
            <a:extLst>
              <a:ext uri="{FF2B5EF4-FFF2-40B4-BE49-F238E27FC236}">
                <a16:creationId xmlns:a16="http://schemas.microsoft.com/office/drawing/2014/main" id="{E7FE915F-0DC5-408A-9467-3461D021310A}"/>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380">
            <a:extLst>
              <a:ext uri="{FF2B5EF4-FFF2-40B4-BE49-F238E27FC236}">
                <a16:creationId xmlns:a16="http://schemas.microsoft.com/office/drawing/2014/main" id="{C2DD0330-6512-492A-8C09-448AB36F8513}"/>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381">
            <a:extLst>
              <a:ext uri="{FF2B5EF4-FFF2-40B4-BE49-F238E27FC236}">
                <a16:creationId xmlns:a16="http://schemas.microsoft.com/office/drawing/2014/main" id="{A46342DA-EA73-4809-8CAB-C990667DA841}"/>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382">
            <a:extLst>
              <a:ext uri="{FF2B5EF4-FFF2-40B4-BE49-F238E27FC236}">
                <a16:creationId xmlns:a16="http://schemas.microsoft.com/office/drawing/2014/main" id="{757CD902-E4A8-490F-A65D-B9D5FE5FC198}"/>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383">
            <a:extLst>
              <a:ext uri="{FF2B5EF4-FFF2-40B4-BE49-F238E27FC236}">
                <a16:creationId xmlns:a16="http://schemas.microsoft.com/office/drawing/2014/main" id="{00C61AF4-C0C8-4ED5-8B15-02BD3C014CD9}"/>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384">
            <a:extLst>
              <a:ext uri="{FF2B5EF4-FFF2-40B4-BE49-F238E27FC236}">
                <a16:creationId xmlns:a16="http://schemas.microsoft.com/office/drawing/2014/main" id="{ACF7F3CC-DDDD-430C-8287-BB1F160491DC}"/>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385">
            <a:extLst>
              <a:ext uri="{FF2B5EF4-FFF2-40B4-BE49-F238E27FC236}">
                <a16:creationId xmlns:a16="http://schemas.microsoft.com/office/drawing/2014/main" id="{1E2AD4FC-BC39-4104-8096-56026D037EB0}"/>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386">
            <a:extLst>
              <a:ext uri="{FF2B5EF4-FFF2-40B4-BE49-F238E27FC236}">
                <a16:creationId xmlns:a16="http://schemas.microsoft.com/office/drawing/2014/main" id="{1AF96136-2A8F-4A7F-8465-BF5A6F401D20}"/>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387">
            <a:extLst>
              <a:ext uri="{FF2B5EF4-FFF2-40B4-BE49-F238E27FC236}">
                <a16:creationId xmlns:a16="http://schemas.microsoft.com/office/drawing/2014/main" id="{F10F5D31-0C03-42C8-B274-610618055164}"/>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388">
            <a:extLst>
              <a:ext uri="{FF2B5EF4-FFF2-40B4-BE49-F238E27FC236}">
                <a16:creationId xmlns:a16="http://schemas.microsoft.com/office/drawing/2014/main" id="{A51C206D-6D39-4560-AFAE-F5137337F0D5}"/>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389">
            <a:extLst>
              <a:ext uri="{FF2B5EF4-FFF2-40B4-BE49-F238E27FC236}">
                <a16:creationId xmlns:a16="http://schemas.microsoft.com/office/drawing/2014/main" id="{589B655A-D6B8-477E-9604-DFF6F6C74154}"/>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390">
            <a:extLst>
              <a:ext uri="{FF2B5EF4-FFF2-40B4-BE49-F238E27FC236}">
                <a16:creationId xmlns:a16="http://schemas.microsoft.com/office/drawing/2014/main" id="{FA208A0A-0F85-407D-81AE-1D8AEF6CB7BA}"/>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391">
            <a:extLst>
              <a:ext uri="{FF2B5EF4-FFF2-40B4-BE49-F238E27FC236}">
                <a16:creationId xmlns:a16="http://schemas.microsoft.com/office/drawing/2014/main" id="{16241D71-F08D-4945-BA05-87F1EEB40CBC}"/>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392">
            <a:extLst>
              <a:ext uri="{FF2B5EF4-FFF2-40B4-BE49-F238E27FC236}">
                <a16:creationId xmlns:a16="http://schemas.microsoft.com/office/drawing/2014/main" id="{426DEDB5-8119-4F8F-87D3-81631C227AE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393">
            <a:extLst>
              <a:ext uri="{FF2B5EF4-FFF2-40B4-BE49-F238E27FC236}">
                <a16:creationId xmlns:a16="http://schemas.microsoft.com/office/drawing/2014/main" id="{D18D2C5E-269C-4908-87DE-BF8DB94A45A6}"/>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394">
            <a:extLst>
              <a:ext uri="{FF2B5EF4-FFF2-40B4-BE49-F238E27FC236}">
                <a16:creationId xmlns:a16="http://schemas.microsoft.com/office/drawing/2014/main" id="{5E07ED07-419D-43DC-A3C5-F3394A99291C}"/>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395">
            <a:extLst>
              <a:ext uri="{FF2B5EF4-FFF2-40B4-BE49-F238E27FC236}">
                <a16:creationId xmlns:a16="http://schemas.microsoft.com/office/drawing/2014/main" id="{77210BF4-4829-4C07-8428-F83AF3EDC40E}"/>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396">
            <a:extLst>
              <a:ext uri="{FF2B5EF4-FFF2-40B4-BE49-F238E27FC236}">
                <a16:creationId xmlns:a16="http://schemas.microsoft.com/office/drawing/2014/main" id="{1D1F5AFC-AF6B-47F1-BFD1-240A12242854}"/>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397">
            <a:extLst>
              <a:ext uri="{FF2B5EF4-FFF2-40B4-BE49-F238E27FC236}">
                <a16:creationId xmlns:a16="http://schemas.microsoft.com/office/drawing/2014/main" id="{D9448523-C555-466F-B376-11E70BE850E3}"/>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398">
            <a:extLst>
              <a:ext uri="{FF2B5EF4-FFF2-40B4-BE49-F238E27FC236}">
                <a16:creationId xmlns:a16="http://schemas.microsoft.com/office/drawing/2014/main" id="{6110306F-D489-4B75-B6E2-BB02EA20C68C}"/>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399">
            <a:extLst>
              <a:ext uri="{FF2B5EF4-FFF2-40B4-BE49-F238E27FC236}">
                <a16:creationId xmlns:a16="http://schemas.microsoft.com/office/drawing/2014/main" id="{7C41F101-C41A-4B85-8DE0-6AAF072B8304}"/>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400">
            <a:extLst>
              <a:ext uri="{FF2B5EF4-FFF2-40B4-BE49-F238E27FC236}">
                <a16:creationId xmlns:a16="http://schemas.microsoft.com/office/drawing/2014/main" id="{A17EC3F3-47FA-4405-9A7B-EB14441AF97B}"/>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401">
            <a:extLst>
              <a:ext uri="{FF2B5EF4-FFF2-40B4-BE49-F238E27FC236}">
                <a16:creationId xmlns:a16="http://schemas.microsoft.com/office/drawing/2014/main" id="{587BE2CB-5BEE-45F9-B433-6769325B754F}"/>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402">
            <a:extLst>
              <a:ext uri="{FF2B5EF4-FFF2-40B4-BE49-F238E27FC236}">
                <a16:creationId xmlns:a16="http://schemas.microsoft.com/office/drawing/2014/main" id="{C92185A9-6686-43B0-9868-35557E7B4B25}"/>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403">
            <a:extLst>
              <a:ext uri="{FF2B5EF4-FFF2-40B4-BE49-F238E27FC236}">
                <a16:creationId xmlns:a16="http://schemas.microsoft.com/office/drawing/2014/main" id="{7A73BE16-1FD0-4C14-9D23-C51B168341D9}"/>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404">
            <a:extLst>
              <a:ext uri="{FF2B5EF4-FFF2-40B4-BE49-F238E27FC236}">
                <a16:creationId xmlns:a16="http://schemas.microsoft.com/office/drawing/2014/main" id="{1A5A710D-EBA0-45AC-8171-FE97D0314FD0}"/>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405">
            <a:extLst>
              <a:ext uri="{FF2B5EF4-FFF2-40B4-BE49-F238E27FC236}">
                <a16:creationId xmlns:a16="http://schemas.microsoft.com/office/drawing/2014/main" id="{3B897893-069D-414B-96B7-27DBEFBF0E8A}"/>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406">
            <a:extLst>
              <a:ext uri="{FF2B5EF4-FFF2-40B4-BE49-F238E27FC236}">
                <a16:creationId xmlns:a16="http://schemas.microsoft.com/office/drawing/2014/main" id="{8EE0B25C-B7EE-4800-91DD-24DE89FE3A5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407">
            <a:extLst>
              <a:ext uri="{FF2B5EF4-FFF2-40B4-BE49-F238E27FC236}">
                <a16:creationId xmlns:a16="http://schemas.microsoft.com/office/drawing/2014/main" id="{B30DC6B9-B106-446D-BEC6-6679991A5D96}"/>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408">
            <a:extLst>
              <a:ext uri="{FF2B5EF4-FFF2-40B4-BE49-F238E27FC236}">
                <a16:creationId xmlns:a16="http://schemas.microsoft.com/office/drawing/2014/main" id="{3D229057-EA02-436E-99BB-CED106B2BC5C}"/>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409">
            <a:extLst>
              <a:ext uri="{FF2B5EF4-FFF2-40B4-BE49-F238E27FC236}">
                <a16:creationId xmlns:a16="http://schemas.microsoft.com/office/drawing/2014/main" id="{3E919310-3903-4736-8FE0-9A3E566ED3BB}"/>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410">
            <a:extLst>
              <a:ext uri="{FF2B5EF4-FFF2-40B4-BE49-F238E27FC236}">
                <a16:creationId xmlns:a16="http://schemas.microsoft.com/office/drawing/2014/main" id="{DB7BD7F9-AE9A-4E28-BA31-241D030699AE}"/>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411">
            <a:extLst>
              <a:ext uri="{FF2B5EF4-FFF2-40B4-BE49-F238E27FC236}">
                <a16:creationId xmlns:a16="http://schemas.microsoft.com/office/drawing/2014/main" id="{7B45BBCC-FF17-4730-B973-848B3B9A631E}"/>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412">
            <a:extLst>
              <a:ext uri="{FF2B5EF4-FFF2-40B4-BE49-F238E27FC236}">
                <a16:creationId xmlns:a16="http://schemas.microsoft.com/office/drawing/2014/main" id="{9AD3B631-B7F1-4BF1-A712-F12676322538}"/>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413">
            <a:extLst>
              <a:ext uri="{FF2B5EF4-FFF2-40B4-BE49-F238E27FC236}">
                <a16:creationId xmlns:a16="http://schemas.microsoft.com/office/drawing/2014/main" id="{E2459DAB-D340-4299-B31D-434F024E585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414">
            <a:extLst>
              <a:ext uri="{FF2B5EF4-FFF2-40B4-BE49-F238E27FC236}">
                <a16:creationId xmlns:a16="http://schemas.microsoft.com/office/drawing/2014/main" id="{0BFDD59F-79DD-4E93-82E3-52104C45024D}"/>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415">
            <a:extLst>
              <a:ext uri="{FF2B5EF4-FFF2-40B4-BE49-F238E27FC236}">
                <a16:creationId xmlns:a16="http://schemas.microsoft.com/office/drawing/2014/main" id="{EA058A64-7855-4F62-BA57-145C0EB8D9AE}"/>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416">
            <a:extLst>
              <a:ext uri="{FF2B5EF4-FFF2-40B4-BE49-F238E27FC236}">
                <a16:creationId xmlns:a16="http://schemas.microsoft.com/office/drawing/2014/main" id="{24257635-41BD-48D9-A19C-943B60F74263}"/>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417">
            <a:extLst>
              <a:ext uri="{FF2B5EF4-FFF2-40B4-BE49-F238E27FC236}">
                <a16:creationId xmlns:a16="http://schemas.microsoft.com/office/drawing/2014/main" id="{DF9E388C-1FC7-48FE-A907-65B36AAA75CC}"/>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418">
            <a:extLst>
              <a:ext uri="{FF2B5EF4-FFF2-40B4-BE49-F238E27FC236}">
                <a16:creationId xmlns:a16="http://schemas.microsoft.com/office/drawing/2014/main" id="{476C97AA-1437-47F7-B3B2-E199232773D1}"/>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419">
            <a:extLst>
              <a:ext uri="{FF2B5EF4-FFF2-40B4-BE49-F238E27FC236}">
                <a16:creationId xmlns:a16="http://schemas.microsoft.com/office/drawing/2014/main" id="{83CE9A6E-73F9-44ED-87DE-D4FAB8FB0BCD}"/>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420">
            <a:extLst>
              <a:ext uri="{FF2B5EF4-FFF2-40B4-BE49-F238E27FC236}">
                <a16:creationId xmlns:a16="http://schemas.microsoft.com/office/drawing/2014/main" id="{0AD928CE-7C77-45EC-BE3C-643AC6332344}"/>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421">
            <a:extLst>
              <a:ext uri="{FF2B5EF4-FFF2-40B4-BE49-F238E27FC236}">
                <a16:creationId xmlns:a16="http://schemas.microsoft.com/office/drawing/2014/main" id="{BB406DDA-B86E-4BD9-9EB4-541A6814E71F}"/>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422">
            <a:extLst>
              <a:ext uri="{FF2B5EF4-FFF2-40B4-BE49-F238E27FC236}">
                <a16:creationId xmlns:a16="http://schemas.microsoft.com/office/drawing/2014/main" id="{62C331AD-BCEE-4710-806F-A89261F254C9}"/>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423">
            <a:extLst>
              <a:ext uri="{FF2B5EF4-FFF2-40B4-BE49-F238E27FC236}">
                <a16:creationId xmlns:a16="http://schemas.microsoft.com/office/drawing/2014/main" id="{EAC00548-D0B9-436A-98F8-F1F185B1B1B1}"/>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424">
            <a:extLst>
              <a:ext uri="{FF2B5EF4-FFF2-40B4-BE49-F238E27FC236}">
                <a16:creationId xmlns:a16="http://schemas.microsoft.com/office/drawing/2014/main" id="{29BA900E-B09F-40D2-A610-07AF0EE4FF0B}"/>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425">
            <a:extLst>
              <a:ext uri="{FF2B5EF4-FFF2-40B4-BE49-F238E27FC236}">
                <a16:creationId xmlns:a16="http://schemas.microsoft.com/office/drawing/2014/main" id="{76422E9E-2A11-4C47-8744-6F4D62226EE1}"/>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426">
            <a:extLst>
              <a:ext uri="{FF2B5EF4-FFF2-40B4-BE49-F238E27FC236}">
                <a16:creationId xmlns:a16="http://schemas.microsoft.com/office/drawing/2014/main" id="{6D4BF5B3-1CFB-4E02-AD1D-385250F17F72}"/>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427">
            <a:extLst>
              <a:ext uri="{FF2B5EF4-FFF2-40B4-BE49-F238E27FC236}">
                <a16:creationId xmlns:a16="http://schemas.microsoft.com/office/drawing/2014/main" id="{8A4B6865-79C5-4C0A-BFAA-DD7E11750583}"/>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428">
            <a:extLst>
              <a:ext uri="{FF2B5EF4-FFF2-40B4-BE49-F238E27FC236}">
                <a16:creationId xmlns:a16="http://schemas.microsoft.com/office/drawing/2014/main" id="{74A8FD2A-3315-4863-A6A0-161E25F17996}"/>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429">
            <a:extLst>
              <a:ext uri="{FF2B5EF4-FFF2-40B4-BE49-F238E27FC236}">
                <a16:creationId xmlns:a16="http://schemas.microsoft.com/office/drawing/2014/main" id="{5AB6A5BD-B44D-4C34-AA04-A1A1234447F2}"/>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430">
            <a:extLst>
              <a:ext uri="{FF2B5EF4-FFF2-40B4-BE49-F238E27FC236}">
                <a16:creationId xmlns:a16="http://schemas.microsoft.com/office/drawing/2014/main" id="{13B0CEF8-AEA6-4FF8-B63E-D7B83A925FF9}"/>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431">
            <a:extLst>
              <a:ext uri="{FF2B5EF4-FFF2-40B4-BE49-F238E27FC236}">
                <a16:creationId xmlns:a16="http://schemas.microsoft.com/office/drawing/2014/main" id="{FF8BB285-5854-438B-BC93-9B8C53450831}"/>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432">
            <a:extLst>
              <a:ext uri="{FF2B5EF4-FFF2-40B4-BE49-F238E27FC236}">
                <a16:creationId xmlns:a16="http://schemas.microsoft.com/office/drawing/2014/main" id="{4F5CC3AD-AB57-4A49-B586-3A73F2F3AA78}"/>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433">
            <a:extLst>
              <a:ext uri="{FF2B5EF4-FFF2-40B4-BE49-F238E27FC236}">
                <a16:creationId xmlns:a16="http://schemas.microsoft.com/office/drawing/2014/main" id="{5773BA7F-97E3-4143-80E0-5D72E6CDB52E}"/>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434">
            <a:extLst>
              <a:ext uri="{FF2B5EF4-FFF2-40B4-BE49-F238E27FC236}">
                <a16:creationId xmlns:a16="http://schemas.microsoft.com/office/drawing/2014/main" id="{80E2BF91-63F5-47C7-AC1F-498A45671F04}"/>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435">
            <a:extLst>
              <a:ext uri="{FF2B5EF4-FFF2-40B4-BE49-F238E27FC236}">
                <a16:creationId xmlns:a16="http://schemas.microsoft.com/office/drawing/2014/main" id="{C01D2728-26E2-42EF-A259-A5299C50A6C5}"/>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436">
            <a:extLst>
              <a:ext uri="{FF2B5EF4-FFF2-40B4-BE49-F238E27FC236}">
                <a16:creationId xmlns:a16="http://schemas.microsoft.com/office/drawing/2014/main" id="{FD7E04EC-021D-4914-9148-6AAA10E4B435}"/>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437">
            <a:extLst>
              <a:ext uri="{FF2B5EF4-FFF2-40B4-BE49-F238E27FC236}">
                <a16:creationId xmlns:a16="http://schemas.microsoft.com/office/drawing/2014/main" id="{5B54B3E7-EE36-41B3-8C2E-F8F4EC1B5718}"/>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438">
            <a:extLst>
              <a:ext uri="{FF2B5EF4-FFF2-40B4-BE49-F238E27FC236}">
                <a16:creationId xmlns:a16="http://schemas.microsoft.com/office/drawing/2014/main" id="{EE131C59-41C3-4965-BA85-C3FCCC274058}"/>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439">
            <a:extLst>
              <a:ext uri="{FF2B5EF4-FFF2-40B4-BE49-F238E27FC236}">
                <a16:creationId xmlns:a16="http://schemas.microsoft.com/office/drawing/2014/main" id="{76D3A0EB-2530-47D5-84E6-6685E22C6C37}"/>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440">
            <a:extLst>
              <a:ext uri="{FF2B5EF4-FFF2-40B4-BE49-F238E27FC236}">
                <a16:creationId xmlns:a16="http://schemas.microsoft.com/office/drawing/2014/main" id="{F4BD03AD-42AD-4E1D-A68A-37DBF64B39F5}"/>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441">
            <a:extLst>
              <a:ext uri="{FF2B5EF4-FFF2-40B4-BE49-F238E27FC236}">
                <a16:creationId xmlns:a16="http://schemas.microsoft.com/office/drawing/2014/main" id="{D64DD87E-9F4B-47B9-9747-F308346BF01B}"/>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442">
            <a:extLst>
              <a:ext uri="{FF2B5EF4-FFF2-40B4-BE49-F238E27FC236}">
                <a16:creationId xmlns:a16="http://schemas.microsoft.com/office/drawing/2014/main" id="{74FE50A2-A330-4BE4-8F33-CAF0837379D6}"/>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443">
            <a:extLst>
              <a:ext uri="{FF2B5EF4-FFF2-40B4-BE49-F238E27FC236}">
                <a16:creationId xmlns:a16="http://schemas.microsoft.com/office/drawing/2014/main" id="{26B3F778-1F20-4530-810B-521AD3266AF6}"/>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444">
            <a:extLst>
              <a:ext uri="{FF2B5EF4-FFF2-40B4-BE49-F238E27FC236}">
                <a16:creationId xmlns:a16="http://schemas.microsoft.com/office/drawing/2014/main" id="{F17053F7-6611-4FAC-B51A-7AB528F1DC21}"/>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445">
            <a:extLst>
              <a:ext uri="{FF2B5EF4-FFF2-40B4-BE49-F238E27FC236}">
                <a16:creationId xmlns:a16="http://schemas.microsoft.com/office/drawing/2014/main" id="{3BCEADAA-BD32-4E9E-AEFF-10BBC65BD188}"/>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446">
            <a:extLst>
              <a:ext uri="{FF2B5EF4-FFF2-40B4-BE49-F238E27FC236}">
                <a16:creationId xmlns:a16="http://schemas.microsoft.com/office/drawing/2014/main" id="{9A06BF26-B8AF-4F54-B0F3-22EB2E15585A}"/>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447">
            <a:extLst>
              <a:ext uri="{FF2B5EF4-FFF2-40B4-BE49-F238E27FC236}">
                <a16:creationId xmlns:a16="http://schemas.microsoft.com/office/drawing/2014/main" id="{74FFC08B-6970-4657-8127-462B2AD08447}"/>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448">
            <a:extLst>
              <a:ext uri="{FF2B5EF4-FFF2-40B4-BE49-F238E27FC236}">
                <a16:creationId xmlns:a16="http://schemas.microsoft.com/office/drawing/2014/main" id="{ED69E769-60AD-405F-AFD5-20B454151B5A}"/>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449">
            <a:extLst>
              <a:ext uri="{FF2B5EF4-FFF2-40B4-BE49-F238E27FC236}">
                <a16:creationId xmlns:a16="http://schemas.microsoft.com/office/drawing/2014/main" id="{5E616631-71A5-436B-9180-840854970875}"/>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450">
            <a:extLst>
              <a:ext uri="{FF2B5EF4-FFF2-40B4-BE49-F238E27FC236}">
                <a16:creationId xmlns:a16="http://schemas.microsoft.com/office/drawing/2014/main" id="{77A62FEA-5C3A-4E0A-9C12-00603AF3450F}"/>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451">
            <a:extLst>
              <a:ext uri="{FF2B5EF4-FFF2-40B4-BE49-F238E27FC236}">
                <a16:creationId xmlns:a16="http://schemas.microsoft.com/office/drawing/2014/main" id="{6DC51FED-199F-4154-980E-B540FE352FC9}"/>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452">
            <a:extLst>
              <a:ext uri="{FF2B5EF4-FFF2-40B4-BE49-F238E27FC236}">
                <a16:creationId xmlns:a16="http://schemas.microsoft.com/office/drawing/2014/main" id="{E5EABC71-E428-4893-863C-B4B041176B02}"/>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453">
            <a:extLst>
              <a:ext uri="{FF2B5EF4-FFF2-40B4-BE49-F238E27FC236}">
                <a16:creationId xmlns:a16="http://schemas.microsoft.com/office/drawing/2014/main" id="{3D7572DC-90EA-4AC9-B667-2AAE338D2BDF}"/>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454">
            <a:extLst>
              <a:ext uri="{FF2B5EF4-FFF2-40B4-BE49-F238E27FC236}">
                <a16:creationId xmlns:a16="http://schemas.microsoft.com/office/drawing/2014/main" id="{11858026-A476-47F6-B3AF-24188F8FF81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455">
            <a:extLst>
              <a:ext uri="{FF2B5EF4-FFF2-40B4-BE49-F238E27FC236}">
                <a16:creationId xmlns:a16="http://schemas.microsoft.com/office/drawing/2014/main" id="{DB1E9DE6-39C3-4483-B59B-B7871B316AF9}"/>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456">
            <a:extLst>
              <a:ext uri="{FF2B5EF4-FFF2-40B4-BE49-F238E27FC236}">
                <a16:creationId xmlns:a16="http://schemas.microsoft.com/office/drawing/2014/main" id="{A00E65CD-1A56-42CF-8FEF-289563958F4A}"/>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457">
            <a:extLst>
              <a:ext uri="{FF2B5EF4-FFF2-40B4-BE49-F238E27FC236}">
                <a16:creationId xmlns:a16="http://schemas.microsoft.com/office/drawing/2014/main" id="{542B93F9-CAD9-4523-B59F-11A6C390AAA2}"/>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458">
            <a:extLst>
              <a:ext uri="{FF2B5EF4-FFF2-40B4-BE49-F238E27FC236}">
                <a16:creationId xmlns:a16="http://schemas.microsoft.com/office/drawing/2014/main" id="{A78267ED-713C-4AAE-96B2-7DCDDEBEBE5C}"/>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459">
            <a:extLst>
              <a:ext uri="{FF2B5EF4-FFF2-40B4-BE49-F238E27FC236}">
                <a16:creationId xmlns:a16="http://schemas.microsoft.com/office/drawing/2014/main" id="{95D1A1F1-F41D-48B3-8501-54B2ADA0FB02}"/>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460">
            <a:extLst>
              <a:ext uri="{FF2B5EF4-FFF2-40B4-BE49-F238E27FC236}">
                <a16:creationId xmlns:a16="http://schemas.microsoft.com/office/drawing/2014/main" id="{97A16E76-634F-4A7A-BCB1-A3C787B468AB}"/>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461">
            <a:extLst>
              <a:ext uri="{FF2B5EF4-FFF2-40B4-BE49-F238E27FC236}">
                <a16:creationId xmlns:a16="http://schemas.microsoft.com/office/drawing/2014/main" id="{0E5066C8-8211-41FA-8B6E-2B07ADBCDE5A}"/>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462">
            <a:extLst>
              <a:ext uri="{FF2B5EF4-FFF2-40B4-BE49-F238E27FC236}">
                <a16:creationId xmlns:a16="http://schemas.microsoft.com/office/drawing/2014/main" id="{F2024B35-895B-4F81-8A91-35461A6E96D4}"/>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463">
            <a:extLst>
              <a:ext uri="{FF2B5EF4-FFF2-40B4-BE49-F238E27FC236}">
                <a16:creationId xmlns:a16="http://schemas.microsoft.com/office/drawing/2014/main" id="{0AA315CD-BF2C-46C0-97F3-83CA357FD0D5}"/>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464">
            <a:extLst>
              <a:ext uri="{FF2B5EF4-FFF2-40B4-BE49-F238E27FC236}">
                <a16:creationId xmlns:a16="http://schemas.microsoft.com/office/drawing/2014/main" id="{52493858-A6C9-48F3-BD65-C1870BFE9761}"/>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465">
            <a:extLst>
              <a:ext uri="{FF2B5EF4-FFF2-40B4-BE49-F238E27FC236}">
                <a16:creationId xmlns:a16="http://schemas.microsoft.com/office/drawing/2014/main" id="{1C9FD603-5822-4608-AA59-1DBEF73C04D7}"/>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466">
            <a:extLst>
              <a:ext uri="{FF2B5EF4-FFF2-40B4-BE49-F238E27FC236}">
                <a16:creationId xmlns:a16="http://schemas.microsoft.com/office/drawing/2014/main" id="{67656CF0-A69F-4646-BC26-1BB6FB31A3A0}"/>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467">
            <a:extLst>
              <a:ext uri="{FF2B5EF4-FFF2-40B4-BE49-F238E27FC236}">
                <a16:creationId xmlns:a16="http://schemas.microsoft.com/office/drawing/2014/main" id="{0FD15642-3705-4D67-AD01-50B13B19E062}"/>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468">
            <a:extLst>
              <a:ext uri="{FF2B5EF4-FFF2-40B4-BE49-F238E27FC236}">
                <a16:creationId xmlns:a16="http://schemas.microsoft.com/office/drawing/2014/main" id="{78ECD2C5-6F73-493A-A648-1003B4BD5CB2}"/>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469">
            <a:extLst>
              <a:ext uri="{FF2B5EF4-FFF2-40B4-BE49-F238E27FC236}">
                <a16:creationId xmlns:a16="http://schemas.microsoft.com/office/drawing/2014/main" id="{130527FC-ACD9-4E01-8A58-8C5CC099D729}"/>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470">
            <a:extLst>
              <a:ext uri="{FF2B5EF4-FFF2-40B4-BE49-F238E27FC236}">
                <a16:creationId xmlns:a16="http://schemas.microsoft.com/office/drawing/2014/main" id="{2527486C-0CCC-45FE-B771-B02CEC60197A}"/>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471">
            <a:extLst>
              <a:ext uri="{FF2B5EF4-FFF2-40B4-BE49-F238E27FC236}">
                <a16:creationId xmlns:a16="http://schemas.microsoft.com/office/drawing/2014/main" id="{0CD4AE2D-D491-46DD-B210-E64214DFB6D2}"/>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472">
            <a:extLst>
              <a:ext uri="{FF2B5EF4-FFF2-40B4-BE49-F238E27FC236}">
                <a16:creationId xmlns:a16="http://schemas.microsoft.com/office/drawing/2014/main" id="{5DD4EF14-D1A9-43CF-BEB6-72F68DCA4EA3}"/>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473">
            <a:extLst>
              <a:ext uri="{FF2B5EF4-FFF2-40B4-BE49-F238E27FC236}">
                <a16:creationId xmlns:a16="http://schemas.microsoft.com/office/drawing/2014/main" id="{DB429719-4B8F-4707-912F-B9F0AACC6AA0}"/>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474">
            <a:extLst>
              <a:ext uri="{FF2B5EF4-FFF2-40B4-BE49-F238E27FC236}">
                <a16:creationId xmlns:a16="http://schemas.microsoft.com/office/drawing/2014/main" id="{27FB9198-AEA9-436F-9800-77B422B75AC5}"/>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475">
            <a:extLst>
              <a:ext uri="{FF2B5EF4-FFF2-40B4-BE49-F238E27FC236}">
                <a16:creationId xmlns:a16="http://schemas.microsoft.com/office/drawing/2014/main" id="{8E42A0AF-7CFE-4FB5-AD95-F6AC1844EE49}"/>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476">
            <a:extLst>
              <a:ext uri="{FF2B5EF4-FFF2-40B4-BE49-F238E27FC236}">
                <a16:creationId xmlns:a16="http://schemas.microsoft.com/office/drawing/2014/main" id="{410D5670-20EA-4FF9-BB1B-1E487FA48ACF}"/>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477">
            <a:extLst>
              <a:ext uri="{FF2B5EF4-FFF2-40B4-BE49-F238E27FC236}">
                <a16:creationId xmlns:a16="http://schemas.microsoft.com/office/drawing/2014/main" id="{123CBC7E-DC4E-4B75-9C09-B661947E4D23}"/>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478">
            <a:extLst>
              <a:ext uri="{FF2B5EF4-FFF2-40B4-BE49-F238E27FC236}">
                <a16:creationId xmlns:a16="http://schemas.microsoft.com/office/drawing/2014/main" id="{2B7C6AF2-AB3F-4C5A-8FF7-C649EA9B1F64}"/>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479">
            <a:extLst>
              <a:ext uri="{FF2B5EF4-FFF2-40B4-BE49-F238E27FC236}">
                <a16:creationId xmlns:a16="http://schemas.microsoft.com/office/drawing/2014/main" id="{89D9A459-8E06-4704-B325-168CB3EA6952}"/>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480">
            <a:extLst>
              <a:ext uri="{FF2B5EF4-FFF2-40B4-BE49-F238E27FC236}">
                <a16:creationId xmlns:a16="http://schemas.microsoft.com/office/drawing/2014/main" id="{FF688057-A209-4C7C-AAAB-A29236486724}"/>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481">
            <a:extLst>
              <a:ext uri="{FF2B5EF4-FFF2-40B4-BE49-F238E27FC236}">
                <a16:creationId xmlns:a16="http://schemas.microsoft.com/office/drawing/2014/main" id="{62990EE2-FD05-4C2D-8D9A-7011F8314AEF}"/>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482">
            <a:extLst>
              <a:ext uri="{FF2B5EF4-FFF2-40B4-BE49-F238E27FC236}">
                <a16:creationId xmlns:a16="http://schemas.microsoft.com/office/drawing/2014/main" id="{AA800499-B63C-4336-A725-81CB3B0EBCED}"/>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483">
            <a:extLst>
              <a:ext uri="{FF2B5EF4-FFF2-40B4-BE49-F238E27FC236}">
                <a16:creationId xmlns:a16="http://schemas.microsoft.com/office/drawing/2014/main" id="{388B596F-D844-4946-9319-64C6A9AB9346}"/>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484">
            <a:extLst>
              <a:ext uri="{FF2B5EF4-FFF2-40B4-BE49-F238E27FC236}">
                <a16:creationId xmlns:a16="http://schemas.microsoft.com/office/drawing/2014/main" id="{219D72FA-B7EB-4DED-B2B3-BF0CA2CDEE98}"/>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485">
            <a:extLst>
              <a:ext uri="{FF2B5EF4-FFF2-40B4-BE49-F238E27FC236}">
                <a16:creationId xmlns:a16="http://schemas.microsoft.com/office/drawing/2014/main" id="{9CCEA13E-9893-4B65-88CB-FF4FE3B22068}"/>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486">
            <a:extLst>
              <a:ext uri="{FF2B5EF4-FFF2-40B4-BE49-F238E27FC236}">
                <a16:creationId xmlns:a16="http://schemas.microsoft.com/office/drawing/2014/main" id="{FBF46167-E09C-4A91-B447-7EB20FB4A358}"/>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487">
            <a:extLst>
              <a:ext uri="{FF2B5EF4-FFF2-40B4-BE49-F238E27FC236}">
                <a16:creationId xmlns:a16="http://schemas.microsoft.com/office/drawing/2014/main" id="{B7A39269-5EB3-4047-9345-6C00FBFB826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488">
            <a:extLst>
              <a:ext uri="{FF2B5EF4-FFF2-40B4-BE49-F238E27FC236}">
                <a16:creationId xmlns:a16="http://schemas.microsoft.com/office/drawing/2014/main" id="{1F4A9D7E-49CE-4B8F-9C14-698187C6D95C}"/>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489">
            <a:extLst>
              <a:ext uri="{FF2B5EF4-FFF2-40B4-BE49-F238E27FC236}">
                <a16:creationId xmlns:a16="http://schemas.microsoft.com/office/drawing/2014/main" id="{AF266858-D6E3-4EBA-AB57-CA5152C97163}"/>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490">
            <a:extLst>
              <a:ext uri="{FF2B5EF4-FFF2-40B4-BE49-F238E27FC236}">
                <a16:creationId xmlns:a16="http://schemas.microsoft.com/office/drawing/2014/main" id="{7E74DE9E-43E0-4B2E-B064-E053E9A25B63}"/>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491">
            <a:extLst>
              <a:ext uri="{FF2B5EF4-FFF2-40B4-BE49-F238E27FC236}">
                <a16:creationId xmlns:a16="http://schemas.microsoft.com/office/drawing/2014/main" id="{285CCE7F-9476-48E0-BA77-10A9EDF50560}"/>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492">
            <a:extLst>
              <a:ext uri="{FF2B5EF4-FFF2-40B4-BE49-F238E27FC236}">
                <a16:creationId xmlns:a16="http://schemas.microsoft.com/office/drawing/2014/main" id="{E96325BE-76AE-4C93-9AB3-A4BA66A38E21}"/>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493">
            <a:extLst>
              <a:ext uri="{FF2B5EF4-FFF2-40B4-BE49-F238E27FC236}">
                <a16:creationId xmlns:a16="http://schemas.microsoft.com/office/drawing/2014/main" id="{3D53E631-5CDA-4272-B836-2807CD67B2C8}"/>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494">
            <a:extLst>
              <a:ext uri="{FF2B5EF4-FFF2-40B4-BE49-F238E27FC236}">
                <a16:creationId xmlns:a16="http://schemas.microsoft.com/office/drawing/2014/main" id="{A8953B94-E729-43F9-A871-06626EECA92A}"/>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495">
            <a:extLst>
              <a:ext uri="{FF2B5EF4-FFF2-40B4-BE49-F238E27FC236}">
                <a16:creationId xmlns:a16="http://schemas.microsoft.com/office/drawing/2014/main" id="{9EFA8037-7D11-404C-8B47-4001918D6699}"/>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496">
            <a:extLst>
              <a:ext uri="{FF2B5EF4-FFF2-40B4-BE49-F238E27FC236}">
                <a16:creationId xmlns:a16="http://schemas.microsoft.com/office/drawing/2014/main" id="{4C5C7BD8-4E03-4969-B68D-16963DD8D558}"/>
              </a:ext>
            </a:extLst>
          </p:cNvPr>
          <p:cNvSpPr>
            <a:spLocks noGrp="1"/>
          </p:cNvSpPr>
          <p:nvPr/>
        </p:nvSpPr>
        <p:spPr>
          <a:xfrm>
            <a:off x="971550" y="2095500"/>
            <a:ext cx="1752600" cy="1752600"/>
          </a:xfrm>
          <a:prstGeom prst="rect">
            <a:avLst/>
          </a:prstGeom>
          <a:noFill/>
          <a:ln w="47625">
            <a:solidFill>
              <a:srgbClr val="E58C22"/>
            </a:solidFill>
          </a:ln>
        </p:spPr>
      </p:sp>
      <p:sp>
        <p:nvSpPr>
          <p:cNvPr id="153" name="prose-497">
            <a:extLst>
              <a:ext uri="{FF2B5EF4-FFF2-40B4-BE49-F238E27FC236}">
                <a16:creationId xmlns:a16="http://schemas.microsoft.com/office/drawing/2014/main" id="{E22D4C5B-D9B7-476B-BD64-B3D1CF51B854}"/>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(0, 0,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0입니다.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a:t>
            </a:r>
          </a:p>
        </p:txBody>
      </p:sp>
      <p:sp>
        <p:nvSpPr>
          <p:cNvPr id="154" name="banner-498">
            <a:extLst>
              <a:ext uri="{FF2B5EF4-FFF2-40B4-BE49-F238E27FC236}">
                <a16:creationId xmlns:a16="http://schemas.microsoft.com/office/drawing/2014/main" id="{29B84952-D6BE-4343-BB30-5AFF2AD6B38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499">
            <a:extLst>
              <a:ext uri="{FF2B5EF4-FFF2-40B4-BE49-F238E27FC236}">
                <a16:creationId xmlns:a16="http://schemas.microsoft.com/office/drawing/2014/main" id="{6175C525-E46E-46E8-999C-845E5BF41019}"/>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부모가 모은 결과: ( 0 ? ? ? )</a:t>
            </a:r>
          </a:p>
        </p:txBody>
      </p:sp>
      <p:sp>
        <p:nvSpPr>
          <p:cNvPr id="156" name="caption">
            <a:extLst>
              <a:ext uri="{FF2B5EF4-FFF2-40B4-BE49-F238E27FC236}">
                <a16:creationId xmlns:a16="http://schemas.microsoft.com/office/drawing/2014/main" id="{235E85BA-5431-4A3D-A8B8-14D2CA9F9BAC}"/>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49403129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B6B1F4D0-2577-4619-AFE7-56CF5335D81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E8DA0EA4-398F-4262-8E5A-AADFD48F6B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1FA40AD-0B82-4B54-AAEB-857C009340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우상: 16칸을 1 하나로 반환</a:t>
            </a:r>
          </a:p>
        </p:txBody>
      </p:sp>
      <p:sp>
        <p:nvSpPr>
          <p:cNvPr id="4" name="line-500">
            <a:extLst>
              <a:ext uri="{FF2B5EF4-FFF2-40B4-BE49-F238E27FC236}">
                <a16:creationId xmlns:a16="http://schemas.microsoft.com/office/drawing/2014/main" id="{F895FFD4-D014-487A-B052-E2D4ACF380F3}"/>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C88F1AC-B291-404A-9E64-B66AF1591C4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58B6C0C-AC26-4169-92DD-E5C57B5FE70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194</a:t>
            </a:r>
            <a:endParaRPr sz="1050" b="0">
              <a:solidFill>
                <a:srgbClr val="151515"/>
              </a:solidFill>
              <a:latin typeface="Consolas"/>
              <a:ea typeface="Consolas"/>
              <a:cs typeface="Consolas"/>
            </a:endParaRPr>
          </a:p>
        </p:txBody>
      </p:sp>
      <p:sp>
        <p:nvSpPr>
          <p:cNvPr id="7" name="pixel-501">
            <a:extLst>
              <a:ext uri="{FF2B5EF4-FFF2-40B4-BE49-F238E27FC236}">
                <a16:creationId xmlns:a16="http://schemas.microsoft.com/office/drawing/2014/main" id="{0B8A1575-59A0-457D-9795-7DF5AB9B53F0}"/>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502">
            <a:extLst>
              <a:ext uri="{FF2B5EF4-FFF2-40B4-BE49-F238E27FC236}">
                <a16:creationId xmlns:a16="http://schemas.microsoft.com/office/drawing/2014/main" id="{C7566240-20A7-4F63-9705-7D3D6131775F}"/>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503">
            <a:extLst>
              <a:ext uri="{FF2B5EF4-FFF2-40B4-BE49-F238E27FC236}">
                <a16:creationId xmlns:a16="http://schemas.microsoft.com/office/drawing/2014/main" id="{53AC8FCF-35E4-41D9-960F-02F208D8786B}"/>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504">
            <a:extLst>
              <a:ext uri="{FF2B5EF4-FFF2-40B4-BE49-F238E27FC236}">
                <a16:creationId xmlns:a16="http://schemas.microsoft.com/office/drawing/2014/main" id="{D73E6026-B4A0-4DEA-82DB-FE236174B71A}"/>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505">
            <a:extLst>
              <a:ext uri="{FF2B5EF4-FFF2-40B4-BE49-F238E27FC236}">
                <a16:creationId xmlns:a16="http://schemas.microsoft.com/office/drawing/2014/main" id="{464BF01B-AF0A-4CE5-8439-26E07B2AB186}"/>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506">
            <a:extLst>
              <a:ext uri="{FF2B5EF4-FFF2-40B4-BE49-F238E27FC236}">
                <a16:creationId xmlns:a16="http://schemas.microsoft.com/office/drawing/2014/main" id="{2D8CEEFF-7916-44DA-9375-41CD5BD5EF83}"/>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507">
            <a:extLst>
              <a:ext uri="{FF2B5EF4-FFF2-40B4-BE49-F238E27FC236}">
                <a16:creationId xmlns:a16="http://schemas.microsoft.com/office/drawing/2014/main" id="{1CD7497A-E6A1-4734-AC28-68694BC7DB28}"/>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508">
            <a:extLst>
              <a:ext uri="{FF2B5EF4-FFF2-40B4-BE49-F238E27FC236}">
                <a16:creationId xmlns:a16="http://schemas.microsoft.com/office/drawing/2014/main" id="{6CF94057-30A1-4DFA-A048-F2166C0C84E6}"/>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509">
            <a:extLst>
              <a:ext uri="{FF2B5EF4-FFF2-40B4-BE49-F238E27FC236}">
                <a16:creationId xmlns:a16="http://schemas.microsoft.com/office/drawing/2014/main" id="{CB26A0BE-F3E6-4F6E-BA4E-E848D1630E48}"/>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510">
            <a:extLst>
              <a:ext uri="{FF2B5EF4-FFF2-40B4-BE49-F238E27FC236}">
                <a16:creationId xmlns:a16="http://schemas.microsoft.com/office/drawing/2014/main" id="{93332365-1059-4B6D-AA71-6A55EBFA7077}"/>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511">
            <a:extLst>
              <a:ext uri="{FF2B5EF4-FFF2-40B4-BE49-F238E27FC236}">
                <a16:creationId xmlns:a16="http://schemas.microsoft.com/office/drawing/2014/main" id="{6E2C7EB4-D2E8-40AA-87F3-A87F144609A9}"/>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512">
            <a:extLst>
              <a:ext uri="{FF2B5EF4-FFF2-40B4-BE49-F238E27FC236}">
                <a16:creationId xmlns:a16="http://schemas.microsoft.com/office/drawing/2014/main" id="{0D50CA07-F0B4-4A26-BED4-5D294012BFCB}"/>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513">
            <a:extLst>
              <a:ext uri="{FF2B5EF4-FFF2-40B4-BE49-F238E27FC236}">
                <a16:creationId xmlns:a16="http://schemas.microsoft.com/office/drawing/2014/main" id="{61C3562A-F1F9-4010-9C1D-52607CE063C3}"/>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514">
            <a:extLst>
              <a:ext uri="{FF2B5EF4-FFF2-40B4-BE49-F238E27FC236}">
                <a16:creationId xmlns:a16="http://schemas.microsoft.com/office/drawing/2014/main" id="{480C411E-F278-47D0-86CE-DF8C493CC8A2}"/>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515">
            <a:extLst>
              <a:ext uri="{FF2B5EF4-FFF2-40B4-BE49-F238E27FC236}">
                <a16:creationId xmlns:a16="http://schemas.microsoft.com/office/drawing/2014/main" id="{575B1C0C-B381-40E3-96C6-1FC6A1CA9CC2}"/>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516">
            <a:extLst>
              <a:ext uri="{FF2B5EF4-FFF2-40B4-BE49-F238E27FC236}">
                <a16:creationId xmlns:a16="http://schemas.microsoft.com/office/drawing/2014/main" id="{3FE9312D-57B4-452C-B34D-C9BCE677E7D3}"/>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517">
            <a:extLst>
              <a:ext uri="{FF2B5EF4-FFF2-40B4-BE49-F238E27FC236}">
                <a16:creationId xmlns:a16="http://schemas.microsoft.com/office/drawing/2014/main" id="{6D1FFB12-08ED-4990-9E60-4E922F372995}"/>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518">
            <a:extLst>
              <a:ext uri="{FF2B5EF4-FFF2-40B4-BE49-F238E27FC236}">
                <a16:creationId xmlns:a16="http://schemas.microsoft.com/office/drawing/2014/main" id="{8BB44915-3E98-4431-B7D0-402BA3FBEF68}"/>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519">
            <a:extLst>
              <a:ext uri="{FF2B5EF4-FFF2-40B4-BE49-F238E27FC236}">
                <a16:creationId xmlns:a16="http://schemas.microsoft.com/office/drawing/2014/main" id="{4D54FAE6-5CC7-421D-95E5-0F39C04A84A2}"/>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520">
            <a:extLst>
              <a:ext uri="{FF2B5EF4-FFF2-40B4-BE49-F238E27FC236}">
                <a16:creationId xmlns:a16="http://schemas.microsoft.com/office/drawing/2014/main" id="{1C7E50E7-DA71-478F-A43C-DB5058423DFD}"/>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521">
            <a:extLst>
              <a:ext uri="{FF2B5EF4-FFF2-40B4-BE49-F238E27FC236}">
                <a16:creationId xmlns:a16="http://schemas.microsoft.com/office/drawing/2014/main" id="{1721254E-ED96-4156-80B3-2A7EDB5EE6A9}"/>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522">
            <a:extLst>
              <a:ext uri="{FF2B5EF4-FFF2-40B4-BE49-F238E27FC236}">
                <a16:creationId xmlns:a16="http://schemas.microsoft.com/office/drawing/2014/main" id="{7E739EB6-FF4F-48B0-935F-C491617D3FF0}"/>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523">
            <a:extLst>
              <a:ext uri="{FF2B5EF4-FFF2-40B4-BE49-F238E27FC236}">
                <a16:creationId xmlns:a16="http://schemas.microsoft.com/office/drawing/2014/main" id="{06F922AF-B64D-4966-8E62-1DE5EECBF77A}"/>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524">
            <a:extLst>
              <a:ext uri="{FF2B5EF4-FFF2-40B4-BE49-F238E27FC236}">
                <a16:creationId xmlns:a16="http://schemas.microsoft.com/office/drawing/2014/main" id="{F6FFAE69-1181-4BF6-BAE9-CD92B583FE1C}"/>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525">
            <a:extLst>
              <a:ext uri="{FF2B5EF4-FFF2-40B4-BE49-F238E27FC236}">
                <a16:creationId xmlns:a16="http://schemas.microsoft.com/office/drawing/2014/main" id="{3D15080E-F10F-41B8-8076-0A3BA3EEB272}"/>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526">
            <a:extLst>
              <a:ext uri="{FF2B5EF4-FFF2-40B4-BE49-F238E27FC236}">
                <a16:creationId xmlns:a16="http://schemas.microsoft.com/office/drawing/2014/main" id="{2D49F7F1-DA63-4259-8800-AC046E3C99C8}"/>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527">
            <a:extLst>
              <a:ext uri="{FF2B5EF4-FFF2-40B4-BE49-F238E27FC236}">
                <a16:creationId xmlns:a16="http://schemas.microsoft.com/office/drawing/2014/main" id="{6B047EAD-A2BA-4DDF-BD03-8CCE3D4CFDB7}"/>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528">
            <a:extLst>
              <a:ext uri="{FF2B5EF4-FFF2-40B4-BE49-F238E27FC236}">
                <a16:creationId xmlns:a16="http://schemas.microsoft.com/office/drawing/2014/main" id="{3A096C42-BF9D-47C4-894E-CD2EB841B8F8}"/>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529">
            <a:extLst>
              <a:ext uri="{FF2B5EF4-FFF2-40B4-BE49-F238E27FC236}">
                <a16:creationId xmlns:a16="http://schemas.microsoft.com/office/drawing/2014/main" id="{91E1318C-A21B-4374-8282-4E8858D14CA8}"/>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530">
            <a:extLst>
              <a:ext uri="{FF2B5EF4-FFF2-40B4-BE49-F238E27FC236}">
                <a16:creationId xmlns:a16="http://schemas.microsoft.com/office/drawing/2014/main" id="{8A584DB9-7772-4993-9C26-5DEBA14AF810}"/>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531">
            <a:extLst>
              <a:ext uri="{FF2B5EF4-FFF2-40B4-BE49-F238E27FC236}">
                <a16:creationId xmlns:a16="http://schemas.microsoft.com/office/drawing/2014/main" id="{A7F90163-D7BD-4EC0-86B0-BC54140F59B1}"/>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532">
            <a:extLst>
              <a:ext uri="{FF2B5EF4-FFF2-40B4-BE49-F238E27FC236}">
                <a16:creationId xmlns:a16="http://schemas.microsoft.com/office/drawing/2014/main" id="{7760330A-9452-4B47-B589-66F3182DA2DB}"/>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533">
            <a:extLst>
              <a:ext uri="{FF2B5EF4-FFF2-40B4-BE49-F238E27FC236}">
                <a16:creationId xmlns:a16="http://schemas.microsoft.com/office/drawing/2014/main" id="{6C916F19-1813-4E23-90E7-4916327FC12F}"/>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534">
            <a:extLst>
              <a:ext uri="{FF2B5EF4-FFF2-40B4-BE49-F238E27FC236}">
                <a16:creationId xmlns:a16="http://schemas.microsoft.com/office/drawing/2014/main" id="{9B20DD51-E1EF-42B8-BD8D-A6C8B9FEBB2D}"/>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535">
            <a:extLst>
              <a:ext uri="{FF2B5EF4-FFF2-40B4-BE49-F238E27FC236}">
                <a16:creationId xmlns:a16="http://schemas.microsoft.com/office/drawing/2014/main" id="{33B9ADA8-0F21-45E8-B5A4-475050EB69BA}"/>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536">
            <a:extLst>
              <a:ext uri="{FF2B5EF4-FFF2-40B4-BE49-F238E27FC236}">
                <a16:creationId xmlns:a16="http://schemas.microsoft.com/office/drawing/2014/main" id="{C01D46AC-E806-4149-907E-E23B9E703318}"/>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537">
            <a:extLst>
              <a:ext uri="{FF2B5EF4-FFF2-40B4-BE49-F238E27FC236}">
                <a16:creationId xmlns:a16="http://schemas.microsoft.com/office/drawing/2014/main" id="{D3C5AA5E-0742-4774-8658-C028648C3D30}"/>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538">
            <a:extLst>
              <a:ext uri="{FF2B5EF4-FFF2-40B4-BE49-F238E27FC236}">
                <a16:creationId xmlns:a16="http://schemas.microsoft.com/office/drawing/2014/main" id="{43BD489C-F533-4EB1-940F-06C507D78ACA}"/>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539">
            <a:extLst>
              <a:ext uri="{FF2B5EF4-FFF2-40B4-BE49-F238E27FC236}">
                <a16:creationId xmlns:a16="http://schemas.microsoft.com/office/drawing/2014/main" id="{B762D955-7784-450D-B01F-336607CA3EE1}"/>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540">
            <a:extLst>
              <a:ext uri="{FF2B5EF4-FFF2-40B4-BE49-F238E27FC236}">
                <a16:creationId xmlns:a16="http://schemas.microsoft.com/office/drawing/2014/main" id="{0038A636-23C4-4CFC-A95B-895103508016}"/>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541">
            <a:extLst>
              <a:ext uri="{FF2B5EF4-FFF2-40B4-BE49-F238E27FC236}">
                <a16:creationId xmlns:a16="http://schemas.microsoft.com/office/drawing/2014/main" id="{9808428D-FE74-471D-94E0-DC47155F47FD}"/>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542">
            <a:extLst>
              <a:ext uri="{FF2B5EF4-FFF2-40B4-BE49-F238E27FC236}">
                <a16:creationId xmlns:a16="http://schemas.microsoft.com/office/drawing/2014/main" id="{03BEB897-34DD-4CA3-8F94-C1D6ECA7380B}"/>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543">
            <a:extLst>
              <a:ext uri="{FF2B5EF4-FFF2-40B4-BE49-F238E27FC236}">
                <a16:creationId xmlns:a16="http://schemas.microsoft.com/office/drawing/2014/main" id="{571F1BE4-BDFC-4BD7-8BB4-69D0D9BA34CB}"/>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544">
            <a:extLst>
              <a:ext uri="{FF2B5EF4-FFF2-40B4-BE49-F238E27FC236}">
                <a16:creationId xmlns:a16="http://schemas.microsoft.com/office/drawing/2014/main" id="{8DD2C4A4-264D-490D-A998-C66A33A0BFE7}"/>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545">
            <a:extLst>
              <a:ext uri="{FF2B5EF4-FFF2-40B4-BE49-F238E27FC236}">
                <a16:creationId xmlns:a16="http://schemas.microsoft.com/office/drawing/2014/main" id="{2A9B8CA6-55B1-4770-B364-2D949D273016}"/>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546">
            <a:extLst>
              <a:ext uri="{FF2B5EF4-FFF2-40B4-BE49-F238E27FC236}">
                <a16:creationId xmlns:a16="http://schemas.microsoft.com/office/drawing/2014/main" id="{8C58491D-B274-4643-B77B-1CEA6E4AC8FC}"/>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547">
            <a:extLst>
              <a:ext uri="{FF2B5EF4-FFF2-40B4-BE49-F238E27FC236}">
                <a16:creationId xmlns:a16="http://schemas.microsoft.com/office/drawing/2014/main" id="{271F2211-4D06-4F87-A5E7-93FB3124E13F}"/>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548">
            <a:extLst>
              <a:ext uri="{FF2B5EF4-FFF2-40B4-BE49-F238E27FC236}">
                <a16:creationId xmlns:a16="http://schemas.microsoft.com/office/drawing/2014/main" id="{892E3A5E-DB13-42CD-965C-BF538478DF16}"/>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549">
            <a:extLst>
              <a:ext uri="{FF2B5EF4-FFF2-40B4-BE49-F238E27FC236}">
                <a16:creationId xmlns:a16="http://schemas.microsoft.com/office/drawing/2014/main" id="{8EEB7386-9F0B-4D21-BAA6-F58DD45BB85A}"/>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550">
            <a:extLst>
              <a:ext uri="{FF2B5EF4-FFF2-40B4-BE49-F238E27FC236}">
                <a16:creationId xmlns:a16="http://schemas.microsoft.com/office/drawing/2014/main" id="{6F6CBB65-4662-4688-B75B-F99BF3020805}"/>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551">
            <a:extLst>
              <a:ext uri="{FF2B5EF4-FFF2-40B4-BE49-F238E27FC236}">
                <a16:creationId xmlns:a16="http://schemas.microsoft.com/office/drawing/2014/main" id="{20D4EEE9-174B-41C2-A916-F9AD6960B97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552">
            <a:extLst>
              <a:ext uri="{FF2B5EF4-FFF2-40B4-BE49-F238E27FC236}">
                <a16:creationId xmlns:a16="http://schemas.microsoft.com/office/drawing/2014/main" id="{0F9E2254-AAD1-42DA-9760-3D1391C4C1EF}"/>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553">
            <a:extLst>
              <a:ext uri="{FF2B5EF4-FFF2-40B4-BE49-F238E27FC236}">
                <a16:creationId xmlns:a16="http://schemas.microsoft.com/office/drawing/2014/main" id="{60C10B86-E064-4CFB-816D-A78C4867CF38}"/>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554">
            <a:extLst>
              <a:ext uri="{FF2B5EF4-FFF2-40B4-BE49-F238E27FC236}">
                <a16:creationId xmlns:a16="http://schemas.microsoft.com/office/drawing/2014/main" id="{704FB0AB-FCE8-43DE-A2EE-C773F08F4384}"/>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555">
            <a:extLst>
              <a:ext uri="{FF2B5EF4-FFF2-40B4-BE49-F238E27FC236}">
                <a16:creationId xmlns:a16="http://schemas.microsoft.com/office/drawing/2014/main" id="{4C934AC4-71FE-4976-A1F0-413605029188}"/>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556">
            <a:extLst>
              <a:ext uri="{FF2B5EF4-FFF2-40B4-BE49-F238E27FC236}">
                <a16:creationId xmlns:a16="http://schemas.microsoft.com/office/drawing/2014/main" id="{0F096C01-E4BF-4820-BB4D-CFE4BBE30B55}"/>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557">
            <a:extLst>
              <a:ext uri="{FF2B5EF4-FFF2-40B4-BE49-F238E27FC236}">
                <a16:creationId xmlns:a16="http://schemas.microsoft.com/office/drawing/2014/main" id="{3AF13ED6-EA23-48E1-9017-0C7451A5A815}"/>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558">
            <a:extLst>
              <a:ext uri="{FF2B5EF4-FFF2-40B4-BE49-F238E27FC236}">
                <a16:creationId xmlns:a16="http://schemas.microsoft.com/office/drawing/2014/main" id="{736246A1-815D-4D90-B557-CCF69702F989}"/>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559">
            <a:extLst>
              <a:ext uri="{FF2B5EF4-FFF2-40B4-BE49-F238E27FC236}">
                <a16:creationId xmlns:a16="http://schemas.microsoft.com/office/drawing/2014/main" id="{AC84E64A-5EE2-427C-92E6-DB888C2D2774}"/>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560">
            <a:extLst>
              <a:ext uri="{FF2B5EF4-FFF2-40B4-BE49-F238E27FC236}">
                <a16:creationId xmlns:a16="http://schemas.microsoft.com/office/drawing/2014/main" id="{B0CEAF27-F074-4F8B-AC38-1B2D3931AD34}"/>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561">
            <a:extLst>
              <a:ext uri="{FF2B5EF4-FFF2-40B4-BE49-F238E27FC236}">
                <a16:creationId xmlns:a16="http://schemas.microsoft.com/office/drawing/2014/main" id="{6F5CA9F6-B369-448F-A791-C3AB03113F50}"/>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562">
            <a:extLst>
              <a:ext uri="{FF2B5EF4-FFF2-40B4-BE49-F238E27FC236}">
                <a16:creationId xmlns:a16="http://schemas.microsoft.com/office/drawing/2014/main" id="{D32CA298-27D9-455D-9EF8-C9ECA335FD59}"/>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563">
            <a:extLst>
              <a:ext uri="{FF2B5EF4-FFF2-40B4-BE49-F238E27FC236}">
                <a16:creationId xmlns:a16="http://schemas.microsoft.com/office/drawing/2014/main" id="{DBC4CBE6-2AC2-4BEA-852B-78E1B3C5A425}"/>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564">
            <a:extLst>
              <a:ext uri="{FF2B5EF4-FFF2-40B4-BE49-F238E27FC236}">
                <a16:creationId xmlns:a16="http://schemas.microsoft.com/office/drawing/2014/main" id="{79F5A4F4-665D-4EA9-AC49-55BE18D1AC37}"/>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565">
            <a:extLst>
              <a:ext uri="{FF2B5EF4-FFF2-40B4-BE49-F238E27FC236}">
                <a16:creationId xmlns:a16="http://schemas.microsoft.com/office/drawing/2014/main" id="{12BB6BA8-664B-41F3-8D1F-0FCBCCA4FE50}"/>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566">
            <a:extLst>
              <a:ext uri="{FF2B5EF4-FFF2-40B4-BE49-F238E27FC236}">
                <a16:creationId xmlns:a16="http://schemas.microsoft.com/office/drawing/2014/main" id="{12DCE767-ECA8-44D2-93DC-8D5C9A33362A}"/>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567">
            <a:extLst>
              <a:ext uri="{FF2B5EF4-FFF2-40B4-BE49-F238E27FC236}">
                <a16:creationId xmlns:a16="http://schemas.microsoft.com/office/drawing/2014/main" id="{1983B7F5-82D8-4FC6-BFC8-078545D4E3CA}"/>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568">
            <a:extLst>
              <a:ext uri="{FF2B5EF4-FFF2-40B4-BE49-F238E27FC236}">
                <a16:creationId xmlns:a16="http://schemas.microsoft.com/office/drawing/2014/main" id="{1DCA3487-7013-428A-8E22-7FE693F814F4}"/>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569">
            <a:extLst>
              <a:ext uri="{FF2B5EF4-FFF2-40B4-BE49-F238E27FC236}">
                <a16:creationId xmlns:a16="http://schemas.microsoft.com/office/drawing/2014/main" id="{C932F6CE-8A93-4FE4-B74C-C607DFC83D7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570">
            <a:extLst>
              <a:ext uri="{FF2B5EF4-FFF2-40B4-BE49-F238E27FC236}">
                <a16:creationId xmlns:a16="http://schemas.microsoft.com/office/drawing/2014/main" id="{D16281AD-FBE0-4DD2-AF30-C6D3C540FC5D}"/>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571">
            <a:extLst>
              <a:ext uri="{FF2B5EF4-FFF2-40B4-BE49-F238E27FC236}">
                <a16:creationId xmlns:a16="http://schemas.microsoft.com/office/drawing/2014/main" id="{AEEC69AA-39A7-46E9-87EE-983E8EE45204}"/>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572">
            <a:extLst>
              <a:ext uri="{FF2B5EF4-FFF2-40B4-BE49-F238E27FC236}">
                <a16:creationId xmlns:a16="http://schemas.microsoft.com/office/drawing/2014/main" id="{B0D1DF99-647D-46D2-9502-F263683EDD2E}"/>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573">
            <a:extLst>
              <a:ext uri="{FF2B5EF4-FFF2-40B4-BE49-F238E27FC236}">
                <a16:creationId xmlns:a16="http://schemas.microsoft.com/office/drawing/2014/main" id="{432BE25B-74F8-450F-9B28-06EEA16F6807}"/>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574">
            <a:extLst>
              <a:ext uri="{FF2B5EF4-FFF2-40B4-BE49-F238E27FC236}">
                <a16:creationId xmlns:a16="http://schemas.microsoft.com/office/drawing/2014/main" id="{069E0E0E-AF19-43E5-B137-5EC25C2405CB}"/>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575">
            <a:extLst>
              <a:ext uri="{FF2B5EF4-FFF2-40B4-BE49-F238E27FC236}">
                <a16:creationId xmlns:a16="http://schemas.microsoft.com/office/drawing/2014/main" id="{79AAE38C-ADE2-4D2E-B723-BC8C246AB841}"/>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576">
            <a:extLst>
              <a:ext uri="{FF2B5EF4-FFF2-40B4-BE49-F238E27FC236}">
                <a16:creationId xmlns:a16="http://schemas.microsoft.com/office/drawing/2014/main" id="{74DB0BEC-DA75-4D61-B4B6-6941FDB254F4}"/>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577">
            <a:extLst>
              <a:ext uri="{FF2B5EF4-FFF2-40B4-BE49-F238E27FC236}">
                <a16:creationId xmlns:a16="http://schemas.microsoft.com/office/drawing/2014/main" id="{F377D394-0191-41BB-ABF1-D7E590F64BE0}"/>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578">
            <a:extLst>
              <a:ext uri="{FF2B5EF4-FFF2-40B4-BE49-F238E27FC236}">
                <a16:creationId xmlns:a16="http://schemas.microsoft.com/office/drawing/2014/main" id="{786C6BF2-5F6A-4568-B4DC-D0AF31C8D505}"/>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579">
            <a:extLst>
              <a:ext uri="{FF2B5EF4-FFF2-40B4-BE49-F238E27FC236}">
                <a16:creationId xmlns:a16="http://schemas.microsoft.com/office/drawing/2014/main" id="{A0FB24B0-82B1-4945-8FF8-9B2C70CE0852}"/>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580">
            <a:extLst>
              <a:ext uri="{FF2B5EF4-FFF2-40B4-BE49-F238E27FC236}">
                <a16:creationId xmlns:a16="http://schemas.microsoft.com/office/drawing/2014/main" id="{2C9F6C8E-2D99-457F-93F4-C59A312486C5}"/>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581">
            <a:extLst>
              <a:ext uri="{FF2B5EF4-FFF2-40B4-BE49-F238E27FC236}">
                <a16:creationId xmlns:a16="http://schemas.microsoft.com/office/drawing/2014/main" id="{A336F723-34C5-4C70-B574-21F09F59DF07}"/>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582">
            <a:extLst>
              <a:ext uri="{FF2B5EF4-FFF2-40B4-BE49-F238E27FC236}">
                <a16:creationId xmlns:a16="http://schemas.microsoft.com/office/drawing/2014/main" id="{F4E55373-4B00-4054-91CD-AE466A53A4F0}"/>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583">
            <a:extLst>
              <a:ext uri="{FF2B5EF4-FFF2-40B4-BE49-F238E27FC236}">
                <a16:creationId xmlns:a16="http://schemas.microsoft.com/office/drawing/2014/main" id="{D6440114-B80E-4B4F-9AEF-A992ECC93073}"/>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584">
            <a:extLst>
              <a:ext uri="{FF2B5EF4-FFF2-40B4-BE49-F238E27FC236}">
                <a16:creationId xmlns:a16="http://schemas.microsoft.com/office/drawing/2014/main" id="{9116EABC-1FEE-47CA-825C-142969573597}"/>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585">
            <a:extLst>
              <a:ext uri="{FF2B5EF4-FFF2-40B4-BE49-F238E27FC236}">
                <a16:creationId xmlns:a16="http://schemas.microsoft.com/office/drawing/2014/main" id="{B181B2C9-0362-4DF6-9AAF-795F5D3EB6E2}"/>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586">
            <a:extLst>
              <a:ext uri="{FF2B5EF4-FFF2-40B4-BE49-F238E27FC236}">
                <a16:creationId xmlns:a16="http://schemas.microsoft.com/office/drawing/2014/main" id="{DF02212B-8F5D-4F5F-A80B-0518FCA23963}"/>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587">
            <a:extLst>
              <a:ext uri="{FF2B5EF4-FFF2-40B4-BE49-F238E27FC236}">
                <a16:creationId xmlns:a16="http://schemas.microsoft.com/office/drawing/2014/main" id="{FCBBCE9E-4A1C-414D-AD40-F3F984B596AF}"/>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588">
            <a:extLst>
              <a:ext uri="{FF2B5EF4-FFF2-40B4-BE49-F238E27FC236}">
                <a16:creationId xmlns:a16="http://schemas.microsoft.com/office/drawing/2014/main" id="{91995314-5776-48A2-B813-34F0685C2A9A}"/>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589">
            <a:extLst>
              <a:ext uri="{FF2B5EF4-FFF2-40B4-BE49-F238E27FC236}">
                <a16:creationId xmlns:a16="http://schemas.microsoft.com/office/drawing/2014/main" id="{4F034D38-D826-42AA-A503-4D90849A26AD}"/>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590">
            <a:extLst>
              <a:ext uri="{FF2B5EF4-FFF2-40B4-BE49-F238E27FC236}">
                <a16:creationId xmlns:a16="http://schemas.microsoft.com/office/drawing/2014/main" id="{308C61BB-B019-43B0-9FB6-FC5007CEE3B9}"/>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591">
            <a:extLst>
              <a:ext uri="{FF2B5EF4-FFF2-40B4-BE49-F238E27FC236}">
                <a16:creationId xmlns:a16="http://schemas.microsoft.com/office/drawing/2014/main" id="{81B80A88-D026-4A11-B8CC-F63F6F501441}"/>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592">
            <a:extLst>
              <a:ext uri="{FF2B5EF4-FFF2-40B4-BE49-F238E27FC236}">
                <a16:creationId xmlns:a16="http://schemas.microsoft.com/office/drawing/2014/main" id="{27EA9C0F-CC5C-4A91-826A-C75B15CD36A0}"/>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593">
            <a:extLst>
              <a:ext uri="{FF2B5EF4-FFF2-40B4-BE49-F238E27FC236}">
                <a16:creationId xmlns:a16="http://schemas.microsoft.com/office/drawing/2014/main" id="{786F006D-EDB6-43B7-9C59-38E8AB6AB9DD}"/>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594">
            <a:extLst>
              <a:ext uri="{FF2B5EF4-FFF2-40B4-BE49-F238E27FC236}">
                <a16:creationId xmlns:a16="http://schemas.microsoft.com/office/drawing/2014/main" id="{ECD12977-98E1-4BE4-BC1E-BA21F6E4B4CF}"/>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595">
            <a:extLst>
              <a:ext uri="{FF2B5EF4-FFF2-40B4-BE49-F238E27FC236}">
                <a16:creationId xmlns:a16="http://schemas.microsoft.com/office/drawing/2014/main" id="{7DE91F56-FD04-4EE8-81A9-36FFB3036B99}"/>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596">
            <a:extLst>
              <a:ext uri="{FF2B5EF4-FFF2-40B4-BE49-F238E27FC236}">
                <a16:creationId xmlns:a16="http://schemas.microsoft.com/office/drawing/2014/main" id="{AFB9134C-5A40-4BA8-9B47-D01BF789EA3A}"/>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597">
            <a:extLst>
              <a:ext uri="{FF2B5EF4-FFF2-40B4-BE49-F238E27FC236}">
                <a16:creationId xmlns:a16="http://schemas.microsoft.com/office/drawing/2014/main" id="{ACA19EE4-CDF6-47BA-B360-0D5D7222B5F7}"/>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598">
            <a:extLst>
              <a:ext uri="{FF2B5EF4-FFF2-40B4-BE49-F238E27FC236}">
                <a16:creationId xmlns:a16="http://schemas.microsoft.com/office/drawing/2014/main" id="{61D10E48-1D9F-4ABF-9FD3-5B8CF238A1C8}"/>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599">
            <a:extLst>
              <a:ext uri="{FF2B5EF4-FFF2-40B4-BE49-F238E27FC236}">
                <a16:creationId xmlns:a16="http://schemas.microsoft.com/office/drawing/2014/main" id="{8BE5E499-1011-4794-BD94-817A7833E301}"/>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600">
            <a:extLst>
              <a:ext uri="{FF2B5EF4-FFF2-40B4-BE49-F238E27FC236}">
                <a16:creationId xmlns:a16="http://schemas.microsoft.com/office/drawing/2014/main" id="{2D984ADB-10C7-4E6D-8AC2-8E7CEA0387F6}"/>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601">
            <a:extLst>
              <a:ext uri="{FF2B5EF4-FFF2-40B4-BE49-F238E27FC236}">
                <a16:creationId xmlns:a16="http://schemas.microsoft.com/office/drawing/2014/main" id="{04E89CCA-BCC7-4079-885F-E28CFF839E4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602">
            <a:extLst>
              <a:ext uri="{FF2B5EF4-FFF2-40B4-BE49-F238E27FC236}">
                <a16:creationId xmlns:a16="http://schemas.microsoft.com/office/drawing/2014/main" id="{D581B2E2-27B3-4AF6-B13E-695BFE88B041}"/>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603">
            <a:extLst>
              <a:ext uri="{FF2B5EF4-FFF2-40B4-BE49-F238E27FC236}">
                <a16:creationId xmlns:a16="http://schemas.microsoft.com/office/drawing/2014/main" id="{70441D5F-3DE2-4DAE-8BB7-AAF03A50DFB2}"/>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604">
            <a:extLst>
              <a:ext uri="{FF2B5EF4-FFF2-40B4-BE49-F238E27FC236}">
                <a16:creationId xmlns:a16="http://schemas.microsoft.com/office/drawing/2014/main" id="{663DF38A-B757-41B9-8FDD-A0E4A55A8476}"/>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605">
            <a:extLst>
              <a:ext uri="{FF2B5EF4-FFF2-40B4-BE49-F238E27FC236}">
                <a16:creationId xmlns:a16="http://schemas.microsoft.com/office/drawing/2014/main" id="{7DC4E057-EC8C-4C5E-AFCA-091D4312D8BD}"/>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606">
            <a:extLst>
              <a:ext uri="{FF2B5EF4-FFF2-40B4-BE49-F238E27FC236}">
                <a16:creationId xmlns:a16="http://schemas.microsoft.com/office/drawing/2014/main" id="{B27CF2BF-B083-442D-9853-E1CBB885901C}"/>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607">
            <a:extLst>
              <a:ext uri="{FF2B5EF4-FFF2-40B4-BE49-F238E27FC236}">
                <a16:creationId xmlns:a16="http://schemas.microsoft.com/office/drawing/2014/main" id="{6B272FB9-2F9D-4138-8C99-98B5A3155DCD}"/>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608">
            <a:extLst>
              <a:ext uri="{FF2B5EF4-FFF2-40B4-BE49-F238E27FC236}">
                <a16:creationId xmlns:a16="http://schemas.microsoft.com/office/drawing/2014/main" id="{E0EFF839-E792-4844-8713-2E7FC798E4CD}"/>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609">
            <a:extLst>
              <a:ext uri="{FF2B5EF4-FFF2-40B4-BE49-F238E27FC236}">
                <a16:creationId xmlns:a16="http://schemas.microsoft.com/office/drawing/2014/main" id="{D05F142D-B248-4C39-BDA7-8EFEDF0C5141}"/>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610">
            <a:extLst>
              <a:ext uri="{FF2B5EF4-FFF2-40B4-BE49-F238E27FC236}">
                <a16:creationId xmlns:a16="http://schemas.microsoft.com/office/drawing/2014/main" id="{4BC54892-9548-4C3A-B2C1-9D8D8EB88709}"/>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611">
            <a:extLst>
              <a:ext uri="{FF2B5EF4-FFF2-40B4-BE49-F238E27FC236}">
                <a16:creationId xmlns:a16="http://schemas.microsoft.com/office/drawing/2014/main" id="{40CDF15D-A25C-460C-92CA-9791FFF4D5F1}"/>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612">
            <a:extLst>
              <a:ext uri="{FF2B5EF4-FFF2-40B4-BE49-F238E27FC236}">
                <a16:creationId xmlns:a16="http://schemas.microsoft.com/office/drawing/2014/main" id="{A9795062-CB5C-411D-A298-A17BB093BD2C}"/>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613">
            <a:extLst>
              <a:ext uri="{FF2B5EF4-FFF2-40B4-BE49-F238E27FC236}">
                <a16:creationId xmlns:a16="http://schemas.microsoft.com/office/drawing/2014/main" id="{3356A33C-D647-4E9E-AE2B-B4E1AD92C79F}"/>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614">
            <a:extLst>
              <a:ext uri="{FF2B5EF4-FFF2-40B4-BE49-F238E27FC236}">
                <a16:creationId xmlns:a16="http://schemas.microsoft.com/office/drawing/2014/main" id="{4A1F23AF-6061-4FE7-A346-F103CA879E6C}"/>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615">
            <a:extLst>
              <a:ext uri="{FF2B5EF4-FFF2-40B4-BE49-F238E27FC236}">
                <a16:creationId xmlns:a16="http://schemas.microsoft.com/office/drawing/2014/main" id="{BB8532F9-7B75-4084-B3ED-925335D40EF5}"/>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616">
            <a:extLst>
              <a:ext uri="{FF2B5EF4-FFF2-40B4-BE49-F238E27FC236}">
                <a16:creationId xmlns:a16="http://schemas.microsoft.com/office/drawing/2014/main" id="{A9E1E4FD-BC23-45E4-A973-22D242AD739C}"/>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617">
            <a:extLst>
              <a:ext uri="{FF2B5EF4-FFF2-40B4-BE49-F238E27FC236}">
                <a16:creationId xmlns:a16="http://schemas.microsoft.com/office/drawing/2014/main" id="{51ED9113-C7A5-4ADA-8921-92978E05DE4F}"/>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618">
            <a:extLst>
              <a:ext uri="{FF2B5EF4-FFF2-40B4-BE49-F238E27FC236}">
                <a16:creationId xmlns:a16="http://schemas.microsoft.com/office/drawing/2014/main" id="{CAF6C60B-E809-4876-82FC-F8375424CF11}"/>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619">
            <a:extLst>
              <a:ext uri="{FF2B5EF4-FFF2-40B4-BE49-F238E27FC236}">
                <a16:creationId xmlns:a16="http://schemas.microsoft.com/office/drawing/2014/main" id="{BADC7CB4-9550-4E50-A5A7-100926866204}"/>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620">
            <a:extLst>
              <a:ext uri="{FF2B5EF4-FFF2-40B4-BE49-F238E27FC236}">
                <a16:creationId xmlns:a16="http://schemas.microsoft.com/office/drawing/2014/main" id="{72E5E96F-F1A4-46C6-B74B-8C06E0BD5936}"/>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621">
            <a:extLst>
              <a:ext uri="{FF2B5EF4-FFF2-40B4-BE49-F238E27FC236}">
                <a16:creationId xmlns:a16="http://schemas.microsoft.com/office/drawing/2014/main" id="{003C4024-B924-4A11-AE1F-02CF536E7739}"/>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622">
            <a:extLst>
              <a:ext uri="{FF2B5EF4-FFF2-40B4-BE49-F238E27FC236}">
                <a16:creationId xmlns:a16="http://schemas.microsoft.com/office/drawing/2014/main" id="{145FF15C-CA7A-4D77-865A-A46792296372}"/>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623">
            <a:extLst>
              <a:ext uri="{FF2B5EF4-FFF2-40B4-BE49-F238E27FC236}">
                <a16:creationId xmlns:a16="http://schemas.microsoft.com/office/drawing/2014/main" id="{65B12D84-9FDC-47ED-982E-5B73C6E8C0EE}"/>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624">
            <a:extLst>
              <a:ext uri="{FF2B5EF4-FFF2-40B4-BE49-F238E27FC236}">
                <a16:creationId xmlns:a16="http://schemas.microsoft.com/office/drawing/2014/main" id="{6747ABC2-F12A-438D-BA99-16BE357553F8}"/>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625">
            <a:extLst>
              <a:ext uri="{FF2B5EF4-FFF2-40B4-BE49-F238E27FC236}">
                <a16:creationId xmlns:a16="http://schemas.microsoft.com/office/drawing/2014/main" id="{D1944165-E395-43CB-8A7B-12FB925E61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626">
            <a:extLst>
              <a:ext uri="{FF2B5EF4-FFF2-40B4-BE49-F238E27FC236}">
                <a16:creationId xmlns:a16="http://schemas.microsoft.com/office/drawing/2014/main" id="{EE2B3900-8DDE-49C4-9ABA-8E1A64F65314}"/>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627">
            <a:extLst>
              <a:ext uri="{FF2B5EF4-FFF2-40B4-BE49-F238E27FC236}">
                <a16:creationId xmlns:a16="http://schemas.microsoft.com/office/drawing/2014/main" id="{74892FB7-102F-4757-A89D-75E31228B6FC}"/>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628">
            <a:extLst>
              <a:ext uri="{FF2B5EF4-FFF2-40B4-BE49-F238E27FC236}">
                <a16:creationId xmlns:a16="http://schemas.microsoft.com/office/drawing/2014/main" id="{266C0E99-68E7-48A2-B7E4-31383DBB7FCA}"/>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629">
            <a:extLst>
              <a:ext uri="{FF2B5EF4-FFF2-40B4-BE49-F238E27FC236}">
                <a16:creationId xmlns:a16="http://schemas.microsoft.com/office/drawing/2014/main" id="{0A87F283-1805-46FB-A57B-3CBD3839D9B7}"/>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630">
            <a:extLst>
              <a:ext uri="{FF2B5EF4-FFF2-40B4-BE49-F238E27FC236}">
                <a16:creationId xmlns:a16="http://schemas.microsoft.com/office/drawing/2014/main" id="{F093CC86-DE15-4713-9642-36D933114C2D}"/>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631">
            <a:extLst>
              <a:ext uri="{FF2B5EF4-FFF2-40B4-BE49-F238E27FC236}">
                <a16:creationId xmlns:a16="http://schemas.microsoft.com/office/drawing/2014/main" id="{2D4DA69E-D240-45CF-85F3-258F6B6ACF29}"/>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632">
            <a:extLst>
              <a:ext uri="{FF2B5EF4-FFF2-40B4-BE49-F238E27FC236}">
                <a16:creationId xmlns:a16="http://schemas.microsoft.com/office/drawing/2014/main" id="{81E7DF86-3EC7-4E11-A079-A5E53E1A4685}"/>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633">
            <a:extLst>
              <a:ext uri="{FF2B5EF4-FFF2-40B4-BE49-F238E27FC236}">
                <a16:creationId xmlns:a16="http://schemas.microsoft.com/office/drawing/2014/main" id="{4E4EB297-9604-4492-B521-B0E2CD7421CF}"/>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634">
            <a:extLst>
              <a:ext uri="{FF2B5EF4-FFF2-40B4-BE49-F238E27FC236}">
                <a16:creationId xmlns:a16="http://schemas.microsoft.com/office/drawing/2014/main" id="{C3F8089A-F858-4891-8A2A-0AD0B17AC031}"/>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635">
            <a:extLst>
              <a:ext uri="{FF2B5EF4-FFF2-40B4-BE49-F238E27FC236}">
                <a16:creationId xmlns:a16="http://schemas.microsoft.com/office/drawing/2014/main" id="{D08DBF86-E548-4AB4-927F-67E1A88A6893}"/>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636">
            <a:extLst>
              <a:ext uri="{FF2B5EF4-FFF2-40B4-BE49-F238E27FC236}">
                <a16:creationId xmlns:a16="http://schemas.microsoft.com/office/drawing/2014/main" id="{D44ABF75-D81D-4A0D-A09E-5D848EF4D6D0}"/>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637">
            <a:extLst>
              <a:ext uri="{FF2B5EF4-FFF2-40B4-BE49-F238E27FC236}">
                <a16:creationId xmlns:a16="http://schemas.microsoft.com/office/drawing/2014/main" id="{5CF5377C-7C3E-445F-ABFB-572D5F212203}"/>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638">
            <a:extLst>
              <a:ext uri="{FF2B5EF4-FFF2-40B4-BE49-F238E27FC236}">
                <a16:creationId xmlns:a16="http://schemas.microsoft.com/office/drawing/2014/main" id="{759873AB-10BE-445D-84E2-EE2944195F2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639">
            <a:extLst>
              <a:ext uri="{FF2B5EF4-FFF2-40B4-BE49-F238E27FC236}">
                <a16:creationId xmlns:a16="http://schemas.microsoft.com/office/drawing/2014/main" id="{50EE0D8A-5B3D-4BA4-A464-C0020D395165}"/>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640">
            <a:extLst>
              <a:ext uri="{FF2B5EF4-FFF2-40B4-BE49-F238E27FC236}">
                <a16:creationId xmlns:a16="http://schemas.microsoft.com/office/drawing/2014/main" id="{734D4FE0-1A14-49C8-A24B-3B5747D7A909}"/>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641">
            <a:extLst>
              <a:ext uri="{FF2B5EF4-FFF2-40B4-BE49-F238E27FC236}">
                <a16:creationId xmlns:a16="http://schemas.microsoft.com/office/drawing/2014/main" id="{3920CF10-5B81-493D-B895-DE347D7BF5D9}"/>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642">
            <a:extLst>
              <a:ext uri="{FF2B5EF4-FFF2-40B4-BE49-F238E27FC236}">
                <a16:creationId xmlns:a16="http://schemas.microsoft.com/office/drawing/2014/main" id="{C84F5918-F021-497B-A51B-7E71C5E5B6DB}"/>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643">
            <a:extLst>
              <a:ext uri="{FF2B5EF4-FFF2-40B4-BE49-F238E27FC236}">
                <a16:creationId xmlns:a16="http://schemas.microsoft.com/office/drawing/2014/main" id="{A6ACDDC5-FBD7-4692-81EE-60A3E0A40604}"/>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644">
            <a:extLst>
              <a:ext uri="{FF2B5EF4-FFF2-40B4-BE49-F238E27FC236}">
                <a16:creationId xmlns:a16="http://schemas.microsoft.com/office/drawing/2014/main" id="{4DB3C735-A825-4B16-86DD-740B84772C4E}"/>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645">
            <a:extLst>
              <a:ext uri="{FF2B5EF4-FFF2-40B4-BE49-F238E27FC236}">
                <a16:creationId xmlns:a16="http://schemas.microsoft.com/office/drawing/2014/main" id="{41216421-8314-46A7-B511-5A068B8EE2D4}"/>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646">
            <a:extLst>
              <a:ext uri="{FF2B5EF4-FFF2-40B4-BE49-F238E27FC236}">
                <a16:creationId xmlns:a16="http://schemas.microsoft.com/office/drawing/2014/main" id="{E852B508-CF8F-4D46-A03A-70B68EA8500C}"/>
              </a:ext>
            </a:extLst>
          </p:cNvPr>
          <p:cNvSpPr>
            <a:spLocks noGrp="1"/>
          </p:cNvSpPr>
          <p:nvPr/>
        </p:nvSpPr>
        <p:spPr>
          <a:xfrm>
            <a:off x="2724150" y="2095500"/>
            <a:ext cx="1752600" cy="1752600"/>
          </a:xfrm>
          <a:prstGeom prst="rect">
            <a:avLst/>
          </a:prstGeom>
          <a:noFill/>
          <a:ln w="47625">
            <a:solidFill>
              <a:srgbClr val="E58C22"/>
            </a:solidFill>
          </a:ln>
        </p:spPr>
      </p:sp>
      <p:sp>
        <p:nvSpPr>
          <p:cNvPr id="153" name="prose-647">
            <a:extLst>
              <a:ext uri="{FF2B5EF4-FFF2-40B4-BE49-F238E27FC236}">
                <a16:creationId xmlns:a16="http://schemas.microsoft.com/office/drawing/2014/main" id="{88B5E222-9094-4610-B2E7-0E5E0FDC02A3}"/>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(0, 4,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1입니다.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"1"</a:t>
            </a:r>
          </a:p>
        </p:txBody>
      </p:sp>
      <p:sp>
        <p:nvSpPr>
          <p:cNvPr id="154" name="banner-648">
            <a:extLst>
              <a:ext uri="{FF2B5EF4-FFF2-40B4-BE49-F238E27FC236}">
                <a16:creationId xmlns:a16="http://schemas.microsoft.com/office/drawing/2014/main" id="{C3BD98F5-88FC-4ACD-9171-CFF6D0D89D3D}"/>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649">
            <a:extLst>
              <a:ext uri="{FF2B5EF4-FFF2-40B4-BE49-F238E27FC236}">
                <a16:creationId xmlns:a16="http://schemas.microsoft.com/office/drawing/2014/main" id="{E7790B31-9CC1-48EA-A409-2CEFBCA3CD72}"/>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부모가 모은 결과: ( 0 1 ? ? )</a:t>
            </a:r>
          </a:p>
        </p:txBody>
      </p:sp>
      <p:sp>
        <p:nvSpPr>
          <p:cNvPr id="156" name="caption">
            <a:extLst>
              <a:ext uri="{FF2B5EF4-FFF2-40B4-BE49-F238E27FC236}">
                <a16:creationId xmlns:a16="http://schemas.microsoft.com/office/drawing/2014/main" id="{6A26704E-21FD-4C78-A03C-C4607D5E976F}"/>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763499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85D83CE2-3F82-4AE3-B63B-E5438443014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5A0E178A-C08D-416C-89AF-0D9F92D5226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3E15BB3-1281-43C2-89DE-58F15D5549E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좌하: 검은 칸이 있어 다시 나눕니다</a:t>
            </a:r>
          </a:p>
        </p:txBody>
      </p:sp>
      <p:sp>
        <p:nvSpPr>
          <p:cNvPr id="4" name="line-650">
            <a:extLst>
              <a:ext uri="{FF2B5EF4-FFF2-40B4-BE49-F238E27FC236}">
                <a16:creationId xmlns:a16="http://schemas.microsoft.com/office/drawing/2014/main" id="{962879D9-A417-46B7-952C-2A614C42FD3C}"/>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D1879FC-2141-4B1A-B3C4-D1A79A26ED8D}"/>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C68908C-2F12-40AB-A684-C0F5AC394A3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195</a:t>
            </a:r>
            <a:endParaRPr sz="1050" b="0">
              <a:solidFill>
                <a:srgbClr val="151515"/>
              </a:solidFill>
              <a:latin typeface="Consolas"/>
              <a:ea typeface="Consolas"/>
              <a:cs typeface="Consolas"/>
            </a:endParaRPr>
          </a:p>
        </p:txBody>
      </p:sp>
      <p:sp>
        <p:nvSpPr>
          <p:cNvPr id="7" name="pixel-651">
            <a:extLst>
              <a:ext uri="{FF2B5EF4-FFF2-40B4-BE49-F238E27FC236}">
                <a16:creationId xmlns:a16="http://schemas.microsoft.com/office/drawing/2014/main" id="{6790645B-8C28-4253-8B97-02D4FA1F40A2}"/>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652">
            <a:extLst>
              <a:ext uri="{FF2B5EF4-FFF2-40B4-BE49-F238E27FC236}">
                <a16:creationId xmlns:a16="http://schemas.microsoft.com/office/drawing/2014/main" id="{0CBE80DE-A6D9-4A99-90BC-ACDFCDE63A11}"/>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653">
            <a:extLst>
              <a:ext uri="{FF2B5EF4-FFF2-40B4-BE49-F238E27FC236}">
                <a16:creationId xmlns:a16="http://schemas.microsoft.com/office/drawing/2014/main" id="{57593738-DCC8-4911-BE59-8B93DF457939}"/>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654">
            <a:extLst>
              <a:ext uri="{FF2B5EF4-FFF2-40B4-BE49-F238E27FC236}">
                <a16:creationId xmlns:a16="http://schemas.microsoft.com/office/drawing/2014/main" id="{11A3CA31-9529-43B7-B85C-004DBE4369C0}"/>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655">
            <a:extLst>
              <a:ext uri="{FF2B5EF4-FFF2-40B4-BE49-F238E27FC236}">
                <a16:creationId xmlns:a16="http://schemas.microsoft.com/office/drawing/2014/main" id="{CDD52D89-F30F-41FD-B96C-96F3A60751B5}"/>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656">
            <a:extLst>
              <a:ext uri="{FF2B5EF4-FFF2-40B4-BE49-F238E27FC236}">
                <a16:creationId xmlns:a16="http://schemas.microsoft.com/office/drawing/2014/main" id="{C18B0A8C-8C26-41AF-9936-EB9A7B39F269}"/>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657">
            <a:extLst>
              <a:ext uri="{FF2B5EF4-FFF2-40B4-BE49-F238E27FC236}">
                <a16:creationId xmlns:a16="http://schemas.microsoft.com/office/drawing/2014/main" id="{FF43AACF-7840-4411-8CEF-DDA7B06CF453}"/>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658">
            <a:extLst>
              <a:ext uri="{FF2B5EF4-FFF2-40B4-BE49-F238E27FC236}">
                <a16:creationId xmlns:a16="http://schemas.microsoft.com/office/drawing/2014/main" id="{AEC50CA0-F211-414B-8EA8-46290216B46E}"/>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659">
            <a:extLst>
              <a:ext uri="{FF2B5EF4-FFF2-40B4-BE49-F238E27FC236}">
                <a16:creationId xmlns:a16="http://schemas.microsoft.com/office/drawing/2014/main" id="{2EF5A955-324B-498A-BE36-1C3DA3A0F8FC}"/>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660">
            <a:extLst>
              <a:ext uri="{FF2B5EF4-FFF2-40B4-BE49-F238E27FC236}">
                <a16:creationId xmlns:a16="http://schemas.microsoft.com/office/drawing/2014/main" id="{A7A457EC-2357-41AA-826F-51B214F030A7}"/>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661">
            <a:extLst>
              <a:ext uri="{FF2B5EF4-FFF2-40B4-BE49-F238E27FC236}">
                <a16:creationId xmlns:a16="http://schemas.microsoft.com/office/drawing/2014/main" id="{718B2D02-370E-4C36-90EC-10FCAF396DC8}"/>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662">
            <a:extLst>
              <a:ext uri="{FF2B5EF4-FFF2-40B4-BE49-F238E27FC236}">
                <a16:creationId xmlns:a16="http://schemas.microsoft.com/office/drawing/2014/main" id="{39267B6C-3E30-46D0-9F7A-CE947AA1AA1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663">
            <a:extLst>
              <a:ext uri="{FF2B5EF4-FFF2-40B4-BE49-F238E27FC236}">
                <a16:creationId xmlns:a16="http://schemas.microsoft.com/office/drawing/2014/main" id="{4BE69F6B-EAB5-4FC6-8A37-1E6A1F820F11}"/>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664">
            <a:extLst>
              <a:ext uri="{FF2B5EF4-FFF2-40B4-BE49-F238E27FC236}">
                <a16:creationId xmlns:a16="http://schemas.microsoft.com/office/drawing/2014/main" id="{881BA47B-2D2B-4A52-B710-9E6853EF5067}"/>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665">
            <a:extLst>
              <a:ext uri="{FF2B5EF4-FFF2-40B4-BE49-F238E27FC236}">
                <a16:creationId xmlns:a16="http://schemas.microsoft.com/office/drawing/2014/main" id="{8758F4AE-AB4D-4873-9F19-865F3BB9F3DE}"/>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666">
            <a:extLst>
              <a:ext uri="{FF2B5EF4-FFF2-40B4-BE49-F238E27FC236}">
                <a16:creationId xmlns:a16="http://schemas.microsoft.com/office/drawing/2014/main" id="{4ACEEB53-4F7F-434B-88F2-F7F97F8F43C2}"/>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667">
            <a:extLst>
              <a:ext uri="{FF2B5EF4-FFF2-40B4-BE49-F238E27FC236}">
                <a16:creationId xmlns:a16="http://schemas.microsoft.com/office/drawing/2014/main" id="{7E8D7F3A-4963-4613-9711-5B818ACCEBD8}"/>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668">
            <a:extLst>
              <a:ext uri="{FF2B5EF4-FFF2-40B4-BE49-F238E27FC236}">
                <a16:creationId xmlns:a16="http://schemas.microsoft.com/office/drawing/2014/main" id="{34CA9557-D50F-4C25-BF9B-605D56E6BBDF}"/>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669">
            <a:extLst>
              <a:ext uri="{FF2B5EF4-FFF2-40B4-BE49-F238E27FC236}">
                <a16:creationId xmlns:a16="http://schemas.microsoft.com/office/drawing/2014/main" id="{E19FC3F1-BB02-4135-983F-FF262DEA6DA1}"/>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670">
            <a:extLst>
              <a:ext uri="{FF2B5EF4-FFF2-40B4-BE49-F238E27FC236}">
                <a16:creationId xmlns:a16="http://schemas.microsoft.com/office/drawing/2014/main" id="{6C9AFEAB-ECD8-4D92-97A7-219A10BD3064}"/>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671">
            <a:extLst>
              <a:ext uri="{FF2B5EF4-FFF2-40B4-BE49-F238E27FC236}">
                <a16:creationId xmlns:a16="http://schemas.microsoft.com/office/drawing/2014/main" id="{BEA4C4AF-CC23-4F46-8B75-7D257135FFC9}"/>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672">
            <a:extLst>
              <a:ext uri="{FF2B5EF4-FFF2-40B4-BE49-F238E27FC236}">
                <a16:creationId xmlns:a16="http://schemas.microsoft.com/office/drawing/2014/main" id="{452FDF9F-E194-4CE2-B9BC-BF6A3E769C4B}"/>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673">
            <a:extLst>
              <a:ext uri="{FF2B5EF4-FFF2-40B4-BE49-F238E27FC236}">
                <a16:creationId xmlns:a16="http://schemas.microsoft.com/office/drawing/2014/main" id="{556E1667-021A-4026-8507-CB8EDAFF2F3D}"/>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674">
            <a:extLst>
              <a:ext uri="{FF2B5EF4-FFF2-40B4-BE49-F238E27FC236}">
                <a16:creationId xmlns:a16="http://schemas.microsoft.com/office/drawing/2014/main" id="{F8408085-C911-445A-BE98-345A9C520167}"/>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675">
            <a:extLst>
              <a:ext uri="{FF2B5EF4-FFF2-40B4-BE49-F238E27FC236}">
                <a16:creationId xmlns:a16="http://schemas.microsoft.com/office/drawing/2014/main" id="{06AD4B21-6D37-40C1-AF6A-222DCE413CD1}"/>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676">
            <a:extLst>
              <a:ext uri="{FF2B5EF4-FFF2-40B4-BE49-F238E27FC236}">
                <a16:creationId xmlns:a16="http://schemas.microsoft.com/office/drawing/2014/main" id="{C3047D32-80B0-485D-BE72-8E6BB84318E5}"/>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677">
            <a:extLst>
              <a:ext uri="{FF2B5EF4-FFF2-40B4-BE49-F238E27FC236}">
                <a16:creationId xmlns:a16="http://schemas.microsoft.com/office/drawing/2014/main" id="{C2B2C849-6E95-4A63-A407-388CB6208CBD}"/>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678">
            <a:extLst>
              <a:ext uri="{FF2B5EF4-FFF2-40B4-BE49-F238E27FC236}">
                <a16:creationId xmlns:a16="http://schemas.microsoft.com/office/drawing/2014/main" id="{6DA57FF0-F1DD-4B34-9817-81AFB9A45024}"/>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679">
            <a:extLst>
              <a:ext uri="{FF2B5EF4-FFF2-40B4-BE49-F238E27FC236}">
                <a16:creationId xmlns:a16="http://schemas.microsoft.com/office/drawing/2014/main" id="{CA92B428-0505-4DA7-970D-993F660CA8BD}"/>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680">
            <a:extLst>
              <a:ext uri="{FF2B5EF4-FFF2-40B4-BE49-F238E27FC236}">
                <a16:creationId xmlns:a16="http://schemas.microsoft.com/office/drawing/2014/main" id="{66AD1F05-F5FF-4D06-B268-9A94428AC708}"/>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681">
            <a:extLst>
              <a:ext uri="{FF2B5EF4-FFF2-40B4-BE49-F238E27FC236}">
                <a16:creationId xmlns:a16="http://schemas.microsoft.com/office/drawing/2014/main" id="{AFAC096D-C12A-4501-BD23-796EC0111729}"/>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682">
            <a:extLst>
              <a:ext uri="{FF2B5EF4-FFF2-40B4-BE49-F238E27FC236}">
                <a16:creationId xmlns:a16="http://schemas.microsoft.com/office/drawing/2014/main" id="{E8810646-7E3A-49F9-947D-2090FDA13F43}"/>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683">
            <a:extLst>
              <a:ext uri="{FF2B5EF4-FFF2-40B4-BE49-F238E27FC236}">
                <a16:creationId xmlns:a16="http://schemas.microsoft.com/office/drawing/2014/main" id="{6B9CC37C-8582-4477-ADD4-5625D7048F4D}"/>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684">
            <a:extLst>
              <a:ext uri="{FF2B5EF4-FFF2-40B4-BE49-F238E27FC236}">
                <a16:creationId xmlns:a16="http://schemas.microsoft.com/office/drawing/2014/main" id="{181170CB-F6AD-435E-82F5-CD7408BAD4C7}"/>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685">
            <a:extLst>
              <a:ext uri="{FF2B5EF4-FFF2-40B4-BE49-F238E27FC236}">
                <a16:creationId xmlns:a16="http://schemas.microsoft.com/office/drawing/2014/main" id="{FADFA706-E1BF-449B-A6B2-3E6354CD16FD}"/>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686">
            <a:extLst>
              <a:ext uri="{FF2B5EF4-FFF2-40B4-BE49-F238E27FC236}">
                <a16:creationId xmlns:a16="http://schemas.microsoft.com/office/drawing/2014/main" id="{3461D63F-96B1-4C20-B7DE-0ED8D8514195}"/>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687">
            <a:extLst>
              <a:ext uri="{FF2B5EF4-FFF2-40B4-BE49-F238E27FC236}">
                <a16:creationId xmlns:a16="http://schemas.microsoft.com/office/drawing/2014/main" id="{BF314157-1DBC-4D8C-B51C-CE72D24AFFC7}"/>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688">
            <a:extLst>
              <a:ext uri="{FF2B5EF4-FFF2-40B4-BE49-F238E27FC236}">
                <a16:creationId xmlns:a16="http://schemas.microsoft.com/office/drawing/2014/main" id="{A15E8999-C93B-450B-9F53-1D5CB5A135F8}"/>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689">
            <a:extLst>
              <a:ext uri="{FF2B5EF4-FFF2-40B4-BE49-F238E27FC236}">
                <a16:creationId xmlns:a16="http://schemas.microsoft.com/office/drawing/2014/main" id="{01893CC7-4933-45CB-AB4D-01A507566BE1}"/>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690">
            <a:extLst>
              <a:ext uri="{FF2B5EF4-FFF2-40B4-BE49-F238E27FC236}">
                <a16:creationId xmlns:a16="http://schemas.microsoft.com/office/drawing/2014/main" id="{C3816E2B-DB19-4520-B112-F97C38B676EA}"/>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691">
            <a:extLst>
              <a:ext uri="{FF2B5EF4-FFF2-40B4-BE49-F238E27FC236}">
                <a16:creationId xmlns:a16="http://schemas.microsoft.com/office/drawing/2014/main" id="{57B13163-2CDE-4B97-9211-D91F6234355C}"/>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692">
            <a:extLst>
              <a:ext uri="{FF2B5EF4-FFF2-40B4-BE49-F238E27FC236}">
                <a16:creationId xmlns:a16="http://schemas.microsoft.com/office/drawing/2014/main" id="{F9A28A52-A333-4231-9B8F-3B7AD766E22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693">
            <a:extLst>
              <a:ext uri="{FF2B5EF4-FFF2-40B4-BE49-F238E27FC236}">
                <a16:creationId xmlns:a16="http://schemas.microsoft.com/office/drawing/2014/main" id="{318EF106-98AD-4663-A017-89B811DC7C0C}"/>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694">
            <a:extLst>
              <a:ext uri="{FF2B5EF4-FFF2-40B4-BE49-F238E27FC236}">
                <a16:creationId xmlns:a16="http://schemas.microsoft.com/office/drawing/2014/main" id="{0917AF42-B8C6-497F-8981-A2A6596AC91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695">
            <a:extLst>
              <a:ext uri="{FF2B5EF4-FFF2-40B4-BE49-F238E27FC236}">
                <a16:creationId xmlns:a16="http://schemas.microsoft.com/office/drawing/2014/main" id="{38FECD26-3A09-404C-BB28-2468260259C8}"/>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696">
            <a:extLst>
              <a:ext uri="{FF2B5EF4-FFF2-40B4-BE49-F238E27FC236}">
                <a16:creationId xmlns:a16="http://schemas.microsoft.com/office/drawing/2014/main" id="{933B3EA6-06E3-42F6-AEA7-18C9DFBD609C}"/>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697">
            <a:extLst>
              <a:ext uri="{FF2B5EF4-FFF2-40B4-BE49-F238E27FC236}">
                <a16:creationId xmlns:a16="http://schemas.microsoft.com/office/drawing/2014/main" id="{5FC10106-08DB-443C-A93B-32DF7545C258}"/>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698">
            <a:extLst>
              <a:ext uri="{FF2B5EF4-FFF2-40B4-BE49-F238E27FC236}">
                <a16:creationId xmlns:a16="http://schemas.microsoft.com/office/drawing/2014/main" id="{DB806F9B-4CD7-4DBA-A2D0-93F35F19A442}"/>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699">
            <a:extLst>
              <a:ext uri="{FF2B5EF4-FFF2-40B4-BE49-F238E27FC236}">
                <a16:creationId xmlns:a16="http://schemas.microsoft.com/office/drawing/2014/main" id="{B4471C56-128C-4DB9-82E0-856A00CD8260}"/>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700">
            <a:extLst>
              <a:ext uri="{FF2B5EF4-FFF2-40B4-BE49-F238E27FC236}">
                <a16:creationId xmlns:a16="http://schemas.microsoft.com/office/drawing/2014/main" id="{05289BDB-9CC4-482A-9FFA-FD5EDB02E048}"/>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701">
            <a:extLst>
              <a:ext uri="{FF2B5EF4-FFF2-40B4-BE49-F238E27FC236}">
                <a16:creationId xmlns:a16="http://schemas.microsoft.com/office/drawing/2014/main" id="{6235E41D-6217-47CC-8FA6-BD22CF2A4A1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702">
            <a:extLst>
              <a:ext uri="{FF2B5EF4-FFF2-40B4-BE49-F238E27FC236}">
                <a16:creationId xmlns:a16="http://schemas.microsoft.com/office/drawing/2014/main" id="{10C2413D-31B4-4D26-B290-EA0E9EA69AFA}"/>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703">
            <a:extLst>
              <a:ext uri="{FF2B5EF4-FFF2-40B4-BE49-F238E27FC236}">
                <a16:creationId xmlns:a16="http://schemas.microsoft.com/office/drawing/2014/main" id="{1C99726E-DAFB-412A-95E6-F4C1D1AF84AD}"/>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704">
            <a:extLst>
              <a:ext uri="{FF2B5EF4-FFF2-40B4-BE49-F238E27FC236}">
                <a16:creationId xmlns:a16="http://schemas.microsoft.com/office/drawing/2014/main" id="{1C12E951-40F9-45A7-8259-30A12FF998CF}"/>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705">
            <a:extLst>
              <a:ext uri="{FF2B5EF4-FFF2-40B4-BE49-F238E27FC236}">
                <a16:creationId xmlns:a16="http://schemas.microsoft.com/office/drawing/2014/main" id="{04D68A55-79A4-4864-9180-A784349B428E}"/>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706">
            <a:extLst>
              <a:ext uri="{FF2B5EF4-FFF2-40B4-BE49-F238E27FC236}">
                <a16:creationId xmlns:a16="http://schemas.microsoft.com/office/drawing/2014/main" id="{953F4FCB-C030-4AAC-9E71-619F64A1EBC1}"/>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707">
            <a:extLst>
              <a:ext uri="{FF2B5EF4-FFF2-40B4-BE49-F238E27FC236}">
                <a16:creationId xmlns:a16="http://schemas.microsoft.com/office/drawing/2014/main" id="{6EA02D02-F27F-4F7E-B677-55D18C0CDD80}"/>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708">
            <a:extLst>
              <a:ext uri="{FF2B5EF4-FFF2-40B4-BE49-F238E27FC236}">
                <a16:creationId xmlns:a16="http://schemas.microsoft.com/office/drawing/2014/main" id="{C31E4675-DC6D-474A-B22E-28469121D646}"/>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709">
            <a:extLst>
              <a:ext uri="{FF2B5EF4-FFF2-40B4-BE49-F238E27FC236}">
                <a16:creationId xmlns:a16="http://schemas.microsoft.com/office/drawing/2014/main" id="{5A06625E-5C3B-414E-BA86-92A04EECB4C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710">
            <a:extLst>
              <a:ext uri="{FF2B5EF4-FFF2-40B4-BE49-F238E27FC236}">
                <a16:creationId xmlns:a16="http://schemas.microsoft.com/office/drawing/2014/main" id="{76FD0694-7871-4120-8944-21D9782908F5}"/>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711">
            <a:extLst>
              <a:ext uri="{FF2B5EF4-FFF2-40B4-BE49-F238E27FC236}">
                <a16:creationId xmlns:a16="http://schemas.microsoft.com/office/drawing/2014/main" id="{1ECDDC78-3EE4-4B2F-8A5B-45CE80D42420}"/>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712">
            <a:extLst>
              <a:ext uri="{FF2B5EF4-FFF2-40B4-BE49-F238E27FC236}">
                <a16:creationId xmlns:a16="http://schemas.microsoft.com/office/drawing/2014/main" id="{BCB18AB2-D14E-49BD-AC0E-9F2888ACBB62}"/>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713">
            <a:extLst>
              <a:ext uri="{FF2B5EF4-FFF2-40B4-BE49-F238E27FC236}">
                <a16:creationId xmlns:a16="http://schemas.microsoft.com/office/drawing/2014/main" id="{DBE364FC-9555-47D6-9A9B-9FD678AD4EE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714">
            <a:extLst>
              <a:ext uri="{FF2B5EF4-FFF2-40B4-BE49-F238E27FC236}">
                <a16:creationId xmlns:a16="http://schemas.microsoft.com/office/drawing/2014/main" id="{1EB0F06B-A65E-4ECC-948F-1FEE848DFFF5}"/>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715">
            <a:extLst>
              <a:ext uri="{FF2B5EF4-FFF2-40B4-BE49-F238E27FC236}">
                <a16:creationId xmlns:a16="http://schemas.microsoft.com/office/drawing/2014/main" id="{6B47B676-E2F4-4F6D-BFB2-16D54A03AAA1}"/>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716">
            <a:extLst>
              <a:ext uri="{FF2B5EF4-FFF2-40B4-BE49-F238E27FC236}">
                <a16:creationId xmlns:a16="http://schemas.microsoft.com/office/drawing/2014/main" id="{FB265AAE-1DEC-475E-9397-8DABA19E833E}"/>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717">
            <a:extLst>
              <a:ext uri="{FF2B5EF4-FFF2-40B4-BE49-F238E27FC236}">
                <a16:creationId xmlns:a16="http://schemas.microsoft.com/office/drawing/2014/main" id="{D2149FC6-FDE9-4ACB-93E3-A3DAC3CEB322}"/>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718">
            <a:extLst>
              <a:ext uri="{FF2B5EF4-FFF2-40B4-BE49-F238E27FC236}">
                <a16:creationId xmlns:a16="http://schemas.microsoft.com/office/drawing/2014/main" id="{6AD70C0E-16BC-4E80-803B-663DC0DA7E05}"/>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719">
            <a:extLst>
              <a:ext uri="{FF2B5EF4-FFF2-40B4-BE49-F238E27FC236}">
                <a16:creationId xmlns:a16="http://schemas.microsoft.com/office/drawing/2014/main" id="{CD679398-AFB2-4C31-A87A-972FB648FB77}"/>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720">
            <a:extLst>
              <a:ext uri="{FF2B5EF4-FFF2-40B4-BE49-F238E27FC236}">
                <a16:creationId xmlns:a16="http://schemas.microsoft.com/office/drawing/2014/main" id="{27AB1915-07D3-45F0-AF09-7CF983D8BFA2}"/>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721">
            <a:extLst>
              <a:ext uri="{FF2B5EF4-FFF2-40B4-BE49-F238E27FC236}">
                <a16:creationId xmlns:a16="http://schemas.microsoft.com/office/drawing/2014/main" id="{BEFC5B4D-EDD5-46DD-95BE-5DADC5242867}"/>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722">
            <a:extLst>
              <a:ext uri="{FF2B5EF4-FFF2-40B4-BE49-F238E27FC236}">
                <a16:creationId xmlns:a16="http://schemas.microsoft.com/office/drawing/2014/main" id="{7843141B-E678-4790-99DE-4541AEF66E9D}"/>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723">
            <a:extLst>
              <a:ext uri="{FF2B5EF4-FFF2-40B4-BE49-F238E27FC236}">
                <a16:creationId xmlns:a16="http://schemas.microsoft.com/office/drawing/2014/main" id="{FE49CF6B-9D2E-4450-9275-59EABDA5DF4F}"/>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724">
            <a:extLst>
              <a:ext uri="{FF2B5EF4-FFF2-40B4-BE49-F238E27FC236}">
                <a16:creationId xmlns:a16="http://schemas.microsoft.com/office/drawing/2014/main" id="{65CC4799-945B-4E7C-940A-72E09F2AC3BC}"/>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725">
            <a:extLst>
              <a:ext uri="{FF2B5EF4-FFF2-40B4-BE49-F238E27FC236}">
                <a16:creationId xmlns:a16="http://schemas.microsoft.com/office/drawing/2014/main" id="{915B6C1D-B24B-48BF-9888-1F36F300E04A}"/>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726">
            <a:extLst>
              <a:ext uri="{FF2B5EF4-FFF2-40B4-BE49-F238E27FC236}">
                <a16:creationId xmlns:a16="http://schemas.microsoft.com/office/drawing/2014/main" id="{C7980BC0-8AED-4B12-B5E5-6BD1D1C35B33}"/>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727">
            <a:extLst>
              <a:ext uri="{FF2B5EF4-FFF2-40B4-BE49-F238E27FC236}">
                <a16:creationId xmlns:a16="http://schemas.microsoft.com/office/drawing/2014/main" id="{CF37E151-A0A0-45A3-9A61-9C06F68989DF}"/>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728">
            <a:extLst>
              <a:ext uri="{FF2B5EF4-FFF2-40B4-BE49-F238E27FC236}">
                <a16:creationId xmlns:a16="http://schemas.microsoft.com/office/drawing/2014/main" id="{73332BA0-8B69-4EE8-8FDB-C9A53FB5DE0D}"/>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729">
            <a:extLst>
              <a:ext uri="{FF2B5EF4-FFF2-40B4-BE49-F238E27FC236}">
                <a16:creationId xmlns:a16="http://schemas.microsoft.com/office/drawing/2014/main" id="{A02D8450-15ED-4476-949E-7DECFAB3FEB1}"/>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730">
            <a:extLst>
              <a:ext uri="{FF2B5EF4-FFF2-40B4-BE49-F238E27FC236}">
                <a16:creationId xmlns:a16="http://schemas.microsoft.com/office/drawing/2014/main" id="{537A4D06-6D47-4B56-9F80-C791CF21AD00}"/>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731">
            <a:extLst>
              <a:ext uri="{FF2B5EF4-FFF2-40B4-BE49-F238E27FC236}">
                <a16:creationId xmlns:a16="http://schemas.microsoft.com/office/drawing/2014/main" id="{4085A21B-AF54-4CC4-A988-9A536E9D1FA4}"/>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732">
            <a:extLst>
              <a:ext uri="{FF2B5EF4-FFF2-40B4-BE49-F238E27FC236}">
                <a16:creationId xmlns:a16="http://schemas.microsoft.com/office/drawing/2014/main" id="{ADDBAFA0-712A-4E26-8A46-9C35C5833D6F}"/>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733">
            <a:extLst>
              <a:ext uri="{FF2B5EF4-FFF2-40B4-BE49-F238E27FC236}">
                <a16:creationId xmlns:a16="http://schemas.microsoft.com/office/drawing/2014/main" id="{075BA830-B04F-4ADF-B4F6-94C70E9469A0}"/>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734">
            <a:extLst>
              <a:ext uri="{FF2B5EF4-FFF2-40B4-BE49-F238E27FC236}">
                <a16:creationId xmlns:a16="http://schemas.microsoft.com/office/drawing/2014/main" id="{65A18287-81AE-47B0-B00D-1B66C2FC778D}"/>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735">
            <a:extLst>
              <a:ext uri="{FF2B5EF4-FFF2-40B4-BE49-F238E27FC236}">
                <a16:creationId xmlns:a16="http://schemas.microsoft.com/office/drawing/2014/main" id="{32C6761C-D00B-4375-99F6-D66B45298C02}"/>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736">
            <a:extLst>
              <a:ext uri="{FF2B5EF4-FFF2-40B4-BE49-F238E27FC236}">
                <a16:creationId xmlns:a16="http://schemas.microsoft.com/office/drawing/2014/main" id="{FFCA97EF-1663-4EFB-B17B-A5EF75A3AD64}"/>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737">
            <a:extLst>
              <a:ext uri="{FF2B5EF4-FFF2-40B4-BE49-F238E27FC236}">
                <a16:creationId xmlns:a16="http://schemas.microsoft.com/office/drawing/2014/main" id="{D4D96EA2-0E07-4F74-BB1F-94BF6879D980}"/>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738">
            <a:extLst>
              <a:ext uri="{FF2B5EF4-FFF2-40B4-BE49-F238E27FC236}">
                <a16:creationId xmlns:a16="http://schemas.microsoft.com/office/drawing/2014/main" id="{4AAADD5A-B81A-4325-A9ED-E67650FB1BE2}"/>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739">
            <a:extLst>
              <a:ext uri="{FF2B5EF4-FFF2-40B4-BE49-F238E27FC236}">
                <a16:creationId xmlns:a16="http://schemas.microsoft.com/office/drawing/2014/main" id="{BFAE000F-F067-4F41-8DA3-13BD1FDC4B30}"/>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740">
            <a:extLst>
              <a:ext uri="{FF2B5EF4-FFF2-40B4-BE49-F238E27FC236}">
                <a16:creationId xmlns:a16="http://schemas.microsoft.com/office/drawing/2014/main" id="{21F3F857-21D3-4190-9B79-48CA58EA1BAB}"/>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741">
            <a:extLst>
              <a:ext uri="{FF2B5EF4-FFF2-40B4-BE49-F238E27FC236}">
                <a16:creationId xmlns:a16="http://schemas.microsoft.com/office/drawing/2014/main" id="{90DEE142-268B-49B5-9A09-4DBEEB2BB621}"/>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742">
            <a:extLst>
              <a:ext uri="{FF2B5EF4-FFF2-40B4-BE49-F238E27FC236}">
                <a16:creationId xmlns:a16="http://schemas.microsoft.com/office/drawing/2014/main" id="{BAB71967-9AFA-4664-9029-A697A01D0F4C}"/>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743">
            <a:extLst>
              <a:ext uri="{FF2B5EF4-FFF2-40B4-BE49-F238E27FC236}">
                <a16:creationId xmlns:a16="http://schemas.microsoft.com/office/drawing/2014/main" id="{94C5BD77-A59A-49F7-A89D-BFD28CCEF9A6}"/>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744">
            <a:extLst>
              <a:ext uri="{FF2B5EF4-FFF2-40B4-BE49-F238E27FC236}">
                <a16:creationId xmlns:a16="http://schemas.microsoft.com/office/drawing/2014/main" id="{35CA998F-47F8-4748-8AEF-960E3F5A0126}"/>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745">
            <a:extLst>
              <a:ext uri="{FF2B5EF4-FFF2-40B4-BE49-F238E27FC236}">
                <a16:creationId xmlns:a16="http://schemas.microsoft.com/office/drawing/2014/main" id="{7385C24A-6347-4EBE-945E-E3A9D7D04020}"/>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746">
            <a:extLst>
              <a:ext uri="{FF2B5EF4-FFF2-40B4-BE49-F238E27FC236}">
                <a16:creationId xmlns:a16="http://schemas.microsoft.com/office/drawing/2014/main" id="{4B215A6F-AE16-4ECB-B786-C364247C8348}"/>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747">
            <a:extLst>
              <a:ext uri="{FF2B5EF4-FFF2-40B4-BE49-F238E27FC236}">
                <a16:creationId xmlns:a16="http://schemas.microsoft.com/office/drawing/2014/main" id="{E37DA615-3657-468B-9D72-AA5D4B6ED97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748">
            <a:extLst>
              <a:ext uri="{FF2B5EF4-FFF2-40B4-BE49-F238E27FC236}">
                <a16:creationId xmlns:a16="http://schemas.microsoft.com/office/drawing/2014/main" id="{72709973-34DE-4E82-A036-795BD3FAC2E5}"/>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749">
            <a:extLst>
              <a:ext uri="{FF2B5EF4-FFF2-40B4-BE49-F238E27FC236}">
                <a16:creationId xmlns:a16="http://schemas.microsoft.com/office/drawing/2014/main" id="{BD529BFC-184C-4AD3-8229-A59A6242769D}"/>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750">
            <a:extLst>
              <a:ext uri="{FF2B5EF4-FFF2-40B4-BE49-F238E27FC236}">
                <a16:creationId xmlns:a16="http://schemas.microsoft.com/office/drawing/2014/main" id="{AE939501-CEEB-4A7E-A422-50D6C158F454}"/>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751">
            <a:extLst>
              <a:ext uri="{FF2B5EF4-FFF2-40B4-BE49-F238E27FC236}">
                <a16:creationId xmlns:a16="http://schemas.microsoft.com/office/drawing/2014/main" id="{412D278D-F207-4EC6-84C7-7B5FD1D26375}"/>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752">
            <a:extLst>
              <a:ext uri="{FF2B5EF4-FFF2-40B4-BE49-F238E27FC236}">
                <a16:creationId xmlns:a16="http://schemas.microsoft.com/office/drawing/2014/main" id="{3D50C809-5EA9-4666-A5E2-0B820F5C57DD}"/>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753">
            <a:extLst>
              <a:ext uri="{FF2B5EF4-FFF2-40B4-BE49-F238E27FC236}">
                <a16:creationId xmlns:a16="http://schemas.microsoft.com/office/drawing/2014/main" id="{4CD0379A-AEEE-40E6-A85D-AC0192BFD41D}"/>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754">
            <a:extLst>
              <a:ext uri="{FF2B5EF4-FFF2-40B4-BE49-F238E27FC236}">
                <a16:creationId xmlns:a16="http://schemas.microsoft.com/office/drawing/2014/main" id="{6704649D-DE02-43D6-8451-EF1F95BA78AB}"/>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755">
            <a:extLst>
              <a:ext uri="{FF2B5EF4-FFF2-40B4-BE49-F238E27FC236}">
                <a16:creationId xmlns:a16="http://schemas.microsoft.com/office/drawing/2014/main" id="{9B201BBD-7A89-4596-BD83-1333C1897B7D}"/>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756">
            <a:extLst>
              <a:ext uri="{FF2B5EF4-FFF2-40B4-BE49-F238E27FC236}">
                <a16:creationId xmlns:a16="http://schemas.microsoft.com/office/drawing/2014/main" id="{FF682043-3BBA-4391-9683-4534FE546F32}"/>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757">
            <a:extLst>
              <a:ext uri="{FF2B5EF4-FFF2-40B4-BE49-F238E27FC236}">
                <a16:creationId xmlns:a16="http://schemas.microsoft.com/office/drawing/2014/main" id="{3898D81B-90EA-489E-99B0-945930DB7731}"/>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758">
            <a:extLst>
              <a:ext uri="{FF2B5EF4-FFF2-40B4-BE49-F238E27FC236}">
                <a16:creationId xmlns:a16="http://schemas.microsoft.com/office/drawing/2014/main" id="{5BEF73BB-82EF-4E9C-B289-A096CBAD4211}"/>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759">
            <a:extLst>
              <a:ext uri="{FF2B5EF4-FFF2-40B4-BE49-F238E27FC236}">
                <a16:creationId xmlns:a16="http://schemas.microsoft.com/office/drawing/2014/main" id="{F5A46F31-DF3B-440A-8095-A4AC89494BE5}"/>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760">
            <a:extLst>
              <a:ext uri="{FF2B5EF4-FFF2-40B4-BE49-F238E27FC236}">
                <a16:creationId xmlns:a16="http://schemas.microsoft.com/office/drawing/2014/main" id="{B7B45294-5796-4AEF-A2B5-682E5A19572C}"/>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761">
            <a:extLst>
              <a:ext uri="{FF2B5EF4-FFF2-40B4-BE49-F238E27FC236}">
                <a16:creationId xmlns:a16="http://schemas.microsoft.com/office/drawing/2014/main" id="{185FF981-34A4-46D1-BA54-739D8D864835}"/>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762">
            <a:extLst>
              <a:ext uri="{FF2B5EF4-FFF2-40B4-BE49-F238E27FC236}">
                <a16:creationId xmlns:a16="http://schemas.microsoft.com/office/drawing/2014/main" id="{674DF4BE-D4F8-44F9-B8A0-3237D0A84B23}"/>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763">
            <a:extLst>
              <a:ext uri="{FF2B5EF4-FFF2-40B4-BE49-F238E27FC236}">
                <a16:creationId xmlns:a16="http://schemas.microsoft.com/office/drawing/2014/main" id="{B4B116FC-27D8-4FC8-BB29-709DCDCB9DE8}"/>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764">
            <a:extLst>
              <a:ext uri="{FF2B5EF4-FFF2-40B4-BE49-F238E27FC236}">
                <a16:creationId xmlns:a16="http://schemas.microsoft.com/office/drawing/2014/main" id="{63F507E8-17DE-4371-8EA6-A612E363D8D9}"/>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765">
            <a:extLst>
              <a:ext uri="{FF2B5EF4-FFF2-40B4-BE49-F238E27FC236}">
                <a16:creationId xmlns:a16="http://schemas.microsoft.com/office/drawing/2014/main" id="{14D026EA-BE80-4D42-8DBD-A0B1E6F38B1F}"/>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766">
            <a:extLst>
              <a:ext uri="{FF2B5EF4-FFF2-40B4-BE49-F238E27FC236}">
                <a16:creationId xmlns:a16="http://schemas.microsoft.com/office/drawing/2014/main" id="{35DDD749-3A56-4106-A755-DEF391A6E1B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767">
            <a:extLst>
              <a:ext uri="{FF2B5EF4-FFF2-40B4-BE49-F238E27FC236}">
                <a16:creationId xmlns:a16="http://schemas.microsoft.com/office/drawing/2014/main" id="{633CE383-2C48-4490-BD35-91DB7BC53381}"/>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768">
            <a:extLst>
              <a:ext uri="{FF2B5EF4-FFF2-40B4-BE49-F238E27FC236}">
                <a16:creationId xmlns:a16="http://schemas.microsoft.com/office/drawing/2014/main" id="{6E7B8414-2874-4D93-AB05-8052C9B2B8A5}"/>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769">
            <a:extLst>
              <a:ext uri="{FF2B5EF4-FFF2-40B4-BE49-F238E27FC236}">
                <a16:creationId xmlns:a16="http://schemas.microsoft.com/office/drawing/2014/main" id="{2A6D4559-0168-4860-91C6-7BAA029FE880}"/>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770">
            <a:extLst>
              <a:ext uri="{FF2B5EF4-FFF2-40B4-BE49-F238E27FC236}">
                <a16:creationId xmlns:a16="http://schemas.microsoft.com/office/drawing/2014/main" id="{A219529C-AD5A-46EE-B0F8-268F7D4152FB}"/>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771">
            <a:extLst>
              <a:ext uri="{FF2B5EF4-FFF2-40B4-BE49-F238E27FC236}">
                <a16:creationId xmlns:a16="http://schemas.microsoft.com/office/drawing/2014/main" id="{C0268E73-E462-4EE5-94EA-953E3612333A}"/>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772">
            <a:extLst>
              <a:ext uri="{FF2B5EF4-FFF2-40B4-BE49-F238E27FC236}">
                <a16:creationId xmlns:a16="http://schemas.microsoft.com/office/drawing/2014/main" id="{94379D2B-7364-4107-AC49-04A5DA673B03}"/>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773">
            <a:extLst>
              <a:ext uri="{FF2B5EF4-FFF2-40B4-BE49-F238E27FC236}">
                <a16:creationId xmlns:a16="http://schemas.microsoft.com/office/drawing/2014/main" id="{0B0D8840-D2AB-4BC7-A19E-01CDEF38276F}"/>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774">
            <a:extLst>
              <a:ext uri="{FF2B5EF4-FFF2-40B4-BE49-F238E27FC236}">
                <a16:creationId xmlns:a16="http://schemas.microsoft.com/office/drawing/2014/main" id="{470C9CE9-3B37-4D10-9680-8BF68C178B1A}"/>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775">
            <a:extLst>
              <a:ext uri="{FF2B5EF4-FFF2-40B4-BE49-F238E27FC236}">
                <a16:creationId xmlns:a16="http://schemas.microsoft.com/office/drawing/2014/main" id="{E18927E4-4A8F-4E17-B070-729F13CF20C6}"/>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776">
            <a:extLst>
              <a:ext uri="{FF2B5EF4-FFF2-40B4-BE49-F238E27FC236}">
                <a16:creationId xmlns:a16="http://schemas.microsoft.com/office/drawing/2014/main" id="{6DAE38BF-3CE0-476D-8F76-50F78979F93E}"/>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777">
            <a:extLst>
              <a:ext uri="{FF2B5EF4-FFF2-40B4-BE49-F238E27FC236}">
                <a16:creationId xmlns:a16="http://schemas.microsoft.com/office/drawing/2014/main" id="{32AF1272-D213-4670-8D74-FCC22C1FC3E7}"/>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778">
            <a:extLst>
              <a:ext uri="{FF2B5EF4-FFF2-40B4-BE49-F238E27FC236}">
                <a16:creationId xmlns:a16="http://schemas.microsoft.com/office/drawing/2014/main" id="{5503E7DA-4225-43D8-9389-68B4F3B80DBF}"/>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779">
            <a:extLst>
              <a:ext uri="{FF2B5EF4-FFF2-40B4-BE49-F238E27FC236}">
                <a16:creationId xmlns:a16="http://schemas.microsoft.com/office/drawing/2014/main" id="{7E492B6C-F0AE-4E8E-BE8D-E2DA20367C7A}"/>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780">
            <a:extLst>
              <a:ext uri="{FF2B5EF4-FFF2-40B4-BE49-F238E27FC236}">
                <a16:creationId xmlns:a16="http://schemas.microsoft.com/office/drawing/2014/main" id="{5B672819-DF98-403F-AEBC-17DCF3209EA7}"/>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781">
            <a:extLst>
              <a:ext uri="{FF2B5EF4-FFF2-40B4-BE49-F238E27FC236}">
                <a16:creationId xmlns:a16="http://schemas.microsoft.com/office/drawing/2014/main" id="{1EAC10CD-20DB-4317-AF23-4B5663EA5FA7}"/>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782">
            <a:extLst>
              <a:ext uri="{FF2B5EF4-FFF2-40B4-BE49-F238E27FC236}">
                <a16:creationId xmlns:a16="http://schemas.microsoft.com/office/drawing/2014/main" id="{9FF57685-FDB2-4B7D-9D28-739517E5A4E4}"/>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783">
            <a:extLst>
              <a:ext uri="{FF2B5EF4-FFF2-40B4-BE49-F238E27FC236}">
                <a16:creationId xmlns:a16="http://schemas.microsoft.com/office/drawing/2014/main" id="{51C28A56-87A7-4664-BA5B-E923760B686C}"/>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784">
            <a:extLst>
              <a:ext uri="{FF2B5EF4-FFF2-40B4-BE49-F238E27FC236}">
                <a16:creationId xmlns:a16="http://schemas.microsoft.com/office/drawing/2014/main" id="{FE66D9BA-FCEA-456C-8710-1E283CAF0A28}"/>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785">
            <a:extLst>
              <a:ext uri="{FF2B5EF4-FFF2-40B4-BE49-F238E27FC236}">
                <a16:creationId xmlns:a16="http://schemas.microsoft.com/office/drawing/2014/main" id="{F90B5882-C9E8-4D43-B074-937DA8F6D739}"/>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786">
            <a:extLst>
              <a:ext uri="{FF2B5EF4-FFF2-40B4-BE49-F238E27FC236}">
                <a16:creationId xmlns:a16="http://schemas.microsoft.com/office/drawing/2014/main" id="{4BE89821-470B-4E87-9DA6-C4E6465B5DD4}"/>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787">
            <a:extLst>
              <a:ext uri="{FF2B5EF4-FFF2-40B4-BE49-F238E27FC236}">
                <a16:creationId xmlns:a16="http://schemas.microsoft.com/office/drawing/2014/main" id="{E706F4E9-0192-4363-93C4-4D0AE0C5F574}"/>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788">
            <a:extLst>
              <a:ext uri="{FF2B5EF4-FFF2-40B4-BE49-F238E27FC236}">
                <a16:creationId xmlns:a16="http://schemas.microsoft.com/office/drawing/2014/main" id="{B1F59695-3B9C-4A83-BB06-18C6F9D84A7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789">
            <a:extLst>
              <a:ext uri="{FF2B5EF4-FFF2-40B4-BE49-F238E27FC236}">
                <a16:creationId xmlns:a16="http://schemas.microsoft.com/office/drawing/2014/main" id="{9D616852-D067-442A-8AA1-41F2616F9700}"/>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790">
            <a:extLst>
              <a:ext uri="{FF2B5EF4-FFF2-40B4-BE49-F238E27FC236}">
                <a16:creationId xmlns:a16="http://schemas.microsoft.com/office/drawing/2014/main" id="{60A8BFBD-FF91-40A6-8C93-92BB2265B712}"/>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791">
            <a:extLst>
              <a:ext uri="{FF2B5EF4-FFF2-40B4-BE49-F238E27FC236}">
                <a16:creationId xmlns:a16="http://schemas.microsoft.com/office/drawing/2014/main" id="{4EA8350E-558E-426F-9145-A3D1C159BC18}"/>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792">
            <a:extLst>
              <a:ext uri="{FF2B5EF4-FFF2-40B4-BE49-F238E27FC236}">
                <a16:creationId xmlns:a16="http://schemas.microsoft.com/office/drawing/2014/main" id="{B1E7033D-4DF8-4B93-9056-0AD8C876D069}"/>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793">
            <a:extLst>
              <a:ext uri="{FF2B5EF4-FFF2-40B4-BE49-F238E27FC236}">
                <a16:creationId xmlns:a16="http://schemas.microsoft.com/office/drawing/2014/main" id="{635C0D7F-8094-46EE-9566-3F5B2DBDA6A7}"/>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794">
            <a:extLst>
              <a:ext uri="{FF2B5EF4-FFF2-40B4-BE49-F238E27FC236}">
                <a16:creationId xmlns:a16="http://schemas.microsoft.com/office/drawing/2014/main" id="{2311088A-BD61-4713-B8E1-46BEB1122770}"/>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795">
            <a:extLst>
              <a:ext uri="{FF2B5EF4-FFF2-40B4-BE49-F238E27FC236}">
                <a16:creationId xmlns:a16="http://schemas.microsoft.com/office/drawing/2014/main" id="{D6A4F289-807D-4051-BDB6-F3D122AC1827}"/>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796">
            <a:extLst>
              <a:ext uri="{FF2B5EF4-FFF2-40B4-BE49-F238E27FC236}">
                <a16:creationId xmlns:a16="http://schemas.microsoft.com/office/drawing/2014/main" id="{7BF30EE3-1935-4E34-9D1E-0B6E7BD401F3}"/>
              </a:ext>
            </a:extLst>
          </p:cNvPr>
          <p:cNvSpPr>
            <a:spLocks noGrp="1"/>
          </p:cNvSpPr>
          <p:nvPr/>
        </p:nvSpPr>
        <p:spPr>
          <a:xfrm>
            <a:off x="971550" y="3848100"/>
            <a:ext cx="1752600" cy="1752600"/>
          </a:xfrm>
          <a:prstGeom prst="rect">
            <a:avLst/>
          </a:prstGeom>
          <a:noFill/>
          <a:ln w="47625">
            <a:solidFill>
              <a:srgbClr val="E58C22"/>
            </a:solidFill>
          </a:ln>
        </p:spPr>
      </p:sp>
      <p:sp>
        <p:nvSpPr>
          <p:cNvPr id="153" name="prose-797">
            <a:extLst>
              <a:ext uri="{FF2B5EF4-FFF2-40B4-BE49-F238E27FC236}">
                <a16:creationId xmlns:a16="http://schemas.microsoft.com/office/drawing/2014/main" id="{D30CF5F2-65C9-4602-A8AA-8310FB91FB4A}"/>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0,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행 5, 열 1의 값이 1입니다.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다른 칸은 0 → 혼합입니다.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다시 크기 2의 네 영역으로 분할</a:t>
            </a:r>
          </a:p>
        </p:txBody>
      </p:sp>
      <p:sp>
        <p:nvSpPr>
          <p:cNvPr id="154" name="banner-798">
            <a:extLst>
              <a:ext uri="{FF2B5EF4-FFF2-40B4-BE49-F238E27FC236}">
                <a16:creationId xmlns:a16="http://schemas.microsoft.com/office/drawing/2014/main" id="{8496966B-A179-4EC0-AC8C-90C99EECB63A}"/>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799">
            <a:extLst>
              <a:ext uri="{FF2B5EF4-FFF2-40B4-BE49-F238E27FC236}">
                <a16:creationId xmlns:a16="http://schemas.microsoft.com/office/drawing/2014/main" id="{65B935F4-39E2-4EB1-96D5-0122363E5AA4}"/>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루트는 좌하의 결과를 기다립니다.</a:t>
            </a:r>
          </a:p>
        </p:txBody>
      </p:sp>
      <p:sp>
        <p:nvSpPr>
          <p:cNvPr id="156" name="caption">
            <a:extLst>
              <a:ext uri="{FF2B5EF4-FFF2-40B4-BE49-F238E27FC236}">
                <a16:creationId xmlns:a16="http://schemas.microsoft.com/office/drawing/2014/main" id="{36EBB69B-8EA8-4D85-9F33-187986FE9717}"/>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4101419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section">
            <a:extLst>
              <a:ext uri="{FF2B5EF4-FFF2-40B4-BE49-F238E27FC236}">
                <a16:creationId xmlns:a16="http://schemas.microsoft.com/office/drawing/2014/main" id="{00F3DC0F-6AC6-40EE-BAD6-489BA4B7255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02F3E1D-538A-44DC-A328-B941247F51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2CAE2F9-91DC-407D-988B-B7C8D1EAECB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좌하의 네 부분: 첫 2×2만 혼합입니다</a:t>
            </a:r>
          </a:p>
        </p:txBody>
      </p:sp>
      <p:sp>
        <p:nvSpPr>
          <p:cNvPr id="4" name="line-800">
            <a:extLst>
              <a:ext uri="{FF2B5EF4-FFF2-40B4-BE49-F238E27FC236}">
                <a16:creationId xmlns:a16="http://schemas.microsoft.com/office/drawing/2014/main" id="{339EC23F-1360-4847-8569-D1C4A715567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5716E340-1C9D-4760-8F0E-1C3B4E9198F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3530BDA-A58C-49DB-8A9A-3573BF59E4D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196</a:t>
            </a:r>
            <a:endParaRPr sz="1050" b="0">
              <a:solidFill>
                <a:srgbClr val="151515"/>
              </a:solidFill>
              <a:latin typeface="Consolas"/>
              <a:ea typeface="Consolas"/>
              <a:cs typeface="Consolas"/>
            </a:endParaRPr>
          </a:p>
        </p:txBody>
      </p:sp>
      <p:sp>
        <p:nvSpPr>
          <p:cNvPr id="7" name="pixel-801">
            <a:extLst>
              <a:ext uri="{FF2B5EF4-FFF2-40B4-BE49-F238E27FC236}">
                <a16:creationId xmlns:a16="http://schemas.microsoft.com/office/drawing/2014/main" id="{6A6BB671-1AF0-4872-BB85-1A0842115F0B}"/>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802">
            <a:extLst>
              <a:ext uri="{FF2B5EF4-FFF2-40B4-BE49-F238E27FC236}">
                <a16:creationId xmlns:a16="http://schemas.microsoft.com/office/drawing/2014/main" id="{2A01A72F-9805-4DCC-B73D-2BC8C249D9FF}"/>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03">
            <a:extLst>
              <a:ext uri="{FF2B5EF4-FFF2-40B4-BE49-F238E27FC236}">
                <a16:creationId xmlns:a16="http://schemas.microsoft.com/office/drawing/2014/main" id="{A2C995EF-C781-43C4-A0FF-50FB16B0A6DF}"/>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804">
            <a:extLst>
              <a:ext uri="{FF2B5EF4-FFF2-40B4-BE49-F238E27FC236}">
                <a16:creationId xmlns:a16="http://schemas.microsoft.com/office/drawing/2014/main" id="{3F668099-C0E3-4C00-9B0B-A9597FBA4DA8}"/>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05">
            <a:extLst>
              <a:ext uri="{FF2B5EF4-FFF2-40B4-BE49-F238E27FC236}">
                <a16:creationId xmlns:a16="http://schemas.microsoft.com/office/drawing/2014/main" id="{07051AEA-7B5C-4924-A038-2C734E871210}"/>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806">
            <a:extLst>
              <a:ext uri="{FF2B5EF4-FFF2-40B4-BE49-F238E27FC236}">
                <a16:creationId xmlns:a16="http://schemas.microsoft.com/office/drawing/2014/main" id="{31A25E10-38E7-40A3-A7A9-6E752BEFD30D}"/>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07">
            <a:extLst>
              <a:ext uri="{FF2B5EF4-FFF2-40B4-BE49-F238E27FC236}">
                <a16:creationId xmlns:a16="http://schemas.microsoft.com/office/drawing/2014/main" id="{7ED63D41-A3CE-4194-BF46-AA7D1580A9A8}"/>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808">
            <a:extLst>
              <a:ext uri="{FF2B5EF4-FFF2-40B4-BE49-F238E27FC236}">
                <a16:creationId xmlns:a16="http://schemas.microsoft.com/office/drawing/2014/main" id="{7A19F417-A0E4-4772-AA30-FD6FFC393A34}"/>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809">
            <a:extLst>
              <a:ext uri="{FF2B5EF4-FFF2-40B4-BE49-F238E27FC236}">
                <a16:creationId xmlns:a16="http://schemas.microsoft.com/office/drawing/2014/main" id="{D25AC3E0-39C7-4214-B77F-0E0DBE9E204A}"/>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810">
            <a:extLst>
              <a:ext uri="{FF2B5EF4-FFF2-40B4-BE49-F238E27FC236}">
                <a16:creationId xmlns:a16="http://schemas.microsoft.com/office/drawing/2014/main" id="{AF381C45-FCA9-4F1C-9CAF-6C7DA0FC24D5}"/>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811">
            <a:extLst>
              <a:ext uri="{FF2B5EF4-FFF2-40B4-BE49-F238E27FC236}">
                <a16:creationId xmlns:a16="http://schemas.microsoft.com/office/drawing/2014/main" id="{5C6D31EE-42B3-4EAA-B053-783FD230CCA6}"/>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812">
            <a:extLst>
              <a:ext uri="{FF2B5EF4-FFF2-40B4-BE49-F238E27FC236}">
                <a16:creationId xmlns:a16="http://schemas.microsoft.com/office/drawing/2014/main" id="{577E095D-209C-4169-B37D-CE536C82A84A}"/>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813">
            <a:extLst>
              <a:ext uri="{FF2B5EF4-FFF2-40B4-BE49-F238E27FC236}">
                <a16:creationId xmlns:a16="http://schemas.microsoft.com/office/drawing/2014/main" id="{C7BBEF4B-58E8-410B-A1E4-3598721A2E3B}"/>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814">
            <a:extLst>
              <a:ext uri="{FF2B5EF4-FFF2-40B4-BE49-F238E27FC236}">
                <a16:creationId xmlns:a16="http://schemas.microsoft.com/office/drawing/2014/main" id="{5FF17C54-A912-443C-ADC0-BBEF77F5BA82}"/>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815">
            <a:extLst>
              <a:ext uri="{FF2B5EF4-FFF2-40B4-BE49-F238E27FC236}">
                <a16:creationId xmlns:a16="http://schemas.microsoft.com/office/drawing/2014/main" id="{A43DAA2E-7B33-41FA-BD64-0BC5036D3DD5}"/>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816">
            <a:extLst>
              <a:ext uri="{FF2B5EF4-FFF2-40B4-BE49-F238E27FC236}">
                <a16:creationId xmlns:a16="http://schemas.microsoft.com/office/drawing/2014/main" id="{EFA49C71-163C-4B05-8CA0-E2BA60D20729}"/>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817">
            <a:extLst>
              <a:ext uri="{FF2B5EF4-FFF2-40B4-BE49-F238E27FC236}">
                <a16:creationId xmlns:a16="http://schemas.microsoft.com/office/drawing/2014/main" id="{AF8105FC-1D3D-4329-A4D7-195F98098321}"/>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818">
            <a:extLst>
              <a:ext uri="{FF2B5EF4-FFF2-40B4-BE49-F238E27FC236}">
                <a16:creationId xmlns:a16="http://schemas.microsoft.com/office/drawing/2014/main" id="{41FA8E7B-EE8C-4369-ACEF-C15309D047BF}"/>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819">
            <a:extLst>
              <a:ext uri="{FF2B5EF4-FFF2-40B4-BE49-F238E27FC236}">
                <a16:creationId xmlns:a16="http://schemas.microsoft.com/office/drawing/2014/main" id="{DEFA42C8-4A78-448D-8B23-BE0C22AA5A83}"/>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820">
            <a:extLst>
              <a:ext uri="{FF2B5EF4-FFF2-40B4-BE49-F238E27FC236}">
                <a16:creationId xmlns:a16="http://schemas.microsoft.com/office/drawing/2014/main" id="{64A3C312-AFC0-4ABD-B80E-F05F450CEEB9}"/>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821">
            <a:extLst>
              <a:ext uri="{FF2B5EF4-FFF2-40B4-BE49-F238E27FC236}">
                <a16:creationId xmlns:a16="http://schemas.microsoft.com/office/drawing/2014/main" id="{0E1B6097-D8D3-483C-B09D-08F1239581A9}"/>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822">
            <a:extLst>
              <a:ext uri="{FF2B5EF4-FFF2-40B4-BE49-F238E27FC236}">
                <a16:creationId xmlns:a16="http://schemas.microsoft.com/office/drawing/2014/main" id="{707E9464-9A3E-49CD-965F-AF564A848106}"/>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823">
            <a:extLst>
              <a:ext uri="{FF2B5EF4-FFF2-40B4-BE49-F238E27FC236}">
                <a16:creationId xmlns:a16="http://schemas.microsoft.com/office/drawing/2014/main" id="{D3F1DF6D-8B3B-4C5C-B696-DA323DC99755}"/>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824">
            <a:extLst>
              <a:ext uri="{FF2B5EF4-FFF2-40B4-BE49-F238E27FC236}">
                <a16:creationId xmlns:a16="http://schemas.microsoft.com/office/drawing/2014/main" id="{7A6F7F1F-DE90-40B3-A1C8-D950C9957901}"/>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825">
            <a:extLst>
              <a:ext uri="{FF2B5EF4-FFF2-40B4-BE49-F238E27FC236}">
                <a16:creationId xmlns:a16="http://schemas.microsoft.com/office/drawing/2014/main" id="{59A7D87C-E80B-418C-834C-1F61C3D80746}"/>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826">
            <a:extLst>
              <a:ext uri="{FF2B5EF4-FFF2-40B4-BE49-F238E27FC236}">
                <a16:creationId xmlns:a16="http://schemas.microsoft.com/office/drawing/2014/main" id="{4E944637-61DB-4424-8841-BA2722B04917}"/>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827">
            <a:extLst>
              <a:ext uri="{FF2B5EF4-FFF2-40B4-BE49-F238E27FC236}">
                <a16:creationId xmlns:a16="http://schemas.microsoft.com/office/drawing/2014/main" id="{257E0102-73D7-4F16-95CC-6981ED0B0DC7}"/>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828">
            <a:extLst>
              <a:ext uri="{FF2B5EF4-FFF2-40B4-BE49-F238E27FC236}">
                <a16:creationId xmlns:a16="http://schemas.microsoft.com/office/drawing/2014/main" id="{B3C6250B-BAA2-4B3E-A33A-2A7E2ACDB21B}"/>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829">
            <a:extLst>
              <a:ext uri="{FF2B5EF4-FFF2-40B4-BE49-F238E27FC236}">
                <a16:creationId xmlns:a16="http://schemas.microsoft.com/office/drawing/2014/main" id="{BBB89F42-E6AD-4040-B3C2-7446D4D27A22}"/>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830">
            <a:extLst>
              <a:ext uri="{FF2B5EF4-FFF2-40B4-BE49-F238E27FC236}">
                <a16:creationId xmlns:a16="http://schemas.microsoft.com/office/drawing/2014/main" id="{82A4F106-CE3C-4C2B-A8A9-A93096BB7E2F}"/>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831">
            <a:extLst>
              <a:ext uri="{FF2B5EF4-FFF2-40B4-BE49-F238E27FC236}">
                <a16:creationId xmlns:a16="http://schemas.microsoft.com/office/drawing/2014/main" id="{C5E777A3-B7D5-4646-8723-C7E2410025F0}"/>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832">
            <a:extLst>
              <a:ext uri="{FF2B5EF4-FFF2-40B4-BE49-F238E27FC236}">
                <a16:creationId xmlns:a16="http://schemas.microsoft.com/office/drawing/2014/main" id="{3B0E1486-F35B-4CC6-8EB8-C9958ADE1DC0}"/>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833">
            <a:extLst>
              <a:ext uri="{FF2B5EF4-FFF2-40B4-BE49-F238E27FC236}">
                <a16:creationId xmlns:a16="http://schemas.microsoft.com/office/drawing/2014/main" id="{E23DF2B3-F319-438D-91CB-8A9DC7681DF4}"/>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834">
            <a:extLst>
              <a:ext uri="{FF2B5EF4-FFF2-40B4-BE49-F238E27FC236}">
                <a16:creationId xmlns:a16="http://schemas.microsoft.com/office/drawing/2014/main" id="{38ABFF6C-DD18-4A5D-91B1-DD686509295A}"/>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835">
            <a:extLst>
              <a:ext uri="{FF2B5EF4-FFF2-40B4-BE49-F238E27FC236}">
                <a16:creationId xmlns:a16="http://schemas.microsoft.com/office/drawing/2014/main" id="{1CB65938-6E4F-4096-9561-4D8D3FFB4F49}"/>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836">
            <a:extLst>
              <a:ext uri="{FF2B5EF4-FFF2-40B4-BE49-F238E27FC236}">
                <a16:creationId xmlns:a16="http://schemas.microsoft.com/office/drawing/2014/main" id="{2EBBCEC0-37F2-40DD-8BD0-25E6FB7CB36D}"/>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837">
            <a:extLst>
              <a:ext uri="{FF2B5EF4-FFF2-40B4-BE49-F238E27FC236}">
                <a16:creationId xmlns:a16="http://schemas.microsoft.com/office/drawing/2014/main" id="{1D424303-7DE6-4DFB-9C68-302E15125492}"/>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838">
            <a:extLst>
              <a:ext uri="{FF2B5EF4-FFF2-40B4-BE49-F238E27FC236}">
                <a16:creationId xmlns:a16="http://schemas.microsoft.com/office/drawing/2014/main" id="{072F5D6E-A7E0-43AB-8389-960564F4FBB3}"/>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839">
            <a:extLst>
              <a:ext uri="{FF2B5EF4-FFF2-40B4-BE49-F238E27FC236}">
                <a16:creationId xmlns:a16="http://schemas.microsoft.com/office/drawing/2014/main" id="{84E1BA83-E20F-406C-9AC3-DA4A189E87AC}"/>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840">
            <a:extLst>
              <a:ext uri="{FF2B5EF4-FFF2-40B4-BE49-F238E27FC236}">
                <a16:creationId xmlns:a16="http://schemas.microsoft.com/office/drawing/2014/main" id="{A4E088C1-625B-4A1A-8733-4344780D3EFE}"/>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841">
            <a:extLst>
              <a:ext uri="{FF2B5EF4-FFF2-40B4-BE49-F238E27FC236}">
                <a16:creationId xmlns:a16="http://schemas.microsoft.com/office/drawing/2014/main" id="{907331C4-1641-4FB9-97B2-7E7E29BF025F}"/>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highlight-842">
            <a:extLst>
              <a:ext uri="{FF2B5EF4-FFF2-40B4-BE49-F238E27FC236}">
                <a16:creationId xmlns:a16="http://schemas.microsoft.com/office/drawing/2014/main" id="{F0A4B6AB-9AB5-437C-AADD-1EE4D5478EDA}"/>
              </a:ext>
            </a:extLst>
          </p:cNvPr>
          <p:cNvSpPr>
            <a:spLocks noGrp="1"/>
          </p:cNvSpPr>
          <p:nvPr/>
        </p:nvSpPr>
        <p:spPr>
          <a:xfrm>
            <a:off x="971550" y="2162175"/>
            <a:ext cx="1657350" cy="1657350"/>
          </a:xfrm>
          <a:prstGeom prst="rect">
            <a:avLst/>
          </a:prstGeom>
          <a:noFill/>
          <a:ln w="47625">
            <a:solidFill>
              <a:srgbClr val="E58C22"/>
            </a:solidFill>
          </a:ln>
        </p:spPr>
      </p:sp>
      <p:sp>
        <p:nvSpPr>
          <p:cNvPr id="49" name="line-843">
            <a:extLst>
              <a:ext uri="{FF2B5EF4-FFF2-40B4-BE49-F238E27FC236}">
                <a16:creationId xmlns:a16="http://schemas.microsoft.com/office/drawing/2014/main" id="{A393831D-1814-41EE-8FA3-DA798B6B8EF7}"/>
              </a:ext>
            </a:extLst>
          </p:cNvPr>
          <p:cNvSpPr>
            <a:spLocks noGrp="1"/>
          </p:cNvSpPr>
          <p:nvPr/>
        </p:nvSpPr>
        <p:spPr>
          <a:xfrm>
            <a:off x="2619375" y="2162175"/>
            <a:ext cx="19050" cy="3314700"/>
          </a:xfrm>
          <a:prstGeom prst="rect">
            <a:avLst/>
          </a:prstGeom>
          <a:solidFill>
            <a:srgbClr val="146995"/>
          </a:solidFill>
          <a:ln w="0">
            <a:noFill/>
          </a:ln>
        </p:spPr>
      </p:sp>
      <p:sp>
        <p:nvSpPr>
          <p:cNvPr id="50" name="line-844">
            <a:extLst>
              <a:ext uri="{FF2B5EF4-FFF2-40B4-BE49-F238E27FC236}">
                <a16:creationId xmlns:a16="http://schemas.microsoft.com/office/drawing/2014/main" id="{F1FE35E3-74FB-4455-A1F2-1D27266BA675}"/>
              </a:ext>
            </a:extLst>
          </p:cNvPr>
          <p:cNvSpPr>
            <a:spLocks noGrp="1"/>
          </p:cNvSpPr>
          <p:nvPr/>
        </p:nvSpPr>
        <p:spPr>
          <a:xfrm>
            <a:off x="971550" y="3810000"/>
            <a:ext cx="3314700" cy="19050"/>
          </a:xfrm>
          <a:prstGeom prst="rect">
            <a:avLst/>
          </a:prstGeom>
          <a:solidFill>
            <a:srgbClr val="146995"/>
          </a:solidFill>
          <a:ln w="0">
            <a:noFill/>
          </a:ln>
        </p:spPr>
      </p:sp>
      <p:sp>
        <p:nvSpPr>
          <p:cNvPr id="51" name="prose-845">
            <a:extLst>
              <a:ext uri="{FF2B5EF4-FFF2-40B4-BE49-F238E27FC236}">
                <a16:creationId xmlns:a16="http://schemas.microsoft.com/office/drawing/2014/main" id="{C67D9752-8413-4609-9D2E-62D672757807}"/>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크기 2의 자식들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(4, 0, 2): 혼합</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2, 2): 전부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(6, 0, 2): 전부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(6, 2, 2): 전부 0</a:t>
            </a:r>
          </a:p>
        </p:txBody>
      </p:sp>
      <p:sp>
        <p:nvSpPr>
          <p:cNvPr id="52" name="banner-846">
            <a:extLst>
              <a:ext uri="{FF2B5EF4-FFF2-40B4-BE49-F238E27FC236}">
                <a16:creationId xmlns:a16="http://schemas.microsoft.com/office/drawing/2014/main" id="{18921F81-C359-4268-B051-90C11E6E21F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3" name="banner-text-847">
            <a:extLst>
              <a:ext uri="{FF2B5EF4-FFF2-40B4-BE49-F238E27FC236}">
                <a16:creationId xmlns:a16="http://schemas.microsoft.com/office/drawing/2014/main" id="{A4DB5A42-AAA5-43BA-963D-DB9E080D678E}"/>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먼저 (4, 0, 2)를 처리합니다.</a:t>
            </a:r>
          </a:p>
        </p:txBody>
      </p:sp>
      <p:sp>
        <p:nvSpPr>
          <p:cNvPr id="54" name="caption">
            <a:extLst>
              <a:ext uri="{FF2B5EF4-FFF2-40B4-BE49-F238E27FC236}">
                <a16:creationId xmlns:a16="http://schemas.microsoft.com/office/drawing/2014/main" id="{64FB06A2-EFD6-4A41-A33A-34FFCC087E5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116612952"/>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ection">
            <a:extLst>
              <a:ext uri="{FF2B5EF4-FFF2-40B4-BE49-F238E27FC236}">
                <a16:creationId xmlns:a16="http://schemas.microsoft.com/office/drawing/2014/main" id="{49D521B7-4C33-4465-99DD-59654FEEE22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D5B4C1F9-CF68-46A9-8374-E97FCB6804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BF98554-4C67-4451-B2ED-D2CD093CDA2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혼합된 2×2: 네 픽셀을 순서대로 읽습니다</a:t>
            </a:r>
          </a:p>
        </p:txBody>
      </p:sp>
      <p:sp>
        <p:nvSpPr>
          <p:cNvPr id="4" name="line-848">
            <a:extLst>
              <a:ext uri="{FF2B5EF4-FFF2-40B4-BE49-F238E27FC236}">
                <a16:creationId xmlns:a16="http://schemas.microsoft.com/office/drawing/2014/main" id="{69DCECDF-0C68-479F-85AB-38FD8F7BBE1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3F71A0B-3F7B-455A-A119-CB4AD5220CC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2FEF300-32AA-4F16-AAC4-EA2B5933105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197</a:t>
            </a:r>
            <a:endParaRPr sz="1050" b="0">
              <a:solidFill>
                <a:srgbClr val="151515"/>
              </a:solidFill>
              <a:latin typeface="Consolas"/>
              <a:ea typeface="Consolas"/>
              <a:cs typeface="Consolas"/>
            </a:endParaRPr>
          </a:p>
        </p:txBody>
      </p:sp>
      <p:sp>
        <p:nvSpPr>
          <p:cNvPr id="7" name="pixel-849">
            <a:extLst>
              <a:ext uri="{FF2B5EF4-FFF2-40B4-BE49-F238E27FC236}">
                <a16:creationId xmlns:a16="http://schemas.microsoft.com/office/drawing/2014/main" id="{50FADBD2-0875-4731-842C-34677EEEB146}"/>
              </a:ext>
            </a:extLst>
          </p:cNvPr>
          <p:cNvSpPr>
            <a:spLocks noGrp="1"/>
          </p:cNvSpPr>
          <p:nvPr/>
        </p:nvSpPr>
        <p:spPr>
          <a:xfrm>
            <a:off x="1257300" y="2314575"/>
            <a:ext cx="1371600" cy="1371600"/>
          </a:xfrm>
          <a:prstGeom prst="rect">
            <a:avLst/>
          </a:prstGeom>
          <a:solidFill>
            <a:srgbClr val="FFFFFF"/>
          </a:solidFill>
          <a:ln w="7144">
            <a:solidFill>
              <a:srgbClr val="98A1AA"/>
            </a:solidFill>
          </a:ln>
        </p:spPr>
      </p:sp>
      <p:sp>
        <p:nvSpPr>
          <p:cNvPr id="8" name="pixel-value-850">
            <a:extLst>
              <a:ext uri="{FF2B5EF4-FFF2-40B4-BE49-F238E27FC236}">
                <a16:creationId xmlns:a16="http://schemas.microsoft.com/office/drawing/2014/main" id="{39F264D8-A269-4CBF-80BB-D65FE5D88FF4}"/>
              </a:ext>
            </a:extLst>
          </p:cNvPr>
          <p:cNvSpPr>
            <a:spLocks noGrp="1"/>
          </p:cNvSpPr>
          <p:nvPr/>
        </p:nvSpPr>
        <p:spPr>
          <a:xfrm>
            <a:off x="12573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51">
            <a:extLst>
              <a:ext uri="{FF2B5EF4-FFF2-40B4-BE49-F238E27FC236}">
                <a16:creationId xmlns:a16="http://schemas.microsoft.com/office/drawing/2014/main" id="{19FA9DE8-5804-4E6F-94EA-9220730B7B7D}"/>
              </a:ext>
            </a:extLst>
          </p:cNvPr>
          <p:cNvSpPr>
            <a:spLocks noGrp="1"/>
          </p:cNvSpPr>
          <p:nvPr/>
        </p:nvSpPr>
        <p:spPr>
          <a:xfrm>
            <a:off x="2628900" y="2314575"/>
            <a:ext cx="1371600" cy="1371600"/>
          </a:xfrm>
          <a:prstGeom prst="rect">
            <a:avLst/>
          </a:prstGeom>
          <a:solidFill>
            <a:srgbClr val="FFFFFF"/>
          </a:solidFill>
          <a:ln w="7144">
            <a:solidFill>
              <a:srgbClr val="98A1AA"/>
            </a:solidFill>
          </a:ln>
        </p:spPr>
      </p:sp>
      <p:sp>
        <p:nvSpPr>
          <p:cNvPr id="10" name="pixel-value-852">
            <a:extLst>
              <a:ext uri="{FF2B5EF4-FFF2-40B4-BE49-F238E27FC236}">
                <a16:creationId xmlns:a16="http://schemas.microsoft.com/office/drawing/2014/main" id="{F2A5F442-3A18-42FF-9FA0-81B0BBAB88CA}"/>
              </a:ext>
            </a:extLst>
          </p:cNvPr>
          <p:cNvSpPr>
            <a:spLocks noGrp="1"/>
          </p:cNvSpPr>
          <p:nvPr/>
        </p:nvSpPr>
        <p:spPr>
          <a:xfrm>
            <a:off x="26289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53">
            <a:extLst>
              <a:ext uri="{FF2B5EF4-FFF2-40B4-BE49-F238E27FC236}">
                <a16:creationId xmlns:a16="http://schemas.microsoft.com/office/drawing/2014/main" id="{58B744FD-B002-4829-B3D5-D8CF895B7C76}"/>
              </a:ext>
            </a:extLst>
          </p:cNvPr>
          <p:cNvSpPr>
            <a:spLocks noGrp="1"/>
          </p:cNvSpPr>
          <p:nvPr/>
        </p:nvSpPr>
        <p:spPr>
          <a:xfrm>
            <a:off x="1257300" y="3686175"/>
            <a:ext cx="1371600" cy="1371600"/>
          </a:xfrm>
          <a:prstGeom prst="rect">
            <a:avLst/>
          </a:prstGeom>
          <a:solidFill>
            <a:srgbClr val="FFFFFF"/>
          </a:solidFill>
          <a:ln w="7144">
            <a:solidFill>
              <a:srgbClr val="98A1AA"/>
            </a:solidFill>
          </a:ln>
        </p:spPr>
      </p:sp>
      <p:sp>
        <p:nvSpPr>
          <p:cNvPr id="12" name="pixel-value-854">
            <a:extLst>
              <a:ext uri="{FF2B5EF4-FFF2-40B4-BE49-F238E27FC236}">
                <a16:creationId xmlns:a16="http://schemas.microsoft.com/office/drawing/2014/main" id="{934BF4BC-03B1-481D-A6BF-77ADBB7F163E}"/>
              </a:ext>
            </a:extLst>
          </p:cNvPr>
          <p:cNvSpPr>
            <a:spLocks noGrp="1"/>
          </p:cNvSpPr>
          <p:nvPr/>
        </p:nvSpPr>
        <p:spPr>
          <a:xfrm>
            <a:off x="1257300" y="39604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55">
            <a:extLst>
              <a:ext uri="{FF2B5EF4-FFF2-40B4-BE49-F238E27FC236}">
                <a16:creationId xmlns:a16="http://schemas.microsoft.com/office/drawing/2014/main" id="{CB73B721-742A-4BD1-A31B-521A94A4B5E5}"/>
              </a:ext>
            </a:extLst>
          </p:cNvPr>
          <p:cNvSpPr>
            <a:spLocks noGrp="1"/>
          </p:cNvSpPr>
          <p:nvPr/>
        </p:nvSpPr>
        <p:spPr>
          <a:xfrm>
            <a:off x="2628900" y="3686175"/>
            <a:ext cx="1371600" cy="1371600"/>
          </a:xfrm>
          <a:prstGeom prst="rect">
            <a:avLst/>
          </a:prstGeom>
          <a:solidFill>
            <a:srgbClr val="303841"/>
          </a:solidFill>
          <a:ln w="7144">
            <a:solidFill>
              <a:srgbClr val="98A1AA"/>
            </a:solidFill>
          </a:ln>
        </p:spPr>
      </p:sp>
      <p:sp>
        <p:nvSpPr>
          <p:cNvPr id="14" name="pixel-value-856">
            <a:extLst>
              <a:ext uri="{FF2B5EF4-FFF2-40B4-BE49-F238E27FC236}">
                <a16:creationId xmlns:a16="http://schemas.microsoft.com/office/drawing/2014/main" id="{DDCA8E68-41B2-4AC4-977A-5CDEC38412AC}"/>
              </a:ext>
            </a:extLst>
          </p:cNvPr>
          <p:cNvSpPr>
            <a:spLocks noGrp="1"/>
          </p:cNvSpPr>
          <p:nvPr/>
        </p:nvSpPr>
        <p:spPr>
          <a:xfrm>
            <a:off x="2628900" y="3960495"/>
            <a:ext cx="1371600" cy="82296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row-857">
            <a:extLst>
              <a:ext uri="{FF2B5EF4-FFF2-40B4-BE49-F238E27FC236}">
                <a16:creationId xmlns:a16="http://schemas.microsoft.com/office/drawing/2014/main" id="{9C4EFDB9-621F-4B8E-8B4C-BD55D88934BA}"/>
              </a:ext>
            </a:extLst>
          </p:cNvPr>
          <p:cNvSpPr>
            <a:spLocks noGrp="1"/>
          </p:cNvSpPr>
          <p:nvPr/>
        </p:nvSpPr>
        <p:spPr>
          <a:xfrm>
            <a:off x="952500" y="26163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6" name="col-858">
            <a:extLst>
              <a:ext uri="{FF2B5EF4-FFF2-40B4-BE49-F238E27FC236}">
                <a16:creationId xmlns:a16="http://schemas.microsoft.com/office/drawing/2014/main" id="{93D0DD8B-33DE-4244-9F54-E5EB87266A8D}"/>
              </a:ext>
            </a:extLst>
          </p:cNvPr>
          <p:cNvSpPr>
            <a:spLocks noGrp="1"/>
          </p:cNvSpPr>
          <p:nvPr/>
        </p:nvSpPr>
        <p:spPr>
          <a:xfrm>
            <a:off x="12573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7" name="row-859">
            <a:extLst>
              <a:ext uri="{FF2B5EF4-FFF2-40B4-BE49-F238E27FC236}">
                <a16:creationId xmlns:a16="http://schemas.microsoft.com/office/drawing/2014/main" id="{875D5374-E924-44AD-B2FF-459A19D9F8DE}"/>
              </a:ext>
            </a:extLst>
          </p:cNvPr>
          <p:cNvSpPr>
            <a:spLocks noGrp="1"/>
          </p:cNvSpPr>
          <p:nvPr/>
        </p:nvSpPr>
        <p:spPr>
          <a:xfrm>
            <a:off x="952500" y="39879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8" name="col-860">
            <a:extLst>
              <a:ext uri="{FF2B5EF4-FFF2-40B4-BE49-F238E27FC236}">
                <a16:creationId xmlns:a16="http://schemas.microsoft.com/office/drawing/2014/main" id="{22726C0C-3BE2-4999-A977-E684F9D6CDAD}"/>
              </a:ext>
            </a:extLst>
          </p:cNvPr>
          <p:cNvSpPr>
            <a:spLocks noGrp="1"/>
          </p:cNvSpPr>
          <p:nvPr/>
        </p:nvSpPr>
        <p:spPr>
          <a:xfrm>
            <a:off x="26289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9" name="axes-861">
            <a:extLst>
              <a:ext uri="{FF2B5EF4-FFF2-40B4-BE49-F238E27FC236}">
                <a16:creationId xmlns:a16="http://schemas.microsoft.com/office/drawing/2014/main" id="{9FF47FA7-F1CE-4CB0-BFEE-AFD0FDE7233F}"/>
              </a:ext>
            </a:extLst>
          </p:cNvPr>
          <p:cNvSpPr>
            <a:spLocks noGrp="1"/>
          </p:cNvSpPr>
          <p:nvPr/>
        </p:nvSpPr>
        <p:spPr>
          <a:xfrm>
            <a:off x="1257300" y="5248275"/>
            <a:ext cx="2743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20" name="line-862">
            <a:extLst>
              <a:ext uri="{FF2B5EF4-FFF2-40B4-BE49-F238E27FC236}">
                <a16:creationId xmlns:a16="http://schemas.microsoft.com/office/drawing/2014/main" id="{CFF0CFFA-7257-4EED-BDAB-758DA35FA466}"/>
              </a:ext>
            </a:extLst>
          </p:cNvPr>
          <p:cNvSpPr>
            <a:spLocks noGrp="1"/>
          </p:cNvSpPr>
          <p:nvPr/>
        </p:nvSpPr>
        <p:spPr>
          <a:xfrm>
            <a:off x="2619375" y="2314575"/>
            <a:ext cx="19050" cy="2743200"/>
          </a:xfrm>
          <a:prstGeom prst="rect">
            <a:avLst/>
          </a:prstGeom>
          <a:solidFill>
            <a:srgbClr val="146995"/>
          </a:solidFill>
          <a:ln w="0">
            <a:noFill/>
          </a:ln>
        </p:spPr>
      </p:sp>
      <p:sp>
        <p:nvSpPr>
          <p:cNvPr id="21" name="line-863">
            <a:extLst>
              <a:ext uri="{FF2B5EF4-FFF2-40B4-BE49-F238E27FC236}">
                <a16:creationId xmlns:a16="http://schemas.microsoft.com/office/drawing/2014/main" id="{0F879851-FC27-4A7A-8A4F-9A4A97CA205B}"/>
              </a:ext>
            </a:extLst>
          </p:cNvPr>
          <p:cNvSpPr>
            <a:spLocks noGrp="1"/>
          </p:cNvSpPr>
          <p:nvPr/>
        </p:nvSpPr>
        <p:spPr>
          <a:xfrm>
            <a:off x="1257300" y="3676650"/>
            <a:ext cx="2743200" cy="19050"/>
          </a:xfrm>
          <a:prstGeom prst="rect">
            <a:avLst/>
          </a:prstGeom>
          <a:solidFill>
            <a:srgbClr val="146995"/>
          </a:solidFill>
          <a:ln w="0">
            <a:noFill/>
          </a:ln>
        </p:spPr>
      </p:sp>
      <p:sp>
        <p:nvSpPr>
          <p:cNvPr id="22" name="prose-864">
            <a:extLst>
              <a:ext uri="{FF2B5EF4-FFF2-40B4-BE49-F238E27FC236}">
                <a16:creationId xmlns:a16="http://schemas.microsoft.com/office/drawing/2014/main" id="{40D7AE80-8F1C-42E4-8AE6-7228F5FAD01B}"/>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0, 2)</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(4, 0):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1):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(5, 0):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(5, 1): 1</a:t>
            </a:r>
          </a:p>
        </p:txBody>
      </p:sp>
      <p:sp>
        <p:nvSpPr>
          <p:cNvPr id="23" name="banner-865">
            <a:extLst>
              <a:ext uri="{FF2B5EF4-FFF2-40B4-BE49-F238E27FC236}">
                <a16:creationId xmlns:a16="http://schemas.microsoft.com/office/drawing/2014/main" id="{3B2BEB55-7ADC-43AF-B70F-14B2EFA022A5}"/>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24" name="banner-text-866">
            <a:extLst>
              <a:ext uri="{FF2B5EF4-FFF2-40B4-BE49-F238E27FC236}">
                <a16:creationId xmlns:a16="http://schemas.microsoft.com/office/drawing/2014/main" id="{013A6098-B00E-4DBF-AD32-A4008EA913A7}"/>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네 자식의 색 순서: 0 → 0 → 0 → 1</a:t>
            </a:r>
          </a:p>
        </p:txBody>
      </p:sp>
      <p:sp>
        <p:nvSpPr>
          <p:cNvPr id="25" name="caption">
            <a:extLst>
              <a:ext uri="{FF2B5EF4-FFF2-40B4-BE49-F238E27FC236}">
                <a16:creationId xmlns:a16="http://schemas.microsoft.com/office/drawing/2014/main" id="{5742291E-C481-4EED-9E69-951C536C695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3487179098"/>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EBB70FD0-CA77-4135-A265-F0E339C77B3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F515A7C7-0730-4B54-9F5B-03B29C42917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2FD285A-065E-4744-89E5-E50E9C6D368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크기 1의 네 호출: 각각 즉시 끝납니다</a:t>
            </a:r>
          </a:p>
        </p:txBody>
      </p:sp>
      <p:sp>
        <p:nvSpPr>
          <p:cNvPr id="4" name="line-867">
            <a:extLst>
              <a:ext uri="{FF2B5EF4-FFF2-40B4-BE49-F238E27FC236}">
                <a16:creationId xmlns:a16="http://schemas.microsoft.com/office/drawing/2014/main" id="{6DE69822-3697-43B7-8A33-A268CDBC132B}"/>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4BBFE28-C25F-4FA0-8F61-6D764708DF0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C415B37-0607-4145-BB7C-8CF34462BAA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198</a:t>
            </a:r>
            <a:endParaRPr sz="1050" b="0">
              <a:solidFill>
                <a:srgbClr val="151515"/>
              </a:solidFill>
              <a:latin typeface="Consolas"/>
              <a:ea typeface="Consolas"/>
              <a:cs typeface="Consolas"/>
            </a:endParaRPr>
          </a:p>
        </p:txBody>
      </p:sp>
      <p:sp>
        <p:nvSpPr>
          <p:cNvPr id="7" name="unit-0">
            <a:extLst>
              <a:ext uri="{FF2B5EF4-FFF2-40B4-BE49-F238E27FC236}">
                <a16:creationId xmlns:a16="http://schemas.microsoft.com/office/drawing/2014/main" id="{2B6541DB-4058-49EB-9BF2-BDD8A554A98D}"/>
              </a:ext>
            </a:extLst>
          </p:cNvPr>
          <p:cNvSpPr>
            <a:spLocks noGrp="1"/>
          </p:cNvSpPr>
          <p:nvPr/>
        </p:nvSpPr>
        <p:spPr>
          <a:xfrm>
            <a:off x="609600" y="2247900"/>
            <a:ext cx="2552700" cy="2609850"/>
          </a:xfrm>
          <a:prstGeom prst="rect">
            <a:avLst/>
          </a:prstGeom>
          <a:solidFill>
            <a:srgbClr val="F4F6F7"/>
          </a:solidFill>
          <a:ln w="9525">
            <a:solidFill>
              <a:srgbClr val="CCCCCC"/>
            </a:solidFill>
          </a:ln>
        </p:spPr>
      </p:sp>
      <p:sp>
        <p:nvSpPr>
          <p:cNvPr id="8" name="call-0">
            <a:extLst>
              <a:ext uri="{FF2B5EF4-FFF2-40B4-BE49-F238E27FC236}">
                <a16:creationId xmlns:a16="http://schemas.microsoft.com/office/drawing/2014/main" id="{5F1ABDA4-F3BA-4675-809F-7BD5CC33F995}"/>
              </a:ext>
            </a:extLst>
          </p:cNvPr>
          <p:cNvSpPr>
            <a:spLocks noGrp="1"/>
          </p:cNvSpPr>
          <p:nvPr/>
        </p:nvSpPr>
        <p:spPr>
          <a:xfrm>
            <a:off x="80010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(4, 0, 1)</a:t>
            </a:r>
          </a:p>
        </p:txBody>
      </p:sp>
      <p:sp>
        <p:nvSpPr>
          <p:cNvPr id="9" name="color-0">
            <a:extLst>
              <a:ext uri="{FF2B5EF4-FFF2-40B4-BE49-F238E27FC236}">
                <a16:creationId xmlns:a16="http://schemas.microsoft.com/office/drawing/2014/main" id="{FF3290DD-B089-4FC8-BAE8-7AE061EA267D}"/>
              </a:ext>
            </a:extLst>
          </p:cNvPr>
          <p:cNvSpPr>
            <a:spLocks noGrp="1"/>
          </p:cNvSpPr>
          <p:nvPr/>
        </p:nvSpPr>
        <p:spPr>
          <a:xfrm>
            <a:off x="1371600" y="3124200"/>
            <a:ext cx="1028700" cy="1028700"/>
          </a:xfrm>
          <a:prstGeom prst="rect">
            <a:avLst/>
          </a:prstGeom>
          <a:solidFill>
            <a:srgbClr val="FFFFFF"/>
          </a:solidFill>
          <a:ln w="9525">
            <a:solidFill>
              <a:srgbClr val="98A1AA"/>
            </a:solidFill>
          </a:ln>
        </p:spPr>
      </p:sp>
      <p:sp>
        <p:nvSpPr>
          <p:cNvPr id="10" name="color-text-0">
            <a:extLst>
              <a:ext uri="{FF2B5EF4-FFF2-40B4-BE49-F238E27FC236}">
                <a16:creationId xmlns:a16="http://schemas.microsoft.com/office/drawing/2014/main" id="{E8D1ACC6-C796-43CA-9DF3-D19AB0FED93C}"/>
              </a:ext>
            </a:extLst>
          </p:cNvPr>
          <p:cNvSpPr>
            <a:spLocks noGrp="1"/>
          </p:cNvSpPr>
          <p:nvPr/>
        </p:nvSpPr>
        <p:spPr>
          <a:xfrm>
            <a:off x="137160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11" name="return-0">
            <a:extLst>
              <a:ext uri="{FF2B5EF4-FFF2-40B4-BE49-F238E27FC236}">
                <a16:creationId xmlns:a16="http://schemas.microsoft.com/office/drawing/2014/main" id="{F430FBAC-D3B0-4A8A-8622-A407498A6F9A}"/>
              </a:ext>
            </a:extLst>
          </p:cNvPr>
          <p:cNvSpPr>
            <a:spLocks noGrp="1"/>
          </p:cNvSpPr>
          <p:nvPr/>
        </p:nvSpPr>
        <p:spPr>
          <a:xfrm>
            <a:off x="80010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12" name="unit-1">
            <a:extLst>
              <a:ext uri="{FF2B5EF4-FFF2-40B4-BE49-F238E27FC236}">
                <a16:creationId xmlns:a16="http://schemas.microsoft.com/office/drawing/2014/main" id="{6D0E1A32-7E3A-4D29-8640-1F6DCC5ABB71}"/>
              </a:ext>
            </a:extLst>
          </p:cNvPr>
          <p:cNvSpPr>
            <a:spLocks noGrp="1"/>
          </p:cNvSpPr>
          <p:nvPr/>
        </p:nvSpPr>
        <p:spPr>
          <a:xfrm>
            <a:off x="3409950" y="2247900"/>
            <a:ext cx="2552700" cy="2609850"/>
          </a:xfrm>
          <a:prstGeom prst="rect">
            <a:avLst/>
          </a:prstGeom>
          <a:solidFill>
            <a:srgbClr val="F4F6F7"/>
          </a:solidFill>
          <a:ln w="9525">
            <a:solidFill>
              <a:srgbClr val="CCCCCC"/>
            </a:solidFill>
          </a:ln>
        </p:spPr>
      </p:sp>
      <p:sp>
        <p:nvSpPr>
          <p:cNvPr id="13" name="call-1">
            <a:extLst>
              <a:ext uri="{FF2B5EF4-FFF2-40B4-BE49-F238E27FC236}">
                <a16:creationId xmlns:a16="http://schemas.microsoft.com/office/drawing/2014/main" id="{DFB1366B-F55C-4D4B-815F-1A6106DCC0EB}"/>
              </a:ext>
            </a:extLst>
          </p:cNvPr>
          <p:cNvSpPr>
            <a:spLocks noGrp="1"/>
          </p:cNvSpPr>
          <p:nvPr/>
        </p:nvSpPr>
        <p:spPr>
          <a:xfrm>
            <a:off x="360045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(4, 1, 1)</a:t>
            </a:r>
          </a:p>
        </p:txBody>
      </p:sp>
      <p:sp>
        <p:nvSpPr>
          <p:cNvPr id="14" name="color-1">
            <a:extLst>
              <a:ext uri="{FF2B5EF4-FFF2-40B4-BE49-F238E27FC236}">
                <a16:creationId xmlns:a16="http://schemas.microsoft.com/office/drawing/2014/main" id="{A691381D-6F0E-476B-B78F-FBAFBAABBDC5}"/>
              </a:ext>
            </a:extLst>
          </p:cNvPr>
          <p:cNvSpPr>
            <a:spLocks noGrp="1"/>
          </p:cNvSpPr>
          <p:nvPr/>
        </p:nvSpPr>
        <p:spPr>
          <a:xfrm>
            <a:off x="4171950" y="3124200"/>
            <a:ext cx="1028700" cy="1028700"/>
          </a:xfrm>
          <a:prstGeom prst="rect">
            <a:avLst/>
          </a:prstGeom>
          <a:solidFill>
            <a:srgbClr val="FFFFFF"/>
          </a:solidFill>
          <a:ln w="9525">
            <a:solidFill>
              <a:srgbClr val="98A1AA"/>
            </a:solidFill>
          </a:ln>
        </p:spPr>
      </p:sp>
      <p:sp>
        <p:nvSpPr>
          <p:cNvPr id="15" name="color-text-1">
            <a:extLst>
              <a:ext uri="{FF2B5EF4-FFF2-40B4-BE49-F238E27FC236}">
                <a16:creationId xmlns:a16="http://schemas.microsoft.com/office/drawing/2014/main" id="{EB24F0F0-B5AB-41C2-9F2D-0F75F3053287}"/>
              </a:ext>
            </a:extLst>
          </p:cNvPr>
          <p:cNvSpPr>
            <a:spLocks noGrp="1"/>
          </p:cNvSpPr>
          <p:nvPr/>
        </p:nvSpPr>
        <p:spPr>
          <a:xfrm>
            <a:off x="417195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16" name="return-1">
            <a:extLst>
              <a:ext uri="{FF2B5EF4-FFF2-40B4-BE49-F238E27FC236}">
                <a16:creationId xmlns:a16="http://schemas.microsoft.com/office/drawing/2014/main" id="{8C59C75C-3EEF-4E03-9A67-E40951AC1B99}"/>
              </a:ext>
            </a:extLst>
          </p:cNvPr>
          <p:cNvSpPr>
            <a:spLocks noGrp="1"/>
          </p:cNvSpPr>
          <p:nvPr/>
        </p:nvSpPr>
        <p:spPr>
          <a:xfrm>
            <a:off x="360045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17" name="unit-2">
            <a:extLst>
              <a:ext uri="{FF2B5EF4-FFF2-40B4-BE49-F238E27FC236}">
                <a16:creationId xmlns:a16="http://schemas.microsoft.com/office/drawing/2014/main" id="{93C10014-93A2-44F7-9654-47095821C57E}"/>
              </a:ext>
            </a:extLst>
          </p:cNvPr>
          <p:cNvSpPr>
            <a:spLocks noGrp="1"/>
          </p:cNvSpPr>
          <p:nvPr/>
        </p:nvSpPr>
        <p:spPr>
          <a:xfrm>
            <a:off x="6210300" y="2247900"/>
            <a:ext cx="2552700" cy="2609850"/>
          </a:xfrm>
          <a:prstGeom prst="rect">
            <a:avLst/>
          </a:prstGeom>
          <a:solidFill>
            <a:srgbClr val="F4F6F7"/>
          </a:solidFill>
          <a:ln w="9525">
            <a:solidFill>
              <a:srgbClr val="CCCCCC"/>
            </a:solidFill>
          </a:ln>
        </p:spPr>
      </p:sp>
      <p:sp>
        <p:nvSpPr>
          <p:cNvPr id="18" name="call-2">
            <a:extLst>
              <a:ext uri="{FF2B5EF4-FFF2-40B4-BE49-F238E27FC236}">
                <a16:creationId xmlns:a16="http://schemas.microsoft.com/office/drawing/2014/main" id="{F5B7AC4E-CC51-4419-9EE8-1CB0FBDC0AD7}"/>
              </a:ext>
            </a:extLst>
          </p:cNvPr>
          <p:cNvSpPr>
            <a:spLocks noGrp="1"/>
          </p:cNvSpPr>
          <p:nvPr/>
        </p:nvSpPr>
        <p:spPr>
          <a:xfrm>
            <a:off x="640080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(5, 0, 1)</a:t>
            </a:r>
          </a:p>
        </p:txBody>
      </p:sp>
      <p:sp>
        <p:nvSpPr>
          <p:cNvPr id="19" name="color-2">
            <a:extLst>
              <a:ext uri="{FF2B5EF4-FFF2-40B4-BE49-F238E27FC236}">
                <a16:creationId xmlns:a16="http://schemas.microsoft.com/office/drawing/2014/main" id="{3FEEF290-76B5-4BEF-BF13-107BE8BF3152}"/>
              </a:ext>
            </a:extLst>
          </p:cNvPr>
          <p:cNvSpPr>
            <a:spLocks noGrp="1"/>
          </p:cNvSpPr>
          <p:nvPr/>
        </p:nvSpPr>
        <p:spPr>
          <a:xfrm>
            <a:off x="6972300" y="3124200"/>
            <a:ext cx="1028700" cy="1028700"/>
          </a:xfrm>
          <a:prstGeom prst="rect">
            <a:avLst/>
          </a:prstGeom>
          <a:solidFill>
            <a:srgbClr val="FFFFFF"/>
          </a:solidFill>
          <a:ln w="9525">
            <a:solidFill>
              <a:srgbClr val="98A1AA"/>
            </a:solidFill>
          </a:ln>
        </p:spPr>
      </p:sp>
      <p:sp>
        <p:nvSpPr>
          <p:cNvPr id="20" name="color-text-2">
            <a:extLst>
              <a:ext uri="{FF2B5EF4-FFF2-40B4-BE49-F238E27FC236}">
                <a16:creationId xmlns:a16="http://schemas.microsoft.com/office/drawing/2014/main" id="{71481B45-C086-401F-9BE7-1C9ED0BA3303}"/>
              </a:ext>
            </a:extLst>
          </p:cNvPr>
          <p:cNvSpPr>
            <a:spLocks noGrp="1"/>
          </p:cNvSpPr>
          <p:nvPr/>
        </p:nvSpPr>
        <p:spPr>
          <a:xfrm>
            <a:off x="697230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21" name="return-2">
            <a:extLst>
              <a:ext uri="{FF2B5EF4-FFF2-40B4-BE49-F238E27FC236}">
                <a16:creationId xmlns:a16="http://schemas.microsoft.com/office/drawing/2014/main" id="{EC818768-5696-491B-85E4-508501408D03}"/>
              </a:ext>
            </a:extLst>
          </p:cNvPr>
          <p:cNvSpPr>
            <a:spLocks noGrp="1"/>
          </p:cNvSpPr>
          <p:nvPr/>
        </p:nvSpPr>
        <p:spPr>
          <a:xfrm>
            <a:off x="640080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22" name="unit-3">
            <a:extLst>
              <a:ext uri="{FF2B5EF4-FFF2-40B4-BE49-F238E27FC236}">
                <a16:creationId xmlns:a16="http://schemas.microsoft.com/office/drawing/2014/main" id="{226DDC8B-8E0E-49BE-8DC2-E4DA45D6BB8C}"/>
              </a:ext>
            </a:extLst>
          </p:cNvPr>
          <p:cNvSpPr>
            <a:spLocks noGrp="1"/>
          </p:cNvSpPr>
          <p:nvPr/>
        </p:nvSpPr>
        <p:spPr>
          <a:xfrm>
            <a:off x="9010650" y="2247900"/>
            <a:ext cx="2552700" cy="2609850"/>
          </a:xfrm>
          <a:prstGeom prst="rect">
            <a:avLst/>
          </a:prstGeom>
          <a:solidFill>
            <a:srgbClr val="F4F6F7"/>
          </a:solidFill>
          <a:ln w="9525">
            <a:solidFill>
              <a:srgbClr val="CCCCCC"/>
            </a:solidFill>
          </a:ln>
        </p:spPr>
      </p:sp>
      <p:sp>
        <p:nvSpPr>
          <p:cNvPr id="23" name="call-3">
            <a:extLst>
              <a:ext uri="{FF2B5EF4-FFF2-40B4-BE49-F238E27FC236}">
                <a16:creationId xmlns:a16="http://schemas.microsoft.com/office/drawing/2014/main" id="{AB0A68C8-80F0-4DBE-AA6F-A946E8F2B1B1}"/>
              </a:ext>
            </a:extLst>
          </p:cNvPr>
          <p:cNvSpPr>
            <a:spLocks noGrp="1"/>
          </p:cNvSpPr>
          <p:nvPr/>
        </p:nvSpPr>
        <p:spPr>
          <a:xfrm>
            <a:off x="920115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(5, 1, 1)</a:t>
            </a:r>
          </a:p>
        </p:txBody>
      </p:sp>
      <p:sp>
        <p:nvSpPr>
          <p:cNvPr id="24" name="color-3">
            <a:extLst>
              <a:ext uri="{FF2B5EF4-FFF2-40B4-BE49-F238E27FC236}">
                <a16:creationId xmlns:a16="http://schemas.microsoft.com/office/drawing/2014/main" id="{4A8BF89F-E8A1-405C-AE26-F4DCBB484824}"/>
              </a:ext>
            </a:extLst>
          </p:cNvPr>
          <p:cNvSpPr>
            <a:spLocks noGrp="1"/>
          </p:cNvSpPr>
          <p:nvPr/>
        </p:nvSpPr>
        <p:spPr>
          <a:xfrm>
            <a:off x="9772650" y="3124200"/>
            <a:ext cx="1028700" cy="1028700"/>
          </a:xfrm>
          <a:prstGeom prst="rect">
            <a:avLst/>
          </a:prstGeom>
          <a:solidFill>
            <a:srgbClr val="303841"/>
          </a:solidFill>
          <a:ln w="9525">
            <a:solidFill>
              <a:srgbClr val="98A1AA"/>
            </a:solidFill>
          </a:ln>
        </p:spPr>
      </p:sp>
      <p:sp>
        <p:nvSpPr>
          <p:cNvPr id="25" name="color-text-3">
            <a:extLst>
              <a:ext uri="{FF2B5EF4-FFF2-40B4-BE49-F238E27FC236}">
                <a16:creationId xmlns:a16="http://schemas.microsoft.com/office/drawing/2014/main" id="{EAA4DD09-A782-4321-A180-6C35143BB981}"/>
              </a:ext>
            </a:extLst>
          </p:cNvPr>
          <p:cNvSpPr>
            <a:spLocks noGrp="1"/>
          </p:cNvSpPr>
          <p:nvPr/>
        </p:nvSpPr>
        <p:spPr>
          <a:xfrm>
            <a:off x="9772650" y="3324225"/>
            <a:ext cx="1028700" cy="628650"/>
          </a:xfrm>
          <a:prstGeom prst="rect">
            <a:avLst/>
          </a:prstGeom>
          <a:noFill/>
          <a:ln w="0">
            <a:noFill/>
          </a:ln>
        </p:spPr>
        <p:txBody>
          <a:bodyPr wrap="none" lIns="0" tIns="0" rIns="0" bIns="0" anchor="t">
            <a:noAutofit/>
          </a:bodyPr>
          <a:lstStyle>
            <a:defPPr algn="ctr">
              <a:defRPr sz="3225" b="0">
                <a:solidFill>
                  <a:srgbClr val="FFFFFF"/>
                </a:solidFill>
                <a:latin typeface="Consolas"/>
                <a:ea typeface="Consolas"/>
                <a:cs typeface="Consolas"/>
              </a:defRPr>
            </a:defPPr>
          </a:lstStyle>
          <a:p>
            <a:pPr algn="ctr">
              <a:lnSpc>
                <a:spcPct val="112000"/>
              </a:lnSpc>
              <a:buNone/>
              <a:defRPr sz="3225" b="0">
                <a:solidFill>
                  <a:srgbClr val="FFFFFF"/>
                </a:solidFill>
                <a:latin typeface="Consolas"/>
                <a:ea typeface="Consolas"/>
                <a:cs typeface="Consolas"/>
              </a:defRPr>
            </a:pPr>
            <a:r>
              <a:rPr sz="3225" b="0">
                <a:solidFill>
                  <a:srgbClr val="FFFFFF"/>
                </a:solidFill>
                <a:latin typeface="Consolas"/>
                <a:ea typeface="Consolas"/>
                <a:cs typeface="Consolas"/>
              </a:rPr>
              <a:t>1</a:t>
            </a:r>
          </a:p>
        </p:txBody>
      </p:sp>
      <p:sp>
        <p:nvSpPr>
          <p:cNvPr id="26" name="return-3">
            <a:extLst>
              <a:ext uri="{FF2B5EF4-FFF2-40B4-BE49-F238E27FC236}">
                <a16:creationId xmlns:a16="http://schemas.microsoft.com/office/drawing/2014/main" id="{109C7225-E25B-4859-BCF2-F2D2228E1340}"/>
              </a:ext>
            </a:extLst>
          </p:cNvPr>
          <p:cNvSpPr>
            <a:spLocks noGrp="1"/>
          </p:cNvSpPr>
          <p:nvPr/>
        </p:nvSpPr>
        <p:spPr>
          <a:xfrm>
            <a:off x="920115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"1"</a:t>
            </a:r>
          </a:p>
        </p:txBody>
      </p:sp>
      <p:sp>
        <p:nvSpPr>
          <p:cNvPr id="27" name="caption">
            <a:extLst>
              <a:ext uri="{FF2B5EF4-FFF2-40B4-BE49-F238E27FC236}">
                <a16:creationId xmlns:a16="http://schemas.microsoft.com/office/drawing/2014/main" id="{A0BFA94F-7A2E-41A0-A9B3-3CA3B8718D0E}"/>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한 칸은 반드시 균일합니다. 크기 1 아래로는 더 나누지 않습니다.</a:t>
            </a:r>
          </a:p>
        </p:txBody>
      </p:sp>
    </p:spTree>
    <p:extLst>
      <p:ext uri="{BB962C8B-B14F-4D97-AF65-F5344CB8AC3E}">
        <p14:creationId xmlns:p14="http://schemas.microsoft.com/office/powerpoint/2010/main" val="122788921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ection">
            <a:extLst>
              <a:ext uri="{FF2B5EF4-FFF2-40B4-BE49-F238E27FC236}">
                <a16:creationId xmlns:a16="http://schemas.microsoft.com/office/drawing/2014/main" id="{8A1F5467-9528-40B3-BE90-50879A2A5C4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0D296599-1568-4742-8373-FC37FC8F27E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420D56-3B73-46BD-8575-78BCB461D6B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2×2의 답: (0001)을 반환합니다</a:t>
            </a:r>
          </a:p>
        </p:txBody>
      </p:sp>
      <p:sp>
        <p:nvSpPr>
          <p:cNvPr id="4" name="line-868">
            <a:extLst>
              <a:ext uri="{FF2B5EF4-FFF2-40B4-BE49-F238E27FC236}">
                <a16:creationId xmlns:a16="http://schemas.microsoft.com/office/drawing/2014/main" id="{784DDFBF-EAE0-458A-B96B-098676C2F90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2E6D297-5092-4433-9F0F-5B1201CECA9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EB76BBE-C489-49E4-ADD6-86E6555D94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199</a:t>
            </a:r>
            <a:endParaRPr sz="1050" b="0">
              <a:solidFill>
                <a:srgbClr val="151515"/>
              </a:solidFill>
              <a:latin typeface="Consolas"/>
              <a:ea typeface="Consolas"/>
              <a:cs typeface="Consolas"/>
            </a:endParaRPr>
          </a:p>
        </p:txBody>
      </p:sp>
      <p:sp>
        <p:nvSpPr>
          <p:cNvPr id="7" name="pixel-869">
            <a:extLst>
              <a:ext uri="{FF2B5EF4-FFF2-40B4-BE49-F238E27FC236}">
                <a16:creationId xmlns:a16="http://schemas.microsoft.com/office/drawing/2014/main" id="{CFC00971-F49C-471D-AE2E-8D54E173A86C}"/>
              </a:ext>
            </a:extLst>
          </p:cNvPr>
          <p:cNvSpPr>
            <a:spLocks noGrp="1"/>
          </p:cNvSpPr>
          <p:nvPr/>
        </p:nvSpPr>
        <p:spPr>
          <a:xfrm>
            <a:off x="1257300" y="2314575"/>
            <a:ext cx="1371600" cy="1371600"/>
          </a:xfrm>
          <a:prstGeom prst="rect">
            <a:avLst/>
          </a:prstGeom>
          <a:solidFill>
            <a:srgbClr val="FFFFFF"/>
          </a:solidFill>
          <a:ln w="7144">
            <a:solidFill>
              <a:srgbClr val="98A1AA"/>
            </a:solidFill>
          </a:ln>
        </p:spPr>
      </p:sp>
      <p:sp>
        <p:nvSpPr>
          <p:cNvPr id="8" name="pixel-value-870">
            <a:extLst>
              <a:ext uri="{FF2B5EF4-FFF2-40B4-BE49-F238E27FC236}">
                <a16:creationId xmlns:a16="http://schemas.microsoft.com/office/drawing/2014/main" id="{AF546359-5B7A-4E1E-80DB-AB838B366027}"/>
              </a:ext>
            </a:extLst>
          </p:cNvPr>
          <p:cNvSpPr>
            <a:spLocks noGrp="1"/>
          </p:cNvSpPr>
          <p:nvPr/>
        </p:nvSpPr>
        <p:spPr>
          <a:xfrm>
            <a:off x="12573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71">
            <a:extLst>
              <a:ext uri="{FF2B5EF4-FFF2-40B4-BE49-F238E27FC236}">
                <a16:creationId xmlns:a16="http://schemas.microsoft.com/office/drawing/2014/main" id="{39AB4227-A3BD-4F48-A476-27C9195159CB}"/>
              </a:ext>
            </a:extLst>
          </p:cNvPr>
          <p:cNvSpPr>
            <a:spLocks noGrp="1"/>
          </p:cNvSpPr>
          <p:nvPr/>
        </p:nvSpPr>
        <p:spPr>
          <a:xfrm>
            <a:off x="2628900" y="2314575"/>
            <a:ext cx="1371600" cy="1371600"/>
          </a:xfrm>
          <a:prstGeom prst="rect">
            <a:avLst/>
          </a:prstGeom>
          <a:solidFill>
            <a:srgbClr val="FFFFFF"/>
          </a:solidFill>
          <a:ln w="7144">
            <a:solidFill>
              <a:srgbClr val="98A1AA"/>
            </a:solidFill>
          </a:ln>
        </p:spPr>
      </p:sp>
      <p:sp>
        <p:nvSpPr>
          <p:cNvPr id="10" name="pixel-value-872">
            <a:extLst>
              <a:ext uri="{FF2B5EF4-FFF2-40B4-BE49-F238E27FC236}">
                <a16:creationId xmlns:a16="http://schemas.microsoft.com/office/drawing/2014/main" id="{3BF8B347-B086-4FC8-A7C6-08DEF79927EB}"/>
              </a:ext>
            </a:extLst>
          </p:cNvPr>
          <p:cNvSpPr>
            <a:spLocks noGrp="1"/>
          </p:cNvSpPr>
          <p:nvPr/>
        </p:nvSpPr>
        <p:spPr>
          <a:xfrm>
            <a:off x="26289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73">
            <a:extLst>
              <a:ext uri="{FF2B5EF4-FFF2-40B4-BE49-F238E27FC236}">
                <a16:creationId xmlns:a16="http://schemas.microsoft.com/office/drawing/2014/main" id="{1E5F4E2C-EDA3-43B5-843C-AC64B27CED13}"/>
              </a:ext>
            </a:extLst>
          </p:cNvPr>
          <p:cNvSpPr>
            <a:spLocks noGrp="1"/>
          </p:cNvSpPr>
          <p:nvPr/>
        </p:nvSpPr>
        <p:spPr>
          <a:xfrm>
            <a:off x="1257300" y="3686175"/>
            <a:ext cx="1371600" cy="1371600"/>
          </a:xfrm>
          <a:prstGeom prst="rect">
            <a:avLst/>
          </a:prstGeom>
          <a:solidFill>
            <a:srgbClr val="FFFFFF"/>
          </a:solidFill>
          <a:ln w="7144">
            <a:solidFill>
              <a:srgbClr val="98A1AA"/>
            </a:solidFill>
          </a:ln>
        </p:spPr>
      </p:sp>
      <p:sp>
        <p:nvSpPr>
          <p:cNvPr id="12" name="pixel-value-874">
            <a:extLst>
              <a:ext uri="{FF2B5EF4-FFF2-40B4-BE49-F238E27FC236}">
                <a16:creationId xmlns:a16="http://schemas.microsoft.com/office/drawing/2014/main" id="{6167CB09-3332-4739-9D67-85080E5E2B09}"/>
              </a:ext>
            </a:extLst>
          </p:cNvPr>
          <p:cNvSpPr>
            <a:spLocks noGrp="1"/>
          </p:cNvSpPr>
          <p:nvPr/>
        </p:nvSpPr>
        <p:spPr>
          <a:xfrm>
            <a:off x="1257300" y="39604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75">
            <a:extLst>
              <a:ext uri="{FF2B5EF4-FFF2-40B4-BE49-F238E27FC236}">
                <a16:creationId xmlns:a16="http://schemas.microsoft.com/office/drawing/2014/main" id="{57416E0D-634D-468B-AB23-885A29D0A3DC}"/>
              </a:ext>
            </a:extLst>
          </p:cNvPr>
          <p:cNvSpPr>
            <a:spLocks noGrp="1"/>
          </p:cNvSpPr>
          <p:nvPr/>
        </p:nvSpPr>
        <p:spPr>
          <a:xfrm>
            <a:off x="2628900" y="3686175"/>
            <a:ext cx="1371600" cy="1371600"/>
          </a:xfrm>
          <a:prstGeom prst="rect">
            <a:avLst/>
          </a:prstGeom>
          <a:solidFill>
            <a:srgbClr val="303841"/>
          </a:solidFill>
          <a:ln w="7144">
            <a:solidFill>
              <a:srgbClr val="98A1AA"/>
            </a:solidFill>
          </a:ln>
        </p:spPr>
      </p:sp>
      <p:sp>
        <p:nvSpPr>
          <p:cNvPr id="14" name="pixel-value-876">
            <a:extLst>
              <a:ext uri="{FF2B5EF4-FFF2-40B4-BE49-F238E27FC236}">
                <a16:creationId xmlns:a16="http://schemas.microsoft.com/office/drawing/2014/main" id="{AF09E90A-B296-4606-9356-C4A6B058E87F}"/>
              </a:ext>
            </a:extLst>
          </p:cNvPr>
          <p:cNvSpPr>
            <a:spLocks noGrp="1"/>
          </p:cNvSpPr>
          <p:nvPr/>
        </p:nvSpPr>
        <p:spPr>
          <a:xfrm>
            <a:off x="2628900" y="3960495"/>
            <a:ext cx="1371600" cy="82296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row-877">
            <a:extLst>
              <a:ext uri="{FF2B5EF4-FFF2-40B4-BE49-F238E27FC236}">
                <a16:creationId xmlns:a16="http://schemas.microsoft.com/office/drawing/2014/main" id="{B1F86BB2-5C0F-43C4-B83C-144677DE9939}"/>
              </a:ext>
            </a:extLst>
          </p:cNvPr>
          <p:cNvSpPr>
            <a:spLocks noGrp="1"/>
          </p:cNvSpPr>
          <p:nvPr/>
        </p:nvSpPr>
        <p:spPr>
          <a:xfrm>
            <a:off x="952500" y="26163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6" name="col-878">
            <a:extLst>
              <a:ext uri="{FF2B5EF4-FFF2-40B4-BE49-F238E27FC236}">
                <a16:creationId xmlns:a16="http://schemas.microsoft.com/office/drawing/2014/main" id="{98636053-B7F0-45A0-A844-3C39F4D861EC}"/>
              </a:ext>
            </a:extLst>
          </p:cNvPr>
          <p:cNvSpPr>
            <a:spLocks noGrp="1"/>
          </p:cNvSpPr>
          <p:nvPr/>
        </p:nvSpPr>
        <p:spPr>
          <a:xfrm>
            <a:off x="12573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7" name="row-879">
            <a:extLst>
              <a:ext uri="{FF2B5EF4-FFF2-40B4-BE49-F238E27FC236}">
                <a16:creationId xmlns:a16="http://schemas.microsoft.com/office/drawing/2014/main" id="{1334C581-FC0C-4F1F-A9C2-3570A92AAED2}"/>
              </a:ext>
            </a:extLst>
          </p:cNvPr>
          <p:cNvSpPr>
            <a:spLocks noGrp="1"/>
          </p:cNvSpPr>
          <p:nvPr/>
        </p:nvSpPr>
        <p:spPr>
          <a:xfrm>
            <a:off x="952500" y="39879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8" name="col-880">
            <a:extLst>
              <a:ext uri="{FF2B5EF4-FFF2-40B4-BE49-F238E27FC236}">
                <a16:creationId xmlns:a16="http://schemas.microsoft.com/office/drawing/2014/main" id="{A377EB71-67A0-4462-BFED-E7D1ED9B66E8}"/>
              </a:ext>
            </a:extLst>
          </p:cNvPr>
          <p:cNvSpPr>
            <a:spLocks noGrp="1"/>
          </p:cNvSpPr>
          <p:nvPr/>
        </p:nvSpPr>
        <p:spPr>
          <a:xfrm>
            <a:off x="26289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9" name="axes-881">
            <a:extLst>
              <a:ext uri="{FF2B5EF4-FFF2-40B4-BE49-F238E27FC236}">
                <a16:creationId xmlns:a16="http://schemas.microsoft.com/office/drawing/2014/main" id="{E3A2DD68-380A-46B2-A7C5-A0963B586AA3}"/>
              </a:ext>
            </a:extLst>
          </p:cNvPr>
          <p:cNvSpPr>
            <a:spLocks noGrp="1"/>
          </p:cNvSpPr>
          <p:nvPr/>
        </p:nvSpPr>
        <p:spPr>
          <a:xfrm>
            <a:off x="1257300" y="5248275"/>
            <a:ext cx="2743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20" name="line-882">
            <a:extLst>
              <a:ext uri="{FF2B5EF4-FFF2-40B4-BE49-F238E27FC236}">
                <a16:creationId xmlns:a16="http://schemas.microsoft.com/office/drawing/2014/main" id="{61025307-FEFE-49B7-BCE9-76762199035F}"/>
              </a:ext>
            </a:extLst>
          </p:cNvPr>
          <p:cNvSpPr>
            <a:spLocks noGrp="1"/>
          </p:cNvSpPr>
          <p:nvPr/>
        </p:nvSpPr>
        <p:spPr>
          <a:xfrm>
            <a:off x="2619375" y="2314575"/>
            <a:ext cx="19050" cy="2743200"/>
          </a:xfrm>
          <a:prstGeom prst="rect">
            <a:avLst/>
          </a:prstGeom>
          <a:solidFill>
            <a:srgbClr val="146995"/>
          </a:solidFill>
          <a:ln w="0">
            <a:noFill/>
          </a:ln>
        </p:spPr>
      </p:sp>
      <p:sp>
        <p:nvSpPr>
          <p:cNvPr id="21" name="line-883">
            <a:extLst>
              <a:ext uri="{FF2B5EF4-FFF2-40B4-BE49-F238E27FC236}">
                <a16:creationId xmlns:a16="http://schemas.microsoft.com/office/drawing/2014/main" id="{118A0D78-4960-4DDA-AC74-4D41FFDCDF4D}"/>
              </a:ext>
            </a:extLst>
          </p:cNvPr>
          <p:cNvSpPr>
            <a:spLocks noGrp="1"/>
          </p:cNvSpPr>
          <p:nvPr/>
        </p:nvSpPr>
        <p:spPr>
          <a:xfrm>
            <a:off x="1257300" y="3676650"/>
            <a:ext cx="2743200" cy="19050"/>
          </a:xfrm>
          <a:prstGeom prst="rect">
            <a:avLst/>
          </a:prstGeom>
          <a:solidFill>
            <a:srgbClr val="146995"/>
          </a:solidFill>
          <a:ln w="0">
            <a:noFill/>
          </a:ln>
        </p:spPr>
      </p:sp>
      <p:sp>
        <p:nvSpPr>
          <p:cNvPr id="22" name="prose-884">
            <a:extLst>
              <a:ext uri="{FF2B5EF4-FFF2-40B4-BE49-F238E27FC236}">
                <a16:creationId xmlns:a16="http://schemas.microsoft.com/office/drawing/2014/main" id="{DE84D4EB-3710-422D-9934-E36284BD9571}"/>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번째 층의 혼합 영역</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여는 괄호: (</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자식 결과: 0 0 0 1</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닫는 괄호: )</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합치면 "(0001)"</a:t>
            </a:r>
          </a:p>
        </p:txBody>
      </p:sp>
      <p:sp>
        <p:nvSpPr>
          <p:cNvPr id="23" name="banner-885">
            <a:extLst>
              <a:ext uri="{FF2B5EF4-FFF2-40B4-BE49-F238E27FC236}">
                <a16:creationId xmlns:a16="http://schemas.microsoft.com/office/drawing/2014/main" id="{0C65639D-F7E4-4893-91C6-3EEC4ED7A336}"/>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24" name="banner-text-886">
            <a:extLst>
              <a:ext uri="{FF2B5EF4-FFF2-40B4-BE49-F238E27FC236}">
                <a16:creationId xmlns:a16="http://schemas.microsoft.com/office/drawing/2014/main" id="{AB1B4242-E2E2-4655-A805-D23B4F01390D}"/>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좌하 4×4의 첫 자식 답: (0001)</a:t>
            </a:r>
          </a:p>
        </p:txBody>
      </p:sp>
      <p:sp>
        <p:nvSpPr>
          <p:cNvPr id="25" name="caption">
            <a:extLst>
              <a:ext uri="{FF2B5EF4-FFF2-40B4-BE49-F238E27FC236}">
                <a16:creationId xmlns:a16="http://schemas.microsoft.com/office/drawing/2014/main" id="{37A9409B-E0DA-4B58-A5B5-F2B2EC80CAF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392703919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541FD8D1-A14E-4F66-93B4-A017484A415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84848D2A-389E-4432-93E4-EC0AE110B3C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9F88429-92C4-45B6-9D8A-E04019A836F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좌하의 나머지 세 영역은 모두 0입니다</a:t>
            </a:r>
          </a:p>
        </p:txBody>
      </p:sp>
      <p:sp>
        <p:nvSpPr>
          <p:cNvPr id="4" name="line-887">
            <a:extLst>
              <a:ext uri="{FF2B5EF4-FFF2-40B4-BE49-F238E27FC236}">
                <a16:creationId xmlns:a16="http://schemas.microsoft.com/office/drawing/2014/main" id="{3F536ACB-1891-4B1B-9272-93DF60B22F9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E962002-2169-42A9-810F-9B41E10153A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9EFD9E9-EE4E-4D80-ABCD-1CB4C673CAF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200</a:t>
            </a:r>
            <a:endParaRPr sz="1050" b="0">
              <a:solidFill>
                <a:srgbClr val="151515"/>
              </a:solidFill>
              <a:latin typeface="Consolas"/>
              <a:ea typeface="Consolas"/>
              <a:cs typeface="Consolas"/>
            </a:endParaRPr>
          </a:p>
        </p:txBody>
      </p:sp>
      <p:sp>
        <p:nvSpPr>
          <p:cNvPr id="7" name="pixel-888">
            <a:extLst>
              <a:ext uri="{FF2B5EF4-FFF2-40B4-BE49-F238E27FC236}">
                <a16:creationId xmlns:a16="http://schemas.microsoft.com/office/drawing/2014/main" id="{7A0AD835-B084-4C52-88C9-F12994D65173}"/>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889">
            <a:extLst>
              <a:ext uri="{FF2B5EF4-FFF2-40B4-BE49-F238E27FC236}">
                <a16:creationId xmlns:a16="http://schemas.microsoft.com/office/drawing/2014/main" id="{6E3831C4-753D-4FE3-A9BA-0316F2CDFAC0}"/>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90">
            <a:extLst>
              <a:ext uri="{FF2B5EF4-FFF2-40B4-BE49-F238E27FC236}">
                <a16:creationId xmlns:a16="http://schemas.microsoft.com/office/drawing/2014/main" id="{8A80BA8F-21F6-43F4-B713-FC44F26921D4}"/>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891">
            <a:extLst>
              <a:ext uri="{FF2B5EF4-FFF2-40B4-BE49-F238E27FC236}">
                <a16:creationId xmlns:a16="http://schemas.microsoft.com/office/drawing/2014/main" id="{65F2F3F4-8316-42E4-B670-60F0829A11A1}"/>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92">
            <a:extLst>
              <a:ext uri="{FF2B5EF4-FFF2-40B4-BE49-F238E27FC236}">
                <a16:creationId xmlns:a16="http://schemas.microsoft.com/office/drawing/2014/main" id="{10F94705-7EB7-4DAB-9215-E3AB8916C97A}"/>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893">
            <a:extLst>
              <a:ext uri="{FF2B5EF4-FFF2-40B4-BE49-F238E27FC236}">
                <a16:creationId xmlns:a16="http://schemas.microsoft.com/office/drawing/2014/main" id="{AE0A23F9-6D0F-4DD7-B5B7-B1ED932DAD05}"/>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94">
            <a:extLst>
              <a:ext uri="{FF2B5EF4-FFF2-40B4-BE49-F238E27FC236}">
                <a16:creationId xmlns:a16="http://schemas.microsoft.com/office/drawing/2014/main" id="{C675E688-CC5E-416B-90F4-BC6CB1784DBA}"/>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895">
            <a:extLst>
              <a:ext uri="{FF2B5EF4-FFF2-40B4-BE49-F238E27FC236}">
                <a16:creationId xmlns:a16="http://schemas.microsoft.com/office/drawing/2014/main" id="{5210C01D-D599-49D1-B2E3-66951C7F113B}"/>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896">
            <a:extLst>
              <a:ext uri="{FF2B5EF4-FFF2-40B4-BE49-F238E27FC236}">
                <a16:creationId xmlns:a16="http://schemas.microsoft.com/office/drawing/2014/main" id="{C8F0B9F1-89E0-4605-B8FF-1F553E650579}"/>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897">
            <a:extLst>
              <a:ext uri="{FF2B5EF4-FFF2-40B4-BE49-F238E27FC236}">
                <a16:creationId xmlns:a16="http://schemas.microsoft.com/office/drawing/2014/main" id="{F895CFD8-435C-4C74-B330-54A488CFDC86}"/>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898">
            <a:extLst>
              <a:ext uri="{FF2B5EF4-FFF2-40B4-BE49-F238E27FC236}">
                <a16:creationId xmlns:a16="http://schemas.microsoft.com/office/drawing/2014/main" id="{C799682C-66C1-4CEE-8215-11D931E1D7AF}"/>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899">
            <a:extLst>
              <a:ext uri="{FF2B5EF4-FFF2-40B4-BE49-F238E27FC236}">
                <a16:creationId xmlns:a16="http://schemas.microsoft.com/office/drawing/2014/main" id="{7218F127-8BC3-45B9-9211-99BE0163A596}"/>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900">
            <a:extLst>
              <a:ext uri="{FF2B5EF4-FFF2-40B4-BE49-F238E27FC236}">
                <a16:creationId xmlns:a16="http://schemas.microsoft.com/office/drawing/2014/main" id="{B137C50A-4674-4190-BE9F-B740F1243C2A}"/>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901">
            <a:extLst>
              <a:ext uri="{FF2B5EF4-FFF2-40B4-BE49-F238E27FC236}">
                <a16:creationId xmlns:a16="http://schemas.microsoft.com/office/drawing/2014/main" id="{2D14B01D-D440-4468-A13B-08296FF55DA7}"/>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902">
            <a:extLst>
              <a:ext uri="{FF2B5EF4-FFF2-40B4-BE49-F238E27FC236}">
                <a16:creationId xmlns:a16="http://schemas.microsoft.com/office/drawing/2014/main" id="{9B15B22E-3AD9-4D0A-AD81-8D6C67B0FB0B}"/>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903">
            <a:extLst>
              <a:ext uri="{FF2B5EF4-FFF2-40B4-BE49-F238E27FC236}">
                <a16:creationId xmlns:a16="http://schemas.microsoft.com/office/drawing/2014/main" id="{07D6153A-F428-44CC-B9F3-C7AE8624EB64}"/>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904">
            <a:extLst>
              <a:ext uri="{FF2B5EF4-FFF2-40B4-BE49-F238E27FC236}">
                <a16:creationId xmlns:a16="http://schemas.microsoft.com/office/drawing/2014/main" id="{0927D6EC-CA71-434F-B98D-37F449CD4B3C}"/>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905">
            <a:extLst>
              <a:ext uri="{FF2B5EF4-FFF2-40B4-BE49-F238E27FC236}">
                <a16:creationId xmlns:a16="http://schemas.microsoft.com/office/drawing/2014/main" id="{3AA76532-119D-4174-8C78-98817E717F3B}"/>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906">
            <a:extLst>
              <a:ext uri="{FF2B5EF4-FFF2-40B4-BE49-F238E27FC236}">
                <a16:creationId xmlns:a16="http://schemas.microsoft.com/office/drawing/2014/main" id="{8F6E6A8D-27EE-40F4-AC7D-7D03AEEC00E0}"/>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907">
            <a:extLst>
              <a:ext uri="{FF2B5EF4-FFF2-40B4-BE49-F238E27FC236}">
                <a16:creationId xmlns:a16="http://schemas.microsoft.com/office/drawing/2014/main" id="{F2FFD67F-AC9A-44DC-B066-0EA71126C4CA}"/>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908">
            <a:extLst>
              <a:ext uri="{FF2B5EF4-FFF2-40B4-BE49-F238E27FC236}">
                <a16:creationId xmlns:a16="http://schemas.microsoft.com/office/drawing/2014/main" id="{495A392C-1E46-41E1-BDFC-5C1721D24431}"/>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909">
            <a:extLst>
              <a:ext uri="{FF2B5EF4-FFF2-40B4-BE49-F238E27FC236}">
                <a16:creationId xmlns:a16="http://schemas.microsoft.com/office/drawing/2014/main" id="{8352E553-D13C-420E-B6AB-AABF0458EC8E}"/>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910">
            <a:extLst>
              <a:ext uri="{FF2B5EF4-FFF2-40B4-BE49-F238E27FC236}">
                <a16:creationId xmlns:a16="http://schemas.microsoft.com/office/drawing/2014/main" id="{DAD5AD97-1770-47F5-ABFB-C289E2BAFA57}"/>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911">
            <a:extLst>
              <a:ext uri="{FF2B5EF4-FFF2-40B4-BE49-F238E27FC236}">
                <a16:creationId xmlns:a16="http://schemas.microsoft.com/office/drawing/2014/main" id="{25D4E98B-B1C5-4DE4-821C-07214A75111E}"/>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912">
            <a:extLst>
              <a:ext uri="{FF2B5EF4-FFF2-40B4-BE49-F238E27FC236}">
                <a16:creationId xmlns:a16="http://schemas.microsoft.com/office/drawing/2014/main" id="{64BC6FB6-3A86-477F-A367-CEC9DB288E0B}"/>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913">
            <a:extLst>
              <a:ext uri="{FF2B5EF4-FFF2-40B4-BE49-F238E27FC236}">
                <a16:creationId xmlns:a16="http://schemas.microsoft.com/office/drawing/2014/main" id="{C63C91DE-5713-4868-AFC6-E6E80E941C75}"/>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914">
            <a:extLst>
              <a:ext uri="{FF2B5EF4-FFF2-40B4-BE49-F238E27FC236}">
                <a16:creationId xmlns:a16="http://schemas.microsoft.com/office/drawing/2014/main" id="{6B6B51B2-7931-4396-A1E6-9D84E4AAC54C}"/>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915">
            <a:extLst>
              <a:ext uri="{FF2B5EF4-FFF2-40B4-BE49-F238E27FC236}">
                <a16:creationId xmlns:a16="http://schemas.microsoft.com/office/drawing/2014/main" id="{75C13B50-3646-43F0-B2F4-2FC1D65CE239}"/>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916">
            <a:extLst>
              <a:ext uri="{FF2B5EF4-FFF2-40B4-BE49-F238E27FC236}">
                <a16:creationId xmlns:a16="http://schemas.microsoft.com/office/drawing/2014/main" id="{93B7CF56-8315-4597-B61C-525D238A0EC3}"/>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917">
            <a:extLst>
              <a:ext uri="{FF2B5EF4-FFF2-40B4-BE49-F238E27FC236}">
                <a16:creationId xmlns:a16="http://schemas.microsoft.com/office/drawing/2014/main" id="{546EFA5C-CEEA-465D-827C-948BDAEDB5B8}"/>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918">
            <a:extLst>
              <a:ext uri="{FF2B5EF4-FFF2-40B4-BE49-F238E27FC236}">
                <a16:creationId xmlns:a16="http://schemas.microsoft.com/office/drawing/2014/main" id="{1A58974E-18BA-4BE9-8A6D-A4BE29C2C518}"/>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919">
            <a:extLst>
              <a:ext uri="{FF2B5EF4-FFF2-40B4-BE49-F238E27FC236}">
                <a16:creationId xmlns:a16="http://schemas.microsoft.com/office/drawing/2014/main" id="{21E155AB-B19F-4169-A10C-F4840EF9F91F}"/>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920">
            <a:extLst>
              <a:ext uri="{FF2B5EF4-FFF2-40B4-BE49-F238E27FC236}">
                <a16:creationId xmlns:a16="http://schemas.microsoft.com/office/drawing/2014/main" id="{33DE1FA9-3C81-4117-825A-C96D39DF0BB8}"/>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921">
            <a:extLst>
              <a:ext uri="{FF2B5EF4-FFF2-40B4-BE49-F238E27FC236}">
                <a16:creationId xmlns:a16="http://schemas.microsoft.com/office/drawing/2014/main" id="{F5BC124F-8895-460B-8B1C-FA61FF84D6D5}"/>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922">
            <a:extLst>
              <a:ext uri="{FF2B5EF4-FFF2-40B4-BE49-F238E27FC236}">
                <a16:creationId xmlns:a16="http://schemas.microsoft.com/office/drawing/2014/main" id="{2AE01536-FE8E-4994-A860-E44FBE79726F}"/>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923">
            <a:extLst>
              <a:ext uri="{FF2B5EF4-FFF2-40B4-BE49-F238E27FC236}">
                <a16:creationId xmlns:a16="http://schemas.microsoft.com/office/drawing/2014/main" id="{1E5EB77F-58D4-4CD4-B4D9-9A3B9862A55A}"/>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924">
            <a:extLst>
              <a:ext uri="{FF2B5EF4-FFF2-40B4-BE49-F238E27FC236}">
                <a16:creationId xmlns:a16="http://schemas.microsoft.com/office/drawing/2014/main" id="{D521CCD7-BC87-4570-A83B-39C6AB7C5249}"/>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925">
            <a:extLst>
              <a:ext uri="{FF2B5EF4-FFF2-40B4-BE49-F238E27FC236}">
                <a16:creationId xmlns:a16="http://schemas.microsoft.com/office/drawing/2014/main" id="{769D8F33-CC48-4498-8E04-40D5FB2BB048}"/>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926">
            <a:extLst>
              <a:ext uri="{FF2B5EF4-FFF2-40B4-BE49-F238E27FC236}">
                <a16:creationId xmlns:a16="http://schemas.microsoft.com/office/drawing/2014/main" id="{0AFFE5B3-F373-4029-AF3F-98CF88B6D4CB}"/>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927">
            <a:extLst>
              <a:ext uri="{FF2B5EF4-FFF2-40B4-BE49-F238E27FC236}">
                <a16:creationId xmlns:a16="http://schemas.microsoft.com/office/drawing/2014/main" id="{8B468956-E324-4626-8946-0EC885C4FD39}"/>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928">
            <a:extLst>
              <a:ext uri="{FF2B5EF4-FFF2-40B4-BE49-F238E27FC236}">
                <a16:creationId xmlns:a16="http://schemas.microsoft.com/office/drawing/2014/main" id="{A8156B6B-C565-4C2A-AB69-ADAD58BDB6E1}"/>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929">
            <a:extLst>
              <a:ext uri="{FF2B5EF4-FFF2-40B4-BE49-F238E27FC236}">
                <a16:creationId xmlns:a16="http://schemas.microsoft.com/office/drawing/2014/main" id="{A5D6D794-0C6C-4BB8-BE16-4C9A8859239D}"/>
              </a:ext>
            </a:extLst>
          </p:cNvPr>
          <p:cNvSpPr>
            <a:spLocks noGrp="1"/>
          </p:cNvSpPr>
          <p:nvPr/>
        </p:nvSpPr>
        <p:spPr>
          <a:xfrm>
            <a:off x="2619375" y="2162175"/>
            <a:ext cx="19050" cy="3314700"/>
          </a:xfrm>
          <a:prstGeom prst="rect">
            <a:avLst/>
          </a:prstGeom>
          <a:solidFill>
            <a:srgbClr val="146995"/>
          </a:solidFill>
          <a:ln w="0">
            <a:noFill/>
          </a:ln>
        </p:spPr>
      </p:sp>
      <p:sp>
        <p:nvSpPr>
          <p:cNvPr id="49" name="line-930">
            <a:extLst>
              <a:ext uri="{FF2B5EF4-FFF2-40B4-BE49-F238E27FC236}">
                <a16:creationId xmlns:a16="http://schemas.microsoft.com/office/drawing/2014/main" id="{18CC3C72-57A4-4908-8DB4-8E7EA80F0DD8}"/>
              </a:ext>
            </a:extLst>
          </p:cNvPr>
          <p:cNvSpPr>
            <a:spLocks noGrp="1"/>
          </p:cNvSpPr>
          <p:nvPr/>
        </p:nvSpPr>
        <p:spPr>
          <a:xfrm>
            <a:off x="971550" y="3810000"/>
            <a:ext cx="3314700" cy="19050"/>
          </a:xfrm>
          <a:prstGeom prst="rect">
            <a:avLst/>
          </a:prstGeom>
          <a:solidFill>
            <a:srgbClr val="146995"/>
          </a:solidFill>
          <a:ln w="0">
            <a:noFill/>
          </a:ln>
        </p:spPr>
      </p:sp>
      <p:sp>
        <p:nvSpPr>
          <p:cNvPr id="50" name="prose-931">
            <a:extLst>
              <a:ext uri="{FF2B5EF4-FFF2-40B4-BE49-F238E27FC236}">
                <a16:creationId xmlns:a16="http://schemas.microsoft.com/office/drawing/2014/main" id="{AD0F9273-4FC0-441B-81CB-C74AB01995EB}"/>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자식: (0001)</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2, 2) →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(6, 0, 2) →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(6, 2, 2) → "0"</a:t>
            </a:r>
          </a:p>
        </p:txBody>
      </p:sp>
      <p:sp>
        <p:nvSpPr>
          <p:cNvPr id="51" name="banner-932">
            <a:extLst>
              <a:ext uri="{FF2B5EF4-FFF2-40B4-BE49-F238E27FC236}">
                <a16:creationId xmlns:a16="http://schemas.microsoft.com/office/drawing/2014/main" id="{1CD94C77-D01E-47CB-8283-E248DF6B2F49}"/>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2" name="banner-text-933">
            <a:extLst>
              <a:ext uri="{FF2B5EF4-FFF2-40B4-BE49-F238E27FC236}">
                <a16:creationId xmlns:a16="http://schemas.microsoft.com/office/drawing/2014/main" id="{2E263340-78E9-410B-96ED-1E4C850007B0}"/>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네 답을 모두 받았습니다.</a:t>
            </a:r>
          </a:p>
        </p:txBody>
      </p:sp>
      <p:sp>
        <p:nvSpPr>
          <p:cNvPr id="53" name="caption">
            <a:extLst>
              <a:ext uri="{FF2B5EF4-FFF2-40B4-BE49-F238E27FC236}">
                <a16:creationId xmlns:a16="http://schemas.microsoft.com/office/drawing/2014/main" id="{00191B00-D910-4791-AECA-2C84E832B600}"/>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1206153125"/>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46A40B0D-366E-41A7-9988-B4C10D0E41CA}"/>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16BC19E6-2B11-4647-857D-8D3EFCF901D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78461F4-9E8D-47D3-BCCB-7692A67675D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 4×4의 답: ((0001)000)</a:t>
            </a:r>
          </a:p>
        </p:txBody>
      </p:sp>
      <p:sp>
        <p:nvSpPr>
          <p:cNvPr id="4" name="line-934">
            <a:extLst>
              <a:ext uri="{FF2B5EF4-FFF2-40B4-BE49-F238E27FC236}">
                <a16:creationId xmlns:a16="http://schemas.microsoft.com/office/drawing/2014/main" id="{6FEF0381-448A-45BD-BEA0-5F0E4801178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AC4A0E4-C0BA-411A-BACC-F8AEA3119AFB}"/>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4F2CA1F-7DC5-47B6-9576-127C2E0849D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201</a:t>
            </a:r>
            <a:endParaRPr sz="1050" b="0">
              <a:solidFill>
                <a:srgbClr val="151515"/>
              </a:solidFill>
              <a:latin typeface="Consolas"/>
              <a:ea typeface="Consolas"/>
              <a:cs typeface="Consolas"/>
            </a:endParaRPr>
          </a:p>
        </p:txBody>
      </p:sp>
      <p:sp>
        <p:nvSpPr>
          <p:cNvPr id="7" name="pixel-935">
            <a:extLst>
              <a:ext uri="{FF2B5EF4-FFF2-40B4-BE49-F238E27FC236}">
                <a16:creationId xmlns:a16="http://schemas.microsoft.com/office/drawing/2014/main" id="{F4DC1227-AE9F-4EB0-A8AF-BA85A665BBDF}"/>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936">
            <a:extLst>
              <a:ext uri="{FF2B5EF4-FFF2-40B4-BE49-F238E27FC236}">
                <a16:creationId xmlns:a16="http://schemas.microsoft.com/office/drawing/2014/main" id="{E04F6B2B-9706-4192-AF70-DB77E6277E0C}"/>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937">
            <a:extLst>
              <a:ext uri="{FF2B5EF4-FFF2-40B4-BE49-F238E27FC236}">
                <a16:creationId xmlns:a16="http://schemas.microsoft.com/office/drawing/2014/main" id="{44C2235E-639E-431E-B49D-A83F7039A580}"/>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938">
            <a:extLst>
              <a:ext uri="{FF2B5EF4-FFF2-40B4-BE49-F238E27FC236}">
                <a16:creationId xmlns:a16="http://schemas.microsoft.com/office/drawing/2014/main" id="{0B207A8B-157B-4DD8-8932-6DE7ADB34F9E}"/>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939">
            <a:extLst>
              <a:ext uri="{FF2B5EF4-FFF2-40B4-BE49-F238E27FC236}">
                <a16:creationId xmlns:a16="http://schemas.microsoft.com/office/drawing/2014/main" id="{2E1ED3F0-0CEA-427E-B9E9-1540150FBF1B}"/>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940">
            <a:extLst>
              <a:ext uri="{FF2B5EF4-FFF2-40B4-BE49-F238E27FC236}">
                <a16:creationId xmlns:a16="http://schemas.microsoft.com/office/drawing/2014/main" id="{C41C86D9-6591-4D3E-B110-1459C44BC42A}"/>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941">
            <a:extLst>
              <a:ext uri="{FF2B5EF4-FFF2-40B4-BE49-F238E27FC236}">
                <a16:creationId xmlns:a16="http://schemas.microsoft.com/office/drawing/2014/main" id="{FE296893-8C0E-4ADB-A21C-0611AF0B1346}"/>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942">
            <a:extLst>
              <a:ext uri="{FF2B5EF4-FFF2-40B4-BE49-F238E27FC236}">
                <a16:creationId xmlns:a16="http://schemas.microsoft.com/office/drawing/2014/main" id="{7509E92D-E0C7-4EBA-85A1-37685F638227}"/>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943">
            <a:extLst>
              <a:ext uri="{FF2B5EF4-FFF2-40B4-BE49-F238E27FC236}">
                <a16:creationId xmlns:a16="http://schemas.microsoft.com/office/drawing/2014/main" id="{46458D29-2C2F-4223-8955-48DEE477D7E1}"/>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944">
            <a:extLst>
              <a:ext uri="{FF2B5EF4-FFF2-40B4-BE49-F238E27FC236}">
                <a16:creationId xmlns:a16="http://schemas.microsoft.com/office/drawing/2014/main" id="{5E7548A5-9BD6-48B9-9FB3-1299CFD8E31D}"/>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945">
            <a:extLst>
              <a:ext uri="{FF2B5EF4-FFF2-40B4-BE49-F238E27FC236}">
                <a16:creationId xmlns:a16="http://schemas.microsoft.com/office/drawing/2014/main" id="{FD6BF189-878D-47D8-BD23-E034CC916630}"/>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946">
            <a:extLst>
              <a:ext uri="{FF2B5EF4-FFF2-40B4-BE49-F238E27FC236}">
                <a16:creationId xmlns:a16="http://schemas.microsoft.com/office/drawing/2014/main" id="{E9CEECB5-7BEA-4FF2-BB44-E1F599F3924B}"/>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947">
            <a:extLst>
              <a:ext uri="{FF2B5EF4-FFF2-40B4-BE49-F238E27FC236}">
                <a16:creationId xmlns:a16="http://schemas.microsoft.com/office/drawing/2014/main" id="{69AC0E98-2DB9-4166-A493-16959064247B}"/>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948">
            <a:extLst>
              <a:ext uri="{FF2B5EF4-FFF2-40B4-BE49-F238E27FC236}">
                <a16:creationId xmlns:a16="http://schemas.microsoft.com/office/drawing/2014/main" id="{99A6A76A-8ED9-417A-A217-BF73F31C43C7}"/>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949">
            <a:extLst>
              <a:ext uri="{FF2B5EF4-FFF2-40B4-BE49-F238E27FC236}">
                <a16:creationId xmlns:a16="http://schemas.microsoft.com/office/drawing/2014/main" id="{1774373A-6CB3-4204-BD4D-0A7BC64FA663}"/>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950">
            <a:extLst>
              <a:ext uri="{FF2B5EF4-FFF2-40B4-BE49-F238E27FC236}">
                <a16:creationId xmlns:a16="http://schemas.microsoft.com/office/drawing/2014/main" id="{91E87A78-73BB-42C7-84BC-8EB9E135FE4C}"/>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951">
            <a:extLst>
              <a:ext uri="{FF2B5EF4-FFF2-40B4-BE49-F238E27FC236}">
                <a16:creationId xmlns:a16="http://schemas.microsoft.com/office/drawing/2014/main" id="{18D01F58-6BD8-4063-AFA0-59E1B3008AE9}"/>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952">
            <a:extLst>
              <a:ext uri="{FF2B5EF4-FFF2-40B4-BE49-F238E27FC236}">
                <a16:creationId xmlns:a16="http://schemas.microsoft.com/office/drawing/2014/main" id="{1F58A3D6-231D-4E45-AB36-CCF1791D9E17}"/>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953">
            <a:extLst>
              <a:ext uri="{FF2B5EF4-FFF2-40B4-BE49-F238E27FC236}">
                <a16:creationId xmlns:a16="http://schemas.microsoft.com/office/drawing/2014/main" id="{C89195B9-8CAB-4174-8966-D9099BFA700E}"/>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954">
            <a:extLst>
              <a:ext uri="{FF2B5EF4-FFF2-40B4-BE49-F238E27FC236}">
                <a16:creationId xmlns:a16="http://schemas.microsoft.com/office/drawing/2014/main" id="{F3151B67-DB64-49C0-B5B2-38E1306EBC3A}"/>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955">
            <a:extLst>
              <a:ext uri="{FF2B5EF4-FFF2-40B4-BE49-F238E27FC236}">
                <a16:creationId xmlns:a16="http://schemas.microsoft.com/office/drawing/2014/main" id="{EF761B50-4FC9-401B-AB5B-1834A9903C55}"/>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956">
            <a:extLst>
              <a:ext uri="{FF2B5EF4-FFF2-40B4-BE49-F238E27FC236}">
                <a16:creationId xmlns:a16="http://schemas.microsoft.com/office/drawing/2014/main" id="{81AE220A-6FBF-4041-AA09-F589962C8A82}"/>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957">
            <a:extLst>
              <a:ext uri="{FF2B5EF4-FFF2-40B4-BE49-F238E27FC236}">
                <a16:creationId xmlns:a16="http://schemas.microsoft.com/office/drawing/2014/main" id="{3A8B9A35-8AFE-46E9-A122-A7A877D056EA}"/>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958">
            <a:extLst>
              <a:ext uri="{FF2B5EF4-FFF2-40B4-BE49-F238E27FC236}">
                <a16:creationId xmlns:a16="http://schemas.microsoft.com/office/drawing/2014/main" id="{E22709B5-09C4-488D-92E9-6A9A3D66A495}"/>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959">
            <a:extLst>
              <a:ext uri="{FF2B5EF4-FFF2-40B4-BE49-F238E27FC236}">
                <a16:creationId xmlns:a16="http://schemas.microsoft.com/office/drawing/2014/main" id="{103D4A8F-A1D1-42B9-BBFF-FE3C9C850FB9}"/>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960">
            <a:extLst>
              <a:ext uri="{FF2B5EF4-FFF2-40B4-BE49-F238E27FC236}">
                <a16:creationId xmlns:a16="http://schemas.microsoft.com/office/drawing/2014/main" id="{418941F2-B8FC-481E-AF30-C9BC8CF18877}"/>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961">
            <a:extLst>
              <a:ext uri="{FF2B5EF4-FFF2-40B4-BE49-F238E27FC236}">
                <a16:creationId xmlns:a16="http://schemas.microsoft.com/office/drawing/2014/main" id="{BCD41A28-A354-4D21-87D5-6189D34137FD}"/>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962">
            <a:extLst>
              <a:ext uri="{FF2B5EF4-FFF2-40B4-BE49-F238E27FC236}">
                <a16:creationId xmlns:a16="http://schemas.microsoft.com/office/drawing/2014/main" id="{8C99D499-20A4-420B-8A9A-9CD495B045A9}"/>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963">
            <a:extLst>
              <a:ext uri="{FF2B5EF4-FFF2-40B4-BE49-F238E27FC236}">
                <a16:creationId xmlns:a16="http://schemas.microsoft.com/office/drawing/2014/main" id="{8D997423-0817-4340-BCB3-88A0B72BDC96}"/>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964">
            <a:extLst>
              <a:ext uri="{FF2B5EF4-FFF2-40B4-BE49-F238E27FC236}">
                <a16:creationId xmlns:a16="http://schemas.microsoft.com/office/drawing/2014/main" id="{1CE22F94-AEC5-45A6-B563-8C80C03C36D2}"/>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965">
            <a:extLst>
              <a:ext uri="{FF2B5EF4-FFF2-40B4-BE49-F238E27FC236}">
                <a16:creationId xmlns:a16="http://schemas.microsoft.com/office/drawing/2014/main" id="{A98B709F-4199-4375-8CE8-9B23EBDA8C64}"/>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966">
            <a:extLst>
              <a:ext uri="{FF2B5EF4-FFF2-40B4-BE49-F238E27FC236}">
                <a16:creationId xmlns:a16="http://schemas.microsoft.com/office/drawing/2014/main" id="{27C0A786-FC22-4117-8B19-B9FA8E125E93}"/>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967">
            <a:extLst>
              <a:ext uri="{FF2B5EF4-FFF2-40B4-BE49-F238E27FC236}">
                <a16:creationId xmlns:a16="http://schemas.microsoft.com/office/drawing/2014/main" id="{128A989E-9CF3-4C2F-B631-F91991FAD3B4}"/>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968">
            <a:extLst>
              <a:ext uri="{FF2B5EF4-FFF2-40B4-BE49-F238E27FC236}">
                <a16:creationId xmlns:a16="http://schemas.microsoft.com/office/drawing/2014/main" id="{5F158B26-4BC6-4624-B65F-6EAFAEE9739A}"/>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969">
            <a:extLst>
              <a:ext uri="{FF2B5EF4-FFF2-40B4-BE49-F238E27FC236}">
                <a16:creationId xmlns:a16="http://schemas.microsoft.com/office/drawing/2014/main" id="{254D3333-42AB-4CC1-A982-66D668D192E0}"/>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970">
            <a:extLst>
              <a:ext uri="{FF2B5EF4-FFF2-40B4-BE49-F238E27FC236}">
                <a16:creationId xmlns:a16="http://schemas.microsoft.com/office/drawing/2014/main" id="{48D9AE6E-CCFF-45F6-95E0-88791C7D59F4}"/>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971">
            <a:extLst>
              <a:ext uri="{FF2B5EF4-FFF2-40B4-BE49-F238E27FC236}">
                <a16:creationId xmlns:a16="http://schemas.microsoft.com/office/drawing/2014/main" id="{23B02DCB-9EC6-4CA0-8A94-1008DCC6D46F}"/>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972">
            <a:extLst>
              <a:ext uri="{FF2B5EF4-FFF2-40B4-BE49-F238E27FC236}">
                <a16:creationId xmlns:a16="http://schemas.microsoft.com/office/drawing/2014/main" id="{0CDC353F-1812-41D8-B83B-EB632941F1A0}"/>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973">
            <a:extLst>
              <a:ext uri="{FF2B5EF4-FFF2-40B4-BE49-F238E27FC236}">
                <a16:creationId xmlns:a16="http://schemas.microsoft.com/office/drawing/2014/main" id="{98CC8F0D-D8CD-49C9-8A38-CF9AEB254ED7}"/>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974">
            <a:extLst>
              <a:ext uri="{FF2B5EF4-FFF2-40B4-BE49-F238E27FC236}">
                <a16:creationId xmlns:a16="http://schemas.microsoft.com/office/drawing/2014/main" id="{25D76CA5-10DF-4C8A-802A-7958B21D3FED}"/>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975">
            <a:extLst>
              <a:ext uri="{FF2B5EF4-FFF2-40B4-BE49-F238E27FC236}">
                <a16:creationId xmlns:a16="http://schemas.microsoft.com/office/drawing/2014/main" id="{9383FE7A-F3B1-4A29-9A3A-7BA772731D25}"/>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976">
            <a:extLst>
              <a:ext uri="{FF2B5EF4-FFF2-40B4-BE49-F238E27FC236}">
                <a16:creationId xmlns:a16="http://schemas.microsoft.com/office/drawing/2014/main" id="{BC1B1F0F-D0C6-4985-A4CB-B0009B6A354F}"/>
              </a:ext>
            </a:extLst>
          </p:cNvPr>
          <p:cNvSpPr>
            <a:spLocks noGrp="1"/>
          </p:cNvSpPr>
          <p:nvPr/>
        </p:nvSpPr>
        <p:spPr>
          <a:xfrm>
            <a:off x="2619375" y="2162175"/>
            <a:ext cx="19050" cy="3314700"/>
          </a:xfrm>
          <a:prstGeom prst="rect">
            <a:avLst/>
          </a:prstGeom>
          <a:solidFill>
            <a:srgbClr val="146995"/>
          </a:solidFill>
          <a:ln w="0">
            <a:noFill/>
          </a:ln>
        </p:spPr>
      </p:sp>
      <p:sp>
        <p:nvSpPr>
          <p:cNvPr id="49" name="line-977">
            <a:extLst>
              <a:ext uri="{FF2B5EF4-FFF2-40B4-BE49-F238E27FC236}">
                <a16:creationId xmlns:a16="http://schemas.microsoft.com/office/drawing/2014/main" id="{874861DF-B29A-45A0-9132-B69B5A3077CB}"/>
              </a:ext>
            </a:extLst>
          </p:cNvPr>
          <p:cNvSpPr>
            <a:spLocks noGrp="1"/>
          </p:cNvSpPr>
          <p:nvPr/>
        </p:nvSpPr>
        <p:spPr>
          <a:xfrm>
            <a:off x="971550" y="3810000"/>
            <a:ext cx="3314700" cy="19050"/>
          </a:xfrm>
          <a:prstGeom prst="rect">
            <a:avLst/>
          </a:prstGeom>
          <a:solidFill>
            <a:srgbClr val="146995"/>
          </a:solidFill>
          <a:ln w="0">
            <a:noFill/>
          </a:ln>
        </p:spPr>
      </p:sp>
      <p:sp>
        <p:nvSpPr>
          <p:cNvPr id="50" name="prose-978">
            <a:extLst>
              <a:ext uri="{FF2B5EF4-FFF2-40B4-BE49-F238E27FC236}">
                <a16:creationId xmlns:a16="http://schemas.microsoft.com/office/drawing/2014/main" id="{1FD89F90-C7E5-4055-BD2E-CFB435E1DF71}"/>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4×4가 받은 네 결과</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(0001) / 0 / 0 / 0</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자기 괄호로 한 번 더 묶습니다.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"((0001)000)"</a:t>
            </a:r>
          </a:p>
        </p:txBody>
      </p:sp>
      <p:sp>
        <p:nvSpPr>
          <p:cNvPr id="51" name="banner-979">
            <a:extLst>
              <a:ext uri="{FF2B5EF4-FFF2-40B4-BE49-F238E27FC236}">
                <a16:creationId xmlns:a16="http://schemas.microsoft.com/office/drawing/2014/main" id="{65FB461B-0995-49B6-A5C8-BF0B2EA9BEB4}"/>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2" name="banner-text-980">
            <a:extLst>
              <a:ext uri="{FF2B5EF4-FFF2-40B4-BE49-F238E27FC236}">
                <a16:creationId xmlns:a16="http://schemas.microsoft.com/office/drawing/2014/main" id="{9B9F2529-8D39-492C-9F76-17BB77D355E5}"/>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 ( 0 1 ((0001)000) ? )</a:t>
            </a:r>
          </a:p>
        </p:txBody>
      </p:sp>
      <p:sp>
        <p:nvSpPr>
          <p:cNvPr id="53" name="caption">
            <a:extLst>
              <a:ext uri="{FF2B5EF4-FFF2-40B4-BE49-F238E27FC236}">
                <a16:creationId xmlns:a16="http://schemas.microsoft.com/office/drawing/2014/main" id="{E829E4B7-703E-46F2-824F-1902359D8D36}"/>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53273725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80111E4B-0FF2-45E7-9FF2-0BB293FF5DD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86055661-C357-4D70-B395-988711E1E4D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FCC3DA-CDC8-4FEA-9967-B4ADF8E8A9A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우하: 마지막 16칸도 0 하나</a:t>
            </a:r>
          </a:p>
        </p:txBody>
      </p:sp>
      <p:sp>
        <p:nvSpPr>
          <p:cNvPr id="4" name="line-981">
            <a:extLst>
              <a:ext uri="{FF2B5EF4-FFF2-40B4-BE49-F238E27FC236}">
                <a16:creationId xmlns:a16="http://schemas.microsoft.com/office/drawing/2014/main" id="{D1DAFF3C-6689-4BE2-A3A5-682B0B6FFF3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836F95C-E377-4459-A41E-B4680EE417DC}"/>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B1D4B05-C493-4F9E-856A-930FF6A86A4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202</a:t>
            </a:r>
            <a:endParaRPr sz="1050" b="0">
              <a:solidFill>
                <a:srgbClr val="151515"/>
              </a:solidFill>
              <a:latin typeface="Consolas"/>
              <a:ea typeface="Consolas"/>
              <a:cs typeface="Consolas"/>
            </a:endParaRPr>
          </a:p>
        </p:txBody>
      </p:sp>
      <p:sp>
        <p:nvSpPr>
          <p:cNvPr id="7" name="pixel-982">
            <a:extLst>
              <a:ext uri="{FF2B5EF4-FFF2-40B4-BE49-F238E27FC236}">
                <a16:creationId xmlns:a16="http://schemas.microsoft.com/office/drawing/2014/main" id="{1AD35F28-06CF-4AC6-926F-9408C9EA9EC6}"/>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983">
            <a:extLst>
              <a:ext uri="{FF2B5EF4-FFF2-40B4-BE49-F238E27FC236}">
                <a16:creationId xmlns:a16="http://schemas.microsoft.com/office/drawing/2014/main" id="{662AEECD-FC7A-47C2-96EB-16E1B6CB16AB}"/>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984">
            <a:extLst>
              <a:ext uri="{FF2B5EF4-FFF2-40B4-BE49-F238E27FC236}">
                <a16:creationId xmlns:a16="http://schemas.microsoft.com/office/drawing/2014/main" id="{BF5266F7-5A2A-4422-A972-25971EF4351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985">
            <a:extLst>
              <a:ext uri="{FF2B5EF4-FFF2-40B4-BE49-F238E27FC236}">
                <a16:creationId xmlns:a16="http://schemas.microsoft.com/office/drawing/2014/main" id="{50464146-3245-45A4-84C7-5EBBE8EA1103}"/>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986">
            <a:extLst>
              <a:ext uri="{FF2B5EF4-FFF2-40B4-BE49-F238E27FC236}">
                <a16:creationId xmlns:a16="http://schemas.microsoft.com/office/drawing/2014/main" id="{559746B7-BD7B-48A0-A358-8396D1318B72}"/>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987">
            <a:extLst>
              <a:ext uri="{FF2B5EF4-FFF2-40B4-BE49-F238E27FC236}">
                <a16:creationId xmlns:a16="http://schemas.microsoft.com/office/drawing/2014/main" id="{95ADFC0B-B15A-4ECC-BE67-817C652FABBB}"/>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988">
            <a:extLst>
              <a:ext uri="{FF2B5EF4-FFF2-40B4-BE49-F238E27FC236}">
                <a16:creationId xmlns:a16="http://schemas.microsoft.com/office/drawing/2014/main" id="{506015C8-98C7-436A-909D-F8A906A91D32}"/>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989">
            <a:extLst>
              <a:ext uri="{FF2B5EF4-FFF2-40B4-BE49-F238E27FC236}">
                <a16:creationId xmlns:a16="http://schemas.microsoft.com/office/drawing/2014/main" id="{06A659F5-3B8A-4DAF-91A4-3DF216E30F56}"/>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990">
            <a:extLst>
              <a:ext uri="{FF2B5EF4-FFF2-40B4-BE49-F238E27FC236}">
                <a16:creationId xmlns:a16="http://schemas.microsoft.com/office/drawing/2014/main" id="{B0E76AEC-DCFC-4419-A0E5-9DA0CCFAC479}"/>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991">
            <a:extLst>
              <a:ext uri="{FF2B5EF4-FFF2-40B4-BE49-F238E27FC236}">
                <a16:creationId xmlns:a16="http://schemas.microsoft.com/office/drawing/2014/main" id="{98BCE6A0-45D6-4E2B-81BB-189DAEB9BCC2}"/>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992">
            <a:extLst>
              <a:ext uri="{FF2B5EF4-FFF2-40B4-BE49-F238E27FC236}">
                <a16:creationId xmlns:a16="http://schemas.microsoft.com/office/drawing/2014/main" id="{3E82A568-4D1D-4194-A9CC-575728CAB52B}"/>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993">
            <a:extLst>
              <a:ext uri="{FF2B5EF4-FFF2-40B4-BE49-F238E27FC236}">
                <a16:creationId xmlns:a16="http://schemas.microsoft.com/office/drawing/2014/main" id="{163DB628-FE9B-441F-8702-3861CB4CC639}"/>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994">
            <a:extLst>
              <a:ext uri="{FF2B5EF4-FFF2-40B4-BE49-F238E27FC236}">
                <a16:creationId xmlns:a16="http://schemas.microsoft.com/office/drawing/2014/main" id="{FE6559CD-E68A-4207-9179-BA2EF0D9F162}"/>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995">
            <a:extLst>
              <a:ext uri="{FF2B5EF4-FFF2-40B4-BE49-F238E27FC236}">
                <a16:creationId xmlns:a16="http://schemas.microsoft.com/office/drawing/2014/main" id="{94EF4341-9E83-4E4F-B855-8264DF297E7E}"/>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996">
            <a:extLst>
              <a:ext uri="{FF2B5EF4-FFF2-40B4-BE49-F238E27FC236}">
                <a16:creationId xmlns:a16="http://schemas.microsoft.com/office/drawing/2014/main" id="{961A4012-C070-4B4B-BDB5-6AE8FFAE70BC}"/>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997">
            <a:extLst>
              <a:ext uri="{FF2B5EF4-FFF2-40B4-BE49-F238E27FC236}">
                <a16:creationId xmlns:a16="http://schemas.microsoft.com/office/drawing/2014/main" id="{67DAD5BE-F41D-4574-A8B2-873AFA8BA3BD}"/>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998">
            <a:extLst>
              <a:ext uri="{FF2B5EF4-FFF2-40B4-BE49-F238E27FC236}">
                <a16:creationId xmlns:a16="http://schemas.microsoft.com/office/drawing/2014/main" id="{336D82A1-A86E-41BD-901A-B7A577B1F93C}"/>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999">
            <a:extLst>
              <a:ext uri="{FF2B5EF4-FFF2-40B4-BE49-F238E27FC236}">
                <a16:creationId xmlns:a16="http://schemas.microsoft.com/office/drawing/2014/main" id="{A639A5E0-BCD1-4E65-9FE0-234F78F6A09F}"/>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000">
            <a:extLst>
              <a:ext uri="{FF2B5EF4-FFF2-40B4-BE49-F238E27FC236}">
                <a16:creationId xmlns:a16="http://schemas.microsoft.com/office/drawing/2014/main" id="{B89EB9C9-15F3-46BB-A398-989EC7AD5139}"/>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001">
            <a:extLst>
              <a:ext uri="{FF2B5EF4-FFF2-40B4-BE49-F238E27FC236}">
                <a16:creationId xmlns:a16="http://schemas.microsoft.com/office/drawing/2014/main" id="{49CF461E-41CB-4C6B-8B57-B35EA7E48FC5}"/>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002">
            <a:extLst>
              <a:ext uri="{FF2B5EF4-FFF2-40B4-BE49-F238E27FC236}">
                <a16:creationId xmlns:a16="http://schemas.microsoft.com/office/drawing/2014/main" id="{86FFDFD3-A083-446F-9C28-D7AD98A59540}"/>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003">
            <a:extLst>
              <a:ext uri="{FF2B5EF4-FFF2-40B4-BE49-F238E27FC236}">
                <a16:creationId xmlns:a16="http://schemas.microsoft.com/office/drawing/2014/main" id="{E501F492-D8C5-48AF-9880-4AB048C7826F}"/>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004">
            <a:extLst>
              <a:ext uri="{FF2B5EF4-FFF2-40B4-BE49-F238E27FC236}">
                <a16:creationId xmlns:a16="http://schemas.microsoft.com/office/drawing/2014/main" id="{1E1F7974-773A-4F6D-8316-9360A8FC03B3}"/>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005">
            <a:extLst>
              <a:ext uri="{FF2B5EF4-FFF2-40B4-BE49-F238E27FC236}">
                <a16:creationId xmlns:a16="http://schemas.microsoft.com/office/drawing/2014/main" id="{777CB1BC-E529-4D71-9415-14B8FFEBE10D}"/>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006">
            <a:extLst>
              <a:ext uri="{FF2B5EF4-FFF2-40B4-BE49-F238E27FC236}">
                <a16:creationId xmlns:a16="http://schemas.microsoft.com/office/drawing/2014/main" id="{69528A49-C2A1-4CF9-8ED3-555C41757A1D}"/>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007">
            <a:extLst>
              <a:ext uri="{FF2B5EF4-FFF2-40B4-BE49-F238E27FC236}">
                <a16:creationId xmlns:a16="http://schemas.microsoft.com/office/drawing/2014/main" id="{FD1388E6-1106-47CF-A58A-6FFB2F967F94}"/>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008">
            <a:extLst>
              <a:ext uri="{FF2B5EF4-FFF2-40B4-BE49-F238E27FC236}">
                <a16:creationId xmlns:a16="http://schemas.microsoft.com/office/drawing/2014/main" id="{955FD4F8-527C-48A1-9F62-758DEA0E776E}"/>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009">
            <a:extLst>
              <a:ext uri="{FF2B5EF4-FFF2-40B4-BE49-F238E27FC236}">
                <a16:creationId xmlns:a16="http://schemas.microsoft.com/office/drawing/2014/main" id="{A34912D1-656A-4226-A5E0-625E940E7A05}"/>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010">
            <a:extLst>
              <a:ext uri="{FF2B5EF4-FFF2-40B4-BE49-F238E27FC236}">
                <a16:creationId xmlns:a16="http://schemas.microsoft.com/office/drawing/2014/main" id="{C92D60F1-A5C1-4D7F-B814-F7CC41871F6E}"/>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011">
            <a:extLst>
              <a:ext uri="{FF2B5EF4-FFF2-40B4-BE49-F238E27FC236}">
                <a16:creationId xmlns:a16="http://schemas.microsoft.com/office/drawing/2014/main" id="{1232BB1E-055A-4E81-B711-695DC3C9B139}"/>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012">
            <a:extLst>
              <a:ext uri="{FF2B5EF4-FFF2-40B4-BE49-F238E27FC236}">
                <a16:creationId xmlns:a16="http://schemas.microsoft.com/office/drawing/2014/main" id="{794FCAD2-87A0-4661-BB2E-BCE1CD38A0F4}"/>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013">
            <a:extLst>
              <a:ext uri="{FF2B5EF4-FFF2-40B4-BE49-F238E27FC236}">
                <a16:creationId xmlns:a16="http://schemas.microsoft.com/office/drawing/2014/main" id="{76A11792-FAA8-4370-B365-4D722C8EC842}"/>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014">
            <a:extLst>
              <a:ext uri="{FF2B5EF4-FFF2-40B4-BE49-F238E27FC236}">
                <a16:creationId xmlns:a16="http://schemas.microsoft.com/office/drawing/2014/main" id="{971080B6-5D47-45C8-B4B0-2326B71927B9}"/>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015">
            <a:extLst>
              <a:ext uri="{FF2B5EF4-FFF2-40B4-BE49-F238E27FC236}">
                <a16:creationId xmlns:a16="http://schemas.microsoft.com/office/drawing/2014/main" id="{784D6BD8-12AE-4144-9814-0434FC739349}"/>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016">
            <a:extLst>
              <a:ext uri="{FF2B5EF4-FFF2-40B4-BE49-F238E27FC236}">
                <a16:creationId xmlns:a16="http://schemas.microsoft.com/office/drawing/2014/main" id="{1C425218-99C5-429C-939F-4C88E57D491C}"/>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017">
            <a:extLst>
              <a:ext uri="{FF2B5EF4-FFF2-40B4-BE49-F238E27FC236}">
                <a16:creationId xmlns:a16="http://schemas.microsoft.com/office/drawing/2014/main" id="{CBAB9626-C6EE-484C-872B-D7DBF3835A22}"/>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018">
            <a:extLst>
              <a:ext uri="{FF2B5EF4-FFF2-40B4-BE49-F238E27FC236}">
                <a16:creationId xmlns:a16="http://schemas.microsoft.com/office/drawing/2014/main" id="{2DB8B4B9-46BF-482C-B364-7FD39A5EC59C}"/>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019">
            <a:extLst>
              <a:ext uri="{FF2B5EF4-FFF2-40B4-BE49-F238E27FC236}">
                <a16:creationId xmlns:a16="http://schemas.microsoft.com/office/drawing/2014/main" id="{CC3D046F-8B48-4101-8E78-0971615CDB80}"/>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020">
            <a:extLst>
              <a:ext uri="{FF2B5EF4-FFF2-40B4-BE49-F238E27FC236}">
                <a16:creationId xmlns:a16="http://schemas.microsoft.com/office/drawing/2014/main" id="{324A4923-4350-43D1-94BC-9791459FC919}"/>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021">
            <a:extLst>
              <a:ext uri="{FF2B5EF4-FFF2-40B4-BE49-F238E27FC236}">
                <a16:creationId xmlns:a16="http://schemas.microsoft.com/office/drawing/2014/main" id="{2C273ACD-87EF-4016-8027-CEB84A08F49E}"/>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022">
            <a:extLst>
              <a:ext uri="{FF2B5EF4-FFF2-40B4-BE49-F238E27FC236}">
                <a16:creationId xmlns:a16="http://schemas.microsoft.com/office/drawing/2014/main" id="{DF37EF12-2873-466A-ADEF-B30116A76974}"/>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023">
            <a:extLst>
              <a:ext uri="{FF2B5EF4-FFF2-40B4-BE49-F238E27FC236}">
                <a16:creationId xmlns:a16="http://schemas.microsoft.com/office/drawing/2014/main" id="{C0DD1210-6AD5-4B26-BBC7-1501B323475D}"/>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024">
            <a:extLst>
              <a:ext uri="{FF2B5EF4-FFF2-40B4-BE49-F238E27FC236}">
                <a16:creationId xmlns:a16="http://schemas.microsoft.com/office/drawing/2014/main" id="{29E44DC5-0186-4B08-B35D-97DD05730D3F}"/>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025">
            <a:extLst>
              <a:ext uri="{FF2B5EF4-FFF2-40B4-BE49-F238E27FC236}">
                <a16:creationId xmlns:a16="http://schemas.microsoft.com/office/drawing/2014/main" id="{834B0CED-0F76-4C47-A003-DEE8F1D0061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026">
            <a:extLst>
              <a:ext uri="{FF2B5EF4-FFF2-40B4-BE49-F238E27FC236}">
                <a16:creationId xmlns:a16="http://schemas.microsoft.com/office/drawing/2014/main" id="{3B4FF5EA-F91F-41E6-AE6E-A5CE3A41C458}"/>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027">
            <a:extLst>
              <a:ext uri="{FF2B5EF4-FFF2-40B4-BE49-F238E27FC236}">
                <a16:creationId xmlns:a16="http://schemas.microsoft.com/office/drawing/2014/main" id="{2AA3CEF8-6CF3-4E58-BD74-F78F55EF125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028">
            <a:extLst>
              <a:ext uri="{FF2B5EF4-FFF2-40B4-BE49-F238E27FC236}">
                <a16:creationId xmlns:a16="http://schemas.microsoft.com/office/drawing/2014/main" id="{881F1040-D76F-4BBD-9D49-5458A3062B8C}"/>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029">
            <a:extLst>
              <a:ext uri="{FF2B5EF4-FFF2-40B4-BE49-F238E27FC236}">
                <a16:creationId xmlns:a16="http://schemas.microsoft.com/office/drawing/2014/main" id="{0347EA44-B970-46E6-9370-E300F1D33D16}"/>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030">
            <a:extLst>
              <a:ext uri="{FF2B5EF4-FFF2-40B4-BE49-F238E27FC236}">
                <a16:creationId xmlns:a16="http://schemas.microsoft.com/office/drawing/2014/main" id="{B0C3BC7E-A4EF-46D7-A12E-DD3E28CD7CB2}"/>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031">
            <a:extLst>
              <a:ext uri="{FF2B5EF4-FFF2-40B4-BE49-F238E27FC236}">
                <a16:creationId xmlns:a16="http://schemas.microsoft.com/office/drawing/2014/main" id="{5B72CD04-C0AE-4971-8190-0C57C6019A58}"/>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032">
            <a:extLst>
              <a:ext uri="{FF2B5EF4-FFF2-40B4-BE49-F238E27FC236}">
                <a16:creationId xmlns:a16="http://schemas.microsoft.com/office/drawing/2014/main" id="{2D1AF4E5-FE5B-44CA-987E-778BFFD5CB96}"/>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033">
            <a:extLst>
              <a:ext uri="{FF2B5EF4-FFF2-40B4-BE49-F238E27FC236}">
                <a16:creationId xmlns:a16="http://schemas.microsoft.com/office/drawing/2014/main" id="{2AEA1597-A01D-4658-A399-4A71FA9FA090}"/>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034">
            <a:extLst>
              <a:ext uri="{FF2B5EF4-FFF2-40B4-BE49-F238E27FC236}">
                <a16:creationId xmlns:a16="http://schemas.microsoft.com/office/drawing/2014/main" id="{A0BB4245-205F-4BD9-94F3-87D77FCE4A44}"/>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035">
            <a:extLst>
              <a:ext uri="{FF2B5EF4-FFF2-40B4-BE49-F238E27FC236}">
                <a16:creationId xmlns:a16="http://schemas.microsoft.com/office/drawing/2014/main" id="{026C854B-6596-439B-8D82-969B78730D39}"/>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036">
            <a:extLst>
              <a:ext uri="{FF2B5EF4-FFF2-40B4-BE49-F238E27FC236}">
                <a16:creationId xmlns:a16="http://schemas.microsoft.com/office/drawing/2014/main" id="{275D8698-D63B-41A1-B354-64805C56250D}"/>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037">
            <a:extLst>
              <a:ext uri="{FF2B5EF4-FFF2-40B4-BE49-F238E27FC236}">
                <a16:creationId xmlns:a16="http://schemas.microsoft.com/office/drawing/2014/main" id="{FF076814-C5FC-4460-A628-12F15DB6B89D}"/>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038">
            <a:extLst>
              <a:ext uri="{FF2B5EF4-FFF2-40B4-BE49-F238E27FC236}">
                <a16:creationId xmlns:a16="http://schemas.microsoft.com/office/drawing/2014/main" id="{2F220B96-0503-4BD8-BC55-980B84387BD4}"/>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039">
            <a:extLst>
              <a:ext uri="{FF2B5EF4-FFF2-40B4-BE49-F238E27FC236}">
                <a16:creationId xmlns:a16="http://schemas.microsoft.com/office/drawing/2014/main" id="{F796C12B-5B40-494E-8CE6-FE6888BD6B75}"/>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040">
            <a:extLst>
              <a:ext uri="{FF2B5EF4-FFF2-40B4-BE49-F238E27FC236}">
                <a16:creationId xmlns:a16="http://schemas.microsoft.com/office/drawing/2014/main" id="{C81E505F-FA3A-47EA-AF61-04D80BE6B634}"/>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041">
            <a:extLst>
              <a:ext uri="{FF2B5EF4-FFF2-40B4-BE49-F238E27FC236}">
                <a16:creationId xmlns:a16="http://schemas.microsoft.com/office/drawing/2014/main" id="{DEAC5669-B506-4A90-96DC-2474F6F2EFFF}"/>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042">
            <a:extLst>
              <a:ext uri="{FF2B5EF4-FFF2-40B4-BE49-F238E27FC236}">
                <a16:creationId xmlns:a16="http://schemas.microsoft.com/office/drawing/2014/main" id="{D8CEFAB4-AD1E-4B66-A2CB-A24B829F6BE6}"/>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043">
            <a:extLst>
              <a:ext uri="{FF2B5EF4-FFF2-40B4-BE49-F238E27FC236}">
                <a16:creationId xmlns:a16="http://schemas.microsoft.com/office/drawing/2014/main" id="{963C0D07-9F57-4665-88AD-CFCAEFCE04BF}"/>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044">
            <a:extLst>
              <a:ext uri="{FF2B5EF4-FFF2-40B4-BE49-F238E27FC236}">
                <a16:creationId xmlns:a16="http://schemas.microsoft.com/office/drawing/2014/main" id="{B003D29C-AC2C-423D-B8D5-E075DA200BBC}"/>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045">
            <a:extLst>
              <a:ext uri="{FF2B5EF4-FFF2-40B4-BE49-F238E27FC236}">
                <a16:creationId xmlns:a16="http://schemas.microsoft.com/office/drawing/2014/main" id="{762EBFBB-D3F3-4387-89B6-7EBD59E155BB}"/>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046">
            <a:extLst>
              <a:ext uri="{FF2B5EF4-FFF2-40B4-BE49-F238E27FC236}">
                <a16:creationId xmlns:a16="http://schemas.microsoft.com/office/drawing/2014/main" id="{E96F5A63-CDA4-4AFE-9AD1-383DCE403FF3}"/>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047">
            <a:extLst>
              <a:ext uri="{FF2B5EF4-FFF2-40B4-BE49-F238E27FC236}">
                <a16:creationId xmlns:a16="http://schemas.microsoft.com/office/drawing/2014/main" id="{95902C90-4BD3-479D-B503-84225FF182E8}"/>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048">
            <a:extLst>
              <a:ext uri="{FF2B5EF4-FFF2-40B4-BE49-F238E27FC236}">
                <a16:creationId xmlns:a16="http://schemas.microsoft.com/office/drawing/2014/main" id="{DDE9A7A8-5BBE-4527-A631-A4E335D629E6}"/>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049">
            <a:extLst>
              <a:ext uri="{FF2B5EF4-FFF2-40B4-BE49-F238E27FC236}">
                <a16:creationId xmlns:a16="http://schemas.microsoft.com/office/drawing/2014/main" id="{9C329776-C775-4AC1-B295-B364F42E96FC}"/>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050">
            <a:extLst>
              <a:ext uri="{FF2B5EF4-FFF2-40B4-BE49-F238E27FC236}">
                <a16:creationId xmlns:a16="http://schemas.microsoft.com/office/drawing/2014/main" id="{8C9F1FAB-9EC3-498C-A94B-13D6C60594B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051">
            <a:extLst>
              <a:ext uri="{FF2B5EF4-FFF2-40B4-BE49-F238E27FC236}">
                <a16:creationId xmlns:a16="http://schemas.microsoft.com/office/drawing/2014/main" id="{D02BD140-D466-45D9-A1F1-61B1FFAB9918}"/>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052">
            <a:extLst>
              <a:ext uri="{FF2B5EF4-FFF2-40B4-BE49-F238E27FC236}">
                <a16:creationId xmlns:a16="http://schemas.microsoft.com/office/drawing/2014/main" id="{81304DFA-9090-49AE-8CB6-69699350F4CF}"/>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053">
            <a:extLst>
              <a:ext uri="{FF2B5EF4-FFF2-40B4-BE49-F238E27FC236}">
                <a16:creationId xmlns:a16="http://schemas.microsoft.com/office/drawing/2014/main" id="{8B8314BE-7F8E-4897-B234-542C6308CB51}"/>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054">
            <a:extLst>
              <a:ext uri="{FF2B5EF4-FFF2-40B4-BE49-F238E27FC236}">
                <a16:creationId xmlns:a16="http://schemas.microsoft.com/office/drawing/2014/main" id="{B033BF76-DD1C-4B64-A5B0-BFA5ACC1A34E}"/>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055">
            <a:extLst>
              <a:ext uri="{FF2B5EF4-FFF2-40B4-BE49-F238E27FC236}">
                <a16:creationId xmlns:a16="http://schemas.microsoft.com/office/drawing/2014/main" id="{198734D4-104F-4D3E-8988-82BE8DBEEE1F}"/>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056">
            <a:extLst>
              <a:ext uri="{FF2B5EF4-FFF2-40B4-BE49-F238E27FC236}">
                <a16:creationId xmlns:a16="http://schemas.microsoft.com/office/drawing/2014/main" id="{FA29A9DA-1373-46AA-AC19-F427ED2EE65D}"/>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057">
            <a:extLst>
              <a:ext uri="{FF2B5EF4-FFF2-40B4-BE49-F238E27FC236}">
                <a16:creationId xmlns:a16="http://schemas.microsoft.com/office/drawing/2014/main" id="{D1FD7452-7FFD-4C82-BDE2-9AC22EDFD919}"/>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058">
            <a:extLst>
              <a:ext uri="{FF2B5EF4-FFF2-40B4-BE49-F238E27FC236}">
                <a16:creationId xmlns:a16="http://schemas.microsoft.com/office/drawing/2014/main" id="{8861D18A-3155-4CFF-B819-2597CB5B6FFB}"/>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059">
            <a:extLst>
              <a:ext uri="{FF2B5EF4-FFF2-40B4-BE49-F238E27FC236}">
                <a16:creationId xmlns:a16="http://schemas.microsoft.com/office/drawing/2014/main" id="{5ADF1EB6-C9C2-48A5-A45D-3A64FDAEFED2}"/>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060">
            <a:extLst>
              <a:ext uri="{FF2B5EF4-FFF2-40B4-BE49-F238E27FC236}">
                <a16:creationId xmlns:a16="http://schemas.microsoft.com/office/drawing/2014/main" id="{880AF3E1-7A23-476E-936E-4C937E95D2B6}"/>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061">
            <a:extLst>
              <a:ext uri="{FF2B5EF4-FFF2-40B4-BE49-F238E27FC236}">
                <a16:creationId xmlns:a16="http://schemas.microsoft.com/office/drawing/2014/main" id="{57F196A1-708E-488E-8D08-BD12FE747A18}"/>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062">
            <a:extLst>
              <a:ext uri="{FF2B5EF4-FFF2-40B4-BE49-F238E27FC236}">
                <a16:creationId xmlns:a16="http://schemas.microsoft.com/office/drawing/2014/main" id="{5351443E-C188-4D1B-A7B3-F8379D4B231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063">
            <a:extLst>
              <a:ext uri="{FF2B5EF4-FFF2-40B4-BE49-F238E27FC236}">
                <a16:creationId xmlns:a16="http://schemas.microsoft.com/office/drawing/2014/main" id="{3A8B15B0-15E0-4BD7-B422-03954D4202AD}"/>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064">
            <a:extLst>
              <a:ext uri="{FF2B5EF4-FFF2-40B4-BE49-F238E27FC236}">
                <a16:creationId xmlns:a16="http://schemas.microsoft.com/office/drawing/2014/main" id="{DBF84D1B-D171-4789-99E1-28957E13D3A9}"/>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065">
            <a:extLst>
              <a:ext uri="{FF2B5EF4-FFF2-40B4-BE49-F238E27FC236}">
                <a16:creationId xmlns:a16="http://schemas.microsoft.com/office/drawing/2014/main" id="{9C39B817-004B-4EBB-8C8D-A5F58AD773A7}"/>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066">
            <a:extLst>
              <a:ext uri="{FF2B5EF4-FFF2-40B4-BE49-F238E27FC236}">
                <a16:creationId xmlns:a16="http://schemas.microsoft.com/office/drawing/2014/main" id="{0772FF90-9B60-46D7-9500-75A17855EA4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067">
            <a:extLst>
              <a:ext uri="{FF2B5EF4-FFF2-40B4-BE49-F238E27FC236}">
                <a16:creationId xmlns:a16="http://schemas.microsoft.com/office/drawing/2014/main" id="{23AFA5DA-B53F-4BAE-B73A-5B1FDAE4BA34}"/>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068">
            <a:extLst>
              <a:ext uri="{FF2B5EF4-FFF2-40B4-BE49-F238E27FC236}">
                <a16:creationId xmlns:a16="http://schemas.microsoft.com/office/drawing/2014/main" id="{AC3EF7E6-DD48-4369-A779-89E5E075915A}"/>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069">
            <a:extLst>
              <a:ext uri="{FF2B5EF4-FFF2-40B4-BE49-F238E27FC236}">
                <a16:creationId xmlns:a16="http://schemas.microsoft.com/office/drawing/2014/main" id="{4C47553C-ADF9-4A92-860B-5A2C2219A703}"/>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070">
            <a:extLst>
              <a:ext uri="{FF2B5EF4-FFF2-40B4-BE49-F238E27FC236}">
                <a16:creationId xmlns:a16="http://schemas.microsoft.com/office/drawing/2014/main" id="{467695E8-37CD-4B98-AD12-DA8C193542B9}"/>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071">
            <a:extLst>
              <a:ext uri="{FF2B5EF4-FFF2-40B4-BE49-F238E27FC236}">
                <a16:creationId xmlns:a16="http://schemas.microsoft.com/office/drawing/2014/main" id="{97786905-C607-4283-8923-CB4184089203}"/>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072">
            <a:extLst>
              <a:ext uri="{FF2B5EF4-FFF2-40B4-BE49-F238E27FC236}">
                <a16:creationId xmlns:a16="http://schemas.microsoft.com/office/drawing/2014/main" id="{551CD405-9715-4689-883E-A9AA0795D626}"/>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073">
            <a:extLst>
              <a:ext uri="{FF2B5EF4-FFF2-40B4-BE49-F238E27FC236}">
                <a16:creationId xmlns:a16="http://schemas.microsoft.com/office/drawing/2014/main" id="{01F334F4-AE86-4915-9E32-BCD45FC9F7AB}"/>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074">
            <a:extLst>
              <a:ext uri="{FF2B5EF4-FFF2-40B4-BE49-F238E27FC236}">
                <a16:creationId xmlns:a16="http://schemas.microsoft.com/office/drawing/2014/main" id="{E98C95F9-C251-46D0-8C14-4348EEE00788}"/>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075">
            <a:extLst>
              <a:ext uri="{FF2B5EF4-FFF2-40B4-BE49-F238E27FC236}">
                <a16:creationId xmlns:a16="http://schemas.microsoft.com/office/drawing/2014/main" id="{5CA28FF6-BAC6-40CA-8E38-970FADEEEFEA}"/>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076">
            <a:extLst>
              <a:ext uri="{FF2B5EF4-FFF2-40B4-BE49-F238E27FC236}">
                <a16:creationId xmlns:a16="http://schemas.microsoft.com/office/drawing/2014/main" id="{3B0DCAE4-CAC4-4481-909E-1FB62F3CF3AD}"/>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077">
            <a:extLst>
              <a:ext uri="{FF2B5EF4-FFF2-40B4-BE49-F238E27FC236}">
                <a16:creationId xmlns:a16="http://schemas.microsoft.com/office/drawing/2014/main" id="{EBA39C04-859F-4120-9486-91661E0A9CBC}"/>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078">
            <a:extLst>
              <a:ext uri="{FF2B5EF4-FFF2-40B4-BE49-F238E27FC236}">
                <a16:creationId xmlns:a16="http://schemas.microsoft.com/office/drawing/2014/main" id="{9CE2BBBE-FF52-42D9-82A6-D4D58B87232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079">
            <a:extLst>
              <a:ext uri="{FF2B5EF4-FFF2-40B4-BE49-F238E27FC236}">
                <a16:creationId xmlns:a16="http://schemas.microsoft.com/office/drawing/2014/main" id="{213A4545-6501-4A57-919E-28085FED43E1}"/>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080">
            <a:extLst>
              <a:ext uri="{FF2B5EF4-FFF2-40B4-BE49-F238E27FC236}">
                <a16:creationId xmlns:a16="http://schemas.microsoft.com/office/drawing/2014/main" id="{A7AFDE10-051E-4322-BD6C-4AC1B8D0B13D}"/>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081">
            <a:extLst>
              <a:ext uri="{FF2B5EF4-FFF2-40B4-BE49-F238E27FC236}">
                <a16:creationId xmlns:a16="http://schemas.microsoft.com/office/drawing/2014/main" id="{C925A4E8-4A24-4CC3-8D01-FBA5395C8DE0}"/>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082">
            <a:extLst>
              <a:ext uri="{FF2B5EF4-FFF2-40B4-BE49-F238E27FC236}">
                <a16:creationId xmlns:a16="http://schemas.microsoft.com/office/drawing/2014/main" id="{85FFDE40-7A4B-436A-8519-4F1D0809704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083">
            <a:extLst>
              <a:ext uri="{FF2B5EF4-FFF2-40B4-BE49-F238E27FC236}">
                <a16:creationId xmlns:a16="http://schemas.microsoft.com/office/drawing/2014/main" id="{74E4E2C0-0808-4B5F-AF9E-7235414673E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084">
            <a:extLst>
              <a:ext uri="{FF2B5EF4-FFF2-40B4-BE49-F238E27FC236}">
                <a16:creationId xmlns:a16="http://schemas.microsoft.com/office/drawing/2014/main" id="{D65E1220-43ED-4304-9122-41ECD5D61B8E}"/>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085">
            <a:extLst>
              <a:ext uri="{FF2B5EF4-FFF2-40B4-BE49-F238E27FC236}">
                <a16:creationId xmlns:a16="http://schemas.microsoft.com/office/drawing/2014/main" id="{7DDFD916-77F7-4B73-8487-528296D92761}"/>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086">
            <a:extLst>
              <a:ext uri="{FF2B5EF4-FFF2-40B4-BE49-F238E27FC236}">
                <a16:creationId xmlns:a16="http://schemas.microsoft.com/office/drawing/2014/main" id="{80DBEBE1-558B-4BD2-A23C-09767707837C}"/>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087">
            <a:extLst>
              <a:ext uri="{FF2B5EF4-FFF2-40B4-BE49-F238E27FC236}">
                <a16:creationId xmlns:a16="http://schemas.microsoft.com/office/drawing/2014/main" id="{D0FB1C87-29A2-40C4-83B7-19EEF4C73230}"/>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088">
            <a:extLst>
              <a:ext uri="{FF2B5EF4-FFF2-40B4-BE49-F238E27FC236}">
                <a16:creationId xmlns:a16="http://schemas.microsoft.com/office/drawing/2014/main" id="{344711E3-A733-4F69-B03A-DA82115DF50F}"/>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089">
            <a:extLst>
              <a:ext uri="{FF2B5EF4-FFF2-40B4-BE49-F238E27FC236}">
                <a16:creationId xmlns:a16="http://schemas.microsoft.com/office/drawing/2014/main" id="{166FEE09-7A7C-473A-B8FE-B9533377AD14}"/>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090">
            <a:extLst>
              <a:ext uri="{FF2B5EF4-FFF2-40B4-BE49-F238E27FC236}">
                <a16:creationId xmlns:a16="http://schemas.microsoft.com/office/drawing/2014/main" id="{359A98EE-B474-4B2C-9292-8748184C5E86}"/>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091">
            <a:extLst>
              <a:ext uri="{FF2B5EF4-FFF2-40B4-BE49-F238E27FC236}">
                <a16:creationId xmlns:a16="http://schemas.microsoft.com/office/drawing/2014/main" id="{B7D873FB-6487-440C-B53E-4F78AD7F1333}"/>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092">
            <a:extLst>
              <a:ext uri="{FF2B5EF4-FFF2-40B4-BE49-F238E27FC236}">
                <a16:creationId xmlns:a16="http://schemas.microsoft.com/office/drawing/2014/main" id="{DDB6C373-8D64-456D-AC75-D2B76F6A7F15}"/>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093">
            <a:extLst>
              <a:ext uri="{FF2B5EF4-FFF2-40B4-BE49-F238E27FC236}">
                <a16:creationId xmlns:a16="http://schemas.microsoft.com/office/drawing/2014/main" id="{F80FB672-A50C-4A6E-BA8A-CAF0259235EA}"/>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094">
            <a:extLst>
              <a:ext uri="{FF2B5EF4-FFF2-40B4-BE49-F238E27FC236}">
                <a16:creationId xmlns:a16="http://schemas.microsoft.com/office/drawing/2014/main" id="{D9077D0C-F5A7-486F-8694-F99BBA92F79B}"/>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095">
            <a:extLst>
              <a:ext uri="{FF2B5EF4-FFF2-40B4-BE49-F238E27FC236}">
                <a16:creationId xmlns:a16="http://schemas.microsoft.com/office/drawing/2014/main" id="{F53E496B-014D-4299-897E-520BE2AD8106}"/>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096">
            <a:extLst>
              <a:ext uri="{FF2B5EF4-FFF2-40B4-BE49-F238E27FC236}">
                <a16:creationId xmlns:a16="http://schemas.microsoft.com/office/drawing/2014/main" id="{DA2B4CBF-F079-40E2-B80F-4B830F0C5422}"/>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097">
            <a:extLst>
              <a:ext uri="{FF2B5EF4-FFF2-40B4-BE49-F238E27FC236}">
                <a16:creationId xmlns:a16="http://schemas.microsoft.com/office/drawing/2014/main" id="{8830D004-9024-449E-AA05-0897A0FFC9E6}"/>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098">
            <a:extLst>
              <a:ext uri="{FF2B5EF4-FFF2-40B4-BE49-F238E27FC236}">
                <a16:creationId xmlns:a16="http://schemas.microsoft.com/office/drawing/2014/main" id="{0CE99B95-94E4-408C-B973-ECCCEBE682AE}"/>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099">
            <a:extLst>
              <a:ext uri="{FF2B5EF4-FFF2-40B4-BE49-F238E27FC236}">
                <a16:creationId xmlns:a16="http://schemas.microsoft.com/office/drawing/2014/main" id="{25CAEB16-72A7-4C45-9EDA-FC6CB02C4558}"/>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100">
            <a:extLst>
              <a:ext uri="{FF2B5EF4-FFF2-40B4-BE49-F238E27FC236}">
                <a16:creationId xmlns:a16="http://schemas.microsoft.com/office/drawing/2014/main" id="{8291890E-7501-4515-858C-393491F0B72A}"/>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101">
            <a:extLst>
              <a:ext uri="{FF2B5EF4-FFF2-40B4-BE49-F238E27FC236}">
                <a16:creationId xmlns:a16="http://schemas.microsoft.com/office/drawing/2014/main" id="{4D610FDE-A37C-4972-BCCD-5AB701992577}"/>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102">
            <a:extLst>
              <a:ext uri="{FF2B5EF4-FFF2-40B4-BE49-F238E27FC236}">
                <a16:creationId xmlns:a16="http://schemas.microsoft.com/office/drawing/2014/main" id="{5652C022-9CEA-4FAE-BF93-E4FFFD7B1FF5}"/>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103">
            <a:extLst>
              <a:ext uri="{FF2B5EF4-FFF2-40B4-BE49-F238E27FC236}">
                <a16:creationId xmlns:a16="http://schemas.microsoft.com/office/drawing/2014/main" id="{C964A7D3-C937-4AB6-8ABB-8B6A05D42F1A}"/>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104">
            <a:extLst>
              <a:ext uri="{FF2B5EF4-FFF2-40B4-BE49-F238E27FC236}">
                <a16:creationId xmlns:a16="http://schemas.microsoft.com/office/drawing/2014/main" id="{BB2F57C6-E4C6-4369-B7A5-6564AF06C310}"/>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105">
            <a:extLst>
              <a:ext uri="{FF2B5EF4-FFF2-40B4-BE49-F238E27FC236}">
                <a16:creationId xmlns:a16="http://schemas.microsoft.com/office/drawing/2014/main" id="{D977C1B0-18B3-4973-A2FE-E4E62B6637E6}"/>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106">
            <a:extLst>
              <a:ext uri="{FF2B5EF4-FFF2-40B4-BE49-F238E27FC236}">
                <a16:creationId xmlns:a16="http://schemas.microsoft.com/office/drawing/2014/main" id="{FCDD48D1-E409-4C37-B858-9A8B051F2CBF}"/>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107">
            <a:extLst>
              <a:ext uri="{FF2B5EF4-FFF2-40B4-BE49-F238E27FC236}">
                <a16:creationId xmlns:a16="http://schemas.microsoft.com/office/drawing/2014/main" id="{C7FB2920-83BF-40DF-8F57-1771D50939A4}"/>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108">
            <a:extLst>
              <a:ext uri="{FF2B5EF4-FFF2-40B4-BE49-F238E27FC236}">
                <a16:creationId xmlns:a16="http://schemas.microsoft.com/office/drawing/2014/main" id="{55AE6331-8DD8-43BB-97E8-640EB100906D}"/>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109">
            <a:extLst>
              <a:ext uri="{FF2B5EF4-FFF2-40B4-BE49-F238E27FC236}">
                <a16:creationId xmlns:a16="http://schemas.microsoft.com/office/drawing/2014/main" id="{B4148C8D-500E-475C-A40A-B8DC00BEB79F}"/>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110">
            <a:extLst>
              <a:ext uri="{FF2B5EF4-FFF2-40B4-BE49-F238E27FC236}">
                <a16:creationId xmlns:a16="http://schemas.microsoft.com/office/drawing/2014/main" id="{D0997029-CC8E-46EA-8E63-64C92B861224}"/>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111">
            <a:extLst>
              <a:ext uri="{FF2B5EF4-FFF2-40B4-BE49-F238E27FC236}">
                <a16:creationId xmlns:a16="http://schemas.microsoft.com/office/drawing/2014/main" id="{0504DDC2-C565-4E60-AE8B-9F5AA6085DF1}"/>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112">
            <a:extLst>
              <a:ext uri="{FF2B5EF4-FFF2-40B4-BE49-F238E27FC236}">
                <a16:creationId xmlns:a16="http://schemas.microsoft.com/office/drawing/2014/main" id="{86B68F23-E5B2-4C6F-A5CB-7DE9F6644EAA}"/>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113">
            <a:extLst>
              <a:ext uri="{FF2B5EF4-FFF2-40B4-BE49-F238E27FC236}">
                <a16:creationId xmlns:a16="http://schemas.microsoft.com/office/drawing/2014/main" id="{58AA73BF-E722-4A9D-9CC2-C4A5782F5C82}"/>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114">
            <a:extLst>
              <a:ext uri="{FF2B5EF4-FFF2-40B4-BE49-F238E27FC236}">
                <a16:creationId xmlns:a16="http://schemas.microsoft.com/office/drawing/2014/main" id="{996C76C9-F887-4363-91F0-17064C3BD990}"/>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115">
            <a:extLst>
              <a:ext uri="{FF2B5EF4-FFF2-40B4-BE49-F238E27FC236}">
                <a16:creationId xmlns:a16="http://schemas.microsoft.com/office/drawing/2014/main" id="{290DCF47-CFBB-452B-BEE2-6AF6E9EA5F47}"/>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116">
            <a:extLst>
              <a:ext uri="{FF2B5EF4-FFF2-40B4-BE49-F238E27FC236}">
                <a16:creationId xmlns:a16="http://schemas.microsoft.com/office/drawing/2014/main" id="{36F1A94C-A2E9-4442-8DA5-5F4393D9087B}"/>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117">
            <a:extLst>
              <a:ext uri="{FF2B5EF4-FFF2-40B4-BE49-F238E27FC236}">
                <a16:creationId xmlns:a16="http://schemas.microsoft.com/office/drawing/2014/main" id="{FD149656-3C27-4AE0-A0FB-0D6C709EA682}"/>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118">
            <a:extLst>
              <a:ext uri="{FF2B5EF4-FFF2-40B4-BE49-F238E27FC236}">
                <a16:creationId xmlns:a16="http://schemas.microsoft.com/office/drawing/2014/main" id="{520768E5-0358-4A31-8E6D-73093F8292B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119">
            <a:extLst>
              <a:ext uri="{FF2B5EF4-FFF2-40B4-BE49-F238E27FC236}">
                <a16:creationId xmlns:a16="http://schemas.microsoft.com/office/drawing/2014/main" id="{A06A8F92-E5F6-4015-9CE2-89BBE9101809}"/>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120">
            <a:extLst>
              <a:ext uri="{FF2B5EF4-FFF2-40B4-BE49-F238E27FC236}">
                <a16:creationId xmlns:a16="http://schemas.microsoft.com/office/drawing/2014/main" id="{CC885FBF-32DA-4C2E-BD96-6051D8768CBD}"/>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121">
            <a:extLst>
              <a:ext uri="{FF2B5EF4-FFF2-40B4-BE49-F238E27FC236}">
                <a16:creationId xmlns:a16="http://schemas.microsoft.com/office/drawing/2014/main" id="{771EF779-8122-4DCE-8D87-538999782C72}"/>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122">
            <a:extLst>
              <a:ext uri="{FF2B5EF4-FFF2-40B4-BE49-F238E27FC236}">
                <a16:creationId xmlns:a16="http://schemas.microsoft.com/office/drawing/2014/main" id="{BF349832-169F-4F5C-9C7B-6F272AFE602C}"/>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123">
            <a:extLst>
              <a:ext uri="{FF2B5EF4-FFF2-40B4-BE49-F238E27FC236}">
                <a16:creationId xmlns:a16="http://schemas.microsoft.com/office/drawing/2014/main" id="{1054839B-8395-4EBD-9BE1-2C7FDB6AA992}"/>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124">
            <a:extLst>
              <a:ext uri="{FF2B5EF4-FFF2-40B4-BE49-F238E27FC236}">
                <a16:creationId xmlns:a16="http://schemas.microsoft.com/office/drawing/2014/main" id="{FDEF893C-195D-480B-9CF7-1865DAC25FD4}"/>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125">
            <a:extLst>
              <a:ext uri="{FF2B5EF4-FFF2-40B4-BE49-F238E27FC236}">
                <a16:creationId xmlns:a16="http://schemas.microsoft.com/office/drawing/2014/main" id="{2A96D563-22E2-4916-AA3B-7D94B220C2EF}"/>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126">
            <a:extLst>
              <a:ext uri="{FF2B5EF4-FFF2-40B4-BE49-F238E27FC236}">
                <a16:creationId xmlns:a16="http://schemas.microsoft.com/office/drawing/2014/main" id="{D867DD87-608A-48C1-838C-103D4532E996}"/>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1127">
            <a:extLst>
              <a:ext uri="{FF2B5EF4-FFF2-40B4-BE49-F238E27FC236}">
                <a16:creationId xmlns:a16="http://schemas.microsoft.com/office/drawing/2014/main" id="{B28C9DA4-E5D8-4A4D-A872-2C8CEB8C84FE}"/>
              </a:ext>
            </a:extLst>
          </p:cNvPr>
          <p:cNvSpPr>
            <a:spLocks noGrp="1"/>
          </p:cNvSpPr>
          <p:nvPr/>
        </p:nvSpPr>
        <p:spPr>
          <a:xfrm>
            <a:off x="2724150" y="3848100"/>
            <a:ext cx="1752600" cy="1752600"/>
          </a:xfrm>
          <a:prstGeom prst="rect">
            <a:avLst/>
          </a:prstGeom>
          <a:noFill/>
          <a:ln w="47625">
            <a:solidFill>
              <a:srgbClr val="E58C22"/>
            </a:solidFill>
          </a:ln>
        </p:spPr>
      </p:sp>
      <p:sp>
        <p:nvSpPr>
          <p:cNvPr id="153" name="prose-1128">
            <a:extLst>
              <a:ext uri="{FF2B5EF4-FFF2-40B4-BE49-F238E27FC236}">
                <a16:creationId xmlns:a16="http://schemas.microsoft.com/office/drawing/2014/main" id="{93E83125-59AE-434F-BAF7-346E4954FF99}"/>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4,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0입니다.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a:t>
            </a:r>
          </a:p>
        </p:txBody>
      </p:sp>
      <p:sp>
        <p:nvSpPr>
          <p:cNvPr id="154" name="banner-1129">
            <a:extLst>
              <a:ext uri="{FF2B5EF4-FFF2-40B4-BE49-F238E27FC236}">
                <a16:creationId xmlns:a16="http://schemas.microsoft.com/office/drawing/2014/main" id="{63CABECE-D4BC-4D7B-8A4E-10DF034195A1}"/>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1130">
            <a:extLst>
              <a:ext uri="{FF2B5EF4-FFF2-40B4-BE49-F238E27FC236}">
                <a16:creationId xmlns:a16="http://schemas.microsoft.com/office/drawing/2014/main" id="{590ABDDF-2325-4DAC-9CCD-B01B9FC7F312}"/>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루트의 네 자식 결과가 완성되었습니다.</a:t>
            </a:r>
          </a:p>
        </p:txBody>
      </p:sp>
      <p:sp>
        <p:nvSpPr>
          <p:cNvPr id="156" name="caption">
            <a:extLst>
              <a:ext uri="{FF2B5EF4-FFF2-40B4-BE49-F238E27FC236}">
                <a16:creationId xmlns:a16="http://schemas.microsoft.com/office/drawing/2014/main" id="{D777D746-999F-481F-95B5-877D42919EB4}"/>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180451490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560ABE41-2EC1-4A13-A9F8-AD9DAC54917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3A9607CC-E30F-4840-9CFA-2BE7BCA5641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E2854B5-EA54-4127-B1C4-F0C9A236CD5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결과: (01((0001)000)0)</a:t>
            </a:r>
          </a:p>
        </p:txBody>
      </p:sp>
      <p:sp>
        <p:nvSpPr>
          <p:cNvPr id="4" name="line-1131">
            <a:extLst>
              <a:ext uri="{FF2B5EF4-FFF2-40B4-BE49-F238E27FC236}">
                <a16:creationId xmlns:a16="http://schemas.microsoft.com/office/drawing/2014/main" id="{FC06DAAD-428F-44BF-B386-AFB3DEEBB09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0AC3E8F3-6194-4B53-B105-0A5231F5D3C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FF62960-11B6-4806-8DFE-66E85A884E4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203</a:t>
            </a:r>
            <a:endParaRPr sz="1050" b="0">
              <a:solidFill>
                <a:srgbClr val="151515"/>
              </a:solidFill>
              <a:latin typeface="Consolas"/>
              <a:ea typeface="Consolas"/>
              <a:cs typeface="Consolas"/>
            </a:endParaRPr>
          </a:p>
        </p:txBody>
      </p:sp>
      <p:sp>
        <p:nvSpPr>
          <p:cNvPr id="7" name="pixel-1132">
            <a:extLst>
              <a:ext uri="{FF2B5EF4-FFF2-40B4-BE49-F238E27FC236}">
                <a16:creationId xmlns:a16="http://schemas.microsoft.com/office/drawing/2014/main" id="{F22AFCA8-B4FF-49B6-8796-E939F4B64711}"/>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1133">
            <a:extLst>
              <a:ext uri="{FF2B5EF4-FFF2-40B4-BE49-F238E27FC236}">
                <a16:creationId xmlns:a16="http://schemas.microsoft.com/office/drawing/2014/main" id="{1E552679-0D86-4ADA-883B-4343CE03D9A4}"/>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1134">
            <a:extLst>
              <a:ext uri="{FF2B5EF4-FFF2-40B4-BE49-F238E27FC236}">
                <a16:creationId xmlns:a16="http://schemas.microsoft.com/office/drawing/2014/main" id="{4C56BE81-E245-49AA-934B-41C32B5E7941}"/>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1135">
            <a:extLst>
              <a:ext uri="{FF2B5EF4-FFF2-40B4-BE49-F238E27FC236}">
                <a16:creationId xmlns:a16="http://schemas.microsoft.com/office/drawing/2014/main" id="{CFF46A06-F26D-44A3-8476-BE583372F43D}"/>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1136">
            <a:extLst>
              <a:ext uri="{FF2B5EF4-FFF2-40B4-BE49-F238E27FC236}">
                <a16:creationId xmlns:a16="http://schemas.microsoft.com/office/drawing/2014/main" id="{C808AC1A-A6E9-4D40-AE58-465FF026413E}"/>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1137">
            <a:extLst>
              <a:ext uri="{FF2B5EF4-FFF2-40B4-BE49-F238E27FC236}">
                <a16:creationId xmlns:a16="http://schemas.microsoft.com/office/drawing/2014/main" id="{894FAFA3-5B52-46AA-A187-3FF22F7663C4}"/>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1138">
            <a:extLst>
              <a:ext uri="{FF2B5EF4-FFF2-40B4-BE49-F238E27FC236}">
                <a16:creationId xmlns:a16="http://schemas.microsoft.com/office/drawing/2014/main" id="{C4A60A6B-C93B-4591-97EF-3E7DEE6CBBA8}"/>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1139">
            <a:extLst>
              <a:ext uri="{FF2B5EF4-FFF2-40B4-BE49-F238E27FC236}">
                <a16:creationId xmlns:a16="http://schemas.microsoft.com/office/drawing/2014/main" id="{223AF9C6-E9DB-466A-A5EA-762E5D6680A5}"/>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1140">
            <a:extLst>
              <a:ext uri="{FF2B5EF4-FFF2-40B4-BE49-F238E27FC236}">
                <a16:creationId xmlns:a16="http://schemas.microsoft.com/office/drawing/2014/main" id="{9F1816FD-05AD-4283-A4F1-F37E900E27F4}"/>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1141">
            <a:extLst>
              <a:ext uri="{FF2B5EF4-FFF2-40B4-BE49-F238E27FC236}">
                <a16:creationId xmlns:a16="http://schemas.microsoft.com/office/drawing/2014/main" id="{58210E9B-0AAA-418D-9992-1BE78175796F}"/>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1142">
            <a:extLst>
              <a:ext uri="{FF2B5EF4-FFF2-40B4-BE49-F238E27FC236}">
                <a16:creationId xmlns:a16="http://schemas.microsoft.com/office/drawing/2014/main" id="{FAC08D70-C357-4C2D-AFBF-5CD3F6FE6AEC}"/>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1143">
            <a:extLst>
              <a:ext uri="{FF2B5EF4-FFF2-40B4-BE49-F238E27FC236}">
                <a16:creationId xmlns:a16="http://schemas.microsoft.com/office/drawing/2014/main" id="{C4F4FB1F-C2FA-4400-86DE-2E67C623940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1144">
            <a:extLst>
              <a:ext uri="{FF2B5EF4-FFF2-40B4-BE49-F238E27FC236}">
                <a16:creationId xmlns:a16="http://schemas.microsoft.com/office/drawing/2014/main" id="{15CA122E-28AE-45C9-B1C3-7A9E0F336F79}"/>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1145">
            <a:extLst>
              <a:ext uri="{FF2B5EF4-FFF2-40B4-BE49-F238E27FC236}">
                <a16:creationId xmlns:a16="http://schemas.microsoft.com/office/drawing/2014/main" id="{7778DB69-EB60-4F58-832C-08365AD5A553}"/>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1146">
            <a:extLst>
              <a:ext uri="{FF2B5EF4-FFF2-40B4-BE49-F238E27FC236}">
                <a16:creationId xmlns:a16="http://schemas.microsoft.com/office/drawing/2014/main" id="{5F4B3FCF-78DE-4E13-8289-44F323FD8B4F}"/>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1147">
            <a:extLst>
              <a:ext uri="{FF2B5EF4-FFF2-40B4-BE49-F238E27FC236}">
                <a16:creationId xmlns:a16="http://schemas.microsoft.com/office/drawing/2014/main" id="{3ECB4A55-EC89-49F9-B239-C72CB6BDCD25}"/>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1148">
            <a:extLst>
              <a:ext uri="{FF2B5EF4-FFF2-40B4-BE49-F238E27FC236}">
                <a16:creationId xmlns:a16="http://schemas.microsoft.com/office/drawing/2014/main" id="{08FB8C27-4BB2-4FD1-8669-CF163F1903E6}"/>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1149">
            <a:extLst>
              <a:ext uri="{FF2B5EF4-FFF2-40B4-BE49-F238E27FC236}">
                <a16:creationId xmlns:a16="http://schemas.microsoft.com/office/drawing/2014/main" id="{CC458A32-65AE-4DDE-9C24-503C76B0ABDE}"/>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150">
            <a:extLst>
              <a:ext uri="{FF2B5EF4-FFF2-40B4-BE49-F238E27FC236}">
                <a16:creationId xmlns:a16="http://schemas.microsoft.com/office/drawing/2014/main" id="{C0078993-CADC-4968-B19D-5A7A1E0AE446}"/>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151">
            <a:extLst>
              <a:ext uri="{FF2B5EF4-FFF2-40B4-BE49-F238E27FC236}">
                <a16:creationId xmlns:a16="http://schemas.microsoft.com/office/drawing/2014/main" id="{0E2C235A-4621-465C-B927-FD1ED153FF92}"/>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152">
            <a:extLst>
              <a:ext uri="{FF2B5EF4-FFF2-40B4-BE49-F238E27FC236}">
                <a16:creationId xmlns:a16="http://schemas.microsoft.com/office/drawing/2014/main" id="{E5B59C37-7E71-4CAC-83FC-741605049D11}"/>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153">
            <a:extLst>
              <a:ext uri="{FF2B5EF4-FFF2-40B4-BE49-F238E27FC236}">
                <a16:creationId xmlns:a16="http://schemas.microsoft.com/office/drawing/2014/main" id="{A1447C35-7370-4E77-AE90-396CEE368A43}"/>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154">
            <a:extLst>
              <a:ext uri="{FF2B5EF4-FFF2-40B4-BE49-F238E27FC236}">
                <a16:creationId xmlns:a16="http://schemas.microsoft.com/office/drawing/2014/main" id="{5D2502A1-EF9A-4117-8A15-2051CEC0CB69}"/>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155">
            <a:extLst>
              <a:ext uri="{FF2B5EF4-FFF2-40B4-BE49-F238E27FC236}">
                <a16:creationId xmlns:a16="http://schemas.microsoft.com/office/drawing/2014/main" id="{EE7945A3-8C53-4D53-BCA8-1860EF0F0619}"/>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156">
            <a:extLst>
              <a:ext uri="{FF2B5EF4-FFF2-40B4-BE49-F238E27FC236}">
                <a16:creationId xmlns:a16="http://schemas.microsoft.com/office/drawing/2014/main" id="{7D41E04C-16CA-44B1-BB06-188CF7250F43}"/>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157">
            <a:extLst>
              <a:ext uri="{FF2B5EF4-FFF2-40B4-BE49-F238E27FC236}">
                <a16:creationId xmlns:a16="http://schemas.microsoft.com/office/drawing/2014/main" id="{D385EE1D-8552-47C9-9B6F-6CA6AFC701DA}"/>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158">
            <a:extLst>
              <a:ext uri="{FF2B5EF4-FFF2-40B4-BE49-F238E27FC236}">
                <a16:creationId xmlns:a16="http://schemas.microsoft.com/office/drawing/2014/main" id="{5B1851E8-40F9-4979-9B3F-B55798B25173}"/>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159">
            <a:extLst>
              <a:ext uri="{FF2B5EF4-FFF2-40B4-BE49-F238E27FC236}">
                <a16:creationId xmlns:a16="http://schemas.microsoft.com/office/drawing/2014/main" id="{8EF692A6-99ED-40C2-9921-3D348C4334BF}"/>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160">
            <a:extLst>
              <a:ext uri="{FF2B5EF4-FFF2-40B4-BE49-F238E27FC236}">
                <a16:creationId xmlns:a16="http://schemas.microsoft.com/office/drawing/2014/main" id="{BF1F8B2A-5190-483D-A445-7A164D124A0E}"/>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161">
            <a:extLst>
              <a:ext uri="{FF2B5EF4-FFF2-40B4-BE49-F238E27FC236}">
                <a16:creationId xmlns:a16="http://schemas.microsoft.com/office/drawing/2014/main" id="{23F72CA0-9D94-436E-A381-7F54FA074B10}"/>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162">
            <a:extLst>
              <a:ext uri="{FF2B5EF4-FFF2-40B4-BE49-F238E27FC236}">
                <a16:creationId xmlns:a16="http://schemas.microsoft.com/office/drawing/2014/main" id="{0ED9F073-9543-43F8-8310-1419CD3C74C7}"/>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163">
            <a:extLst>
              <a:ext uri="{FF2B5EF4-FFF2-40B4-BE49-F238E27FC236}">
                <a16:creationId xmlns:a16="http://schemas.microsoft.com/office/drawing/2014/main" id="{9BD9A187-D286-4240-90C4-41E35410603A}"/>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164">
            <a:extLst>
              <a:ext uri="{FF2B5EF4-FFF2-40B4-BE49-F238E27FC236}">
                <a16:creationId xmlns:a16="http://schemas.microsoft.com/office/drawing/2014/main" id="{17D838C5-6091-49FD-9579-0AF8A5312440}"/>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165">
            <a:extLst>
              <a:ext uri="{FF2B5EF4-FFF2-40B4-BE49-F238E27FC236}">
                <a16:creationId xmlns:a16="http://schemas.microsoft.com/office/drawing/2014/main" id="{44A7A245-668B-4870-BA43-ED40AF63DB88}"/>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166">
            <a:extLst>
              <a:ext uri="{FF2B5EF4-FFF2-40B4-BE49-F238E27FC236}">
                <a16:creationId xmlns:a16="http://schemas.microsoft.com/office/drawing/2014/main" id="{F3FB5C48-9D1A-4DA3-8337-BE2E1778534D}"/>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167">
            <a:extLst>
              <a:ext uri="{FF2B5EF4-FFF2-40B4-BE49-F238E27FC236}">
                <a16:creationId xmlns:a16="http://schemas.microsoft.com/office/drawing/2014/main" id="{463DB1DA-394C-4230-A4AD-1D9ED720836A}"/>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168">
            <a:extLst>
              <a:ext uri="{FF2B5EF4-FFF2-40B4-BE49-F238E27FC236}">
                <a16:creationId xmlns:a16="http://schemas.microsoft.com/office/drawing/2014/main" id="{78132C08-1D08-431B-A53F-E2EE0D0FB88B}"/>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169">
            <a:extLst>
              <a:ext uri="{FF2B5EF4-FFF2-40B4-BE49-F238E27FC236}">
                <a16:creationId xmlns:a16="http://schemas.microsoft.com/office/drawing/2014/main" id="{8F95DB41-8071-4B58-968E-F462250A6F55}"/>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170">
            <a:extLst>
              <a:ext uri="{FF2B5EF4-FFF2-40B4-BE49-F238E27FC236}">
                <a16:creationId xmlns:a16="http://schemas.microsoft.com/office/drawing/2014/main" id="{02C7E09F-FC23-48C7-AABC-F8E25C95603E}"/>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171">
            <a:extLst>
              <a:ext uri="{FF2B5EF4-FFF2-40B4-BE49-F238E27FC236}">
                <a16:creationId xmlns:a16="http://schemas.microsoft.com/office/drawing/2014/main" id="{894A9326-2F5F-4AF1-9A92-03566435425B}"/>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172">
            <a:extLst>
              <a:ext uri="{FF2B5EF4-FFF2-40B4-BE49-F238E27FC236}">
                <a16:creationId xmlns:a16="http://schemas.microsoft.com/office/drawing/2014/main" id="{91049F80-A355-43E7-B6E5-BC27DFE0C75F}"/>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173">
            <a:extLst>
              <a:ext uri="{FF2B5EF4-FFF2-40B4-BE49-F238E27FC236}">
                <a16:creationId xmlns:a16="http://schemas.microsoft.com/office/drawing/2014/main" id="{E38B1D1A-2C3D-4E3B-B8F9-0706EC58A66E}"/>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174">
            <a:extLst>
              <a:ext uri="{FF2B5EF4-FFF2-40B4-BE49-F238E27FC236}">
                <a16:creationId xmlns:a16="http://schemas.microsoft.com/office/drawing/2014/main" id="{9699FF27-DF7D-453C-AF84-A2D61F3CBC5B}"/>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175">
            <a:extLst>
              <a:ext uri="{FF2B5EF4-FFF2-40B4-BE49-F238E27FC236}">
                <a16:creationId xmlns:a16="http://schemas.microsoft.com/office/drawing/2014/main" id="{EE1F370A-71C5-497B-832D-EC04BDC0C0E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176">
            <a:extLst>
              <a:ext uri="{FF2B5EF4-FFF2-40B4-BE49-F238E27FC236}">
                <a16:creationId xmlns:a16="http://schemas.microsoft.com/office/drawing/2014/main" id="{83C48263-D389-4567-A21B-863043E8DF82}"/>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177">
            <a:extLst>
              <a:ext uri="{FF2B5EF4-FFF2-40B4-BE49-F238E27FC236}">
                <a16:creationId xmlns:a16="http://schemas.microsoft.com/office/drawing/2014/main" id="{EA05CC54-8F66-4DDF-A773-61438814670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178">
            <a:extLst>
              <a:ext uri="{FF2B5EF4-FFF2-40B4-BE49-F238E27FC236}">
                <a16:creationId xmlns:a16="http://schemas.microsoft.com/office/drawing/2014/main" id="{9977D112-32E7-45ED-B827-C1D819CF2C0D}"/>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179">
            <a:extLst>
              <a:ext uri="{FF2B5EF4-FFF2-40B4-BE49-F238E27FC236}">
                <a16:creationId xmlns:a16="http://schemas.microsoft.com/office/drawing/2014/main" id="{1AC9C297-E16C-4680-A89D-47FFF79A238C}"/>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180">
            <a:extLst>
              <a:ext uri="{FF2B5EF4-FFF2-40B4-BE49-F238E27FC236}">
                <a16:creationId xmlns:a16="http://schemas.microsoft.com/office/drawing/2014/main" id="{8477F7BD-7FCB-45E6-B849-E9792F9CA444}"/>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181">
            <a:extLst>
              <a:ext uri="{FF2B5EF4-FFF2-40B4-BE49-F238E27FC236}">
                <a16:creationId xmlns:a16="http://schemas.microsoft.com/office/drawing/2014/main" id="{271183C3-9B45-4496-9274-40C4C3C8B680}"/>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182">
            <a:extLst>
              <a:ext uri="{FF2B5EF4-FFF2-40B4-BE49-F238E27FC236}">
                <a16:creationId xmlns:a16="http://schemas.microsoft.com/office/drawing/2014/main" id="{D393ADE9-8183-4C96-B1A5-52C2544F2BE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183">
            <a:extLst>
              <a:ext uri="{FF2B5EF4-FFF2-40B4-BE49-F238E27FC236}">
                <a16:creationId xmlns:a16="http://schemas.microsoft.com/office/drawing/2014/main" id="{69C3FECC-AA5A-4824-BA43-63DDC1AE1A14}"/>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184">
            <a:extLst>
              <a:ext uri="{FF2B5EF4-FFF2-40B4-BE49-F238E27FC236}">
                <a16:creationId xmlns:a16="http://schemas.microsoft.com/office/drawing/2014/main" id="{6EA55100-E73C-4760-B0A7-3498D36020D9}"/>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185">
            <a:extLst>
              <a:ext uri="{FF2B5EF4-FFF2-40B4-BE49-F238E27FC236}">
                <a16:creationId xmlns:a16="http://schemas.microsoft.com/office/drawing/2014/main" id="{22D10D6E-87D3-4FA7-BCB3-F03289196F10}"/>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186">
            <a:extLst>
              <a:ext uri="{FF2B5EF4-FFF2-40B4-BE49-F238E27FC236}">
                <a16:creationId xmlns:a16="http://schemas.microsoft.com/office/drawing/2014/main" id="{D8079D9F-6C50-4875-8EB2-9DA3770723B7}"/>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187">
            <a:extLst>
              <a:ext uri="{FF2B5EF4-FFF2-40B4-BE49-F238E27FC236}">
                <a16:creationId xmlns:a16="http://schemas.microsoft.com/office/drawing/2014/main" id="{D4A0C885-C3C5-4856-818D-DDB43C709292}"/>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188">
            <a:extLst>
              <a:ext uri="{FF2B5EF4-FFF2-40B4-BE49-F238E27FC236}">
                <a16:creationId xmlns:a16="http://schemas.microsoft.com/office/drawing/2014/main" id="{F68207DC-BF80-4359-9280-586A3D1FA8A5}"/>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189">
            <a:extLst>
              <a:ext uri="{FF2B5EF4-FFF2-40B4-BE49-F238E27FC236}">
                <a16:creationId xmlns:a16="http://schemas.microsoft.com/office/drawing/2014/main" id="{E23E94CE-526D-4AA5-BC6C-5EE68D432BCA}"/>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190">
            <a:extLst>
              <a:ext uri="{FF2B5EF4-FFF2-40B4-BE49-F238E27FC236}">
                <a16:creationId xmlns:a16="http://schemas.microsoft.com/office/drawing/2014/main" id="{99DDB061-8DDC-4B9A-B614-2B3F4CFF6115}"/>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191">
            <a:extLst>
              <a:ext uri="{FF2B5EF4-FFF2-40B4-BE49-F238E27FC236}">
                <a16:creationId xmlns:a16="http://schemas.microsoft.com/office/drawing/2014/main" id="{0B5FD203-D5AA-47A8-9F16-23ECACA511C0}"/>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192">
            <a:extLst>
              <a:ext uri="{FF2B5EF4-FFF2-40B4-BE49-F238E27FC236}">
                <a16:creationId xmlns:a16="http://schemas.microsoft.com/office/drawing/2014/main" id="{4FEDD265-6761-432C-AA42-0BD35F18E694}"/>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193">
            <a:extLst>
              <a:ext uri="{FF2B5EF4-FFF2-40B4-BE49-F238E27FC236}">
                <a16:creationId xmlns:a16="http://schemas.microsoft.com/office/drawing/2014/main" id="{7A509BBB-611F-4ECD-B761-AB33A10DAC14}"/>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194">
            <a:extLst>
              <a:ext uri="{FF2B5EF4-FFF2-40B4-BE49-F238E27FC236}">
                <a16:creationId xmlns:a16="http://schemas.microsoft.com/office/drawing/2014/main" id="{12CB07CA-003A-419A-8EBA-60454264DC14}"/>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195">
            <a:extLst>
              <a:ext uri="{FF2B5EF4-FFF2-40B4-BE49-F238E27FC236}">
                <a16:creationId xmlns:a16="http://schemas.microsoft.com/office/drawing/2014/main" id="{1FB1DB2A-8710-4A0F-B603-B4A843FEF696}"/>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196">
            <a:extLst>
              <a:ext uri="{FF2B5EF4-FFF2-40B4-BE49-F238E27FC236}">
                <a16:creationId xmlns:a16="http://schemas.microsoft.com/office/drawing/2014/main" id="{E8F31BAB-ED3F-4A6F-9607-117AB17761B4}"/>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197">
            <a:extLst>
              <a:ext uri="{FF2B5EF4-FFF2-40B4-BE49-F238E27FC236}">
                <a16:creationId xmlns:a16="http://schemas.microsoft.com/office/drawing/2014/main" id="{2B5682A3-1D68-4AF5-BA10-63098740877D}"/>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198">
            <a:extLst>
              <a:ext uri="{FF2B5EF4-FFF2-40B4-BE49-F238E27FC236}">
                <a16:creationId xmlns:a16="http://schemas.microsoft.com/office/drawing/2014/main" id="{8975127C-81DF-45F1-AA0E-6F8C95749A25}"/>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199">
            <a:extLst>
              <a:ext uri="{FF2B5EF4-FFF2-40B4-BE49-F238E27FC236}">
                <a16:creationId xmlns:a16="http://schemas.microsoft.com/office/drawing/2014/main" id="{8A8FB74E-451F-405E-BD98-DF6C01F1CAA8}"/>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200">
            <a:extLst>
              <a:ext uri="{FF2B5EF4-FFF2-40B4-BE49-F238E27FC236}">
                <a16:creationId xmlns:a16="http://schemas.microsoft.com/office/drawing/2014/main" id="{34CEB82B-F6A4-4284-B0D1-E6A59E4A9E0A}"/>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201">
            <a:extLst>
              <a:ext uri="{FF2B5EF4-FFF2-40B4-BE49-F238E27FC236}">
                <a16:creationId xmlns:a16="http://schemas.microsoft.com/office/drawing/2014/main" id="{D09CED29-96AF-4C26-9750-8F50488F8189}"/>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202">
            <a:extLst>
              <a:ext uri="{FF2B5EF4-FFF2-40B4-BE49-F238E27FC236}">
                <a16:creationId xmlns:a16="http://schemas.microsoft.com/office/drawing/2014/main" id="{386828A6-E486-4DA3-BD8F-351A0C4C5462}"/>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203">
            <a:extLst>
              <a:ext uri="{FF2B5EF4-FFF2-40B4-BE49-F238E27FC236}">
                <a16:creationId xmlns:a16="http://schemas.microsoft.com/office/drawing/2014/main" id="{EC0F6194-361A-4F63-A04F-220517A1A833}"/>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204">
            <a:extLst>
              <a:ext uri="{FF2B5EF4-FFF2-40B4-BE49-F238E27FC236}">
                <a16:creationId xmlns:a16="http://schemas.microsoft.com/office/drawing/2014/main" id="{F5E03F90-AB1E-44F8-99EA-CE6C566B29A0}"/>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205">
            <a:extLst>
              <a:ext uri="{FF2B5EF4-FFF2-40B4-BE49-F238E27FC236}">
                <a16:creationId xmlns:a16="http://schemas.microsoft.com/office/drawing/2014/main" id="{4F016184-95AC-4FE9-AED4-5F1303B4BB46}"/>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206">
            <a:extLst>
              <a:ext uri="{FF2B5EF4-FFF2-40B4-BE49-F238E27FC236}">
                <a16:creationId xmlns:a16="http://schemas.microsoft.com/office/drawing/2014/main" id="{046FA6DF-9F24-40B1-A218-687CCF1F972C}"/>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207">
            <a:extLst>
              <a:ext uri="{FF2B5EF4-FFF2-40B4-BE49-F238E27FC236}">
                <a16:creationId xmlns:a16="http://schemas.microsoft.com/office/drawing/2014/main" id="{E8C4B924-38A1-438D-9C4A-C4791E7B2196}"/>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208">
            <a:extLst>
              <a:ext uri="{FF2B5EF4-FFF2-40B4-BE49-F238E27FC236}">
                <a16:creationId xmlns:a16="http://schemas.microsoft.com/office/drawing/2014/main" id="{F5EAFB8C-8B54-4423-80F4-D6E29751B26C}"/>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209">
            <a:extLst>
              <a:ext uri="{FF2B5EF4-FFF2-40B4-BE49-F238E27FC236}">
                <a16:creationId xmlns:a16="http://schemas.microsoft.com/office/drawing/2014/main" id="{977E9C60-8D85-41D7-BD5A-79C54501296C}"/>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210">
            <a:extLst>
              <a:ext uri="{FF2B5EF4-FFF2-40B4-BE49-F238E27FC236}">
                <a16:creationId xmlns:a16="http://schemas.microsoft.com/office/drawing/2014/main" id="{59787DA6-479A-445E-AFAE-B63D2B42037E}"/>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211">
            <a:extLst>
              <a:ext uri="{FF2B5EF4-FFF2-40B4-BE49-F238E27FC236}">
                <a16:creationId xmlns:a16="http://schemas.microsoft.com/office/drawing/2014/main" id="{54F664F0-5DDA-415B-880C-514988DF2947}"/>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212">
            <a:extLst>
              <a:ext uri="{FF2B5EF4-FFF2-40B4-BE49-F238E27FC236}">
                <a16:creationId xmlns:a16="http://schemas.microsoft.com/office/drawing/2014/main" id="{239A838E-A304-461D-99FF-0C38DE385B3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213">
            <a:extLst>
              <a:ext uri="{FF2B5EF4-FFF2-40B4-BE49-F238E27FC236}">
                <a16:creationId xmlns:a16="http://schemas.microsoft.com/office/drawing/2014/main" id="{B0D55A6E-1B37-482A-9E5C-76726F73FA4E}"/>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214">
            <a:extLst>
              <a:ext uri="{FF2B5EF4-FFF2-40B4-BE49-F238E27FC236}">
                <a16:creationId xmlns:a16="http://schemas.microsoft.com/office/drawing/2014/main" id="{4EDD4ABA-3FB4-4DC1-8919-199E4BF98983}"/>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215">
            <a:extLst>
              <a:ext uri="{FF2B5EF4-FFF2-40B4-BE49-F238E27FC236}">
                <a16:creationId xmlns:a16="http://schemas.microsoft.com/office/drawing/2014/main" id="{2F41ABE7-85A1-4EF3-BC3F-90982183BC01}"/>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216">
            <a:extLst>
              <a:ext uri="{FF2B5EF4-FFF2-40B4-BE49-F238E27FC236}">
                <a16:creationId xmlns:a16="http://schemas.microsoft.com/office/drawing/2014/main" id="{DD638AEF-CBAE-46E5-A9BB-34BBAC5417C9}"/>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217">
            <a:extLst>
              <a:ext uri="{FF2B5EF4-FFF2-40B4-BE49-F238E27FC236}">
                <a16:creationId xmlns:a16="http://schemas.microsoft.com/office/drawing/2014/main" id="{7709FB6F-6923-4AEB-9C08-9FED747CCBB8}"/>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218">
            <a:extLst>
              <a:ext uri="{FF2B5EF4-FFF2-40B4-BE49-F238E27FC236}">
                <a16:creationId xmlns:a16="http://schemas.microsoft.com/office/drawing/2014/main" id="{A46ACFA4-4562-439B-B389-842C8E947837}"/>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219">
            <a:extLst>
              <a:ext uri="{FF2B5EF4-FFF2-40B4-BE49-F238E27FC236}">
                <a16:creationId xmlns:a16="http://schemas.microsoft.com/office/drawing/2014/main" id="{711F158D-90A2-4E87-9001-1B3FEA47BB96}"/>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220">
            <a:extLst>
              <a:ext uri="{FF2B5EF4-FFF2-40B4-BE49-F238E27FC236}">
                <a16:creationId xmlns:a16="http://schemas.microsoft.com/office/drawing/2014/main" id="{2CD8546A-F626-4AD9-9205-55C9A52F92C4}"/>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221">
            <a:extLst>
              <a:ext uri="{FF2B5EF4-FFF2-40B4-BE49-F238E27FC236}">
                <a16:creationId xmlns:a16="http://schemas.microsoft.com/office/drawing/2014/main" id="{0804D375-5698-4AC7-BA39-38A425762A49}"/>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222">
            <a:extLst>
              <a:ext uri="{FF2B5EF4-FFF2-40B4-BE49-F238E27FC236}">
                <a16:creationId xmlns:a16="http://schemas.microsoft.com/office/drawing/2014/main" id="{DE085ED4-4971-471E-8ACC-47F455F35E27}"/>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223">
            <a:extLst>
              <a:ext uri="{FF2B5EF4-FFF2-40B4-BE49-F238E27FC236}">
                <a16:creationId xmlns:a16="http://schemas.microsoft.com/office/drawing/2014/main" id="{0FCCAD0F-EFF8-4C89-9F75-9228C200EDDE}"/>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224">
            <a:extLst>
              <a:ext uri="{FF2B5EF4-FFF2-40B4-BE49-F238E27FC236}">
                <a16:creationId xmlns:a16="http://schemas.microsoft.com/office/drawing/2014/main" id="{5243AF25-D218-4E42-B6A6-7765C72CC88F}"/>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225">
            <a:extLst>
              <a:ext uri="{FF2B5EF4-FFF2-40B4-BE49-F238E27FC236}">
                <a16:creationId xmlns:a16="http://schemas.microsoft.com/office/drawing/2014/main" id="{5B9B487A-E0A9-42C2-8FDB-C6B20D81B2CE}"/>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226">
            <a:extLst>
              <a:ext uri="{FF2B5EF4-FFF2-40B4-BE49-F238E27FC236}">
                <a16:creationId xmlns:a16="http://schemas.microsoft.com/office/drawing/2014/main" id="{97F30891-3C9C-4E8D-AA3F-E25C05E17ED8}"/>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227">
            <a:extLst>
              <a:ext uri="{FF2B5EF4-FFF2-40B4-BE49-F238E27FC236}">
                <a16:creationId xmlns:a16="http://schemas.microsoft.com/office/drawing/2014/main" id="{41632EAA-AEEC-4EDA-8673-5DC2C2DC8172}"/>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228">
            <a:extLst>
              <a:ext uri="{FF2B5EF4-FFF2-40B4-BE49-F238E27FC236}">
                <a16:creationId xmlns:a16="http://schemas.microsoft.com/office/drawing/2014/main" id="{ABA13E7E-4AAC-4F3E-A9E2-3959F99A4FFD}"/>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229">
            <a:extLst>
              <a:ext uri="{FF2B5EF4-FFF2-40B4-BE49-F238E27FC236}">
                <a16:creationId xmlns:a16="http://schemas.microsoft.com/office/drawing/2014/main" id="{4514820E-5F8A-40C3-A32D-F963A11C2281}"/>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230">
            <a:extLst>
              <a:ext uri="{FF2B5EF4-FFF2-40B4-BE49-F238E27FC236}">
                <a16:creationId xmlns:a16="http://schemas.microsoft.com/office/drawing/2014/main" id="{B068DA32-76E6-41DB-9883-6B03EA96B41C}"/>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231">
            <a:extLst>
              <a:ext uri="{FF2B5EF4-FFF2-40B4-BE49-F238E27FC236}">
                <a16:creationId xmlns:a16="http://schemas.microsoft.com/office/drawing/2014/main" id="{EFDD0FC4-BF5D-4462-8E99-D9B68D574337}"/>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232">
            <a:extLst>
              <a:ext uri="{FF2B5EF4-FFF2-40B4-BE49-F238E27FC236}">
                <a16:creationId xmlns:a16="http://schemas.microsoft.com/office/drawing/2014/main" id="{76A3B80F-707A-42B8-823B-CC66D8B0255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233">
            <a:extLst>
              <a:ext uri="{FF2B5EF4-FFF2-40B4-BE49-F238E27FC236}">
                <a16:creationId xmlns:a16="http://schemas.microsoft.com/office/drawing/2014/main" id="{AA6D0734-D420-42B4-895D-2B41A9271728}"/>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234">
            <a:extLst>
              <a:ext uri="{FF2B5EF4-FFF2-40B4-BE49-F238E27FC236}">
                <a16:creationId xmlns:a16="http://schemas.microsoft.com/office/drawing/2014/main" id="{9BE98807-F012-4195-9DB0-79852D235EFB}"/>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235">
            <a:extLst>
              <a:ext uri="{FF2B5EF4-FFF2-40B4-BE49-F238E27FC236}">
                <a16:creationId xmlns:a16="http://schemas.microsoft.com/office/drawing/2014/main" id="{D67D5709-B17A-4D27-B1F8-3A5FA74CC95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236">
            <a:extLst>
              <a:ext uri="{FF2B5EF4-FFF2-40B4-BE49-F238E27FC236}">
                <a16:creationId xmlns:a16="http://schemas.microsoft.com/office/drawing/2014/main" id="{0D9A64BA-360D-441A-B001-CFDCDB489196}"/>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237">
            <a:extLst>
              <a:ext uri="{FF2B5EF4-FFF2-40B4-BE49-F238E27FC236}">
                <a16:creationId xmlns:a16="http://schemas.microsoft.com/office/drawing/2014/main" id="{E1A5D427-E71C-40AE-87A7-B89B2A733231}"/>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238">
            <a:extLst>
              <a:ext uri="{FF2B5EF4-FFF2-40B4-BE49-F238E27FC236}">
                <a16:creationId xmlns:a16="http://schemas.microsoft.com/office/drawing/2014/main" id="{E7D411A5-E7FE-46D7-AD5C-64D94CEB43E7}"/>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239">
            <a:extLst>
              <a:ext uri="{FF2B5EF4-FFF2-40B4-BE49-F238E27FC236}">
                <a16:creationId xmlns:a16="http://schemas.microsoft.com/office/drawing/2014/main" id="{E143FA16-294D-4FDA-BFD9-72042C415892}"/>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240">
            <a:extLst>
              <a:ext uri="{FF2B5EF4-FFF2-40B4-BE49-F238E27FC236}">
                <a16:creationId xmlns:a16="http://schemas.microsoft.com/office/drawing/2014/main" id="{9BDFD3BF-03F1-4A17-B146-1A9DDA998038}"/>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241">
            <a:extLst>
              <a:ext uri="{FF2B5EF4-FFF2-40B4-BE49-F238E27FC236}">
                <a16:creationId xmlns:a16="http://schemas.microsoft.com/office/drawing/2014/main" id="{576705BD-2DF0-45E8-A292-A8CAD472AED8}"/>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242">
            <a:extLst>
              <a:ext uri="{FF2B5EF4-FFF2-40B4-BE49-F238E27FC236}">
                <a16:creationId xmlns:a16="http://schemas.microsoft.com/office/drawing/2014/main" id="{FEFC03E1-F5A3-4367-B306-87C4C8434DA9}"/>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243">
            <a:extLst>
              <a:ext uri="{FF2B5EF4-FFF2-40B4-BE49-F238E27FC236}">
                <a16:creationId xmlns:a16="http://schemas.microsoft.com/office/drawing/2014/main" id="{0B3CFD34-4228-4A2C-8C8B-6171D6423599}"/>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244">
            <a:extLst>
              <a:ext uri="{FF2B5EF4-FFF2-40B4-BE49-F238E27FC236}">
                <a16:creationId xmlns:a16="http://schemas.microsoft.com/office/drawing/2014/main" id="{6842623D-5E28-4344-9114-989E9BE104BB}"/>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245">
            <a:extLst>
              <a:ext uri="{FF2B5EF4-FFF2-40B4-BE49-F238E27FC236}">
                <a16:creationId xmlns:a16="http://schemas.microsoft.com/office/drawing/2014/main" id="{A4785D1D-547C-44CA-9B56-672B015F6AA8}"/>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246">
            <a:extLst>
              <a:ext uri="{FF2B5EF4-FFF2-40B4-BE49-F238E27FC236}">
                <a16:creationId xmlns:a16="http://schemas.microsoft.com/office/drawing/2014/main" id="{9610CF38-696E-4770-928B-16C99EE51FDC}"/>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247">
            <a:extLst>
              <a:ext uri="{FF2B5EF4-FFF2-40B4-BE49-F238E27FC236}">
                <a16:creationId xmlns:a16="http://schemas.microsoft.com/office/drawing/2014/main" id="{D4321FBA-7E00-4587-A7A4-53D1BC5C1FE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248">
            <a:extLst>
              <a:ext uri="{FF2B5EF4-FFF2-40B4-BE49-F238E27FC236}">
                <a16:creationId xmlns:a16="http://schemas.microsoft.com/office/drawing/2014/main" id="{8B1667EF-8497-4DD1-A1A5-892A0CD68B31}"/>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249">
            <a:extLst>
              <a:ext uri="{FF2B5EF4-FFF2-40B4-BE49-F238E27FC236}">
                <a16:creationId xmlns:a16="http://schemas.microsoft.com/office/drawing/2014/main" id="{46E01022-182F-4376-9815-C86AF87DE0C2}"/>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250">
            <a:extLst>
              <a:ext uri="{FF2B5EF4-FFF2-40B4-BE49-F238E27FC236}">
                <a16:creationId xmlns:a16="http://schemas.microsoft.com/office/drawing/2014/main" id="{1422A69A-68AB-429A-9F0C-3E9047A3B1EC}"/>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251">
            <a:extLst>
              <a:ext uri="{FF2B5EF4-FFF2-40B4-BE49-F238E27FC236}">
                <a16:creationId xmlns:a16="http://schemas.microsoft.com/office/drawing/2014/main" id="{12B2C5D3-424A-4B3D-940B-95A14C3DC100}"/>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252">
            <a:extLst>
              <a:ext uri="{FF2B5EF4-FFF2-40B4-BE49-F238E27FC236}">
                <a16:creationId xmlns:a16="http://schemas.microsoft.com/office/drawing/2014/main" id="{5B258F8D-78A9-4242-A751-73F097855BC2}"/>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253">
            <a:extLst>
              <a:ext uri="{FF2B5EF4-FFF2-40B4-BE49-F238E27FC236}">
                <a16:creationId xmlns:a16="http://schemas.microsoft.com/office/drawing/2014/main" id="{6893FC9A-C407-45D2-9D16-46D77060712A}"/>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254">
            <a:extLst>
              <a:ext uri="{FF2B5EF4-FFF2-40B4-BE49-F238E27FC236}">
                <a16:creationId xmlns:a16="http://schemas.microsoft.com/office/drawing/2014/main" id="{06523E7A-F493-4CE9-8993-288984FA4D6E}"/>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255">
            <a:extLst>
              <a:ext uri="{FF2B5EF4-FFF2-40B4-BE49-F238E27FC236}">
                <a16:creationId xmlns:a16="http://schemas.microsoft.com/office/drawing/2014/main" id="{EF680933-BCF8-4FBC-BE17-449DB9CEAC94}"/>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256">
            <a:extLst>
              <a:ext uri="{FF2B5EF4-FFF2-40B4-BE49-F238E27FC236}">
                <a16:creationId xmlns:a16="http://schemas.microsoft.com/office/drawing/2014/main" id="{F22B5BEE-0ADC-4C2D-8C2B-D0414A2ED1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257">
            <a:extLst>
              <a:ext uri="{FF2B5EF4-FFF2-40B4-BE49-F238E27FC236}">
                <a16:creationId xmlns:a16="http://schemas.microsoft.com/office/drawing/2014/main" id="{13F56E11-4D30-45F2-9873-8F159C5F846D}"/>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258">
            <a:extLst>
              <a:ext uri="{FF2B5EF4-FFF2-40B4-BE49-F238E27FC236}">
                <a16:creationId xmlns:a16="http://schemas.microsoft.com/office/drawing/2014/main" id="{A40286B0-C4E8-4B89-94EE-1E6E4D585358}"/>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259">
            <a:extLst>
              <a:ext uri="{FF2B5EF4-FFF2-40B4-BE49-F238E27FC236}">
                <a16:creationId xmlns:a16="http://schemas.microsoft.com/office/drawing/2014/main" id="{8CE6D36E-7C80-4CA5-A006-F896425D1FE1}"/>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260">
            <a:extLst>
              <a:ext uri="{FF2B5EF4-FFF2-40B4-BE49-F238E27FC236}">
                <a16:creationId xmlns:a16="http://schemas.microsoft.com/office/drawing/2014/main" id="{099B6D8B-6D87-40DA-A595-7F3740CD2B3A}"/>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261">
            <a:extLst>
              <a:ext uri="{FF2B5EF4-FFF2-40B4-BE49-F238E27FC236}">
                <a16:creationId xmlns:a16="http://schemas.microsoft.com/office/drawing/2014/main" id="{F38A6DBD-4AF2-4BF2-A201-C4B5762D0CF7}"/>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262">
            <a:extLst>
              <a:ext uri="{FF2B5EF4-FFF2-40B4-BE49-F238E27FC236}">
                <a16:creationId xmlns:a16="http://schemas.microsoft.com/office/drawing/2014/main" id="{EB0A9C4D-DFEF-47C0-9034-EBC4E37A2639}"/>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263">
            <a:extLst>
              <a:ext uri="{FF2B5EF4-FFF2-40B4-BE49-F238E27FC236}">
                <a16:creationId xmlns:a16="http://schemas.microsoft.com/office/drawing/2014/main" id="{2853A3B1-D641-466F-B9CA-B8B13308E6D6}"/>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264">
            <a:extLst>
              <a:ext uri="{FF2B5EF4-FFF2-40B4-BE49-F238E27FC236}">
                <a16:creationId xmlns:a16="http://schemas.microsoft.com/office/drawing/2014/main" id="{4472CCEA-4046-40B3-A844-C96979F2D185}"/>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265">
            <a:extLst>
              <a:ext uri="{FF2B5EF4-FFF2-40B4-BE49-F238E27FC236}">
                <a16:creationId xmlns:a16="http://schemas.microsoft.com/office/drawing/2014/main" id="{46A0C656-E776-484D-A574-83F04229BB69}"/>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266">
            <a:extLst>
              <a:ext uri="{FF2B5EF4-FFF2-40B4-BE49-F238E27FC236}">
                <a16:creationId xmlns:a16="http://schemas.microsoft.com/office/drawing/2014/main" id="{6E3ACAAE-3CA3-43F9-83D7-7C485191D146}"/>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267">
            <a:extLst>
              <a:ext uri="{FF2B5EF4-FFF2-40B4-BE49-F238E27FC236}">
                <a16:creationId xmlns:a16="http://schemas.microsoft.com/office/drawing/2014/main" id="{10CE9021-C4C1-4F2C-9048-7F601B4621FE}"/>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268">
            <a:extLst>
              <a:ext uri="{FF2B5EF4-FFF2-40B4-BE49-F238E27FC236}">
                <a16:creationId xmlns:a16="http://schemas.microsoft.com/office/drawing/2014/main" id="{8C80C66C-3A16-47AB-9FB4-492D56A113DF}"/>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269">
            <a:extLst>
              <a:ext uri="{FF2B5EF4-FFF2-40B4-BE49-F238E27FC236}">
                <a16:creationId xmlns:a16="http://schemas.microsoft.com/office/drawing/2014/main" id="{25863472-C924-4BEC-9D50-E698C5FE5FDC}"/>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270">
            <a:extLst>
              <a:ext uri="{FF2B5EF4-FFF2-40B4-BE49-F238E27FC236}">
                <a16:creationId xmlns:a16="http://schemas.microsoft.com/office/drawing/2014/main" id="{0CF3E1AE-D481-472F-94A4-BB42564814E8}"/>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271">
            <a:extLst>
              <a:ext uri="{FF2B5EF4-FFF2-40B4-BE49-F238E27FC236}">
                <a16:creationId xmlns:a16="http://schemas.microsoft.com/office/drawing/2014/main" id="{77BC3C4D-5176-4921-AC99-48FCBCB197F3}"/>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272">
            <a:extLst>
              <a:ext uri="{FF2B5EF4-FFF2-40B4-BE49-F238E27FC236}">
                <a16:creationId xmlns:a16="http://schemas.microsoft.com/office/drawing/2014/main" id="{6F55FD7E-A66B-49B7-9B21-970C5C2DBF24}"/>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273">
            <a:extLst>
              <a:ext uri="{FF2B5EF4-FFF2-40B4-BE49-F238E27FC236}">
                <a16:creationId xmlns:a16="http://schemas.microsoft.com/office/drawing/2014/main" id="{6BA54969-7C68-45AB-B510-868AF4DFBA40}"/>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274">
            <a:extLst>
              <a:ext uri="{FF2B5EF4-FFF2-40B4-BE49-F238E27FC236}">
                <a16:creationId xmlns:a16="http://schemas.microsoft.com/office/drawing/2014/main" id="{97C25503-94A2-4551-98B3-45B11399115D}"/>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275">
            <a:extLst>
              <a:ext uri="{FF2B5EF4-FFF2-40B4-BE49-F238E27FC236}">
                <a16:creationId xmlns:a16="http://schemas.microsoft.com/office/drawing/2014/main" id="{F2FE52F6-A9D8-4690-8A70-5E90BA675E22}"/>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276">
            <a:extLst>
              <a:ext uri="{FF2B5EF4-FFF2-40B4-BE49-F238E27FC236}">
                <a16:creationId xmlns:a16="http://schemas.microsoft.com/office/drawing/2014/main" id="{0184CC10-2515-48F5-82EF-711BDAC2C411}"/>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277">
            <a:extLst>
              <a:ext uri="{FF2B5EF4-FFF2-40B4-BE49-F238E27FC236}">
                <a16:creationId xmlns:a16="http://schemas.microsoft.com/office/drawing/2014/main" id="{6805F3C4-D5BB-42B7-8FD5-342EA5507734}"/>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1</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((0001)000)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0</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전체를 괄호로 묶습니다.</a:t>
            </a:r>
          </a:p>
        </p:txBody>
      </p:sp>
      <p:sp>
        <p:nvSpPr>
          <p:cNvPr id="153" name="banner-1278">
            <a:extLst>
              <a:ext uri="{FF2B5EF4-FFF2-40B4-BE49-F238E27FC236}">
                <a16:creationId xmlns:a16="http://schemas.microsoft.com/office/drawing/2014/main" id="{6A2FC1E6-5D8C-4584-9E2D-70F9DDB4E66D}"/>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279">
            <a:extLst>
              <a:ext uri="{FF2B5EF4-FFF2-40B4-BE49-F238E27FC236}">
                <a16:creationId xmlns:a16="http://schemas.microsoft.com/office/drawing/2014/main" id="{AB6A6953-E41B-4C72-98B3-E3428B414493}"/>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완성: (01((0001)000)0)</a:t>
            </a:r>
          </a:p>
        </p:txBody>
      </p:sp>
      <p:sp>
        <p:nvSpPr>
          <p:cNvPr id="155" name="caption">
            <a:extLst>
              <a:ext uri="{FF2B5EF4-FFF2-40B4-BE49-F238E27FC236}">
                <a16:creationId xmlns:a16="http://schemas.microsoft.com/office/drawing/2014/main" id="{99ADCC02-709D-447C-8E88-678B2ACEC4CB}"/>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966245320"/>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section">
            <a:extLst>
              <a:ext uri="{FF2B5EF4-FFF2-40B4-BE49-F238E27FC236}">
                <a16:creationId xmlns:a16="http://schemas.microsoft.com/office/drawing/2014/main" id="{0A826A89-6983-4137-B5F8-1E43605F6E1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CB65D864-B68F-465B-A1A1-472D83E09EA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005ECB-DC12-40B0-B55F-349E30813C3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재귀 트리: 나눈 곳만 자식 네 개</a:t>
            </a:r>
          </a:p>
        </p:txBody>
      </p:sp>
      <p:sp>
        <p:nvSpPr>
          <p:cNvPr id="4" name="line-1280">
            <a:extLst>
              <a:ext uri="{FF2B5EF4-FFF2-40B4-BE49-F238E27FC236}">
                <a16:creationId xmlns:a16="http://schemas.microsoft.com/office/drawing/2014/main" id="{E202FD35-26E4-44B9-88C6-E6C87B0BE33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BC2D0244-8A8D-4154-A4F2-D1A4A926D74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79CBD2C-7916-48BF-9713-868F6572CC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204</a:t>
            </a:r>
            <a:endParaRPr sz="1050" b="0">
              <a:solidFill>
                <a:srgbClr val="151515"/>
              </a:solidFill>
              <a:latin typeface="Consolas"/>
              <a:ea typeface="Consolas"/>
              <a:cs typeface="Consolas"/>
            </a:endParaRPr>
          </a:p>
        </p:txBody>
      </p:sp>
      <p:sp>
        <p:nvSpPr>
          <p:cNvPr id="7" name="line-1281">
            <a:extLst>
              <a:ext uri="{FF2B5EF4-FFF2-40B4-BE49-F238E27FC236}">
                <a16:creationId xmlns:a16="http://schemas.microsoft.com/office/drawing/2014/main" id="{D55A219C-5EA5-4B20-8752-DFA7BCD312C8}"/>
              </a:ext>
            </a:extLst>
          </p:cNvPr>
          <p:cNvSpPr>
            <a:spLocks noGrp="1"/>
          </p:cNvSpPr>
          <p:nvPr/>
        </p:nvSpPr>
        <p:spPr>
          <a:xfrm>
            <a:off x="6096000" y="2228850"/>
            <a:ext cx="19050" cy="242888"/>
          </a:xfrm>
          <a:prstGeom prst="rect">
            <a:avLst/>
          </a:prstGeom>
          <a:solidFill>
            <a:srgbClr val="146995"/>
          </a:solidFill>
          <a:ln w="0">
            <a:noFill/>
          </a:ln>
        </p:spPr>
      </p:sp>
      <p:sp>
        <p:nvSpPr>
          <p:cNvPr id="8" name="line-1282">
            <a:extLst>
              <a:ext uri="{FF2B5EF4-FFF2-40B4-BE49-F238E27FC236}">
                <a16:creationId xmlns:a16="http://schemas.microsoft.com/office/drawing/2014/main" id="{7FDAA4B3-1D69-4ACD-90E5-65276509D63D}"/>
              </a:ext>
            </a:extLst>
          </p:cNvPr>
          <p:cNvSpPr>
            <a:spLocks noGrp="1"/>
          </p:cNvSpPr>
          <p:nvPr/>
        </p:nvSpPr>
        <p:spPr>
          <a:xfrm>
            <a:off x="1905000" y="2471738"/>
            <a:ext cx="8382000" cy="19050"/>
          </a:xfrm>
          <a:prstGeom prst="rect">
            <a:avLst/>
          </a:prstGeom>
          <a:solidFill>
            <a:srgbClr val="146995"/>
          </a:solidFill>
          <a:ln w="0">
            <a:noFill/>
          </a:ln>
        </p:spPr>
      </p:sp>
      <p:sp>
        <p:nvSpPr>
          <p:cNvPr id="9" name="line-1283">
            <a:extLst>
              <a:ext uri="{FF2B5EF4-FFF2-40B4-BE49-F238E27FC236}">
                <a16:creationId xmlns:a16="http://schemas.microsoft.com/office/drawing/2014/main" id="{5A3D4D6E-4A0E-44FA-8027-630ADC910C28}"/>
              </a:ext>
            </a:extLst>
          </p:cNvPr>
          <p:cNvSpPr>
            <a:spLocks noGrp="1"/>
          </p:cNvSpPr>
          <p:nvPr/>
        </p:nvSpPr>
        <p:spPr>
          <a:xfrm>
            <a:off x="1905000" y="2471738"/>
            <a:ext cx="19050" cy="242888"/>
          </a:xfrm>
          <a:prstGeom prst="rect">
            <a:avLst/>
          </a:prstGeom>
          <a:solidFill>
            <a:srgbClr val="146995"/>
          </a:solidFill>
          <a:ln w="0">
            <a:noFill/>
          </a:ln>
        </p:spPr>
      </p:sp>
      <p:sp>
        <p:nvSpPr>
          <p:cNvPr id="10" name="line-1284">
            <a:extLst>
              <a:ext uri="{FF2B5EF4-FFF2-40B4-BE49-F238E27FC236}">
                <a16:creationId xmlns:a16="http://schemas.microsoft.com/office/drawing/2014/main" id="{A2CFBBD9-4BC4-4BBC-BFC9-617FBD656F94}"/>
              </a:ext>
            </a:extLst>
          </p:cNvPr>
          <p:cNvSpPr>
            <a:spLocks noGrp="1"/>
          </p:cNvSpPr>
          <p:nvPr/>
        </p:nvSpPr>
        <p:spPr>
          <a:xfrm>
            <a:off x="4381500" y="2471738"/>
            <a:ext cx="19050" cy="242888"/>
          </a:xfrm>
          <a:prstGeom prst="rect">
            <a:avLst/>
          </a:prstGeom>
          <a:solidFill>
            <a:srgbClr val="146995"/>
          </a:solidFill>
          <a:ln w="0">
            <a:noFill/>
          </a:ln>
        </p:spPr>
      </p:sp>
      <p:sp>
        <p:nvSpPr>
          <p:cNvPr id="11" name="line-1285">
            <a:extLst>
              <a:ext uri="{FF2B5EF4-FFF2-40B4-BE49-F238E27FC236}">
                <a16:creationId xmlns:a16="http://schemas.microsoft.com/office/drawing/2014/main" id="{4D1EA08A-802B-4642-A866-4A7F5935EF67}"/>
              </a:ext>
            </a:extLst>
          </p:cNvPr>
          <p:cNvSpPr>
            <a:spLocks noGrp="1"/>
          </p:cNvSpPr>
          <p:nvPr/>
        </p:nvSpPr>
        <p:spPr>
          <a:xfrm>
            <a:off x="7429500" y="2471738"/>
            <a:ext cx="19050" cy="242888"/>
          </a:xfrm>
          <a:prstGeom prst="rect">
            <a:avLst/>
          </a:prstGeom>
          <a:solidFill>
            <a:srgbClr val="146995"/>
          </a:solidFill>
          <a:ln w="0">
            <a:noFill/>
          </a:ln>
        </p:spPr>
      </p:sp>
      <p:sp>
        <p:nvSpPr>
          <p:cNvPr id="12" name="line-1286">
            <a:extLst>
              <a:ext uri="{FF2B5EF4-FFF2-40B4-BE49-F238E27FC236}">
                <a16:creationId xmlns:a16="http://schemas.microsoft.com/office/drawing/2014/main" id="{80EFC03E-630B-4240-BAF7-279A55C2301D}"/>
              </a:ext>
            </a:extLst>
          </p:cNvPr>
          <p:cNvSpPr>
            <a:spLocks noGrp="1"/>
          </p:cNvSpPr>
          <p:nvPr/>
        </p:nvSpPr>
        <p:spPr>
          <a:xfrm>
            <a:off x="10287000" y="2471738"/>
            <a:ext cx="19050" cy="242888"/>
          </a:xfrm>
          <a:prstGeom prst="rect">
            <a:avLst/>
          </a:prstGeom>
          <a:solidFill>
            <a:srgbClr val="146995"/>
          </a:solidFill>
          <a:ln w="0">
            <a:noFill/>
          </a:ln>
        </p:spPr>
      </p:sp>
      <p:sp>
        <p:nvSpPr>
          <p:cNvPr id="13" name="line-1287">
            <a:extLst>
              <a:ext uri="{FF2B5EF4-FFF2-40B4-BE49-F238E27FC236}">
                <a16:creationId xmlns:a16="http://schemas.microsoft.com/office/drawing/2014/main" id="{5B6100B9-4265-44DE-8288-EE743FCAD008}"/>
              </a:ext>
            </a:extLst>
          </p:cNvPr>
          <p:cNvSpPr>
            <a:spLocks noGrp="1"/>
          </p:cNvSpPr>
          <p:nvPr/>
        </p:nvSpPr>
        <p:spPr>
          <a:xfrm>
            <a:off x="7429500" y="3248025"/>
            <a:ext cx="19050" cy="266700"/>
          </a:xfrm>
          <a:prstGeom prst="rect">
            <a:avLst/>
          </a:prstGeom>
          <a:solidFill>
            <a:srgbClr val="146995"/>
          </a:solidFill>
          <a:ln w="0">
            <a:noFill/>
          </a:ln>
        </p:spPr>
      </p:sp>
      <p:sp>
        <p:nvSpPr>
          <p:cNvPr id="14" name="line-1288">
            <a:extLst>
              <a:ext uri="{FF2B5EF4-FFF2-40B4-BE49-F238E27FC236}">
                <a16:creationId xmlns:a16="http://schemas.microsoft.com/office/drawing/2014/main" id="{1830C838-1458-43FF-A2A0-0B3A7F1CF29D}"/>
              </a:ext>
            </a:extLst>
          </p:cNvPr>
          <p:cNvSpPr>
            <a:spLocks noGrp="1"/>
          </p:cNvSpPr>
          <p:nvPr/>
        </p:nvSpPr>
        <p:spPr>
          <a:xfrm>
            <a:off x="6191250" y="3514725"/>
            <a:ext cx="4286250" cy="19050"/>
          </a:xfrm>
          <a:prstGeom prst="rect">
            <a:avLst/>
          </a:prstGeom>
          <a:solidFill>
            <a:srgbClr val="146995"/>
          </a:solidFill>
          <a:ln w="0">
            <a:noFill/>
          </a:ln>
        </p:spPr>
      </p:sp>
      <p:sp>
        <p:nvSpPr>
          <p:cNvPr id="15" name="line-1289">
            <a:extLst>
              <a:ext uri="{FF2B5EF4-FFF2-40B4-BE49-F238E27FC236}">
                <a16:creationId xmlns:a16="http://schemas.microsoft.com/office/drawing/2014/main" id="{A1215098-4EA8-4E0F-A628-C56E2634B006}"/>
              </a:ext>
            </a:extLst>
          </p:cNvPr>
          <p:cNvSpPr>
            <a:spLocks noGrp="1"/>
          </p:cNvSpPr>
          <p:nvPr/>
        </p:nvSpPr>
        <p:spPr>
          <a:xfrm>
            <a:off x="6191250" y="3514725"/>
            <a:ext cx="19050" cy="266700"/>
          </a:xfrm>
          <a:prstGeom prst="rect">
            <a:avLst/>
          </a:prstGeom>
          <a:solidFill>
            <a:srgbClr val="146995"/>
          </a:solidFill>
          <a:ln w="0">
            <a:noFill/>
          </a:ln>
        </p:spPr>
      </p:sp>
      <p:sp>
        <p:nvSpPr>
          <p:cNvPr id="16" name="line-1290">
            <a:extLst>
              <a:ext uri="{FF2B5EF4-FFF2-40B4-BE49-F238E27FC236}">
                <a16:creationId xmlns:a16="http://schemas.microsoft.com/office/drawing/2014/main" id="{2338A9AC-A156-480A-A0DA-359ADDE212CA}"/>
              </a:ext>
            </a:extLst>
          </p:cNvPr>
          <p:cNvSpPr>
            <a:spLocks noGrp="1"/>
          </p:cNvSpPr>
          <p:nvPr/>
        </p:nvSpPr>
        <p:spPr>
          <a:xfrm>
            <a:off x="7620000" y="3514725"/>
            <a:ext cx="19050" cy="266700"/>
          </a:xfrm>
          <a:prstGeom prst="rect">
            <a:avLst/>
          </a:prstGeom>
          <a:solidFill>
            <a:srgbClr val="146995"/>
          </a:solidFill>
          <a:ln w="0">
            <a:noFill/>
          </a:ln>
        </p:spPr>
      </p:sp>
      <p:sp>
        <p:nvSpPr>
          <p:cNvPr id="17" name="line-1291">
            <a:extLst>
              <a:ext uri="{FF2B5EF4-FFF2-40B4-BE49-F238E27FC236}">
                <a16:creationId xmlns:a16="http://schemas.microsoft.com/office/drawing/2014/main" id="{CC60DCD9-1AC9-4FE7-83DE-EB27DC267301}"/>
              </a:ext>
            </a:extLst>
          </p:cNvPr>
          <p:cNvSpPr>
            <a:spLocks noGrp="1"/>
          </p:cNvSpPr>
          <p:nvPr/>
        </p:nvSpPr>
        <p:spPr>
          <a:xfrm>
            <a:off x="9048750" y="3514725"/>
            <a:ext cx="19050" cy="266700"/>
          </a:xfrm>
          <a:prstGeom prst="rect">
            <a:avLst/>
          </a:prstGeom>
          <a:solidFill>
            <a:srgbClr val="146995"/>
          </a:solidFill>
          <a:ln w="0">
            <a:noFill/>
          </a:ln>
        </p:spPr>
      </p:sp>
      <p:sp>
        <p:nvSpPr>
          <p:cNvPr id="18" name="line-1292">
            <a:extLst>
              <a:ext uri="{FF2B5EF4-FFF2-40B4-BE49-F238E27FC236}">
                <a16:creationId xmlns:a16="http://schemas.microsoft.com/office/drawing/2014/main" id="{E55AB377-8C71-4904-95BE-335466CA4415}"/>
              </a:ext>
            </a:extLst>
          </p:cNvPr>
          <p:cNvSpPr>
            <a:spLocks noGrp="1"/>
          </p:cNvSpPr>
          <p:nvPr/>
        </p:nvSpPr>
        <p:spPr>
          <a:xfrm>
            <a:off x="10477500" y="3514725"/>
            <a:ext cx="19050" cy="266700"/>
          </a:xfrm>
          <a:prstGeom prst="rect">
            <a:avLst/>
          </a:prstGeom>
          <a:solidFill>
            <a:srgbClr val="146995"/>
          </a:solidFill>
          <a:ln w="0">
            <a:noFill/>
          </a:ln>
        </p:spPr>
      </p:sp>
      <p:sp>
        <p:nvSpPr>
          <p:cNvPr id="19" name="line-1293">
            <a:extLst>
              <a:ext uri="{FF2B5EF4-FFF2-40B4-BE49-F238E27FC236}">
                <a16:creationId xmlns:a16="http://schemas.microsoft.com/office/drawing/2014/main" id="{80F6FF35-4D8C-4CB4-BB30-A3DF1CA30B36}"/>
              </a:ext>
            </a:extLst>
          </p:cNvPr>
          <p:cNvSpPr>
            <a:spLocks noGrp="1"/>
          </p:cNvSpPr>
          <p:nvPr/>
        </p:nvSpPr>
        <p:spPr>
          <a:xfrm>
            <a:off x="6191250" y="4314825"/>
            <a:ext cx="19050" cy="247650"/>
          </a:xfrm>
          <a:prstGeom prst="rect">
            <a:avLst/>
          </a:prstGeom>
          <a:solidFill>
            <a:srgbClr val="146995"/>
          </a:solidFill>
          <a:ln w="0">
            <a:noFill/>
          </a:ln>
        </p:spPr>
      </p:sp>
      <p:sp>
        <p:nvSpPr>
          <p:cNvPr id="20" name="line-1294">
            <a:extLst>
              <a:ext uri="{FF2B5EF4-FFF2-40B4-BE49-F238E27FC236}">
                <a16:creationId xmlns:a16="http://schemas.microsoft.com/office/drawing/2014/main" id="{031F4177-A42F-47A3-953A-23377D32AB8F}"/>
              </a:ext>
            </a:extLst>
          </p:cNvPr>
          <p:cNvSpPr>
            <a:spLocks noGrp="1"/>
          </p:cNvSpPr>
          <p:nvPr/>
        </p:nvSpPr>
        <p:spPr>
          <a:xfrm>
            <a:off x="5619750" y="4562475"/>
            <a:ext cx="2571750" cy="19050"/>
          </a:xfrm>
          <a:prstGeom prst="rect">
            <a:avLst/>
          </a:prstGeom>
          <a:solidFill>
            <a:srgbClr val="146995"/>
          </a:solidFill>
          <a:ln w="0">
            <a:noFill/>
          </a:ln>
        </p:spPr>
      </p:sp>
      <p:sp>
        <p:nvSpPr>
          <p:cNvPr id="21" name="line-1295">
            <a:extLst>
              <a:ext uri="{FF2B5EF4-FFF2-40B4-BE49-F238E27FC236}">
                <a16:creationId xmlns:a16="http://schemas.microsoft.com/office/drawing/2014/main" id="{3A4A86D0-1A3A-4603-8DEA-C7FECC94BBAC}"/>
              </a:ext>
            </a:extLst>
          </p:cNvPr>
          <p:cNvSpPr>
            <a:spLocks noGrp="1"/>
          </p:cNvSpPr>
          <p:nvPr/>
        </p:nvSpPr>
        <p:spPr>
          <a:xfrm>
            <a:off x="5619750" y="4562475"/>
            <a:ext cx="19050" cy="247650"/>
          </a:xfrm>
          <a:prstGeom prst="rect">
            <a:avLst/>
          </a:prstGeom>
          <a:solidFill>
            <a:srgbClr val="146995"/>
          </a:solidFill>
          <a:ln w="0">
            <a:noFill/>
          </a:ln>
        </p:spPr>
      </p:sp>
      <p:sp>
        <p:nvSpPr>
          <p:cNvPr id="22" name="line-1296">
            <a:extLst>
              <a:ext uri="{FF2B5EF4-FFF2-40B4-BE49-F238E27FC236}">
                <a16:creationId xmlns:a16="http://schemas.microsoft.com/office/drawing/2014/main" id="{C8898C01-F0A4-430E-8732-C02E71E6EB9F}"/>
              </a:ext>
            </a:extLst>
          </p:cNvPr>
          <p:cNvSpPr>
            <a:spLocks noGrp="1"/>
          </p:cNvSpPr>
          <p:nvPr/>
        </p:nvSpPr>
        <p:spPr>
          <a:xfrm>
            <a:off x="6477000" y="4562475"/>
            <a:ext cx="19050" cy="247650"/>
          </a:xfrm>
          <a:prstGeom prst="rect">
            <a:avLst/>
          </a:prstGeom>
          <a:solidFill>
            <a:srgbClr val="146995"/>
          </a:solidFill>
          <a:ln w="0">
            <a:noFill/>
          </a:ln>
        </p:spPr>
      </p:sp>
      <p:sp>
        <p:nvSpPr>
          <p:cNvPr id="23" name="line-1297">
            <a:extLst>
              <a:ext uri="{FF2B5EF4-FFF2-40B4-BE49-F238E27FC236}">
                <a16:creationId xmlns:a16="http://schemas.microsoft.com/office/drawing/2014/main" id="{271478BC-D83B-4E23-9755-B39AEF8FA6F2}"/>
              </a:ext>
            </a:extLst>
          </p:cNvPr>
          <p:cNvSpPr>
            <a:spLocks noGrp="1"/>
          </p:cNvSpPr>
          <p:nvPr/>
        </p:nvSpPr>
        <p:spPr>
          <a:xfrm>
            <a:off x="7334250" y="4562475"/>
            <a:ext cx="19050" cy="247650"/>
          </a:xfrm>
          <a:prstGeom prst="rect">
            <a:avLst/>
          </a:prstGeom>
          <a:solidFill>
            <a:srgbClr val="146995"/>
          </a:solidFill>
          <a:ln w="0">
            <a:noFill/>
          </a:ln>
        </p:spPr>
      </p:sp>
      <p:sp>
        <p:nvSpPr>
          <p:cNvPr id="24" name="line-1298">
            <a:extLst>
              <a:ext uri="{FF2B5EF4-FFF2-40B4-BE49-F238E27FC236}">
                <a16:creationId xmlns:a16="http://schemas.microsoft.com/office/drawing/2014/main" id="{B96E37AF-0D54-4829-9D56-FE08D7B0A0D4}"/>
              </a:ext>
            </a:extLst>
          </p:cNvPr>
          <p:cNvSpPr>
            <a:spLocks noGrp="1"/>
          </p:cNvSpPr>
          <p:nvPr/>
        </p:nvSpPr>
        <p:spPr>
          <a:xfrm>
            <a:off x="8191500" y="4562475"/>
            <a:ext cx="19050" cy="247650"/>
          </a:xfrm>
          <a:prstGeom prst="rect">
            <a:avLst/>
          </a:prstGeom>
          <a:solidFill>
            <a:srgbClr val="146995"/>
          </a:solidFill>
          <a:ln w="0">
            <a:noFill/>
          </a:ln>
        </p:spPr>
      </p:sp>
      <p:sp>
        <p:nvSpPr>
          <p:cNvPr id="25" name="tree-node-1299">
            <a:extLst>
              <a:ext uri="{FF2B5EF4-FFF2-40B4-BE49-F238E27FC236}">
                <a16:creationId xmlns:a16="http://schemas.microsoft.com/office/drawing/2014/main" id="{986B81E6-D22B-4D52-903D-F0BA35D4E5A3}"/>
              </a:ext>
            </a:extLst>
          </p:cNvPr>
          <p:cNvSpPr>
            <a:spLocks noGrp="1"/>
          </p:cNvSpPr>
          <p:nvPr/>
        </p:nvSpPr>
        <p:spPr>
          <a:xfrm>
            <a:off x="4905375" y="1695450"/>
            <a:ext cx="2381250" cy="533400"/>
          </a:xfrm>
          <a:prstGeom prst="rect">
            <a:avLst/>
          </a:prstGeom>
          <a:solidFill>
            <a:srgbClr val="D5E6EF"/>
          </a:solidFill>
          <a:ln w="9525">
            <a:solidFill>
              <a:srgbClr val="146995"/>
            </a:solidFill>
          </a:ln>
        </p:spPr>
      </p:sp>
      <p:sp>
        <p:nvSpPr>
          <p:cNvPr id="26" name="tree-label-1300">
            <a:extLst>
              <a:ext uri="{FF2B5EF4-FFF2-40B4-BE49-F238E27FC236}">
                <a16:creationId xmlns:a16="http://schemas.microsoft.com/office/drawing/2014/main" id="{ACFDDE02-F513-44D0-8DA3-9219CA7310FA}"/>
              </a:ext>
            </a:extLst>
          </p:cNvPr>
          <p:cNvSpPr>
            <a:spLocks noGrp="1"/>
          </p:cNvSpPr>
          <p:nvPr/>
        </p:nvSpPr>
        <p:spPr>
          <a:xfrm>
            <a:off x="4905375" y="1828800"/>
            <a:ext cx="2381250" cy="371475"/>
          </a:xfrm>
          <a:prstGeom prst="rect">
            <a:avLst/>
          </a:prstGeom>
          <a:noFill/>
          <a:ln w="0">
            <a:noFill/>
          </a:ln>
        </p:spPr>
        <p:txBody>
          <a:bodyPr wrap="none" lIns="0" tIns="0" rIns="0" bIns="0" anchor="t">
            <a:noAutofit/>
          </a:bodyPr>
          <a:lstStyle>
            <a:defPPr algn="ctr">
              <a:defRPr sz="1800" b="1">
                <a:solidFill>
                  <a:srgbClr val="146995"/>
                </a:solidFill>
                <a:latin typeface="Malgun Gothic"/>
                <a:ea typeface="Malgun Gothic"/>
                <a:cs typeface="Malgun Gothic"/>
              </a:defRPr>
            </a:defPPr>
          </a:lstStyle>
          <a:p>
            <a:pPr algn="ctr">
              <a:lnSpc>
                <a:spcPct val="112000"/>
              </a:lnSpc>
              <a:buNone/>
              <a:defRPr sz="1800" b="1">
                <a:solidFill>
                  <a:srgbClr val="146995"/>
                </a:solidFill>
                <a:latin typeface="Malgun Gothic"/>
                <a:ea typeface="Malgun Gothic"/>
                <a:cs typeface="Malgun Gothic"/>
              </a:defRPr>
            </a:pPr>
            <a:r>
              <a:rPr sz="1800" b="1">
                <a:solidFill>
                  <a:srgbClr val="146995"/>
                </a:solidFill>
                <a:latin typeface="Malgun Gothic"/>
                <a:ea typeface="Malgun Gothic"/>
                <a:cs typeface="Malgun Gothic"/>
              </a:rPr>
              <a:t>전체 8×8</a:t>
            </a:r>
          </a:p>
        </p:txBody>
      </p:sp>
      <p:sp>
        <p:nvSpPr>
          <p:cNvPr id="27" name="tree-node-1301">
            <a:extLst>
              <a:ext uri="{FF2B5EF4-FFF2-40B4-BE49-F238E27FC236}">
                <a16:creationId xmlns:a16="http://schemas.microsoft.com/office/drawing/2014/main" id="{43E0C47E-3462-470F-9611-299678971E00}"/>
              </a:ext>
            </a:extLst>
          </p:cNvPr>
          <p:cNvSpPr>
            <a:spLocks noGrp="1"/>
          </p:cNvSpPr>
          <p:nvPr/>
        </p:nvSpPr>
        <p:spPr>
          <a:xfrm>
            <a:off x="1000125" y="2714625"/>
            <a:ext cx="1809750" cy="533400"/>
          </a:xfrm>
          <a:prstGeom prst="rect">
            <a:avLst/>
          </a:prstGeom>
          <a:solidFill>
            <a:srgbClr val="F5F5F5"/>
          </a:solidFill>
          <a:ln w="9525">
            <a:solidFill>
              <a:srgbClr val="999999"/>
            </a:solidFill>
          </a:ln>
        </p:spPr>
      </p:sp>
      <p:sp>
        <p:nvSpPr>
          <p:cNvPr id="28" name="tree-label-1302">
            <a:extLst>
              <a:ext uri="{FF2B5EF4-FFF2-40B4-BE49-F238E27FC236}">
                <a16:creationId xmlns:a16="http://schemas.microsoft.com/office/drawing/2014/main" id="{1B2D5E75-4236-42F6-BD52-5A63645C89B6}"/>
              </a:ext>
            </a:extLst>
          </p:cNvPr>
          <p:cNvSpPr>
            <a:spLocks noGrp="1"/>
          </p:cNvSpPr>
          <p:nvPr/>
        </p:nvSpPr>
        <p:spPr>
          <a:xfrm>
            <a:off x="10001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좌상: 0</a:t>
            </a:r>
          </a:p>
        </p:txBody>
      </p:sp>
      <p:sp>
        <p:nvSpPr>
          <p:cNvPr id="29" name="tree-node-1303">
            <a:extLst>
              <a:ext uri="{FF2B5EF4-FFF2-40B4-BE49-F238E27FC236}">
                <a16:creationId xmlns:a16="http://schemas.microsoft.com/office/drawing/2014/main" id="{E6C19B4A-0841-4AD6-9CEA-5A76C2FE349E}"/>
              </a:ext>
            </a:extLst>
          </p:cNvPr>
          <p:cNvSpPr>
            <a:spLocks noGrp="1"/>
          </p:cNvSpPr>
          <p:nvPr/>
        </p:nvSpPr>
        <p:spPr>
          <a:xfrm>
            <a:off x="3476625" y="2714625"/>
            <a:ext cx="1809750" cy="533400"/>
          </a:xfrm>
          <a:prstGeom prst="rect">
            <a:avLst/>
          </a:prstGeom>
          <a:solidFill>
            <a:srgbClr val="F5F5F5"/>
          </a:solidFill>
          <a:ln w="9525">
            <a:solidFill>
              <a:srgbClr val="999999"/>
            </a:solidFill>
          </a:ln>
        </p:spPr>
      </p:sp>
      <p:sp>
        <p:nvSpPr>
          <p:cNvPr id="30" name="tree-label-1304">
            <a:extLst>
              <a:ext uri="{FF2B5EF4-FFF2-40B4-BE49-F238E27FC236}">
                <a16:creationId xmlns:a16="http://schemas.microsoft.com/office/drawing/2014/main" id="{5A353E79-AE6F-436F-9B85-FCB28FAB42C0}"/>
              </a:ext>
            </a:extLst>
          </p:cNvPr>
          <p:cNvSpPr>
            <a:spLocks noGrp="1"/>
          </p:cNvSpPr>
          <p:nvPr/>
        </p:nvSpPr>
        <p:spPr>
          <a:xfrm>
            <a:off x="34766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우상: 1</a:t>
            </a:r>
          </a:p>
        </p:txBody>
      </p:sp>
      <p:sp>
        <p:nvSpPr>
          <p:cNvPr id="31" name="tree-node-1305">
            <a:extLst>
              <a:ext uri="{FF2B5EF4-FFF2-40B4-BE49-F238E27FC236}">
                <a16:creationId xmlns:a16="http://schemas.microsoft.com/office/drawing/2014/main" id="{0C6380E7-22CC-4ED9-941C-B6834DA3A95B}"/>
              </a:ext>
            </a:extLst>
          </p:cNvPr>
          <p:cNvSpPr>
            <a:spLocks noGrp="1"/>
          </p:cNvSpPr>
          <p:nvPr/>
        </p:nvSpPr>
        <p:spPr>
          <a:xfrm>
            <a:off x="6524625" y="2714625"/>
            <a:ext cx="1809750" cy="533400"/>
          </a:xfrm>
          <a:prstGeom prst="rect">
            <a:avLst/>
          </a:prstGeom>
          <a:solidFill>
            <a:srgbClr val="D5E6EF"/>
          </a:solidFill>
          <a:ln w="9525">
            <a:solidFill>
              <a:srgbClr val="146995"/>
            </a:solidFill>
          </a:ln>
        </p:spPr>
      </p:sp>
      <p:sp>
        <p:nvSpPr>
          <p:cNvPr id="32" name="tree-label-1306">
            <a:extLst>
              <a:ext uri="{FF2B5EF4-FFF2-40B4-BE49-F238E27FC236}">
                <a16:creationId xmlns:a16="http://schemas.microsoft.com/office/drawing/2014/main" id="{1A319BA9-42FB-4536-893E-097CD7510E7E}"/>
              </a:ext>
            </a:extLst>
          </p:cNvPr>
          <p:cNvSpPr>
            <a:spLocks noGrp="1"/>
          </p:cNvSpPr>
          <p:nvPr/>
        </p:nvSpPr>
        <p:spPr>
          <a:xfrm>
            <a:off x="6524625" y="2847975"/>
            <a:ext cx="1809750" cy="371475"/>
          </a:xfrm>
          <a:prstGeom prst="rect">
            <a:avLst/>
          </a:prstGeom>
          <a:noFill/>
          <a:ln w="0">
            <a:noFill/>
          </a:ln>
        </p:spPr>
        <p:txBody>
          <a:bodyPr wrap="none" lIns="0" tIns="0" rIns="0" bIns="0" anchor="t">
            <a:noAutofit/>
          </a:bodyPr>
          <a:lstStyle>
            <a:defPPr algn="ctr">
              <a:defRPr sz="1800" b="1">
                <a:solidFill>
                  <a:srgbClr val="146995"/>
                </a:solidFill>
                <a:latin typeface="Malgun Gothic"/>
                <a:ea typeface="Malgun Gothic"/>
                <a:cs typeface="Malgun Gothic"/>
              </a:defRPr>
            </a:defPPr>
          </a:lstStyle>
          <a:p>
            <a:pPr algn="ctr">
              <a:lnSpc>
                <a:spcPct val="112000"/>
              </a:lnSpc>
              <a:buNone/>
              <a:defRPr sz="1800" b="1">
                <a:solidFill>
                  <a:srgbClr val="146995"/>
                </a:solidFill>
                <a:latin typeface="Malgun Gothic"/>
                <a:ea typeface="Malgun Gothic"/>
                <a:cs typeface="Malgun Gothic"/>
              </a:defRPr>
            </a:pPr>
            <a:r>
              <a:rPr sz="1800" b="1">
                <a:solidFill>
                  <a:srgbClr val="146995"/>
                </a:solidFill>
                <a:latin typeface="Malgun Gothic"/>
                <a:ea typeface="Malgun Gothic"/>
                <a:cs typeface="Malgun Gothic"/>
              </a:rPr>
              <a:t>좌하 4×4</a:t>
            </a:r>
          </a:p>
        </p:txBody>
      </p:sp>
      <p:sp>
        <p:nvSpPr>
          <p:cNvPr id="33" name="tree-node-1307">
            <a:extLst>
              <a:ext uri="{FF2B5EF4-FFF2-40B4-BE49-F238E27FC236}">
                <a16:creationId xmlns:a16="http://schemas.microsoft.com/office/drawing/2014/main" id="{3699800C-0199-411F-912F-083AF8189ED2}"/>
              </a:ext>
            </a:extLst>
          </p:cNvPr>
          <p:cNvSpPr>
            <a:spLocks noGrp="1"/>
          </p:cNvSpPr>
          <p:nvPr/>
        </p:nvSpPr>
        <p:spPr>
          <a:xfrm>
            <a:off x="9382125" y="2714625"/>
            <a:ext cx="1809750" cy="533400"/>
          </a:xfrm>
          <a:prstGeom prst="rect">
            <a:avLst/>
          </a:prstGeom>
          <a:solidFill>
            <a:srgbClr val="F5F5F5"/>
          </a:solidFill>
          <a:ln w="9525">
            <a:solidFill>
              <a:srgbClr val="999999"/>
            </a:solidFill>
          </a:ln>
        </p:spPr>
      </p:sp>
      <p:sp>
        <p:nvSpPr>
          <p:cNvPr id="34" name="tree-label-1308">
            <a:extLst>
              <a:ext uri="{FF2B5EF4-FFF2-40B4-BE49-F238E27FC236}">
                <a16:creationId xmlns:a16="http://schemas.microsoft.com/office/drawing/2014/main" id="{B8AEE778-3CE1-445D-860E-B34D1F94E9F7}"/>
              </a:ext>
            </a:extLst>
          </p:cNvPr>
          <p:cNvSpPr>
            <a:spLocks noGrp="1"/>
          </p:cNvSpPr>
          <p:nvPr/>
        </p:nvSpPr>
        <p:spPr>
          <a:xfrm>
            <a:off x="93821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우하: 0</a:t>
            </a:r>
          </a:p>
        </p:txBody>
      </p:sp>
      <p:sp>
        <p:nvSpPr>
          <p:cNvPr id="35" name="tree-node-1309">
            <a:extLst>
              <a:ext uri="{FF2B5EF4-FFF2-40B4-BE49-F238E27FC236}">
                <a16:creationId xmlns:a16="http://schemas.microsoft.com/office/drawing/2014/main" id="{FAB10415-F304-44FC-AAB6-BB7D0EFFFCA5}"/>
              </a:ext>
            </a:extLst>
          </p:cNvPr>
          <p:cNvSpPr>
            <a:spLocks noGrp="1"/>
          </p:cNvSpPr>
          <p:nvPr/>
        </p:nvSpPr>
        <p:spPr>
          <a:xfrm>
            <a:off x="5543550" y="3781425"/>
            <a:ext cx="1295400" cy="533400"/>
          </a:xfrm>
          <a:prstGeom prst="rect">
            <a:avLst/>
          </a:prstGeom>
          <a:solidFill>
            <a:srgbClr val="D5E6EF"/>
          </a:solidFill>
          <a:ln w="9525">
            <a:solidFill>
              <a:srgbClr val="146995"/>
            </a:solidFill>
          </a:ln>
        </p:spPr>
      </p:sp>
      <p:sp>
        <p:nvSpPr>
          <p:cNvPr id="36" name="tree-label-1310">
            <a:extLst>
              <a:ext uri="{FF2B5EF4-FFF2-40B4-BE49-F238E27FC236}">
                <a16:creationId xmlns:a16="http://schemas.microsoft.com/office/drawing/2014/main" id="{73A248B4-A4A8-4104-92D0-264CD5C4BBCD}"/>
              </a:ext>
            </a:extLst>
          </p:cNvPr>
          <p:cNvSpPr>
            <a:spLocks noGrp="1"/>
          </p:cNvSpPr>
          <p:nvPr/>
        </p:nvSpPr>
        <p:spPr>
          <a:xfrm>
            <a:off x="5543550" y="3914775"/>
            <a:ext cx="1295400" cy="371475"/>
          </a:xfrm>
          <a:prstGeom prst="rect">
            <a:avLst/>
          </a:prstGeom>
          <a:noFill/>
          <a:ln w="0">
            <a:noFill/>
          </a:ln>
        </p:spPr>
        <p:txBody>
          <a:bodyPr wrap="none" lIns="0" tIns="0" rIns="0" bIns="0" anchor="t">
            <a:noAutofit/>
          </a:bodyPr>
          <a:lstStyle>
            <a:defPPr algn="ctr">
              <a:defRPr sz="1650" b="1">
                <a:solidFill>
                  <a:srgbClr val="146995"/>
                </a:solidFill>
                <a:latin typeface="Malgun Gothic"/>
                <a:ea typeface="Malgun Gothic"/>
                <a:cs typeface="Malgun Gothic"/>
              </a:defRPr>
            </a:defPPr>
          </a:lstStyle>
          <a:p>
            <a:pPr algn="ctr">
              <a:lnSpc>
                <a:spcPct val="112000"/>
              </a:lnSpc>
              <a:buNone/>
              <a:defRPr sz="1650" b="1">
                <a:solidFill>
                  <a:srgbClr val="146995"/>
                </a:solidFill>
                <a:latin typeface="Malgun Gothic"/>
                <a:ea typeface="Malgun Gothic"/>
                <a:cs typeface="Malgun Gothic"/>
              </a:defRPr>
            </a:pPr>
            <a:r>
              <a:rPr sz="1650" b="1">
                <a:solidFill>
                  <a:srgbClr val="146995"/>
                </a:solidFill>
                <a:latin typeface="Malgun Gothic"/>
                <a:ea typeface="Malgun Gothic"/>
                <a:cs typeface="Malgun Gothic"/>
              </a:rPr>
              <a:t>좌상 2×2</a:t>
            </a:r>
          </a:p>
        </p:txBody>
      </p:sp>
      <p:sp>
        <p:nvSpPr>
          <p:cNvPr id="37" name="tree-node-1311">
            <a:extLst>
              <a:ext uri="{FF2B5EF4-FFF2-40B4-BE49-F238E27FC236}">
                <a16:creationId xmlns:a16="http://schemas.microsoft.com/office/drawing/2014/main" id="{4E59EA4D-3D2D-47F7-B6CF-23BC4CCFC9F5}"/>
              </a:ext>
            </a:extLst>
          </p:cNvPr>
          <p:cNvSpPr>
            <a:spLocks noGrp="1"/>
          </p:cNvSpPr>
          <p:nvPr/>
        </p:nvSpPr>
        <p:spPr>
          <a:xfrm>
            <a:off x="6972300" y="3781425"/>
            <a:ext cx="1295400" cy="533400"/>
          </a:xfrm>
          <a:prstGeom prst="rect">
            <a:avLst/>
          </a:prstGeom>
          <a:solidFill>
            <a:srgbClr val="F5F5F5"/>
          </a:solidFill>
          <a:ln w="9525">
            <a:solidFill>
              <a:srgbClr val="999999"/>
            </a:solidFill>
          </a:ln>
        </p:spPr>
      </p:sp>
      <p:sp>
        <p:nvSpPr>
          <p:cNvPr id="38" name="tree-label-1312">
            <a:extLst>
              <a:ext uri="{FF2B5EF4-FFF2-40B4-BE49-F238E27FC236}">
                <a16:creationId xmlns:a16="http://schemas.microsoft.com/office/drawing/2014/main" id="{47FF70E5-FBD6-4DDE-904D-3096FA18076D}"/>
              </a:ext>
            </a:extLst>
          </p:cNvPr>
          <p:cNvSpPr>
            <a:spLocks noGrp="1"/>
          </p:cNvSpPr>
          <p:nvPr/>
        </p:nvSpPr>
        <p:spPr>
          <a:xfrm>
            <a:off x="697230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우상: 0</a:t>
            </a:r>
          </a:p>
        </p:txBody>
      </p:sp>
      <p:sp>
        <p:nvSpPr>
          <p:cNvPr id="39" name="tree-node-1313">
            <a:extLst>
              <a:ext uri="{FF2B5EF4-FFF2-40B4-BE49-F238E27FC236}">
                <a16:creationId xmlns:a16="http://schemas.microsoft.com/office/drawing/2014/main" id="{648F4F07-6CBD-48D0-8666-D069B097678A}"/>
              </a:ext>
            </a:extLst>
          </p:cNvPr>
          <p:cNvSpPr>
            <a:spLocks noGrp="1"/>
          </p:cNvSpPr>
          <p:nvPr/>
        </p:nvSpPr>
        <p:spPr>
          <a:xfrm>
            <a:off x="8401050" y="3781425"/>
            <a:ext cx="1295400" cy="533400"/>
          </a:xfrm>
          <a:prstGeom prst="rect">
            <a:avLst/>
          </a:prstGeom>
          <a:solidFill>
            <a:srgbClr val="F5F5F5"/>
          </a:solidFill>
          <a:ln w="9525">
            <a:solidFill>
              <a:srgbClr val="999999"/>
            </a:solidFill>
          </a:ln>
        </p:spPr>
      </p:sp>
      <p:sp>
        <p:nvSpPr>
          <p:cNvPr id="40" name="tree-label-1314">
            <a:extLst>
              <a:ext uri="{FF2B5EF4-FFF2-40B4-BE49-F238E27FC236}">
                <a16:creationId xmlns:a16="http://schemas.microsoft.com/office/drawing/2014/main" id="{0A18EC98-B50B-4754-80DA-97A6E6402E06}"/>
              </a:ext>
            </a:extLst>
          </p:cNvPr>
          <p:cNvSpPr>
            <a:spLocks noGrp="1"/>
          </p:cNvSpPr>
          <p:nvPr/>
        </p:nvSpPr>
        <p:spPr>
          <a:xfrm>
            <a:off x="840105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좌하: 0</a:t>
            </a:r>
          </a:p>
        </p:txBody>
      </p:sp>
      <p:sp>
        <p:nvSpPr>
          <p:cNvPr id="41" name="tree-node-1315">
            <a:extLst>
              <a:ext uri="{FF2B5EF4-FFF2-40B4-BE49-F238E27FC236}">
                <a16:creationId xmlns:a16="http://schemas.microsoft.com/office/drawing/2014/main" id="{9A468068-0228-4DD2-B9F5-BFE249F6739D}"/>
              </a:ext>
            </a:extLst>
          </p:cNvPr>
          <p:cNvSpPr>
            <a:spLocks noGrp="1"/>
          </p:cNvSpPr>
          <p:nvPr/>
        </p:nvSpPr>
        <p:spPr>
          <a:xfrm>
            <a:off x="9829800" y="3781425"/>
            <a:ext cx="1295400" cy="533400"/>
          </a:xfrm>
          <a:prstGeom prst="rect">
            <a:avLst/>
          </a:prstGeom>
          <a:solidFill>
            <a:srgbClr val="F5F5F5"/>
          </a:solidFill>
          <a:ln w="9525">
            <a:solidFill>
              <a:srgbClr val="999999"/>
            </a:solidFill>
          </a:ln>
        </p:spPr>
      </p:sp>
      <p:sp>
        <p:nvSpPr>
          <p:cNvPr id="42" name="tree-label-1316">
            <a:extLst>
              <a:ext uri="{FF2B5EF4-FFF2-40B4-BE49-F238E27FC236}">
                <a16:creationId xmlns:a16="http://schemas.microsoft.com/office/drawing/2014/main" id="{5D1A674A-41A6-4E51-96D5-375CCF73F92D}"/>
              </a:ext>
            </a:extLst>
          </p:cNvPr>
          <p:cNvSpPr>
            <a:spLocks noGrp="1"/>
          </p:cNvSpPr>
          <p:nvPr/>
        </p:nvSpPr>
        <p:spPr>
          <a:xfrm>
            <a:off x="982980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우하: 0</a:t>
            </a:r>
          </a:p>
        </p:txBody>
      </p:sp>
      <p:sp>
        <p:nvSpPr>
          <p:cNvPr id="43" name="tree-node-1317">
            <a:extLst>
              <a:ext uri="{FF2B5EF4-FFF2-40B4-BE49-F238E27FC236}">
                <a16:creationId xmlns:a16="http://schemas.microsoft.com/office/drawing/2014/main" id="{CF26A9D5-3831-4C9D-89A9-BD4671B0F9D6}"/>
              </a:ext>
            </a:extLst>
          </p:cNvPr>
          <p:cNvSpPr>
            <a:spLocks noGrp="1"/>
          </p:cNvSpPr>
          <p:nvPr/>
        </p:nvSpPr>
        <p:spPr>
          <a:xfrm>
            <a:off x="5314950" y="4810125"/>
            <a:ext cx="609600" cy="533400"/>
          </a:xfrm>
          <a:prstGeom prst="rect">
            <a:avLst/>
          </a:prstGeom>
          <a:solidFill>
            <a:srgbClr val="F5F5F5"/>
          </a:solidFill>
          <a:ln w="9525">
            <a:solidFill>
              <a:srgbClr val="999999"/>
            </a:solidFill>
          </a:ln>
        </p:spPr>
      </p:sp>
      <p:sp>
        <p:nvSpPr>
          <p:cNvPr id="44" name="tree-label-1318">
            <a:extLst>
              <a:ext uri="{FF2B5EF4-FFF2-40B4-BE49-F238E27FC236}">
                <a16:creationId xmlns:a16="http://schemas.microsoft.com/office/drawing/2014/main" id="{23A84F71-31D4-4592-8D1E-1407F298C945}"/>
              </a:ext>
            </a:extLst>
          </p:cNvPr>
          <p:cNvSpPr>
            <a:spLocks noGrp="1"/>
          </p:cNvSpPr>
          <p:nvPr/>
        </p:nvSpPr>
        <p:spPr>
          <a:xfrm>
            <a:off x="531495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5" name="tree-node-1319">
            <a:extLst>
              <a:ext uri="{FF2B5EF4-FFF2-40B4-BE49-F238E27FC236}">
                <a16:creationId xmlns:a16="http://schemas.microsoft.com/office/drawing/2014/main" id="{EA5D9FF1-65DE-46D0-A24A-1E5E9E4CAA33}"/>
              </a:ext>
            </a:extLst>
          </p:cNvPr>
          <p:cNvSpPr>
            <a:spLocks noGrp="1"/>
          </p:cNvSpPr>
          <p:nvPr/>
        </p:nvSpPr>
        <p:spPr>
          <a:xfrm>
            <a:off x="6172200" y="4810125"/>
            <a:ext cx="609600" cy="533400"/>
          </a:xfrm>
          <a:prstGeom prst="rect">
            <a:avLst/>
          </a:prstGeom>
          <a:solidFill>
            <a:srgbClr val="F5F5F5"/>
          </a:solidFill>
          <a:ln w="9525">
            <a:solidFill>
              <a:srgbClr val="999999"/>
            </a:solidFill>
          </a:ln>
        </p:spPr>
      </p:sp>
      <p:sp>
        <p:nvSpPr>
          <p:cNvPr id="46" name="tree-label-1320">
            <a:extLst>
              <a:ext uri="{FF2B5EF4-FFF2-40B4-BE49-F238E27FC236}">
                <a16:creationId xmlns:a16="http://schemas.microsoft.com/office/drawing/2014/main" id="{1144D424-19F3-43C3-9F25-CC9424E92F4F}"/>
              </a:ext>
            </a:extLst>
          </p:cNvPr>
          <p:cNvSpPr>
            <a:spLocks noGrp="1"/>
          </p:cNvSpPr>
          <p:nvPr/>
        </p:nvSpPr>
        <p:spPr>
          <a:xfrm>
            <a:off x="617220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7" name="tree-node-1321">
            <a:extLst>
              <a:ext uri="{FF2B5EF4-FFF2-40B4-BE49-F238E27FC236}">
                <a16:creationId xmlns:a16="http://schemas.microsoft.com/office/drawing/2014/main" id="{B174C0F1-2B41-4A02-AF00-16224496B29B}"/>
              </a:ext>
            </a:extLst>
          </p:cNvPr>
          <p:cNvSpPr>
            <a:spLocks noGrp="1"/>
          </p:cNvSpPr>
          <p:nvPr/>
        </p:nvSpPr>
        <p:spPr>
          <a:xfrm>
            <a:off x="7029450" y="4810125"/>
            <a:ext cx="609600" cy="533400"/>
          </a:xfrm>
          <a:prstGeom prst="rect">
            <a:avLst/>
          </a:prstGeom>
          <a:solidFill>
            <a:srgbClr val="F5F5F5"/>
          </a:solidFill>
          <a:ln w="9525">
            <a:solidFill>
              <a:srgbClr val="999999"/>
            </a:solidFill>
          </a:ln>
        </p:spPr>
      </p:sp>
      <p:sp>
        <p:nvSpPr>
          <p:cNvPr id="48" name="tree-label-1322">
            <a:extLst>
              <a:ext uri="{FF2B5EF4-FFF2-40B4-BE49-F238E27FC236}">
                <a16:creationId xmlns:a16="http://schemas.microsoft.com/office/drawing/2014/main" id="{65051962-0C25-4DAA-87BB-F0872475121F}"/>
              </a:ext>
            </a:extLst>
          </p:cNvPr>
          <p:cNvSpPr>
            <a:spLocks noGrp="1"/>
          </p:cNvSpPr>
          <p:nvPr/>
        </p:nvSpPr>
        <p:spPr>
          <a:xfrm>
            <a:off x="702945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9" name="tree-node-1323">
            <a:extLst>
              <a:ext uri="{FF2B5EF4-FFF2-40B4-BE49-F238E27FC236}">
                <a16:creationId xmlns:a16="http://schemas.microsoft.com/office/drawing/2014/main" id="{B86B8018-9561-4F57-9304-753D1DF1C5A1}"/>
              </a:ext>
            </a:extLst>
          </p:cNvPr>
          <p:cNvSpPr>
            <a:spLocks noGrp="1"/>
          </p:cNvSpPr>
          <p:nvPr/>
        </p:nvSpPr>
        <p:spPr>
          <a:xfrm>
            <a:off x="7886700" y="4810125"/>
            <a:ext cx="609600" cy="533400"/>
          </a:xfrm>
          <a:prstGeom prst="rect">
            <a:avLst/>
          </a:prstGeom>
          <a:solidFill>
            <a:srgbClr val="F5F5F5"/>
          </a:solidFill>
          <a:ln w="9525">
            <a:solidFill>
              <a:srgbClr val="999999"/>
            </a:solidFill>
          </a:ln>
        </p:spPr>
      </p:sp>
      <p:sp>
        <p:nvSpPr>
          <p:cNvPr id="50" name="tree-label-1324">
            <a:extLst>
              <a:ext uri="{FF2B5EF4-FFF2-40B4-BE49-F238E27FC236}">
                <a16:creationId xmlns:a16="http://schemas.microsoft.com/office/drawing/2014/main" id="{0228AC62-5E88-4E1F-89A6-55115FB04696}"/>
              </a:ext>
            </a:extLst>
          </p:cNvPr>
          <p:cNvSpPr>
            <a:spLocks noGrp="1"/>
          </p:cNvSpPr>
          <p:nvPr/>
        </p:nvSpPr>
        <p:spPr>
          <a:xfrm>
            <a:off x="788670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1</a:t>
            </a:r>
          </a:p>
        </p:txBody>
      </p:sp>
      <p:sp>
        <p:nvSpPr>
          <p:cNvPr id="51" name="counts">
            <a:extLst>
              <a:ext uri="{FF2B5EF4-FFF2-40B4-BE49-F238E27FC236}">
                <a16:creationId xmlns:a16="http://schemas.microsoft.com/office/drawing/2014/main" id="{81068D32-6159-4902-8144-A1A2F7C1C547}"/>
              </a:ext>
            </a:extLst>
          </p:cNvPr>
          <p:cNvSpPr>
            <a:spLocks noGrp="1"/>
          </p:cNvSpPr>
          <p:nvPr/>
        </p:nvSpPr>
        <p:spPr>
          <a:xfrm>
            <a:off x="609600" y="5667375"/>
            <a:ext cx="10972800" cy="37147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혼합 노드 3개 + 단색 리프 10개 = 총 13회 호출</a:t>
            </a:r>
          </a:p>
        </p:txBody>
      </p:sp>
      <p:sp>
        <p:nvSpPr>
          <p:cNvPr id="52" name="caption">
            <a:extLst>
              <a:ext uri="{FF2B5EF4-FFF2-40B4-BE49-F238E27FC236}">
                <a16:creationId xmlns:a16="http://schemas.microsoft.com/office/drawing/2014/main" id="{BA065C5B-1C8C-4E7C-9322-D9D7998028F2}"/>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선이 이어진 부모만 네 자식으로 나눕니다. 파란 상자 3개는 각각 괄호 1쌍입니다.</a:t>
            </a:r>
          </a:p>
        </p:txBody>
      </p:sp>
    </p:spTree>
    <p:extLst>
      <p:ext uri="{BB962C8B-B14F-4D97-AF65-F5344CB8AC3E}">
        <p14:creationId xmlns:p14="http://schemas.microsoft.com/office/powerpoint/2010/main" val="239532956"/>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1E7BB730-340A-4F93-91DA-4D6549614EC2}"/>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A7D7538C-C95F-4B0D-B6F0-F0B958F2C28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CD786E0-9659-4E03-885F-B8C93D55358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①: 괄호를 만나면 네 영역으로</a:t>
            </a:r>
          </a:p>
        </p:txBody>
      </p:sp>
      <p:sp>
        <p:nvSpPr>
          <p:cNvPr id="4" name="line-1325">
            <a:extLst>
              <a:ext uri="{FF2B5EF4-FFF2-40B4-BE49-F238E27FC236}">
                <a16:creationId xmlns:a16="http://schemas.microsoft.com/office/drawing/2014/main" id="{082D91C2-3B5C-4043-9417-B24D8D511C13}"/>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2461F71-E9B1-4D91-BCCE-0C2B6A6DB694}"/>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85DB8610-E823-4C54-9B00-6C37E9F613C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205</a:t>
            </a:r>
            <a:endParaRPr sz="1050" b="0">
              <a:solidFill>
                <a:srgbClr val="151515"/>
              </a:solidFill>
              <a:latin typeface="Consolas"/>
              <a:ea typeface="Consolas"/>
              <a:cs typeface="Consolas"/>
            </a:endParaRPr>
          </a:p>
        </p:txBody>
      </p:sp>
      <p:sp>
        <p:nvSpPr>
          <p:cNvPr id="7" name="encoded">
            <a:extLst>
              <a:ext uri="{FF2B5EF4-FFF2-40B4-BE49-F238E27FC236}">
                <a16:creationId xmlns:a16="http://schemas.microsoft.com/office/drawing/2014/main" id="{CC593A02-DEC6-4CFC-B612-F796C6AC8DFC}"/>
              </a:ext>
            </a:extLst>
          </p:cNvPr>
          <p:cNvSpPr>
            <a:spLocks noGrp="1"/>
          </p:cNvSpPr>
          <p:nvPr/>
        </p:nvSpPr>
        <p:spPr>
          <a:xfrm>
            <a:off x="609600" y="1943100"/>
            <a:ext cx="10972800" cy="542925"/>
          </a:xfrm>
          <a:prstGeom prst="rect">
            <a:avLst/>
          </a:prstGeom>
          <a:noFill/>
          <a:ln w="0">
            <a:noFill/>
          </a:ln>
        </p:spPr>
        <p:txBody>
          <a:bodyPr wrap="none" lIns="0" tIns="0" rIns="0" bIns="0" anchor="t">
            <a:noAutofit/>
          </a:bodyPr>
          <a:lstStyle>
            <a:defPPr algn="l">
              <a:defRPr sz="3000" b="1">
                <a:solidFill>
                  <a:srgbClr val="151515"/>
                </a:solidFill>
                <a:latin typeface="Consolas"/>
                <a:ea typeface="Consolas"/>
                <a:cs typeface="Consolas"/>
              </a:defRPr>
            </a:defPPr>
          </a:lstStyle>
          <a:p>
            <a:pPr algn="l">
              <a:lnSpc>
                <a:spcPct val="112000"/>
              </a:lnSpc>
              <a:buNone/>
              <a:defRPr sz="3000" b="1">
                <a:solidFill>
                  <a:srgbClr val="151515"/>
                </a:solidFill>
                <a:latin typeface="Consolas"/>
                <a:ea typeface="Consolas"/>
                <a:cs typeface="Consolas"/>
              </a:defRPr>
            </a:pPr>
            <a:r>
              <a:rPr sz="3000" b="1">
                <a:solidFill>
                  <a:srgbClr val="151515"/>
                </a:solidFill>
                <a:latin typeface="Consolas"/>
                <a:ea typeface="Consolas"/>
                <a:cs typeface="Consolas"/>
              </a:rPr>
              <a:t>( 0 1 ((0001)000) 0 )</a:t>
            </a:r>
          </a:p>
        </p:txBody>
      </p:sp>
      <p:graphicFrame>
        <p:nvGraphicFramePr>
          <p:cNvPr id="8" name="표 7">
            <a:extLst>
              <a:ext uri="{FF2B5EF4-FFF2-40B4-BE49-F238E27FC236}">
                <a16:creationId xmlns:a16="http://schemas.microsoft.com/office/drawing/2014/main" id="{3651987F-D01A-403A-80AF-FB6A3FBC4FDC}"/>
              </a:ext>
            </a:extLst>
          </p:cNvPr>
          <p:cNvGraphicFramePr/>
          <p:nvPr/>
        </p:nvGraphicFramePr>
        <p:xfrm>
          <a:off x="609600" y="2800350"/>
          <a:ext cx="10972800" cy="2800350"/>
        </p:xfrm>
        <a:graphic>
          <a:graphicData uri="http://schemas.openxmlformats.org/drawingml/2006/table">
            <a:tbl>
              <a:tblPr/>
              <a:tblGrid>
                <a:gridCol w="219075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5638800">
                  <a:extLst>
                    <a:ext uri="{9D8B030D-6E8A-4147-A177-3AD203B41FA5}">
                      <a16:colId xmlns:a16="http://schemas.microsoft.com/office/drawing/2014/main" val="20002"/>
                    </a:ext>
                  </a:extLst>
                </a:gridCol>
              </a:tblGrid>
              <a:tr h="560070">
                <a:tc>
                  <a:txBody>
                    <a:bodyPr/>
                    <a:lstStyle/>
                    <a:p>
                      <a:pPr algn="ctr"/>
                      <a:r>
                        <a:rPr sz="1800" b="1">
                          <a:solidFill>
                            <a:srgbClr val="FFFFFF"/>
                          </a:solidFill>
                          <a:latin typeface="Malgun Gothic"/>
                          <a:ea typeface="Malgun Gothic"/>
                          <a:cs typeface="Malgun Gothic"/>
                        </a:rPr>
                        <a:t>읽은 표현</a:t>
                      </a:r>
                    </a:p>
                  </a:txBody>
                  <a:tcPr anchor="ctr">
                    <a:solidFill>
                      <a:srgbClr val="151515"/>
                    </a:solidFill>
                  </a:tcPr>
                </a:tc>
                <a:tc>
                  <a:txBody>
                    <a:bodyPr/>
                    <a:lstStyle/>
                    <a:p>
                      <a:pPr algn="ctr"/>
                      <a:r>
                        <a:rPr sz="1800" b="1">
                          <a:solidFill>
                            <a:srgbClr val="FFFFFF"/>
                          </a:solidFill>
                          <a:latin typeface="Malgun Gothic"/>
                          <a:ea typeface="Malgun Gothic"/>
                          <a:cs typeface="Malgun Gothic"/>
                        </a:rPr>
                        <a:t>복원할 위치</a:t>
                      </a:r>
                    </a:p>
                  </a:txBody>
                  <a:tcPr anchor="ctr">
                    <a:solidFill>
                      <a:srgbClr val="151515"/>
                    </a:solidFill>
                  </a:tcPr>
                </a:tc>
                <a:tc>
                  <a:txBody>
                    <a:bodyPr/>
                    <a:lstStyle/>
                    <a:p>
                      <a:pPr algn="ctr"/>
                      <a:r>
                        <a:rPr sz="1800" b="1">
                          <a:solidFill>
                            <a:srgbClr val="FFFFFF"/>
                          </a:solidFill>
                          <a:latin typeface="Malgun Gothic"/>
                          <a:ea typeface="Malgun Gothic"/>
                          <a:cs typeface="Malgun Gothic"/>
                        </a:rPr>
                        <a:t>하는 일</a:t>
                      </a:r>
                    </a:p>
                  </a:txBody>
                  <a:tcPr anchor="ctr">
                    <a:solidFill>
                      <a:srgbClr val="151515"/>
                    </a:solidFill>
                  </a:tcPr>
                </a:tc>
                <a:extLst>
                  <a:ext uri="{0D108BD9-81ED-4DB2-BD59-A6C34878D82A}">
                    <a16:rowId xmlns:a16="http://schemas.microsoft.com/office/drawing/2014/main" val="10000"/>
                  </a:ext>
                </a:extLst>
              </a:tr>
              <a:tr h="560070">
                <a:tc>
                  <a:txBody>
                    <a:bodyPr/>
                    <a:lstStyle/>
                    <a:p>
                      <a:pPr algn="ctr"/>
                      <a:r>
                        <a:rPr sz="1800" b="0">
                          <a:solidFill>
                            <a:srgbClr val="151515"/>
                          </a:solidFill>
                          <a:latin typeface="Malgun Gothic"/>
                          <a:ea typeface="Malgun Gothic"/>
                          <a:cs typeface="Malgun Gothic"/>
                        </a:rPr>
                        <a:t>첫 (</a:t>
                      </a:r>
                    </a:p>
                  </a:txBody>
                  <a:tcPr anchor="ctr">
                    <a:solidFill>
                      <a:srgbClr val="FFFFFF"/>
                    </a:solidFill>
                  </a:tcPr>
                </a:tc>
                <a:tc>
                  <a:txBody>
                    <a:bodyPr/>
                    <a:lstStyle/>
                    <a:p>
                      <a:pPr algn="ctr"/>
                      <a:r>
                        <a:rPr sz="1800" b="0">
                          <a:solidFill>
                            <a:srgbClr val="151515"/>
                          </a:solidFill>
                          <a:latin typeface="Malgun Gothic"/>
                          <a:ea typeface="Malgun Gothic"/>
                          <a:cs typeface="Malgun Gothic"/>
                        </a:rPr>
                        <a:t>전체 8×8</a:t>
                      </a:r>
                    </a:p>
                  </a:txBody>
                  <a:tcPr anchor="ctr">
                    <a:solidFill>
                      <a:srgbClr val="FFFFFF"/>
                    </a:solidFill>
                  </a:tcPr>
                </a:tc>
                <a:tc>
                  <a:txBody>
                    <a:bodyPr/>
                    <a:lstStyle/>
                    <a:p>
                      <a:pPr algn="ctr"/>
                      <a:r>
                        <a:rPr sz="1800" b="0">
                          <a:solidFill>
                            <a:srgbClr val="151515"/>
                          </a:solidFill>
                          <a:latin typeface="Malgun Gothic"/>
                          <a:ea typeface="Malgun Gothic"/>
                          <a:cs typeface="Malgun Gothic"/>
                        </a:rPr>
                        <a:t>크기 4의 네 자식으로 내려감</a:t>
                      </a:r>
                    </a:p>
                  </a:txBody>
                  <a:tcPr anchor="ctr">
                    <a:solidFill>
                      <a:srgbClr val="FFFFFF"/>
                    </a:solidFill>
                  </a:tcPr>
                </a:tc>
                <a:extLst>
                  <a:ext uri="{0D108BD9-81ED-4DB2-BD59-A6C34878D82A}">
                    <a16:rowId xmlns:a16="http://schemas.microsoft.com/office/drawing/2014/main" val="10001"/>
                  </a:ext>
                </a:extLst>
              </a:tr>
              <a:tr h="560070">
                <a:tc>
                  <a:txBody>
                    <a:bodyPr/>
                    <a:lstStyle/>
                    <a:p>
                      <a:pPr algn="ctr"/>
                      <a:r>
                        <a:rPr sz="1800" b="0">
                          <a:solidFill>
                            <a:srgbClr val="151515"/>
                          </a:solidFill>
                          <a:latin typeface="Malgun Gothic"/>
                          <a:ea typeface="Malgun Gothic"/>
                          <a:cs typeface="Malgun Gothic"/>
                        </a:rPr>
                        <a:t>0</a:t>
                      </a:r>
                    </a:p>
                  </a:txBody>
                  <a:tcPr anchor="ctr">
                    <a:solidFill>
                      <a:srgbClr val="F1F4F6"/>
                    </a:solidFill>
                  </a:tcPr>
                </a:tc>
                <a:tc>
                  <a:txBody>
                    <a:bodyPr/>
                    <a:lstStyle/>
                    <a:p>
                      <a:pPr algn="ctr"/>
                      <a:r>
                        <a:rPr sz="1800" b="0">
                          <a:solidFill>
                            <a:srgbClr val="151515"/>
                          </a:solidFill>
                          <a:latin typeface="Malgun Gothic"/>
                          <a:ea typeface="Malgun Gothic"/>
                          <a:cs typeface="Malgun Gothic"/>
                        </a:rPr>
                        <a:t>좌상 4×4</a:t>
                      </a:r>
                    </a:p>
                  </a:txBody>
                  <a:tcPr anchor="ctr">
                    <a:solidFill>
                      <a:srgbClr val="F1F4F6"/>
                    </a:solidFill>
                  </a:tcPr>
                </a:tc>
                <a:tc>
                  <a:txBody>
                    <a:bodyPr/>
                    <a:lstStyle/>
                    <a:p>
                      <a:pPr algn="ctr"/>
                      <a:r>
                        <a:rPr sz="1800" b="0">
                          <a:solidFill>
                            <a:srgbClr val="151515"/>
                          </a:solidFill>
                          <a:latin typeface="Malgun Gothic"/>
                          <a:ea typeface="Malgun Gothic"/>
                          <a:cs typeface="Malgun Gothic"/>
                        </a:rPr>
                        <a:t>16칸을 모두 0으로 채움</a:t>
                      </a:r>
                    </a:p>
                  </a:txBody>
                  <a:tcPr anchor="ctr">
                    <a:solidFill>
                      <a:srgbClr val="F1F4F6"/>
                    </a:solidFill>
                  </a:tcPr>
                </a:tc>
                <a:extLst>
                  <a:ext uri="{0D108BD9-81ED-4DB2-BD59-A6C34878D82A}">
                    <a16:rowId xmlns:a16="http://schemas.microsoft.com/office/drawing/2014/main" val="10002"/>
                  </a:ext>
                </a:extLst>
              </a:tr>
              <a:tr h="560070">
                <a:tc>
                  <a:txBody>
                    <a:bodyPr/>
                    <a:lstStyle/>
                    <a:p>
                      <a:pPr algn="ctr"/>
                      <a:r>
                        <a:rPr sz="1800" b="0">
                          <a:solidFill>
                            <a:srgbClr val="151515"/>
                          </a:solidFill>
                          <a:latin typeface="Malgun Gothic"/>
                          <a:ea typeface="Malgun Gothic"/>
                          <a:cs typeface="Malgun Gothic"/>
                        </a:rPr>
                        <a:t>1</a:t>
                      </a:r>
                    </a:p>
                  </a:txBody>
                  <a:tcPr anchor="ctr">
                    <a:solidFill>
                      <a:srgbClr val="FFFFFF"/>
                    </a:solidFill>
                  </a:tcPr>
                </a:tc>
                <a:tc>
                  <a:txBody>
                    <a:bodyPr/>
                    <a:lstStyle/>
                    <a:p>
                      <a:pPr algn="ctr"/>
                      <a:r>
                        <a:rPr sz="1800" b="0">
                          <a:solidFill>
                            <a:srgbClr val="151515"/>
                          </a:solidFill>
                          <a:latin typeface="Malgun Gothic"/>
                          <a:ea typeface="Malgun Gothic"/>
                          <a:cs typeface="Malgun Gothic"/>
                        </a:rPr>
                        <a:t>우상 4×4</a:t>
                      </a:r>
                    </a:p>
                  </a:txBody>
                  <a:tcPr anchor="ctr">
                    <a:solidFill>
                      <a:srgbClr val="FFFFFF"/>
                    </a:solidFill>
                  </a:tcPr>
                </a:tc>
                <a:tc>
                  <a:txBody>
                    <a:bodyPr/>
                    <a:lstStyle/>
                    <a:p>
                      <a:pPr algn="ctr"/>
                      <a:r>
                        <a:rPr sz="1800" b="0">
                          <a:solidFill>
                            <a:srgbClr val="151515"/>
                          </a:solidFill>
                          <a:latin typeface="Malgun Gothic"/>
                          <a:ea typeface="Malgun Gothic"/>
                          <a:cs typeface="Malgun Gothic"/>
                        </a:rPr>
                        <a:t>16칸을 모두 1로 채움</a:t>
                      </a:r>
                    </a:p>
                  </a:txBody>
                  <a:tcPr anchor="ctr">
                    <a:solidFill>
                      <a:srgbClr val="FFFFFF"/>
                    </a:solidFill>
                  </a:tcPr>
                </a:tc>
                <a:extLst>
                  <a:ext uri="{0D108BD9-81ED-4DB2-BD59-A6C34878D82A}">
                    <a16:rowId xmlns:a16="http://schemas.microsoft.com/office/drawing/2014/main" val="10003"/>
                  </a:ext>
                </a:extLst>
              </a:tr>
              <a:tr h="560070">
                <a:tc>
                  <a:txBody>
                    <a:bodyPr/>
                    <a:lstStyle/>
                    <a:p>
                      <a:pPr algn="ctr"/>
                      <a:r>
                        <a:rPr sz="1800" b="0">
                          <a:solidFill>
                            <a:srgbClr val="151515"/>
                          </a:solidFill>
                          <a:latin typeface="Malgun Gothic"/>
                          <a:ea typeface="Malgun Gothic"/>
                          <a:cs typeface="Malgun Gothic"/>
                        </a:rPr>
                        <a:t>다음 (</a:t>
                      </a:r>
                    </a:p>
                  </a:txBody>
                  <a:tcPr anchor="ctr">
                    <a:solidFill>
                      <a:srgbClr val="F1F4F6"/>
                    </a:solidFill>
                  </a:tcPr>
                </a:tc>
                <a:tc>
                  <a:txBody>
                    <a:bodyPr/>
                    <a:lstStyle/>
                    <a:p>
                      <a:pPr algn="ctr"/>
                      <a:r>
                        <a:rPr sz="1800" b="0">
                          <a:solidFill>
                            <a:srgbClr val="151515"/>
                          </a:solidFill>
                          <a:latin typeface="Malgun Gothic"/>
                          <a:ea typeface="Malgun Gothic"/>
                          <a:cs typeface="Malgun Gothic"/>
                        </a:rPr>
                        <a:t>좌하 4×4</a:t>
                      </a:r>
                    </a:p>
                  </a:txBody>
                  <a:tcPr anchor="ctr">
                    <a:solidFill>
                      <a:srgbClr val="F1F4F6"/>
                    </a:solidFill>
                  </a:tcPr>
                </a:tc>
                <a:tc>
                  <a:txBody>
                    <a:bodyPr/>
                    <a:lstStyle/>
                    <a:p>
                      <a:pPr algn="ctr"/>
                      <a:r>
                        <a:rPr sz="1800" b="0">
                          <a:solidFill>
                            <a:srgbClr val="151515"/>
                          </a:solidFill>
                          <a:latin typeface="Malgun Gothic"/>
                          <a:ea typeface="Malgun Gothic"/>
                          <a:cs typeface="Malgun Gothic"/>
                        </a:rPr>
                        <a:t>크기 2의 네 자식으로 내려감</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9" name="caption">
            <a:extLst>
              <a:ext uri="{FF2B5EF4-FFF2-40B4-BE49-F238E27FC236}">
                <a16:creationId xmlns:a16="http://schemas.microsoft.com/office/drawing/2014/main" id="{2E36E388-03A9-4D4F-8F97-8A028579D7E7}"/>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복원은 위치와 크기를 함께 전달합니다. 색 한 글자는 현재 영역 전체를 채웁니다.</a:t>
            </a:r>
          </a:p>
        </p:txBody>
      </p:sp>
    </p:spTree>
    <p:extLst>
      <p:ext uri="{BB962C8B-B14F-4D97-AF65-F5344CB8AC3E}">
        <p14:creationId xmlns:p14="http://schemas.microsoft.com/office/powerpoint/2010/main" val="318634082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4C6D8F59-5B3C-4F7D-AFC8-2F627EDC4EB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6311358-1424-4E78-8969-EB9C36A962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D843F7A-5223-4F37-8A6C-FED2DA464DF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②: 좌하의 겹친 괄호를 읽습니다</a:t>
            </a:r>
          </a:p>
        </p:txBody>
      </p:sp>
      <p:sp>
        <p:nvSpPr>
          <p:cNvPr id="4" name="line-1327">
            <a:extLst>
              <a:ext uri="{FF2B5EF4-FFF2-40B4-BE49-F238E27FC236}">
                <a16:creationId xmlns:a16="http://schemas.microsoft.com/office/drawing/2014/main" id="{3970C897-3A9D-4B4C-8678-CAB2A9BDD69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F2432EEE-F5D2-4332-BAA9-57F610CC8CBB}"/>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E48527C-07FC-4D39-9C41-FE7E9B33E44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206</a:t>
            </a:r>
            <a:endParaRPr sz="1050" b="0">
              <a:solidFill>
                <a:srgbClr val="151515"/>
              </a:solidFill>
              <a:latin typeface="Consolas"/>
              <a:ea typeface="Consolas"/>
              <a:cs typeface="Consolas"/>
            </a:endParaRPr>
          </a:p>
        </p:txBody>
      </p:sp>
      <p:sp>
        <p:nvSpPr>
          <p:cNvPr id="7" name="pixel-1328">
            <a:extLst>
              <a:ext uri="{FF2B5EF4-FFF2-40B4-BE49-F238E27FC236}">
                <a16:creationId xmlns:a16="http://schemas.microsoft.com/office/drawing/2014/main" id="{A6CCA17E-F08D-49DC-8EEB-477958610949}"/>
              </a:ext>
            </a:extLst>
          </p:cNvPr>
          <p:cNvSpPr>
            <a:spLocks noGrp="1"/>
          </p:cNvSpPr>
          <p:nvPr/>
        </p:nvSpPr>
        <p:spPr>
          <a:xfrm>
            <a:off x="971550" y="2276475"/>
            <a:ext cx="809625" cy="809625"/>
          </a:xfrm>
          <a:prstGeom prst="rect">
            <a:avLst/>
          </a:prstGeom>
          <a:solidFill>
            <a:srgbClr val="FFFFFF"/>
          </a:solidFill>
          <a:ln w="7144">
            <a:solidFill>
              <a:srgbClr val="98A1AA"/>
            </a:solidFill>
          </a:ln>
        </p:spPr>
      </p:sp>
      <p:sp>
        <p:nvSpPr>
          <p:cNvPr id="8" name="pixel-value-1329">
            <a:extLst>
              <a:ext uri="{FF2B5EF4-FFF2-40B4-BE49-F238E27FC236}">
                <a16:creationId xmlns:a16="http://schemas.microsoft.com/office/drawing/2014/main" id="{8D06277E-DC6D-44F6-83F4-17A65957E3C3}"/>
              </a:ext>
            </a:extLst>
          </p:cNvPr>
          <p:cNvSpPr>
            <a:spLocks noGrp="1"/>
          </p:cNvSpPr>
          <p:nvPr/>
        </p:nvSpPr>
        <p:spPr>
          <a:xfrm>
            <a:off x="971550"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1330">
            <a:extLst>
              <a:ext uri="{FF2B5EF4-FFF2-40B4-BE49-F238E27FC236}">
                <a16:creationId xmlns:a16="http://schemas.microsoft.com/office/drawing/2014/main" id="{9C8F4EC3-BF62-41A6-BC4F-6609CE1260B3}"/>
              </a:ext>
            </a:extLst>
          </p:cNvPr>
          <p:cNvSpPr>
            <a:spLocks noGrp="1"/>
          </p:cNvSpPr>
          <p:nvPr/>
        </p:nvSpPr>
        <p:spPr>
          <a:xfrm>
            <a:off x="1781175" y="2276475"/>
            <a:ext cx="809625" cy="809625"/>
          </a:xfrm>
          <a:prstGeom prst="rect">
            <a:avLst/>
          </a:prstGeom>
          <a:solidFill>
            <a:srgbClr val="FFFFFF"/>
          </a:solidFill>
          <a:ln w="7144">
            <a:solidFill>
              <a:srgbClr val="98A1AA"/>
            </a:solidFill>
          </a:ln>
        </p:spPr>
      </p:sp>
      <p:sp>
        <p:nvSpPr>
          <p:cNvPr id="10" name="pixel-value-1331">
            <a:extLst>
              <a:ext uri="{FF2B5EF4-FFF2-40B4-BE49-F238E27FC236}">
                <a16:creationId xmlns:a16="http://schemas.microsoft.com/office/drawing/2014/main" id="{5AC9CDA3-D5DA-4ED9-BF6E-7175029E33E5}"/>
              </a:ext>
            </a:extLst>
          </p:cNvPr>
          <p:cNvSpPr>
            <a:spLocks noGrp="1"/>
          </p:cNvSpPr>
          <p:nvPr/>
        </p:nvSpPr>
        <p:spPr>
          <a:xfrm>
            <a:off x="1781175"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1332">
            <a:extLst>
              <a:ext uri="{FF2B5EF4-FFF2-40B4-BE49-F238E27FC236}">
                <a16:creationId xmlns:a16="http://schemas.microsoft.com/office/drawing/2014/main" id="{6CE12FEF-35DB-4C9F-9218-080BFD9CDA9D}"/>
              </a:ext>
            </a:extLst>
          </p:cNvPr>
          <p:cNvSpPr>
            <a:spLocks noGrp="1"/>
          </p:cNvSpPr>
          <p:nvPr/>
        </p:nvSpPr>
        <p:spPr>
          <a:xfrm>
            <a:off x="2590800" y="2276475"/>
            <a:ext cx="809625" cy="809625"/>
          </a:xfrm>
          <a:prstGeom prst="rect">
            <a:avLst/>
          </a:prstGeom>
          <a:solidFill>
            <a:srgbClr val="FFFFFF"/>
          </a:solidFill>
          <a:ln w="7144">
            <a:solidFill>
              <a:srgbClr val="98A1AA"/>
            </a:solidFill>
          </a:ln>
        </p:spPr>
      </p:sp>
      <p:sp>
        <p:nvSpPr>
          <p:cNvPr id="12" name="pixel-value-1333">
            <a:extLst>
              <a:ext uri="{FF2B5EF4-FFF2-40B4-BE49-F238E27FC236}">
                <a16:creationId xmlns:a16="http://schemas.microsoft.com/office/drawing/2014/main" id="{5DA4F46D-3CCF-44C4-9552-6518A32B50CF}"/>
              </a:ext>
            </a:extLst>
          </p:cNvPr>
          <p:cNvSpPr>
            <a:spLocks noGrp="1"/>
          </p:cNvSpPr>
          <p:nvPr/>
        </p:nvSpPr>
        <p:spPr>
          <a:xfrm>
            <a:off x="2590800"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1334">
            <a:extLst>
              <a:ext uri="{FF2B5EF4-FFF2-40B4-BE49-F238E27FC236}">
                <a16:creationId xmlns:a16="http://schemas.microsoft.com/office/drawing/2014/main" id="{04D1FEE3-A62F-4CE5-8313-4E7F8C05D6A9}"/>
              </a:ext>
            </a:extLst>
          </p:cNvPr>
          <p:cNvSpPr>
            <a:spLocks noGrp="1"/>
          </p:cNvSpPr>
          <p:nvPr/>
        </p:nvSpPr>
        <p:spPr>
          <a:xfrm>
            <a:off x="3400425" y="2276475"/>
            <a:ext cx="809625" cy="809625"/>
          </a:xfrm>
          <a:prstGeom prst="rect">
            <a:avLst/>
          </a:prstGeom>
          <a:solidFill>
            <a:srgbClr val="FFFFFF"/>
          </a:solidFill>
          <a:ln w="7144">
            <a:solidFill>
              <a:srgbClr val="98A1AA"/>
            </a:solidFill>
          </a:ln>
        </p:spPr>
      </p:sp>
      <p:sp>
        <p:nvSpPr>
          <p:cNvPr id="14" name="pixel-value-1335">
            <a:extLst>
              <a:ext uri="{FF2B5EF4-FFF2-40B4-BE49-F238E27FC236}">
                <a16:creationId xmlns:a16="http://schemas.microsoft.com/office/drawing/2014/main" id="{4DA604AF-1E86-444F-A989-414E3B3621A4}"/>
              </a:ext>
            </a:extLst>
          </p:cNvPr>
          <p:cNvSpPr>
            <a:spLocks noGrp="1"/>
          </p:cNvSpPr>
          <p:nvPr/>
        </p:nvSpPr>
        <p:spPr>
          <a:xfrm>
            <a:off x="3400425"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1336">
            <a:extLst>
              <a:ext uri="{FF2B5EF4-FFF2-40B4-BE49-F238E27FC236}">
                <a16:creationId xmlns:a16="http://schemas.microsoft.com/office/drawing/2014/main" id="{643760E1-2A5D-4C04-B0BE-8C4ED7269A2F}"/>
              </a:ext>
            </a:extLst>
          </p:cNvPr>
          <p:cNvSpPr>
            <a:spLocks noGrp="1"/>
          </p:cNvSpPr>
          <p:nvPr/>
        </p:nvSpPr>
        <p:spPr>
          <a:xfrm>
            <a:off x="971550" y="3086100"/>
            <a:ext cx="809625" cy="809625"/>
          </a:xfrm>
          <a:prstGeom prst="rect">
            <a:avLst/>
          </a:prstGeom>
          <a:solidFill>
            <a:srgbClr val="FFFFFF"/>
          </a:solidFill>
          <a:ln w="7144">
            <a:solidFill>
              <a:srgbClr val="98A1AA"/>
            </a:solidFill>
          </a:ln>
        </p:spPr>
      </p:sp>
      <p:sp>
        <p:nvSpPr>
          <p:cNvPr id="16" name="pixel-value-1337">
            <a:extLst>
              <a:ext uri="{FF2B5EF4-FFF2-40B4-BE49-F238E27FC236}">
                <a16:creationId xmlns:a16="http://schemas.microsoft.com/office/drawing/2014/main" id="{AEFF7FFE-522B-425C-9884-D9F65EEB79E3}"/>
              </a:ext>
            </a:extLst>
          </p:cNvPr>
          <p:cNvSpPr>
            <a:spLocks noGrp="1"/>
          </p:cNvSpPr>
          <p:nvPr/>
        </p:nvSpPr>
        <p:spPr>
          <a:xfrm>
            <a:off x="971550"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1338">
            <a:extLst>
              <a:ext uri="{FF2B5EF4-FFF2-40B4-BE49-F238E27FC236}">
                <a16:creationId xmlns:a16="http://schemas.microsoft.com/office/drawing/2014/main" id="{505A37D6-BA9B-4733-9F8C-4CC5BBEC2D7C}"/>
              </a:ext>
            </a:extLst>
          </p:cNvPr>
          <p:cNvSpPr>
            <a:spLocks noGrp="1"/>
          </p:cNvSpPr>
          <p:nvPr/>
        </p:nvSpPr>
        <p:spPr>
          <a:xfrm>
            <a:off x="1781175" y="3086100"/>
            <a:ext cx="809625" cy="809625"/>
          </a:xfrm>
          <a:prstGeom prst="rect">
            <a:avLst/>
          </a:prstGeom>
          <a:solidFill>
            <a:srgbClr val="303841"/>
          </a:solidFill>
          <a:ln w="7144">
            <a:solidFill>
              <a:srgbClr val="98A1AA"/>
            </a:solidFill>
          </a:ln>
        </p:spPr>
      </p:sp>
      <p:sp>
        <p:nvSpPr>
          <p:cNvPr id="18" name="pixel-value-1339">
            <a:extLst>
              <a:ext uri="{FF2B5EF4-FFF2-40B4-BE49-F238E27FC236}">
                <a16:creationId xmlns:a16="http://schemas.microsoft.com/office/drawing/2014/main" id="{6CD1BB34-7CC0-49E1-814D-A24C19E778CB}"/>
              </a:ext>
            </a:extLst>
          </p:cNvPr>
          <p:cNvSpPr>
            <a:spLocks noGrp="1"/>
          </p:cNvSpPr>
          <p:nvPr/>
        </p:nvSpPr>
        <p:spPr>
          <a:xfrm>
            <a:off x="1781175" y="3248025"/>
            <a:ext cx="809625" cy="48577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1340">
            <a:extLst>
              <a:ext uri="{FF2B5EF4-FFF2-40B4-BE49-F238E27FC236}">
                <a16:creationId xmlns:a16="http://schemas.microsoft.com/office/drawing/2014/main" id="{419BB7B1-BD59-49CB-9A5D-090B6F6BC397}"/>
              </a:ext>
            </a:extLst>
          </p:cNvPr>
          <p:cNvSpPr>
            <a:spLocks noGrp="1"/>
          </p:cNvSpPr>
          <p:nvPr/>
        </p:nvSpPr>
        <p:spPr>
          <a:xfrm>
            <a:off x="2590800" y="3086100"/>
            <a:ext cx="809625" cy="809625"/>
          </a:xfrm>
          <a:prstGeom prst="rect">
            <a:avLst/>
          </a:prstGeom>
          <a:solidFill>
            <a:srgbClr val="FFFFFF"/>
          </a:solidFill>
          <a:ln w="7144">
            <a:solidFill>
              <a:srgbClr val="98A1AA"/>
            </a:solidFill>
          </a:ln>
        </p:spPr>
      </p:sp>
      <p:sp>
        <p:nvSpPr>
          <p:cNvPr id="20" name="pixel-value-1341">
            <a:extLst>
              <a:ext uri="{FF2B5EF4-FFF2-40B4-BE49-F238E27FC236}">
                <a16:creationId xmlns:a16="http://schemas.microsoft.com/office/drawing/2014/main" id="{346F34D5-C80A-4DBF-AE34-CD262E015124}"/>
              </a:ext>
            </a:extLst>
          </p:cNvPr>
          <p:cNvSpPr>
            <a:spLocks noGrp="1"/>
          </p:cNvSpPr>
          <p:nvPr/>
        </p:nvSpPr>
        <p:spPr>
          <a:xfrm>
            <a:off x="2590800"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1342">
            <a:extLst>
              <a:ext uri="{FF2B5EF4-FFF2-40B4-BE49-F238E27FC236}">
                <a16:creationId xmlns:a16="http://schemas.microsoft.com/office/drawing/2014/main" id="{80DC14E6-55E7-466A-993D-C951F753BAC9}"/>
              </a:ext>
            </a:extLst>
          </p:cNvPr>
          <p:cNvSpPr>
            <a:spLocks noGrp="1"/>
          </p:cNvSpPr>
          <p:nvPr/>
        </p:nvSpPr>
        <p:spPr>
          <a:xfrm>
            <a:off x="3400425" y="3086100"/>
            <a:ext cx="809625" cy="809625"/>
          </a:xfrm>
          <a:prstGeom prst="rect">
            <a:avLst/>
          </a:prstGeom>
          <a:solidFill>
            <a:srgbClr val="FFFFFF"/>
          </a:solidFill>
          <a:ln w="7144">
            <a:solidFill>
              <a:srgbClr val="98A1AA"/>
            </a:solidFill>
          </a:ln>
        </p:spPr>
      </p:sp>
      <p:sp>
        <p:nvSpPr>
          <p:cNvPr id="22" name="pixel-value-1343">
            <a:extLst>
              <a:ext uri="{FF2B5EF4-FFF2-40B4-BE49-F238E27FC236}">
                <a16:creationId xmlns:a16="http://schemas.microsoft.com/office/drawing/2014/main" id="{2B410542-2DE6-4148-A56B-11BBD5FE547F}"/>
              </a:ext>
            </a:extLst>
          </p:cNvPr>
          <p:cNvSpPr>
            <a:spLocks noGrp="1"/>
          </p:cNvSpPr>
          <p:nvPr/>
        </p:nvSpPr>
        <p:spPr>
          <a:xfrm>
            <a:off x="3400425"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1344">
            <a:extLst>
              <a:ext uri="{FF2B5EF4-FFF2-40B4-BE49-F238E27FC236}">
                <a16:creationId xmlns:a16="http://schemas.microsoft.com/office/drawing/2014/main" id="{1ED1F170-20F7-4EFD-841D-9E00D7FFD438}"/>
              </a:ext>
            </a:extLst>
          </p:cNvPr>
          <p:cNvSpPr>
            <a:spLocks noGrp="1"/>
          </p:cNvSpPr>
          <p:nvPr/>
        </p:nvSpPr>
        <p:spPr>
          <a:xfrm>
            <a:off x="971550" y="3895725"/>
            <a:ext cx="809625" cy="809625"/>
          </a:xfrm>
          <a:prstGeom prst="rect">
            <a:avLst/>
          </a:prstGeom>
          <a:solidFill>
            <a:srgbClr val="FFFFFF"/>
          </a:solidFill>
          <a:ln w="7144">
            <a:solidFill>
              <a:srgbClr val="98A1AA"/>
            </a:solidFill>
          </a:ln>
        </p:spPr>
      </p:sp>
      <p:sp>
        <p:nvSpPr>
          <p:cNvPr id="24" name="pixel-value-1345">
            <a:extLst>
              <a:ext uri="{FF2B5EF4-FFF2-40B4-BE49-F238E27FC236}">
                <a16:creationId xmlns:a16="http://schemas.microsoft.com/office/drawing/2014/main" id="{4CD0CE9C-F91F-42E2-A489-B2C18A21647C}"/>
              </a:ext>
            </a:extLst>
          </p:cNvPr>
          <p:cNvSpPr>
            <a:spLocks noGrp="1"/>
          </p:cNvSpPr>
          <p:nvPr/>
        </p:nvSpPr>
        <p:spPr>
          <a:xfrm>
            <a:off x="971550"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1346">
            <a:extLst>
              <a:ext uri="{FF2B5EF4-FFF2-40B4-BE49-F238E27FC236}">
                <a16:creationId xmlns:a16="http://schemas.microsoft.com/office/drawing/2014/main" id="{714C4E05-5435-45B2-B284-B3A2916A1202}"/>
              </a:ext>
            </a:extLst>
          </p:cNvPr>
          <p:cNvSpPr>
            <a:spLocks noGrp="1"/>
          </p:cNvSpPr>
          <p:nvPr/>
        </p:nvSpPr>
        <p:spPr>
          <a:xfrm>
            <a:off x="1781175" y="3895725"/>
            <a:ext cx="809625" cy="809625"/>
          </a:xfrm>
          <a:prstGeom prst="rect">
            <a:avLst/>
          </a:prstGeom>
          <a:solidFill>
            <a:srgbClr val="FFFFFF"/>
          </a:solidFill>
          <a:ln w="7144">
            <a:solidFill>
              <a:srgbClr val="98A1AA"/>
            </a:solidFill>
          </a:ln>
        </p:spPr>
      </p:sp>
      <p:sp>
        <p:nvSpPr>
          <p:cNvPr id="26" name="pixel-value-1347">
            <a:extLst>
              <a:ext uri="{FF2B5EF4-FFF2-40B4-BE49-F238E27FC236}">
                <a16:creationId xmlns:a16="http://schemas.microsoft.com/office/drawing/2014/main" id="{020404F8-71CB-4862-8518-794909CCB71C}"/>
              </a:ext>
            </a:extLst>
          </p:cNvPr>
          <p:cNvSpPr>
            <a:spLocks noGrp="1"/>
          </p:cNvSpPr>
          <p:nvPr/>
        </p:nvSpPr>
        <p:spPr>
          <a:xfrm>
            <a:off x="1781175"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1348">
            <a:extLst>
              <a:ext uri="{FF2B5EF4-FFF2-40B4-BE49-F238E27FC236}">
                <a16:creationId xmlns:a16="http://schemas.microsoft.com/office/drawing/2014/main" id="{36AC8315-A92C-4BBB-9C54-7EF4987BCE0F}"/>
              </a:ext>
            </a:extLst>
          </p:cNvPr>
          <p:cNvSpPr>
            <a:spLocks noGrp="1"/>
          </p:cNvSpPr>
          <p:nvPr/>
        </p:nvSpPr>
        <p:spPr>
          <a:xfrm>
            <a:off x="2590800" y="3895725"/>
            <a:ext cx="809625" cy="809625"/>
          </a:xfrm>
          <a:prstGeom prst="rect">
            <a:avLst/>
          </a:prstGeom>
          <a:solidFill>
            <a:srgbClr val="FFFFFF"/>
          </a:solidFill>
          <a:ln w="7144">
            <a:solidFill>
              <a:srgbClr val="98A1AA"/>
            </a:solidFill>
          </a:ln>
        </p:spPr>
      </p:sp>
      <p:sp>
        <p:nvSpPr>
          <p:cNvPr id="28" name="pixel-value-1349">
            <a:extLst>
              <a:ext uri="{FF2B5EF4-FFF2-40B4-BE49-F238E27FC236}">
                <a16:creationId xmlns:a16="http://schemas.microsoft.com/office/drawing/2014/main" id="{F0028CB2-E0AB-4838-9C0D-BE836C7691FF}"/>
              </a:ext>
            </a:extLst>
          </p:cNvPr>
          <p:cNvSpPr>
            <a:spLocks noGrp="1"/>
          </p:cNvSpPr>
          <p:nvPr/>
        </p:nvSpPr>
        <p:spPr>
          <a:xfrm>
            <a:off x="2590800"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1350">
            <a:extLst>
              <a:ext uri="{FF2B5EF4-FFF2-40B4-BE49-F238E27FC236}">
                <a16:creationId xmlns:a16="http://schemas.microsoft.com/office/drawing/2014/main" id="{ACE89C3B-21DB-4623-9CA2-2A46153B72FB}"/>
              </a:ext>
            </a:extLst>
          </p:cNvPr>
          <p:cNvSpPr>
            <a:spLocks noGrp="1"/>
          </p:cNvSpPr>
          <p:nvPr/>
        </p:nvSpPr>
        <p:spPr>
          <a:xfrm>
            <a:off x="3400425" y="3895725"/>
            <a:ext cx="809625" cy="809625"/>
          </a:xfrm>
          <a:prstGeom prst="rect">
            <a:avLst/>
          </a:prstGeom>
          <a:solidFill>
            <a:srgbClr val="FFFFFF"/>
          </a:solidFill>
          <a:ln w="7144">
            <a:solidFill>
              <a:srgbClr val="98A1AA"/>
            </a:solidFill>
          </a:ln>
        </p:spPr>
      </p:sp>
      <p:sp>
        <p:nvSpPr>
          <p:cNvPr id="30" name="pixel-value-1351">
            <a:extLst>
              <a:ext uri="{FF2B5EF4-FFF2-40B4-BE49-F238E27FC236}">
                <a16:creationId xmlns:a16="http://schemas.microsoft.com/office/drawing/2014/main" id="{90AB7B15-E9CB-4A44-B0C4-48F6317B5DEF}"/>
              </a:ext>
            </a:extLst>
          </p:cNvPr>
          <p:cNvSpPr>
            <a:spLocks noGrp="1"/>
          </p:cNvSpPr>
          <p:nvPr/>
        </p:nvSpPr>
        <p:spPr>
          <a:xfrm>
            <a:off x="3400425"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1352">
            <a:extLst>
              <a:ext uri="{FF2B5EF4-FFF2-40B4-BE49-F238E27FC236}">
                <a16:creationId xmlns:a16="http://schemas.microsoft.com/office/drawing/2014/main" id="{C282F9E4-9665-48C9-A2D6-681D650A9FAD}"/>
              </a:ext>
            </a:extLst>
          </p:cNvPr>
          <p:cNvSpPr>
            <a:spLocks noGrp="1"/>
          </p:cNvSpPr>
          <p:nvPr/>
        </p:nvSpPr>
        <p:spPr>
          <a:xfrm>
            <a:off x="971550" y="4705350"/>
            <a:ext cx="809625" cy="809625"/>
          </a:xfrm>
          <a:prstGeom prst="rect">
            <a:avLst/>
          </a:prstGeom>
          <a:solidFill>
            <a:srgbClr val="FFFFFF"/>
          </a:solidFill>
          <a:ln w="7144">
            <a:solidFill>
              <a:srgbClr val="98A1AA"/>
            </a:solidFill>
          </a:ln>
        </p:spPr>
      </p:sp>
      <p:sp>
        <p:nvSpPr>
          <p:cNvPr id="32" name="pixel-value-1353">
            <a:extLst>
              <a:ext uri="{FF2B5EF4-FFF2-40B4-BE49-F238E27FC236}">
                <a16:creationId xmlns:a16="http://schemas.microsoft.com/office/drawing/2014/main" id="{2EC1DDDD-132A-4AEE-A861-3C3AA28373B9}"/>
              </a:ext>
            </a:extLst>
          </p:cNvPr>
          <p:cNvSpPr>
            <a:spLocks noGrp="1"/>
          </p:cNvSpPr>
          <p:nvPr/>
        </p:nvSpPr>
        <p:spPr>
          <a:xfrm>
            <a:off x="971550"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1354">
            <a:extLst>
              <a:ext uri="{FF2B5EF4-FFF2-40B4-BE49-F238E27FC236}">
                <a16:creationId xmlns:a16="http://schemas.microsoft.com/office/drawing/2014/main" id="{EB0E5599-4D7D-4580-9DE7-6D7373206A3E}"/>
              </a:ext>
            </a:extLst>
          </p:cNvPr>
          <p:cNvSpPr>
            <a:spLocks noGrp="1"/>
          </p:cNvSpPr>
          <p:nvPr/>
        </p:nvSpPr>
        <p:spPr>
          <a:xfrm>
            <a:off x="1781175" y="4705350"/>
            <a:ext cx="809625" cy="809625"/>
          </a:xfrm>
          <a:prstGeom prst="rect">
            <a:avLst/>
          </a:prstGeom>
          <a:solidFill>
            <a:srgbClr val="FFFFFF"/>
          </a:solidFill>
          <a:ln w="7144">
            <a:solidFill>
              <a:srgbClr val="98A1AA"/>
            </a:solidFill>
          </a:ln>
        </p:spPr>
      </p:sp>
      <p:sp>
        <p:nvSpPr>
          <p:cNvPr id="34" name="pixel-value-1355">
            <a:extLst>
              <a:ext uri="{FF2B5EF4-FFF2-40B4-BE49-F238E27FC236}">
                <a16:creationId xmlns:a16="http://schemas.microsoft.com/office/drawing/2014/main" id="{3FCA7679-982C-4E82-A350-26C99793AC97}"/>
              </a:ext>
            </a:extLst>
          </p:cNvPr>
          <p:cNvSpPr>
            <a:spLocks noGrp="1"/>
          </p:cNvSpPr>
          <p:nvPr/>
        </p:nvSpPr>
        <p:spPr>
          <a:xfrm>
            <a:off x="1781175"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1356">
            <a:extLst>
              <a:ext uri="{FF2B5EF4-FFF2-40B4-BE49-F238E27FC236}">
                <a16:creationId xmlns:a16="http://schemas.microsoft.com/office/drawing/2014/main" id="{D13AA3C2-2222-48F1-A998-3154D9BAABE6}"/>
              </a:ext>
            </a:extLst>
          </p:cNvPr>
          <p:cNvSpPr>
            <a:spLocks noGrp="1"/>
          </p:cNvSpPr>
          <p:nvPr/>
        </p:nvSpPr>
        <p:spPr>
          <a:xfrm>
            <a:off x="2590800" y="4705350"/>
            <a:ext cx="809625" cy="809625"/>
          </a:xfrm>
          <a:prstGeom prst="rect">
            <a:avLst/>
          </a:prstGeom>
          <a:solidFill>
            <a:srgbClr val="FFFFFF"/>
          </a:solidFill>
          <a:ln w="7144">
            <a:solidFill>
              <a:srgbClr val="98A1AA"/>
            </a:solidFill>
          </a:ln>
        </p:spPr>
      </p:sp>
      <p:sp>
        <p:nvSpPr>
          <p:cNvPr id="36" name="pixel-value-1357">
            <a:extLst>
              <a:ext uri="{FF2B5EF4-FFF2-40B4-BE49-F238E27FC236}">
                <a16:creationId xmlns:a16="http://schemas.microsoft.com/office/drawing/2014/main" id="{0EA20FCA-3268-4FEF-99A9-F0C999FED23F}"/>
              </a:ext>
            </a:extLst>
          </p:cNvPr>
          <p:cNvSpPr>
            <a:spLocks noGrp="1"/>
          </p:cNvSpPr>
          <p:nvPr/>
        </p:nvSpPr>
        <p:spPr>
          <a:xfrm>
            <a:off x="2590800"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1358">
            <a:extLst>
              <a:ext uri="{FF2B5EF4-FFF2-40B4-BE49-F238E27FC236}">
                <a16:creationId xmlns:a16="http://schemas.microsoft.com/office/drawing/2014/main" id="{26ABC5AE-2B3C-4E1E-9D45-5F57B1259760}"/>
              </a:ext>
            </a:extLst>
          </p:cNvPr>
          <p:cNvSpPr>
            <a:spLocks noGrp="1"/>
          </p:cNvSpPr>
          <p:nvPr/>
        </p:nvSpPr>
        <p:spPr>
          <a:xfrm>
            <a:off x="3400425" y="4705350"/>
            <a:ext cx="809625" cy="809625"/>
          </a:xfrm>
          <a:prstGeom prst="rect">
            <a:avLst/>
          </a:prstGeom>
          <a:solidFill>
            <a:srgbClr val="FFFFFF"/>
          </a:solidFill>
          <a:ln w="7144">
            <a:solidFill>
              <a:srgbClr val="98A1AA"/>
            </a:solidFill>
          </a:ln>
        </p:spPr>
      </p:sp>
      <p:sp>
        <p:nvSpPr>
          <p:cNvPr id="38" name="pixel-value-1359">
            <a:extLst>
              <a:ext uri="{FF2B5EF4-FFF2-40B4-BE49-F238E27FC236}">
                <a16:creationId xmlns:a16="http://schemas.microsoft.com/office/drawing/2014/main" id="{347C289E-0FF6-41B7-AD58-193C43651115}"/>
              </a:ext>
            </a:extLst>
          </p:cNvPr>
          <p:cNvSpPr>
            <a:spLocks noGrp="1"/>
          </p:cNvSpPr>
          <p:nvPr/>
        </p:nvSpPr>
        <p:spPr>
          <a:xfrm>
            <a:off x="3400425"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1360">
            <a:extLst>
              <a:ext uri="{FF2B5EF4-FFF2-40B4-BE49-F238E27FC236}">
                <a16:creationId xmlns:a16="http://schemas.microsoft.com/office/drawing/2014/main" id="{5B53E337-8346-42BE-81EA-EC890C601F10}"/>
              </a:ext>
            </a:extLst>
          </p:cNvPr>
          <p:cNvSpPr>
            <a:spLocks noGrp="1"/>
          </p:cNvSpPr>
          <p:nvPr/>
        </p:nvSpPr>
        <p:spPr>
          <a:xfrm>
            <a:off x="666750" y="24545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1361">
            <a:extLst>
              <a:ext uri="{FF2B5EF4-FFF2-40B4-BE49-F238E27FC236}">
                <a16:creationId xmlns:a16="http://schemas.microsoft.com/office/drawing/2014/main" id="{5312C84B-2E65-458A-BE6F-668E1A2E6058}"/>
              </a:ext>
            </a:extLst>
          </p:cNvPr>
          <p:cNvSpPr>
            <a:spLocks noGrp="1"/>
          </p:cNvSpPr>
          <p:nvPr/>
        </p:nvSpPr>
        <p:spPr>
          <a:xfrm>
            <a:off x="971550"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1362">
            <a:extLst>
              <a:ext uri="{FF2B5EF4-FFF2-40B4-BE49-F238E27FC236}">
                <a16:creationId xmlns:a16="http://schemas.microsoft.com/office/drawing/2014/main" id="{53AD322E-C1BD-4DCC-A25B-95D574FC61BF}"/>
              </a:ext>
            </a:extLst>
          </p:cNvPr>
          <p:cNvSpPr>
            <a:spLocks noGrp="1"/>
          </p:cNvSpPr>
          <p:nvPr/>
        </p:nvSpPr>
        <p:spPr>
          <a:xfrm>
            <a:off x="666750" y="3264218"/>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1363">
            <a:extLst>
              <a:ext uri="{FF2B5EF4-FFF2-40B4-BE49-F238E27FC236}">
                <a16:creationId xmlns:a16="http://schemas.microsoft.com/office/drawing/2014/main" id="{8DBA63BB-4BC7-4A30-9606-C8F57A44C823}"/>
              </a:ext>
            </a:extLst>
          </p:cNvPr>
          <p:cNvSpPr>
            <a:spLocks noGrp="1"/>
          </p:cNvSpPr>
          <p:nvPr/>
        </p:nvSpPr>
        <p:spPr>
          <a:xfrm>
            <a:off x="1781175"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1364">
            <a:extLst>
              <a:ext uri="{FF2B5EF4-FFF2-40B4-BE49-F238E27FC236}">
                <a16:creationId xmlns:a16="http://schemas.microsoft.com/office/drawing/2014/main" id="{4341DA65-C7FB-4DDC-84C9-19F0BEF1172E}"/>
              </a:ext>
            </a:extLst>
          </p:cNvPr>
          <p:cNvSpPr>
            <a:spLocks noGrp="1"/>
          </p:cNvSpPr>
          <p:nvPr/>
        </p:nvSpPr>
        <p:spPr>
          <a:xfrm>
            <a:off x="666750" y="40738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1365">
            <a:extLst>
              <a:ext uri="{FF2B5EF4-FFF2-40B4-BE49-F238E27FC236}">
                <a16:creationId xmlns:a16="http://schemas.microsoft.com/office/drawing/2014/main" id="{0CA13BDD-D7BD-4858-82C6-3C2CE6BE077B}"/>
              </a:ext>
            </a:extLst>
          </p:cNvPr>
          <p:cNvSpPr>
            <a:spLocks noGrp="1"/>
          </p:cNvSpPr>
          <p:nvPr/>
        </p:nvSpPr>
        <p:spPr>
          <a:xfrm>
            <a:off x="2590800"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1366">
            <a:extLst>
              <a:ext uri="{FF2B5EF4-FFF2-40B4-BE49-F238E27FC236}">
                <a16:creationId xmlns:a16="http://schemas.microsoft.com/office/drawing/2014/main" id="{7F16D50F-892D-49B1-A524-93910D166B80}"/>
              </a:ext>
            </a:extLst>
          </p:cNvPr>
          <p:cNvSpPr>
            <a:spLocks noGrp="1"/>
          </p:cNvSpPr>
          <p:nvPr/>
        </p:nvSpPr>
        <p:spPr>
          <a:xfrm>
            <a:off x="666750" y="4883468"/>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1367">
            <a:extLst>
              <a:ext uri="{FF2B5EF4-FFF2-40B4-BE49-F238E27FC236}">
                <a16:creationId xmlns:a16="http://schemas.microsoft.com/office/drawing/2014/main" id="{FAF0F423-6F33-4F8B-9F88-B54952F7C0CE}"/>
              </a:ext>
            </a:extLst>
          </p:cNvPr>
          <p:cNvSpPr>
            <a:spLocks noGrp="1"/>
          </p:cNvSpPr>
          <p:nvPr/>
        </p:nvSpPr>
        <p:spPr>
          <a:xfrm>
            <a:off x="3400425"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1368">
            <a:extLst>
              <a:ext uri="{FF2B5EF4-FFF2-40B4-BE49-F238E27FC236}">
                <a16:creationId xmlns:a16="http://schemas.microsoft.com/office/drawing/2014/main" id="{71B0B2DB-C4B0-4592-8BBE-9725E299A590}"/>
              </a:ext>
            </a:extLst>
          </p:cNvPr>
          <p:cNvSpPr>
            <a:spLocks noGrp="1"/>
          </p:cNvSpPr>
          <p:nvPr/>
        </p:nvSpPr>
        <p:spPr>
          <a:xfrm>
            <a:off x="971550" y="5705475"/>
            <a:ext cx="32385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1369">
            <a:extLst>
              <a:ext uri="{FF2B5EF4-FFF2-40B4-BE49-F238E27FC236}">
                <a16:creationId xmlns:a16="http://schemas.microsoft.com/office/drawing/2014/main" id="{B47C5A77-B826-4420-AA1C-378A26E979F0}"/>
              </a:ext>
            </a:extLst>
          </p:cNvPr>
          <p:cNvSpPr>
            <a:spLocks noGrp="1"/>
          </p:cNvSpPr>
          <p:nvPr/>
        </p:nvSpPr>
        <p:spPr>
          <a:xfrm>
            <a:off x="2581275" y="2276475"/>
            <a:ext cx="19050" cy="3238500"/>
          </a:xfrm>
          <a:prstGeom prst="rect">
            <a:avLst/>
          </a:prstGeom>
          <a:solidFill>
            <a:srgbClr val="146995"/>
          </a:solidFill>
          <a:ln w="0">
            <a:noFill/>
          </a:ln>
        </p:spPr>
      </p:sp>
      <p:sp>
        <p:nvSpPr>
          <p:cNvPr id="49" name="line-1370">
            <a:extLst>
              <a:ext uri="{FF2B5EF4-FFF2-40B4-BE49-F238E27FC236}">
                <a16:creationId xmlns:a16="http://schemas.microsoft.com/office/drawing/2014/main" id="{005E94E7-81B4-4657-A14A-69AA1619D74C}"/>
              </a:ext>
            </a:extLst>
          </p:cNvPr>
          <p:cNvSpPr>
            <a:spLocks noGrp="1"/>
          </p:cNvSpPr>
          <p:nvPr/>
        </p:nvSpPr>
        <p:spPr>
          <a:xfrm>
            <a:off x="971550" y="3886200"/>
            <a:ext cx="3238500" cy="19050"/>
          </a:xfrm>
          <a:prstGeom prst="rect">
            <a:avLst/>
          </a:prstGeom>
          <a:solidFill>
            <a:srgbClr val="146995"/>
          </a:solidFill>
          <a:ln w="0">
            <a:noFill/>
          </a:ln>
        </p:spPr>
      </p:sp>
      <p:sp>
        <p:nvSpPr>
          <p:cNvPr id="50" name="prose-1371">
            <a:extLst>
              <a:ext uri="{FF2B5EF4-FFF2-40B4-BE49-F238E27FC236}">
                <a16:creationId xmlns:a16="http://schemas.microsoft.com/office/drawing/2014/main" id="{8AAAE4D1-B1A2-4B78-9F29-22CC887E29F8}"/>
              </a:ext>
            </a:extLst>
          </p:cNvPr>
          <p:cNvSpPr>
            <a:spLocks noGrp="1"/>
          </p:cNvSpPr>
          <p:nvPr/>
        </p:nvSpPr>
        <p:spPr>
          <a:xfrm>
            <a:off x="6229350" y="2057400"/>
            <a:ext cx="5353050" cy="37338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좌하 표현: ((0001)000)</a:t>
            </a:r>
          </a:p>
          <a:p>
            <a:endParaRPr sz="1875" b="0">
              <a:solidFill>
                <a:srgbClr val="151515"/>
              </a:solidFill>
              <a:latin typeface="Malgun Gothic"/>
              <a:ea typeface="Malgun Gothic"/>
              <a:cs typeface="Malgun Gothic"/>
            </a:endParaRP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첫 2×2: (0001)</a:t>
            </a: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 네 픽셀을 0, 0, 0, 1로</a:t>
            </a:r>
          </a:p>
          <a:p>
            <a:endParaRPr sz="1875" b="0">
              <a:solidFill>
                <a:srgbClr val="151515"/>
              </a:solidFill>
              <a:latin typeface="Malgun Gothic"/>
              <a:ea typeface="Malgun Gothic"/>
              <a:cs typeface="Malgun Gothic"/>
            </a:endParaRP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나머지 2×2 세 영역: 0, 0, 0</a:t>
            </a: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 각 영역 전체를 흰색으로</a:t>
            </a:r>
          </a:p>
        </p:txBody>
      </p:sp>
      <p:sp>
        <p:nvSpPr>
          <p:cNvPr id="51" name="banner-1372">
            <a:extLst>
              <a:ext uri="{FF2B5EF4-FFF2-40B4-BE49-F238E27FC236}">
                <a16:creationId xmlns:a16="http://schemas.microsoft.com/office/drawing/2014/main" id="{9C5F8D37-9FBF-4691-B198-015703376ABD}"/>
              </a:ext>
            </a:extLst>
          </p:cNvPr>
          <p:cNvSpPr>
            <a:spLocks noGrp="1"/>
          </p:cNvSpPr>
          <p:nvPr/>
        </p:nvSpPr>
        <p:spPr>
          <a:xfrm>
            <a:off x="6229350" y="5334000"/>
            <a:ext cx="5353050" cy="628650"/>
          </a:xfrm>
          <a:prstGeom prst="rect">
            <a:avLst/>
          </a:prstGeom>
          <a:solidFill>
            <a:srgbClr val="ECF5FA"/>
          </a:solidFill>
          <a:ln w="9525">
            <a:solidFill>
              <a:srgbClr val="146995"/>
            </a:solidFill>
          </a:ln>
        </p:spPr>
      </p:sp>
      <p:sp>
        <p:nvSpPr>
          <p:cNvPr id="52" name="banner-text-1373">
            <a:extLst>
              <a:ext uri="{FF2B5EF4-FFF2-40B4-BE49-F238E27FC236}">
                <a16:creationId xmlns:a16="http://schemas.microsoft.com/office/drawing/2014/main" id="{7E41E2A8-1B1E-4954-A73F-F03B5D32D4AF}"/>
              </a:ext>
            </a:extLst>
          </p:cNvPr>
          <p:cNvSpPr>
            <a:spLocks noGrp="1"/>
          </p:cNvSpPr>
          <p:nvPr/>
        </p:nvSpPr>
        <p:spPr>
          <a:xfrm>
            <a:off x="6400800" y="5486400"/>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행 5, 열 1의 검은 칸도 복원!</a:t>
            </a:r>
          </a:p>
        </p:txBody>
      </p:sp>
      <p:sp>
        <p:nvSpPr>
          <p:cNvPr id="53" name="caption">
            <a:extLst>
              <a:ext uri="{FF2B5EF4-FFF2-40B4-BE49-F238E27FC236}">
                <a16:creationId xmlns:a16="http://schemas.microsoft.com/office/drawing/2014/main" id="{74BE481F-7A62-4518-AEE9-28E1B3A1D77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닫는 괄호를 만나면, 그 괄호가 시작한 부모 영역으로 돌아옵니다.</a:t>
            </a:r>
          </a:p>
        </p:txBody>
      </p:sp>
    </p:spTree>
    <p:extLst>
      <p:ext uri="{BB962C8B-B14F-4D97-AF65-F5344CB8AC3E}">
        <p14:creationId xmlns:p14="http://schemas.microsoft.com/office/powerpoint/2010/main" val="228433767"/>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0F4BDE7A-C39F-40C6-83CA-17843DA109E2}"/>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9688ED3C-54C1-43C8-8267-3A02B8F7A2B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50AD2E0-4ABF-4EB9-A650-767FB664E5E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③: 마지막 0을 채우면 원본과 같습니다</a:t>
            </a:r>
          </a:p>
        </p:txBody>
      </p:sp>
      <p:sp>
        <p:nvSpPr>
          <p:cNvPr id="4" name="line-1374">
            <a:extLst>
              <a:ext uri="{FF2B5EF4-FFF2-40B4-BE49-F238E27FC236}">
                <a16:creationId xmlns:a16="http://schemas.microsoft.com/office/drawing/2014/main" id="{1AEA888B-3D55-442D-9436-048496A6759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127940BC-C3E5-4371-96AF-8566F050CD7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7ECD76E-CAB6-4E1C-9FD0-5F4CF101C2B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207</a:t>
            </a:r>
            <a:endParaRPr sz="1050" b="0">
              <a:solidFill>
                <a:srgbClr val="151515"/>
              </a:solidFill>
              <a:latin typeface="Consolas"/>
              <a:ea typeface="Consolas"/>
              <a:cs typeface="Consolas"/>
            </a:endParaRPr>
          </a:p>
        </p:txBody>
      </p:sp>
      <p:sp>
        <p:nvSpPr>
          <p:cNvPr id="7" name="pixel-1375">
            <a:extLst>
              <a:ext uri="{FF2B5EF4-FFF2-40B4-BE49-F238E27FC236}">
                <a16:creationId xmlns:a16="http://schemas.microsoft.com/office/drawing/2014/main" id="{E4FE421C-F726-4137-AE15-D9F708B80D61}"/>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1376">
            <a:extLst>
              <a:ext uri="{FF2B5EF4-FFF2-40B4-BE49-F238E27FC236}">
                <a16:creationId xmlns:a16="http://schemas.microsoft.com/office/drawing/2014/main" id="{6FD5456B-A011-4BEC-BB44-071ED747CD82}"/>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1377">
            <a:extLst>
              <a:ext uri="{FF2B5EF4-FFF2-40B4-BE49-F238E27FC236}">
                <a16:creationId xmlns:a16="http://schemas.microsoft.com/office/drawing/2014/main" id="{4E0DEC81-39CA-4074-9D8F-A18F7E5DA566}"/>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1378">
            <a:extLst>
              <a:ext uri="{FF2B5EF4-FFF2-40B4-BE49-F238E27FC236}">
                <a16:creationId xmlns:a16="http://schemas.microsoft.com/office/drawing/2014/main" id="{6015CF96-033C-4DAE-AEA1-DF4C1F5A0310}"/>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1379">
            <a:extLst>
              <a:ext uri="{FF2B5EF4-FFF2-40B4-BE49-F238E27FC236}">
                <a16:creationId xmlns:a16="http://schemas.microsoft.com/office/drawing/2014/main" id="{19C4B598-D1DC-42A9-A553-23B4985DA196}"/>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1380">
            <a:extLst>
              <a:ext uri="{FF2B5EF4-FFF2-40B4-BE49-F238E27FC236}">
                <a16:creationId xmlns:a16="http://schemas.microsoft.com/office/drawing/2014/main" id="{272C7EC0-B623-468F-AE06-323A3497515A}"/>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1381">
            <a:extLst>
              <a:ext uri="{FF2B5EF4-FFF2-40B4-BE49-F238E27FC236}">
                <a16:creationId xmlns:a16="http://schemas.microsoft.com/office/drawing/2014/main" id="{27B1D5AA-2F33-44A5-B6FE-77B2D51ACAC2}"/>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1382">
            <a:extLst>
              <a:ext uri="{FF2B5EF4-FFF2-40B4-BE49-F238E27FC236}">
                <a16:creationId xmlns:a16="http://schemas.microsoft.com/office/drawing/2014/main" id="{2B351846-7837-423E-857B-0ED6A447E598}"/>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1383">
            <a:extLst>
              <a:ext uri="{FF2B5EF4-FFF2-40B4-BE49-F238E27FC236}">
                <a16:creationId xmlns:a16="http://schemas.microsoft.com/office/drawing/2014/main" id="{6D028EE5-306A-4392-8CF0-AA6F87FF3B4C}"/>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1384">
            <a:extLst>
              <a:ext uri="{FF2B5EF4-FFF2-40B4-BE49-F238E27FC236}">
                <a16:creationId xmlns:a16="http://schemas.microsoft.com/office/drawing/2014/main" id="{7F03F297-3DFE-452A-BAD9-F3EC28FBDAEE}"/>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1385">
            <a:extLst>
              <a:ext uri="{FF2B5EF4-FFF2-40B4-BE49-F238E27FC236}">
                <a16:creationId xmlns:a16="http://schemas.microsoft.com/office/drawing/2014/main" id="{A90306C5-6A0E-4D78-A91D-5F56C26F54DD}"/>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1386">
            <a:extLst>
              <a:ext uri="{FF2B5EF4-FFF2-40B4-BE49-F238E27FC236}">
                <a16:creationId xmlns:a16="http://schemas.microsoft.com/office/drawing/2014/main" id="{9D371552-E737-48D1-926C-6C11B9C30BF9}"/>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1387">
            <a:extLst>
              <a:ext uri="{FF2B5EF4-FFF2-40B4-BE49-F238E27FC236}">
                <a16:creationId xmlns:a16="http://schemas.microsoft.com/office/drawing/2014/main" id="{A5684160-7E7C-481E-B50B-541FF10A8FC0}"/>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1388">
            <a:extLst>
              <a:ext uri="{FF2B5EF4-FFF2-40B4-BE49-F238E27FC236}">
                <a16:creationId xmlns:a16="http://schemas.microsoft.com/office/drawing/2014/main" id="{FC8A8A35-11A8-4EBB-9FA8-897F2CC56919}"/>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1389">
            <a:extLst>
              <a:ext uri="{FF2B5EF4-FFF2-40B4-BE49-F238E27FC236}">
                <a16:creationId xmlns:a16="http://schemas.microsoft.com/office/drawing/2014/main" id="{08DCCF02-8488-44F6-BB84-FA6064C826F8}"/>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1390">
            <a:extLst>
              <a:ext uri="{FF2B5EF4-FFF2-40B4-BE49-F238E27FC236}">
                <a16:creationId xmlns:a16="http://schemas.microsoft.com/office/drawing/2014/main" id="{4444284D-8C18-4D33-98B2-14E00DA98BC0}"/>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1391">
            <a:extLst>
              <a:ext uri="{FF2B5EF4-FFF2-40B4-BE49-F238E27FC236}">
                <a16:creationId xmlns:a16="http://schemas.microsoft.com/office/drawing/2014/main" id="{D7CF2A5B-C158-4A6C-B9EA-ED263288CF00}"/>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1392">
            <a:extLst>
              <a:ext uri="{FF2B5EF4-FFF2-40B4-BE49-F238E27FC236}">
                <a16:creationId xmlns:a16="http://schemas.microsoft.com/office/drawing/2014/main" id="{4E7801BC-1CB7-4922-AF30-D2BBD83CF447}"/>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393">
            <a:extLst>
              <a:ext uri="{FF2B5EF4-FFF2-40B4-BE49-F238E27FC236}">
                <a16:creationId xmlns:a16="http://schemas.microsoft.com/office/drawing/2014/main" id="{677898B3-E55F-43D1-9508-D85285D9E4D9}"/>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394">
            <a:extLst>
              <a:ext uri="{FF2B5EF4-FFF2-40B4-BE49-F238E27FC236}">
                <a16:creationId xmlns:a16="http://schemas.microsoft.com/office/drawing/2014/main" id="{CEE95288-A1BF-43D0-B5D4-E3AC24050761}"/>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395">
            <a:extLst>
              <a:ext uri="{FF2B5EF4-FFF2-40B4-BE49-F238E27FC236}">
                <a16:creationId xmlns:a16="http://schemas.microsoft.com/office/drawing/2014/main" id="{56DCED29-4569-4EA7-9F96-50E42BC9A8BA}"/>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396">
            <a:extLst>
              <a:ext uri="{FF2B5EF4-FFF2-40B4-BE49-F238E27FC236}">
                <a16:creationId xmlns:a16="http://schemas.microsoft.com/office/drawing/2014/main" id="{701F60E6-3982-4FF2-9E38-F8327EC6E2D8}"/>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397">
            <a:extLst>
              <a:ext uri="{FF2B5EF4-FFF2-40B4-BE49-F238E27FC236}">
                <a16:creationId xmlns:a16="http://schemas.microsoft.com/office/drawing/2014/main" id="{8F853BFE-F1A2-4357-A5D3-29E78911D3F0}"/>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398">
            <a:extLst>
              <a:ext uri="{FF2B5EF4-FFF2-40B4-BE49-F238E27FC236}">
                <a16:creationId xmlns:a16="http://schemas.microsoft.com/office/drawing/2014/main" id="{34809349-D7C9-4751-96CA-5B9B9EB73FA1}"/>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399">
            <a:extLst>
              <a:ext uri="{FF2B5EF4-FFF2-40B4-BE49-F238E27FC236}">
                <a16:creationId xmlns:a16="http://schemas.microsoft.com/office/drawing/2014/main" id="{ADA64B75-5FEA-4112-9EC7-2D43CACE0B76}"/>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400">
            <a:extLst>
              <a:ext uri="{FF2B5EF4-FFF2-40B4-BE49-F238E27FC236}">
                <a16:creationId xmlns:a16="http://schemas.microsoft.com/office/drawing/2014/main" id="{A15A085F-A420-4DE2-A7BA-E09B1F83F5DB}"/>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401">
            <a:extLst>
              <a:ext uri="{FF2B5EF4-FFF2-40B4-BE49-F238E27FC236}">
                <a16:creationId xmlns:a16="http://schemas.microsoft.com/office/drawing/2014/main" id="{672AD654-1BC5-4A3B-AEE9-1AD13118B197}"/>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402">
            <a:extLst>
              <a:ext uri="{FF2B5EF4-FFF2-40B4-BE49-F238E27FC236}">
                <a16:creationId xmlns:a16="http://schemas.microsoft.com/office/drawing/2014/main" id="{1727D7A4-9200-4091-9092-BBF194E652A1}"/>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403">
            <a:extLst>
              <a:ext uri="{FF2B5EF4-FFF2-40B4-BE49-F238E27FC236}">
                <a16:creationId xmlns:a16="http://schemas.microsoft.com/office/drawing/2014/main" id="{0D085812-20BB-4A2C-A809-E7EFE215779B}"/>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404">
            <a:extLst>
              <a:ext uri="{FF2B5EF4-FFF2-40B4-BE49-F238E27FC236}">
                <a16:creationId xmlns:a16="http://schemas.microsoft.com/office/drawing/2014/main" id="{3DD4EAE5-9439-409A-AF6D-31EFADEF0BBE}"/>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405">
            <a:extLst>
              <a:ext uri="{FF2B5EF4-FFF2-40B4-BE49-F238E27FC236}">
                <a16:creationId xmlns:a16="http://schemas.microsoft.com/office/drawing/2014/main" id="{163EE53B-CBF9-4B81-A70A-EB0479068A92}"/>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406">
            <a:extLst>
              <a:ext uri="{FF2B5EF4-FFF2-40B4-BE49-F238E27FC236}">
                <a16:creationId xmlns:a16="http://schemas.microsoft.com/office/drawing/2014/main" id="{A09A719D-F055-4326-AC54-2B0674D368B1}"/>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407">
            <a:extLst>
              <a:ext uri="{FF2B5EF4-FFF2-40B4-BE49-F238E27FC236}">
                <a16:creationId xmlns:a16="http://schemas.microsoft.com/office/drawing/2014/main" id="{3CA2A8A1-6B59-4671-86BF-0733BAE818EF}"/>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408">
            <a:extLst>
              <a:ext uri="{FF2B5EF4-FFF2-40B4-BE49-F238E27FC236}">
                <a16:creationId xmlns:a16="http://schemas.microsoft.com/office/drawing/2014/main" id="{FD1210BB-9228-4532-9702-3EBCFAB23FCF}"/>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409">
            <a:extLst>
              <a:ext uri="{FF2B5EF4-FFF2-40B4-BE49-F238E27FC236}">
                <a16:creationId xmlns:a16="http://schemas.microsoft.com/office/drawing/2014/main" id="{0562A174-981F-4069-929D-756D362E3D58}"/>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410">
            <a:extLst>
              <a:ext uri="{FF2B5EF4-FFF2-40B4-BE49-F238E27FC236}">
                <a16:creationId xmlns:a16="http://schemas.microsoft.com/office/drawing/2014/main" id="{E9792644-22AC-484E-A185-D7CEE0AE899B}"/>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411">
            <a:extLst>
              <a:ext uri="{FF2B5EF4-FFF2-40B4-BE49-F238E27FC236}">
                <a16:creationId xmlns:a16="http://schemas.microsoft.com/office/drawing/2014/main" id="{A080C8A8-3148-4992-BF74-FC80A1A77024}"/>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412">
            <a:extLst>
              <a:ext uri="{FF2B5EF4-FFF2-40B4-BE49-F238E27FC236}">
                <a16:creationId xmlns:a16="http://schemas.microsoft.com/office/drawing/2014/main" id="{613FF85D-D52A-46D0-8E51-063579B6AA33}"/>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413">
            <a:extLst>
              <a:ext uri="{FF2B5EF4-FFF2-40B4-BE49-F238E27FC236}">
                <a16:creationId xmlns:a16="http://schemas.microsoft.com/office/drawing/2014/main" id="{C8D49896-597B-4792-B150-9566D351C0A2}"/>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414">
            <a:extLst>
              <a:ext uri="{FF2B5EF4-FFF2-40B4-BE49-F238E27FC236}">
                <a16:creationId xmlns:a16="http://schemas.microsoft.com/office/drawing/2014/main" id="{F2AFEC7C-DB9A-4691-BEBD-C475A5948102}"/>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415">
            <a:extLst>
              <a:ext uri="{FF2B5EF4-FFF2-40B4-BE49-F238E27FC236}">
                <a16:creationId xmlns:a16="http://schemas.microsoft.com/office/drawing/2014/main" id="{52DCC5B2-59DE-49FA-9EEA-26ABA410C689}"/>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416">
            <a:extLst>
              <a:ext uri="{FF2B5EF4-FFF2-40B4-BE49-F238E27FC236}">
                <a16:creationId xmlns:a16="http://schemas.microsoft.com/office/drawing/2014/main" id="{4213BCED-C4BD-44D5-8685-F559A6A3F18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417">
            <a:extLst>
              <a:ext uri="{FF2B5EF4-FFF2-40B4-BE49-F238E27FC236}">
                <a16:creationId xmlns:a16="http://schemas.microsoft.com/office/drawing/2014/main" id="{E1F9A732-6584-491C-B776-98CC28CCBF4F}"/>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418">
            <a:extLst>
              <a:ext uri="{FF2B5EF4-FFF2-40B4-BE49-F238E27FC236}">
                <a16:creationId xmlns:a16="http://schemas.microsoft.com/office/drawing/2014/main" id="{97AB2919-C7F0-4A27-8C10-F38C72D33C6C}"/>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419">
            <a:extLst>
              <a:ext uri="{FF2B5EF4-FFF2-40B4-BE49-F238E27FC236}">
                <a16:creationId xmlns:a16="http://schemas.microsoft.com/office/drawing/2014/main" id="{A0148860-930E-49D9-BEFB-468FC0AC076D}"/>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420">
            <a:extLst>
              <a:ext uri="{FF2B5EF4-FFF2-40B4-BE49-F238E27FC236}">
                <a16:creationId xmlns:a16="http://schemas.microsoft.com/office/drawing/2014/main" id="{0966634E-7AB2-42A3-B097-72A49A8F4C1E}"/>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421">
            <a:extLst>
              <a:ext uri="{FF2B5EF4-FFF2-40B4-BE49-F238E27FC236}">
                <a16:creationId xmlns:a16="http://schemas.microsoft.com/office/drawing/2014/main" id="{5E8DE08B-5C0B-49EF-89A3-0C57C7A74B03}"/>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422">
            <a:extLst>
              <a:ext uri="{FF2B5EF4-FFF2-40B4-BE49-F238E27FC236}">
                <a16:creationId xmlns:a16="http://schemas.microsoft.com/office/drawing/2014/main" id="{3B6A8E92-0790-41E1-9F93-2C87ECD6598E}"/>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423">
            <a:extLst>
              <a:ext uri="{FF2B5EF4-FFF2-40B4-BE49-F238E27FC236}">
                <a16:creationId xmlns:a16="http://schemas.microsoft.com/office/drawing/2014/main" id="{EDFC6DEF-E4CB-46C0-8E8E-13564C63DDD5}"/>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424">
            <a:extLst>
              <a:ext uri="{FF2B5EF4-FFF2-40B4-BE49-F238E27FC236}">
                <a16:creationId xmlns:a16="http://schemas.microsoft.com/office/drawing/2014/main" id="{A04AF00D-5BAA-4ED2-822D-1338E796B53C}"/>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425">
            <a:extLst>
              <a:ext uri="{FF2B5EF4-FFF2-40B4-BE49-F238E27FC236}">
                <a16:creationId xmlns:a16="http://schemas.microsoft.com/office/drawing/2014/main" id="{238E8B01-B185-4D3C-BDEB-8B39F62B3731}"/>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426">
            <a:extLst>
              <a:ext uri="{FF2B5EF4-FFF2-40B4-BE49-F238E27FC236}">
                <a16:creationId xmlns:a16="http://schemas.microsoft.com/office/drawing/2014/main" id="{141022EF-DAC9-4C4C-A999-83B3B518D331}"/>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427">
            <a:extLst>
              <a:ext uri="{FF2B5EF4-FFF2-40B4-BE49-F238E27FC236}">
                <a16:creationId xmlns:a16="http://schemas.microsoft.com/office/drawing/2014/main" id="{B4917AE2-B266-4458-9B0B-5DF3E6ACE3C5}"/>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428">
            <a:extLst>
              <a:ext uri="{FF2B5EF4-FFF2-40B4-BE49-F238E27FC236}">
                <a16:creationId xmlns:a16="http://schemas.microsoft.com/office/drawing/2014/main" id="{FE655E95-1CF0-4630-A22C-DC5C94689EAF}"/>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429">
            <a:extLst>
              <a:ext uri="{FF2B5EF4-FFF2-40B4-BE49-F238E27FC236}">
                <a16:creationId xmlns:a16="http://schemas.microsoft.com/office/drawing/2014/main" id="{A33D4B51-6A94-49AC-9BE5-9E0DA84D50C8}"/>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430">
            <a:extLst>
              <a:ext uri="{FF2B5EF4-FFF2-40B4-BE49-F238E27FC236}">
                <a16:creationId xmlns:a16="http://schemas.microsoft.com/office/drawing/2014/main" id="{43A8B1D0-3DF3-4C00-8860-432589EBF806}"/>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431">
            <a:extLst>
              <a:ext uri="{FF2B5EF4-FFF2-40B4-BE49-F238E27FC236}">
                <a16:creationId xmlns:a16="http://schemas.microsoft.com/office/drawing/2014/main" id="{ACFDF5CA-5189-4F1C-9F88-2B8DDD3A8162}"/>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432">
            <a:extLst>
              <a:ext uri="{FF2B5EF4-FFF2-40B4-BE49-F238E27FC236}">
                <a16:creationId xmlns:a16="http://schemas.microsoft.com/office/drawing/2014/main" id="{B27AA409-7502-4793-BBED-F4913AD38142}"/>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433">
            <a:extLst>
              <a:ext uri="{FF2B5EF4-FFF2-40B4-BE49-F238E27FC236}">
                <a16:creationId xmlns:a16="http://schemas.microsoft.com/office/drawing/2014/main" id="{EDDCF59B-B3E4-4EA4-835D-B32C9413667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434">
            <a:extLst>
              <a:ext uri="{FF2B5EF4-FFF2-40B4-BE49-F238E27FC236}">
                <a16:creationId xmlns:a16="http://schemas.microsoft.com/office/drawing/2014/main" id="{511FDAF0-8F21-4F67-BE3F-A3D939705A8B}"/>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435">
            <a:extLst>
              <a:ext uri="{FF2B5EF4-FFF2-40B4-BE49-F238E27FC236}">
                <a16:creationId xmlns:a16="http://schemas.microsoft.com/office/drawing/2014/main" id="{0530F2D6-15F4-4423-BA7B-C0C61B1A9C6A}"/>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436">
            <a:extLst>
              <a:ext uri="{FF2B5EF4-FFF2-40B4-BE49-F238E27FC236}">
                <a16:creationId xmlns:a16="http://schemas.microsoft.com/office/drawing/2014/main" id="{F1FFD498-39AE-4976-A126-EA8FD62E49FD}"/>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437">
            <a:extLst>
              <a:ext uri="{FF2B5EF4-FFF2-40B4-BE49-F238E27FC236}">
                <a16:creationId xmlns:a16="http://schemas.microsoft.com/office/drawing/2014/main" id="{62B2AA16-EF72-4B18-A306-92968DA2CE2A}"/>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438">
            <a:extLst>
              <a:ext uri="{FF2B5EF4-FFF2-40B4-BE49-F238E27FC236}">
                <a16:creationId xmlns:a16="http://schemas.microsoft.com/office/drawing/2014/main" id="{D6D6F2B8-588B-482A-BB57-11FDD3453203}"/>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439">
            <a:extLst>
              <a:ext uri="{FF2B5EF4-FFF2-40B4-BE49-F238E27FC236}">
                <a16:creationId xmlns:a16="http://schemas.microsoft.com/office/drawing/2014/main" id="{88DF2772-BD18-4662-B4DE-7FDDFD5834FD}"/>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440">
            <a:extLst>
              <a:ext uri="{FF2B5EF4-FFF2-40B4-BE49-F238E27FC236}">
                <a16:creationId xmlns:a16="http://schemas.microsoft.com/office/drawing/2014/main" id="{4F364EC8-28D5-4A23-AD9A-E28857470AB3}"/>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441">
            <a:extLst>
              <a:ext uri="{FF2B5EF4-FFF2-40B4-BE49-F238E27FC236}">
                <a16:creationId xmlns:a16="http://schemas.microsoft.com/office/drawing/2014/main" id="{AD9D9BEE-6282-46C1-ACBA-99CCEBAF125E}"/>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442">
            <a:extLst>
              <a:ext uri="{FF2B5EF4-FFF2-40B4-BE49-F238E27FC236}">
                <a16:creationId xmlns:a16="http://schemas.microsoft.com/office/drawing/2014/main" id="{7A8677C6-0355-4678-BD24-E8BCFC47A431}"/>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443">
            <a:extLst>
              <a:ext uri="{FF2B5EF4-FFF2-40B4-BE49-F238E27FC236}">
                <a16:creationId xmlns:a16="http://schemas.microsoft.com/office/drawing/2014/main" id="{586FB51E-A3EB-4387-B87D-2EA81760B1A7}"/>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444">
            <a:extLst>
              <a:ext uri="{FF2B5EF4-FFF2-40B4-BE49-F238E27FC236}">
                <a16:creationId xmlns:a16="http://schemas.microsoft.com/office/drawing/2014/main" id="{9C678F93-61BE-4C32-B08D-9C437D6721DA}"/>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445">
            <a:extLst>
              <a:ext uri="{FF2B5EF4-FFF2-40B4-BE49-F238E27FC236}">
                <a16:creationId xmlns:a16="http://schemas.microsoft.com/office/drawing/2014/main" id="{89D20120-98C3-46C6-AAAC-018A1A990E29}"/>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446">
            <a:extLst>
              <a:ext uri="{FF2B5EF4-FFF2-40B4-BE49-F238E27FC236}">
                <a16:creationId xmlns:a16="http://schemas.microsoft.com/office/drawing/2014/main" id="{3D48785C-739D-4D98-9CA5-8CA1F53D0876}"/>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447">
            <a:extLst>
              <a:ext uri="{FF2B5EF4-FFF2-40B4-BE49-F238E27FC236}">
                <a16:creationId xmlns:a16="http://schemas.microsoft.com/office/drawing/2014/main" id="{19673C42-03FC-49F1-B991-4F7E99D3885E}"/>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448">
            <a:extLst>
              <a:ext uri="{FF2B5EF4-FFF2-40B4-BE49-F238E27FC236}">
                <a16:creationId xmlns:a16="http://schemas.microsoft.com/office/drawing/2014/main" id="{E32C6970-B624-4568-9B6C-C9D79CFD0CDC}"/>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449">
            <a:extLst>
              <a:ext uri="{FF2B5EF4-FFF2-40B4-BE49-F238E27FC236}">
                <a16:creationId xmlns:a16="http://schemas.microsoft.com/office/drawing/2014/main" id="{BC9ECAAA-3BBE-4706-A586-0B32DECFDE00}"/>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450">
            <a:extLst>
              <a:ext uri="{FF2B5EF4-FFF2-40B4-BE49-F238E27FC236}">
                <a16:creationId xmlns:a16="http://schemas.microsoft.com/office/drawing/2014/main" id="{167F5EF8-4167-4009-B366-249917399AB1}"/>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451">
            <a:extLst>
              <a:ext uri="{FF2B5EF4-FFF2-40B4-BE49-F238E27FC236}">
                <a16:creationId xmlns:a16="http://schemas.microsoft.com/office/drawing/2014/main" id="{CE0D8655-606F-4173-9AF0-1964D463F02F}"/>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452">
            <a:extLst>
              <a:ext uri="{FF2B5EF4-FFF2-40B4-BE49-F238E27FC236}">
                <a16:creationId xmlns:a16="http://schemas.microsoft.com/office/drawing/2014/main" id="{35D6C241-CF04-4E84-8633-F1025F79C1A7}"/>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453">
            <a:extLst>
              <a:ext uri="{FF2B5EF4-FFF2-40B4-BE49-F238E27FC236}">
                <a16:creationId xmlns:a16="http://schemas.microsoft.com/office/drawing/2014/main" id="{E1CF60E0-7BFB-4CCF-A75F-BC8B4DDCF705}"/>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454">
            <a:extLst>
              <a:ext uri="{FF2B5EF4-FFF2-40B4-BE49-F238E27FC236}">
                <a16:creationId xmlns:a16="http://schemas.microsoft.com/office/drawing/2014/main" id="{0FFBE5BA-D9C2-4A14-BC3C-1CEC12011F4A}"/>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455">
            <a:extLst>
              <a:ext uri="{FF2B5EF4-FFF2-40B4-BE49-F238E27FC236}">
                <a16:creationId xmlns:a16="http://schemas.microsoft.com/office/drawing/2014/main" id="{C6D34212-A15A-4EB5-8490-C0F46B19AE6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456">
            <a:extLst>
              <a:ext uri="{FF2B5EF4-FFF2-40B4-BE49-F238E27FC236}">
                <a16:creationId xmlns:a16="http://schemas.microsoft.com/office/drawing/2014/main" id="{800D9894-0B65-47C4-BA51-3592E334A571}"/>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457">
            <a:extLst>
              <a:ext uri="{FF2B5EF4-FFF2-40B4-BE49-F238E27FC236}">
                <a16:creationId xmlns:a16="http://schemas.microsoft.com/office/drawing/2014/main" id="{718B8F60-3FCD-45BC-8077-9E40C855D16D}"/>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458">
            <a:extLst>
              <a:ext uri="{FF2B5EF4-FFF2-40B4-BE49-F238E27FC236}">
                <a16:creationId xmlns:a16="http://schemas.microsoft.com/office/drawing/2014/main" id="{4CA29860-9B90-4CEA-828F-F0A6DB49AFFB}"/>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459">
            <a:extLst>
              <a:ext uri="{FF2B5EF4-FFF2-40B4-BE49-F238E27FC236}">
                <a16:creationId xmlns:a16="http://schemas.microsoft.com/office/drawing/2014/main" id="{033041D5-B3CB-4BCE-A55E-FC4A0A1ED899}"/>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460">
            <a:extLst>
              <a:ext uri="{FF2B5EF4-FFF2-40B4-BE49-F238E27FC236}">
                <a16:creationId xmlns:a16="http://schemas.microsoft.com/office/drawing/2014/main" id="{ED6662D4-914C-4E8B-830E-49029CD905CC}"/>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461">
            <a:extLst>
              <a:ext uri="{FF2B5EF4-FFF2-40B4-BE49-F238E27FC236}">
                <a16:creationId xmlns:a16="http://schemas.microsoft.com/office/drawing/2014/main" id="{1D8949BF-8FC4-4559-BADD-E8F87456E18D}"/>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462">
            <a:extLst>
              <a:ext uri="{FF2B5EF4-FFF2-40B4-BE49-F238E27FC236}">
                <a16:creationId xmlns:a16="http://schemas.microsoft.com/office/drawing/2014/main" id="{D4D95588-F1CB-4503-82A6-BB8893B501D2}"/>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463">
            <a:extLst>
              <a:ext uri="{FF2B5EF4-FFF2-40B4-BE49-F238E27FC236}">
                <a16:creationId xmlns:a16="http://schemas.microsoft.com/office/drawing/2014/main" id="{DE28B2F9-6B17-445B-BB92-E485767A42F8}"/>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464">
            <a:extLst>
              <a:ext uri="{FF2B5EF4-FFF2-40B4-BE49-F238E27FC236}">
                <a16:creationId xmlns:a16="http://schemas.microsoft.com/office/drawing/2014/main" id="{05360BD7-3883-4C45-A3F7-188A2C778C3B}"/>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465">
            <a:extLst>
              <a:ext uri="{FF2B5EF4-FFF2-40B4-BE49-F238E27FC236}">
                <a16:creationId xmlns:a16="http://schemas.microsoft.com/office/drawing/2014/main" id="{E0E7A2D2-B39D-4BCF-B66B-81DB2112F2C3}"/>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466">
            <a:extLst>
              <a:ext uri="{FF2B5EF4-FFF2-40B4-BE49-F238E27FC236}">
                <a16:creationId xmlns:a16="http://schemas.microsoft.com/office/drawing/2014/main" id="{D2D8499F-370B-4BD6-8257-A43425AD183F}"/>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467">
            <a:extLst>
              <a:ext uri="{FF2B5EF4-FFF2-40B4-BE49-F238E27FC236}">
                <a16:creationId xmlns:a16="http://schemas.microsoft.com/office/drawing/2014/main" id="{902B5FBA-52FF-41CB-AE7F-F226CF73E773}"/>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468">
            <a:extLst>
              <a:ext uri="{FF2B5EF4-FFF2-40B4-BE49-F238E27FC236}">
                <a16:creationId xmlns:a16="http://schemas.microsoft.com/office/drawing/2014/main" id="{D256EAA1-BC27-4C39-ADE5-C08E9331310E}"/>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469">
            <a:extLst>
              <a:ext uri="{FF2B5EF4-FFF2-40B4-BE49-F238E27FC236}">
                <a16:creationId xmlns:a16="http://schemas.microsoft.com/office/drawing/2014/main" id="{077EC530-2D79-4277-845E-97ECEAE64A57}"/>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470">
            <a:extLst>
              <a:ext uri="{FF2B5EF4-FFF2-40B4-BE49-F238E27FC236}">
                <a16:creationId xmlns:a16="http://schemas.microsoft.com/office/drawing/2014/main" id="{FEE7D8A9-CB05-4A6C-BEE5-BF1950BEC82B}"/>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471">
            <a:extLst>
              <a:ext uri="{FF2B5EF4-FFF2-40B4-BE49-F238E27FC236}">
                <a16:creationId xmlns:a16="http://schemas.microsoft.com/office/drawing/2014/main" id="{2CBFED33-1D3A-4304-B10D-DD8863773901}"/>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472">
            <a:extLst>
              <a:ext uri="{FF2B5EF4-FFF2-40B4-BE49-F238E27FC236}">
                <a16:creationId xmlns:a16="http://schemas.microsoft.com/office/drawing/2014/main" id="{8210DFC0-E0F1-47B1-8360-82DE9C2137B8}"/>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473">
            <a:extLst>
              <a:ext uri="{FF2B5EF4-FFF2-40B4-BE49-F238E27FC236}">
                <a16:creationId xmlns:a16="http://schemas.microsoft.com/office/drawing/2014/main" id="{976A598F-67B3-4BF0-8CEE-D846D9FEC67A}"/>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474">
            <a:extLst>
              <a:ext uri="{FF2B5EF4-FFF2-40B4-BE49-F238E27FC236}">
                <a16:creationId xmlns:a16="http://schemas.microsoft.com/office/drawing/2014/main" id="{3CA91BDF-EE27-49ED-AFF0-2E5FBE0122AB}"/>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475">
            <a:extLst>
              <a:ext uri="{FF2B5EF4-FFF2-40B4-BE49-F238E27FC236}">
                <a16:creationId xmlns:a16="http://schemas.microsoft.com/office/drawing/2014/main" id="{DF9B4815-71C0-4530-8824-4490FA506CB3}"/>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476">
            <a:extLst>
              <a:ext uri="{FF2B5EF4-FFF2-40B4-BE49-F238E27FC236}">
                <a16:creationId xmlns:a16="http://schemas.microsoft.com/office/drawing/2014/main" id="{290016BD-0F92-455C-B74B-8E4E0071893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477">
            <a:extLst>
              <a:ext uri="{FF2B5EF4-FFF2-40B4-BE49-F238E27FC236}">
                <a16:creationId xmlns:a16="http://schemas.microsoft.com/office/drawing/2014/main" id="{AE70A60E-460D-4B8B-9580-613823EA289B}"/>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478">
            <a:extLst>
              <a:ext uri="{FF2B5EF4-FFF2-40B4-BE49-F238E27FC236}">
                <a16:creationId xmlns:a16="http://schemas.microsoft.com/office/drawing/2014/main" id="{763EBD2B-5542-4783-A5C8-A038756BE37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479">
            <a:extLst>
              <a:ext uri="{FF2B5EF4-FFF2-40B4-BE49-F238E27FC236}">
                <a16:creationId xmlns:a16="http://schemas.microsoft.com/office/drawing/2014/main" id="{3F2B63A5-F8B6-428C-B53D-A79B256C7FB3}"/>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480">
            <a:extLst>
              <a:ext uri="{FF2B5EF4-FFF2-40B4-BE49-F238E27FC236}">
                <a16:creationId xmlns:a16="http://schemas.microsoft.com/office/drawing/2014/main" id="{913C68E8-EDAF-466D-8A5F-0AF53FD4194E}"/>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481">
            <a:extLst>
              <a:ext uri="{FF2B5EF4-FFF2-40B4-BE49-F238E27FC236}">
                <a16:creationId xmlns:a16="http://schemas.microsoft.com/office/drawing/2014/main" id="{594EFD50-A167-454F-ABFF-4A46410EF5ED}"/>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482">
            <a:extLst>
              <a:ext uri="{FF2B5EF4-FFF2-40B4-BE49-F238E27FC236}">
                <a16:creationId xmlns:a16="http://schemas.microsoft.com/office/drawing/2014/main" id="{73146720-E896-4096-A946-A7AF3AFDD1D4}"/>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483">
            <a:extLst>
              <a:ext uri="{FF2B5EF4-FFF2-40B4-BE49-F238E27FC236}">
                <a16:creationId xmlns:a16="http://schemas.microsoft.com/office/drawing/2014/main" id="{75F8CEAF-600A-47F1-881D-F375D57DE018}"/>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484">
            <a:extLst>
              <a:ext uri="{FF2B5EF4-FFF2-40B4-BE49-F238E27FC236}">
                <a16:creationId xmlns:a16="http://schemas.microsoft.com/office/drawing/2014/main" id="{B58FA4F6-6D6B-44DD-8244-DE8A6804A1C1}"/>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485">
            <a:extLst>
              <a:ext uri="{FF2B5EF4-FFF2-40B4-BE49-F238E27FC236}">
                <a16:creationId xmlns:a16="http://schemas.microsoft.com/office/drawing/2014/main" id="{E4D72C14-1C57-4BB1-B05F-7880AB13060C}"/>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486">
            <a:extLst>
              <a:ext uri="{FF2B5EF4-FFF2-40B4-BE49-F238E27FC236}">
                <a16:creationId xmlns:a16="http://schemas.microsoft.com/office/drawing/2014/main" id="{7108A7DD-3C49-48EF-8C44-A27E7704300B}"/>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487">
            <a:extLst>
              <a:ext uri="{FF2B5EF4-FFF2-40B4-BE49-F238E27FC236}">
                <a16:creationId xmlns:a16="http://schemas.microsoft.com/office/drawing/2014/main" id="{F9A5C4B9-7042-449F-9AF1-850CB42DF098}"/>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488">
            <a:extLst>
              <a:ext uri="{FF2B5EF4-FFF2-40B4-BE49-F238E27FC236}">
                <a16:creationId xmlns:a16="http://schemas.microsoft.com/office/drawing/2014/main" id="{22163943-E664-4A69-9483-497288FB3F8E}"/>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489">
            <a:extLst>
              <a:ext uri="{FF2B5EF4-FFF2-40B4-BE49-F238E27FC236}">
                <a16:creationId xmlns:a16="http://schemas.microsoft.com/office/drawing/2014/main" id="{81CAA3FC-6550-497D-9068-583DB221F409}"/>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490">
            <a:extLst>
              <a:ext uri="{FF2B5EF4-FFF2-40B4-BE49-F238E27FC236}">
                <a16:creationId xmlns:a16="http://schemas.microsoft.com/office/drawing/2014/main" id="{33CBDFDF-F963-44D6-8675-A8C72B6253D0}"/>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491">
            <a:extLst>
              <a:ext uri="{FF2B5EF4-FFF2-40B4-BE49-F238E27FC236}">
                <a16:creationId xmlns:a16="http://schemas.microsoft.com/office/drawing/2014/main" id="{6050E492-5D85-47CC-8702-AB548BD01DAF}"/>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492">
            <a:extLst>
              <a:ext uri="{FF2B5EF4-FFF2-40B4-BE49-F238E27FC236}">
                <a16:creationId xmlns:a16="http://schemas.microsoft.com/office/drawing/2014/main" id="{96B12126-066C-4E61-B2FD-45980769B293}"/>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493">
            <a:extLst>
              <a:ext uri="{FF2B5EF4-FFF2-40B4-BE49-F238E27FC236}">
                <a16:creationId xmlns:a16="http://schemas.microsoft.com/office/drawing/2014/main" id="{8A2C5938-5FC1-4670-A4C8-D5161F890C1B}"/>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494">
            <a:extLst>
              <a:ext uri="{FF2B5EF4-FFF2-40B4-BE49-F238E27FC236}">
                <a16:creationId xmlns:a16="http://schemas.microsoft.com/office/drawing/2014/main" id="{41EE3626-EB1F-439F-8A6D-C9EC855FB281}"/>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495">
            <a:extLst>
              <a:ext uri="{FF2B5EF4-FFF2-40B4-BE49-F238E27FC236}">
                <a16:creationId xmlns:a16="http://schemas.microsoft.com/office/drawing/2014/main" id="{625B9076-7768-407E-85C5-F41998E454FE}"/>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496">
            <a:extLst>
              <a:ext uri="{FF2B5EF4-FFF2-40B4-BE49-F238E27FC236}">
                <a16:creationId xmlns:a16="http://schemas.microsoft.com/office/drawing/2014/main" id="{17CF8CA2-9B24-4663-8C2D-5D1AE4F3D83F}"/>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497">
            <a:extLst>
              <a:ext uri="{FF2B5EF4-FFF2-40B4-BE49-F238E27FC236}">
                <a16:creationId xmlns:a16="http://schemas.microsoft.com/office/drawing/2014/main" id="{91D7ABED-ED6C-4E88-B689-BA69DDD9D0AA}"/>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498">
            <a:extLst>
              <a:ext uri="{FF2B5EF4-FFF2-40B4-BE49-F238E27FC236}">
                <a16:creationId xmlns:a16="http://schemas.microsoft.com/office/drawing/2014/main" id="{DFDFE59B-8A23-437A-9F90-8763EAE28F61}"/>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499">
            <a:extLst>
              <a:ext uri="{FF2B5EF4-FFF2-40B4-BE49-F238E27FC236}">
                <a16:creationId xmlns:a16="http://schemas.microsoft.com/office/drawing/2014/main" id="{61AE5865-AFF5-44A7-AE9E-3F9CFF78D82E}"/>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500">
            <a:extLst>
              <a:ext uri="{FF2B5EF4-FFF2-40B4-BE49-F238E27FC236}">
                <a16:creationId xmlns:a16="http://schemas.microsoft.com/office/drawing/2014/main" id="{E0E0E39D-C084-4BD9-801B-FEA4731B10C5}"/>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501">
            <a:extLst>
              <a:ext uri="{FF2B5EF4-FFF2-40B4-BE49-F238E27FC236}">
                <a16:creationId xmlns:a16="http://schemas.microsoft.com/office/drawing/2014/main" id="{B653C999-1DCF-4518-813F-A2E1F808C045}"/>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502">
            <a:extLst>
              <a:ext uri="{FF2B5EF4-FFF2-40B4-BE49-F238E27FC236}">
                <a16:creationId xmlns:a16="http://schemas.microsoft.com/office/drawing/2014/main" id="{B9B2C64C-FCFF-43CF-8F36-F40C33BA8D15}"/>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503">
            <a:extLst>
              <a:ext uri="{FF2B5EF4-FFF2-40B4-BE49-F238E27FC236}">
                <a16:creationId xmlns:a16="http://schemas.microsoft.com/office/drawing/2014/main" id="{0AF649BF-4D2D-4FCB-AA1B-2A6A462DE930}"/>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504">
            <a:extLst>
              <a:ext uri="{FF2B5EF4-FFF2-40B4-BE49-F238E27FC236}">
                <a16:creationId xmlns:a16="http://schemas.microsoft.com/office/drawing/2014/main" id="{2CC7499B-661C-40B5-9539-62657A595DCC}"/>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505">
            <a:extLst>
              <a:ext uri="{FF2B5EF4-FFF2-40B4-BE49-F238E27FC236}">
                <a16:creationId xmlns:a16="http://schemas.microsoft.com/office/drawing/2014/main" id="{9C8AE604-4020-482B-B56B-9DE4117EA367}"/>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506">
            <a:extLst>
              <a:ext uri="{FF2B5EF4-FFF2-40B4-BE49-F238E27FC236}">
                <a16:creationId xmlns:a16="http://schemas.microsoft.com/office/drawing/2014/main" id="{29D8967B-311D-4165-9049-37F152B13EB5}"/>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507">
            <a:extLst>
              <a:ext uri="{FF2B5EF4-FFF2-40B4-BE49-F238E27FC236}">
                <a16:creationId xmlns:a16="http://schemas.microsoft.com/office/drawing/2014/main" id="{87355A9E-FDC7-4C53-8638-C7702FE7E33D}"/>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508">
            <a:extLst>
              <a:ext uri="{FF2B5EF4-FFF2-40B4-BE49-F238E27FC236}">
                <a16:creationId xmlns:a16="http://schemas.microsoft.com/office/drawing/2014/main" id="{E453BDE6-3674-40F7-B689-F23868D1D099}"/>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509">
            <a:extLst>
              <a:ext uri="{FF2B5EF4-FFF2-40B4-BE49-F238E27FC236}">
                <a16:creationId xmlns:a16="http://schemas.microsoft.com/office/drawing/2014/main" id="{25C76134-90A5-4DA8-BC72-59B5B9E1950C}"/>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510">
            <a:extLst>
              <a:ext uri="{FF2B5EF4-FFF2-40B4-BE49-F238E27FC236}">
                <a16:creationId xmlns:a16="http://schemas.microsoft.com/office/drawing/2014/main" id="{92304684-19FE-4DC0-BD2F-E52C1C9984FA}"/>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511">
            <a:extLst>
              <a:ext uri="{FF2B5EF4-FFF2-40B4-BE49-F238E27FC236}">
                <a16:creationId xmlns:a16="http://schemas.microsoft.com/office/drawing/2014/main" id="{CAB184E0-A9BD-49EC-BB49-D02C5107D9FE}"/>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512">
            <a:extLst>
              <a:ext uri="{FF2B5EF4-FFF2-40B4-BE49-F238E27FC236}">
                <a16:creationId xmlns:a16="http://schemas.microsoft.com/office/drawing/2014/main" id="{197C3CD8-E002-4760-91E4-C8D0DEB5A5B7}"/>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513">
            <a:extLst>
              <a:ext uri="{FF2B5EF4-FFF2-40B4-BE49-F238E27FC236}">
                <a16:creationId xmlns:a16="http://schemas.microsoft.com/office/drawing/2014/main" id="{E1239262-C5F6-4D86-BA25-AA2248906905}"/>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514">
            <a:extLst>
              <a:ext uri="{FF2B5EF4-FFF2-40B4-BE49-F238E27FC236}">
                <a16:creationId xmlns:a16="http://schemas.microsoft.com/office/drawing/2014/main" id="{3F014BCD-18E4-4D26-BCE1-F497880D9AB5}"/>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515">
            <a:extLst>
              <a:ext uri="{FF2B5EF4-FFF2-40B4-BE49-F238E27FC236}">
                <a16:creationId xmlns:a16="http://schemas.microsoft.com/office/drawing/2014/main" id="{79BF02FA-6CD9-4789-8ABC-4782951CD426}"/>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516">
            <a:extLst>
              <a:ext uri="{FF2B5EF4-FFF2-40B4-BE49-F238E27FC236}">
                <a16:creationId xmlns:a16="http://schemas.microsoft.com/office/drawing/2014/main" id="{A5852F93-BD2C-40D6-AE75-71D692544405}"/>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517">
            <a:extLst>
              <a:ext uri="{FF2B5EF4-FFF2-40B4-BE49-F238E27FC236}">
                <a16:creationId xmlns:a16="http://schemas.microsoft.com/office/drawing/2014/main" id="{6C346CB5-B714-43BD-B493-C6D3AB1D2F5C}"/>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518">
            <a:extLst>
              <a:ext uri="{FF2B5EF4-FFF2-40B4-BE49-F238E27FC236}">
                <a16:creationId xmlns:a16="http://schemas.microsoft.com/office/drawing/2014/main" id="{FB741D86-CA27-4126-BBA2-F7B620BDB505}"/>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519">
            <a:extLst>
              <a:ext uri="{FF2B5EF4-FFF2-40B4-BE49-F238E27FC236}">
                <a16:creationId xmlns:a16="http://schemas.microsoft.com/office/drawing/2014/main" id="{C84D6D6C-FA03-4F69-9A0A-BCD1201BD034}"/>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520">
            <a:extLst>
              <a:ext uri="{FF2B5EF4-FFF2-40B4-BE49-F238E27FC236}">
                <a16:creationId xmlns:a16="http://schemas.microsoft.com/office/drawing/2014/main" id="{CF830966-7F27-49F9-9A11-E8DD773370AE}"/>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우하의 "0" → 16칸을 흰색으로</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루트의 ")" → 전체 복원 종료</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검은 칸 위치가 원본과 같습니다.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저장·복원의 자식 순서는 동일!</a:t>
            </a:r>
          </a:p>
        </p:txBody>
      </p:sp>
      <p:sp>
        <p:nvSpPr>
          <p:cNvPr id="153" name="banner-1521">
            <a:extLst>
              <a:ext uri="{FF2B5EF4-FFF2-40B4-BE49-F238E27FC236}">
                <a16:creationId xmlns:a16="http://schemas.microsoft.com/office/drawing/2014/main" id="{D141B49E-D752-4D42-A2C1-F9518E2DDE07}"/>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522">
            <a:extLst>
              <a:ext uri="{FF2B5EF4-FFF2-40B4-BE49-F238E27FC236}">
                <a16:creationId xmlns:a16="http://schemas.microsoft.com/office/drawing/2014/main" id="{E804B028-C3C2-4C1F-9197-61EDC2CFD590}"/>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64개 픽셀의 색이 모두 복원됩니다.</a:t>
            </a:r>
          </a:p>
        </p:txBody>
      </p:sp>
      <p:sp>
        <p:nvSpPr>
          <p:cNvPr id="155" name="caption">
            <a:extLst>
              <a:ext uri="{FF2B5EF4-FFF2-40B4-BE49-F238E27FC236}">
                <a16:creationId xmlns:a16="http://schemas.microsoft.com/office/drawing/2014/main" id="{D846776D-878E-4F4E-ACB6-79648ED8E849}"/>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5281653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section">
            <a:extLst>
              <a:ext uri="{FF2B5EF4-FFF2-40B4-BE49-F238E27FC236}">
                <a16:creationId xmlns:a16="http://schemas.microsoft.com/office/drawing/2014/main" id="{FA079F66-24B3-49D0-B5AC-2EF4DD9A4418}"/>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217A958-4E1B-4E9A-A3EF-2FA518D23D8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7F6DB56-6B28-4E7D-90C5-44E4582FEC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모든 그림이 더 작아지는 것은 아닙니다</a:t>
            </a:r>
          </a:p>
        </p:txBody>
      </p:sp>
      <p:sp>
        <p:nvSpPr>
          <p:cNvPr id="4" name="line-1523">
            <a:extLst>
              <a:ext uri="{FF2B5EF4-FFF2-40B4-BE49-F238E27FC236}">
                <a16:creationId xmlns:a16="http://schemas.microsoft.com/office/drawing/2014/main" id="{80D89417-89BA-43E5-975A-41CEB0F953F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BDB04ACC-2423-4B5F-B733-3BD7E9E23A2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689EA81-453E-4869-B74B-0F38FF77E74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208</a:t>
            </a:r>
            <a:endParaRPr sz="1050" b="0">
              <a:solidFill>
                <a:srgbClr val="151515"/>
              </a:solidFill>
              <a:latin typeface="Consolas"/>
              <a:ea typeface="Consolas"/>
              <a:cs typeface="Consolas"/>
            </a:endParaRPr>
          </a:p>
        </p:txBody>
      </p:sp>
      <p:sp>
        <p:nvSpPr>
          <p:cNvPr id="7" name="pixel-1524">
            <a:extLst>
              <a:ext uri="{FF2B5EF4-FFF2-40B4-BE49-F238E27FC236}">
                <a16:creationId xmlns:a16="http://schemas.microsoft.com/office/drawing/2014/main" id="{5045D520-5840-40BB-8F0C-707B588BE606}"/>
              </a:ext>
            </a:extLst>
          </p:cNvPr>
          <p:cNvSpPr>
            <a:spLocks noGrp="1"/>
          </p:cNvSpPr>
          <p:nvPr/>
        </p:nvSpPr>
        <p:spPr>
          <a:xfrm>
            <a:off x="990600" y="2476500"/>
            <a:ext cx="647700" cy="647700"/>
          </a:xfrm>
          <a:prstGeom prst="rect">
            <a:avLst/>
          </a:prstGeom>
          <a:solidFill>
            <a:srgbClr val="FFFFFF"/>
          </a:solidFill>
          <a:ln w="7144">
            <a:solidFill>
              <a:srgbClr val="98A1AA"/>
            </a:solidFill>
          </a:ln>
        </p:spPr>
      </p:sp>
      <p:sp>
        <p:nvSpPr>
          <p:cNvPr id="8" name="pixel-value-1525">
            <a:extLst>
              <a:ext uri="{FF2B5EF4-FFF2-40B4-BE49-F238E27FC236}">
                <a16:creationId xmlns:a16="http://schemas.microsoft.com/office/drawing/2014/main" id="{E75499AF-90AA-4B54-A151-2AB44B02D997}"/>
              </a:ext>
            </a:extLst>
          </p:cNvPr>
          <p:cNvSpPr>
            <a:spLocks noGrp="1"/>
          </p:cNvSpPr>
          <p:nvPr/>
        </p:nvSpPr>
        <p:spPr>
          <a:xfrm>
            <a:off x="9906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1526">
            <a:extLst>
              <a:ext uri="{FF2B5EF4-FFF2-40B4-BE49-F238E27FC236}">
                <a16:creationId xmlns:a16="http://schemas.microsoft.com/office/drawing/2014/main" id="{06597D75-E634-453D-901D-EF12632399F8}"/>
              </a:ext>
            </a:extLst>
          </p:cNvPr>
          <p:cNvSpPr>
            <a:spLocks noGrp="1"/>
          </p:cNvSpPr>
          <p:nvPr/>
        </p:nvSpPr>
        <p:spPr>
          <a:xfrm>
            <a:off x="1638300" y="2476500"/>
            <a:ext cx="647700" cy="647700"/>
          </a:xfrm>
          <a:prstGeom prst="rect">
            <a:avLst/>
          </a:prstGeom>
          <a:solidFill>
            <a:srgbClr val="FFFFFF"/>
          </a:solidFill>
          <a:ln w="7144">
            <a:solidFill>
              <a:srgbClr val="98A1AA"/>
            </a:solidFill>
          </a:ln>
        </p:spPr>
      </p:sp>
      <p:sp>
        <p:nvSpPr>
          <p:cNvPr id="10" name="pixel-value-1527">
            <a:extLst>
              <a:ext uri="{FF2B5EF4-FFF2-40B4-BE49-F238E27FC236}">
                <a16:creationId xmlns:a16="http://schemas.microsoft.com/office/drawing/2014/main" id="{E8338C37-74E5-420C-BB52-E71CB44EF0C5}"/>
              </a:ext>
            </a:extLst>
          </p:cNvPr>
          <p:cNvSpPr>
            <a:spLocks noGrp="1"/>
          </p:cNvSpPr>
          <p:nvPr/>
        </p:nvSpPr>
        <p:spPr>
          <a:xfrm>
            <a:off x="16383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1528">
            <a:extLst>
              <a:ext uri="{FF2B5EF4-FFF2-40B4-BE49-F238E27FC236}">
                <a16:creationId xmlns:a16="http://schemas.microsoft.com/office/drawing/2014/main" id="{F9905141-EDB2-4BB1-B44A-83F2722723E1}"/>
              </a:ext>
            </a:extLst>
          </p:cNvPr>
          <p:cNvSpPr>
            <a:spLocks noGrp="1"/>
          </p:cNvSpPr>
          <p:nvPr/>
        </p:nvSpPr>
        <p:spPr>
          <a:xfrm>
            <a:off x="2286000" y="2476500"/>
            <a:ext cx="647700" cy="647700"/>
          </a:xfrm>
          <a:prstGeom prst="rect">
            <a:avLst/>
          </a:prstGeom>
          <a:solidFill>
            <a:srgbClr val="FFFFFF"/>
          </a:solidFill>
          <a:ln w="7144">
            <a:solidFill>
              <a:srgbClr val="98A1AA"/>
            </a:solidFill>
          </a:ln>
        </p:spPr>
      </p:sp>
      <p:sp>
        <p:nvSpPr>
          <p:cNvPr id="12" name="pixel-value-1529">
            <a:extLst>
              <a:ext uri="{FF2B5EF4-FFF2-40B4-BE49-F238E27FC236}">
                <a16:creationId xmlns:a16="http://schemas.microsoft.com/office/drawing/2014/main" id="{409286BF-CFB7-44A9-904A-A43545F50305}"/>
              </a:ext>
            </a:extLst>
          </p:cNvPr>
          <p:cNvSpPr>
            <a:spLocks noGrp="1"/>
          </p:cNvSpPr>
          <p:nvPr/>
        </p:nvSpPr>
        <p:spPr>
          <a:xfrm>
            <a:off x="22860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1530">
            <a:extLst>
              <a:ext uri="{FF2B5EF4-FFF2-40B4-BE49-F238E27FC236}">
                <a16:creationId xmlns:a16="http://schemas.microsoft.com/office/drawing/2014/main" id="{A051D5CD-A6DE-47D6-8297-64992A0CD4C4}"/>
              </a:ext>
            </a:extLst>
          </p:cNvPr>
          <p:cNvSpPr>
            <a:spLocks noGrp="1"/>
          </p:cNvSpPr>
          <p:nvPr/>
        </p:nvSpPr>
        <p:spPr>
          <a:xfrm>
            <a:off x="2933700" y="2476500"/>
            <a:ext cx="647700" cy="647700"/>
          </a:xfrm>
          <a:prstGeom prst="rect">
            <a:avLst/>
          </a:prstGeom>
          <a:solidFill>
            <a:srgbClr val="FFFFFF"/>
          </a:solidFill>
          <a:ln w="7144">
            <a:solidFill>
              <a:srgbClr val="98A1AA"/>
            </a:solidFill>
          </a:ln>
        </p:spPr>
      </p:sp>
      <p:sp>
        <p:nvSpPr>
          <p:cNvPr id="14" name="pixel-value-1531">
            <a:extLst>
              <a:ext uri="{FF2B5EF4-FFF2-40B4-BE49-F238E27FC236}">
                <a16:creationId xmlns:a16="http://schemas.microsoft.com/office/drawing/2014/main" id="{E5159CCA-7894-4E71-A91D-F66E2CB22E0B}"/>
              </a:ext>
            </a:extLst>
          </p:cNvPr>
          <p:cNvSpPr>
            <a:spLocks noGrp="1"/>
          </p:cNvSpPr>
          <p:nvPr/>
        </p:nvSpPr>
        <p:spPr>
          <a:xfrm>
            <a:off x="29337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1532">
            <a:extLst>
              <a:ext uri="{FF2B5EF4-FFF2-40B4-BE49-F238E27FC236}">
                <a16:creationId xmlns:a16="http://schemas.microsoft.com/office/drawing/2014/main" id="{529DA0C2-59EC-4C39-A9CF-01547F5B135A}"/>
              </a:ext>
            </a:extLst>
          </p:cNvPr>
          <p:cNvSpPr>
            <a:spLocks noGrp="1"/>
          </p:cNvSpPr>
          <p:nvPr/>
        </p:nvSpPr>
        <p:spPr>
          <a:xfrm>
            <a:off x="990600" y="3124200"/>
            <a:ext cx="647700" cy="647700"/>
          </a:xfrm>
          <a:prstGeom prst="rect">
            <a:avLst/>
          </a:prstGeom>
          <a:solidFill>
            <a:srgbClr val="FFFFFF"/>
          </a:solidFill>
          <a:ln w="7144">
            <a:solidFill>
              <a:srgbClr val="98A1AA"/>
            </a:solidFill>
          </a:ln>
        </p:spPr>
      </p:sp>
      <p:sp>
        <p:nvSpPr>
          <p:cNvPr id="16" name="pixel-value-1533">
            <a:extLst>
              <a:ext uri="{FF2B5EF4-FFF2-40B4-BE49-F238E27FC236}">
                <a16:creationId xmlns:a16="http://schemas.microsoft.com/office/drawing/2014/main" id="{E633D77B-5481-4528-8EB3-D5178AA73234}"/>
              </a:ext>
            </a:extLst>
          </p:cNvPr>
          <p:cNvSpPr>
            <a:spLocks noGrp="1"/>
          </p:cNvSpPr>
          <p:nvPr/>
        </p:nvSpPr>
        <p:spPr>
          <a:xfrm>
            <a:off x="9906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1534">
            <a:extLst>
              <a:ext uri="{FF2B5EF4-FFF2-40B4-BE49-F238E27FC236}">
                <a16:creationId xmlns:a16="http://schemas.microsoft.com/office/drawing/2014/main" id="{CCEB045F-F750-46A6-8F86-529BB267FE19}"/>
              </a:ext>
            </a:extLst>
          </p:cNvPr>
          <p:cNvSpPr>
            <a:spLocks noGrp="1"/>
          </p:cNvSpPr>
          <p:nvPr/>
        </p:nvSpPr>
        <p:spPr>
          <a:xfrm>
            <a:off x="1638300" y="3124200"/>
            <a:ext cx="647700" cy="647700"/>
          </a:xfrm>
          <a:prstGeom prst="rect">
            <a:avLst/>
          </a:prstGeom>
          <a:solidFill>
            <a:srgbClr val="FFFFFF"/>
          </a:solidFill>
          <a:ln w="7144">
            <a:solidFill>
              <a:srgbClr val="98A1AA"/>
            </a:solidFill>
          </a:ln>
        </p:spPr>
      </p:sp>
      <p:sp>
        <p:nvSpPr>
          <p:cNvPr id="18" name="pixel-value-1535">
            <a:extLst>
              <a:ext uri="{FF2B5EF4-FFF2-40B4-BE49-F238E27FC236}">
                <a16:creationId xmlns:a16="http://schemas.microsoft.com/office/drawing/2014/main" id="{E383E1AE-ACE6-4246-9E07-26E8BBFD6C10}"/>
              </a:ext>
            </a:extLst>
          </p:cNvPr>
          <p:cNvSpPr>
            <a:spLocks noGrp="1"/>
          </p:cNvSpPr>
          <p:nvPr/>
        </p:nvSpPr>
        <p:spPr>
          <a:xfrm>
            <a:off x="16383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9" name="pixel-1536">
            <a:extLst>
              <a:ext uri="{FF2B5EF4-FFF2-40B4-BE49-F238E27FC236}">
                <a16:creationId xmlns:a16="http://schemas.microsoft.com/office/drawing/2014/main" id="{C142AD5F-FA02-4013-8E86-497FE58F39A3}"/>
              </a:ext>
            </a:extLst>
          </p:cNvPr>
          <p:cNvSpPr>
            <a:spLocks noGrp="1"/>
          </p:cNvSpPr>
          <p:nvPr/>
        </p:nvSpPr>
        <p:spPr>
          <a:xfrm>
            <a:off x="2286000" y="3124200"/>
            <a:ext cx="647700" cy="647700"/>
          </a:xfrm>
          <a:prstGeom prst="rect">
            <a:avLst/>
          </a:prstGeom>
          <a:solidFill>
            <a:srgbClr val="FFFFFF"/>
          </a:solidFill>
          <a:ln w="7144">
            <a:solidFill>
              <a:srgbClr val="98A1AA"/>
            </a:solidFill>
          </a:ln>
        </p:spPr>
      </p:sp>
      <p:sp>
        <p:nvSpPr>
          <p:cNvPr id="20" name="pixel-value-1537">
            <a:extLst>
              <a:ext uri="{FF2B5EF4-FFF2-40B4-BE49-F238E27FC236}">
                <a16:creationId xmlns:a16="http://schemas.microsoft.com/office/drawing/2014/main" id="{AFC1729F-21D2-4A68-9467-4428B677D735}"/>
              </a:ext>
            </a:extLst>
          </p:cNvPr>
          <p:cNvSpPr>
            <a:spLocks noGrp="1"/>
          </p:cNvSpPr>
          <p:nvPr/>
        </p:nvSpPr>
        <p:spPr>
          <a:xfrm>
            <a:off x="22860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1538">
            <a:extLst>
              <a:ext uri="{FF2B5EF4-FFF2-40B4-BE49-F238E27FC236}">
                <a16:creationId xmlns:a16="http://schemas.microsoft.com/office/drawing/2014/main" id="{219B4166-EA1F-4D07-A7DB-8CA8800C39CD}"/>
              </a:ext>
            </a:extLst>
          </p:cNvPr>
          <p:cNvSpPr>
            <a:spLocks noGrp="1"/>
          </p:cNvSpPr>
          <p:nvPr/>
        </p:nvSpPr>
        <p:spPr>
          <a:xfrm>
            <a:off x="2933700" y="3124200"/>
            <a:ext cx="647700" cy="647700"/>
          </a:xfrm>
          <a:prstGeom prst="rect">
            <a:avLst/>
          </a:prstGeom>
          <a:solidFill>
            <a:srgbClr val="FFFFFF"/>
          </a:solidFill>
          <a:ln w="7144">
            <a:solidFill>
              <a:srgbClr val="98A1AA"/>
            </a:solidFill>
          </a:ln>
        </p:spPr>
      </p:sp>
      <p:sp>
        <p:nvSpPr>
          <p:cNvPr id="22" name="pixel-value-1539">
            <a:extLst>
              <a:ext uri="{FF2B5EF4-FFF2-40B4-BE49-F238E27FC236}">
                <a16:creationId xmlns:a16="http://schemas.microsoft.com/office/drawing/2014/main" id="{4CF83D08-0E90-4E57-86D8-A44E12B5DEFA}"/>
              </a:ext>
            </a:extLst>
          </p:cNvPr>
          <p:cNvSpPr>
            <a:spLocks noGrp="1"/>
          </p:cNvSpPr>
          <p:nvPr/>
        </p:nvSpPr>
        <p:spPr>
          <a:xfrm>
            <a:off x="29337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1540">
            <a:extLst>
              <a:ext uri="{FF2B5EF4-FFF2-40B4-BE49-F238E27FC236}">
                <a16:creationId xmlns:a16="http://schemas.microsoft.com/office/drawing/2014/main" id="{2B7EA437-3B59-480A-A8E8-1546B6F6D3DB}"/>
              </a:ext>
            </a:extLst>
          </p:cNvPr>
          <p:cNvSpPr>
            <a:spLocks noGrp="1"/>
          </p:cNvSpPr>
          <p:nvPr/>
        </p:nvSpPr>
        <p:spPr>
          <a:xfrm>
            <a:off x="990600" y="3771900"/>
            <a:ext cx="647700" cy="647700"/>
          </a:xfrm>
          <a:prstGeom prst="rect">
            <a:avLst/>
          </a:prstGeom>
          <a:solidFill>
            <a:srgbClr val="FFFFFF"/>
          </a:solidFill>
          <a:ln w="7144">
            <a:solidFill>
              <a:srgbClr val="98A1AA"/>
            </a:solidFill>
          </a:ln>
        </p:spPr>
      </p:sp>
      <p:sp>
        <p:nvSpPr>
          <p:cNvPr id="24" name="pixel-value-1541">
            <a:extLst>
              <a:ext uri="{FF2B5EF4-FFF2-40B4-BE49-F238E27FC236}">
                <a16:creationId xmlns:a16="http://schemas.microsoft.com/office/drawing/2014/main" id="{F9CBE619-B85E-4ED3-B2E4-3D7387186BAE}"/>
              </a:ext>
            </a:extLst>
          </p:cNvPr>
          <p:cNvSpPr>
            <a:spLocks noGrp="1"/>
          </p:cNvSpPr>
          <p:nvPr/>
        </p:nvSpPr>
        <p:spPr>
          <a:xfrm>
            <a:off x="9906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1542">
            <a:extLst>
              <a:ext uri="{FF2B5EF4-FFF2-40B4-BE49-F238E27FC236}">
                <a16:creationId xmlns:a16="http://schemas.microsoft.com/office/drawing/2014/main" id="{CB30DE5A-FED5-4DD5-8AB5-D2965C52CFC1}"/>
              </a:ext>
            </a:extLst>
          </p:cNvPr>
          <p:cNvSpPr>
            <a:spLocks noGrp="1"/>
          </p:cNvSpPr>
          <p:nvPr/>
        </p:nvSpPr>
        <p:spPr>
          <a:xfrm>
            <a:off x="1638300" y="3771900"/>
            <a:ext cx="647700" cy="647700"/>
          </a:xfrm>
          <a:prstGeom prst="rect">
            <a:avLst/>
          </a:prstGeom>
          <a:solidFill>
            <a:srgbClr val="FFFFFF"/>
          </a:solidFill>
          <a:ln w="7144">
            <a:solidFill>
              <a:srgbClr val="98A1AA"/>
            </a:solidFill>
          </a:ln>
        </p:spPr>
      </p:sp>
      <p:sp>
        <p:nvSpPr>
          <p:cNvPr id="26" name="pixel-value-1543">
            <a:extLst>
              <a:ext uri="{FF2B5EF4-FFF2-40B4-BE49-F238E27FC236}">
                <a16:creationId xmlns:a16="http://schemas.microsoft.com/office/drawing/2014/main" id="{EF966757-77A4-4A8D-AF56-4FDF396C4598}"/>
              </a:ext>
            </a:extLst>
          </p:cNvPr>
          <p:cNvSpPr>
            <a:spLocks noGrp="1"/>
          </p:cNvSpPr>
          <p:nvPr/>
        </p:nvSpPr>
        <p:spPr>
          <a:xfrm>
            <a:off x="16383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1544">
            <a:extLst>
              <a:ext uri="{FF2B5EF4-FFF2-40B4-BE49-F238E27FC236}">
                <a16:creationId xmlns:a16="http://schemas.microsoft.com/office/drawing/2014/main" id="{78E867DE-1020-4959-94C7-80FC62B166D1}"/>
              </a:ext>
            </a:extLst>
          </p:cNvPr>
          <p:cNvSpPr>
            <a:spLocks noGrp="1"/>
          </p:cNvSpPr>
          <p:nvPr/>
        </p:nvSpPr>
        <p:spPr>
          <a:xfrm>
            <a:off x="2286000" y="3771900"/>
            <a:ext cx="647700" cy="647700"/>
          </a:xfrm>
          <a:prstGeom prst="rect">
            <a:avLst/>
          </a:prstGeom>
          <a:solidFill>
            <a:srgbClr val="FFFFFF"/>
          </a:solidFill>
          <a:ln w="7144">
            <a:solidFill>
              <a:srgbClr val="98A1AA"/>
            </a:solidFill>
          </a:ln>
        </p:spPr>
      </p:sp>
      <p:sp>
        <p:nvSpPr>
          <p:cNvPr id="28" name="pixel-value-1545">
            <a:extLst>
              <a:ext uri="{FF2B5EF4-FFF2-40B4-BE49-F238E27FC236}">
                <a16:creationId xmlns:a16="http://schemas.microsoft.com/office/drawing/2014/main" id="{DD948326-D3A7-4BFC-BC29-DC9CB1329964}"/>
              </a:ext>
            </a:extLst>
          </p:cNvPr>
          <p:cNvSpPr>
            <a:spLocks noGrp="1"/>
          </p:cNvSpPr>
          <p:nvPr/>
        </p:nvSpPr>
        <p:spPr>
          <a:xfrm>
            <a:off x="22860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1546">
            <a:extLst>
              <a:ext uri="{FF2B5EF4-FFF2-40B4-BE49-F238E27FC236}">
                <a16:creationId xmlns:a16="http://schemas.microsoft.com/office/drawing/2014/main" id="{0CDE9AEF-4C52-47FE-81DA-B15A38FEDDB3}"/>
              </a:ext>
            </a:extLst>
          </p:cNvPr>
          <p:cNvSpPr>
            <a:spLocks noGrp="1"/>
          </p:cNvSpPr>
          <p:nvPr/>
        </p:nvSpPr>
        <p:spPr>
          <a:xfrm>
            <a:off x="2933700" y="3771900"/>
            <a:ext cx="647700" cy="647700"/>
          </a:xfrm>
          <a:prstGeom prst="rect">
            <a:avLst/>
          </a:prstGeom>
          <a:solidFill>
            <a:srgbClr val="FFFFFF"/>
          </a:solidFill>
          <a:ln w="7144">
            <a:solidFill>
              <a:srgbClr val="98A1AA"/>
            </a:solidFill>
          </a:ln>
        </p:spPr>
      </p:sp>
      <p:sp>
        <p:nvSpPr>
          <p:cNvPr id="30" name="pixel-value-1547">
            <a:extLst>
              <a:ext uri="{FF2B5EF4-FFF2-40B4-BE49-F238E27FC236}">
                <a16:creationId xmlns:a16="http://schemas.microsoft.com/office/drawing/2014/main" id="{FA80AA50-8D75-423D-847F-71F1375D5892}"/>
              </a:ext>
            </a:extLst>
          </p:cNvPr>
          <p:cNvSpPr>
            <a:spLocks noGrp="1"/>
          </p:cNvSpPr>
          <p:nvPr/>
        </p:nvSpPr>
        <p:spPr>
          <a:xfrm>
            <a:off x="29337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1548">
            <a:extLst>
              <a:ext uri="{FF2B5EF4-FFF2-40B4-BE49-F238E27FC236}">
                <a16:creationId xmlns:a16="http://schemas.microsoft.com/office/drawing/2014/main" id="{601A86FA-C881-4D4D-B9E2-1DF06C211543}"/>
              </a:ext>
            </a:extLst>
          </p:cNvPr>
          <p:cNvSpPr>
            <a:spLocks noGrp="1"/>
          </p:cNvSpPr>
          <p:nvPr/>
        </p:nvSpPr>
        <p:spPr>
          <a:xfrm>
            <a:off x="990600" y="4419600"/>
            <a:ext cx="647700" cy="647700"/>
          </a:xfrm>
          <a:prstGeom prst="rect">
            <a:avLst/>
          </a:prstGeom>
          <a:solidFill>
            <a:srgbClr val="FFFFFF"/>
          </a:solidFill>
          <a:ln w="7144">
            <a:solidFill>
              <a:srgbClr val="98A1AA"/>
            </a:solidFill>
          </a:ln>
        </p:spPr>
      </p:sp>
      <p:sp>
        <p:nvSpPr>
          <p:cNvPr id="32" name="pixel-value-1549">
            <a:extLst>
              <a:ext uri="{FF2B5EF4-FFF2-40B4-BE49-F238E27FC236}">
                <a16:creationId xmlns:a16="http://schemas.microsoft.com/office/drawing/2014/main" id="{1230CB6D-94C7-4F19-8DE8-35C8D525470F}"/>
              </a:ext>
            </a:extLst>
          </p:cNvPr>
          <p:cNvSpPr>
            <a:spLocks noGrp="1"/>
          </p:cNvSpPr>
          <p:nvPr/>
        </p:nvSpPr>
        <p:spPr>
          <a:xfrm>
            <a:off x="9906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1550">
            <a:extLst>
              <a:ext uri="{FF2B5EF4-FFF2-40B4-BE49-F238E27FC236}">
                <a16:creationId xmlns:a16="http://schemas.microsoft.com/office/drawing/2014/main" id="{E0D17471-064D-43C0-A3BA-DF820ABE2217}"/>
              </a:ext>
            </a:extLst>
          </p:cNvPr>
          <p:cNvSpPr>
            <a:spLocks noGrp="1"/>
          </p:cNvSpPr>
          <p:nvPr/>
        </p:nvSpPr>
        <p:spPr>
          <a:xfrm>
            <a:off x="1638300" y="4419600"/>
            <a:ext cx="647700" cy="647700"/>
          </a:xfrm>
          <a:prstGeom prst="rect">
            <a:avLst/>
          </a:prstGeom>
          <a:solidFill>
            <a:srgbClr val="FFFFFF"/>
          </a:solidFill>
          <a:ln w="7144">
            <a:solidFill>
              <a:srgbClr val="98A1AA"/>
            </a:solidFill>
          </a:ln>
        </p:spPr>
      </p:sp>
      <p:sp>
        <p:nvSpPr>
          <p:cNvPr id="34" name="pixel-value-1551">
            <a:extLst>
              <a:ext uri="{FF2B5EF4-FFF2-40B4-BE49-F238E27FC236}">
                <a16:creationId xmlns:a16="http://schemas.microsoft.com/office/drawing/2014/main" id="{26063D76-6CBF-4765-9BB7-650B9D1340E2}"/>
              </a:ext>
            </a:extLst>
          </p:cNvPr>
          <p:cNvSpPr>
            <a:spLocks noGrp="1"/>
          </p:cNvSpPr>
          <p:nvPr/>
        </p:nvSpPr>
        <p:spPr>
          <a:xfrm>
            <a:off x="16383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1552">
            <a:extLst>
              <a:ext uri="{FF2B5EF4-FFF2-40B4-BE49-F238E27FC236}">
                <a16:creationId xmlns:a16="http://schemas.microsoft.com/office/drawing/2014/main" id="{E272BA20-6B11-4E20-9E16-9A291EA23C7B}"/>
              </a:ext>
            </a:extLst>
          </p:cNvPr>
          <p:cNvSpPr>
            <a:spLocks noGrp="1"/>
          </p:cNvSpPr>
          <p:nvPr/>
        </p:nvSpPr>
        <p:spPr>
          <a:xfrm>
            <a:off x="2286000" y="4419600"/>
            <a:ext cx="647700" cy="647700"/>
          </a:xfrm>
          <a:prstGeom prst="rect">
            <a:avLst/>
          </a:prstGeom>
          <a:solidFill>
            <a:srgbClr val="FFFFFF"/>
          </a:solidFill>
          <a:ln w="7144">
            <a:solidFill>
              <a:srgbClr val="98A1AA"/>
            </a:solidFill>
          </a:ln>
        </p:spPr>
      </p:sp>
      <p:sp>
        <p:nvSpPr>
          <p:cNvPr id="36" name="pixel-value-1553">
            <a:extLst>
              <a:ext uri="{FF2B5EF4-FFF2-40B4-BE49-F238E27FC236}">
                <a16:creationId xmlns:a16="http://schemas.microsoft.com/office/drawing/2014/main" id="{A6386C97-7709-4630-BED6-25A48E226C70}"/>
              </a:ext>
            </a:extLst>
          </p:cNvPr>
          <p:cNvSpPr>
            <a:spLocks noGrp="1"/>
          </p:cNvSpPr>
          <p:nvPr/>
        </p:nvSpPr>
        <p:spPr>
          <a:xfrm>
            <a:off x="22860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1554">
            <a:extLst>
              <a:ext uri="{FF2B5EF4-FFF2-40B4-BE49-F238E27FC236}">
                <a16:creationId xmlns:a16="http://schemas.microsoft.com/office/drawing/2014/main" id="{353E1B93-39F8-49FB-B983-842833733C0A}"/>
              </a:ext>
            </a:extLst>
          </p:cNvPr>
          <p:cNvSpPr>
            <a:spLocks noGrp="1"/>
          </p:cNvSpPr>
          <p:nvPr/>
        </p:nvSpPr>
        <p:spPr>
          <a:xfrm>
            <a:off x="2933700" y="4419600"/>
            <a:ext cx="647700" cy="647700"/>
          </a:xfrm>
          <a:prstGeom prst="rect">
            <a:avLst/>
          </a:prstGeom>
          <a:solidFill>
            <a:srgbClr val="FFFFFF"/>
          </a:solidFill>
          <a:ln w="7144">
            <a:solidFill>
              <a:srgbClr val="98A1AA"/>
            </a:solidFill>
          </a:ln>
        </p:spPr>
      </p:sp>
      <p:sp>
        <p:nvSpPr>
          <p:cNvPr id="38" name="pixel-value-1555">
            <a:extLst>
              <a:ext uri="{FF2B5EF4-FFF2-40B4-BE49-F238E27FC236}">
                <a16:creationId xmlns:a16="http://schemas.microsoft.com/office/drawing/2014/main" id="{3C681FE5-1AF2-4AF9-98E5-4AE7CC60A52C}"/>
              </a:ext>
            </a:extLst>
          </p:cNvPr>
          <p:cNvSpPr>
            <a:spLocks noGrp="1"/>
          </p:cNvSpPr>
          <p:nvPr/>
        </p:nvSpPr>
        <p:spPr>
          <a:xfrm>
            <a:off x="29337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pixel-1556">
            <a:extLst>
              <a:ext uri="{FF2B5EF4-FFF2-40B4-BE49-F238E27FC236}">
                <a16:creationId xmlns:a16="http://schemas.microsoft.com/office/drawing/2014/main" id="{2C5ADBEC-CDA0-4F73-8E2C-4E3A7137B9BF}"/>
              </a:ext>
            </a:extLst>
          </p:cNvPr>
          <p:cNvSpPr>
            <a:spLocks noGrp="1"/>
          </p:cNvSpPr>
          <p:nvPr/>
        </p:nvSpPr>
        <p:spPr>
          <a:xfrm>
            <a:off x="6991350" y="2476500"/>
            <a:ext cx="647700" cy="647700"/>
          </a:xfrm>
          <a:prstGeom prst="rect">
            <a:avLst/>
          </a:prstGeom>
          <a:solidFill>
            <a:srgbClr val="FFFFFF"/>
          </a:solidFill>
          <a:ln w="7144">
            <a:solidFill>
              <a:srgbClr val="98A1AA"/>
            </a:solidFill>
          </a:ln>
        </p:spPr>
      </p:sp>
      <p:sp>
        <p:nvSpPr>
          <p:cNvPr id="40" name="pixel-value-1557">
            <a:extLst>
              <a:ext uri="{FF2B5EF4-FFF2-40B4-BE49-F238E27FC236}">
                <a16:creationId xmlns:a16="http://schemas.microsoft.com/office/drawing/2014/main" id="{745CA72D-403E-4B3F-9717-5783791270D1}"/>
              </a:ext>
            </a:extLst>
          </p:cNvPr>
          <p:cNvSpPr>
            <a:spLocks noGrp="1"/>
          </p:cNvSpPr>
          <p:nvPr/>
        </p:nvSpPr>
        <p:spPr>
          <a:xfrm>
            <a:off x="699135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41" name="pixel-1558">
            <a:extLst>
              <a:ext uri="{FF2B5EF4-FFF2-40B4-BE49-F238E27FC236}">
                <a16:creationId xmlns:a16="http://schemas.microsoft.com/office/drawing/2014/main" id="{F5D5AB44-041A-469E-8D6E-A8BACF052054}"/>
              </a:ext>
            </a:extLst>
          </p:cNvPr>
          <p:cNvSpPr>
            <a:spLocks noGrp="1"/>
          </p:cNvSpPr>
          <p:nvPr/>
        </p:nvSpPr>
        <p:spPr>
          <a:xfrm>
            <a:off x="7639050" y="2476500"/>
            <a:ext cx="647700" cy="647700"/>
          </a:xfrm>
          <a:prstGeom prst="rect">
            <a:avLst/>
          </a:prstGeom>
          <a:solidFill>
            <a:srgbClr val="303841"/>
          </a:solidFill>
          <a:ln w="7144">
            <a:solidFill>
              <a:srgbClr val="98A1AA"/>
            </a:solidFill>
          </a:ln>
        </p:spPr>
      </p:sp>
      <p:sp>
        <p:nvSpPr>
          <p:cNvPr id="42" name="pixel-value-1559">
            <a:extLst>
              <a:ext uri="{FF2B5EF4-FFF2-40B4-BE49-F238E27FC236}">
                <a16:creationId xmlns:a16="http://schemas.microsoft.com/office/drawing/2014/main" id="{765A6789-A83D-4036-9812-D100C9523636}"/>
              </a:ext>
            </a:extLst>
          </p:cNvPr>
          <p:cNvSpPr>
            <a:spLocks noGrp="1"/>
          </p:cNvSpPr>
          <p:nvPr/>
        </p:nvSpPr>
        <p:spPr>
          <a:xfrm>
            <a:off x="7639050" y="26060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3" name="pixel-1560">
            <a:extLst>
              <a:ext uri="{FF2B5EF4-FFF2-40B4-BE49-F238E27FC236}">
                <a16:creationId xmlns:a16="http://schemas.microsoft.com/office/drawing/2014/main" id="{DF1151BA-2FC9-427B-95BF-464CECD421DE}"/>
              </a:ext>
            </a:extLst>
          </p:cNvPr>
          <p:cNvSpPr>
            <a:spLocks noGrp="1"/>
          </p:cNvSpPr>
          <p:nvPr/>
        </p:nvSpPr>
        <p:spPr>
          <a:xfrm>
            <a:off x="8286750" y="2476500"/>
            <a:ext cx="647700" cy="647700"/>
          </a:xfrm>
          <a:prstGeom prst="rect">
            <a:avLst/>
          </a:prstGeom>
          <a:solidFill>
            <a:srgbClr val="FFFFFF"/>
          </a:solidFill>
          <a:ln w="7144">
            <a:solidFill>
              <a:srgbClr val="98A1AA"/>
            </a:solidFill>
          </a:ln>
        </p:spPr>
      </p:sp>
      <p:sp>
        <p:nvSpPr>
          <p:cNvPr id="44" name="pixel-value-1561">
            <a:extLst>
              <a:ext uri="{FF2B5EF4-FFF2-40B4-BE49-F238E27FC236}">
                <a16:creationId xmlns:a16="http://schemas.microsoft.com/office/drawing/2014/main" id="{BC4C7BE7-20B9-4893-88DA-EAF489342F08}"/>
              </a:ext>
            </a:extLst>
          </p:cNvPr>
          <p:cNvSpPr>
            <a:spLocks noGrp="1"/>
          </p:cNvSpPr>
          <p:nvPr/>
        </p:nvSpPr>
        <p:spPr>
          <a:xfrm>
            <a:off x="828675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45" name="pixel-1562">
            <a:extLst>
              <a:ext uri="{FF2B5EF4-FFF2-40B4-BE49-F238E27FC236}">
                <a16:creationId xmlns:a16="http://schemas.microsoft.com/office/drawing/2014/main" id="{1A4F5531-6C15-41A5-8142-012B8C1E6FDC}"/>
              </a:ext>
            </a:extLst>
          </p:cNvPr>
          <p:cNvSpPr>
            <a:spLocks noGrp="1"/>
          </p:cNvSpPr>
          <p:nvPr/>
        </p:nvSpPr>
        <p:spPr>
          <a:xfrm>
            <a:off x="8934450" y="2476500"/>
            <a:ext cx="647700" cy="647700"/>
          </a:xfrm>
          <a:prstGeom prst="rect">
            <a:avLst/>
          </a:prstGeom>
          <a:solidFill>
            <a:srgbClr val="303841"/>
          </a:solidFill>
          <a:ln w="7144">
            <a:solidFill>
              <a:srgbClr val="98A1AA"/>
            </a:solidFill>
          </a:ln>
        </p:spPr>
      </p:sp>
      <p:sp>
        <p:nvSpPr>
          <p:cNvPr id="46" name="pixel-value-1563">
            <a:extLst>
              <a:ext uri="{FF2B5EF4-FFF2-40B4-BE49-F238E27FC236}">
                <a16:creationId xmlns:a16="http://schemas.microsoft.com/office/drawing/2014/main" id="{E842CF52-C435-42D7-ABC3-143666260CF9}"/>
              </a:ext>
            </a:extLst>
          </p:cNvPr>
          <p:cNvSpPr>
            <a:spLocks noGrp="1"/>
          </p:cNvSpPr>
          <p:nvPr/>
        </p:nvSpPr>
        <p:spPr>
          <a:xfrm>
            <a:off x="8934450" y="26060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7" name="pixel-1564">
            <a:extLst>
              <a:ext uri="{FF2B5EF4-FFF2-40B4-BE49-F238E27FC236}">
                <a16:creationId xmlns:a16="http://schemas.microsoft.com/office/drawing/2014/main" id="{0DBC42A3-3DBF-4BE1-87EF-D0B1234D5774}"/>
              </a:ext>
            </a:extLst>
          </p:cNvPr>
          <p:cNvSpPr>
            <a:spLocks noGrp="1"/>
          </p:cNvSpPr>
          <p:nvPr/>
        </p:nvSpPr>
        <p:spPr>
          <a:xfrm>
            <a:off x="6991350" y="3124200"/>
            <a:ext cx="647700" cy="647700"/>
          </a:xfrm>
          <a:prstGeom prst="rect">
            <a:avLst/>
          </a:prstGeom>
          <a:solidFill>
            <a:srgbClr val="303841"/>
          </a:solidFill>
          <a:ln w="7144">
            <a:solidFill>
              <a:srgbClr val="98A1AA"/>
            </a:solidFill>
          </a:ln>
        </p:spPr>
      </p:sp>
      <p:sp>
        <p:nvSpPr>
          <p:cNvPr id="48" name="pixel-value-1565">
            <a:extLst>
              <a:ext uri="{FF2B5EF4-FFF2-40B4-BE49-F238E27FC236}">
                <a16:creationId xmlns:a16="http://schemas.microsoft.com/office/drawing/2014/main" id="{82E1E9C8-4342-49EB-A6B7-7D298316B80E}"/>
              </a:ext>
            </a:extLst>
          </p:cNvPr>
          <p:cNvSpPr>
            <a:spLocks noGrp="1"/>
          </p:cNvSpPr>
          <p:nvPr/>
        </p:nvSpPr>
        <p:spPr>
          <a:xfrm>
            <a:off x="6991350" y="32537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9" name="pixel-1566">
            <a:extLst>
              <a:ext uri="{FF2B5EF4-FFF2-40B4-BE49-F238E27FC236}">
                <a16:creationId xmlns:a16="http://schemas.microsoft.com/office/drawing/2014/main" id="{7EEE5B1B-B58C-4FD9-93CF-1C4664C9BBC5}"/>
              </a:ext>
            </a:extLst>
          </p:cNvPr>
          <p:cNvSpPr>
            <a:spLocks noGrp="1"/>
          </p:cNvSpPr>
          <p:nvPr/>
        </p:nvSpPr>
        <p:spPr>
          <a:xfrm>
            <a:off x="7639050" y="3124200"/>
            <a:ext cx="647700" cy="647700"/>
          </a:xfrm>
          <a:prstGeom prst="rect">
            <a:avLst/>
          </a:prstGeom>
          <a:solidFill>
            <a:srgbClr val="FFFFFF"/>
          </a:solidFill>
          <a:ln w="7144">
            <a:solidFill>
              <a:srgbClr val="98A1AA"/>
            </a:solidFill>
          </a:ln>
        </p:spPr>
      </p:sp>
      <p:sp>
        <p:nvSpPr>
          <p:cNvPr id="50" name="pixel-value-1567">
            <a:extLst>
              <a:ext uri="{FF2B5EF4-FFF2-40B4-BE49-F238E27FC236}">
                <a16:creationId xmlns:a16="http://schemas.microsoft.com/office/drawing/2014/main" id="{83834A23-D754-4C87-88A8-826540D1E973}"/>
              </a:ext>
            </a:extLst>
          </p:cNvPr>
          <p:cNvSpPr>
            <a:spLocks noGrp="1"/>
          </p:cNvSpPr>
          <p:nvPr/>
        </p:nvSpPr>
        <p:spPr>
          <a:xfrm>
            <a:off x="763905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1" name="pixel-1568">
            <a:extLst>
              <a:ext uri="{FF2B5EF4-FFF2-40B4-BE49-F238E27FC236}">
                <a16:creationId xmlns:a16="http://schemas.microsoft.com/office/drawing/2014/main" id="{5F4F2E53-F262-468D-89BC-4958CDFE3353}"/>
              </a:ext>
            </a:extLst>
          </p:cNvPr>
          <p:cNvSpPr>
            <a:spLocks noGrp="1"/>
          </p:cNvSpPr>
          <p:nvPr/>
        </p:nvSpPr>
        <p:spPr>
          <a:xfrm>
            <a:off x="8286750" y="3124200"/>
            <a:ext cx="647700" cy="647700"/>
          </a:xfrm>
          <a:prstGeom prst="rect">
            <a:avLst/>
          </a:prstGeom>
          <a:solidFill>
            <a:srgbClr val="303841"/>
          </a:solidFill>
          <a:ln w="7144">
            <a:solidFill>
              <a:srgbClr val="98A1AA"/>
            </a:solidFill>
          </a:ln>
        </p:spPr>
      </p:sp>
      <p:sp>
        <p:nvSpPr>
          <p:cNvPr id="52" name="pixel-value-1569">
            <a:extLst>
              <a:ext uri="{FF2B5EF4-FFF2-40B4-BE49-F238E27FC236}">
                <a16:creationId xmlns:a16="http://schemas.microsoft.com/office/drawing/2014/main" id="{553F90CE-A7EB-4F64-8FB6-AD93EF425810}"/>
              </a:ext>
            </a:extLst>
          </p:cNvPr>
          <p:cNvSpPr>
            <a:spLocks noGrp="1"/>
          </p:cNvSpPr>
          <p:nvPr/>
        </p:nvSpPr>
        <p:spPr>
          <a:xfrm>
            <a:off x="8286750" y="32537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53" name="pixel-1570">
            <a:extLst>
              <a:ext uri="{FF2B5EF4-FFF2-40B4-BE49-F238E27FC236}">
                <a16:creationId xmlns:a16="http://schemas.microsoft.com/office/drawing/2014/main" id="{CC593FB1-0A6C-41A9-82E1-F338B8739F5A}"/>
              </a:ext>
            </a:extLst>
          </p:cNvPr>
          <p:cNvSpPr>
            <a:spLocks noGrp="1"/>
          </p:cNvSpPr>
          <p:nvPr/>
        </p:nvSpPr>
        <p:spPr>
          <a:xfrm>
            <a:off x="8934450" y="3124200"/>
            <a:ext cx="647700" cy="647700"/>
          </a:xfrm>
          <a:prstGeom prst="rect">
            <a:avLst/>
          </a:prstGeom>
          <a:solidFill>
            <a:srgbClr val="FFFFFF"/>
          </a:solidFill>
          <a:ln w="7144">
            <a:solidFill>
              <a:srgbClr val="98A1AA"/>
            </a:solidFill>
          </a:ln>
        </p:spPr>
      </p:sp>
      <p:sp>
        <p:nvSpPr>
          <p:cNvPr id="54" name="pixel-value-1571">
            <a:extLst>
              <a:ext uri="{FF2B5EF4-FFF2-40B4-BE49-F238E27FC236}">
                <a16:creationId xmlns:a16="http://schemas.microsoft.com/office/drawing/2014/main" id="{16DD82AE-7F73-4334-9B37-0713FB7251FD}"/>
              </a:ext>
            </a:extLst>
          </p:cNvPr>
          <p:cNvSpPr>
            <a:spLocks noGrp="1"/>
          </p:cNvSpPr>
          <p:nvPr/>
        </p:nvSpPr>
        <p:spPr>
          <a:xfrm>
            <a:off x="893445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5" name="pixel-1572">
            <a:extLst>
              <a:ext uri="{FF2B5EF4-FFF2-40B4-BE49-F238E27FC236}">
                <a16:creationId xmlns:a16="http://schemas.microsoft.com/office/drawing/2014/main" id="{46A55340-0C42-4BA3-9CD2-1F23544E52DB}"/>
              </a:ext>
            </a:extLst>
          </p:cNvPr>
          <p:cNvSpPr>
            <a:spLocks noGrp="1"/>
          </p:cNvSpPr>
          <p:nvPr/>
        </p:nvSpPr>
        <p:spPr>
          <a:xfrm>
            <a:off x="6991350" y="3771900"/>
            <a:ext cx="647700" cy="647700"/>
          </a:xfrm>
          <a:prstGeom prst="rect">
            <a:avLst/>
          </a:prstGeom>
          <a:solidFill>
            <a:srgbClr val="FFFFFF"/>
          </a:solidFill>
          <a:ln w="7144">
            <a:solidFill>
              <a:srgbClr val="98A1AA"/>
            </a:solidFill>
          </a:ln>
        </p:spPr>
      </p:sp>
      <p:sp>
        <p:nvSpPr>
          <p:cNvPr id="56" name="pixel-value-1573">
            <a:extLst>
              <a:ext uri="{FF2B5EF4-FFF2-40B4-BE49-F238E27FC236}">
                <a16:creationId xmlns:a16="http://schemas.microsoft.com/office/drawing/2014/main" id="{7A47A1FB-2D08-4BF5-9FC0-F6B3AE392684}"/>
              </a:ext>
            </a:extLst>
          </p:cNvPr>
          <p:cNvSpPr>
            <a:spLocks noGrp="1"/>
          </p:cNvSpPr>
          <p:nvPr/>
        </p:nvSpPr>
        <p:spPr>
          <a:xfrm>
            <a:off x="699135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7" name="pixel-1574">
            <a:extLst>
              <a:ext uri="{FF2B5EF4-FFF2-40B4-BE49-F238E27FC236}">
                <a16:creationId xmlns:a16="http://schemas.microsoft.com/office/drawing/2014/main" id="{FB98D433-E228-4A62-89CD-F3E998C3800C}"/>
              </a:ext>
            </a:extLst>
          </p:cNvPr>
          <p:cNvSpPr>
            <a:spLocks noGrp="1"/>
          </p:cNvSpPr>
          <p:nvPr/>
        </p:nvSpPr>
        <p:spPr>
          <a:xfrm>
            <a:off x="7639050" y="3771900"/>
            <a:ext cx="647700" cy="647700"/>
          </a:xfrm>
          <a:prstGeom prst="rect">
            <a:avLst/>
          </a:prstGeom>
          <a:solidFill>
            <a:srgbClr val="303841"/>
          </a:solidFill>
          <a:ln w="7144">
            <a:solidFill>
              <a:srgbClr val="98A1AA"/>
            </a:solidFill>
          </a:ln>
        </p:spPr>
      </p:sp>
      <p:sp>
        <p:nvSpPr>
          <p:cNvPr id="58" name="pixel-value-1575">
            <a:extLst>
              <a:ext uri="{FF2B5EF4-FFF2-40B4-BE49-F238E27FC236}">
                <a16:creationId xmlns:a16="http://schemas.microsoft.com/office/drawing/2014/main" id="{314DFB5B-4156-49AF-9262-DE3F7BF1E399}"/>
              </a:ext>
            </a:extLst>
          </p:cNvPr>
          <p:cNvSpPr>
            <a:spLocks noGrp="1"/>
          </p:cNvSpPr>
          <p:nvPr/>
        </p:nvSpPr>
        <p:spPr>
          <a:xfrm>
            <a:off x="7639050" y="39014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59" name="pixel-1576">
            <a:extLst>
              <a:ext uri="{FF2B5EF4-FFF2-40B4-BE49-F238E27FC236}">
                <a16:creationId xmlns:a16="http://schemas.microsoft.com/office/drawing/2014/main" id="{24DCD66C-39F7-42C8-9D13-8822937EEED6}"/>
              </a:ext>
            </a:extLst>
          </p:cNvPr>
          <p:cNvSpPr>
            <a:spLocks noGrp="1"/>
          </p:cNvSpPr>
          <p:nvPr/>
        </p:nvSpPr>
        <p:spPr>
          <a:xfrm>
            <a:off x="8286750" y="3771900"/>
            <a:ext cx="647700" cy="647700"/>
          </a:xfrm>
          <a:prstGeom prst="rect">
            <a:avLst/>
          </a:prstGeom>
          <a:solidFill>
            <a:srgbClr val="FFFFFF"/>
          </a:solidFill>
          <a:ln w="7144">
            <a:solidFill>
              <a:srgbClr val="98A1AA"/>
            </a:solidFill>
          </a:ln>
        </p:spPr>
      </p:sp>
      <p:sp>
        <p:nvSpPr>
          <p:cNvPr id="60" name="pixel-value-1577">
            <a:extLst>
              <a:ext uri="{FF2B5EF4-FFF2-40B4-BE49-F238E27FC236}">
                <a16:creationId xmlns:a16="http://schemas.microsoft.com/office/drawing/2014/main" id="{B2C657FD-EE5E-47F8-BFA3-A448906059B3}"/>
              </a:ext>
            </a:extLst>
          </p:cNvPr>
          <p:cNvSpPr>
            <a:spLocks noGrp="1"/>
          </p:cNvSpPr>
          <p:nvPr/>
        </p:nvSpPr>
        <p:spPr>
          <a:xfrm>
            <a:off x="828675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61" name="pixel-1578">
            <a:extLst>
              <a:ext uri="{FF2B5EF4-FFF2-40B4-BE49-F238E27FC236}">
                <a16:creationId xmlns:a16="http://schemas.microsoft.com/office/drawing/2014/main" id="{308032CC-B4B9-4292-8B2E-EBC8A84E0D0F}"/>
              </a:ext>
            </a:extLst>
          </p:cNvPr>
          <p:cNvSpPr>
            <a:spLocks noGrp="1"/>
          </p:cNvSpPr>
          <p:nvPr/>
        </p:nvSpPr>
        <p:spPr>
          <a:xfrm>
            <a:off x="8934450" y="3771900"/>
            <a:ext cx="647700" cy="647700"/>
          </a:xfrm>
          <a:prstGeom prst="rect">
            <a:avLst/>
          </a:prstGeom>
          <a:solidFill>
            <a:srgbClr val="303841"/>
          </a:solidFill>
          <a:ln w="7144">
            <a:solidFill>
              <a:srgbClr val="98A1AA"/>
            </a:solidFill>
          </a:ln>
        </p:spPr>
      </p:sp>
      <p:sp>
        <p:nvSpPr>
          <p:cNvPr id="62" name="pixel-value-1579">
            <a:extLst>
              <a:ext uri="{FF2B5EF4-FFF2-40B4-BE49-F238E27FC236}">
                <a16:creationId xmlns:a16="http://schemas.microsoft.com/office/drawing/2014/main" id="{1A52AAAC-8190-4BD4-B693-52A5A4ECA54F}"/>
              </a:ext>
            </a:extLst>
          </p:cNvPr>
          <p:cNvSpPr>
            <a:spLocks noGrp="1"/>
          </p:cNvSpPr>
          <p:nvPr/>
        </p:nvSpPr>
        <p:spPr>
          <a:xfrm>
            <a:off x="8934450" y="39014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3" name="pixel-1580">
            <a:extLst>
              <a:ext uri="{FF2B5EF4-FFF2-40B4-BE49-F238E27FC236}">
                <a16:creationId xmlns:a16="http://schemas.microsoft.com/office/drawing/2014/main" id="{7A39D309-6954-4BB0-B40F-23AE442081D2}"/>
              </a:ext>
            </a:extLst>
          </p:cNvPr>
          <p:cNvSpPr>
            <a:spLocks noGrp="1"/>
          </p:cNvSpPr>
          <p:nvPr/>
        </p:nvSpPr>
        <p:spPr>
          <a:xfrm>
            <a:off x="6991350" y="4419600"/>
            <a:ext cx="647700" cy="647700"/>
          </a:xfrm>
          <a:prstGeom prst="rect">
            <a:avLst/>
          </a:prstGeom>
          <a:solidFill>
            <a:srgbClr val="303841"/>
          </a:solidFill>
          <a:ln w="7144">
            <a:solidFill>
              <a:srgbClr val="98A1AA"/>
            </a:solidFill>
          </a:ln>
        </p:spPr>
      </p:sp>
      <p:sp>
        <p:nvSpPr>
          <p:cNvPr id="64" name="pixel-value-1581">
            <a:extLst>
              <a:ext uri="{FF2B5EF4-FFF2-40B4-BE49-F238E27FC236}">
                <a16:creationId xmlns:a16="http://schemas.microsoft.com/office/drawing/2014/main" id="{495F35B4-0E11-42DF-B8F2-1EF6108292C1}"/>
              </a:ext>
            </a:extLst>
          </p:cNvPr>
          <p:cNvSpPr>
            <a:spLocks noGrp="1"/>
          </p:cNvSpPr>
          <p:nvPr/>
        </p:nvSpPr>
        <p:spPr>
          <a:xfrm>
            <a:off x="6991350" y="45491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5" name="pixel-1582">
            <a:extLst>
              <a:ext uri="{FF2B5EF4-FFF2-40B4-BE49-F238E27FC236}">
                <a16:creationId xmlns:a16="http://schemas.microsoft.com/office/drawing/2014/main" id="{C9F36B76-D5F8-4CF4-8AE6-EE2B49B744FD}"/>
              </a:ext>
            </a:extLst>
          </p:cNvPr>
          <p:cNvSpPr>
            <a:spLocks noGrp="1"/>
          </p:cNvSpPr>
          <p:nvPr/>
        </p:nvSpPr>
        <p:spPr>
          <a:xfrm>
            <a:off x="7639050" y="4419600"/>
            <a:ext cx="647700" cy="647700"/>
          </a:xfrm>
          <a:prstGeom prst="rect">
            <a:avLst/>
          </a:prstGeom>
          <a:solidFill>
            <a:srgbClr val="FFFFFF"/>
          </a:solidFill>
          <a:ln w="7144">
            <a:solidFill>
              <a:srgbClr val="98A1AA"/>
            </a:solidFill>
          </a:ln>
        </p:spPr>
      </p:sp>
      <p:sp>
        <p:nvSpPr>
          <p:cNvPr id="66" name="pixel-value-1583">
            <a:extLst>
              <a:ext uri="{FF2B5EF4-FFF2-40B4-BE49-F238E27FC236}">
                <a16:creationId xmlns:a16="http://schemas.microsoft.com/office/drawing/2014/main" id="{BF5CD616-AD90-464F-846D-CDDF83023916}"/>
              </a:ext>
            </a:extLst>
          </p:cNvPr>
          <p:cNvSpPr>
            <a:spLocks noGrp="1"/>
          </p:cNvSpPr>
          <p:nvPr/>
        </p:nvSpPr>
        <p:spPr>
          <a:xfrm>
            <a:off x="763905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67" name="pixel-1584">
            <a:extLst>
              <a:ext uri="{FF2B5EF4-FFF2-40B4-BE49-F238E27FC236}">
                <a16:creationId xmlns:a16="http://schemas.microsoft.com/office/drawing/2014/main" id="{0F8A9D60-4897-44C0-B2F8-C5D97758861D}"/>
              </a:ext>
            </a:extLst>
          </p:cNvPr>
          <p:cNvSpPr>
            <a:spLocks noGrp="1"/>
          </p:cNvSpPr>
          <p:nvPr/>
        </p:nvSpPr>
        <p:spPr>
          <a:xfrm>
            <a:off x="8286750" y="4419600"/>
            <a:ext cx="647700" cy="647700"/>
          </a:xfrm>
          <a:prstGeom prst="rect">
            <a:avLst/>
          </a:prstGeom>
          <a:solidFill>
            <a:srgbClr val="303841"/>
          </a:solidFill>
          <a:ln w="7144">
            <a:solidFill>
              <a:srgbClr val="98A1AA"/>
            </a:solidFill>
          </a:ln>
        </p:spPr>
      </p:sp>
      <p:sp>
        <p:nvSpPr>
          <p:cNvPr id="68" name="pixel-value-1585">
            <a:extLst>
              <a:ext uri="{FF2B5EF4-FFF2-40B4-BE49-F238E27FC236}">
                <a16:creationId xmlns:a16="http://schemas.microsoft.com/office/drawing/2014/main" id="{5491BA63-A905-47E5-8540-D2E4EEE10D54}"/>
              </a:ext>
            </a:extLst>
          </p:cNvPr>
          <p:cNvSpPr>
            <a:spLocks noGrp="1"/>
          </p:cNvSpPr>
          <p:nvPr/>
        </p:nvSpPr>
        <p:spPr>
          <a:xfrm>
            <a:off x="8286750" y="45491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9" name="pixel-1586">
            <a:extLst>
              <a:ext uri="{FF2B5EF4-FFF2-40B4-BE49-F238E27FC236}">
                <a16:creationId xmlns:a16="http://schemas.microsoft.com/office/drawing/2014/main" id="{382439B4-968D-4951-BBBC-71C010795D01}"/>
              </a:ext>
            </a:extLst>
          </p:cNvPr>
          <p:cNvSpPr>
            <a:spLocks noGrp="1"/>
          </p:cNvSpPr>
          <p:nvPr/>
        </p:nvSpPr>
        <p:spPr>
          <a:xfrm>
            <a:off x="8934450" y="4419600"/>
            <a:ext cx="647700" cy="647700"/>
          </a:xfrm>
          <a:prstGeom prst="rect">
            <a:avLst/>
          </a:prstGeom>
          <a:solidFill>
            <a:srgbClr val="FFFFFF"/>
          </a:solidFill>
          <a:ln w="7144">
            <a:solidFill>
              <a:srgbClr val="98A1AA"/>
            </a:solidFill>
          </a:ln>
        </p:spPr>
      </p:sp>
      <p:sp>
        <p:nvSpPr>
          <p:cNvPr id="70" name="pixel-value-1587">
            <a:extLst>
              <a:ext uri="{FF2B5EF4-FFF2-40B4-BE49-F238E27FC236}">
                <a16:creationId xmlns:a16="http://schemas.microsoft.com/office/drawing/2014/main" id="{E5D42775-BFF6-44C9-AED2-6941C4C6581B}"/>
              </a:ext>
            </a:extLst>
          </p:cNvPr>
          <p:cNvSpPr>
            <a:spLocks noGrp="1"/>
          </p:cNvSpPr>
          <p:nvPr/>
        </p:nvSpPr>
        <p:spPr>
          <a:xfrm>
            <a:off x="893445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71" name="uniform-title">
            <a:extLst>
              <a:ext uri="{FF2B5EF4-FFF2-40B4-BE49-F238E27FC236}">
                <a16:creationId xmlns:a16="http://schemas.microsoft.com/office/drawing/2014/main" id="{F63732FF-6431-409D-BCA6-64CD36C680DE}"/>
              </a:ext>
            </a:extLst>
          </p:cNvPr>
          <p:cNvSpPr>
            <a:spLocks noGrp="1"/>
          </p:cNvSpPr>
          <p:nvPr/>
        </p:nvSpPr>
        <p:spPr>
          <a:xfrm>
            <a:off x="990600" y="1895475"/>
            <a:ext cx="4095750" cy="400050"/>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단색 4×4</a:t>
            </a:r>
          </a:p>
        </p:txBody>
      </p:sp>
      <p:sp>
        <p:nvSpPr>
          <p:cNvPr id="72" name="checker-title">
            <a:extLst>
              <a:ext uri="{FF2B5EF4-FFF2-40B4-BE49-F238E27FC236}">
                <a16:creationId xmlns:a16="http://schemas.microsoft.com/office/drawing/2014/main" id="{E9677403-6B28-47E6-AD1F-87C508D38D22}"/>
              </a:ext>
            </a:extLst>
          </p:cNvPr>
          <p:cNvSpPr>
            <a:spLocks noGrp="1"/>
          </p:cNvSpPr>
          <p:nvPr/>
        </p:nvSpPr>
        <p:spPr>
          <a:xfrm>
            <a:off x="6991350" y="1895475"/>
            <a:ext cx="4095750" cy="400050"/>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체커보드 4×4</a:t>
            </a:r>
          </a:p>
        </p:txBody>
      </p:sp>
      <p:sp>
        <p:nvSpPr>
          <p:cNvPr id="73" name="uniform-size">
            <a:extLst>
              <a:ext uri="{FF2B5EF4-FFF2-40B4-BE49-F238E27FC236}">
                <a16:creationId xmlns:a16="http://schemas.microsoft.com/office/drawing/2014/main" id="{73B80F8C-735B-40DF-B1EA-C325E3FA3A2C}"/>
              </a:ext>
            </a:extLst>
          </p:cNvPr>
          <p:cNvSpPr>
            <a:spLocks noGrp="1"/>
          </p:cNvSpPr>
          <p:nvPr/>
        </p:nvSpPr>
        <p:spPr>
          <a:xfrm>
            <a:off x="990600" y="5372100"/>
            <a:ext cx="4762500" cy="447675"/>
          </a:xfrm>
          <a:prstGeom prst="rect">
            <a:avLst/>
          </a:prstGeom>
          <a:noFill/>
          <a:ln w="0">
            <a:noFill/>
          </a:ln>
        </p:spPr>
        <p:txBody>
          <a:bodyPr wrap="none" lIns="0" tIns="0" rIns="0" bIns="0" anchor="t">
            <a:noAutofit/>
          </a:bodyPr>
          <a:lstStyle>
            <a:defPPr algn="l">
              <a:defRPr sz="2175" b="1">
                <a:solidFill>
                  <a:srgbClr val="21744F"/>
                </a:solidFill>
                <a:latin typeface="Malgun Gothic"/>
                <a:ea typeface="Malgun Gothic"/>
                <a:cs typeface="Malgun Gothic"/>
              </a:defRPr>
            </a:defPPr>
          </a:lstStyle>
          <a:p>
            <a:pPr algn="l">
              <a:lnSpc>
                <a:spcPct val="112000"/>
              </a:lnSpc>
              <a:buNone/>
              <a:defRPr sz="2175" b="1">
                <a:solidFill>
                  <a:srgbClr val="21744F"/>
                </a:solidFill>
                <a:latin typeface="Malgun Gothic"/>
                <a:ea typeface="Malgun Gothic"/>
                <a:cs typeface="Malgun Gothic"/>
              </a:defRPr>
            </a:pPr>
            <a:r>
              <a:rPr sz="2175" b="1">
                <a:solidFill>
                  <a:srgbClr val="21744F"/>
                </a:solidFill>
                <a:latin typeface="Malgun Gothic"/>
                <a:ea typeface="Malgun Gothic"/>
                <a:cs typeface="Malgun Gothic"/>
              </a:rPr>
              <a:t>16개 값 → 1글자</a:t>
            </a:r>
          </a:p>
        </p:txBody>
      </p:sp>
      <p:sp>
        <p:nvSpPr>
          <p:cNvPr id="74" name="checker-size">
            <a:extLst>
              <a:ext uri="{FF2B5EF4-FFF2-40B4-BE49-F238E27FC236}">
                <a16:creationId xmlns:a16="http://schemas.microsoft.com/office/drawing/2014/main" id="{CFBF1538-BF5F-4B2B-8522-25A609723DFD}"/>
              </a:ext>
            </a:extLst>
          </p:cNvPr>
          <p:cNvSpPr>
            <a:spLocks noGrp="1"/>
          </p:cNvSpPr>
          <p:nvPr/>
        </p:nvSpPr>
        <p:spPr>
          <a:xfrm>
            <a:off x="6991350" y="5372100"/>
            <a:ext cx="4591050" cy="447675"/>
          </a:xfrm>
          <a:prstGeom prst="rect">
            <a:avLst/>
          </a:prstGeom>
          <a:noFill/>
          <a:ln w="0">
            <a:noFill/>
          </a:ln>
        </p:spPr>
        <p:txBody>
          <a:bodyPr wrap="none" lIns="0" tIns="0" rIns="0" bIns="0" anchor="t">
            <a:noAutofit/>
          </a:bodyPr>
          <a:lstStyle>
            <a:defPPr algn="l">
              <a:defRPr sz="2175" b="1">
                <a:solidFill>
                  <a:srgbClr val="AD630C"/>
                </a:solidFill>
                <a:latin typeface="Malgun Gothic"/>
                <a:ea typeface="Malgun Gothic"/>
                <a:cs typeface="Malgun Gothic"/>
              </a:defRPr>
            </a:defPPr>
          </a:lstStyle>
          <a:p>
            <a:pPr algn="l">
              <a:lnSpc>
                <a:spcPct val="112000"/>
              </a:lnSpc>
              <a:buNone/>
              <a:defRPr sz="2175" b="1">
                <a:solidFill>
                  <a:srgbClr val="AD630C"/>
                </a:solidFill>
                <a:latin typeface="Malgun Gothic"/>
                <a:ea typeface="Malgun Gothic"/>
                <a:cs typeface="Malgun Gothic"/>
              </a:defRPr>
            </a:pPr>
            <a:r>
              <a:rPr sz="2175" b="1">
                <a:solidFill>
                  <a:srgbClr val="AD630C"/>
                </a:solidFill>
                <a:latin typeface="Malgun Gothic"/>
                <a:ea typeface="Malgun Gothic"/>
                <a:cs typeface="Malgun Gothic"/>
              </a:rPr>
              <a:t>16개 값 → 26글자</a:t>
            </a:r>
          </a:p>
        </p:txBody>
      </p:sp>
      <p:sp>
        <p:nvSpPr>
          <p:cNvPr id="75" name="caption">
            <a:extLst>
              <a:ext uri="{FF2B5EF4-FFF2-40B4-BE49-F238E27FC236}">
                <a16:creationId xmlns:a16="http://schemas.microsoft.com/office/drawing/2014/main" id="{808AFAC6-551D-49EC-8017-C2CB2B86D172}"/>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균일 영역은 유리하고, 끝까지 섞인 무늬는 괄호 때문에 표현이 더 길어질 수 있습니다.</a:t>
            </a:r>
          </a:p>
        </p:txBody>
      </p:sp>
    </p:spTree>
    <p:extLst>
      <p:ext uri="{BB962C8B-B14F-4D97-AF65-F5344CB8AC3E}">
        <p14:creationId xmlns:p14="http://schemas.microsoft.com/office/powerpoint/2010/main" val="2688980971"/>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shape-310">
            <a:extLst>
              <a:ext uri="{FF2B5EF4-FFF2-40B4-BE49-F238E27FC236}">
                <a16:creationId xmlns:a16="http://schemas.microsoft.com/office/drawing/2014/main" id="{AAF01CA9-2F12-4A4C-BAB8-5E0E1C6FF39E}"/>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311">
            <a:extLst>
              <a:ext uri="{FF2B5EF4-FFF2-40B4-BE49-F238E27FC236}">
                <a16:creationId xmlns:a16="http://schemas.microsoft.com/office/drawing/2014/main" id="{8EE3FCF8-D45B-4A25-A356-98F0687876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312">
            <a:extLst>
              <a:ext uri="{FF2B5EF4-FFF2-40B4-BE49-F238E27FC236}">
                <a16:creationId xmlns:a16="http://schemas.microsoft.com/office/drawing/2014/main" id="{0233FF2F-AC95-4FEE-8427-277B2CDFC32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함수의 입력: 지금 맡은 영역의 위치와 크기</a:t>
            </a:r>
          </a:p>
        </p:txBody>
      </p:sp>
      <p:sp>
        <p:nvSpPr>
          <p:cNvPr id="4" name="shape-313">
            <a:extLst>
              <a:ext uri="{FF2B5EF4-FFF2-40B4-BE49-F238E27FC236}">
                <a16:creationId xmlns:a16="http://schemas.microsoft.com/office/drawing/2014/main" id="{3CF3757D-E3CF-420F-98D5-70ED4FF9EB57}"/>
              </a:ext>
            </a:extLst>
          </p:cNvPr>
          <p:cNvSpPr>
            <a:spLocks noGrp="1"/>
          </p:cNvSpPr>
          <p:nvPr/>
        </p:nvSpPr>
        <p:spPr>
          <a:xfrm>
            <a:off x="609600" y="1381125"/>
            <a:ext cx="10972800" cy="9525"/>
          </a:xfrm>
          <a:prstGeom prst="rect">
            <a:avLst/>
          </a:prstGeom>
          <a:solidFill>
            <a:srgbClr val="151515"/>
          </a:solidFill>
          <a:ln w="0">
            <a:noFill/>
          </a:ln>
        </p:spPr>
      </p:sp>
      <p:sp>
        <p:nvSpPr>
          <p:cNvPr id="5" name="shape-314">
            <a:extLst>
              <a:ext uri="{FF2B5EF4-FFF2-40B4-BE49-F238E27FC236}">
                <a16:creationId xmlns:a16="http://schemas.microsoft.com/office/drawing/2014/main" id="{0F4FFE8A-8C23-4FBD-BA54-CD0DDC09AD32}"/>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F8B080C-D95D-4DA7-AC50-D8B604F6A27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209</a:t>
            </a:r>
            <a:endParaRPr sz="1050" b="0">
              <a:solidFill>
                <a:srgbClr val="151515"/>
              </a:solidFill>
              <a:latin typeface="Consolas"/>
              <a:ea typeface="Consolas"/>
              <a:cs typeface="Consolas"/>
            </a:endParaRPr>
          </a:p>
        </p:txBody>
      </p:sp>
      <p:sp>
        <p:nvSpPr>
          <p:cNvPr id="7" name="shape-316">
            <a:extLst>
              <a:ext uri="{FF2B5EF4-FFF2-40B4-BE49-F238E27FC236}">
                <a16:creationId xmlns:a16="http://schemas.microsoft.com/office/drawing/2014/main" id="{0C9E7B22-87CA-4325-B805-DEE2DA20850F}"/>
              </a:ext>
            </a:extLst>
          </p:cNvPr>
          <p:cNvSpPr>
            <a:spLocks noGrp="1"/>
          </p:cNvSpPr>
          <p:nvPr/>
        </p:nvSpPr>
        <p:spPr>
          <a:xfrm>
            <a:off x="609600" y="1724025"/>
            <a:ext cx="10972800" cy="37338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12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quadtree_compress(x, y, n, image)</a:t>
            </a:r>
          </a:p>
        </p:txBody>
      </p:sp>
      <p:sp>
        <p:nvSpPr>
          <p:cNvPr id="8" name="shape-317">
            <a:extLst>
              <a:ext uri="{FF2B5EF4-FFF2-40B4-BE49-F238E27FC236}">
                <a16:creationId xmlns:a16="http://schemas.microsoft.com/office/drawing/2014/main" id="{7F5DCAB4-E005-4C5C-8163-2E8D166B4691}"/>
              </a:ext>
            </a:extLst>
          </p:cNvPr>
          <p:cNvSpPr>
            <a:spLocks noGrp="1"/>
          </p:cNvSpPr>
          <p:nvPr/>
        </p:nvSpPr>
        <p:spPr>
          <a:xfrm>
            <a:off x="609600" y="2110740"/>
            <a:ext cx="10972800" cy="37338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12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현재 영역: (시작 행 x, 시작 열 y, 한 변 n)</a:t>
            </a:r>
          </a:p>
        </p:txBody>
      </p:sp>
      <p:sp>
        <p:nvSpPr>
          <p:cNvPr id="9" name="shape-318">
            <a:extLst>
              <a:ext uri="{FF2B5EF4-FFF2-40B4-BE49-F238E27FC236}">
                <a16:creationId xmlns:a16="http://schemas.microsoft.com/office/drawing/2014/main" id="{6A2129DC-7E17-4B94-AE34-294885C3EE81}"/>
              </a:ext>
            </a:extLst>
          </p:cNvPr>
          <p:cNvSpPr>
            <a:spLocks noGrp="1"/>
          </p:cNvSpPr>
          <p:nvPr/>
        </p:nvSpPr>
        <p:spPr>
          <a:xfrm>
            <a:off x="609600" y="2514600"/>
            <a:ext cx="5048250" cy="323850"/>
          </a:xfrm>
          <a:prstGeom prst="rect">
            <a:avLst/>
          </a:prstGeom>
          <a:noFill/>
          <a:ln w="0">
            <a:noFill/>
          </a:ln>
        </p:spPr>
        <p:txBody>
          <a:bodyPr wrap="none" lIns="0" tIns="0" rIns="0" bIns="0" anchor="t">
            <a:noAutofit/>
          </a:bodyPr>
          <a:lstStyle>
            <a:defPPr algn="l">
              <a:defRPr sz="1800" b="1">
                <a:solidFill>
                  <a:srgbClr val="AD630C"/>
                </a:solidFill>
                <a:latin typeface="Consolas"/>
                <a:ea typeface="Consolas"/>
                <a:cs typeface="Consolas"/>
              </a:defRPr>
            </a:defPPr>
          </a:lstStyle>
          <a:p>
            <a:pPr algn="l">
              <a:lnSpc>
                <a:spcPct val="112000"/>
              </a:lnSpc>
              <a:buNone/>
              <a:defRPr sz="1800" b="1">
                <a:solidFill>
                  <a:srgbClr val="AD630C"/>
                </a:solidFill>
                <a:latin typeface="Consolas"/>
                <a:ea typeface="Consolas"/>
                <a:cs typeface="Consolas"/>
              </a:defRPr>
            </a:pPr>
            <a:r>
              <a:rPr sz="1800" b="1">
                <a:solidFill>
                  <a:srgbClr val="AD630C"/>
                </a:solidFill>
                <a:latin typeface="Consolas"/>
                <a:ea typeface="Consolas"/>
                <a:cs typeface="Consolas"/>
              </a:rPr>
              <a:t>강조한 영역: x=0, y=0, n=2</a:t>
            </a:r>
          </a:p>
        </p:txBody>
      </p:sp>
      <p:sp>
        <p:nvSpPr>
          <p:cNvPr id="10" name="shape-319">
            <a:extLst>
              <a:ext uri="{FF2B5EF4-FFF2-40B4-BE49-F238E27FC236}">
                <a16:creationId xmlns:a16="http://schemas.microsoft.com/office/drawing/2014/main" id="{BE00383D-4540-468D-9EF7-22465F94A618}"/>
              </a:ext>
            </a:extLst>
          </p:cNvPr>
          <p:cNvSpPr>
            <a:spLocks noGrp="1"/>
          </p:cNvSpPr>
          <p:nvPr/>
        </p:nvSpPr>
        <p:spPr>
          <a:xfrm>
            <a:off x="895350" y="2886075"/>
            <a:ext cx="638175" cy="638175"/>
          </a:xfrm>
          <a:prstGeom prst="rect">
            <a:avLst/>
          </a:prstGeom>
          <a:solidFill>
            <a:srgbClr val="FFFFFF"/>
          </a:solidFill>
          <a:ln w="9525">
            <a:solidFill>
              <a:srgbClr val="A9B1B6"/>
            </a:solidFill>
          </a:ln>
        </p:spPr>
      </p:sp>
      <p:sp>
        <p:nvSpPr>
          <p:cNvPr id="11" name="shape-320">
            <a:extLst>
              <a:ext uri="{FF2B5EF4-FFF2-40B4-BE49-F238E27FC236}">
                <a16:creationId xmlns:a16="http://schemas.microsoft.com/office/drawing/2014/main" id="{27B5E916-728F-4000-840F-A29ED840B929}"/>
              </a:ext>
            </a:extLst>
          </p:cNvPr>
          <p:cNvSpPr>
            <a:spLocks noGrp="1"/>
          </p:cNvSpPr>
          <p:nvPr/>
        </p:nvSpPr>
        <p:spPr>
          <a:xfrm>
            <a:off x="895350" y="300094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12" name="shape-321">
            <a:extLst>
              <a:ext uri="{FF2B5EF4-FFF2-40B4-BE49-F238E27FC236}">
                <a16:creationId xmlns:a16="http://schemas.microsoft.com/office/drawing/2014/main" id="{E5EDC7CC-1900-4CCD-B3D3-0A4BA45C08FD}"/>
              </a:ext>
            </a:extLst>
          </p:cNvPr>
          <p:cNvSpPr>
            <a:spLocks noGrp="1"/>
          </p:cNvSpPr>
          <p:nvPr/>
        </p:nvSpPr>
        <p:spPr>
          <a:xfrm>
            <a:off x="1533525" y="2886075"/>
            <a:ext cx="638175" cy="638175"/>
          </a:xfrm>
          <a:prstGeom prst="rect">
            <a:avLst/>
          </a:prstGeom>
          <a:solidFill>
            <a:srgbClr val="FFFFFF"/>
          </a:solidFill>
          <a:ln w="9525">
            <a:solidFill>
              <a:srgbClr val="A9B1B6"/>
            </a:solidFill>
          </a:ln>
        </p:spPr>
      </p:sp>
      <p:sp>
        <p:nvSpPr>
          <p:cNvPr id="13" name="shape-322">
            <a:extLst>
              <a:ext uri="{FF2B5EF4-FFF2-40B4-BE49-F238E27FC236}">
                <a16:creationId xmlns:a16="http://schemas.microsoft.com/office/drawing/2014/main" id="{9D305185-DB40-4924-B6F8-2D01101D09DD}"/>
              </a:ext>
            </a:extLst>
          </p:cNvPr>
          <p:cNvSpPr>
            <a:spLocks noGrp="1"/>
          </p:cNvSpPr>
          <p:nvPr/>
        </p:nvSpPr>
        <p:spPr>
          <a:xfrm>
            <a:off x="1533525" y="300094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14" name="shape-323">
            <a:extLst>
              <a:ext uri="{FF2B5EF4-FFF2-40B4-BE49-F238E27FC236}">
                <a16:creationId xmlns:a16="http://schemas.microsoft.com/office/drawing/2014/main" id="{6344DD36-3F2C-4304-8CAC-378A6D782117}"/>
              </a:ext>
            </a:extLst>
          </p:cNvPr>
          <p:cNvSpPr>
            <a:spLocks noGrp="1"/>
          </p:cNvSpPr>
          <p:nvPr/>
        </p:nvSpPr>
        <p:spPr>
          <a:xfrm>
            <a:off x="2171700" y="2886075"/>
            <a:ext cx="638175" cy="638175"/>
          </a:xfrm>
          <a:prstGeom prst="rect">
            <a:avLst/>
          </a:prstGeom>
          <a:solidFill>
            <a:srgbClr val="26323B"/>
          </a:solidFill>
          <a:ln w="9525">
            <a:solidFill>
              <a:srgbClr val="A9B1B6"/>
            </a:solidFill>
          </a:ln>
        </p:spPr>
      </p:sp>
      <p:sp>
        <p:nvSpPr>
          <p:cNvPr id="15" name="shape-324">
            <a:extLst>
              <a:ext uri="{FF2B5EF4-FFF2-40B4-BE49-F238E27FC236}">
                <a16:creationId xmlns:a16="http://schemas.microsoft.com/office/drawing/2014/main" id="{78622E71-6211-4051-9F02-01AB3FE9B6F6}"/>
              </a:ext>
            </a:extLst>
          </p:cNvPr>
          <p:cNvSpPr>
            <a:spLocks noGrp="1"/>
          </p:cNvSpPr>
          <p:nvPr/>
        </p:nvSpPr>
        <p:spPr>
          <a:xfrm>
            <a:off x="2171700" y="3000947"/>
            <a:ext cx="638175" cy="395669"/>
          </a:xfrm>
          <a:prstGeom prst="rect">
            <a:avLst/>
          </a:prstGeom>
          <a:noFill/>
          <a:ln w="0">
            <a:noFill/>
          </a:ln>
        </p:spPr>
        <p:txBody>
          <a:bodyPr wrap="none" lIns="0" tIns="0" rIns="0" bIns="0" anchor="t">
            <a:noAutofit/>
          </a:bodyPr>
          <a:lstStyle>
            <a:defPPr algn="ctr">
              <a:defRPr sz="2161" b="0">
                <a:solidFill>
                  <a:srgbClr val="FFFFFF"/>
                </a:solidFill>
                <a:latin typeface="Consolas"/>
                <a:ea typeface="Consolas"/>
                <a:cs typeface="Consolas"/>
              </a:defRPr>
            </a:defPPr>
          </a:lstStyle>
          <a:p>
            <a:pPr algn="ctr">
              <a:lnSpc>
                <a:spcPct val="112000"/>
              </a:lnSpc>
              <a:buNone/>
              <a:defRPr sz="2161" b="0">
                <a:solidFill>
                  <a:srgbClr val="FFFFFF"/>
                </a:solidFill>
                <a:latin typeface="Consolas"/>
                <a:ea typeface="Consolas"/>
                <a:cs typeface="Consolas"/>
              </a:defRPr>
            </a:pPr>
            <a:r>
              <a:rPr sz="2161" b="0">
                <a:solidFill>
                  <a:srgbClr val="FFFFFF"/>
                </a:solidFill>
                <a:latin typeface="Consolas"/>
                <a:ea typeface="Consolas"/>
                <a:cs typeface="Consolas"/>
              </a:rPr>
              <a:t>1</a:t>
            </a:r>
          </a:p>
        </p:txBody>
      </p:sp>
      <p:sp>
        <p:nvSpPr>
          <p:cNvPr id="16" name="shape-325">
            <a:extLst>
              <a:ext uri="{FF2B5EF4-FFF2-40B4-BE49-F238E27FC236}">
                <a16:creationId xmlns:a16="http://schemas.microsoft.com/office/drawing/2014/main" id="{C28C3678-DB6C-4021-9DF1-C09B3ABD5C91}"/>
              </a:ext>
            </a:extLst>
          </p:cNvPr>
          <p:cNvSpPr>
            <a:spLocks noGrp="1"/>
          </p:cNvSpPr>
          <p:nvPr/>
        </p:nvSpPr>
        <p:spPr>
          <a:xfrm>
            <a:off x="2809875" y="2886075"/>
            <a:ext cx="638175" cy="638175"/>
          </a:xfrm>
          <a:prstGeom prst="rect">
            <a:avLst/>
          </a:prstGeom>
          <a:solidFill>
            <a:srgbClr val="26323B"/>
          </a:solidFill>
          <a:ln w="9525">
            <a:solidFill>
              <a:srgbClr val="A9B1B6"/>
            </a:solidFill>
          </a:ln>
        </p:spPr>
      </p:sp>
      <p:sp>
        <p:nvSpPr>
          <p:cNvPr id="17" name="shape-326">
            <a:extLst>
              <a:ext uri="{FF2B5EF4-FFF2-40B4-BE49-F238E27FC236}">
                <a16:creationId xmlns:a16="http://schemas.microsoft.com/office/drawing/2014/main" id="{4E98C276-74A7-47D0-8350-BD617435AF8B}"/>
              </a:ext>
            </a:extLst>
          </p:cNvPr>
          <p:cNvSpPr>
            <a:spLocks noGrp="1"/>
          </p:cNvSpPr>
          <p:nvPr/>
        </p:nvSpPr>
        <p:spPr>
          <a:xfrm>
            <a:off x="2809875" y="3000947"/>
            <a:ext cx="638175" cy="395669"/>
          </a:xfrm>
          <a:prstGeom prst="rect">
            <a:avLst/>
          </a:prstGeom>
          <a:noFill/>
          <a:ln w="0">
            <a:noFill/>
          </a:ln>
        </p:spPr>
        <p:txBody>
          <a:bodyPr wrap="none" lIns="0" tIns="0" rIns="0" bIns="0" anchor="t">
            <a:noAutofit/>
          </a:bodyPr>
          <a:lstStyle>
            <a:defPPr algn="ctr">
              <a:defRPr sz="2161" b="0">
                <a:solidFill>
                  <a:srgbClr val="FFFFFF"/>
                </a:solidFill>
                <a:latin typeface="Consolas"/>
                <a:ea typeface="Consolas"/>
                <a:cs typeface="Consolas"/>
              </a:defRPr>
            </a:defPPr>
          </a:lstStyle>
          <a:p>
            <a:pPr algn="ctr">
              <a:lnSpc>
                <a:spcPct val="112000"/>
              </a:lnSpc>
              <a:buNone/>
              <a:defRPr sz="2161" b="0">
                <a:solidFill>
                  <a:srgbClr val="FFFFFF"/>
                </a:solidFill>
                <a:latin typeface="Consolas"/>
                <a:ea typeface="Consolas"/>
                <a:cs typeface="Consolas"/>
              </a:defRPr>
            </a:pPr>
            <a:r>
              <a:rPr sz="2161" b="0">
                <a:solidFill>
                  <a:srgbClr val="FFFFFF"/>
                </a:solidFill>
                <a:latin typeface="Consolas"/>
                <a:ea typeface="Consolas"/>
                <a:cs typeface="Consolas"/>
              </a:rPr>
              <a:t>1</a:t>
            </a:r>
          </a:p>
        </p:txBody>
      </p:sp>
      <p:sp>
        <p:nvSpPr>
          <p:cNvPr id="18" name="shape-327">
            <a:extLst>
              <a:ext uri="{FF2B5EF4-FFF2-40B4-BE49-F238E27FC236}">
                <a16:creationId xmlns:a16="http://schemas.microsoft.com/office/drawing/2014/main" id="{BBA8F267-9F99-4DA2-A1CF-46E9E314EFD8}"/>
              </a:ext>
            </a:extLst>
          </p:cNvPr>
          <p:cNvSpPr>
            <a:spLocks noGrp="1"/>
          </p:cNvSpPr>
          <p:nvPr/>
        </p:nvSpPr>
        <p:spPr>
          <a:xfrm>
            <a:off x="895350" y="3524250"/>
            <a:ext cx="638175" cy="638175"/>
          </a:xfrm>
          <a:prstGeom prst="rect">
            <a:avLst/>
          </a:prstGeom>
          <a:solidFill>
            <a:srgbClr val="FFFFFF"/>
          </a:solidFill>
          <a:ln w="9525">
            <a:solidFill>
              <a:srgbClr val="A9B1B6"/>
            </a:solidFill>
          </a:ln>
        </p:spPr>
      </p:sp>
      <p:sp>
        <p:nvSpPr>
          <p:cNvPr id="19" name="shape-328">
            <a:extLst>
              <a:ext uri="{FF2B5EF4-FFF2-40B4-BE49-F238E27FC236}">
                <a16:creationId xmlns:a16="http://schemas.microsoft.com/office/drawing/2014/main" id="{E4313EA7-60EB-4854-A33A-88F60AA700E7}"/>
              </a:ext>
            </a:extLst>
          </p:cNvPr>
          <p:cNvSpPr>
            <a:spLocks noGrp="1"/>
          </p:cNvSpPr>
          <p:nvPr/>
        </p:nvSpPr>
        <p:spPr>
          <a:xfrm>
            <a:off x="895350" y="3639122"/>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20" name="shape-329">
            <a:extLst>
              <a:ext uri="{FF2B5EF4-FFF2-40B4-BE49-F238E27FC236}">
                <a16:creationId xmlns:a16="http://schemas.microsoft.com/office/drawing/2014/main" id="{05C5D1BB-7830-4AC2-B0B0-46D8EFB5AE87}"/>
              </a:ext>
            </a:extLst>
          </p:cNvPr>
          <p:cNvSpPr>
            <a:spLocks noGrp="1"/>
          </p:cNvSpPr>
          <p:nvPr/>
        </p:nvSpPr>
        <p:spPr>
          <a:xfrm>
            <a:off x="1533525" y="3524250"/>
            <a:ext cx="638175" cy="638175"/>
          </a:xfrm>
          <a:prstGeom prst="rect">
            <a:avLst/>
          </a:prstGeom>
          <a:solidFill>
            <a:srgbClr val="26323B"/>
          </a:solidFill>
          <a:ln w="9525">
            <a:solidFill>
              <a:srgbClr val="A9B1B6"/>
            </a:solidFill>
          </a:ln>
        </p:spPr>
      </p:sp>
      <p:sp>
        <p:nvSpPr>
          <p:cNvPr id="21" name="shape-330">
            <a:extLst>
              <a:ext uri="{FF2B5EF4-FFF2-40B4-BE49-F238E27FC236}">
                <a16:creationId xmlns:a16="http://schemas.microsoft.com/office/drawing/2014/main" id="{2572DCAA-E40A-413E-8ACC-2A59E16CFABB}"/>
              </a:ext>
            </a:extLst>
          </p:cNvPr>
          <p:cNvSpPr>
            <a:spLocks noGrp="1"/>
          </p:cNvSpPr>
          <p:nvPr/>
        </p:nvSpPr>
        <p:spPr>
          <a:xfrm>
            <a:off x="1533525" y="3639122"/>
            <a:ext cx="638175" cy="395669"/>
          </a:xfrm>
          <a:prstGeom prst="rect">
            <a:avLst/>
          </a:prstGeom>
          <a:noFill/>
          <a:ln w="0">
            <a:noFill/>
          </a:ln>
        </p:spPr>
        <p:txBody>
          <a:bodyPr wrap="none" lIns="0" tIns="0" rIns="0" bIns="0" anchor="t">
            <a:noAutofit/>
          </a:bodyPr>
          <a:lstStyle>
            <a:defPPr algn="ctr">
              <a:defRPr sz="2161" b="0">
                <a:solidFill>
                  <a:srgbClr val="FFFFFF"/>
                </a:solidFill>
                <a:latin typeface="Consolas"/>
                <a:ea typeface="Consolas"/>
                <a:cs typeface="Consolas"/>
              </a:defRPr>
            </a:defPPr>
          </a:lstStyle>
          <a:p>
            <a:pPr algn="ctr">
              <a:lnSpc>
                <a:spcPct val="112000"/>
              </a:lnSpc>
              <a:buNone/>
              <a:defRPr sz="2161" b="0">
                <a:solidFill>
                  <a:srgbClr val="FFFFFF"/>
                </a:solidFill>
                <a:latin typeface="Consolas"/>
                <a:ea typeface="Consolas"/>
                <a:cs typeface="Consolas"/>
              </a:defRPr>
            </a:pPr>
            <a:r>
              <a:rPr sz="2161" b="0">
                <a:solidFill>
                  <a:srgbClr val="FFFFFF"/>
                </a:solidFill>
                <a:latin typeface="Consolas"/>
                <a:ea typeface="Consolas"/>
                <a:cs typeface="Consolas"/>
              </a:rPr>
              <a:t>1</a:t>
            </a:r>
          </a:p>
        </p:txBody>
      </p:sp>
      <p:sp>
        <p:nvSpPr>
          <p:cNvPr id="22" name="shape-331">
            <a:extLst>
              <a:ext uri="{FF2B5EF4-FFF2-40B4-BE49-F238E27FC236}">
                <a16:creationId xmlns:a16="http://schemas.microsoft.com/office/drawing/2014/main" id="{034D0EC2-68FA-41E0-8EE8-9181DFF776F9}"/>
              </a:ext>
            </a:extLst>
          </p:cNvPr>
          <p:cNvSpPr>
            <a:spLocks noGrp="1"/>
          </p:cNvSpPr>
          <p:nvPr/>
        </p:nvSpPr>
        <p:spPr>
          <a:xfrm>
            <a:off x="2171700" y="3524250"/>
            <a:ext cx="638175" cy="638175"/>
          </a:xfrm>
          <a:prstGeom prst="rect">
            <a:avLst/>
          </a:prstGeom>
          <a:solidFill>
            <a:srgbClr val="26323B"/>
          </a:solidFill>
          <a:ln w="9525">
            <a:solidFill>
              <a:srgbClr val="A9B1B6"/>
            </a:solidFill>
          </a:ln>
        </p:spPr>
      </p:sp>
      <p:sp>
        <p:nvSpPr>
          <p:cNvPr id="23" name="shape-332">
            <a:extLst>
              <a:ext uri="{FF2B5EF4-FFF2-40B4-BE49-F238E27FC236}">
                <a16:creationId xmlns:a16="http://schemas.microsoft.com/office/drawing/2014/main" id="{BF32CDDC-69A0-4BDC-A9A1-A83001FD51A3}"/>
              </a:ext>
            </a:extLst>
          </p:cNvPr>
          <p:cNvSpPr>
            <a:spLocks noGrp="1"/>
          </p:cNvSpPr>
          <p:nvPr/>
        </p:nvSpPr>
        <p:spPr>
          <a:xfrm>
            <a:off x="2171700" y="3639122"/>
            <a:ext cx="638175" cy="395669"/>
          </a:xfrm>
          <a:prstGeom prst="rect">
            <a:avLst/>
          </a:prstGeom>
          <a:noFill/>
          <a:ln w="0">
            <a:noFill/>
          </a:ln>
        </p:spPr>
        <p:txBody>
          <a:bodyPr wrap="none" lIns="0" tIns="0" rIns="0" bIns="0" anchor="t">
            <a:noAutofit/>
          </a:bodyPr>
          <a:lstStyle>
            <a:defPPr algn="ctr">
              <a:defRPr sz="2161" b="0">
                <a:solidFill>
                  <a:srgbClr val="FFFFFF"/>
                </a:solidFill>
                <a:latin typeface="Consolas"/>
                <a:ea typeface="Consolas"/>
                <a:cs typeface="Consolas"/>
              </a:defRPr>
            </a:defPPr>
          </a:lstStyle>
          <a:p>
            <a:pPr algn="ctr">
              <a:lnSpc>
                <a:spcPct val="112000"/>
              </a:lnSpc>
              <a:buNone/>
              <a:defRPr sz="2161" b="0">
                <a:solidFill>
                  <a:srgbClr val="FFFFFF"/>
                </a:solidFill>
                <a:latin typeface="Consolas"/>
                <a:ea typeface="Consolas"/>
                <a:cs typeface="Consolas"/>
              </a:defRPr>
            </a:pPr>
            <a:r>
              <a:rPr sz="2161" b="0">
                <a:solidFill>
                  <a:srgbClr val="FFFFFF"/>
                </a:solidFill>
                <a:latin typeface="Consolas"/>
                <a:ea typeface="Consolas"/>
                <a:cs typeface="Consolas"/>
              </a:rPr>
              <a:t>1</a:t>
            </a:r>
          </a:p>
        </p:txBody>
      </p:sp>
      <p:sp>
        <p:nvSpPr>
          <p:cNvPr id="24" name="shape-333">
            <a:extLst>
              <a:ext uri="{FF2B5EF4-FFF2-40B4-BE49-F238E27FC236}">
                <a16:creationId xmlns:a16="http://schemas.microsoft.com/office/drawing/2014/main" id="{D258DB17-2C7F-4CA6-B30B-3538C13F0E1A}"/>
              </a:ext>
            </a:extLst>
          </p:cNvPr>
          <p:cNvSpPr>
            <a:spLocks noGrp="1"/>
          </p:cNvSpPr>
          <p:nvPr/>
        </p:nvSpPr>
        <p:spPr>
          <a:xfrm>
            <a:off x="2809875" y="3524250"/>
            <a:ext cx="638175" cy="638175"/>
          </a:xfrm>
          <a:prstGeom prst="rect">
            <a:avLst/>
          </a:prstGeom>
          <a:solidFill>
            <a:srgbClr val="26323B"/>
          </a:solidFill>
          <a:ln w="9525">
            <a:solidFill>
              <a:srgbClr val="A9B1B6"/>
            </a:solidFill>
          </a:ln>
        </p:spPr>
      </p:sp>
      <p:sp>
        <p:nvSpPr>
          <p:cNvPr id="25" name="shape-334">
            <a:extLst>
              <a:ext uri="{FF2B5EF4-FFF2-40B4-BE49-F238E27FC236}">
                <a16:creationId xmlns:a16="http://schemas.microsoft.com/office/drawing/2014/main" id="{83230472-7372-4E2B-949B-196476DEE78F}"/>
              </a:ext>
            </a:extLst>
          </p:cNvPr>
          <p:cNvSpPr>
            <a:spLocks noGrp="1"/>
          </p:cNvSpPr>
          <p:nvPr/>
        </p:nvSpPr>
        <p:spPr>
          <a:xfrm>
            <a:off x="2809875" y="3639122"/>
            <a:ext cx="638175" cy="395669"/>
          </a:xfrm>
          <a:prstGeom prst="rect">
            <a:avLst/>
          </a:prstGeom>
          <a:noFill/>
          <a:ln w="0">
            <a:noFill/>
          </a:ln>
        </p:spPr>
        <p:txBody>
          <a:bodyPr wrap="none" lIns="0" tIns="0" rIns="0" bIns="0" anchor="t">
            <a:noAutofit/>
          </a:bodyPr>
          <a:lstStyle>
            <a:defPPr algn="ctr">
              <a:defRPr sz="2161" b="0">
                <a:solidFill>
                  <a:srgbClr val="FFFFFF"/>
                </a:solidFill>
                <a:latin typeface="Consolas"/>
                <a:ea typeface="Consolas"/>
                <a:cs typeface="Consolas"/>
              </a:defRPr>
            </a:defPPr>
          </a:lstStyle>
          <a:p>
            <a:pPr algn="ctr">
              <a:lnSpc>
                <a:spcPct val="112000"/>
              </a:lnSpc>
              <a:buNone/>
              <a:defRPr sz="2161" b="0">
                <a:solidFill>
                  <a:srgbClr val="FFFFFF"/>
                </a:solidFill>
                <a:latin typeface="Consolas"/>
                <a:ea typeface="Consolas"/>
                <a:cs typeface="Consolas"/>
              </a:defRPr>
            </a:pPr>
            <a:r>
              <a:rPr sz="2161" b="0">
                <a:solidFill>
                  <a:srgbClr val="FFFFFF"/>
                </a:solidFill>
                <a:latin typeface="Consolas"/>
                <a:ea typeface="Consolas"/>
                <a:cs typeface="Consolas"/>
              </a:rPr>
              <a:t>1</a:t>
            </a:r>
          </a:p>
        </p:txBody>
      </p:sp>
      <p:sp>
        <p:nvSpPr>
          <p:cNvPr id="26" name="shape-335">
            <a:extLst>
              <a:ext uri="{FF2B5EF4-FFF2-40B4-BE49-F238E27FC236}">
                <a16:creationId xmlns:a16="http://schemas.microsoft.com/office/drawing/2014/main" id="{1D5C81F0-77F2-4061-800D-01D4B142E131}"/>
              </a:ext>
            </a:extLst>
          </p:cNvPr>
          <p:cNvSpPr>
            <a:spLocks noGrp="1"/>
          </p:cNvSpPr>
          <p:nvPr/>
        </p:nvSpPr>
        <p:spPr>
          <a:xfrm>
            <a:off x="895350" y="4162425"/>
            <a:ext cx="638175" cy="638175"/>
          </a:xfrm>
          <a:prstGeom prst="rect">
            <a:avLst/>
          </a:prstGeom>
          <a:solidFill>
            <a:srgbClr val="FFFFFF"/>
          </a:solidFill>
          <a:ln w="9525">
            <a:solidFill>
              <a:srgbClr val="A9B1B6"/>
            </a:solidFill>
          </a:ln>
        </p:spPr>
      </p:sp>
      <p:sp>
        <p:nvSpPr>
          <p:cNvPr id="27" name="shape-336">
            <a:extLst>
              <a:ext uri="{FF2B5EF4-FFF2-40B4-BE49-F238E27FC236}">
                <a16:creationId xmlns:a16="http://schemas.microsoft.com/office/drawing/2014/main" id="{DE33602D-B5CC-4114-8817-A8368DE42C50}"/>
              </a:ext>
            </a:extLst>
          </p:cNvPr>
          <p:cNvSpPr>
            <a:spLocks noGrp="1"/>
          </p:cNvSpPr>
          <p:nvPr/>
        </p:nvSpPr>
        <p:spPr>
          <a:xfrm>
            <a:off x="895350" y="427729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28" name="shape-337">
            <a:extLst>
              <a:ext uri="{FF2B5EF4-FFF2-40B4-BE49-F238E27FC236}">
                <a16:creationId xmlns:a16="http://schemas.microsoft.com/office/drawing/2014/main" id="{05FFFEC6-3946-4EDA-8E1B-4D0400FD6A96}"/>
              </a:ext>
            </a:extLst>
          </p:cNvPr>
          <p:cNvSpPr>
            <a:spLocks noGrp="1"/>
          </p:cNvSpPr>
          <p:nvPr/>
        </p:nvSpPr>
        <p:spPr>
          <a:xfrm>
            <a:off x="1533525" y="4162425"/>
            <a:ext cx="638175" cy="638175"/>
          </a:xfrm>
          <a:prstGeom prst="rect">
            <a:avLst/>
          </a:prstGeom>
          <a:solidFill>
            <a:srgbClr val="FFFFFF"/>
          </a:solidFill>
          <a:ln w="9525">
            <a:solidFill>
              <a:srgbClr val="A9B1B6"/>
            </a:solidFill>
          </a:ln>
        </p:spPr>
      </p:sp>
      <p:sp>
        <p:nvSpPr>
          <p:cNvPr id="29" name="shape-338">
            <a:extLst>
              <a:ext uri="{FF2B5EF4-FFF2-40B4-BE49-F238E27FC236}">
                <a16:creationId xmlns:a16="http://schemas.microsoft.com/office/drawing/2014/main" id="{67AC3D54-95A6-4165-8870-99EC9E4970F2}"/>
              </a:ext>
            </a:extLst>
          </p:cNvPr>
          <p:cNvSpPr>
            <a:spLocks noGrp="1"/>
          </p:cNvSpPr>
          <p:nvPr/>
        </p:nvSpPr>
        <p:spPr>
          <a:xfrm>
            <a:off x="1533525" y="427729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30" name="shape-339">
            <a:extLst>
              <a:ext uri="{FF2B5EF4-FFF2-40B4-BE49-F238E27FC236}">
                <a16:creationId xmlns:a16="http://schemas.microsoft.com/office/drawing/2014/main" id="{210F0592-1B9E-41EC-954F-3CCC0EFAB78B}"/>
              </a:ext>
            </a:extLst>
          </p:cNvPr>
          <p:cNvSpPr>
            <a:spLocks noGrp="1"/>
          </p:cNvSpPr>
          <p:nvPr/>
        </p:nvSpPr>
        <p:spPr>
          <a:xfrm>
            <a:off x="2171700" y="4162425"/>
            <a:ext cx="638175" cy="638175"/>
          </a:xfrm>
          <a:prstGeom prst="rect">
            <a:avLst/>
          </a:prstGeom>
          <a:solidFill>
            <a:srgbClr val="FFFFFF"/>
          </a:solidFill>
          <a:ln w="9525">
            <a:solidFill>
              <a:srgbClr val="A9B1B6"/>
            </a:solidFill>
          </a:ln>
        </p:spPr>
      </p:sp>
      <p:sp>
        <p:nvSpPr>
          <p:cNvPr id="31" name="shape-340">
            <a:extLst>
              <a:ext uri="{FF2B5EF4-FFF2-40B4-BE49-F238E27FC236}">
                <a16:creationId xmlns:a16="http://schemas.microsoft.com/office/drawing/2014/main" id="{89B3EB1C-C99C-43B0-8266-7FECBAFCD31B}"/>
              </a:ext>
            </a:extLst>
          </p:cNvPr>
          <p:cNvSpPr>
            <a:spLocks noGrp="1"/>
          </p:cNvSpPr>
          <p:nvPr/>
        </p:nvSpPr>
        <p:spPr>
          <a:xfrm>
            <a:off x="2171700" y="427729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32" name="shape-341">
            <a:extLst>
              <a:ext uri="{FF2B5EF4-FFF2-40B4-BE49-F238E27FC236}">
                <a16:creationId xmlns:a16="http://schemas.microsoft.com/office/drawing/2014/main" id="{2FAF2DFC-3779-4712-948D-318208B11720}"/>
              </a:ext>
            </a:extLst>
          </p:cNvPr>
          <p:cNvSpPr>
            <a:spLocks noGrp="1"/>
          </p:cNvSpPr>
          <p:nvPr/>
        </p:nvSpPr>
        <p:spPr>
          <a:xfrm>
            <a:off x="2809875" y="4162425"/>
            <a:ext cx="638175" cy="638175"/>
          </a:xfrm>
          <a:prstGeom prst="rect">
            <a:avLst/>
          </a:prstGeom>
          <a:solidFill>
            <a:srgbClr val="FFFFFF"/>
          </a:solidFill>
          <a:ln w="9525">
            <a:solidFill>
              <a:srgbClr val="A9B1B6"/>
            </a:solidFill>
          </a:ln>
        </p:spPr>
      </p:sp>
      <p:sp>
        <p:nvSpPr>
          <p:cNvPr id="33" name="shape-342">
            <a:extLst>
              <a:ext uri="{FF2B5EF4-FFF2-40B4-BE49-F238E27FC236}">
                <a16:creationId xmlns:a16="http://schemas.microsoft.com/office/drawing/2014/main" id="{8C0A422D-8DAC-42D3-B5F3-E164247390AE}"/>
              </a:ext>
            </a:extLst>
          </p:cNvPr>
          <p:cNvSpPr>
            <a:spLocks noGrp="1"/>
          </p:cNvSpPr>
          <p:nvPr/>
        </p:nvSpPr>
        <p:spPr>
          <a:xfrm>
            <a:off x="2809875" y="427729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34" name="shape-343">
            <a:extLst>
              <a:ext uri="{FF2B5EF4-FFF2-40B4-BE49-F238E27FC236}">
                <a16:creationId xmlns:a16="http://schemas.microsoft.com/office/drawing/2014/main" id="{C8DF4139-2D2F-4F3F-A804-3CF87315A2D0}"/>
              </a:ext>
            </a:extLst>
          </p:cNvPr>
          <p:cNvSpPr>
            <a:spLocks noGrp="1"/>
          </p:cNvSpPr>
          <p:nvPr/>
        </p:nvSpPr>
        <p:spPr>
          <a:xfrm>
            <a:off x="895350" y="4800600"/>
            <a:ext cx="638175" cy="638175"/>
          </a:xfrm>
          <a:prstGeom prst="rect">
            <a:avLst/>
          </a:prstGeom>
          <a:solidFill>
            <a:srgbClr val="FFFFFF"/>
          </a:solidFill>
          <a:ln w="9525">
            <a:solidFill>
              <a:srgbClr val="A9B1B6"/>
            </a:solidFill>
          </a:ln>
        </p:spPr>
      </p:sp>
      <p:sp>
        <p:nvSpPr>
          <p:cNvPr id="35" name="shape-344">
            <a:extLst>
              <a:ext uri="{FF2B5EF4-FFF2-40B4-BE49-F238E27FC236}">
                <a16:creationId xmlns:a16="http://schemas.microsoft.com/office/drawing/2014/main" id="{DCF2C85B-69BA-489E-BCDF-7D7C3AD2F592}"/>
              </a:ext>
            </a:extLst>
          </p:cNvPr>
          <p:cNvSpPr>
            <a:spLocks noGrp="1"/>
          </p:cNvSpPr>
          <p:nvPr/>
        </p:nvSpPr>
        <p:spPr>
          <a:xfrm>
            <a:off x="895350" y="4915471"/>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36" name="shape-345">
            <a:extLst>
              <a:ext uri="{FF2B5EF4-FFF2-40B4-BE49-F238E27FC236}">
                <a16:creationId xmlns:a16="http://schemas.microsoft.com/office/drawing/2014/main" id="{638F4587-F3D6-4499-A485-DF7324AA6D90}"/>
              </a:ext>
            </a:extLst>
          </p:cNvPr>
          <p:cNvSpPr>
            <a:spLocks noGrp="1"/>
          </p:cNvSpPr>
          <p:nvPr/>
        </p:nvSpPr>
        <p:spPr>
          <a:xfrm>
            <a:off x="1533525" y="4800600"/>
            <a:ext cx="638175" cy="638175"/>
          </a:xfrm>
          <a:prstGeom prst="rect">
            <a:avLst/>
          </a:prstGeom>
          <a:solidFill>
            <a:srgbClr val="FFFFFF"/>
          </a:solidFill>
          <a:ln w="9525">
            <a:solidFill>
              <a:srgbClr val="A9B1B6"/>
            </a:solidFill>
          </a:ln>
        </p:spPr>
      </p:sp>
      <p:sp>
        <p:nvSpPr>
          <p:cNvPr id="37" name="shape-346">
            <a:extLst>
              <a:ext uri="{FF2B5EF4-FFF2-40B4-BE49-F238E27FC236}">
                <a16:creationId xmlns:a16="http://schemas.microsoft.com/office/drawing/2014/main" id="{FEB0EF25-E6FB-43B5-B7B9-CB502BCA1147}"/>
              </a:ext>
            </a:extLst>
          </p:cNvPr>
          <p:cNvSpPr>
            <a:spLocks noGrp="1"/>
          </p:cNvSpPr>
          <p:nvPr/>
        </p:nvSpPr>
        <p:spPr>
          <a:xfrm>
            <a:off x="1533525" y="4915471"/>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38" name="shape-347">
            <a:extLst>
              <a:ext uri="{FF2B5EF4-FFF2-40B4-BE49-F238E27FC236}">
                <a16:creationId xmlns:a16="http://schemas.microsoft.com/office/drawing/2014/main" id="{6B12E187-8462-4FCC-88AB-7DD499375DDE}"/>
              </a:ext>
            </a:extLst>
          </p:cNvPr>
          <p:cNvSpPr>
            <a:spLocks noGrp="1"/>
          </p:cNvSpPr>
          <p:nvPr/>
        </p:nvSpPr>
        <p:spPr>
          <a:xfrm>
            <a:off x="2171700" y="4800600"/>
            <a:ext cx="638175" cy="638175"/>
          </a:xfrm>
          <a:prstGeom prst="rect">
            <a:avLst/>
          </a:prstGeom>
          <a:solidFill>
            <a:srgbClr val="FFFFFF"/>
          </a:solidFill>
          <a:ln w="9525">
            <a:solidFill>
              <a:srgbClr val="A9B1B6"/>
            </a:solidFill>
          </a:ln>
        </p:spPr>
      </p:sp>
      <p:sp>
        <p:nvSpPr>
          <p:cNvPr id="39" name="shape-348">
            <a:extLst>
              <a:ext uri="{FF2B5EF4-FFF2-40B4-BE49-F238E27FC236}">
                <a16:creationId xmlns:a16="http://schemas.microsoft.com/office/drawing/2014/main" id="{82BE0223-79C7-4F7C-A1D4-D3B4E768CB0D}"/>
              </a:ext>
            </a:extLst>
          </p:cNvPr>
          <p:cNvSpPr>
            <a:spLocks noGrp="1"/>
          </p:cNvSpPr>
          <p:nvPr/>
        </p:nvSpPr>
        <p:spPr>
          <a:xfrm>
            <a:off x="2171700" y="4915471"/>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40" name="shape-349">
            <a:extLst>
              <a:ext uri="{FF2B5EF4-FFF2-40B4-BE49-F238E27FC236}">
                <a16:creationId xmlns:a16="http://schemas.microsoft.com/office/drawing/2014/main" id="{D2315B45-0B08-45B4-88D5-A437724F1D95}"/>
              </a:ext>
            </a:extLst>
          </p:cNvPr>
          <p:cNvSpPr>
            <a:spLocks noGrp="1"/>
          </p:cNvSpPr>
          <p:nvPr/>
        </p:nvSpPr>
        <p:spPr>
          <a:xfrm>
            <a:off x="2809875" y="4800600"/>
            <a:ext cx="638175" cy="638175"/>
          </a:xfrm>
          <a:prstGeom prst="rect">
            <a:avLst/>
          </a:prstGeom>
          <a:solidFill>
            <a:srgbClr val="FFFFFF"/>
          </a:solidFill>
          <a:ln w="9525">
            <a:solidFill>
              <a:srgbClr val="A9B1B6"/>
            </a:solidFill>
          </a:ln>
        </p:spPr>
      </p:sp>
      <p:sp>
        <p:nvSpPr>
          <p:cNvPr id="41" name="shape-350">
            <a:extLst>
              <a:ext uri="{FF2B5EF4-FFF2-40B4-BE49-F238E27FC236}">
                <a16:creationId xmlns:a16="http://schemas.microsoft.com/office/drawing/2014/main" id="{F019CA43-E9B2-44A0-8496-A974568723E5}"/>
              </a:ext>
            </a:extLst>
          </p:cNvPr>
          <p:cNvSpPr>
            <a:spLocks noGrp="1"/>
          </p:cNvSpPr>
          <p:nvPr/>
        </p:nvSpPr>
        <p:spPr>
          <a:xfrm>
            <a:off x="2809875" y="4915471"/>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42" name="shape-351">
            <a:extLst>
              <a:ext uri="{FF2B5EF4-FFF2-40B4-BE49-F238E27FC236}">
                <a16:creationId xmlns:a16="http://schemas.microsoft.com/office/drawing/2014/main" id="{CFFA0929-468E-4FF3-8A1F-66B7F39762F3}"/>
              </a:ext>
            </a:extLst>
          </p:cNvPr>
          <p:cNvSpPr>
            <a:spLocks noGrp="1"/>
          </p:cNvSpPr>
          <p:nvPr/>
        </p:nvSpPr>
        <p:spPr>
          <a:xfrm>
            <a:off x="2157413" y="2886075"/>
            <a:ext cx="28575" cy="2552700"/>
          </a:xfrm>
          <a:prstGeom prst="rect">
            <a:avLst/>
          </a:prstGeom>
          <a:solidFill>
            <a:srgbClr val="146995"/>
          </a:solidFill>
          <a:ln w="0">
            <a:noFill/>
          </a:ln>
        </p:spPr>
      </p:sp>
      <p:sp>
        <p:nvSpPr>
          <p:cNvPr id="43" name="shape-352">
            <a:extLst>
              <a:ext uri="{FF2B5EF4-FFF2-40B4-BE49-F238E27FC236}">
                <a16:creationId xmlns:a16="http://schemas.microsoft.com/office/drawing/2014/main" id="{5E0AB179-6E62-4329-A7DD-7A6BD0CB046E}"/>
              </a:ext>
            </a:extLst>
          </p:cNvPr>
          <p:cNvSpPr>
            <a:spLocks noGrp="1"/>
          </p:cNvSpPr>
          <p:nvPr/>
        </p:nvSpPr>
        <p:spPr>
          <a:xfrm>
            <a:off x="895350" y="4148138"/>
            <a:ext cx="2552700" cy="28575"/>
          </a:xfrm>
          <a:prstGeom prst="rect">
            <a:avLst/>
          </a:prstGeom>
          <a:solidFill>
            <a:srgbClr val="146995"/>
          </a:solidFill>
          <a:ln w="0">
            <a:noFill/>
          </a:ln>
        </p:spPr>
      </p:sp>
      <p:sp>
        <p:nvSpPr>
          <p:cNvPr id="44" name="shape-353">
            <a:extLst>
              <a:ext uri="{FF2B5EF4-FFF2-40B4-BE49-F238E27FC236}">
                <a16:creationId xmlns:a16="http://schemas.microsoft.com/office/drawing/2014/main" id="{507DE9A3-3CD4-4F69-BAA4-712940DFADF0}"/>
              </a:ext>
            </a:extLst>
          </p:cNvPr>
          <p:cNvSpPr>
            <a:spLocks noGrp="1"/>
          </p:cNvSpPr>
          <p:nvPr/>
        </p:nvSpPr>
        <p:spPr>
          <a:xfrm>
            <a:off x="895350" y="2886075"/>
            <a:ext cx="1276350" cy="1276350"/>
          </a:xfrm>
          <a:prstGeom prst="rect">
            <a:avLst/>
          </a:prstGeom>
          <a:noFill/>
          <a:ln w="38100">
            <a:solidFill>
              <a:srgbClr val="AD630C"/>
            </a:solidFill>
          </a:ln>
        </p:spPr>
      </p:sp>
      <p:sp>
        <p:nvSpPr>
          <p:cNvPr id="45" name="shape-354">
            <a:extLst>
              <a:ext uri="{FF2B5EF4-FFF2-40B4-BE49-F238E27FC236}">
                <a16:creationId xmlns:a16="http://schemas.microsoft.com/office/drawing/2014/main" id="{F860B56A-A21C-4886-9167-D88389E284CD}"/>
              </a:ext>
            </a:extLst>
          </p:cNvPr>
          <p:cNvSpPr>
            <a:spLocks noGrp="1"/>
          </p:cNvSpPr>
          <p:nvPr/>
        </p:nvSpPr>
        <p:spPr>
          <a:xfrm>
            <a:off x="5829300" y="2867025"/>
            <a:ext cx="5743575" cy="923925"/>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행: x부터 x+n-1까지</a:t>
            </a:r>
          </a:p>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열: y부터 y+n-1까지</a:t>
            </a:r>
          </a:p>
        </p:txBody>
      </p:sp>
      <p:sp>
        <p:nvSpPr>
          <p:cNvPr id="46" name="shape-355">
            <a:extLst>
              <a:ext uri="{FF2B5EF4-FFF2-40B4-BE49-F238E27FC236}">
                <a16:creationId xmlns:a16="http://schemas.microsoft.com/office/drawing/2014/main" id="{C89EFBA8-8256-453C-AF0B-C90D40D19ADA}"/>
              </a:ext>
            </a:extLst>
          </p:cNvPr>
          <p:cNvSpPr>
            <a:spLocks noGrp="1"/>
          </p:cNvSpPr>
          <p:nvPr/>
        </p:nvSpPr>
        <p:spPr>
          <a:xfrm>
            <a:off x="5829300" y="4552950"/>
            <a:ext cx="5743575" cy="952500"/>
          </a:xfrm>
          <a:prstGeom prst="rect">
            <a:avLst/>
          </a:prstGeom>
          <a:noFill/>
          <a:ln w="0">
            <a:noFill/>
          </a:ln>
        </p:spPr>
        <p:txBody>
          <a:bodyPr wrap="none" lIns="0" tIns="0" rIns="0" bIns="0" anchor="t">
            <a:noAutofit/>
          </a:bodyPr>
          <a:lstStyle>
            <a:defPPr algn="l">
              <a:defRPr sz="2175" b="0">
                <a:solidFill>
                  <a:srgbClr val="146995"/>
                </a:solidFill>
                <a:latin typeface="Malgun Gothic"/>
                <a:ea typeface="Malgun Gothic"/>
                <a:cs typeface="Malgun Gothic"/>
              </a:defRPr>
            </a:defPPr>
          </a:lstStyle>
          <a:p>
            <a:pPr algn="l">
              <a:lnSpc>
                <a:spcPct val="112000"/>
              </a:lnSpc>
              <a:buNone/>
              <a:defRPr sz="2175" b="0">
                <a:solidFill>
                  <a:srgbClr val="146995"/>
                </a:solidFill>
                <a:latin typeface="Malgun Gothic"/>
                <a:ea typeface="Malgun Gothic"/>
                <a:cs typeface="Malgun Gothic"/>
              </a:defRPr>
            </a:pPr>
            <a:r>
              <a:rPr sz="2175" b="0">
                <a:solidFill>
                  <a:srgbClr val="146995"/>
                </a:solidFill>
                <a:latin typeface="Malgun Gothic"/>
                <a:ea typeface="Malgun Gothic"/>
                <a:cs typeface="Malgun Gothic"/>
              </a:rPr>
              <a:t>모든 색이 첫 칸과 같으면</a:t>
            </a:r>
          </a:p>
          <a:p>
            <a:pPr algn="l">
              <a:lnSpc>
                <a:spcPct val="112000"/>
              </a:lnSpc>
              <a:buNone/>
              <a:defRPr sz="2175" b="0">
                <a:solidFill>
                  <a:srgbClr val="146995"/>
                </a:solidFill>
                <a:latin typeface="Malgun Gothic"/>
                <a:ea typeface="Malgun Gothic"/>
                <a:cs typeface="Malgun Gothic"/>
              </a:defRPr>
            </a:pPr>
            <a:r>
              <a:rPr sz="2175" b="0">
                <a:solidFill>
                  <a:srgbClr val="146995"/>
                </a:solidFill>
                <a:latin typeface="Malgun Gothic"/>
                <a:ea typeface="Malgun Gothic"/>
                <a:cs typeface="Malgun Gothic"/>
              </a:rPr>
              <a:t>return str(color)</a:t>
            </a:r>
          </a:p>
        </p:txBody>
      </p:sp>
      <p:sp>
        <p:nvSpPr>
          <p:cNvPr id="47" name="shape-356">
            <a:extLst>
              <a:ext uri="{FF2B5EF4-FFF2-40B4-BE49-F238E27FC236}">
                <a16:creationId xmlns:a16="http://schemas.microsoft.com/office/drawing/2014/main" id="{18A15C2C-9FF1-4A88-A6AC-1AF36896748E}"/>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n은 한 변의 칸 수이며 1, 2, 4, 8, …입니다. 이 영역의 전체 칸 수는 n×n입니다.</a:t>
            </a:r>
          </a:p>
        </p:txBody>
      </p:sp>
    </p:spTree>
    <p:extLst>
      <p:ext uri="{BB962C8B-B14F-4D97-AF65-F5344CB8AC3E}">
        <p14:creationId xmlns:p14="http://schemas.microsoft.com/office/powerpoint/2010/main" val="453885910"/>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hape-357">
            <a:extLst>
              <a:ext uri="{FF2B5EF4-FFF2-40B4-BE49-F238E27FC236}">
                <a16:creationId xmlns:a16="http://schemas.microsoft.com/office/drawing/2014/main" id="{0E47CC1B-0926-43FD-918D-B7727BAA0DC0}"/>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358">
            <a:extLst>
              <a:ext uri="{FF2B5EF4-FFF2-40B4-BE49-F238E27FC236}">
                <a16:creationId xmlns:a16="http://schemas.microsoft.com/office/drawing/2014/main" id="{A07EF929-190F-4038-9601-6E072B6A129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359">
            <a:extLst>
              <a:ext uri="{FF2B5EF4-FFF2-40B4-BE49-F238E27FC236}">
                <a16:creationId xmlns:a16="http://schemas.microsoft.com/office/drawing/2014/main" id="{CB8C6928-6BEF-4245-8BB3-5C434F0400D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혼합 영역의 네 호출: 크기는 절반으로</a:t>
            </a:r>
          </a:p>
        </p:txBody>
      </p:sp>
      <p:sp>
        <p:nvSpPr>
          <p:cNvPr id="4" name="shape-360">
            <a:extLst>
              <a:ext uri="{FF2B5EF4-FFF2-40B4-BE49-F238E27FC236}">
                <a16:creationId xmlns:a16="http://schemas.microsoft.com/office/drawing/2014/main" id="{FC93BC19-929A-4D2A-B882-DC6F83B744AB}"/>
              </a:ext>
            </a:extLst>
          </p:cNvPr>
          <p:cNvSpPr>
            <a:spLocks noGrp="1"/>
          </p:cNvSpPr>
          <p:nvPr/>
        </p:nvSpPr>
        <p:spPr>
          <a:xfrm>
            <a:off x="609600" y="1381125"/>
            <a:ext cx="10972800" cy="9525"/>
          </a:xfrm>
          <a:prstGeom prst="rect">
            <a:avLst/>
          </a:prstGeom>
          <a:solidFill>
            <a:srgbClr val="151515"/>
          </a:solidFill>
          <a:ln w="0">
            <a:noFill/>
          </a:ln>
        </p:spPr>
      </p:sp>
      <p:sp>
        <p:nvSpPr>
          <p:cNvPr id="5" name="shape-361">
            <a:extLst>
              <a:ext uri="{FF2B5EF4-FFF2-40B4-BE49-F238E27FC236}">
                <a16:creationId xmlns:a16="http://schemas.microsoft.com/office/drawing/2014/main" id="{180309B7-10E6-467F-BA93-06D1C88CC94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2F2C273-68A1-473D-AA5A-52F3FAB76A7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210</a:t>
            </a:r>
            <a:endParaRPr sz="1050" b="0">
              <a:solidFill>
                <a:srgbClr val="151515"/>
              </a:solidFill>
              <a:latin typeface="Consolas"/>
              <a:ea typeface="Consolas"/>
              <a:cs typeface="Consolas"/>
            </a:endParaRPr>
          </a:p>
        </p:txBody>
      </p:sp>
      <p:sp>
        <p:nvSpPr>
          <p:cNvPr id="7" name="shape-363">
            <a:extLst>
              <a:ext uri="{FF2B5EF4-FFF2-40B4-BE49-F238E27FC236}">
                <a16:creationId xmlns:a16="http://schemas.microsoft.com/office/drawing/2014/main" id="{8455291D-06ED-44A3-956E-454EE7C67C8C}"/>
              </a:ext>
            </a:extLst>
          </p:cNvPr>
          <p:cNvSpPr>
            <a:spLocks noGrp="1"/>
          </p:cNvSpPr>
          <p:nvPr/>
        </p:nvSpPr>
        <p:spPr>
          <a:xfrm>
            <a:off x="609600" y="1743075"/>
            <a:ext cx="4857750" cy="409575"/>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12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예: x=0, y=0, n=4</a:t>
            </a:r>
          </a:p>
        </p:txBody>
      </p:sp>
      <p:sp>
        <p:nvSpPr>
          <p:cNvPr id="8" name="shape-364">
            <a:extLst>
              <a:ext uri="{FF2B5EF4-FFF2-40B4-BE49-F238E27FC236}">
                <a16:creationId xmlns:a16="http://schemas.microsoft.com/office/drawing/2014/main" id="{8EAAD711-4251-4BAD-8B64-49577BBDAB32}"/>
              </a:ext>
            </a:extLst>
          </p:cNvPr>
          <p:cNvSpPr>
            <a:spLocks noGrp="1"/>
          </p:cNvSpPr>
          <p:nvPr/>
        </p:nvSpPr>
        <p:spPr>
          <a:xfrm>
            <a:off x="895350" y="2590800"/>
            <a:ext cx="685800" cy="685800"/>
          </a:xfrm>
          <a:prstGeom prst="rect">
            <a:avLst/>
          </a:prstGeom>
          <a:solidFill>
            <a:srgbClr val="FFFFFF"/>
          </a:solidFill>
          <a:ln w="9525">
            <a:solidFill>
              <a:srgbClr val="A9B1B6"/>
            </a:solidFill>
          </a:ln>
        </p:spPr>
      </p:sp>
      <p:sp>
        <p:nvSpPr>
          <p:cNvPr id="9" name="shape-365">
            <a:extLst>
              <a:ext uri="{FF2B5EF4-FFF2-40B4-BE49-F238E27FC236}">
                <a16:creationId xmlns:a16="http://schemas.microsoft.com/office/drawing/2014/main" id="{E90F56AB-488F-48E2-94C8-6A0E89FBB81D}"/>
              </a:ext>
            </a:extLst>
          </p:cNvPr>
          <p:cNvSpPr>
            <a:spLocks noGrp="1"/>
          </p:cNvSpPr>
          <p:nvPr/>
        </p:nvSpPr>
        <p:spPr>
          <a:xfrm>
            <a:off x="895350" y="27142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0" name="shape-366">
            <a:extLst>
              <a:ext uri="{FF2B5EF4-FFF2-40B4-BE49-F238E27FC236}">
                <a16:creationId xmlns:a16="http://schemas.microsoft.com/office/drawing/2014/main" id="{A10E3F22-B483-41AE-98D1-5BBD0F8CED4C}"/>
              </a:ext>
            </a:extLst>
          </p:cNvPr>
          <p:cNvSpPr>
            <a:spLocks noGrp="1"/>
          </p:cNvSpPr>
          <p:nvPr/>
        </p:nvSpPr>
        <p:spPr>
          <a:xfrm>
            <a:off x="1581150" y="2590800"/>
            <a:ext cx="685800" cy="685800"/>
          </a:xfrm>
          <a:prstGeom prst="rect">
            <a:avLst/>
          </a:prstGeom>
          <a:solidFill>
            <a:srgbClr val="FFFFFF"/>
          </a:solidFill>
          <a:ln w="9525">
            <a:solidFill>
              <a:srgbClr val="A9B1B6"/>
            </a:solidFill>
          </a:ln>
        </p:spPr>
      </p:sp>
      <p:sp>
        <p:nvSpPr>
          <p:cNvPr id="11" name="shape-367">
            <a:extLst>
              <a:ext uri="{FF2B5EF4-FFF2-40B4-BE49-F238E27FC236}">
                <a16:creationId xmlns:a16="http://schemas.microsoft.com/office/drawing/2014/main" id="{74B86344-E39E-4C66-9A85-02A12E8649E0}"/>
              </a:ext>
            </a:extLst>
          </p:cNvPr>
          <p:cNvSpPr>
            <a:spLocks noGrp="1"/>
          </p:cNvSpPr>
          <p:nvPr/>
        </p:nvSpPr>
        <p:spPr>
          <a:xfrm>
            <a:off x="1581150" y="27142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2" name="shape-368">
            <a:extLst>
              <a:ext uri="{FF2B5EF4-FFF2-40B4-BE49-F238E27FC236}">
                <a16:creationId xmlns:a16="http://schemas.microsoft.com/office/drawing/2014/main" id="{5B7D7A05-E2FE-4875-97DB-31FD7344A60C}"/>
              </a:ext>
            </a:extLst>
          </p:cNvPr>
          <p:cNvSpPr>
            <a:spLocks noGrp="1"/>
          </p:cNvSpPr>
          <p:nvPr/>
        </p:nvSpPr>
        <p:spPr>
          <a:xfrm>
            <a:off x="2266950" y="2590800"/>
            <a:ext cx="685800" cy="685800"/>
          </a:xfrm>
          <a:prstGeom prst="rect">
            <a:avLst/>
          </a:prstGeom>
          <a:solidFill>
            <a:srgbClr val="26323B"/>
          </a:solidFill>
          <a:ln w="9525">
            <a:solidFill>
              <a:srgbClr val="A9B1B6"/>
            </a:solidFill>
          </a:ln>
        </p:spPr>
      </p:sp>
      <p:sp>
        <p:nvSpPr>
          <p:cNvPr id="13" name="shape-369">
            <a:extLst>
              <a:ext uri="{FF2B5EF4-FFF2-40B4-BE49-F238E27FC236}">
                <a16:creationId xmlns:a16="http://schemas.microsoft.com/office/drawing/2014/main" id="{F06069ED-F0D4-4990-8097-4F0FECA2B415}"/>
              </a:ext>
            </a:extLst>
          </p:cNvPr>
          <p:cNvSpPr>
            <a:spLocks noGrp="1"/>
          </p:cNvSpPr>
          <p:nvPr/>
        </p:nvSpPr>
        <p:spPr>
          <a:xfrm>
            <a:off x="2266950" y="27142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14" name="shape-370">
            <a:extLst>
              <a:ext uri="{FF2B5EF4-FFF2-40B4-BE49-F238E27FC236}">
                <a16:creationId xmlns:a16="http://schemas.microsoft.com/office/drawing/2014/main" id="{1FBC6531-2620-4E37-94EA-93D2BF716098}"/>
              </a:ext>
            </a:extLst>
          </p:cNvPr>
          <p:cNvSpPr>
            <a:spLocks noGrp="1"/>
          </p:cNvSpPr>
          <p:nvPr/>
        </p:nvSpPr>
        <p:spPr>
          <a:xfrm>
            <a:off x="2952750" y="2590800"/>
            <a:ext cx="685800" cy="685800"/>
          </a:xfrm>
          <a:prstGeom prst="rect">
            <a:avLst/>
          </a:prstGeom>
          <a:solidFill>
            <a:srgbClr val="26323B"/>
          </a:solidFill>
          <a:ln w="9525">
            <a:solidFill>
              <a:srgbClr val="A9B1B6"/>
            </a:solidFill>
          </a:ln>
        </p:spPr>
      </p:sp>
      <p:sp>
        <p:nvSpPr>
          <p:cNvPr id="15" name="shape-371">
            <a:extLst>
              <a:ext uri="{FF2B5EF4-FFF2-40B4-BE49-F238E27FC236}">
                <a16:creationId xmlns:a16="http://schemas.microsoft.com/office/drawing/2014/main" id="{40865095-38F8-4DBA-A213-CE693FAE7466}"/>
              </a:ext>
            </a:extLst>
          </p:cNvPr>
          <p:cNvSpPr>
            <a:spLocks noGrp="1"/>
          </p:cNvSpPr>
          <p:nvPr/>
        </p:nvSpPr>
        <p:spPr>
          <a:xfrm>
            <a:off x="2952750" y="27142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16" name="shape-372">
            <a:extLst>
              <a:ext uri="{FF2B5EF4-FFF2-40B4-BE49-F238E27FC236}">
                <a16:creationId xmlns:a16="http://schemas.microsoft.com/office/drawing/2014/main" id="{5CB2F758-5DDF-4CB2-B3B1-4CD3A190466F}"/>
              </a:ext>
            </a:extLst>
          </p:cNvPr>
          <p:cNvSpPr>
            <a:spLocks noGrp="1"/>
          </p:cNvSpPr>
          <p:nvPr/>
        </p:nvSpPr>
        <p:spPr>
          <a:xfrm>
            <a:off x="895350" y="3276600"/>
            <a:ext cx="685800" cy="685800"/>
          </a:xfrm>
          <a:prstGeom prst="rect">
            <a:avLst/>
          </a:prstGeom>
          <a:solidFill>
            <a:srgbClr val="FFFFFF"/>
          </a:solidFill>
          <a:ln w="9525">
            <a:solidFill>
              <a:srgbClr val="A9B1B6"/>
            </a:solidFill>
          </a:ln>
        </p:spPr>
      </p:sp>
      <p:sp>
        <p:nvSpPr>
          <p:cNvPr id="17" name="shape-373">
            <a:extLst>
              <a:ext uri="{FF2B5EF4-FFF2-40B4-BE49-F238E27FC236}">
                <a16:creationId xmlns:a16="http://schemas.microsoft.com/office/drawing/2014/main" id="{0FAD99FE-E971-4563-847B-8372531F73E0}"/>
              </a:ext>
            </a:extLst>
          </p:cNvPr>
          <p:cNvSpPr>
            <a:spLocks noGrp="1"/>
          </p:cNvSpPr>
          <p:nvPr/>
        </p:nvSpPr>
        <p:spPr>
          <a:xfrm>
            <a:off x="895350" y="34000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8" name="shape-374">
            <a:extLst>
              <a:ext uri="{FF2B5EF4-FFF2-40B4-BE49-F238E27FC236}">
                <a16:creationId xmlns:a16="http://schemas.microsoft.com/office/drawing/2014/main" id="{431ADE44-36FC-4F46-BF01-065ED84E44CC}"/>
              </a:ext>
            </a:extLst>
          </p:cNvPr>
          <p:cNvSpPr>
            <a:spLocks noGrp="1"/>
          </p:cNvSpPr>
          <p:nvPr/>
        </p:nvSpPr>
        <p:spPr>
          <a:xfrm>
            <a:off x="1581150" y="3276600"/>
            <a:ext cx="685800" cy="685800"/>
          </a:xfrm>
          <a:prstGeom prst="rect">
            <a:avLst/>
          </a:prstGeom>
          <a:solidFill>
            <a:srgbClr val="FFFFFF"/>
          </a:solidFill>
          <a:ln w="9525">
            <a:solidFill>
              <a:srgbClr val="A9B1B6"/>
            </a:solidFill>
          </a:ln>
        </p:spPr>
      </p:sp>
      <p:sp>
        <p:nvSpPr>
          <p:cNvPr id="19" name="shape-375">
            <a:extLst>
              <a:ext uri="{FF2B5EF4-FFF2-40B4-BE49-F238E27FC236}">
                <a16:creationId xmlns:a16="http://schemas.microsoft.com/office/drawing/2014/main" id="{9982FE0F-D30C-4B23-A83E-3DEEE9B426AC}"/>
              </a:ext>
            </a:extLst>
          </p:cNvPr>
          <p:cNvSpPr>
            <a:spLocks noGrp="1"/>
          </p:cNvSpPr>
          <p:nvPr/>
        </p:nvSpPr>
        <p:spPr>
          <a:xfrm>
            <a:off x="1581150" y="34000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0" name="shape-376">
            <a:extLst>
              <a:ext uri="{FF2B5EF4-FFF2-40B4-BE49-F238E27FC236}">
                <a16:creationId xmlns:a16="http://schemas.microsoft.com/office/drawing/2014/main" id="{7EDE89EC-3D24-42A5-B751-2C0C6F66A5F1}"/>
              </a:ext>
            </a:extLst>
          </p:cNvPr>
          <p:cNvSpPr>
            <a:spLocks noGrp="1"/>
          </p:cNvSpPr>
          <p:nvPr/>
        </p:nvSpPr>
        <p:spPr>
          <a:xfrm>
            <a:off x="2266950" y="3276600"/>
            <a:ext cx="685800" cy="685800"/>
          </a:xfrm>
          <a:prstGeom prst="rect">
            <a:avLst/>
          </a:prstGeom>
          <a:solidFill>
            <a:srgbClr val="26323B"/>
          </a:solidFill>
          <a:ln w="9525">
            <a:solidFill>
              <a:srgbClr val="A9B1B6"/>
            </a:solidFill>
          </a:ln>
        </p:spPr>
      </p:sp>
      <p:sp>
        <p:nvSpPr>
          <p:cNvPr id="21" name="shape-377">
            <a:extLst>
              <a:ext uri="{FF2B5EF4-FFF2-40B4-BE49-F238E27FC236}">
                <a16:creationId xmlns:a16="http://schemas.microsoft.com/office/drawing/2014/main" id="{2EC7E319-3ACC-4CC2-8731-BD86B6D039E3}"/>
              </a:ext>
            </a:extLst>
          </p:cNvPr>
          <p:cNvSpPr>
            <a:spLocks noGrp="1"/>
          </p:cNvSpPr>
          <p:nvPr/>
        </p:nvSpPr>
        <p:spPr>
          <a:xfrm>
            <a:off x="2266950" y="34000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22" name="shape-378">
            <a:extLst>
              <a:ext uri="{FF2B5EF4-FFF2-40B4-BE49-F238E27FC236}">
                <a16:creationId xmlns:a16="http://schemas.microsoft.com/office/drawing/2014/main" id="{985F7C84-5316-4E2D-9A16-193BAB0C4BB1}"/>
              </a:ext>
            </a:extLst>
          </p:cNvPr>
          <p:cNvSpPr>
            <a:spLocks noGrp="1"/>
          </p:cNvSpPr>
          <p:nvPr/>
        </p:nvSpPr>
        <p:spPr>
          <a:xfrm>
            <a:off x="2952750" y="3276600"/>
            <a:ext cx="685800" cy="685800"/>
          </a:xfrm>
          <a:prstGeom prst="rect">
            <a:avLst/>
          </a:prstGeom>
          <a:solidFill>
            <a:srgbClr val="26323B"/>
          </a:solidFill>
          <a:ln w="9525">
            <a:solidFill>
              <a:srgbClr val="A9B1B6"/>
            </a:solidFill>
          </a:ln>
        </p:spPr>
      </p:sp>
      <p:sp>
        <p:nvSpPr>
          <p:cNvPr id="23" name="shape-379">
            <a:extLst>
              <a:ext uri="{FF2B5EF4-FFF2-40B4-BE49-F238E27FC236}">
                <a16:creationId xmlns:a16="http://schemas.microsoft.com/office/drawing/2014/main" id="{0EDF2C51-0CC8-4C48-B946-A9BCD83D8FC7}"/>
              </a:ext>
            </a:extLst>
          </p:cNvPr>
          <p:cNvSpPr>
            <a:spLocks noGrp="1"/>
          </p:cNvSpPr>
          <p:nvPr/>
        </p:nvSpPr>
        <p:spPr>
          <a:xfrm>
            <a:off x="2952750" y="34000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24" name="shape-380">
            <a:extLst>
              <a:ext uri="{FF2B5EF4-FFF2-40B4-BE49-F238E27FC236}">
                <a16:creationId xmlns:a16="http://schemas.microsoft.com/office/drawing/2014/main" id="{ECD3C85D-1558-4E75-A383-4A5E50C68533}"/>
              </a:ext>
            </a:extLst>
          </p:cNvPr>
          <p:cNvSpPr>
            <a:spLocks noGrp="1"/>
          </p:cNvSpPr>
          <p:nvPr/>
        </p:nvSpPr>
        <p:spPr>
          <a:xfrm>
            <a:off x="895350" y="3962400"/>
            <a:ext cx="685800" cy="685800"/>
          </a:xfrm>
          <a:prstGeom prst="rect">
            <a:avLst/>
          </a:prstGeom>
          <a:solidFill>
            <a:srgbClr val="26323B"/>
          </a:solidFill>
          <a:ln w="9525">
            <a:solidFill>
              <a:srgbClr val="A9B1B6"/>
            </a:solidFill>
          </a:ln>
        </p:spPr>
      </p:sp>
      <p:sp>
        <p:nvSpPr>
          <p:cNvPr id="25" name="shape-381">
            <a:extLst>
              <a:ext uri="{FF2B5EF4-FFF2-40B4-BE49-F238E27FC236}">
                <a16:creationId xmlns:a16="http://schemas.microsoft.com/office/drawing/2014/main" id="{2DCB454A-12F7-4288-B1A0-3829212FB720}"/>
              </a:ext>
            </a:extLst>
          </p:cNvPr>
          <p:cNvSpPr>
            <a:spLocks noGrp="1"/>
          </p:cNvSpPr>
          <p:nvPr/>
        </p:nvSpPr>
        <p:spPr>
          <a:xfrm>
            <a:off x="895350" y="40858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26" name="shape-382">
            <a:extLst>
              <a:ext uri="{FF2B5EF4-FFF2-40B4-BE49-F238E27FC236}">
                <a16:creationId xmlns:a16="http://schemas.microsoft.com/office/drawing/2014/main" id="{781AE78A-0013-4FC9-8F12-8CA6CFF1352D}"/>
              </a:ext>
            </a:extLst>
          </p:cNvPr>
          <p:cNvSpPr>
            <a:spLocks noGrp="1"/>
          </p:cNvSpPr>
          <p:nvPr/>
        </p:nvSpPr>
        <p:spPr>
          <a:xfrm>
            <a:off x="1581150" y="3962400"/>
            <a:ext cx="685800" cy="685800"/>
          </a:xfrm>
          <a:prstGeom prst="rect">
            <a:avLst/>
          </a:prstGeom>
          <a:solidFill>
            <a:srgbClr val="26323B"/>
          </a:solidFill>
          <a:ln w="9525">
            <a:solidFill>
              <a:srgbClr val="A9B1B6"/>
            </a:solidFill>
          </a:ln>
        </p:spPr>
      </p:sp>
      <p:sp>
        <p:nvSpPr>
          <p:cNvPr id="27" name="shape-383">
            <a:extLst>
              <a:ext uri="{FF2B5EF4-FFF2-40B4-BE49-F238E27FC236}">
                <a16:creationId xmlns:a16="http://schemas.microsoft.com/office/drawing/2014/main" id="{F2E1D846-8F08-4B88-AFC6-1ADABC75F2E4}"/>
              </a:ext>
            </a:extLst>
          </p:cNvPr>
          <p:cNvSpPr>
            <a:spLocks noGrp="1"/>
          </p:cNvSpPr>
          <p:nvPr/>
        </p:nvSpPr>
        <p:spPr>
          <a:xfrm>
            <a:off x="1581150" y="40858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28" name="shape-384">
            <a:extLst>
              <a:ext uri="{FF2B5EF4-FFF2-40B4-BE49-F238E27FC236}">
                <a16:creationId xmlns:a16="http://schemas.microsoft.com/office/drawing/2014/main" id="{EE082DA2-73D7-4401-85FB-6FA1CC90E4A4}"/>
              </a:ext>
            </a:extLst>
          </p:cNvPr>
          <p:cNvSpPr>
            <a:spLocks noGrp="1"/>
          </p:cNvSpPr>
          <p:nvPr/>
        </p:nvSpPr>
        <p:spPr>
          <a:xfrm>
            <a:off x="2266950" y="3962400"/>
            <a:ext cx="685800" cy="685800"/>
          </a:xfrm>
          <a:prstGeom prst="rect">
            <a:avLst/>
          </a:prstGeom>
          <a:solidFill>
            <a:srgbClr val="FFFFFF"/>
          </a:solidFill>
          <a:ln w="9525">
            <a:solidFill>
              <a:srgbClr val="A9B1B6"/>
            </a:solidFill>
          </a:ln>
        </p:spPr>
      </p:sp>
      <p:sp>
        <p:nvSpPr>
          <p:cNvPr id="29" name="shape-385">
            <a:extLst>
              <a:ext uri="{FF2B5EF4-FFF2-40B4-BE49-F238E27FC236}">
                <a16:creationId xmlns:a16="http://schemas.microsoft.com/office/drawing/2014/main" id="{6BA788CC-43DA-4D81-BBF4-A85658F568F8}"/>
              </a:ext>
            </a:extLst>
          </p:cNvPr>
          <p:cNvSpPr>
            <a:spLocks noGrp="1"/>
          </p:cNvSpPr>
          <p:nvPr/>
        </p:nvSpPr>
        <p:spPr>
          <a:xfrm>
            <a:off x="2266950" y="40858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0" name="shape-386">
            <a:extLst>
              <a:ext uri="{FF2B5EF4-FFF2-40B4-BE49-F238E27FC236}">
                <a16:creationId xmlns:a16="http://schemas.microsoft.com/office/drawing/2014/main" id="{947D66D8-E995-4374-B51A-D121CA330737}"/>
              </a:ext>
            </a:extLst>
          </p:cNvPr>
          <p:cNvSpPr>
            <a:spLocks noGrp="1"/>
          </p:cNvSpPr>
          <p:nvPr/>
        </p:nvSpPr>
        <p:spPr>
          <a:xfrm>
            <a:off x="2952750" y="3962400"/>
            <a:ext cx="685800" cy="685800"/>
          </a:xfrm>
          <a:prstGeom prst="rect">
            <a:avLst/>
          </a:prstGeom>
          <a:solidFill>
            <a:srgbClr val="FFFFFF"/>
          </a:solidFill>
          <a:ln w="9525">
            <a:solidFill>
              <a:srgbClr val="A9B1B6"/>
            </a:solidFill>
          </a:ln>
        </p:spPr>
      </p:sp>
      <p:sp>
        <p:nvSpPr>
          <p:cNvPr id="31" name="shape-387">
            <a:extLst>
              <a:ext uri="{FF2B5EF4-FFF2-40B4-BE49-F238E27FC236}">
                <a16:creationId xmlns:a16="http://schemas.microsoft.com/office/drawing/2014/main" id="{971D387B-72A7-45E5-9259-493CB0479D84}"/>
              </a:ext>
            </a:extLst>
          </p:cNvPr>
          <p:cNvSpPr>
            <a:spLocks noGrp="1"/>
          </p:cNvSpPr>
          <p:nvPr/>
        </p:nvSpPr>
        <p:spPr>
          <a:xfrm>
            <a:off x="2952750" y="40858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2" name="shape-388">
            <a:extLst>
              <a:ext uri="{FF2B5EF4-FFF2-40B4-BE49-F238E27FC236}">
                <a16:creationId xmlns:a16="http://schemas.microsoft.com/office/drawing/2014/main" id="{906A9BD9-082E-4198-AEDE-053C9A89E2CA}"/>
              </a:ext>
            </a:extLst>
          </p:cNvPr>
          <p:cNvSpPr>
            <a:spLocks noGrp="1"/>
          </p:cNvSpPr>
          <p:nvPr/>
        </p:nvSpPr>
        <p:spPr>
          <a:xfrm>
            <a:off x="895350" y="4648200"/>
            <a:ext cx="685800" cy="685800"/>
          </a:xfrm>
          <a:prstGeom prst="rect">
            <a:avLst/>
          </a:prstGeom>
          <a:solidFill>
            <a:srgbClr val="26323B"/>
          </a:solidFill>
          <a:ln w="9525">
            <a:solidFill>
              <a:srgbClr val="A9B1B6"/>
            </a:solidFill>
          </a:ln>
        </p:spPr>
      </p:sp>
      <p:sp>
        <p:nvSpPr>
          <p:cNvPr id="33" name="shape-389">
            <a:extLst>
              <a:ext uri="{FF2B5EF4-FFF2-40B4-BE49-F238E27FC236}">
                <a16:creationId xmlns:a16="http://schemas.microsoft.com/office/drawing/2014/main" id="{73D71E44-86C6-41DA-9934-E5DE22E60727}"/>
              </a:ext>
            </a:extLst>
          </p:cNvPr>
          <p:cNvSpPr>
            <a:spLocks noGrp="1"/>
          </p:cNvSpPr>
          <p:nvPr/>
        </p:nvSpPr>
        <p:spPr>
          <a:xfrm>
            <a:off x="895350" y="47716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34" name="shape-390">
            <a:extLst>
              <a:ext uri="{FF2B5EF4-FFF2-40B4-BE49-F238E27FC236}">
                <a16:creationId xmlns:a16="http://schemas.microsoft.com/office/drawing/2014/main" id="{1ED63208-07D2-4C65-AFF0-73C138E21245}"/>
              </a:ext>
            </a:extLst>
          </p:cNvPr>
          <p:cNvSpPr>
            <a:spLocks noGrp="1"/>
          </p:cNvSpPr>
          <p:nvPr/>
        </p:nvSpPr>
        <p:spPr>
          <a:xfrm>
            <a:off x="1581150" y="4648200"/>
            <a:ext cx="685800" cy="685800"/>
          </a:xfrm>
          <a:prstGeom prst="rect">
            <a:avLst/>
          </a:prstGeom>
          <a:solidFill>
            <a:srgbClr val="26323B"/>
          </a:solidFill>
          <a:ln w="9525">
            <a:solidFill>
              <a:srgbClr val="A9B1B6"/>
            </a:solidFill>
          </a:ln>
        </p:spPr>
      </p:sp>
      <p:sp>
        <p:nvSpPr>
          <p:cNvPr id="35" name="shape-391">
            <a:extLst>
              <a:ext uri="{FF2B5EF4-FFF2-40B4-BE49-F238E27FC236}">
                <a16:creationId xmlns:a16="http://schemas.microsoft.com/office/drawing/2014/main" id="{AC0A0A13-81EC-4F5B-94C3-1F177692F2B6}"/>
              </a:ext>
            </a:extLst>
          </p:cNvPr>
          <p:cNvSpPr>
            <a:spLocks noGrp="1"/>
          </p:cNvSpPr>
          <p:nvPr/>
        </p:nvSpPr>
        <p:spPr>
          <a:xfrm>
            <a:off x="1581150" y="47716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36" name="shape-392">
            <a:extLst>
              <a:ext uri="{FF2B5EF4-FFF2-40B4-BE49-F238E27FC236}">
                <a16:creationId xmlns:a16="http://schemas.microsoft.com/office/drawing/2014/main" id="{99C3CBD0-8570-4602-A6F6-72F9CF7F318F}"/>
              </a:ext>
            </a:extLst>
          </p:cNvPr>
          <p:cNvSpPr>
            <a:spLocks noGrp="1"/>
          </p:cNvSpPr>
          <p:nvPr/>
        </p:nvSpPr>
        <p:spPr>
          <a:xfrm>
            <a:off x="2266950" y="4648200"/>
            <a:ext cx="685800" cy="685800"/>
          </a:xfrm>
          <a:prstGeom prst="rect">
            <a:avLst/>
          </a:prstGeom>
          <a:solidFill>
            <a:srgbClr val="FFFFFF"/>
          </a:solidFill>
          <a:ln w="9525">
            <a:solidFill>
              <a:srgbClr val="A9B1B6"/>
            </a:solidFill>
          </a:ln>
        </p:spPr>
      </p:sp>
      <p:sp>
        <p:nvSpPr>
          <p:cNvPr id="37" name="shape-393">
            <a:extLst>
              <a:ext uri="{FF2B5EF4-FFF2-40B4-BE49-F238E27FC236}">
                <a16:creationId xmlns:a16="http://schemas.microsoft.com/office/drawing/2014/main" id="{21566029-5F85-4F35-B72B-B7A0707AFC8A}"/>
              </a:ext>
            </a:extLst>
          </p:cNvPr>
          <p:cNvSpPr>
            <a:spLocks noGrp="1"/>
          </p:cNvSpPr>
          <p:nvPr/>
        </p:nvSpPr>
        <p:spPr>
          <a:xfrm>
            <a:off x="2266950" y="47716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8" name="shape-394">
            <a:extLst>
              <a:ext uri="{FF2B5EF4-FFF2-40B4-BE49-F238E27FC236}">
                <a16:creationId xmlns:a16="http://schemas.microsoft.com/office/drawing/2014/main" id="{7E05F1BD-9C16-4B0E-A2F6-01CB0B42EDC9}"/>
              </a:ext>
            </a:extLst>
          </p:cNvPr>
          <p:cNvSpPr>
            <a:spLocks noGrp="1"/>
          </p:cNvSpPr>
          <p:nvPr/>
        </p:nvSpPr>
        <p:spPr>
          <a:xfrm>
            <a:off x="2952750" y="4648200"/>
            <a:ext cx="685800" cy="685800"/>
          </a:xfrm>
          <a:prstGeom prst="rect">
            <a:avLst/>
          </a:prstGeom>
          <a:solidFill>
            <a:srgbClr val="FFFFFF"/>
          </a:solidFill>
          <a:ln w="9525">
            <a:solidFill>
              <a:srgbClr val="A9B1B6"/>
            </a:solidFill>
          </a:ln>
        </p:spPr>
      </p:sp>
      <p:sp>
        <p:nvSpPr>
          <p:cNvPr id="39" name="shape-395">
            <a:extLst>
              <a:ext uri="{FF2B5EF4-FFF2-40B4-BE49-F238E27FC236}">
                <a16:creationId xmlns:a16="http://schemas.microsoft.com/office/drawing/2014/main" id="{8A631C48-1CF3-463D-BD13-4B856C0B17E5}"/>
              </a:ext>
            </a:extLst>
          </p:cNvPr>
          <p:cNvSpPr>
            <a:spLocks noGrp="1"/>
          </p:cNvSpPr>
          <p:nvPr/>
        </p:nvSpPr>
        <p:spPr>
          <a:xfrm>
            <a:off x="2952750" y="47716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40" name="shape-396">
            <a:extLst>
              <a:ext uri="{FF2B5EF4-FFF2-40B4-BE49-F238E27FC236}">
                <a16:creationId xmlns:a16="http://schemas.microsoft.com/office/drawing/2014/main" id="{34BEF928-4732-41AE-A088-1ED35189605F}"/>
              </a:ext>
            </a:extLst>
          </p:cNvPr>
          <p:cNvSpPr>
            <a:spLocks noGrp="1"/>
          </p:cNvSpPr>
          <p:nvPr/>
        </p:nvSpPr>
        <p:spPr>
          <a:xfrm>
            <a:off x="2252663" y="2590800"/>
            <a:ext cx="28575" cy="2743200"/>
          </a:xfrm>
          <a:prstGeom prst="rect">
            <a:avLst/>
          </a:prstGeom>
          <a:solidFill>
            <a:srgbClr val="146995"/>
          </a:solidFill>
          <a:ln w="0">
            <a:noFill/>
          </a:ln>
        </p:spPr>
      </p:sp>
      <p:sp>
        <p:nvSpPr>
          <p:cNvPr id="41" name="shape-397">
            <a:extLst>
              <a:ext uri="{FF2B5EF4-FFF2-40B4-BE49-F238E27FC236}">
                <a16:creationId xmlns:a16="http://schemas.microsoft.com/office/drawing/2014/main" id="{BA046AD7-7528-42F0-8B1C-1ACA6FD634C6}"/>
              </a:ext>
            </a:extLst>
          </p:cNvPr>
          <p:cNvSpPr>
            <a:spLocks noGrp="1"/>
          </p:cNvSpPr>
          <p:nvPr/>
        </p:nvSpPr>
        <p:spPr>
          <a:xfrm>
            <a:off x="895350" y="3948113"/>
            <a:ext cx="2743200" cy="28575"/>
          </a:xfrm>
          <a:prstGeom prst="rect">
            <a:avLst/>
          </a:prstGeom>
          <a:solidFill>
            <a:srgbClr val="146995"/>
          </a:solidFill>
          <a:ln w="0">
            <a:noFill/>
          </a:ln>
        </p:spPr>
      </p:sp>
      <p:sp>
        <p:nvSpPr>
          <p:cNvPr id="42" name="shape-398">
            <a:extLst>
              <a:ext uri="{FF2B5EF4-FFF2-40B4-BE49-F238E27FC236}">
                <a16:creationId xmlns:a16="http://schemas.microsoft.com/office/drawing/2014/main" id="{94938067-22E3-444B-9804-99014C1C31B9}"/>
              </a:ext>
            </a:extLst>
          </p:cNvPr>
          <p:cNvSpPr>
            <a:spLocks noGrp="1"/>
          </p:cNvSpPr>
          <p:nvPr/>
        </p:nvSpPr>
        <p:spPr>
          <a:xfrm>
            <a:off x="895350" y="2200275"/>
            <a:ext cx="1371600" cy="314325"/>
          </a:xfrm>
          <a:prstGeom prst="rect">
            <a:avLst/>
          </a:prstGeom>
          <a:noFill/>
          <a:ln w="0">
            <a:noFill/>
          </a:ln>
        </p:spPr>
        <p:txBody>
          <a:bodyPr wrap="none" lIns="0" tIns="0" rIns="0" bIns="0" anchor="t">
            <a:noAutofit/>
          </a:bodyPr>
          <a:lstStyle>
            <a:defPPr algn="ctr">
              <a:defRPr sz="1650" b="1">
                <a:solidFill>
                  <a:srgbClr val="146995"/>
                </a:solidFill>
                <a:latin typeface="Consolas"/>
                <a:ea typeface="Consolas"/>
                <a:cs typeface="Consolas"/>
              </a:defRPr>
            </a:defPPr>
          </a:lstStyle>
          <a:p>
            <a:pPr algn="ctr">
              <a:lnSpc>
                <a:spcPct val="112000"/>
              </a:lnSpc>
              <a:buNone/>
              <a:defRPr sz="1650" b="1">
                <a:solidFill>
                  <a:srgbClr val="146995"/>
                </a:solidFill>
                <a:latin typeface="Consolas"/>
                <a:ea typeface="Consolas"/>
                <a:cs typeface="Consolas"/>
              </a:defRPr>
            </a:pPr>
            <a:r>
              <a:rPr sz="1650" b="1">
                <a:solidFill>
                  <a:srgbClr val="146995"/>
                </a:solidFill>
                <a:latin typeface="Consolas"/>
                <a:ea typeface="Consolas"/>
                <a:cs typeface="Consolas"/>
              </a:rPr>
              <a:t>① (0,0)</a:t>
            </a:r>
          </a:p>
        </p:txBody>
      </p:sp>
      <p:sp>
        <p:nvSpPr>
          <p:cNvPr id="43" name="shape-399">
            <a:extLst>
              <a:ext uri="{FF2B5EF4-FFF2-40B4-BE49-F238E27FC236}">
                <a16:creationId xmlns:a16="http://schemas.microsoft.com/office/drawing/2014/main" id="{51041CEA-F192-40A6-8F61-709B675AD25C}"/>
              </a:ext>
            </a:extLst>
          </p:cNvPr>
          <p:cNvSpPr>
            <a:spLocks noGrp="1"/>
          </p:cNvSpPr>
          <p:nvPr/>
        </p:nvSpPr>
        <p:spPr>
          <a:xfrm>
            <a:off x="2276475" y="2200275"/>
            <a:ext cx="1371600" cy="314325"/>
          </a:xfrm>
          <a:prstGeom prst="rect">
            <a:avLst/>
          </a:prstGeom>
          <a:noFill/>
          <a:ln w="0">
            <a:noFill/>
          </a:ln>
        </p:spPr>
        <p:txBody>
          <a:bodyPr wrap="none" lIns="0" tIns="0" rIns="0" bIns="0" anchor="t">
            <a:noAutofit/>
          </a:bodyPr>
          <a:lstStyle>
            <a:defPPr algn="ctr">
              <a:defRPr sz="1650" b="1">
                <a:solidFill>
                  <a:srgbClr val="21744F"/>
                </a:solidFill>
                <a:latin typeface="Consolas"/>
                <a:ea typeface="Consolas"/>
                <a:cs typeface="Consolas"/>
              </a:defRPr>
            </a:defPPr>
          </a:lstStyle>
          <a:p>
            <a:pPr algn="ctr">
              <a:lnSpc>
                <a:spcPct val="112000"/>
              </a:lnSpc>
              <a:buNone/>
              <a:defRPr sz="1650" b="1">
                <a:solidFill>
                  <a:srgbClr val="21744F"/>
                </a:solidFill>
                <a:latin typeface="Consolas"/>
                <a:ea typeface="Consolas"/>
                <a:cs typeface="Consolas"/>
              </a:defRPr>
            </a:pPr>
            <a:r>
              <a:rPr sz="1650" b="1">
                <a:solidFill>
                  <a:srgbClr val="21744F"/>
                </a:solidFill>
                <a:latin typeface="Consolas"/>
                <a:ea typeface="Consolas"/>
                <a:cs typeface="Consolas"/>
              </a:rPr>
              <a:t>② (0,2)</a:t>
            </a:r>
          </a:p>
        </p:txBody>
      </p:sp>
      <p:sp>
        <p:nvSpPr>
          <p:cNvPr id="44" name="shape-400">
            <a:extLst>
              <a:ext uri="{FF2B5EF4-FFF2-40B4-BE49-F238E27FC236}">
                <a16:creationId xmlns:a16="http://schemas.microsoft.com/office/drawing/2014/main" id="{6882519D-F25C-4ADC-B53C-E833F177CB11}"/>
              </a:ext>
            </a:extLst>
          </p:cNvPr>
          <p:cNvSpPr>
            <a:spLocks noGrp="1"/>
          </p:cNvSpPr>
          <p:nvPr/>
        </p:nvSpPr>
        <p:spPr>
          <a:xfrm>
            <a:off x="895350" y="5505450"/>
            <a:ext cx="1371600" cy="314325"/>
          </a:xfrm>
          <a:prstGeom prst="rect">
            <a:avLst/>
          </a:prstGeom>
          <a:noFill/>
          <a:ln w="0">
            <a:noFill/>
          </a:ln>
        </p:spPr>
        <p:txBody>
          <a:bodyPr wrap="none" lIns="0" tIns="0" rIns="0" bIns="0" anchor="t">
            <a:noAutofit/>
          </a:bodyPr>
          <a:lstStyle>
            <a:defPPr algn="ctr">
              <a:defRPr sz="1650" b="1">
                <a:solidFill>
                  <a:srgbClr val="AD630C"/>
                </a:solidFill>
                <a:latin typeface="Consolas"/>
                <a:ea typeface="Consolas"/>
                <a:cs typeface="Consolas"/>
              </a:defRPr>
            </a:defPPr>
          </a:lstStyle>
          <a:p>
            <a:pPr algn="ctr">
              <a:lnSpc>
                <a:spcPct val="112000"/>
              </a:lnSpc>
              <a:buNone/>
              <a:defRPr sz="1650" b="1">
                <a:solidFill>
                  <a:srgbClr val="AD630C"/>
                </a:solidFill>
                <a:latin typeface="Consolas"/>
                <a:ea typeface="Consolas"/>
                <a:cs typeface="Consolas"/>
              </a:defRPr>
            </a:pPr>
            <a:r>
              <a:rPr sz="1650" b="1">
                <a:solidFill>
                  <a:srgbClr val="AD630C"/>
                </a:solidFill>
                <a:latin typeface="Consolas"/>
                <a:ea typeface="Consolas"/>
                <a:cs typeface="Consolas"/>
              </a:rPr>
              <a:t>③ (2,0)</a:t>
            </a:r>
          </a:p>
        </p:txBody>
      </p:sp>
      <p:sp>
        <p:nvSpPr>
          <p:cNvPr id="45" name="shape-401">
            <a:extLst>
              <a:ext uri="{FF2B5EF4-FFF2-40B4-BE49-F238E27FC236}">
                <a16:creationId xmlns:a16="http://schemas.microsoft.com/office/drawing/2014/main" id="{E79AD249-3AE8-4E7C-9D36-672E95EE8DB9}"/>
              </a:ext>
            </a:extLst>
          </p:cNvPr>
          <p:cNvSpPr>
            <a:spLocks noGrp="1"/>
          </p:cNvSpPr>
          <p:nvPr/>
        </p:nvSpPr>
        <p:spPr>
          <a:xfrm>
            <a:off x="2276475" y="5505450"/>
            <a:ext cx="1371600" cy="314325"/>
          </a:xfrm>
          <a:prstGeom prst="rect">
            <a:avLst/>
          </a:prstGeom>
          <a:noFill/>
          <a:ln w="0">
            <a:noFill/>
          </a:ln>
        </p:spPr>
        <p:txBody>
          <a:bodyPr wrap="none" lIns="0" tIns="0" rIns="0" bIns="0" anchor="t">
            <a:noAutofit/>
          </a:bodyPr>
          <a:lstStyle>
            <a:defPPr algn="ctr">
              <a:defRPr sz="1650" b="1">
                <a:solidFill>
                  <a:srgbClr val="151515"/>
                </a:solidFill>
                <a:latin typeface="Consolas"/>
                <a:ea typeface="Consolas"/>
                <a:cs typeface="Consolas"/>
              </a:defRPr>
            </a:defPPr>
          </a:lstStyle>
          <a:p>
            <a:pPr algn="ctr">
              <a:lnSpc>
                <a:spcPct val="112000"/>
              </a:lnSpc>
              <a:buNone/>
              <a:defRPr sz="1650" b="1">
                <a:solidFill>
                  <a:srgbClr val="151515"/>
                </a:solidFill>
                <a:latin typeface="Consolas"/>
                <a:ea typeface="Consolas"/>
                <a:cs typeface="Consolas"/>
              </a:defRPr>
            </a:pPr>
            <a:r>
              <a:rPr sz="1650" b="1">
                <a:solidFill>
                  <a:srgbClr val="151515"/>
                </a:solidFill>
                <a:latin typeface="Consolas"/>
                <a:ea typeface="Consolas"/>
                <a:cs typeface="Consolas"/>
              </a:rPr>
              <a:t>④ (2,2)</a:t>
            </a:r>
          </a:p>
        </p:txBody>
      </p:sp>
      <p:sp>
        <p:nvSpPr>
          <p:cNvPr id="46" name="shape-402">
            <a:extLst>
              <a:ext uri="{FF2B5EF4-FFF2-40B4-BE49-F238E27FC236}">
                <a16:creationId xmlns:a16="http://schemas.microsoft.com/office/drawing/2014/main" id="{2104025F-0AB2-4D4F-9DF4-A1C4A93563B5}"/>
              </a:ext>
            </a:extLst>
          </p:cNvPr>
          <p:cNvSpPr>
            <a:spLocks noGrp="1"/>
          </p:cNvSpPr>
          <p:nvPr/>
        </p:nvSpPr>
        <p:spPr>
          <a:xfrm>
            <a:off x="5838825" y="1733550"/>
            <a:ext cx="5734050" cy="409575"/>
          </a:xfrm>
          <a:prstGeom prst="rect">
            <a:avLst/>
          </a:prstGeom>
          <a:noFill/>
          <a:ln w="0">
            <a:noFill/>
          </a:ln>
        </p:spPr>
        <p:txBody>
          <a:bodyPr wrap="none" lIns="0" tIns="0" rIns="0" bIns="0" anchor="t">
            <a:noAutofit/>
          </a:bodyPr>
          <a:lstStyle>
            <a:defPPr algn="l">
              <a:defRPr sz="2325" b="1">
                <a:solidFill>
                  <a:srgbClr val="151515"/>
                </a:solidFill>
                <a:latin typeface="Consolas"/>
                <a:ea typeface="Consolas"/>
                <a:cs typeface="Consolas"/>
              </a:defRPr>
            </a:defPPr>
          </a:lstStyle>
          <a:p>
            <a:pPr algn="l">
              <a:lnSpc>
                <a:spcPct val="112000"/>
              </a:lnSpc>
              <a:buNone/>
              <a:defRPr sz="2325" b="1">
                <a:solidFill>
                  <a:srgbClr val="151515"/>
                </a:solidFill>
                <a:latin typeface="Consolas"/>
                <a:ea typeface="Consolas"/>
                <a:cs typeface="Consolas"/>
              </a:defRPr>
            </a:pPr>
            <a:r>
              <a:rPr sz="2325" b="1">
                <a:solidFill>
                  <a:srgbClr val="151515"/>
                </a:solidFill>
                <a:latin typeface="Consolas"/>
                <a:ea typeface="Consolas"/>
                <a:cs typeface="Consolas"/>
              </a:rPr>
              <a:t>half = n // 2</a:t>
            </a:r>
          </a:p>
        </p:txBody>
      </p:sp>
      <p:sp>
        <p:nvSpPr>
          <p:cNvPr id="47" name="shape-403">
            <a:extLst>
              <a:ext uri="{FF2B5EF4-FFF2-40B4-BE49-F238E27FC236}">
                <a16:creationId xmlns:a16="http://schemas.microsoft.com/office/drawing/2014/main" id="{F906A0E0-EDC6-4D1A-8F97-D86BF93369ED}"/>
              </a:ext>
            </a:extLst>
          </p:cNvPr>
          <p:cNvSpPr>
            <a:spLocks noGrp="1"/>
          </p:cNvSpPr>
          <p:nvPr/>
        </p:nvSpPr>
        <p:spPr>
          <a:xfrm>
            <a:off x="5524500" y="2828925"/>
            <a:ext cx="6048375" cy="400050"/>
          </a:xfrm>
          <a:prstGeom prst="rect">
            <a:avLst/>
          </a:prstGeom>
          <a:noFill/>
          <a:ln w="0">
            <a:noFill/>
          </a:ln>
        </p:spPr>
        <p:txBody>
          <a:bodyPr wrap="none" lIns="0" tIns="0" rIns="0" bIns="0" anchor="t">
            <a:noAutofit/>
          </a:bodyPr>
          <a:lstStyle>
            <a:defPPr algn="l">
              <a:defRPr sz="2025" b="0">
                <a:solidFill>
                  <a:srgbClr val="146995"/>
                </a:solidFill>
                <a:latin typeface="Consolas"/>
                <a:ea typeface="Consolas"/>
                <a:cs typeface="Consolas"/>
              </a:defRPr>
            </a:defPPr>
          </a:lstStyle>
          <a:p>
            <a:pPr algn="l">
              <a:lnSpc>
                <a:spcPct val="112000"/>
              </a:lnSpc>
              <a:buNone/>
              <a:defRPr sz="2025" b="0">
                <a:solidFill>
                  <a:srgbClr val="146995"/>
                </a:solidFill>
                <a:latin typeface="Consolas"/>
                <a:ea typeface="Consolas"/>
                <a:cs typeface="Consolas"/>
              </a:defRPr>
            </a:pPr>
            <a:r>
              <a:rPr sz="2025" b="0">
                <a:solidFill>
                  <a:srgbClr val="146995"/>
                </a:solidFill>
                <a:latin typeface="Consolas"/>
                <a:ea typeface="Consolas"/>
                <a:cs typeface="Consolas"/>
              </a:rPr>
              <a:t>① (x,        y,        half)</a:t>
            </a:r>
          </a:p>
        </p:txBody>
      </p:sp>
      <p:sp>
        <p:nvSpPr>
          <p:cNvPr id="48" name="shape-404">
            <a:extLst>
              <a:ext uri="{FF2B5EF4-FFF2-40B4-BE49-F238E27FC236}">
                <a16:creationId xmlns:a16="http://schemas.microsoft.com/office/drawing/2014/main" id="{D2EB9467-B2F6-46AE-8CF9-2EA95A217000}"/>
              </a:ext>
            </a:extLst>
          </p:cNvPr>
          <p:cNvSpPr>
            <a:spLocks noGrp="1"/>
          </p:cNvSpPr>
          <p:nvPr/>
        </p:nvSpPr>
        <p:spPr>
          <a:xfrm>
            <a:off x="5524500" y="3562350"/>
            <a:ext cx="6048375" cy="400050"/>
          </a:xfrm>
          <a:prstGeom prst="rect">
            <a:avLst/>
          </a:prstGeom>
          <a:noFill/>
          <a:ln w="0">
            <a:noFill/>
          </a:ln>
        </p:spPr>
        <p:txBody>
          <a:bodyPr wrap="none" lIns="0" tIns="0" rIns="0" bIns="0" anchor="t">
            <a:noAutofit/>
          </a:bodyPr>
          <a:lstStyle>
            <a:defPPr algn="l">
              <a:defRPr sz="2025" b="0">
                <a:solidFill>
                  <a:srgbClr val="21744F"/>
                </a:solidFill>
                <a:latin typeface="Consolas"/>
                <a:ea typeface="Consolas"/>
                <a:cs typeface="Consolas"/>
              </a:defRPr>
            </a:defPPr>
          </a:lstStyle>
          <a:p>
            <a:pPr algn="l">
              <a:lnSpc>
                <a:spcPct val="112000"/>
              </a:lnSpc>
              <a:buNone/>
              <a:defRPr sz="2025" b="0">
                <a:solidFill>
                  <a:srgbClr val="21744F"/>
                </a:solidFill>
                <a:latin typeface="Consolas"/>
                <a:ea typeface="Consolas"/>
                <a:cs typeface="Consolas"/>
              </a:defRPr>
            </a:pPr>
            <a:r>
              <a:rPr sz="2025" b="0">
                <a:solidFill>
                  <a:srgbClr val="21744F"/>
                </a:solidFill>
                <a:latin typeface="Consolas"/>
                <a:ea typeface="Consolas"/>
                <a:cs typeface="Consolas"/>
              </a:rPr>
              <a:t>② (x,        y + half, half)</a:t>
            </a:r>
          </a:p>
        </p:txBody>
      </p:sp>
      <p:sp>
        <p:nvSpPr>
          <p:cNvPr id="49" name="shape-405">
            <a:extLst>
              <a:ext uri="{FF2B5EF4-FFF2-40B4-BE49-F238E27FC236}">
                <a16:creationId xmlns:a16="http://schemas.microsoft.com/office/drawing/2014/main" id="{E5EC00F1-102E-495B-9E6A-B40041F7B1F9}"/>
              </a:ext>
            </a:extLst>
          </p:cNvPr>
          <p:cNvSpPr>
            <a:spLocks noGrp="1"/>
          </p:cNvSpPr>
          <p:nvPr/>
        </p:nvSpPr>
        <p:spPr>
          <a:xfrm>
            <a:off x="5524500" y="4295775"/>
            <a:ext cx="6048375" cy="400050"/>
          </a:xfrm>
          <a:prstGeom prst="rect">
            <a:avLst/>
          </a:prstGeom>
          <a:noFill/>
          <a:ln w="0">
            <a:noFill/>
          </a:ln>
        </p:spPr>
        <p:txBody>
          <a:bodyPr wrap="none" lIns="0" tIns="0" rIns="0" bIns="0" anchor="t">
            <a:noAutofit/>
          </a:bodyPr>
          <a:lstStyle>
            <a:defPPr algn="l">
              <a:defRPr sz="2025" b="0">
                <a:solidFill>
                  <a:srgbClr val="AD630C"/>
                </a:solidFill>
                <a:latin typeface="Consolas"/>
                <a:ea typeface="Consolas"/>
                <a:cs typeface="Consolas"/>
              </a:defRPr>
            </a:defPPr>
          </a:lstStyle>
          <a:p>
            <a:pPr algn="l">
              <a:lnSpc>
                <a:spcPct val="112000"/>
              </a:lnSpc>
              <a:buNone/>
              <a:defRPr sz="2025" b="0">
                <a:solidFill>
                  <a:srgbClr val="AD630C"/>
                </a:solidFill>
                <a:latin typeface="Consolas"/>
                <a:ea typeface="Consolas"/>
                <a:cs typeface="Consolas"/>
              </a:defRPr>
            </a:pPr>
            <a:r>
              <a:rPr sz="2025" b="0">
                <a:solidFill>
                  <a:srgbClr val="AD630C"/>
                </a:solidFill>
                <a:latin typeface="Consolas"/>
                <a:ea typeface="Consolas"/>
                <a:cs typeface="Consolas"/>
              </a:rPr>
              <a:t>③ (x + half, y,        half)</a:t>
            </a:r>
          </a:p>
        </p:txBody>
      </p:sp>
      <p:sp>
        <p:nvSpPr>
          <p:cNvPr id="50" name="shape-406">
            <a:extLst>
              <a:ext uri="{FF2B5EF4-FFF2-40B4-BE49-F238E27FC236}">
                <a16:creationId xmlns:a16="http://schemas.microsoft.com/office/drawing/2014/main" id="{954BA19E-8024-49E1-94A9-BEE05DE077AA}"/>
              </a:ext>
            </a:extLst>
          </p:cNvPr>
          <p:cNvSpPr>
            <a:spLocks noGrp="1"/>
          </p:cNvSpPr>
          <p:nvPr/>
        </p:nvSpPr>
        <p:spPr>
          <a:xfrm>
            <a:off x="5524500" y="5029200"/>
            <a:ext cx="6048375" cy="400050"/>
          </a:xfrm>
          <a:prstGeom prst="rect">
            <a:avLst/>
          </a:prstGeom>
          <a:noFill/>
          <a:ln w="0">
            <a:noFill/>
          </a:ln>
        </p:spPr>
        <p:txBody>
          <a:bodyPr wrap="none" lIns="0" tIns="0" rIns="0" bIns="0" anchor="t">
            <a:noAutofit/>
          </a:bodyPr>
          <a:lstStyle>
            <a:defPPr algn="l">
              <a:defRPr sz="2025" b="0">
                <a:solidFill>
                  <a:srgbClr val="151515"/>
                </a:solidFill>
                <a:latin typeface="Consolas"/>
                <a:ea typeface="Consolas"/>
                <a:cs typeface="Consolas"/>
              </a:defRPr>
            </a:defPPr>
          </a:lstStyle>
          <a:p>
            <a:pPr algn="l">
              <a:lnSpc>
                <a:spcPct val="112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④ (x + half, y + half, half)</a:t>
            </a:r>
          </a:p>
        </p:txBody>
      </p:sp>
      <p:sp>
        <p:nvSpPr>
          <p:cNvPr id="51" name="shape-407">
            <a:extLst>
              <a:ext uri="{FF2B5EF4-FFF2-40B4-BE49-F238E27FC236}">
                <a16:creationId xmlns:a16="http://schemas.microsoft.com/office/drawing/2014/main" id="{1000F9D3-40CF-483F-82BE-3B2B24134FE7}"/>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네 자식이 전체 영역을 빠짐없이 나누어 맡습니다. 자식의 크기는 모두 half입니다.</a:t>
            </a:r>
          </a:p>
        </p:txBody>
      </p:sp>
    </p:spTree>
    <p:extLst>
      <p:ext uri="{BB962C8B-B14F-4D97-AF65-F5344CB8AC3E}">
        <p14:creationId xmlns:p14="http://schemas.microsoft.com/office/powerpoint/2010/main" val="2630941542"/>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408">
            <a:extLst>
              <a:ext uri="{FF2B5EF4-FFF2-40B4-BE49-F238E27FC236}">
                <a16:creationId xmlns:a16="http://schemas.microsoft.com/office/drawing/2014/main" id="{06B13047-70F2-4FD6-98D0-ECC636851204}"/>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409">
            <a:extLst>
              <a:ext uri="{FF2B5EF4-FFF2-40B4-BE49-F238E27FC236}">
                <a16:creationId xmlns:a16="http://schemas.microsoft.com/office/drawing/2014/main" id="{F37D6994-66A2-4123-AF04-115242C8631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410">
            <a:extLst>
              <a:ext uri="{FF2B5EF4-FFF2-40B4-BE49-F238E27FC236}">
                <a16:creationId xmlns:a16="http://schemas.microsoft.com/office/drawing/2014/main" id="{59BCFB81-0DE3-4F7F-9134-06D87F07C72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저장 함수의 흐름: 검사, 반환 또는 분할</a:t>
            </a:r>
          </a:p>
        </p:txBody>
      </p:sp>
      <p:sp>
        <p:nvSpPr>
          <p:cNvPr id="4" name="shape-411">
            <a:extLst>
              <a:ext uri="{FF2B5EF4-FFF2-40B4-BE49-F238E27FC236}">
                <a16:creationId xmlns:a16="http://schemas.microsoft.com/office/drawing/2014/main" id="{66772FB2-9F2B-4692-B726-D224FD681E2D}"/>
              </a:ext>
            </a:extLst>
          </p:cNvPr>
          <p:cNvSpPr>
            <a:spLocks noGrp="1"/>
          </p:cNvSpPr>
          <p:nvPr/>
        </p:nvSpPr>
        <p:spPr>
          <a:xfrm>
            <a:off x="609600" y="1381125"/>
            <a:ext cx="10972800" cy="9525"/>
          </a:xfrm>
          <a:prstGeom prst="rect">
            <a:avLst/>
          </a:prstGeom>
          <a:solidFill>
            <a:srgbClr val="151515"/>
          </a:solidFill>
          <a:ln w="0">
            <a:noFill/>
          </a:ln>
        </p:spPr>
      </p:sp>
      <p:sp>
        <p:nvSpPr>
          <p:cNvPr id="5" name="shape-412">
            <a:extLst>
              <a:ext uri="{FF2B5EF4-FFF2-40B4-BE49-F238E27FC236}">
                <a16:creationId xmlns:a16="http://schemas.microsoft.com/office/drawing/2014/main" id="{A31D6421-0194-4A2F-A834-3FC10B4AE01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347EF7B-3C8C-435B-8D4E-02F6C788BC7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211</a:t>
            </a:r>
            <a:endParaRPr sz="1050" b="0">
              <a:solidFill>
                <a:srgbClr val="151515"/>
              </a:solidFill>
              <a:latin typeface="Consolas"/>
              <a:ea typeface="Consolas"/>
              <a:cs typeface="Consolas"/>
            </a:endParaRPr>
          </a:p>
        </p:txBody>
      </p:sp>
      <p:sp>
        <p:nvSpPr>
          <p:cNvPr id="7" name="shape-414">
            <a:extLst>
              <a:ext uri="{FF2B5EF4-FFF2-40B4-BE49-F238E27FC236}">
                <a16:creationId xmlns:a16="http://schemas.microsoft.com/office/drawing/2014/main" id="{69D06A05-0509-4E94-8855-3C72E1F30D31}"/>
              </a:ext>
            </a:extLst>
          </p:cNvPr>
          <p:cNvSpPr>
            <a:spLocks noGrp="1"/>
          </p:cNvSpPr>
          <p:nvPr/>
        </p:nvSpPr>
        <p:spPr>
          <a:xfrm>
            <a:off x="4524375" y="1809750"/>
            <a:ext cx="3143250" cy="619125"/>
          </a:xfrm>
          <a:prstGeom prst="rect">
            <a:avLst/>
          </a:prstGeom>
          <a:solidFill>
            <a:srgbClr val="EEF5F8"/>
          </a:solidFill>
          <a:ln w="14288">
            <a:solidFill>
              <a:srgbClr val="146995"/>
            </a:solidFill>
          </a:ln>
        </p:spPr>
      </p:sp>
      <p:sp>
        <p:nvSpPr>
          <p:cNvPr id="8" name="shape-415">
            <a:extLst>
              <a:ext uri="{FF2B5EF4-FFF2-40B4-BE49-F238E27FC236}">
                <a16:creationId xmlns:a16="http://schemas.microsoft.com/office/drawing/2014/main" id="{4279D6EF-88CD-49BA-AF03-B6EB66590612}"/>
              </a:ext>
            </a:extLst>
          </p:cNvPr>
          <p:cNvSpPr>
            <a:spLocks noGrp="1"/>
          </p:cNvSpPr>
          <p:nvPr/>
        </p:nvSpPr>
        <p:spPr>
          <a:xfrm>
            <a:off x="4562475" y="1914525"/>
            <a:ext cx="3067050" cy="4762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현재 영역의 색 검사</a:t>
            </a:r>
          </a:p>
        </p:txBody>
      </p:sp>
      <p:sp>
        <p:nvSpPr>
          <p:cNvPr id="9" name="shape-416">
            <a:extLst>
              <a:ext uri="{FF2B5EF4-FFF2-40B4-BE49-F238E27FC236}">
                <a16:creationId xmlns:a16="http://schemas.microsoft.com/office/drawing/2014/main" id="{5D8603D1-89A9-46B6-9CD0-6D351E110DE8}"/>
              </a:ext>
            </a:extLst>
          </p:cNvPr>
          <p:cNvSpPr>
            <a:spLocks noGrp="1"/>
          </p:cNvSpPr>
          <p:nvPr/>
        </p:nvSpPr>
        <p:spPr>
          <a:xfrm>
            <a:off x="6096000" y="2428875"/>
            <a:ext cx="19050" cy="452438"/>
          </a:xfrm>
          <a:prstGeom prst="rect">
            <a:avLst/>
          </a:prstGeom>
          <a:solidFill>
            <a:srgbClr val="BBBBBB"/>
          </a:solidFill>
          <a:ln w="0">
            <a:noFill/>
          </a:ln>
        </p:spPr>
      </p:sp>
      <p:sp>
        <p:nvSpPr>
          <p:cNvPr id="10" name="shape-417">
            <a:extLst>
              <a:ext uri="{FF2B5EF4-FFF2-40B4-BE49-F238E27FC236}">
                <a16:creationId xmlns:a16="http://schemas.microsoft.com/office/drawing/2014/main" id="{2A57B821-0C58-4DA6-8B40-B7C3202B08E8}"/>
              </a:ext>
            </a:extLst>
          </p:cNvPr>
          <p:cNvSpPr>
            <a:spLocks noGrp="1"/>
          </p:cNvSpPr>
          <p:nvPr/>
        </p:nvSpPr>
        <p:spPr>
          <a:xfrm>
            <a:off x="2862263" y="2881313"/>
            <a:ext cx="6300788" cy="19050"/>
          </a:xfrm>
          <a:prstGeom prst="rect">
            <a:avLst/>
          </a:prstGeom>
          <a:solidFill>
            <a:srgbClr val="BBBBBB"/>
          </a:solidFill>
          <a:ln w="0">
            <a:noFill/>
          </a:ln>
        </p:spPr>
      </p:sp>
      <p:sp>
        <p:nvSpPr>
          <p:cNvPr id="11" name="shape-418">
            <a:extLst>
              <a:ext uri="{FF2B5EF4-FFF2-40B4-BE49-F238E27FC236}">
                <a16:creationId xmlns:a16="http://schemas.microsoft.com/office/drawing/2014/main" id="{7AA9B0C6-E658-4659-8DE7-A12243FC0150}"/>
              </a:ext>
            </a:extLst>
          </p:cNvPr>
          <p:cNvSpPr>
            <a:spLocks noGrp="1"/>
          </p:cNvSpPr>
          <p:nvPr/>
        </p:nvSpPr>
        <p:spPr>
          <a:xfrm>
            <a:off x="2862263" y="2881313"/>
            <a:ext cx="19050" cy="452438"/>
          </a:xfrm>
          <a:prstGeom prst="rect">
            <a:avLst/>
          </a:prstGeom>
          <a:solidFill>
            <a:srgbClr val="BBBBBB"/>
          </a:solidFill>
          <a:ln w="0">
            <a:noFill/>
          </a:ln>
        </p:spPr>
      </p:sp>
      <p:sp>
        <p:nvSpPr>
          <p:cNvPr id="12" name="shape-419">
            <a:extLst>
              <a:ext uri="{FF2B5EF4-FFF2-40B4-BE49-F238E27FC236}">
                <a16:creationId xmlns:a16="http://schemas.microsoft.com/office/drawing/2014/main" id="{586AEE37-200C-4097-AB0A-14732365DEBB}"/>
              </a:ext>
            </a:extLst>
          </p:cNvPr>
          <p:cNvSpPr>
            <a:spLocks noGrp="1"/>
          </p:cNvSpPr>
          <p:nvPr/>
        </p:nvSpPr>
        <p:spPr>
          <a:xfrm>
            <a:off x="9163050" y="2881313"/>
            <a:ext cx="19050" cy="452438"/>
          </a:xfrm>
          <a:prstGeom prst="rect">
            <a:avLst/>
          </a:prstGeom>
          <a:solidFill>
            <a:srgbClr val="BBBBBB"/>
          </a:solidFill>
          <a:ln w="0">
            <a:noFill/>
          </a:ln>
        </p:spPr>
      </p:sp>
      <p:sp>
        <p:nvSpPr>
          <p:cNvPr id="13" name="shape-420">
            <a:extLst>
              <a:ext uri="{FF2B5EF4-FFF2-40B4-BE49-F238E27FC236}">
                <a16:creationId xmlns:a16="http://schemas.microsoft.com/office/drawing/2014/main" id="{BBB3B91F-0471-40A1-ADFB-1DD0F8F42707}"/>
              </a:ext>
            </a:extLst>
          </p:cNvPr>
          <p:cNvSpPr>
            <a:spLocks noGrp="1"/>
          </p:cNvSpPr>
          <p:nvPr/>
        </p:nvSpPr>
        <p:spPr>
          <a:xfrm>
            <a:off x="866775" y="3333750"/>
            <a:ext cx="3990975" cy="666750"/>
          </a:xfrm>
          <a:prstGeom prst="rect">
            <a:avLst/>
          </a:prstGeom>
          <a:solidFill>
            <a:srgbClr val="EEF5F8"/>
          </a:solidFill>
          <a:ln w="14288">
            <a:solidFill>
              <a:srgbClr val="21744F"/>
            </a:solidFill>
          </a:ln>
        </p:spPr>
      </p:sp>
      <p:sp>
        <p:nvSpPr>
          <p:cNvPr id="14" name="shape-421">
            <a:extLst>
              <a:ext uri="{FF2B5EF4-FFF2-40B4-BE49-F238E27FC236}">
                <a16:creationId xmlns:a16="http://schemas.microsoft.com/office/drawing/2014/main" id="{1EABBB5B-4BD2-4828-8435-81A4B995B8CF}"/>
              </a:ext>
            </a:extLst>
          </p:cNvPr>
          <p:cNvSpPr>
            <a:spLocks noGrp="1"/>
          </p:cNvSpPr>
          <p:nvPr/>
        </p:nvSpPr>
        <p:spPr>
          <a:xfrm>
            <a:off x="904875" y="3438525"/>
            <a:ext cx="3914775" cy="523875"/>
          </a:xfrm>
          <a:prstGeom prst="rect">
            <a:avLst/>
          </a:prstGeom>
          <a:noFill/>
          <a:ln w="0">
            <a:noFill/>
          </a:ln>
        </p:spPr>
        <p:txBody>
          <a:bodyPr wrap="none" lIns="0" tIns="0" rIns="0" bIns="0" anchor="t">
            <a:noAutofit/>
          </a:bodyPr>
          <a:lstStyle>
            <a:defPPr algn="ctr">
              <a:defRPr sz="1875" b="1">
                <a:solidFill>
                  <a:srgbClr val="21744F"/>
                </a:solidFill>
                <a:latin typeface="Malgun Gothic"/>
                <a:ea typeface="Malgun Gothic"/>
                <a:cs typeface="Malgun Gothic"/>
              </a:defRPr>
            </a:defPPr>
          </a:lstStyle>
          <a:p>
            <a:pPr algn="ctr">
              <a:lnSpc>
                <a:spcPct val="112000"/>
              </a:lnSpc>
              <a:buNone/>
              <a:defRPr sz="1875" b="1">
                <a:solidFill>
                  <a:srgbClr val="21744F"/>
                </a:solidFill>
                <a:latin typeface="Malgun Gothic"/>
                <a:ea typeface="Malgun Gothic"/>
                <a:cs typeface="Malgun Gothic"/>
              </a:defRPr>
            </a:pPr>
            <a:r>
              <a:rPr sz="1875" b="1">
                <a:solidFill>
                  <a:srgbClr val="21744F"/>
                </a:solidFill>
                <a:latin typeface="Malgun Gothic"/>
                <a:ea typeface="Malgun Gothic"/>
                <a:cs typeface="Malgun Gothic"/>
              </a:rPr>
              <a:t>모두 같음</a:t>
            </a:r>
          </a:p>
        </p:txBody>
      </p:sp>
      <p:sp>
        <p:nvSpPr>
          <p:cNvPr id="15" name="shape-422">
            <a:extLst>
              <a:ext uri="{FF2B5EF4-FFF2-40B4-BE49-F238E27FC236}">
                <a16:creationId xmlns:a16="http://schemas.microsoft.com/office/drawing/2014/main" id="{F3028383-8800-42F7-B9EF-DF1EADE6FD52}"/>
              </a:ext>
            </a:extLst>
          </p:cNvPr>
          <p:cNvSpPr>
            <a:spLocks noGrp="1"/>
          </p:cNvSpPr>
          <p:nvPr/>
        </p:nvSpPr>
        <p:spPr>
          <a:xfrm>
            <a:off x="7019925" y="3333750"/>
            <a:ext cx="4286250" cy="666750"/>
          </a:xfrm>
          <a:prstGeom prst="rect">
            <a:avLst/>
          </a:prstGeom>
          <a:solidFill>
            <a:srgbClr val="EEF5F8"/>
          </a:solidFill>
          <a:ln w="14288">
            <a:solidFill>
              <a:srgbClr val="AD630C"/>
            </a:solidFill>
          </a:ln>
        </p:spPr>
      </p:sp>
      <p:sp>
        <p:nvSpPr>
          <p:cNvPr id="16" name="shape-423">
            <a:extLst>
              <a:ext uri="{FF2B5EF4-FFF2-40B4-BE49-F238E27FC236}">
                <a16:creationId xmlns:a16="http://schemas.microsoft.com/office/drawing/2014/main" id="{71174C38-81A9-4FD7-9C04-4E2FC3A1A7B6}"/>
              </a:ext>
            </a:extLst>
          </p:cNvPr>
          <p:cNvSpPr>
            <a:spLocks noGrp="1"/>
          </p:cNvSpPr>
          <p:nvPr/>
        </p:nvSpPr>
        <p:spPr>
          <a:xfrm>
            <a:off x="7058025" y="3438525"/>
            <a:ext cx="4210050" cy="523875"/>
          </a:xfrm>
          <a:prstGeom prst="rect">
            <a:avLst/>
          </a:prstGeom>
          <a:noFill/>
          <a:ln w="0">
            <a:noFill/>
          </a:ln>
        </p:spPr>
        <p:txBody>
          <a:bodyPr wrap="none" lIns="0" tIns="0" rIns="0" bIns="0" anchor="t">
            <a:noAutofit/>
          </a:bodyPr>
          <a:lstStyle>
            <a:defPPr algn="ctr">
              <a:defRPr sz="1875" b="1">
                <a:solidFill>
                  <a:srgbClr val="AD630C"/>
                </a:solidFill>
                <a:latin typeface="Malgun Gothic"/>
                <a:ea typeface="Malgun Gothic"/>
                <a:cs typeface="Malgun Gothic"/>
              </a:defRPr>
            </a:defPPr>
          </a:lstStyle>
          <a:p>
            <a:pPr algn="ctr">
              <a:lnSpc>
                <a:spcPct val="112000"/>
              </a:lnSpc>
              <a:buNone/>
              <a:defRPr sz="1875" b="1">
                <a:solidFill>
                  <a:srgbClr val="AD630C"/>
                </a:solidFill>
                <a:latin typeface="Malgun Gothic"/>
                <a:ea typeface="Malgun Gothic"/>
                <a:cs typeface="Malgun Gothic"/>
              </a:defRPr>
            </a:pPr>
            <a:r>
              <a:rPr sz="1875" b="1">
                <a:solidFill>
                  <a:srgbClr val="AD630C"/>
                </a:solidFill>
                <a:latin typeface="Malgun Gothic"/>
                <a:ea typeface="Malgun Gothic"/>
                <a:cs typeface="Malgun Gothic"/>
              </a:rPr>
              <a:t>두 색이 섞임</a:t>
            </a:r>
          </a:p>
        </p:txBody>
      </p:sp>
      <p:sp>
        <p:nvSpPr>
          <p:cNvPr id="17" name="shape-424">
            <a:extLst>
              <a:ext uri="{FF2B5EF4-FFF2-40B4-BE49-F238E27FC236}">
                <a16:creationId xmlns:a16="http://schemas.microsoft.com/office/drawing/2014/main" id="{51C22E56-5B6C-4ECF-8813-943DEF59A867}"/>
              </a:ext>
            </a:extLst>
          </p:cNvPr>
          <p:cNvSpPr>
            <a:spLocks noGrp="1"/>
          </p:cNvSpPr>
          <p:nvPr/>
        </p:nvSpPr>
        <p:spPr>
          <a:xfrm>
            <a:off x="866775" y="4410075"/>
            <a:ext cx="3990975" cy="885825"/>
          </a:xfrm>
          <a:prstGeom prst="rect">
            <a:avLst/>
          </a:prstGeom>
          <a:noFill/>
          <a:ln w="0">
            <a:noFill/>
          </a:ln>
        </p:spPr>
        <p:txBody>
          <a:bodyPr wrap="none" lIns="0" tIns="0" rIns="0" bIns="0" anchor="t">
            <a:noAutofit/>
          </a:bodyPr>
          <a:lstStyle>
            <a:defPPr algn="ctr">
              <a:defRPr sz="2325" b="1">
                <a:solidFill>
                  <a:srgbClr val="21744F"/>
                </a:solidFill>
                <a:latin typeface="Malgun Gothic"/>
                <a:ea typeface="Malgun Gothic"/>
                <a:cs typeface="Malgun Gothic"/>
              </a:defRPr>
            </a:defPPr>
          </a:lstStyle>
          <a:p>
            <a:pPr algn="ctr">
              <a:lnSpc>
                <a:spcPct val="112000"/>
              </a:lnSpc>
              <a:buNone/>
              <a:defRPr sz="2325" b="1">
                <a:solidFill>
                  <a:srgbClr val="21744F"/>
                </a:solidFill>
                <a:latin typeface="Malgun Gothic"/>
                <a:ea typeface="Malgun Gothic"/>
                <a:cs typeface="Malgun Gothic"/>
              </a:defRPr>
            </a:pPr>
            <a:r>
              <a:rPr sz="2325" b="1">
                <a:solidFill>
                  <a:srgbClr val="21744F"/>
                </a:solidFill>
                <a:latin typeface="Malgun Gothic"/>
                <a:ea typeface="Malgun Gothic"/>
                <a:cs typeface="Malgun Gothic"/>
              </a:rPr>
              <a:t>색 0 또는 1을 반환</a:t>
            </a:r>
          </a:p>
          <a:p>
            <a:pPr algn="ctr">
              <a:lnSpc>
                <a:spcPct val="112000"/>
              </a:lnSpc>
              <a:buNone/>
              <a:defRPr sz="2325" b="1">
                <a:solidFill>
                  <a:srgbClr val="21744F"/>
                </a:solidFill>
                <a:latin typeface="Malgun Gothic"/>
                <a:ea typeface="Malgun Gothic"/>
                <a:cs typeface="Malgun Gothic"/>
              </a:defRPr>
            </a:pPr>
            <a:r>
              <a:rPr sz="2325" b="1">
                <a:solidFill>
                  <a:srgbClr val="21744F"/>
                </a:solidFill>
                <a:latin typeface="Malgun Gothic"/>
                <a:ea typeface="Malgun Gothic"/>
                <a:cs typeface="Malgun Gothic"/>
              </a:rPr>
              <a:t>이 호출 끝</a:t>
            </a:r>
          </a:p>
        </p:txBody>
      </p:sp>
      <p:sp>
        <p:nvSpPr>
          <p:cNvPr id="18" name="shape-425">
            <a:extLst>
              <a:ext uri="{FF2B5EF4-FFF2-40B4-BE49-F238E27FC236}">
                <a16:creationId xmlns:a16="http://schemas.microsoft.com/office/drawing/2014/main" id="{36D8D39C-F0CD-47CC-85C2-8E7E45052A5B}"/>
              </a:ext>
            </a:extLst>
          </p:cNvPr>
          <p:cNvSpPr>
            <a:spLocks noGrp="1"/>
          </p:cNvSpPr>
          <p:nvPr/>
        </p:nvSpPr>
        <p:spPr>
          <a:xfrm>
            <a:off x="6324600" y="4410075"/>
            <a:ext cx="5257800" cy="981075"/>
          </a:xfrm>
          <a:prstGeom prst="rect">
            <a:avLst/>
          </a:prstGeom>
          <a:noFill/>
          <a:ln w="0">
            <a:noFill/>
          </a:ln>
        </p:spPr>
        <p:txBody>
          <a:bodyPr wrap="none" lIns="0" tIns="0" rIns="0" bIns="0" anchor="t">
            <a:noAutofit/>
          </a:bodyPr>
          <a:lstStyle>
            <a:defPPr algn="ctr">
              <a:defRPr sz="2175" b="1">
                <a:solidFill>
                  <a:srgbClr val="AD630C"/>
                </a:solidFill>
                <a:latin typeface="Malgun Gothic"/>
                <a:ea typeface="Malgun Gothic"/>
                <a:cs typeface="Malgun Gothic"/>
              </a:defRPr>
            </a:defPPr>
          </a:lstStyle>
          <a:p>
            <a:pPr algn="ctr">
              <a:lnSpc>
                <a:spcPct val="112000"/>
              </a:lnSpc>
              <a:buNone/>
              <a:defRPr sz="2175" b="1">
                <a:solidFill>
                  <a:srgbClr val="AD630C"/>
                </a:solidFill>
                <a:latin typeface="Malgun Gothic"/>
                <a:ea typeface="Malgun Gothic"/>
                <a:cs typeface="Malgun Gothic"/>
              </a:defRPr>
            </a:pPr>
            <a:r>
              <a:rPr sz="2175" b="1">
                <a:solidFill>
                  <a:srgbClr val="AD630C"/>
                </a:solidFill>
                <a:latin typeface="Malgun Gothic"/>
                <a:ea typeface="Malgun Gothic"/>
                <a:cs typeface="Malgun Gothic"/>
              </a:rPr>
              <a:t>네 자식 호출</a:t>
            </a:r>
          </a:p>
          <a:p>
            <a:pPr algn="ctr">
              <a:lnSpc>
                <a:spcPct val="112000"/>
              </a:lnSpc>
              <a:buNone/>
              <a:defRPr sz="2175" b="1">
                <a:solidFill>
                  <a:srgbClr val="AD630C"/>
                </a:solidFill>
                <a:latin typeface="Malgun Gothic"/>
                <a:ea typeface="Malgun Gothic"/>
                <a:cs typeface="Malgun Gothic"/>
              </a:defRPr>
            </a:pPr>
            <a:r>
              <a:rPr sz="2175" b="1">
                <a:solidFill>
                  <a:srgbClr val="AD630C"/>
                </a:solidFill>
                <a:latin typeface="Malgun Gothic"/>
                <a:ea typeface="Malgun Gothic"/>
                <a:cs typeface="Malgun Gothic"/>
              </a:rPr>
              <a:t>받은 결과를 괄호로 묶어 반환</a:t>
            </a:r>
          </a:p>
        </p:txBody>
      </p:sp>
      <p:sp>
        <p:nvSpPr>
          <p:cNvPr id="19" name="shape-426">
            <a:extLst>
              <a:ext uri="{FF2B5EF4-FFF2-40B4-BE49-F238E27FC236}">
                <a16:creationId xmlns:a16="http://schemas.microsoft.com/office/drawing/2014/main" id="{04070B0B-15F1-4AAF-9752-9153DC1E255E}"/>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한 칸은 반드시 단색입니다. 모든 호출은 자신이 맡은 영역의 기록을 반환합니다.</a:t>
            </a:r>
          </a:p>
        </p:txBody>
      </p:sp>
    </p:spTree>
    <p:extLst>
      <p:ext uri="{BB962C8B-B14F-4D97-AF65-F5344CB8AC3E}">
        <p14:creationId xmlns:p14="http://schemas.microsoft.com/office/powerpoint/2010/main" val="164053773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lang="en-US"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lang="en-US" altLang="ko-K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lang="ko-KR" altLang="en-US" sz="1150" i="0">
                <a:solidFill>
                  <a:srgbClr val="171717"/>
                </a:solidFill>
                <a:latin typeface="Malgun Gothic"/>
                <a:ea typeface="Malgun Gothic"/>
                <a:cs typeface="Malgun Gothic"/>
              </a:rPr>
              <a:t>픽셀 </a:t>
            </a:r>
            <a:r>
              <a:rPr lang="en-US" altLang="ko-KR" sz="1150" i="0">
                <a:solidFill>
                  <a:srgbClr val="171717"/>
                </a:solidFill>
                <a:latin typeface="Malgun Gothic"/>
                <a:ea typeface="Malgun Gothic"/>
                <a:cs typeface="Malgun Gothic"/>
              </a:rPr>
              <a:t>64</a:t>
            </a:r>
            <a:r>
              <a:rPr lang="ko-KR" altLang="en-US" sz="1150" i="0">
                <a:solidFill>
                  <a:srgbClr val="171717"/>
                </a:solidFill>
                <a:latin typeface="Malgun Gothic"/>
                <a:ea typeface="Malgun Gothic"/>
                <a:cs typeface="Malgun Gothic"/>
              </a:rPr>
              <a:t>개 → 문자 </a:t>
            </a:r>
            <a:r>
              <a:rPr lang="en-US" altLang="ko-KR" sz="1150" i="0">
                <a:solidFill>
                  <a:srgbClr val="171717"/>
                </a:solidFill>
                <a:latin typeface="Malgun Gothic"/>
                <a:ea typeface="Malgun Gothic"/>
                <a:cs typeface="Malgun Gothic"/>
              </a:rPr>
              <a:t>16</a:t>
            </a:r>
            <a:r>
              <a:rPr lang="ko-KR" altLang="en-US" sz="1150" i="0">
                <a:solidFill>
                  <a:srgbClr val="171717"/>
                </a:solidFill>
                <a:latin typeface="Malgun Gothic"/>
                <a:ea typeface="Malgun Gothic"/>
                <a:cs typeface="Malgun Gothic"/>
              </a:rPr>
              <a:t>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 result</a:t>
            </a:r>
            <a:endParaRPr sz="1050" b="0" i="0">
              <a:solidFill>
                <a:srgbClr val="FFFFFF"/>
              </a:solidFill>
              <a:latin typeface="Consolas"/>
              <a:ea typeface="Consolas"/>
              <a:cs typeface="Consolas"/>
            </a:endParaRP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print(quadtree_compress(0, 0, 8, example_image))</a:t>
            </a:r>
            <a:endParaRPr sz="900" b="0" i="0">
              <a:solidFill>
                <a:srgbClr val="FFFFFF"/>
              </a:solidFill>
              <a:latin typeface="Consolas"/>
              <a:ea typeface="Consolas"/>
              <a:cs typeface="Consolas"/>
            </a:endParaRP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파이썬 구현 </a:t>
            </a:r>
            <a:r>
              <a:rPr lang="en-US" altLang="ko-KR" sz="3000" b="1" i="0">
                <a:solidFill>
                  <a:srgbClr val="171717"/>
                </a:solidFill>
                <a:latin typeface="Malgun Gothic"/>
                <a:ea typeface="Malgun Gothic"/>
                <a:cs typeface="Malgun Gothic"/>
              </a:rPr>
              <a:t>— 8×8 </a:t>
            </a:r>
            <a:r>
              <a:rPr lang="ko-KR" altLang="en-US" sz="3000" b="1" i="0">
                <a:solidFill>
                  <a:srgbClr val="171717"/>
                </a:solidFill>
                <a:latin typeface="Malgun Gothic"/>
                <a:ea typeface="Malgun Gothic"/>
                <a:cs typeface="Malgun Gothic"/>
              </a:rPr>
              <a:t>이미지 압축</a:t>
            </a:r>
            <a:endParaRPr sz="3000" b="1" i="0">
              <a:solidFill>
                <a:srgbClr val="171717"/>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shape-427">
            <a:extLst>
              <a:ext uri="{FF2B5EF4-FFF2-40B4-BE49-F238E27FC236}">
                <a16:creationId xmlns:a16="http://schemas.microsoft.com/office/drawing/2014/main" id="{D5C7B8B4-3E2B-445D-BAD9-6D678BB07788}"/>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428">
            <a:extLst>
              <a:ext uri="{FF2B5EF4-FFF2-40B4-BE49-F238E27FC236}">
                <a16:creationId xmlns:a16="http://schemas.microsoft.com/office/drawing/2014/main" id="{E4777A17-84DF-4A51-B80A-E43C0EF4652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429">
            <a:extLst>
              <a:ext uri="{FF2B5EF4-FFF2-40B4-BE49-F238E27FC236}">
                <a16:creationId xmlns:a16="http://schemas.microsoft.com/office/drawing/2014/main" id="{A67DB893-01FA-4D41-961C-C1A39B01406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짧게 저장해도, 같은 색인지 검사는 합니다</a:t>
            </a:r>
          </a:p>
        </p:txBody>
      </p:sp>
      <p:sp>
        <p:nvSpPr>
          <p:cNvPr id="4" name="shape-430">
            <a:extLst>
              <a:ext uri="{FF2B5EF4-FFF2-40B4-BE49-F238E27FC236}">
                <a16:creationId xmlns:a16="http://schemas.microsoft.com/office/drawing/2014/main" id="{61096E94-E46A-44EB-8626-06952F1D3D39}"/>
              </a:ext>
            </a:extLst>
          </p:cNvPr>
          <p:cNvSpPr>
            <a:spLocks noGrp="1"/>
          </p:cNvSpPr>
          <p:nvPr/>
        </p:nvSpPr>
        <p:spPr>
          <a:xfrm>
            <a:off x="609600" y="1381125"/>
            <a:ext cx="10972800" cy="9525"/>
          </a:xfrm>
          <a:prstGeom prst="rect">
            <a:avLst/>
          </a:prstGeom>
          <a:solidFill>
            <a:srgbClr val="151515"/>
          </a:solidFill>
          <a:ln w="0">
            <a:noFill/>
          </a:ln>
        </p:spPr>
      </p:sp>
      <p:sp>
        <p:nvSpPr>
          <p:cNvPr id="5" name="shape-431">
            <a:extLst>
              <a:ext uri="{FF2B5EF4-FFF2-40B4-BE49-F238E27FC236}">
                <a16:creationId xmlns:a16="http://schemas.microsoft.com/office/drawing/2014/main" id="{1E77D88E-507C-4AD4-AE3B-DF02C04A47F8}"/>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A619F4EF-28B5-4137-BD41-10259EBEDE2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213</a:t>
            </a:r>
            <a:endParaRPr sz="1050" b="0">
              <a:solidFill>
                <a:srgbClr val="151515"/>
              </a:solidFill>
              <a:latin typeface="Consolas"/>
              <a:ea typeface="Consolas"/>
              <a:cs typeface="Consolas"/>
            </a:endParaRPr>
          </a:p>
        </p:txBody>
      </p:sp>
      <p:sp>
        <p:nvSpPr>
          <p:cNvPr id="7" name="shape-433">
            <a:extLst>
              <a:ext uri="{FF2B5EF4-FFF2-40B4-BE49-F238E27FC236}">
                <a16:creationId xmlns:a16="http://schemas.microsoft.com/office/drawing/2014/main" id="{26D94290-236D-4928-BDA5-ED1720EF853C}"/>
              </a:ext>
            </a:extLst>
          </p:cNvPr>
          <p:cNvSpPr>
            <a:spLocks noGrp="1"/>
          </p:cNvSpPr>
          <p:nvPr/>
        </p:nvSpPr>
        <p:spPr>
          <a:xfrm>
            <a:off x="885825" y="2447925"/>
            <a:ext cx="685800" cy="685800"/>
          </a:xfrm>
          <a:prstGeom prst="rect">
            <a:avLst/>
          </a:prstGeom>
          <a:solidFill>
            <a:srgbClr val="FFFFFF"/>
          </a:solidFill>
          <a:ln w="9525">
            <a:solidFill>
              <a:srgbClr val="A9B1B6"/>
            </a:solidFill>
          </a:ln>
        </p:spPr>
      </p:sp>
      <p:sp>
        <p:nvSpPr>
          <p:cNvPr id="8" name="shape-434">
            <a:extLst>
              <a:ext uri="{FF2B5EF4-FFF2-40B4-BE49-F238E27FC236}">
                <a16:creationId xmlns:a16="http://schemas.microsoft.com/office/drawing/2014/main" id="{2B90E544-910B-4D51-8D76-EECDE9009C86}"/>
              </a:ext>
            </a:extLst>
          </p:cNvPr>
          <p:cNvSpPr>
            <a:spLocks noGrp="1"/>
          </p:cNvSpPr>
          <p:nvPr/>
        </p:nvSpPr>
        <p:spPr>
          <a:xfrm>
            <a:off x="885825"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9" name="shape-435">
            <a:extLst>
              <a:ext uri="{FF2B5EF4-FFF2-40B4-BE49-F238E27FC236}">
                <a16:creationId xmlns:a16="http://schemas.microsoft.com/office/drawing/2014/main" id="{BA0DDCEB-81FB-40B7-BC9E-764426F6DB83}"/>
              </a:ext>
            </a:extLst>
          </p:cNvPr>
          <p:cNvSpPr>
            <a:spLocks noGrp="1"/>
          </p:cNvSpPr>
          <p:nvPr/>
        </p:nvSpPr>
        <p:spPr>
          <a:xfrm>
            <a:off x="1571625" y="2447925"/>
            <a:ext cx="685800" cy="685800"/>
          </a:xfrm>
          <a:prstGeom prst="rect">
            <a:avLst/>
          </a:prstGeom>
          <a:solidFill>
            <a:srgbClr val="FFFFFF"/>
          </a:solidFill>
          <a:ln w="9525">
            <a:solidFill>
              <a:srgbClr val="A9B1B6"/>
            </a:solidFill>
          </a:ln>
        </p:spPr>
      </p:sp>
      <p:sp>
        <p:nvSpPr>
          <p:cNvPr id="10" name="shape-436">
            <a:extLst>
              <a:ext uri="{FF2B5EF4-FFF2-40B4-BE49-F238E27FC236}">
                <a16:creationId xmlns:a16="http://schemas.microsoft.com/office/drawing/2014/main" id="{B002C87C-20CA-4F4F-A1E6-6822561CECBC}"/>
              </a:ext>
            </a:extLst>
          </p:cNvPr>
          <p:cNvSpPr>
            <a:spLocks noGrp="1"/>
          </p:cNvSpPr>
          <p:nvPr/>
        </p:nvSpPr>
        <p:spPr>
          <a:xfrm>
            <a:off x="1571625"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1" name="shape-437">
            <a:extLst>
              <a:ext uri="{FF2B5EF4-FFF2-40B4-BE49-F238E27FC236}">
                <a16:creationId xmlns:a16="http://schemas.microsoft.com/office/drawing/2014/main" id="{381A6650-EE40-4F29-A978-F7123A5177A3}"/>
              </a:ext>
            </a:extLst>
          </p:cNvPr>
          <p:cNvSpPr>
            <a:spLocks noGrp="1"/>
          </p:cNvSpPr>
          <p:nvPr/>
        </p:nvSpPr>
        <p:spPr>
          <a:xfrm>
            <a:off x="2257425" y="2447925"/>
            <a:ext cx="685800" cy="685800"/>
          </a:xfrm>
          <a:prstGeom prst="rect">
            <a:avLst/>
          </a:prstGeom>
          <a:solidFill>
            <a:srgbClr val="FFFFFF"/>
          </a:solidFill>
          <a:ln w="9525">
            <a:solidFill>
              <a:srgbClr val="A9B1B6"/>
            </a:solidFill>
          </a:ln>
        </p:spPr>
      </p:sp>
      <p:sp>
        <p:nvSpPr>
          <p:cNvPr id="12" name="shape-438">
            <a:extLst>
              <a:ext uri="{FF2B5EF4-FFF2-40B4-BE49-F238E27FC236}">
                <a16:creationId xmlns:a16="http://schemas.microsoft.com/office/drawing/2014/main" id="{D8D0A7E4-DCC1-44BC-BBB1-4A7F9997E252}"/>
              </a:ext>
            </a:extLst>
          </p:cNvPr>
          <p:cNvSpPr>
            <a:spLocks noGrp="1"/>
          </p:cNvSpPr>
          <p:nvPr/>
        </p:nvSpPr>
        <p:spPr>
          <a:xfrm>
            <a:off x="2257425"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3" name="shape-439">
            <a:extLst>
              <a:ext uri="{FF2B5EF4-FFF2-40B4-BE49-F238E27FC236}">
                <a16:creationId xmlns:a16="http://schemas.microsoft.com/office/drawing/2014/main" id="{9C8D4EEE-918B-40B6-A210-02D0046219CE}"/>
              </a:ext>
            </a:extLst>
          </p:cNvPr>
          <p:cNvSpPr>
            <a:spLocks noGrp="1"/>
          </p:cNvSpPr>
          <p:nvPr/>
        </p:nvSpPr>
        <p:spPr>
          <a:xfrm>
            <a:off x="2943225" y="2447925"/>
            <a:ext cx="685800" cy="685800"/>
          </a:xfrm>
          <a:prstGeom prst="rect">
            <a:avLst/>
          </a:prstGeom>
          <a:solidFill>
            <a:srgbClr val="FFFFFF"/>
          </a:solidFill>
          <a:ln w="9525">
            <a:solidFill>
              <a:srgbClr val="A9B1B6"/>
            </a:solidFill>
          </a:ln>
        </p:spPr>
      </p:sp>
      <p:sp>
        <p:nvSpPr>
          <p:cNvPr id="14" name="shape-440">
            <a:extLst>
              <a:ext uri="{FF2B5EF4-FFF2-40B4-BE49-F238E27FC236}">
                <a16:creationId xmlns:a16="http://schemas.microsoft.com/office/drawing/2014/main" id="{DD03C8A2-C06E-46F0-B2CF-371FB0D76AEA}"/>
              </a:ext>
            </a:extLst>
          </p:cNvPr>
          <p:cNvSpPr>
            <a:spLocks noGrp="1"/>
          </p:cNvSpPr>
          <p:nvPr/>
        </p:nvSpPr>
        <p:spPr>
          <a:xfrm>
            <a:off x="2943225"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5" name="shape-441">
            <a:extLst>
              <a:ext uri="{FF2B5EF4-FFF2-40B4-BE49-F238E27FC236}">
                <a16:creationId xmlns:a16="http://schemas.microsoft.com/office/drawing/2014/main" id="{331D51BB-3070-4EE5-9BC6-ED78F880204F}"/>
              </a:ext>
            </a:extLst>
          </p:cNvPr>
          <p:cNvSpPr>
            <a:spLocks noGrp="1"/>
          </p:cNvSpPr>
          <p:nvPr/>
        </p:nvSpPr>
        <p:spPr>
          <a:xfrm>
            <a:off x="885825" y="3133725"/>
            <a:ext cx="685800" cy="685800"/>
          </a:xfrm>
          <a:prstGeom prst="rect">
            <a:avLst/>
          </a:prstGeom>
          <a:solidFill>
            <a:srgbClr val="FFFFFF"/>
          </a:solidFill>
          <a:ln w="9525">
            <a:solidFill>
              <a:srgbClr val="A9B1B6"/>
            </a:solidFill>
          </a:ln>
        </p:spPr>
      </p:sp>
      <p:sp>
        <p:nvSpPr>
          <p:cNvPr id="16" name="shape-442">
            <a:extLst>
              <a:ext uri="{FF2B5EF4-FFF2-40B4-BE49-F238E27FC236}">
                <a16:creationId xmlns:a16="http://schemas.microsoft.com/office/drawing/2014/main" id="{4AB8F881-FBD6-4D37-A646-38C57AE1063D}"/>
              </a:ext>
            </a:extLst>
          </p:cNvPr>
          <p:cNvSpPr>
            <a:spLocks noGrp="1"/>
          </p:cNvSpPr>
          <p:nvPr/>
        </p:nvSpPr>
        <p:spPr>
          <a:xfrm>
            <a:off x="885825"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7" name="shape-443">
            <a:extLst>
              <a:ext uri="{FF2B5EF4-FFF2-40B4-BE49-F238E27FC236}">
                <a16:creationId xmlns:a16="http://schemas.microsoft.com/office/drawing/2014/main" id="{9DA64FFA-21BA-492D-BE82-113FF9823B56}"/>
              </a:ext>
            </a:extLst>
          </p:cNvPr>
          <p:cNvSpPr>
            <a:spLocks noGrp="1"/>
          </p:cNvSpPr>
          <p:nvPr/>
        </p:nvSpPr>
        <p:spPr>
          <a:xfrm>
            <a:off x="1571625" y="3133725"/>
            <a:ext cx="685800" cy="685800"/>
          </a:xfrm>
          <a:prstGeom prst="rect">
            <a:avLst/>
          </a:prstGeom>
          <a:solidFill>
            <a:srgbClr val="FFFFFF"/>
          </a:solidFill>
          <a:ln w="9525">
            <a:solidFill>
              <a:srgbClr val="A9B1B6"/>
            </a:solidFill>
          </a:ln>
        </p:spPr>
      </p:sp>
      <p:sp>
        <p:nvSpPr>
          <p:cNvPr id="18" name="shape-444">
            <a:extLst>
              <a:ext uri="{FF2B5EF4-FFF2-40B4-BE49-F238E27FC236}">
                <a16:creationId xmlns:a16="http://schemas.microsoft.com/office/drawing/2014/main" id="{BB50AC47-1898-4260-B7C3-250069B73783}"/>
              </a:ext>
            </a:extLst>
          </p:cNvPr>
          <p:cNvSpPr>
            <a:spLocks noGrp="1"/>
          </p:cNvSpPr>
          <p:nvPr/>
        </p:nvSpPr>
        <p:spPr>
          <a:xfrm>
            <a:off x="1571625"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9" name="shape-445">
            <a:extLst>
              <a:ext uri="{FF2B5EF4-FFF2-40B4-BE49-F238E27FC236}">
                <a16:creationId xmlns:a16="http://schemas.microsoft.com/office/drawing/2014/main" id="{07AE88E6-A1D2-45E1-9BCC-4BB9D8BF0805}"/>
              </a:ext>
            </a:extLst>
          </p:cNvPr>
          <p:cNvSpPr>
            <a:spLocks noGrp="1"/>
          </p:cNvSpPr>
          <p:nvPr/>
        </p:nvSpPr>
        <p:spPr>
          <a:xfrm>
            <a:off x="2257425" y="3133725"/>
            <a:ext cx="685800" cy="685800"/>
          </a:xfrm>
          <a:prstGeom prst="rect">
            <a:avLst/>
          </a:prstGeom>
          <a:solidFill>
            <a:srgbClr val="FFFFFF"/>
          </a:solidFill>
          <a:ln w="9525">
            <a:solidFill>
              <a:srgbClr val="A9B1B6"/>
            </a:solidFill>
          </a:ln>
        </p:spPr>
      </p:sp>
      <p:sp>
        <p:nvSpPr>
          <p:cNvPr id="20" name="shape-446">
            <a:extLst>
              <a:ext uri="{FF2B5EF4-FFF2-40B4-BE49-F238E27FC236}">
                <a16:creationId xmlns:a16="http://schemas.microsoft.com/office/drawing/2014/main" id="{C95A659F-C66E-4480-A522-81466EDFEC3A}"/>
              </a:ext>
            </a:extLst>
          </p:cNvPr>
          <p:cNvSpPr>
            <a:spLocks noGrp="1"/>
          </p:cNvSpPr>
          <p:nvPr/>
        </p:nvSpPr>
        <p:spPr>
          <a:xfrm>
            <a:off x="2257425"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1" name="shape-447">
            <a:extLst>
              <a:ext uri="{FF2B5EF4-FFF2-40B4-BE49-F238E27FC236}">
                <a16:creationId xmlns:a16="http://schemas.microsoft.com/office/drawing/2014/main" id="{E2C78CA7-FEFE-4D2B-B29B-47E8A18FED59}"/>
              </a:ext>
            </a:extLst>
          </p:cNvPr>
          <p:cNvSpPr>
            <a:spLocks noGrp="1"/>
          </p:cNvSpPr>
          <p:nvPr/>
        </p:nvSpPr>
        <p:spPr>
          <a:xfrm>
            <a:off x="2943225" y="3133725"/>
            <a:ext cx="685800" cy="685800"/>
          </a:xfrm>
          <a:prstGeom prst="rect">
            <a:avLst/>
          </a:prstGeom>
          <a:solidFill>
            <a:srgbClr val="FFFFFF"/>
          </a:solidFill>
          <a:ln w="9525">
            <a:solidFill>
              <a:srgbClr val="A9B1B6"/>
            </a:solidFill>
          </a:ln>
        </p:spPr>
      </p:sp>
      <p:sp>
        <p:nvSpPr>
          <p:cNvPr id="22" name="shape-448">
            <a:extLst>
              <a:ext uri="{FF2B5EF4-FFF2-40B4-BE49-F238E27FC236}">
                <a16:creationId xmlns:a16="http://schemas.microsoft.com/office/drawing/2014/main" id="{8F0770D5-A2AC-4A2E-A1E5-BA21EAD187FD}"/>
              </a:ext>
            </a:extLst>
          </p:cNvPr>
          <p:cNvSpPr>
            <a:spLocks noGrp="1"/>
          </p:cNvSpPr>
          <p:nvPr/>
        </p:nvSpPr>
        <p:spPr>
          <a:xfrm>
            <a:off x="2943225"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3" name="shape-449">
            <a:extLst>
              <a:ext uri="{FF2B5EF4-FFF2-40B4-BE49-F238E27FC236}">
                <a16:creationId xmlns:a16="http://schemas.microsoft.com/office/drawing/2014/main" id="{09CAFF8B-1462-4F02-9514-FEC034A9A6CE}"/>
              </a:ext>
            </a:extLst>
          </p:cNvPr>
          <p:cNvSpPr>
            <a:spLocks noGrp="1"/>
          </p:cNvSpPr>
          <p:nvPr/>
        </p:nvSpPr>
        <p:spPr>
          <a:xfrm>
            <a:off x="885825" y="3819525"/>
            <a:ext cx="685800" cy="685800"/>
          </a:xfrm>
          <a:prstGeom prst="rect">
            <a:avLst/>
          </a:prstGeom>
          <a:solidFill>
            <a:srgbClr val="FFFFFF"/>
          </a:solidFill>
          <a:ln w="9525">
            <a:solidFill>
              <a:srgbClr val="A9B1B6"/>
            </a:solidFill>
          </a:ln>
        </p:spPr>
      </p:sp>
      <p:sp>
        <p:nvSpPr>
          <p:cNvPr id="24" name="shape-450">
            <a:extLst>
              <a:ext uri="{FF2B5EF4-FFF2-40B4-BE49-F238E27FC236}">
                <a16:creationId xmlns:a16="http://schemas.microsoft.com/office/drawing/2014/main" id="{246F086D-FDAF-4485-A200-6BFF9479CF20}"/>
              </a:ext>
            </a:extLst>
          </p:cNvPr>
          <p:cNvSpPr>
            <a:spLocks noGrp="1"/>
          </p:cNvSpPr>
          <p:nvPr/>
        </p:nvSpPr>
        <p:spPr>
          <a:xfrm>
            <a:off x="885825"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5" name="shape-451">
            <a:extLst>
              <a:ext uri="{FF2B5EF4-FFF2-40B4-BE49-F238E27FC236}">
                <a16:creationId xmlns:a16="http://schemas.microsoft.com/office/drawing/2014/main" id="{39F9B2FC-10D0-4172-A89B-3B5005B062BB}"/>
              </a:ext>
            </a:extLst>
          </p:cNvPr>
          <p:cNvSpPr>
            <a:spLocks noGrp="1"/>
          </p:cNvSpPr>
          <p:nvPr/>
        </p:nvSpPr>
        <p:spPr>
          <a:xfrm>
            <a:off x="1571625" y="3819525"/>
            <a:ext cx="685800" cy="685800"/>
          </a:xfrm>
          <a:prstGeom prst="rect">
            <a:avLst/>
          </a:prstGeom>
          <a:solidFill>
            <a:srgbClr val="FFFFFF"/>
          </a:solidFill>
          <a:ln w="9525">
            <a:solidFill>
              <a:srgbClr val="A9B1B6"/>
            </a:solidFill>
          </a:ln>
        </p:spPr>
      </p:sp>
      <p:sp>
        <p:nvSpPr>
          <p:cNvPr id="26" name="shape-452">
            <a:extLst>
              <a:ext uri="{FF2B5EF4-FFF2-40B4-BE49-F238E27FC236}">
                <a16:creationId xmlns:a16="http://schemas.microsoft.com/office/drawing/2014/main" id="{0B9CFCA9-ADBA-450C-AABD-C24EAE53367C}"/>
              </a:ext>
            </a:extLst>
          </p:cNvPr>
          <p:cNvSpPr>
            <a:spLocks noGrp="1"/>
          </p:cNvSpPr>
          <p:nvPr/>
        </p:nvSpPr>
        <p:spPr>
          <a:xfrm>
            <a:off x="1571625"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7" name="shape-453">
            <a:extLst>
              <a:ext uri="{FF2B5EF4-FFF2-40B4-BE49-F238E27FC236}">
                <a16:creationId xmlns:a16="http://schemas.microsoft.com/office/drawing/2014/main" id="{CFEBB4C0-3437-4A33-AAF2-2442DBDFEC45}"/>
              </a:ext>
            </a:extLst>
          </p:cNvPr>
          <p:cNvSpPr>
            <a:spLocks noGrp="1"/>
          </p:cNvSpPr>
          <p:nvPr/>
        </p:nvSpPr>
        <p:spPr>
          <a:xfrm>
            <a:off x="2257425" y="3819525"/>
            <a:ext cx="685800" cy="685800"/>
          </a:xfrm>
          <a:prstGeom prst="rect">
            <a:avLst/>
          </a:prstGeom>
          <a:solidFill>
            <a:srgbClr val="FFFFFF"/>
          </a:solidFill>
          <a:ln w="9525">
            <a:solidFill>
              <a:srgbClr val="A9B1B6"/>
            </a:solidFill>
          </a:ln>
        </p:spPr>
      </p:sp>
      <p:sp>
        <p:nvSpPr>
          <p:cNvPr id="28" name="shape-454">
            <a:extLst>
              <a:ext uri="{FF2B5EF4-FFF2-40B4-BE49-F238E27FC236}">
                <a16:creationId xmlns:a16="http://schemas.microsoft.com/office/drawing/2014/main" id="{D12509AC-D043-4A05-A858-35CDFDE65B07}"/>
              </a:ext>
            </a:extLst>
          </p:cNvPr>
          <p:cNvSpPr>
            <a:spLocks noGrp="1"/>
          </p:cNvSpPr>
          <p:nvPr/>
        </p:nvSpPr>
        <p:spPr>
          <a:xfrm>
            <a:off x="2257425"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9" name="shape-455">
            <a:extLst>
              <a:ext uri="{FF2B5EF4-FFF2-40B4-BE49-F238E27FC236}">
                <a16:creationId xmlns:a16="http://schemas.microsoft.com/office/drawing/2014/main" id="{EC57717D-3C52-4599-B486-E8A007F31F4A}"/>
              </a:ext>
            </a:extLst>
          </p:cNvPr>
          <p:cNvSpPr>
            <a:spLocks noGrp="1"/>
          </p:cNvSpPr>
          <p:nvPr/>
        </p:nvSpPr>
        <p:spPr>
          <a:xfrm>
            <a:off x="2943225" y="3819525"/>
            <a:ext cx="685800" cy="685800"/>
          </a:xfrm>
          <a:prstGeom prst="rect">
            <a:avLst/>
          </a:prstGeom>
          <a:solidFill>
            <a:srgbClr val="FFFFFF"/>
          </a:solidFill>
          <a:ln w="9525">
            <a:solidFill>
              <a:srgbClr val="A9B1B6"/>
            </a:solidFill>
          </a:ln>
        </p:spPr>
      </p:sp>
      <p:sp>
        <p:nvSpPr>
          <p:cNvPr id="30" name="shape-456">
            <a:extLst>
              <a:ext uri="{FF2B5EF4-FFF2-40B4-BE49-F238E27FC236}">
                <a16:creationId xmlns:a16="http://schemas.microsoft.com/office/drawing/2014/main" id="{0663616F-6479-4B48-9599-478F99BB3C57}"/>
              </a:ext>
            </a:extLst>
          </p:cNvPr>
          <p:cNvSpPr>
            <a:spLocks noGrp="1"/>
          </p:cNvSpPr>
          <p:nvPr/>
        </p:nvSpPr>
        <p:spPr>
          <a:xfrm>
            <a:off x="2943225"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1" name="shape-457">
            <a:extLst>
              <a:ext uri="{FF2B5EF4-FFF2-40B4-BE49-F238E27FC236}">
                <a16:creationId xmlns:a16="http://schemas.microsoft.com/office/drawing/2014/main" id="{A0E1F653-2B3E-4C7A-87A8-F65846AE8957}"/>
              </a:ext>
            </a:extLst>
          </p:cNvPr>
          <p:cNvSpPr>
            <a:spLocks noGrp="1"/>
          </p:cNvSpPr>
          <p:nvPr/>
        </p:nvSpPr>
        <p:spPr>
          <a:xfrm>
            <a:off x="885825" y="4505325"/>
            <a:ext cx="685800" cy="685800"/>
          </a:xfrm>
          <a:prstGeom prst="rect">
            <a:avLst/>
          </a:prstGeom>
          <a:solidFill>
            <a:srgbClr val="FFFFFF"/>
          </a:solidFill>
          <a:ln w="9525">
            <a:solidFill>
              <a:srgbClr val="A9B1B6"/>
            </a:solidFill>
          </a:ln>
        </p:spPr>
      </p:sp>
      <p:sp>
        <p:nvSpPr>
          <p:cNvPr id="32" name="shape-458">
            <a:extLst>
              <a:ext uri="{FF2B5EF4-FFF2-40B4-BE49-F238E27FC236}">
                <a16:creationId xmlns:a16="http://schemas.microsoft.com/office/drawing/2014/main" id="{3E478C56-773D-47CC-9318-40734342A446}"/>
              </a:ext>
            </a:extLst>
          </p:cNvPr>
          <p:cNvSpPr>
            <a:spLocks noGrp="1"/>
          </p:cNvSpPr>
          <p:nvPr/>
        </p:nvSpPr>
        <p:spPr>
          <a:xfrm>
            <a:off x="885825"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3" name="shape-459">
            <a:extLst>
              <a:ext uri="{FF2B5EF4-FFF2-40B4-BE49-F238E27FC236}">
                <a16:creationId xmlns:a16="http://schemas.microsoft.com/office/drawing/2014/main" id="{E5CEB969-614C-487B-BA9E-999BB1BFB58B}"/>
              </a:ext>
            </a:extLst>
          </p:cNvPr>
          <p:cNvSpPr>
            <a:spLocks noGrp="1"/>
          </p:cNvSpPr>
          <p:nvPr/>
        </p:nvSpPr>
        <p:spPr>
          <a:xfrm>
            <a:off x="1571625" y="4505325"/>
            <a:ext cx="685800" cy="685800"/>
          </a:xfrm>
          <a:prstGeom prst="rect">
            <a:avLst/>
          </a:prstGeom>
          <a:solidFill>
            <a:srgbClr val="FFFFFF"/>
          </a:solidFill>
          <a:ln w="9525">
            <a:solidFill>
              <a:srgbClr val="A9B1B6"/>
            </a:solidFill>
          </a:ln>
        </p:spPr>
      </p:sp>
      <p:sp>
        <p:nvSpPr>
          <p:cNvPr id="34" name="shape-460">
            <a:extLst>
              <a:ext uri="{FF2B5EF4-FFF2-40B4-BE49-F238E27FC236}">
                <a16:creationId xmlns:a16="http://schemas.microsoft.com/office/drawing/2014/main" id="{22074A96-E092-4585-B569-86C53F0BA8DD}"/>
              </a:ext>
            </a:extLst>
          </p:cNvPr>
          <p:cNvSpPr>
            <a:spLocks noGrp="1"/>
          </p:cNvSpPr>
          <p:nvPr/>
        </p:nvSpPr>
        <p:spPr>
          <a:xfrm>
            <a:off x="1571625"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5" name="shape-461">
            <a:extLst>
              <a:ext uri="{FF2B5EF4-FFF2-40B4-BE49-F238E27FC236}">
                <a16:creationId xmlns:a16="http://schemas.microsoft.com/office/drawing/2014/main" id="{4C4AD298-33A8-40BA-9832-28A94FD07004}"/>
              </a:ext>
            </a:extLst>
          </p:cNvPr>
          <p:cNvSpPr>
            <a:spLocks noGrp="1"/>
          </p:cNvSpPr>
          <p:nvPr/>
        </p:nvSpPr>
        <p:spPr>
          <a:xfrm>
            <a:off x="2257425" y="4505325"/>
            <a:ext cx="685800" cy="685800"/>
          </a:xfrm>
          <a:prstGeom prst="rect">
            <a:avLst/>
          </a:prstGeom>
          <a:solidFill>
            <a:srgbClr val="FFFFFF"/>
          </a:solidFill>
          <a:ln w="9525">
            <a:solidFill>
              <a:srgbClr val="A9B1B6"/>
            </a:solidFill>
          </a:ln>
        </p:spPr>
      </p:sp>
      <p:sp>
        <p:nvSpPr>
          <p:cNvPr id="36" name="shape-462">
            <a:extLst>
              <a:ext uri="{FF2B5EF4-FFF2-40B4-BE49-F238E27FC236}">
                <a16:creationId xmlns:a16="http://schemas.microsoft.com/office/drawing/2014/main" id="{A6E9C01E-8D1D-4B54-A321-B9C9CBAFAC03}"/>
              </a:ext>
            </a:extLst>
          </p:cNvPr>
          <p:cNvSpPr>
            <a:spLocks noGrp="1"/>
          </p:cNvSpPr>
          <p:nvPr/>
        </p:nvSpPr>
        <p:spPr>
          <a:xfrm>
            <a:off x="2257425"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7" name="shape-463">
            <a:extLst>
              <a:ext uri="{FF2B5EF4-FFF2-40B4-BE49-F238E27FC236}">
                <a16:creationId xmlns:a16="http://schemas.microsoft.com/office/drawing/2014/main" id="{DEB68F18-C3FC-4293-9B3A-B2E305B7B3E7}"/>
              </a:ext>
            </a:extLst>
          </p:cNvPr>
          <p:cNvSpPr>
            <a:spLocks noGrp="1"/>
          </p:cNvSpPr>
          <p:nvPr/>
        </p:nvSpPr>
        <p:spPr>
          <a:xfrm>
            <a:off x="2943225" y="4505325"/>
            <a:ext cx="685800" cy="685800"/>
          </a:xfrm>
          <a:prstGeom prst="rect">
            <a:avLst/>
          </a:prstGeom>
          <a:solidFill>
            <a:srgbClr val="FFFFFF"/>
          </a:solidFill>
          <a:ln w="9525">
            <a:solidFill>
              <a:srgbClr val="A9B1B6"/>
            </a:solidFill>
          </a:ln>
        </p:spPr>
      </p:sp>
      <p:sp>
        <p:nvSpPr>
          <p:cNvPr id="38" name="shape-464">
            <a:extLst>
              <a:ext uri="{FF2B5EF4-FFF2-40B4-BE49-F238E27FC236}">
                <a16:creationId xmlns:a16="http://schemas.microsoft.com/office/drawing/2014/main" id="{55E827E1-B157-4647-A546-0650B38EF9BF}"/>
              </a:ext>
            </a:extLst>
          </p:cNvPr>
          <p:cNvSpPr>
            <a:spLocks noGrp="1"/>
          </p:cNvSpPr>
          <p:nvPr/>
        </p:nvSpPr>
        <p:spPr>
          <a:xfrm>
            <a:off x="2943225"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9" name="shape-465">
            <a:extLst>
              <a:ext uri="{FF2B5EF4-FFF2-40B4-BE49-F238E27FC236}">
                <a16:creationId xmlns:a16="http://schemas.microsoft.com/office/drawing/2014/main" id="{10B083CB-446F-4C95-9289-BF92DA9758BE}"/>
              </a:ext>
            </a:extLst>
          </p:cNvPr>
          <p:cNvSpPr>
            <a:spLocks noGrp="1"/>
          </p:cNvSpPr>
          <p:nvPr/>
        </p:nvSpPr>
        <p:spPr>
          <a:xfrm>
            <a:off x="7410450" y="2447925"/>
            <a:ext cx="685800" cy="685800"/>
          </a:xfrm>
          <a:prstGeom prst="rect">
            <a:avLst/>
          </a:prstGeom>
          <a:solidFill>
            <a:srgbClr val="FFFFFF"/>
          </a:solidFill>
          <a:ln w="9525">
            <a:solidFill>
              <a:srgbClr val="A9B1B6"/>
            </a:solidFill>
          </a:ln>
        </p:spPr>
      </p:sp>
      <p:sp>
        <p:nvSpPr>
          <p:cNvPr id="40" name="shape-466">
            <a:extLst>
              <a:ext uri="{FF2B5EF4-FFF2-40B4-BE49-F238E27FC236}">
                <a16:creationId xmlns:a16="http://schemas.microsoft.com/office/drawing/2014/main" id="{24D2DCD5-2EA1-49D3-AAB2-9CF090443B04}"/>
              </a:ext>
            </a:extLst>
          </p:cNvPr>
          <p:cNvSpPr>
            <a:spLocks noGrp="1"/>
          </p:cNvSpPr>
          <p:nvPr/>
        </p:nvSpPr>
        <p:spPr>
          <a:xfrm>
            <a:off x="7410450"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41" name="shape-467">
            <a:extLst>
              <a:ext uri="{FF2B5EF4-FFF2-40B4-BE49-F238E27FC236}">
                <a16:creationId xmlns:a16="http://schemas.microsoft.com/office/drawing/2014/main" id="{CAABE03F-9577-4BE3-B884-7E4DBF848F3D}"/>
              </a:ext>
            </a:extLst>
          </p:cNvPr>
          <p:cNvSpPr>
            <a:spLocks noGrp="1"/>
          </p:cNvSpPr>
          <p:nvPr/>
        </p:nvSpPr>
        <p:spPr>
          <a:xfrm>
            <a:off x="8096250" y="2447925"/>
            <a:ext cx="685800" cy="685800"/>
          </a:xfrm>
          <a:prstGeom prst="rect">
            <a:avLst/>
          </a:prstGeom>
          <a:solidFill>
            <a:srgbClr val="26323B"/>
          </a:solidFill>
          <a:ln w="9525">
            <a:solidFill>
              <a:srgbClr val="A9B1B6"/>
            </a:solidFill>
          </a:ln>
        </p:spPr>
      </p:sp>
      <p:sp>
        <p:nvSpPr>
          <p:cNvPr id="42" name="shape-468">
            <a:extLst>
              <a:ext uri="{FF2B5EF4-FFF2-40B4-BE49-F238E27FC236}">
                <a16:creationId xmlns:a16="http://schemas.microsoft.com/office/drawing/2014/main" id="{1FF555FB-C2CF-48AB-964A-38D4E63B81DC}"/>
              </a:ext>
            </a:extLst>
          </p:cNvPr>
          <p:cNvSpPr>
            <a:spLocks noGrp="1"/>
          </p:cNvSpPr>
          <p:nvPr/>
        </p:nvSpPr>
        <p:spPr>
          <a:xfrm>
            <a:off x="8096250" y="2571369"/>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43" name="shape-469">
            <a:extLst>
              <a:ext uri="{FF2B5EF4-FFF2-40B4-BE49-F238E27FC236}">
                <a16:creationId xmlns:a16="http://schemas.microsoft.com/office/drawing/2014/main" id="{A7EA8A1B-8E9E-49CB-8121-47F4EC677E0B}"/>
              </a:ext>
            </a:extLst>
          </p:cNvPr>
          <p:cNvSpPr>
            <a:spLocks noGrp="1"/>
          </p:cNvSpPr>
          <p:nvPr/>
        </p:nvSpPr>
        <p:spPr>
          <a:xfrm>
            <a:off x="8782050" y="2447925"/>
            <a:ext cx="685800" cy="685800"/>
          </a:xfrm>
          <a:prstGeom prst="rect">
            <a:avLst/>
          </a:prstGeom>
          <a:solidFill>
            <a:srgbClr val="FFFFFF"/>
          </a:solidFill>
          <a:ln w="9525">
            <a:solidFill>
              <a:srgbClr val="A9B1B6"/>
            </a:solidFill>
          </a:ln>
        </p:spPr>
      </p:sp>
      <p:sp>
        <p:nvSpPr>
          <p:cNvPr id="44" name="shape-470">
            <a:extLst>
              <a:ext uri="{FF2B5EF4-FFF2-40B4-BE49-F238E27FC236}">
                <a16:creationId xmlns:a16="http://schemas.microsoft.com/office/drawing/2014/main" id="{D9409085-0E6D-4D66-8551-2B56866E333D}"/>
              </a:ext>
            </a:extLst>
          </p:cNvPr>
          <p:cNvSpPr>
            <a:spLocks noGrp="1"/>
          </p:cNvSpPr>
          <p:nvPr/>
        </p:nvSpPr>
        <p:spPr>
          <a:xfrm>
            <a:off x="8782050"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45" name="shape-471">
            <a:extLst>
              <a:ext uri="{FF2B5EF4-FFF2-40B4-BE49-F238E27FC236}">
                <a16:creationId xmlns:a16="http://schemas.microsoft.com/office/drawing/2014/main" id="{4D44BF8D-C6F4-466B-935F-2009ED96873F}"/>
              </a:ext>
            </a:extLst>
          </p:cNvPr>
          <p:cNvSpPr>
            <a:spLocks noGrp="1"/>
          </p:cNvSpPr>
          <p:nvPr/>
        </p:nvSpPr>
        <p:spPr>
          <a:xfrm>
            <a:off x="9467850" y="2447925"/>
            <a:ext cx="685800" cy="685800"/>
          </a:xfrm>
          <a:prstGeom prst="rect">
            <a:avLst/>
          </a:prstGeom>
          <a:solidFill>
            <a:srgbClr val="FFFFFF"/>
          </a:solidFill>
          <a:ln w="9525">
            <a:solidFill>
              <a:srgbClr val="A9B1B6"/>
            </a:solidFill>
          </a:ln>
        </p:spPr>
      </p:sp>
      <p:sp>
        <p:nvSpPr>
          <p:cNvPr id="46" name="shape-472">
            <a:extLst>
              <a:ext uri="{FF2B5EF4-FFF2-40B4-BE49-F238E27FC236}">
                <a16:creationId xmlns:a16="http://schemas.microsoft.com/office/drawing/2014/main" id="{C83B7D6A-6DF9-4F85-976F-8A272ECD51F6}"/>
              </a:ext>
            </a:extLst>
          </p:cNvPr>
          <p:cNvSpPr>
            <a:spLocks noGrp="1"/>
          </p:cNvSpPr>
          <p:nvPr/>
        </p:nvSpPr>
        <p:spPr>
          <a:xfrm>
            <a:off x="9467850"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47" name="shape-473">
            <a:extLst>
              <a:ext uri="{FF2B5EF4-FFF2-40B4-BE49-F238E27FC236}">
                <a16:creationId xmlns:a16="http://schemas.microsoft.com/office/drawing/2014/main" id="{B3226B88-1C60-4B8A-B9B8-B4DBD11737B3}"/>
              </a:ext>
            </a:extLst>
          </p:cNvPr>
          <p:cNvSpPr>
            <a:spLocks noGrp="1"/>
          </p:cNvSpPr>
          <p:nvPr/>
        </p:nvSpPr>
        <p:spPr>
          <a:xfrm>
            <a:off x="7410450" y="3133725"/>
            <a:ext cx="685800" cy="685800"/>
          </a:xfrm>
          <a:prstGeom prst="rect">
            <a:avLst/>
          </a:prstGeom>
          <a:solidFill>
            <a:srgbClr val="FFFFFF"/>
          </a:solidFill>
          <a:ln w="9525">
            <a:solidFill>
              <a:srgbClr val="A9B1B6"/>
            </a:solidFill>
          </a:ln>
        </p:spPr>
      </p:sp>
      <p:sp>
        <p:nvSpPr>
          <p:cNvPr id="48" name="shape-474">
            <a:extLst>
              <a:ext uri="{FF2B5EF4-FFF2-40B4-BE49-F238E27FC236}">
                <a16:creationId xmlns:a16="http://schemas.microsoft.com/office/drawing/2014/main" id="{61DFAC46-7254-4CCB-9D96-4F86ADF9F810}"/>
              </a:ext>
            </a:extLst>
          </p:cNvPr>
          <p:cNvSpPr>
            <a:spLocks noGrp="1"/>
          </p:cNvSpPr>
          <p:nvPr/>
        </p:nvSpPr>
        <p:spPr>
          <a:xfrm>
            <a:off x="7410450"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49" name="shape-475">
            <a:extLst>
              <a:ext uri="{FF2B5EF4-FFF2-40B4-BE49-F238E27FC236}">
                <a16:creationId xmlns:a16="http://schemas.microsoft.com/office/drawing/2014/main" id="{5B6AA80E-CBBF-4D82-ABC5-7A26C8A359B3}"/>
              </a:ext>
            </a:extLst>
          </p:cNvPr>
          <p:cNvSpPr>
            <a:spLocks noGrp="1"/>
          </p:cNvSpPr>
          <p:nvPr/>
        </p:nvSpPr>
        <p:spPr>
          <a:xfrm>
            <a:off x="8096250" y="3133725"/>
            <a:ext cx="685800" cy="685800"/>
          </a:xfrm>
          <a:prstGeom prst="rect">
            <a:avLst/>
          </a:prstGeom>
          <a:solidFill>
            <a:srgbClr val="FFFFFF"/>
          </a:solidFill>
          <a:ln w="9525">
            <a:solidFill>
              <a:srgbClr val="A9B1B6"/>
            </a:solidFill>
          </a:ln>
        </p:spPr>
      </p:sp>
      <p:sp>
        <p:nvSpPr>
          <p:cNvPr id="50" name="shape-476">
            <a:extLst>
              <a:ext uri="{FF2B5EF4-FFF2-40B4-BE49-F238E27FC236}">
                <a16:creationId xmlns:a16="http://schemas.microsoft.com/office/drawing/2014/main" id="{F887AC43-7714-4B19-B6A5-DBD08AFE7A78}"/>
              </a:ext>
            </a:extLst>
          </p:cNvPr>
          <p:cNvSpPr>
            <a:spLocks noGrp="1"/>
          </p:cNvSpPr>
          <p:nvPr/>
        </p:nvSpPr>
        <p:spPr>
          <a:xfrm>
            <a:off x="8096250"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51" name="shape-477">
            <a:extLst>
              <a:ext uri="{FF2B5EF4-FFF2-40B4-BE49-F238E27FC236}">
                <a16:creationId xmlns:a16="http://schemas.microsoft.com/office/drawing/2014/main" id="{CC51E197-5ACD-42CC-8CF5-BE9AE01ADC7F}"/>
              </a:ext>
            </a:extLst>
          </p:cNvPr>
          <p:cNvSpPr>
            <a:spLocks noGrp="1"/>
          </p:cNvSpPr>
          <p:nvPr/>
        </p:nvSpPr>
        <p:spPr>
          <a:xfrm>
            <a:off x="8782050" y="3133725"/>
            <a:ext cx="685800" cy="685800"/>
          </a:xfrm>
          <a:prstGeom prst="rect">
            <a:avLst/>
          </a:prstGeom>
          <a:solidFill>
            <a:srgbClr val="FFFFFF"/>
          </a:solidFill>
          <a:ln w="9525">
            <a:solidFill>
              <a:srgbClr val="A9B1B6"/>
            </a:solidFill>
          </a:ln>
        </p:spPr>
      </p:sp>
      <p:sp>
        <p:nvSpPr>
          <p:cNvPr id="52" name="shape-478">
            <a:extLst>
              <a:ext uri="{FF2B5EF4-FFF2-40B4-BE49-F238E27FC236}">
                <a16:creationId xmlns:a16="http://schemas.microsoft.com/office/drawing/2014/main" id="{0ABC90C1-1E69-42C3-8945-033BDF9C1F8D}"/>
              </a:ext>
            </a:extLst>
          </p:cNvPr>
          <p:cNvSpPr>
            <a:spLocks noGrp="1"/>
          </p:cNvSpPr>
          <p:nvPr/>
        </p:nvSpPr>
        <p:spPr>
          <a:xfrm>
            <a:off x="8782050"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53" name="shape-479">
            <a:extLst>
              <a:ext uri="{FF2B5EF4-FFF2-40B4-BE49-F238E27FC236}">
                <a16:creationId xmlns:a16="http://schemas.microsoft.com/office/drawing/2014/main" id="{EA4EBB35-0734-4F77-9830-DD47E6E31DD6}"/>
              </a:ext>
            </a:extLst>
          </p:cNvPr>
          <p:cNvSpPr>
            <a:spLocks noGrp="1"/>
          </p:cNvSpPr>
          <p:nvPr/>
        </p:nvSpPr>
        <p:spPr>
          <a:xfrm>
            <a:off x="9467850" y="3133725"/>
            <a:ext cx="685800" cy="685800"/>
          </a:xfrm>
          <a:prstGeom prst="rect">
            <a:avLst/>
          </a:prstGeom>
          <a:solidFill>
            <a:srgbClr val="FFFFFF"/>
          </a:solidFill>
          <a:ln w="9525">
            <a:solidFill>
              <a:srgbClr val="A9B1B6"/>
            </a:solidFill>
          </a:ln>
        </p:spPr>
      </p:sp>
      <p:sp>
        <p:nvSpPr>
          <p:cNvPr id="54" name="shape-480">
            <a:extLst>
              <a:ext uri="{FF2B5EF4-FFF2-40B4-BE49-F238E27FC236}">
                <a16:creationId xmlns:a16="http://schemas.microsoft.com/office/drawing/2014/main" id="{3FC88145-A96C-45DD-B4D6-23B6054315C7}"/>
              </a:ext>
            </a:extLst>
          </p:cNvPr>
          <p:cNvSpPr>
            <a:spLocks noGrp="1"/>
          </p:cNvSpPr>
          <p:nvPr/>
        </p:nvSpPr>
        <p:spPr>
          <a:xfrm>
            <a:off x="9467850"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55" name="shape-481">
            <a:extLst>
              <a:ext uri="{FF2B5EF4-FFF2-40B4-BE49-F238E27FC236}">
                <a16:creationId xmlns:a16="http://schemas.microsoft.com/office/drawing/2014/main" id="{80FA14C5-AEBE-4BCE-9F60-E26F0B671938}"/>
              </a:ext>
            </a:extLst>
          </p:cNvPr>
          <p:cNvSpPr>
            <a:spLocks noGrp="1"/>
          </p:cNvSpPr>
          <p:nvPr/>
        </p:nvSpPr>
        <p:spPr>
          <a:xfrm>
            <a:off x="7410450" y="3819525"/>
            <a:ext cx="685800" cy="685800"/>
          </a:xfrm>
          <a:prstGeom prst="rect">
            <a:avLst/>
          </a:prstGeom>
          <a:solidFill>
            <a:srgbClr val="FFFFFF"/>
          </a:solidFill>
          <a:ln w="9525">
            <a:solidFill>
              <a:srgbClr val="A9B1B6"/>
            </a:solidFill>
          </a:ln>
        </p:spPr>
      </p:sp>
      <p:sp>
        <p:nvSpPr>
          <p:cNvPr id="56" name="shape-482">
            <a:extLst>
              <a:ext uri="{FF2B5EF4-FFF2-40B4-BE49-F238E27FC236}">
                <a16:creationId xmlns:a16="http://schemas.microsoft.com/office/drawing/2014/main" id="{23942B2E-C445-4E8C-A25C-BE054042B2F2}"/>
              </a:ext>
            </a:extLst>
          </p:cNvPr>
          <p:cNvSpPr>
            <a:spLocks noGrp="1"/>
          </p:cNvSpPr>
          <p:nvPr/>
        </p:nvSpPr>
        <p:spPr>
          <a:xfrm>
            <a:off x="7410450"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57" name="shape-483">
            <a:extLst>
              <a:ext uri="{FF2B5EF4-FFF2-40B4-BE49-F238E27FC236}">
                <a16:creationId xmlns:a16="http://schemas.microsoft.com/office/drawing/2014/main" id="{66F71402-8834-4028-B479-70340191D2ED}"/>
              </a:ext>
            </a:extLst>
          </p:cNvPr>
          <p:cNvSpPr>
            <a:spLocks noGrp="1"/>
          </p:cNvSpPr>
          <p:nvPr/>
        </p:nvSpPr>
        <p:spPr>
          <a:xfrm>
            <a:off x="8096250" y="3819525"/>
            <a:ext cx="685800" cy="685800"/>
          </a:xfrm>
          <a:prstGeom prst="rect">
            <a:avLst/>
          </a:prstGeom>
          <a:solidFill>
            <a:srgbClr val="FFFFFF"/>
          </a:solidFill>
          <a:ln w="9525">
            <a:solidFill>
              <a:srgbClr val="A9B1B6"/>
            </a:solidFill>
          </a:ln>
        </p:spPr>
      </p:sp>
      <p:sp>
        <p:nvSpPr>
          <p:cNvPr id="58" name="shape-484">
            <a:extLst>
              <a:ext uri="{FF2B5EF4-FFF2-40B4-BE49-F238E27FC236}">
                <a16:creationId xmlns:a16="http://schemas.microsoft.com/office/drawing/2014/main" id="{C672355E-A757-4F2A-BA3B-77F62CE9CDF8}"/>
              </a:ext>
            </a:extLst>
          </p:cNvPr>
          <p:cNvSpPr>
            <a:spLocks noGrp="1"/>
          </p:cNvSpPr>
          <p:nvPr/>
        </p:nvSpPr>
        <p:spPr>
          <a:xfrm>
            <a:off x="8096250"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59" name="shape-485">
            <a:extLst>
              <a:ext uri="{FF2B5EF4-FFF2-40B4-BE49-F238E27FC236}">
                <a16:creationId xmlns:a16="http://schemas.microsoft.com/office/drawing/2014/main" id="{11EAD755-5F51-4F3E-B030-A040B1BB0270}"/>
              </a:ext>
            </a:extLst>
          </p:cNvPr>
          <p:cNvSpPr>
            <a:spLocks noGrp="1"/>
          </p:cNvSpPr>
          <p:nvPr/>
        </p:nvSpPr>
        <p:spPr>
          <a:xfrm>
            <a:off x="8782050" y="3819525"/>
            <a:ext cx="685800" cy="685800"/>
          </a:xfrm>
          <a:prstGeom prst="rect">
            <a:avLst/>
          </a:prstGeom>
          <a:solidFill>
            <a:srgbClr val="FFFFFF"/>
          </a:solidFill>
          <a:ln w="9525">
            <a:solidFill>
              <a:srgbClr val="A9B1B6"/>
            </a:solidFill>
          </a:ln>
        </p:spPr>
      </p:sp>
      <p:sp>
        <p:nvSpPr>
          <p:cNvPr id="60" name="shape-486">
            <a:extLst>
              <a:ext uri="{FF2B5EF4-FFF2-40B4-BE49-F238E27FC236}">
                <a16:creationId xmlns:a16="http://schemas.microsoft.com/office/drawing/2014/main" id="{BFCB162D-77A3-47C4-A6C5-D2D177F36002}"/>
              </a:ext>
            </a:extLst>
          </p:cNvPr>
          <p:cNvSpPr>
            <a:spLocks noGrp="1"/>
          </p:cNvSpPr>
          <p:nvPr/>
        </p:nvSpPr>
        <p:spPr>
          <a:xfrm>
            <a:off x="8782050"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61" name="shape-487">
            <a:extLst>
              <a:ext uri="{FF2B5EF4-FFF2-40B4-BE49-F238E27FC236}">
                <a16:creationId xmlns:a16="http://schemas.microsoft.com/office/drawing/2014/main" id="{0021D81A-5D3C-4009-BA50-E5437FAFC23C}"/>
              </a:ext>
            </a:extLst>
          </p:cNvPr>
          <p:cNvSpPr>
            <a:spLocks noGrp="1"/>
          </p:cNvSpPr>
          <p:nvPr/>
        </p:nvSpPr>
        <p:spPr>
          <a:xfrm>
            <a:off x="9467850" y="3819525"/>
            <a:ext cx="685800" cy="685800"/>
          </a:xfrm>
          <a:prstGeom prst="rect">
            <a:avLst/>
          </a:prstGeom>
          <a:solidFill>
            <a:srgbClr val="FFFFFF"/>
          </a:solidFill>
          <a:ln w="9525">
            <a:solidFill>
              <a:srgbClr val="A9B1B6"/>
            </a:solidFill>
          </a:ln>
        </p:spPr>
      </p:sp>
      <p:sp>
        <p:nvSpPr>
          <p:cNvPr id="62" name="shape-488">
            <a:extLst>
              <a:ext uri="{FF2B5EF4-FFF2-40B4-BE49-F238E27FC236}">
                <a16:creationId xmlns:a16="http://schemas.microsoft.com/office/drawing/2014/main" id="{4C7E210E-D078-4E26-8CEA-15E9CC34FE9D}"/>
              </a:ext>
            </a:extLst>
          </p:cNvPr>
          <p:cNvSpPr>
            <a:spLocks noGrp="1"/>
          </p:cNvSpPr>
          <p:nvPr/>
        </p:nvSpPr>
        <p:spPr>
          <a:xfrm>
            <a:off x="9467850"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63" name="shape-489">
            <a:extLst>
              <a:ext uri="{FF2B5EF4-FFF2-40B4-BE49-F238E27FC236}">
                <a16:creationId xmlns:a16="http://schemas.microsoft.com/office/drawing/2014/main" id="{AEA9A238-8D3F-4502-A426-BD933C1B8E5A}"/>
              </a:ext>
            </a:extLst>
          </p:cNvPr>
          <p:cNvSpPr>
            <a:spLocks noGrp="1"/>
          </p:cNvSpPr>
          <p:nvPr/>
        </p:nvSpPr>
        <p:spPr>
          <a:xfrm>
            <a:off x="7410450" y="4505325"/>
            <a:ext cx="685800" cy="685800"/>
          </a:xfrm>
          <a:prstGeom prst="rect">
            <a:avLst/>
          </a:prstGeom>
          <a:solidFill>
            <a:srgbClr val="FFFFFF"/>
          </a:solidFill>
          <a:ln w="9525">
            <a:solidFill>
              <a:srgbClr val="A9B1B6"/>
            </a:solidFill>
          </a:ln>
        </p:spPr>
      </p:sp>
      <p:sp>
        <p:nvSpPr>
          <p:cNvPr id="64" name="shape-490">
            <a:extLst>
              <a:ext uri="{FF2B5EF4-FFF2-40B4-BE49-F238E27FC236}">
                <a16:creationId xmlns:a16="http://schemas.microsoft.com/office/drawing/2014/main" id="{1D24E837-3EBA-4D15-AB89-C83294D9FF56}"/>
              </a:ext>
            </a:extLst>
          </p:cNvPr>
          <p:cNvSpPr>
            <a:spLocks noGrp="1"/>
          </p:cNvSpPr>
          <p:nvPr/>
        </p:nvSpPr>
        <p:spPr>
          <a:xfrm>
            <a:off x="7410450"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65" name="shape-491">
            <a:extLst>
              <a:ext uri="{FF2B5EF4-FFF2-40B4-BE49-F238E27FC236}">
                <a16:creationId xmlns:a16="http://schemas.microsoft.com/office/drawing/2014/main" id="{34CAAA8E-4459-4B3E-A321-40AD5D980478}"/>
              </a:ext>
            </a:extLst>
          </p:cNvPr>
          <p:cNvSpPr>
            <a:spLocks noGrp="1"/>
          </p:cNvSpPr>
          <p:nvPr/>
        </p:nvSpPr>
        <p:spPr>
          <a:xfrm>
            <a:off x="8096250" y="4505325"/>
            <a:ext cx="685800" cy="685800"/>
          </a:xfrm>
          <a:prstGeom prst="rect">
            <a:avLst/>
          </a:prstGeom>
          <a:solidFill>
            <a:srgbClr val="FFFFFF"/>
          </a:solidFill>
          <a:ln w="9525">
            <a:solidFill>
              <a:srgbClr val="A9B1B6"/>
            </a:solidFill>
          </a:ln>
        </p:spPr>
      </p:sp>
      <p:sp>
        <p:nvSpPr>
          <p:cNvPr id="66" name="shape-492">
            <a:extLst>
              <a:ext uri="{FF2B5EF4-FFF2-40B4-BE49-F238E27FC236}">
                <a16:creationId xmlns:a16="http://schemas.microsoft.com/office/drawing/2014/main" id="{9E87479E-8722-49B8-B56F-A34F724ADF93}"/>
              </a:ext>
            </a:extLst>
          </p:cNvPr>
          <p:cNvSpPr>
            <a:spLocks noGrp="1"/>
          </p:cNvSpPr>
          <p:nvPr/>
        </p:nvSpPr>
        <p:spPr>
          <a:xfrm>
            <a:off x="8096250"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67" name="shape-493">
            <a:extLst>
              <a:ext uri="{FF2B5EF4-FFF2-40B4-BE49-F238E27FC236}">
                <a16:creationId xmlns:a16="http://schemas.microsoft.com/office/drawing/2014/main" id="{942E0FA3-98D1-4F18-8F3B-F2002B6EC90C}"/>
              </a:ext>
            </a:extLst>
          </p:cNvPr>
          <p:cNvSpPr>
            <a:spLocks noGrp="1"/>
          </p:cNvSpPr>
          <p:nvPr/>
        </p:nvSpPr>
        <p:spPr>
          <a:xfrm>
            <a:off x="8782050" y="4505325"/>
            <a:ext cx="685800" cy="685800"/>
          </a:xfrm>
          <a:prstGeom prst="rect">
            <a:avLst/>
          </a:prstGeom>
          <a:solidFill>
            <a:srgbClr val="FFFFFF"/>
          </a:solidFill>
          <a:ln w="9525">
            <a:solidFill>
              <a:srgbClr val="A9B1B6"/>
            </a:solidFill>
          </a:ln>
        </p:spPr>
      </p:sp>
      <p:sp>
        <p:nvSpPr>
          <p:cNvPr id="68" name="shape-494">
            <a:extLst>
              <a:ext uri="{FF2B5EF4-FFF2-40B4-BE49-F238E27FC236}">
                <a16:creationId xmlns:a16="http://schemas.microsoft.com/office/drawing/2014/main" id="{A472C0A7-B0DB-4FBB-A2BD-A89E1A1FFC60}"/>
              </a:ext>
            </a:extLst>
          </p:cNvPr>
          <p:cNvSpPr>
            <a:spLocks noGrp="1"/>
          </p:cNvSpPr>
          <p:nvPr/>
        </p:nvSpPr>
        <p:spPr>
          <a:xfrm>
            <a:off x="8782050"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69" name="shape-495">
            <a:extLst>
              <a:ext uri="{FF2B5EF4-FFF2-40B4-BE49-F238E27FC236}">
                <a16:creationId xmlns:a16="http://schemas.microsoft.com/office/drawing/2014/main" id="{39CE4F64-C08B-4E8C-A30D-76413BCF1E53}"/>
              </a:ext>
            </a:extLst>
          </p:cNvPr>
          <p:cNvSpPr>
            <a:spLocks noGrp="1"/>
          </p:cNvSpPr>
          <p:nvPr/>
        </p:nvSpPr>
        <p:spPr>
          <a:xfrm>
            <a:off x="9467850" y="4505325"/>
            <a:ext cx="685800" cy="685800"/>
          </a:xfrm>
          <a:prstGeom prst="rect">
            <a:avLst/>
          </a:prstGeom>
          <a:solidFill>
            <a:srgbClr val="FFFFFF"/>
          </a:solidFill>
          <a:ln w="9525">
            <a:solidFill>
              <a:srgbClr val="A9B1B6"/>
            </a:solidFill>
          </a:ln>
        </p:spPr>
      </p:sp>
      <p:sp>
        <p:nvSpPr>
          <p:cNvPr id="70" name="shape-496">
            <a:extLst>
              <a:ext uri="{FF2B5EF4-FFF2-40B4-BE49-F238E27FC236}">
                <a16:creationId xmlns:a16="http://schemas.microsoft.com/office/drawing/2014/main" id="{75938278-8494-48C8-89B3-7435DDCEA978}"/>
              </a:ext>
            </a:extLst>
          </p:cNvPr>
          <p:cNvSpPr>
            <a:spLocks noGrp="1"/>
          </p:cNvSpPr>
          <p:nvPr/>
        </p:nvSpPr>
        <p:spPr>
          <a:xfrm>
            <a:off x="9467850"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71" name="shape-497">
            <a:extLst>
              <a:ext uri="{FF2B5EF4-FFF2-40B4-BE49-F238E27FC236}">
                <a16:creationId xmlns:a16="http://schemas.microsoft.com/office/drawing/2014/main" id="{CB025B8C-DFEC-43B0-A869-59682A558F35}"/>
              </a:ext>
            </a:extLst>
          </p:cNvPr>
          <p:cNvSpPr>
            <a:spLocks noGrp="1"/>
          </p:cNvSpPr>
          <p:nvPr/>
        </p:nvSpPr>
        <p:spPr>
          <a:xfrm>
            <a:off x="885825" y="1762125"/>
            <a:ext cx="3619500" cy="428625"/>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단색 4×4</a:t>
            </a:r>
          </a:p>
        </p:txBody>
      </p:sp>
      <p:sp>
        <p:nvSpPr>
          <p:cNvPr id="72" name="shape-498">
            <a:extLst>
              <a:ext uri="{FF2B5EF4-FFF2-40B4-BE49-F238E27FC236}">
                <a16:creationId xmlns:a16="http://schemas.microsoft.com/office/drawing/2014/main" id="{B4AAAF8D-3873-4EE7-A8ED-0C6AD8D121B8}"/>
              </a:ext>
            </a:extLst>
          </p:cNvPr>
          <p:cNvSpPr>
            <a:spLocks noGrp="1"/>
          </p:cNvSpPr>
          <p:nvPr/>
        </p:nvSpPr>
        <p:spPr>
          <a:xfrm>
            <a:off x="6924675" y="1762125"/>
            <a:ext cx="4648200" cy="428625"/>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처음부터 다른 색이 나옴</a:t>
            </a:r>
          </a:p>
        </p:txBody>
      </p:sp>
      <p:sp>
        <p:nvSpPr>
          <p:cNvPr id="73" name="shape-499">
            <a:extLst>
              <a:ext uri="{FF2B5EF4-FFF2-40B4-BE49-F238E27FC236}">
                <a16:creationId xmlns:a16="http://schemas.microsoft.com/office/drawing/2014/main" id="{EED68BC1-A7DE-4329-AFB0-3D26F4627E9F}"/>
              </a:ext>
            </a:extLst>
          </p:cNvPr>
          <p:cNvSpPr>
            <a:spLocks noGrp="1"/>
          </p:cNvSpPr>
          <p:nvPr/>
        </p:nvSpPr>
        <p:spPr>
          <a:xfrm>
            <a:off x="609600" y="5581650"/>
            <a:ext cx="5114925" cy="381000"/>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16칸을 확인한 뒤 0 반환</a:t>
            </a:r>
          </a:p>
        </p:txBody>
      </p:sp>
      <p:sp>
        <p:nvSpPr>
          <p:cNvPr id="74" name="shape-500">
            <a:extLst>
              <a:ext uri="{FF2B5EF4-FFF2-40B4-BE49-F238E27FC236}">
                <a16:creationId xmlns:a16="http://schemas.microsoft.com/office/drawing/2014/main" id="{ED1CC63E-F272-41E8-A005-59078493009C}"/>
              </a:ext>
            </a:extLst>
          </p:cNvPr>
          <p:cNvSpPr>
            <a:spLocks noGrp="1"/>
          </p:cNvSpPr>
          <p:nvPr/>
        </p:nvSpPr>
        <p:spPr>
          <a:xfrm>
            <a:off x="6600825" y="5581650"/>
            <a:ext cx="4972050" cy="381000"/>
          </a:xfrm>
          <a:prstGeom prst="rect">
            <a:avLst/>
          </a:prstGeom>
          <a:noFill/>
          <a:ln w="0">
            <a:noFill/>
          </a:ln>
        </p:spPr>
        <p:txBody>
          <a:bodyPr wrap="none" lIns="0" tIns="0" rIns="0" bIns="0" anchor="t">
            <a:noAutofit/>
          </a:bodyPr>
          <a:lstStyle>
            <a:defPPr algn="l">
              <a:defRPr sz="2025" b="1">
                <a:solidFill>
                  <a:srgbClr val="AD630C"/>
                </a:solidFill>
                <a:latin typeface="Malgun Gothic"/>
                <a:ea typeface="Malgun Gothic"/>
                <a:cs typeface="Malgun Gothic"/>
              </a:defRPr>
            </a:defPPr>
          </a:lstStyle>
          <a:p>
            <a:pPr algn="l">
              <a:lnSpc>
                <a:spcPct val="112000"/>
              </a:lnSpc>
              <a:buNone/>
              <a:defRPr sz="2025" b="1">
                <a:solidFill>
                  <a:srgbClr val="AD630C"/>
                </a:solidFill>
                <a:latin typeface="Malgun Gothic"/>
                <a:ea typeface="Malgun Gothic"/>
                <a:cs typeface="Malgun Gothic"/>
              </a:defRPr>
            </a:pPr>
            <a:r>
              <a:rPr sz="2025" b="1">
                <a:solidFill>
                  <a:srgbClr val="AD630C"/>
                </a:solidFill>
                <a:latin typeface="Malgun Gothic"/>
                <a:ea typeface="Malgun Gothic"/>
                <a:cs typeface="Malgun Gothic"/>
              </a:rPr>
              <a:t>혼합 확인 뒤 네 자식 처리</a:t>
            </a:r>
          </a:p>
        </p:txBody>
      </p:sp>
      <p:sp>
        <p:nvSpPr>
          <p:cNvPr id="75" name="shape-501">
            <a:extLst>
              <a:ext uri="{FF2B5EF4-FFF2-40B4-BE49-F238E27FC236}">
                <a16:creationId xmlns:a16="http://schemas.microsoft.com/office/drawing/2014/main" id="{2BB6D153-B966-4AC4-BCE4-D03CD80C7EE9}"/>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저장 기호의 개수와 픽셀 검사 횟수는 서로 다른 수입니다.</a:t>
            </a:r>
          </a:p>
        </p:txBody>
      </p:sp>
    </p:spTree>
    <p:extLst>
      <p:ext uri="{BB962C8B-B14F-4D97-AF65-F5344CB8AC3E}">
        <p14:creationId xmlns:p14="http://schemas.microsoft.com/office/powerpoint/2010/main" val="203174462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hape-502">
            <a:extLst>
              <a:ext uri="{FF2B5EF4-FFF2-40B4-BE49-F238E27FC236}">
                <a16:creationId xmlns:a16="http://schemas.microsoft.com/office/drawing/2014/main" id="{B5A0ACBF-0CFB-4E9A-9333-7A2B4EB550C3}"/>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503">
            <a:extLst>
              <a:ext uri="{FF2B5EF4-FFF2-40B4-BE49-F238E27FC236}">
                <a16:creationId xmlns:a16="http://schemas.microsoft.com/office/drawing/2014/main" id="{960BB504-DC1A-429C-B941-C0C1E2C92E8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504">
            <a:extLst>
              <a:ext uri="{FF2B5EF4-FFF2-40B4-BE49-F238E27FC236}">
                <a16:creationId xmlns:a16="http://schemas.microsoft.com/office/drawing/2014/main" id="{68D9FFD3-8400-4E3F-9D14-2F6EACEA35B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한 층의 영역들을 합치면 전체 그림</a:t>
            </a:r>
          </a:p>
        </p:txBody>
      </p:sp>
      <p:sp>
        <p:nvSpPr>
          <p:cNvPr id="4" name="shape-505">
            <a:extLst>
              <a:ext uri="{FF2B5EF4-FFF2-40B4-BE49-F238E27FC236}">
                <a16:creationId xmlns:a16="http://schemas.microsoft.com/office/drawing/2014/main" id="{554F8135-6E50-4C9F-ACF1-34FB628EC974}"/>
              </a:ext>
            </a:extLst>
          </p:cNvPr>
          <p:cNvSpPr>
            <a:spLocks noGrp="1"/>
          </p:cNvSpPr>
          <p:nvPr/>
        </p:nvSpPr>
        <p:spPr>
          <a:xfrm>
            <a:off x="609600" y="1381125"/>
            <a:ext cx="10972800" cy="9525"/>
          </a:xfrm>
          <a:prstGeom prst="rect">
            <a:avLst/>
          </a:prstGeom>
          <a:solidFill>
            <a:srgbClr val="151515"/>
          </a:solidFill>
          <a:ln w="0">
            <a:noFill/>
          </a:ln>
        </p:spPr>
      </p:sp>
      <p:sp>
        <p:nvSpPr>
          <p:cNvPr id="5" name="shape-506">
            <a:extLst>
              <a:ext uri="{FF2B5EF4-FFF2-40B4-BE49-F238E27FC236}">
                <a16:creationId xmlns:a16="http://schemas.microsoft.com/office/drawing/2014/main" id="{A01CF44E-6E88-46C1-97A7-608DECD1B71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E7D5D5D-046F-4088-B8CC-027E51AFA2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214</a:t>
            </a:r>
            <a:endParaRPr sz="1050" b="0">
              <a:solidFill>
                <a:srgbClr val="151515"/>
              </a:solidFill>
              <a:latin typeface="Consolas"/>
              <a:ea typeface="Consolas"/>
              <a:cs typeface="Consolas"/>
            </a:endParaRPr>
          </a:p>
        </p:txBody>
      </p:sp>
      <p:sp>
        <p:nvSpPr>
          <p:cNvPr id="7" name="shape-508">
            <a:extLst>
              <a:ext uri="{FF2B5EF4-FFF2-40B4-BE49-F238E27FC236}">
                <a16:creationId xmlns:a16="http://schemas.microsoft.com/office/drawing/2014/main" id="{8C1FBDA3-AF27-44A6-BE4C-2E830364DFBB}"/>
              </a:ext>
            </a:extLst>
          </p:cNvPr>
          <p:cNvSpPr>
            <a:spLocks noGrp="1"/>
          </p:cNvSpPr>
          <p:nvPr/>
        </p:nvSpPr>
        <p:spPr>
          <a:xfrm>
            <a:off x="609600" y="1724025"/>
            <a:ext cx="10972800" cy="457200"/>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한 변 S = 8, 전체 픽셀 N = 8×8 = 64</a:t>
            </a:r>
          </a:p>
        </p:txBody>
      </p:sp>
      <p:graphicFrame>
        <p:nvGraphicFramePr>
          <p:cNvPr id="8" name="표 7">
            <a:extLst>
              <a:ext uri="{FF2B5EF4-FFF2-40B4-BE49-F238E27FC236}">
                <a16:creationId xmlns:a16="http://schemas.microsoft.com/office/drawing/2014/main" id="{57C8119F-D7B5-4AF1-9B5E-8504B5EDDC62}"/>
              </a:ext>
            </a:extLst>
          </p:cNvPr>
          <p:cNvGraphicFramePr/>
          <p:nvPr/>
        </p:nvGraphicFramePr>
        <p:xfrm>
          <a:off x="609600" y="2590800"/>
          <a:ext cx="10972800" cy="3000375"/>
        </p:xfrm>
        <a:graphic>
          <a:graphicData uri="http://schemas.openxmlformats.org/drawingml/2006/table">
            <a:tbl>
              <a:tblPr/>
              <a:tblGrid>
                <a:gridCol w="3076575">
                  <a:extLst>
                    <a:ext uri="{9D8B030D-6E8A-4147-A177-3AD203B41FA5}">
                      <a16:colId xmlns:a16="http://schemas.microsoft.com/office/drawing/2014/main" val="20000"/>
                    </a:ext>
                  </a:extLst>
                </a:gridCol>
                <a:gridCol w="4067175">
                  <a:extLst>
                    <a:ext uri="{9D8B030D-6E8A-4147-A177-3AD203B41FA5}">
                      <a16:colId xmlns:a16="http://schemas.microsoft.com/office/drawing/2014/main" val="20001"/>
                    </a:ext>
                  </a:extLst>
                </a:gridCol>
                <a:gridCol w="3829050">
                  <a:extLst>
                    <a:ext uri="{9D8B030D-6E8A-4147-A177-3AD203B41FA5}">
                      <a16:colId xmlns:a16="http://schemas.microsoft.com/office/drawing/2014/main" val="20002"/>
                    </a:ext>
                  </a:extLst>
                </a:gridCol>
              </a:tblGrid>
              <a:tr h="600075">
                <a:tc>
                  <a:txBody>
                    <a:bodyPr/>
                    <a:lstStyle/>
                    <a:p>
                      <a:pPr algn="ctr"/>
                      <a:r>
                        <a:rPr sz="2100" b="1">
                          <a:solidFill>
                            <a:srgbClr val="FFFFFF"/>
                          </a:solidFill>
                          <a:latin typeface="Malgun Gothic"/>
                          <a:ea typeface="Malgun Gothic"/>
                          <a:cs typeface="Malgun Gothic"/>
                        </a:rPr>
                        <a:t>영역 크기</a:t>
                      </a:r>
                    </a:p>
                  </a:txBody>
                  <a:tcPr anchor="ctr">
                    <a:solidFill>
                      <a:srgbClr val="151515"/>
                    </a:solidFill>
                  </a:tcPr>
                </a:tc>
                <a:tc>
                  <a:txBody>
                    <a:bodyPr/>
                    <a:lstStyle/>
                    <a:p>
                      <a:pPr algn="ctr"/>
                      <a:r>
                        <a:rPr sz="2100" b="1">
                          <a:solidFill>
                            <a:srgbClr val="FFFFFF"/>
                          </a:solidFill>
                          <a:latin typeface="Malgun Gothic"/>
                          <a:ea typeface="Malgun Gothic"/>
                          <a:cs typeface="Malgun Gothic"/>
                        </a:rPr>
                        <a:t>그 층의 최대 영역 수</a:t>
                      </a:r>
                    </a:p>
                  </a:txBody>
                  <a:tcPr anchor="ctr">
                    <a:solidFill>
                      <a:srgbClr val="151515"/>
                    </a:solidFill>
                  </a:tcPr>
                </a:tc>
                <a:tc>
                  <a:txBody>
                    <a:bodyPr/>
                    <a:lstStyle/>
                    <a:p>
                      <a:pPr algn="ctr"/>
                      <a:r>
                        <a:rPr sz="2100" b="1">
                          <a:solidFill>
                            <a:srgbClr val="FFFFFF"/>
                          </a:solidFill>
                          <a:latin typeface="Malgun Gothic"/>
                          <a:ea typeface="Malgun Gothic"/>
                          <a:cs typeface="Malgun Gothic"/>
                        </a:rPr>
                        <a:t>검사량의 상한</a:t>
                      </a:r>
                    </a:p>
                  </a:txBody>
                  <a:tcPr anchor="ctr">
                    <a:solidFill>
                      <a:srgbClr val="151515"/>
                    </a:solidFill>
                  </a:tcPr>
                </a:tc>
                <a:extLst>
                  <a:ext uri="{0D108BD9-81ED-4DB2-BD59-A6C34878D82A}">
                    <a16:rowId xmlns:a16="http://schemas.microsoft.com/office/drawing/2014/main" val="10000"/>
                  </a:ext>
                </a:extLst>
              </a:tr>
              <a:tr h="600075">
                <a:tc>
                  <a:txBody>
                    <a:bodyPr/>
                    <a:lstStyle/>
                    <a:p>
                      <a:pPr algn="ctr"/>
                      <a:r>
                        <a:rPr sz="2100" b="0">
                          <a:solidFill>
                            <a:srgbClr val="151515"/>
                          </a:solidFill>
                          <a:latin typeface="Malgun Gothic"/>
                          <a:ea typeface="Malgun Gothic"/>
                          <a:cs typeface="Malgun Gothic"/>
                        </a:rPr>
                        <a:t>8×8</a:t>
                      </a:r>
                    </a:p>
                  </a:txBody>
                  <a:tcPr anchor="ctr">
                    <a:solidFill>
                      <a:srgbClr val="FFFFFF"/>
                    </a:solidFill>
                  </a:tcPr>
                </a:tc>
                <a:tc>
                  <a:txBody>
                    <a:bodyPr/>
                    <a:lstStyle/>
                    <a:p>
                      <a:pPr algn="ctr"/>
                      <a:r>
                        <a:rPr sz="2100" b="0">
                          <a:solidFill>
                            <a:srgbClr val="151515"/>
                          </a:solidFill>
                          <a:latin typeface="Malgun Gothic"/>
                          <a:ea typeface="Malgun Gothic"/>
                          <a:cs typeface="Malgun Gothic"/>
                        </a:rPr>
                        <a:t>1개</a:t>
                      </a:r>
                    </a:p>
                  </a:txBody>
                  <a:tcPr anchor="ctr">
                    <a:solidFill>
                      <a:srgbClr val="FFFFFF"/>
                    </a:solidFill>
                  </a:tcPr>
                </a:tc>
                <a:tc>
                  <a:txBody>
                    <a:bodyPr/>
                    <a:lstStyle/>
                    <a:p>
                      <a:pPr algn="ctr"/>
                      <a:r>
                        <a:rPr sz="2100" b="0">
                          <a:solidFill>
                            <a:srgbClr val="151515"/>
                          </a:solidFill>
                          <a:latin typeface="Malgun Gothic"/>
                          <a:ea typeface="Malgun Gothic"/>
                          <a:cs typeface="Malgun Gothic"/>
                        </a:rPr>
                        <a:t>1 × 64 = 64칸</a:t>
                      </a:r>
                    </a:p>
                  </a:txBody>
                  <a:tcPr anchor="ctr">
                    <a:solidFill>
                      <a:srgbClr val="FFFFFF"/>
                    </a:solidFill>
                  </a:tcPr>
                </a:tc>
                <a:extLst>
                  <a:ext uri="{0D108BD9-81ED-4DB2-BD59-A6C34878D82A}">
                    <a16:rowId xmlns:a16="http://schemas.microsoft.com/office/drawing/2014/main" val="10001"/>
                  </a:ext>
                </a:extLst>
              </a:tr>
              <a:tr h="600075">
                <a:tc>
                  <a:txBody>
                    <a:bodyPr/>
                    <a:lstStyle/>
                    <a:p>
                      <a:pPr algn="ctr"/>
                      <a:r>
                        <a:rPr sz="2100" b="0">
                          <a:solidFill>
                            <a:srgbClr val="151515"/>
                          </a:solidFill>
                          <a:latin typeface="Malgun Gothic"/>
                          <a:ea typeface="Malgun Gothic"/>
                          <a:cs typeface="Malgun Gothic"/>
                        </a:rPr>
                        <a:t>4×4</a:t>
                      </a:r>
                    </a:p>
                  </a:txBody>
                  <a:tcPr anchor="ctr">
                    <a:solidFill>
                      <a:srgbClr val="F1F4F6"/>
                    </a:solidFill>
                  </a:tcPr>
                </a:tc>
                <a:tc>
                  <a:txBody>
                    <a:bodyPr/>
                    <a:lstStyle/>
                    <a:p>
                      <a:pPr algn="ctr"/>
                      <a:r>
                        <a:rPr sz="2100" b="0">
                          <a:solidFill>
                            <a:srgbClr val="151515"/>
                          </a:solidFill>
                          <a:latin typeface="Malgun Gothic"/>
                          <a:ea typeface="Malgun Gothic"/>
                          <a:cs typeface="Malgun Gothic"/>
                        </a:rPr>
                        <a:t>4개</a:t>
                      </a:r>
                    </a:p>
                  </a:txBody>
                  <a:tcPr anchor="ctr">
                    <a:solidFill>
                      <a:srgbClr val="F1F4F6"/>
                    </a:solidFill>
                  </a:tcPr>
                </a:tc>
                <a:tc>
                  <a:txBody>
                    <a:bodyPr/>
                    <a:lstStyle/>
                    <a:p>
                      <a:pPr algn="ctr"/>
                      <a:r>
                        <a:rPr sz="2100" b="0">
                          <a:solidFill>
                            <a:srgbClr val="151515"/>
                          </a:solidFill>
                          <a:latin typeface="Malgun Gothic"/>
                          <a:ea typeface="Malgun Gothic"/>
                          <a:cs typeface="Malgun Gothic"/>
                        </a:rPr>
                        <a:t>4 × 16 = 64칸</a:t>
                      </a:r>
                    </a:p>
                  </a:txBody>
                  <a:tcPr anchor="ctr">
                    <a:solidFill>
                      <a:srgbClr val="F1F4F6"/>
                    </a:solidFill>
                  </a:tcPr>
                </a:tc>
                <a:extLst>
                  <a:ext uri="{0D108BD9-81ED-4DB2-BD59-A6C34878D82A}">
                    <a16:rowId xmlns:a16="http://schemas.microsoft.com/office/drawing/2014/main" val="10002"/>
                  </a:ext>
                </a:extLst>
              </a:tr>
              <a:tr h="600075">
                <a:tc>
                  <a:txBody>
                    <a:bodyPr/>
                    <a:lstStyle/>
                    <a:p>
                      <a:pPr algn="ctr"/>
                      <a:r>
                        <a:rPr sz="2100" b="0">
                          <a:solidFill>
                            <a:srgbClr val="151515"/>
                          </a:solidFill>
                          <a:latin typeface="Malgun Gothic"/>
                          <a:ea typeface="Malgun Gothic"/>
                          <a:cs typeface="Malgun Gothic"/>
                        </a:rPr>
                        <a:t>2×2</a:t>
                      </a:r>
                    </a:p>
                  </a:txBody>
                  <a:tcPr anchor="ctr">
                    <a:solidFill>
                      <a:srgbClr val="FFFFFF"/>
                    </a:solidFill>
                  </a:tcPr>
                </a:tc>
                <a:tc>
                  <a:txBody>
                    <a:bodyPr/>
                    <a:lstStyle/>
                    <a:p>
                      <a:pPr algn="ctr"/>
                      <a:r>
                        <a:rPr sz="2100" b="0">
                          <a:solidFill>
                            <a:srgbClr val="151515"/>
                          </a:solidFill>
                          <a:latin typeface="Malgun Gothic"/>
                          <a:ea typeface="Malgun Gothic"/>
                          <a:cs typeface="Malgun Gothic"/>
                        </a:rPr>
                        <a:t>16개</a:t>
                      </a:r>
                    </a:p>
                  </a:txBody>
                  <a:tcPr anchor="ctr">
                    <a:solidFill>
                      <a:srgbClr val="FFFFFF"/>
                    </a:solidFill>
                  </a:tcPr>
                </a:tc>
                <a:tc>
                  <a:txBody>
                    <a:bodyPr/>
                    <a:lstStyle/>
                    <a:p>
                      <a:pPr algn="ctr"/>
                      <a:r>
                        <a:rPr sz="2100" b="0">
                          <a:solidFill>
                            <a:srgbClr val="151515"/>
                          </a:solidFill>
                          <a:latin typeface="Malgun Gothic"/>
                          <a:ea typeface="Malgun Gothic"/>
                          <a:cs typeface="Malgun Gothic"/>
                        </a:rPr>
                        <a:t>16 × 4 = 64칸</a:t>
                      </a:r>
                    </a:p>
                  </a:txBody>
                  <a:tcPr anchor="ctr">
                    <a:solidFill>
                      <a:srgbClr val="FFFFFF"/>
                    </a:solidFill>
                  </a:tcPr>
                </a:tc>
                <a:extLst>
                  <a:ext uri="{0D108BD9-81ED-4DB2-BD59-A6C34878D82A}">
                    <a16:rowId xmlns:a16="http://schemas.microsoft.com/office/drawing/2014/main" val="10003"/>
                  </a:ext>
                </a:extLst>
              </a:tr>
              <a:tr h="600075">
                <a:tc>
                  <a:txBody>
                    <a:bodyPr/>
                    <a:lstStyle/>
                    <a:p>
                      <a:pPr algn="ctr"/>
                      <a:r>
                        <a:rPr sz="2100" b="0">
                          <a:solidFill>
                            <a:srgbClr val="151515"/>
                          </a:solidFill>
                          <a:latin typeface="Malgun Gothic"/>
                          <a:ea typeface="Malgun Gothic"/>
                          <a:cs typeface="Malgun Gothic"/>
                        </a:rPr>
                        <a:t>1×1</a:t>
                      </a:r>
                    </a:p>
                  </a:txBody>
                  <a:tcPr anchor="ctr">
                    <a:solidFill>
                      <a:srgbClr val="F1F4F6"/>
                    </a:solidFill>
                  </a:tcPr>
                </a:tc>
                <a:tc>
                  <a:txBody>
                    <a:bodyPr/>
                    <a:lstStyle/>
                    <a:p>
                      <a:pPr algn="ctr"/>
                      <a:r>
                        <a:rPr sz="2100" b="0">
                          <a:solidFill>
                            <a:srgbClr val="151515"/>
                          </a:solidFill>
                          <a:latin typeface="Malgun Gothic"/>
                          <a:ea typeface="Malgun Gothic"/>
                          <a:cs typeface="Malgun Gothic"/>
                        </a:rPr>
                        <a:t>64개</a:t>
                      </a:r>
                    </a:p>
                  </a:txBody>
                  <a:tcPr anchor="ctr">
                    <a:solidFill>
                      <a:srgbClr val="F1F4F6"/>
                    </a:solidFill>
                  </a:tcPr>
                </a:tc>
                <a:tc>
                  <a:txBody>
                    <a:bodyPr/>
                    <a:lstStyle/>
                    <a:p>
                      <a:pPr algn="ctr"/>
                      <a:r>
                        <a:rPr sz="2100" b="0">
                          <a:solidFill>
                            <a:srgbClr val="151515"/>
                          </a:solidFill>
                          <a:latin typeface="Malgun Gothic"/>
                          <a:ea typeface="Malgun Gothic"/>
                          <a:cs typeface="Malgun Gothic"/>
                        </a:rPr>
                        <a:t>64 × 1 = 64칸</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9" name="shape-510">
            <a:extLst>
              <a:ext uri="{FF2B5EF4-FFF2-40B4-BE49-F238E27FC236}">
                <a16:creationId xmlns:a16="http://schemas.microsoft.com/office/drawing/2014/main" id="{F82B6022-7F0E-493C-BA36-1C5EE96C92D4}"/>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현재 영역을 끝까지 검사하는 모델입니다. 같은 색에서 멈추거나 검사에서 일찍 나가면 줄어듭니다.</a:t>
            </a:r>
          </a:p>
        </p:txBody>
      </p:sp>
    </p:spTree>
    <p:extLst>
      <p:ext uri="{BB962C8B-B14F-4D97-AF65-F5344CB8AC3E}">
        <p14:creationId xmlns:p14="http://schemas.microsoft.com/office/powerpoint/2010/main" val="34958647"/>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hape-511">
            <a:extLst>
              <a:ext uri="{FF2B5EF4-FFF2-40B4-BE49-F238E27FC236}">
                <a16:creationId xmlns:a16="http://schemas.microsoft.com/office/drawing/2014/main" id="{802CCDA6-DC2F-4FF0-8615-E32F83DF5AC5}"/>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512">
            <a:extLst>
              <a:ext uri="{FF2B5EF4-FFF2-40B4-BE49-F238E27FC236}">
                <a16:creationId xmlns:a16="http://schemas.microsoft.com/office/drawing/2014/main" id="{2E580BE4-C03B-4F88-81FD-8A4AE6743AF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513">
            <a:extLst>
              <a:ext uri="{FF2B5EF4-FFF2-40B4-BE49-F238E27FC236}">
                <a16:creationId xmlns:a16="http://schemas.microsoft.com/office/drawing/2014/main" id="{632A3A7A-1C34-4223-8942-22ABE298B23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쿼드 트리의 깊이와 검사 시간의 상한</a:t>
            </a:r>
          </a:p>
        </p:txBody>
      </p:sp>
      <p:sp>
        <p:nvSpPr>
          <p:cNvPr id="4" name="shape-514">
            <a:extLst>
              <a:ext uri="{FF2B5EF4-FFF2-40B4-BE49-F238E27FC236}">
                <a16:creationId xmlns:a16="http://schemas.microsoft.com/office/drawing/2014/main" id="{4B56CCE2-6961-45B2-A7DA-38715FC511AE}"/>
              </a:ext>
            </a:extLst>
          </p:cNvPr>
          <p:cNvSpPr>
            <a:spLocks noGrp="1"/>
          </p:cNvSpPr>
          <p:nvPr/>
        </p:nvSpPr>
        <p:spPr>
          <a:xfrm>
            <a:off x="609600" y="1381125"/>
            <a:ext cx="10972800" cy="9525"/>
          </a:xfrm>
          <a:prstGeom prst="rect">
            <a:avLst/>
          </a:prstGeom>
          <a:solidFill>
            <a:srgbClr val="151515"/>
          </a:solidFill>
          <a:ln w="0">
            <a:noFill/>
          </a:ln>
        </p:spPr>
      </p:sp>
      <p:sp>
        <p:nvSpPr>
          <p:cNvPr id="5" name="shape-515">
            <a:extLst>
              <a:ext uri="{FF2B5EF4-FFF2-40B4-BE49-F238E27FC236}">
                <a16:creationId xmlns:a16="http://schemas.microsoft.com/office/drawing/2014/main" id="{8485F817-1722-4B34-815E-65B05A8129BF}"/>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571B68B-D883-44E3-8A39-52C7B1665E3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215</a:t>
            </a:r>
            <a:endParaRPr sz="1050" b="0">
              <a:solidFill>
                <a:srgbClr val="151515"/>
              </a:solidFill>
              <a:latin typeface="Consolas"/>
              <a:ea typeface="Consolas"/>
              <a:cs typeface="Consolas"/>
            </a:endParaRPr>
          </a:p>
        </p:txBody>
      </p:sp>
      <p:sp>
        <p:nvSpPr>
          <p:cNvPr id="7" name="shape-517">
            <a:extLst>
              <a:ext uri="{FF2B5EF4-FFF2-40B4-BE49-F238E27FC236}">
                <a16:creationId xmlns:a16="http://schemas.microsoft.com/office/drawing/2014/main" id="{A8EBAE32-8972-4C86-8C73-4CA5460F4CD6}"/>
              </a:ext>
            </a:extLst>
          </p:cNvPr>
          <p:cNvSpPr>
            <a:spLocks noGrp="1"/>
          </p:cNvSpPr>
          <p:nvPr/>
        </p:nvSpPr>
        <p:spPr>
          <a:xfrm>
            <a:off x="847725" y="2114550"/>
            <a:ext cx="1809750" cy="771525"/>
          </a:xfrm>
          <a:prstGeom prst="rect">
            <a:avLst/>
          </a:prstGeom>
          <a:solidFill>
            <a:srgbClr val="EEF5F8"/>
          </a:solidFill>
          <a:ln w="14288">
            <a:solidFill>
              <a:srgbClr val="146995"/>
            </a:solidFill>
          </a:ln>
        </p:spPr>
      </p:sp>
      <p:sp>
        <p:nvSpPr>
          <p:cNvPr id="8" name="shape-518">
            <a:extLst>
              <a:ext uri="{FF2B5EF4-FFF2-40B4-BE49-F238E27FC236}">
                <a16:creationId xmlns:a16="http://schemas.microsoft.com/office/drawing/2014/main" id="{69269995-8830-41CB-9BAA-34AF561AA5AF}"/>
              </a:ext>
            </a:extLst>
          </p:cNvPr>
          <p:cNvSpPr>
            <a:spLocks noGrp="1"/>
          </p:cNvSpPr>
          <p:nvPr/>
        </p:nvSpPr>
        <p:spPr>
          <a:xfrm>
            <a:off x="885825" y="2219325"/>
            <a:ext cx="1733550" cy="6286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8×8</a:t>
            </a:r>
          </a:p>
        </p:txBody>
      </p:sp>
      <p:sp>
        <p:nvSpPr>
          <p:cNvPr id="9" name="shape-519">
            <a:extLst>
              <a:ext uri="{FF2B5EF4-FFF2-40B4-BE49-F238E27FC236}">
                <a16:creationId xmlns:a16="http://schemas.microsoft.com/office/drawing/2014/main" id="{8EBE0C25-E654-4534-ADF3-93EF0E0E361E}"/>
              </a:ext>
            </a:extLst>
          </p:cNvPr>
          <p:cNvSpPr>
            <a:spLocks noGrp="1"/>
          </p:cNvSpPr>
          <p:nvPr/>
        </p:nvSpPr>
        <p:spPr>
          <a:xfrm>
            <a:off x="2647950" y="2362200"/>
            <a:ext cx="1066800" cy="381000"/>
          </a:xfrm>
          <a:prstGeom prst="rect">
            <a:avLst/>
          </a:prstGeom>
          <a:noFill/>
          <a:ln w="0">
            <a:noFill/>
          </a:ln>
        </p:spPr>
        <p:txBody>
          <a:bodyPr wrap="none" lIns="0" tIns="0" rIns="0" bIns="0" anchor="t">
            <a:noAutofit/>
          </a:bodyPr>
          <a:lstStyle>
            <a:defPPr algn="ctr">
              <a:defRPr sz="1725" b="0">
                <a:solidFill>
                  <a:srgbClr val="151515"/>
                </a:solidFill>
                <a:latin typeface="Malgun Gothic"/>
                <a:ea typeface="Malgun Gothic"/>
                <a:cs typeface="Malgun Gothic"/>
              </a:defRPr>
            </a:defPPr>
          </a:lstStyle>
          <a:p>
            <a:pPr algn="ctr">
              <a:lnSpc>
                <a:spcPct val="112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변 ÷2</a:t>
            </a:r>
          </a:p>
        </p:txBody>
      </p:sp>
      <p:sp>
        <p:nvSpPr>
          <p:cNvPr id="10" name="shape-520">
            <a:extLst>
              <a:ext uri="{FF2B5EF4-FFF2-40B4-BE49-F238E27FC236}">
                <a16:creationId xmlns:a16="http://schemas.microsoft.com/office/drawing/2014/main" id="{49606FC7-3E8C-46A6-BB7C-FF0ECD4DEC9B}"/>
              </a:ext>
            </a:extLst>
          </p:cNvPr>
          <p:cNvSpPr>
            <a:spLocks noGrp="1"/>
          </p:cNvSpPr>
          <p:nvPr/>
        </p:nvSpPr>
        <p:spPr>
          <a:xfrm>
            <a:off x="3743325" y="2114550"/>
            <a:ext cx="1809750" cy="771525"/>
          </a:xfrm>
          <a:prstGeom prst="rect">
            <a:avLst/>
          </a:prstGeom>
          <a:solidFill>
            <a:srgbClr val="EEF5F8"/>
          </a:solidFill>
          <a:ln w="14288">
            <a:solidFill>
              <a:srgbClr val="146995"/>
            </a:solidFill>
          </a:ln>
        </p:spPr>
      </p:sp>
      <p:sp>
        <p:nvSpPr>
          <p:cNvPr id="11" name="shape-521">
            <a:extLst>
              <a:ext uri="{FF2B5EF4-FFF2-40B4-BE49-F238E27FC236}">
                <a16:creationId xmlns:a16="http://schemas.microsoft.com/office/drawing/2014/main" id="{81FA3DD1-FC37-4778-BA72-A2FE2B2B7053}"/>
              </a:ext>
            </a:extLst>
          </p:cNvPr>
          <p:cNvSpPr>
            <a:spLocks noGrp="1"/>
          </p:cNvSpPr>
          <p:nvPr/>
        </p:nvSpPr>
        <p:spPr>
          <a:xfrm>
            <a:off x="3781425" y="2219325"/>
            <a:ext cx="1733550" cy="6286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4×4</a:t>
            </a:r>
          </a:p>
        </p:txBody>
      </p:sp>
      <p:sp>
        <p:nvSpPr>
          <p:cNvPr id="12" name="shape-522">
            <a:extLst>
              <a:ext uri="{FF2B5EF4-FFF2-40B4-BE49-F238E27FC236}">
                <a16:creationId xmlns:a16="http://schemas.microsoft.com/office/drawing/2014/main" id="{2C167209-488D-4009-B38F-A9627D5AB4E8}"/>
              </a:ext>
            </a:extLst>
          </p:cNvPr>
          <p:cNvSpPr>
            <a:spLocks noGrp="1"/>
          </p:cNvSpPr>
          <p:nvPr/>
        </p:nvSpPr>
        <p:spPr>
          <a:xfrm>
            <a:off x="5543550" y="2362200"/>
            <a:ext cx="1066800" cy="381000"/>
          </a:xfrm>
          <a:prstGeom prst="rect">
            <a:avLst/>
          </a:prstGeom>
          <a:noFill/>
          <a:ln w="0">
            <a:noFill/>
          </a:ln>
        </p:spPr>
        <p:txBody>
          <a:bodyPr wrap="none" lIns="0" tIns="0" rIns="0" bIns="0" anchor="t">
            <a:noAutofit/>
          </a:bodyPr>
          <a:lstStyle>
            <a:defPPr algn="ctr">
              <a:defRPr sz="1725" b="0">
                <a:solidFill>
                  <a:srgbClr val="151515"/>
                </a:solidFill>
                <a:latin typeface="Malgun Gothic"/>
                <a:ea typeface="Malgun Gothic"/>
                <a:cs typeface="Malgun Gothic"/>
              </a:defRPr>
            </a:defPPr>
          </a:lstStyle>
          <a:p>
            <a:pPr algn="ctr">
              <a:lnSpc>
                <a:spcPct val="112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변 ÷2</a:t>
            </a:r>
          </a:p>
        </p:txBody>
      </p:sp>
      <p:sp>
        <p:nvSpPr>
          <p:cNvPr id="13" name="shape-523">
            <a:extLst>
              <a:ext uri="{FF2B5EF4-FFF2-40B4-BE49-F238E27FC236}">
                <a16:creationId xmlns:a16="http://schemas.microsoft.com/office/drawing/2014/main" id="{37DBE176-22A8-4529-A9C5-BFB0A3A4B5D6}"/>
              </a:ext>
            </a:extLst>
          </p:cNvPr>
          <p:cNvSpPr>
            <a:spLocks noGrp="1"/>
          </p:cNvSpPr>
          <p:nvPr/>
        </p:nvSpPr>
        <p:spPr>
          <a:xfrm>
            <a:off x="6638925" y="2114550"/>
            <a:ext cx="1809750" cy="771525"/>
          </a:xfrm>
          <a:prstGeom prst="rect">
            <a:avLst/>
          </a:prstGeom>
          <a:solidFill>
            <a:srgbClr val="EEF5F8"/>
          </a:solidFill>
          <a:ln w="14288">
            <a:solidFill>
              <a:srgbClr val="146995"/>
            </a:solidFill>
          </a:ln>
        </p:spPr>
      </p:sp>
      <p:sp>
        <p:nvSpPr>
          <p:cNvPr id="14" name="shape-524">
            <a:extLst>
              <a:ext uri="{FF2B5EF4-FFF2-40B4-BE49-F238E27FC236}">
                <a16:creationId xmlns:a16="http://schemas.microsoft.com/office/drawing/2014/main" id="{006AF423-8A19-4590-B036-C396A46D00A4}"/>
              </a:ext>
            </a:extLst>
          </p:cNvPr>
          <p:cNvSpPr>
            <a:spLocks noGrp="1"/>
          </p:cNvSpPr>
          <p:nvPr/>
        </p:nvSpPr>
        <p:spPr>
          <a:xfrm>
            <a:off x="6677025" y="2219325"/>
            <a:ext cx="1733550" cy="6286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2×2</a:t>
            </a:r>
          </a:p>
        </p:txBody>
      </p:sp>
      <p:sp>
        <p:nvSpPr>
          <p:cNvPr id="15" name="shape-525">
            <a:extLst>
              <a:ext uri="{FF2B5EF4-FFF2-40B4-BE49-F238E27FC236}">
                <a16:creationId xmlns:a16="http://schemas.microsoft.com/office/drawing/2014/main" id="{8DE7CA2F-B330-4E82-BFBE-3C0F8660806E}"/>
              </a:ext>
            </a:extLst>
          </p:cNvPr>
          <p:cNvSpPr>
            <a:spLocks noGrp="1"/>
          </p:cNvSpPr>
          <p:nvPr/>
        </p:nvSpPr>
        <p:spPr>
          <a:xfrm>
            <a:off x="8439150" y="2362200"/>
            <a:ext cx="1066800" cy="381000"/>
          </a:xfrm>
          <a:prstGeom prst="rect">
            <a:avLst/>
          </a:prstGeom>
          <a:noFill/>
          <a:ln w="0">
            <a:noFill/>
          </a:ln>
        </p:spPr>
        <p:txBody>
          <a:bodyPr wrap="none" lIns="0" tIns="0" rIns="0" bIns="0" anchor="t">
            <a:noAutofit/>
          </a:bodyPr>
          <a:lstStyle>
            <a:defPPr algn="ctr">
              <a:defRPr sz="1725" b="0">
                <a:solidFill>
                  <a:srgbClr val="151515"/>
                </a:solidFill>
                <a:latin typeface="Malgun Gothic"/>
                <a:ea typeface="Malgun Gothic"/>
                <a:cs typeface="Malgun Gothic"/>
              </a:defRPr>
            </a:defPPr>
          </a:lstStyle>
          <a:p>
            <a:pPr algn="ctr">
              <a:lnSpc>
                <a:spcPct val="112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변 ÷2</a:t>
            </a:r>
          </a:p>
        </p:txBody>
      </p:sp>
      <p:sp>
        <p:nvSpPr>
          <p:cNvPr id="16" name="shape-526">
            <a:extLst>
              <a:ext uri="{FF2B5EF4-FFF2-40B4-BE49-F238E27FC236}">
                <a16:creationId xmlns:a16="http://schemas.microsoft.com/office/drawing/2014/main" id="{58059E40-1580-409B-9FC9-6820EA4FACE2}"/>
              </a:ext>
            </a:extLst>
          </p:cNvPr>
          <p:cNvSpPr>
            <a:spLocks noGrp="1"/>
          </p:cNvSpPr>
          <p:nvPr/>
        </p:nvSpPr>
        <p:spPr>
          <a:xfrm>
            <a:off x="9534525" y="2114550"/>
            <a:ext cx="1809750" cy="771525"/>
          </a:xfrm>
          <a:prstGeom prst="rect">
            <a:avLst/>
          </a:prstGeom>
          <a:solidFill>
            <a:srgbClr val="EEF5F8"/>
          </a:solidFill>
          <a:ln w="14288">
            <a:solidFill>
              <a:srgbClr val="146995"/>
            </a:solidFill>
          </a:ln>
        </p:spPr>
      </p:sp>
      <p:sp>
        <p:nvSpPr>
          <p:cNvPr id="17" name="shape-527">
            <a:extLst>
              <a:ext uri="{FF2B5EF4-FFF2-40B4-BE49-F238E27FC236}">
                <a16:creationId xmlns:a16="http://schemas.microsoft.com/office/drawing/2014/main" id="{BE12B604-7075-46A4-AB51-36F4561EB1B4}"/>
              </a:ext>
            </a:extLst>
          </p:cNvPr>
          <p:cNvSpPr>
            <a:spLocks noGrp="1"/>
          </p:cNvSpPr>
          <p:nvPr/>
        </p:nvSpPr>
        <p:spPr>
          <a:xfrm>
            <a:off x="9572625" y="2219325"/>
            <a:ext cx="1733550" cy="6286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1×1</a:t>
            </a:r>
          </a:p>
        </p:txBody>
      </p:sp>
      <p:sp>
        <p:nvSpPr>
          <p:cNvPr id="18" name="shape-528">
            <a:extLst>
              <a:ext uri="{FF2B5EF4-FFF2-40B4-BE49-F238E27FC236}">
                <a16:creationId xmlns:a16="http://schemas.microsoft.com/office/drawing/2014/main" id="{FF07742C-0A7D-49F0-8A45-F1AC190E7B64}"/>
              </a:ext>
            </a:extLst>
          </p:cNvPr>
          <p:cNvSpPr>
            <a:spLocks noGrp="1"/>
          </p:cNvSpPr>
          <p:nvPr/>
        </p:nvSpPr>
        <p:spPr>
          <a:xfrm>
            <a:off x="609600" y="3705225"/>
            <a:ext cx="10972800" cy="495300"/>
          </a:xfrm>
          <a:prstGeom prst="rect">
            <a:avLst/>
          </a:prstGeom>
          <a:noFill/>
          <a:ln w="0">
            <a:noFill/>
          </a:ln>
        </p:spPr>
        <p:txBody>
          <a:bodyPr wrap="none" lIns="0" tIns="0" rIns="0" bIns="0" anchor="t">
            <a:noAutofit/>
          </a:bodyPr>
          <a:lstStyle>
            <a:defPPr algn="l">
              <a:defRPr sz="2475" b="1">
                <a:solidFill>
                  <a:srgbClr val="151515"/>
                </a:solidFill>
                <a:latin typeface="Malgun Gothic"/>
                <a:ea typeface="Malgun Gothic"/>
                <a:cs typeface="Malgun Gothic"/>
              </a:defRPr>
            </a:defPPr>
          </a:lstStyle>
          <a:p>
            <a:pPr algn="l">
              <a:lnSpc>
                <a:spcPct val="112000"/>
              </a:lnSpc>
              <a:buNone/>
              <a:defRPr sz="2475" b="1">
                <a:solidFill>
                  <a:srgbClr val="151515"/>
                </a:solidFill>
                <a:latin typeface="Malgun Gothic"/>
                <a:ea typeface="Malgun Gothic"/>
                <a:cs typeface="Malgun Gothic"/>
              </a:defRPr>
            </a:pPr>
            <a:r>
              <a:rPr sz="2475" b="1">
                <a:solidFill>
                  <a:srgbClr val="151515"/>
                </a:solidFill>
                <a:latin typeface="Malgun Gothic"/>
                <a:ea typeface="Malgun Gothic"/>
                <a:cs typeface="Malgun Gothic"/>
              </a:rPr>
              <a:t>3번 내려감, 검사하는 층은 최대 4개</a:t>
            </a:r>
          </a:p>
        </p:txBody>
      </p:sp>
      <p:sp>
        <p:nvSpPr>
          <p:cNvPr id="19" name="shape-529">
            <a:extLst>
              <a:ext uri="{FF2B5EF4-FFF2-40B4-BE49-F238E27FC236}">
                <a16:creationId xmlns:a16="http://schemas.microsoft.com/office/drawing/2014/main" id="{A9666285-BC06-4030-AEFC-17DB5EA3F062}"/>
              </a:ext>
            </a:extLst>
          </p:cNvPr>
          <p:cNvSpPr>
            <a:spLocks noGrp="1"/>
          </p:cNvSpPr>
          <p:nvPr/>
        </p:nvSpPr>
        <p:spPr>
          <a:xfrm>
            <a:off x="609600" y="4705350"/>
            <a:ext cx="10972800" cy="485775"/>
          </a:xfrm>
          <a:prstGeom prst="rect">
            <a:avLst/>
          </a:prstGeom>
          <a:noFill/>
          <a:ln w="0">
            <a:noFill/>
          </a:ln>
        </p:spPr>
        <p:txBody>
          <a:bodyPr wrap="none" lIns="0" tIns="0" rIns="0" bIns="0" anchor="t">
            <a:noAutofit/>
          </a:bodyPr>
          <a:lstStyle>
            <a:defPPr algn="l">
              <a:defRPr sz="2325" b="1">
                <a:solidFill>
                  <a:srgbClr val="146995"/>
                </a:solidFill>
                <a:latin typeface="Malgun Gothic"/>
                <a:ea typeface="Malgun Gothic"/>
                <a:cs typeface="Malgun Gothic"/>
              </a:defRPr>
            </a:defPPr>
          </a:lstStyle>
          <a:p>
            <a:pPr algn="l">
              <a:lnSpc>
                <a:spcPct val="112000"/>
              </a:lnSpc>
              <a:buNone/>
              <a:defRPr sz="2325" b="1">
                <a:solidFill>
                  <a:srgbClr val="146995"/>
                </a:solidFill>
                <a:latin typeface="Malgun Gothic"/>
                <a:ea typeface="Malgun Gothic"/>
                <a:cs typeface="Malgun Gothic"/>
              </a:defRPr>
            </a:pPr>
            <a:r>
              <a:rPr sz="2325" b="1">
                <a:solidFill>
                  <a:srgbClr val="146995"/>
                </a:solidFill>
                <a:latin typeface="Malgun Gothic"/>
                <a:ea typeface="Malgun Gothic"/>
                <a:cs typeface="Malgun Gothic"/>
              </a:rPr>
              <a:t>색 검사량 ≤ 전체 픽셀 수 × 검사하는 층 수</a:t>
            </a:r>
          </a:p>
        </p:txBody>
      </p:sp>
      <p:sp>
        <p:nvSpPr>
          <p:cNvPr id="20" name="shape-530">
            <a:extLst>
              <a:ext uri="{FF2B5EF4-FFF2-40B4-BE49-F238E27FC236}">
                <a16:creationId xmlns:a16="http://schemas.microsoft.com/office/drawing/2014/main" id="{0721CF64-3D78-480D-B2ED-BEFF53AEFF46}"/>
              </a:ext>
            </a:extLst>
          </p:cNvPr>
          <p:cNvSpPr>
            <a:spLocks noGrp="1"/>
          </p:cNvSpPr>
          <p:nvPr/>
        </p:nvSpPr>
        <p:spPr>
          <a:xfrm>
            <a:off x="609600" y="5372100"/>
            <a:ext cx="10972800" cy="495300"/>
          </a:xfrm>
          <a:prstGeom prst="rect">
            <a:avLst/>
          </a:prstGeom>
          <a:noFill/>
          <a:ln w="0">
            <a:noFill/>
          </a:ln>
        </p:spPr>
        <p:txBody>
          <a:bodyPr wrap="none" lIns="0" tIns="0" rIns="0" bIns="0" anchor="t">
            <a:noAutofit/>
          </a:bodyPr>
          <a:lstStyle>
            <a:defPPr algn="l">
              <a:defRPr sz="2700" b="1">
                <a:solidFill>
                  <a:srgbClr val="146995"/>
                </a:solidFill>
                <a:latin typeface="Consolas"/>
                <a:ea typeface="Consolas"/>
                <a:cs typeface="Consolas"/>
              </a:defRPr>
            </a:defPPr>
          </a:lstStyle>
          <a:p>
            <a:pPr algn="l">
              <a:lnSpc>
                <a:spcPct val="112000"/>
              </a:lnSpc>
              <a:buNone/>
              <a:defRPr sz="2700" b="1">
                <a:solidFill>
                  <a:srgbClr val="146995"/>
                </a:solidFill>
                <a:latin typeface="Consolas"/>
                <a:ea typeface="Consolas"/>
                <a:cs typeface="Consolas"/>
              </a:defRPr>
            </a:pPr>
            <a:r>
              <a:rPr sz="2700" b="1">
                <a:solidFill>
                  <a:srgbClr val="146995"/>
                </a:solidFill>
                <a:latin typeface="Consolas"/>
                <a:ea typeface="Consolas"/>
                <a:cs typeface="Consolas"/>
              </a:rPr>
              <a:t>O(N log S) = O(S² log S)</a:t>
            </a:r>
          </a:p>
        </p:txBody>
      </p:sp>
      <p:sp>
        <p:nvSpPr>
          <p:cNvPr id="21" name="shape-531">
            <a:extLst>
              <a:ext uri="{FF2B5EF4-FFF2-40B4-BE49-F238E27FC236}">
                <a16:creationId xmlns:a16="http://schemas.microsoft.com/office/drawing/2014/main" id="{8EFE4554-083E-415E-B35C-4D3DBF2EBE12}"/>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S는 한 변, N=S²는 픽셀 수입니다. 이 식은 상한이며 실제 코드의 조기 종료를 반영한 정확한 횟수가 아닙니다.</a:t>
            </a:r>
          </a:p>
        </p:txBody>
      </p:sp>
    </p:spTree>
    <p:extLst>
      <p:ext uri="{BB962C8B-B14F-4D97-AF65-F5344CB8AC3E}">
        <p14:creationId xmlns:p14="http://schemas.microsoft.com/office/powerpoint/2010/main" val="3545667983"/>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화면 속에는 수십 명의 캐릭터</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수백 발의 총알</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수천 개의 지형지물이 움직인다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게임 엔진은 이 객체들이 서로 부딪혔는지 판별하는 충돌 감지</a:t>
            </a:r>
            <a:r>
              <a:rPr lang="en-US" altLang="ko-KR" sz="1500" i="0">
                <a:solidFill>
                  <a:srgbClr val="606060"/>
                </a:solidFill>
                <a:latin typeface="Malgun Gothic"/>
                <a:ea typeface="Malgun Gothic"/>
                <a:cs typeface="Malgun Gothic"/>
              </a:rPr>
              <a:t>(collision detection)</a:t>
            </a:r>
            <a:r>
              <a:rPr lang="ko-KR" altLang="en-US" sz="1500" i="0">
                <a:solidFill>
                  <a:srgbClr val="606060"/>
                </a:solidFill>
                <a:latin typeface="Malgun Gothic"/>
                <a:ea typeface="Malgun Gothic"/>
                <a:cs typeface="Malgun Gothic"/>
              </a:rPr>
              <a:t>를 매 프레임</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약 </a:t>
            </a:r>
            <a:r>
              <a:rPr lang="en-US" altLang="ko-KR" sz="1500" i="0">
                <a:solidFill>
                  <a:srgbClr val="606060"/>
                </a:solidFill>
                <a:latin typeface="Malgun Gothic"/>
                <a:ea typeface="Malgun Gothic"/>
                <a:cs typeface="Malgun Gothic"/>
              </a:rPr>
              <a:t>0.016</a:t>
            </a:r>
            <a:r>
              <a:rPr lang="ko-KR" altLang="en-US" sz="1500" i="0">
                <a:solidFill>
                  <a:srgbClr val="606060"/>
                </a:solidFill>
                <a:latin typeface="Malgun Gothic"/>
                <a:ea typeface="Malgun Gothic"/>
                <a:cs typeface="Malgun Gothic"/>
              </a:rPr>
              <a:t>초</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마다 수행해야 한다</a:t>
            </a:r>
            <a:r>
              <a:rPr lang="en-US" altLang="ko-KR" sz="1500" i="0">
                <a:solidFill>
                  <a:srgbClr val="606060"/>
                </a:solidFill>
                <a:latin typeface="Malgun Gothic"/>
                <a:ea typeface="Malgun Gothic"/>
                <a:cs typeface="Malgun Gothic"/>
              </a:rPr>
              <a:t>.</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무식한 접근 </a:t>
            </a:r>
            <a:r>
              <a:rPr lang="en-US" altLang="ko-KR" sz="1300" b="1" i="0">
                <a:solidFill>
                  <a:srgbClr val="171717"/>
                </a:solidFill>
                <a:latin typeface="Malgun Gothic"/>
                <a:ea typeface="Malgun Gothic"/>
                <a:cs typeface="Malgun Gothic"/>
              </a:rPr>
              <a:t>— </a:t>
            </a:r>
            <a:r>
              <a:rPr lang="ko-KR" altLang="en-US" sz="1300" b="1" i="0">
                <a:solidFill>
                  <a:srgbClr val="171717"/>
                </a:solidFill>
                <a:latin typeface="Malgun Gothic"/>
                <a:ea typeface="Malgun Gothic"/>
                <a:cs typeface="Malgun Gothic"/>
              </a:rPr>
              <a:t>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pt-B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lang="ko-KR" altLang="en-US" sz="1050" i="0">
                <a:solidFill>
                  <a:srgbClr val="171717"/>
                </a:solidFill>
                <a:latin typeface="Malgun Gothic"/>
                <a:ea typeface="Malgun Gothic"/>
                <a:cs typeface="Malgun Gothic"/>
              </a:rPr>
              <a:t>객체 </a:t>
            </a:r>
            <a:r>
              <a:rPr lang="en-US" altLang="ko-KR" sz="1050" i="0">
                <a:solidFill>
                  <a:srgbClr val="171717"/>
                </a:solidFill>
                <a:latin typeface="Malgun Gothic"/>
                <a:ea typeface="Malgun Gothic"/>
                <a:cs typeface="Malgun Gothic"/>
              </a:rPr>
              <a:t>1,000</a:t>
            </a:r>
            <a:r>
              <a:rPr lang="ko-KR" altLang="en-US" sz="1050" i="0">
                <a:solidFill>
                  <a:srgbClr val="171717"/>
                </a:solidFill>
                <a:latin typeface="Malgun Gothic"/>
                <a:ea typeface="Malgun Gothic"/>
                <a:cs typeface="Malgun Gothic"/>
              </a:rPr>
              <a:t>개 → 매 프레임 약 </a:t>
            </a:r>
            <a:r>
              <a:rPr lang="en-US" altLang="ko-KR" sz="1050" i="0">
                <a:solidFill>
                  <a:srgbClr val="171717"/>
                </a:solidFill>
                <a:latin typeface="Malgun Gothic"/>
                <a:ea typeface="Malgun Gothic"/>
                <a:cs typeface="Malgun Gothic"/>
              </a:rPr>
              <a:t>50</a:t>
            </a:r>
            <a:r>
              <a:rPr lang="ko-KR" altLang="en-US" sz="1050" i="0">
                <a:solidFill>
                  <a:srgbClr val="171717"/>
                </a:solidFill>
                <a:latin typeface="Malgun Gothic"/>
                <a:ea typeface="Malgun Gothic"/>
                <a:cs typeface="Malgun Gothic"/>
              </a:rPr>
              <a:t>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txBody>
          <a:bodyPr/>
          <a:lstStyle/>
          <a:p>
            <a:endParaRPr lang="ko-KR" altLang="en-US"/>
          </a:p>
        </p:txBody>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lang="en-US" altLang="ko-K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lang="ko-KR" altLang="en-US"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lang="ko-KR" altLang="en-US" sz="920" i="0">
                <a:solidFill>
                  <a:srgbClr val="171717"/>
                </a:solidFill>
                <a:latin typeface="Malgun Gothic"/>
                <a:ea typeface="Malgun Gothic"/>
                <a:cs typeface="Malgun Gothic"/>
              </a:rPr>
              <a:t>전체 맵을 </a:t>
            </a:r>
            <a:r>
              <a:rPr lang="en-US" altLang="ko-KR" sz="920" i="0">
                <a:solidFill>
                  <a:srgbClr val="171717"/>
                </a:solidFill>
                <a:latin typeface="Malgun Gothic"/>
                <a:ea typeface="Malgun Gothic"/>
                <a:cs typeface="Malgun Gothic"/>
              </a:rPr>
              <a:t>4</a:t>
            </a:r>
            <a:r>
              <a:rPr lang="ko-KR" altLang="en-US" sz="920" i="0">
                <a:solidFill>
                  <a:srgbClr val="171717"/>
                </a:solidFill>
                <a:latin typeface="Malgun Gothic"/>
                <a:ea typeface="Malgun Gothic"/>
                <a:cs typeface="Malgun Gothic"/>
              </a:rPr>
              <a:t>개의 사분면으로 나눈다</a:t>
            </a:r>
            <a:r>
              <a:rPr lang="en-US" altLang="ko-KR" sz="920" i="0">
                <a:solidFill>
                  <a:srgbClr val="171717"/>
                </a:solidFill>
                <a:latin typeface="Malgun Gothic"/>
                <a:ea typeface="Malgun Gothic"/>
                <a:cs typeface="Malgun Gothic"/>
              </a:rPr>
              <a:t>. </a:t>
            </a:r>
            <a:r>
              <a:rPr lang="ko-KR" altLang="en-US" sz="920" i="0">
                <a:solidFill>
                  <a:srgbClr val="171717"/>
                </a:solidFill>
                <a:latin typeface="Malgun Gothic"/>
                <a:ea typeface="Malgun Gothic"/>
                <a:cs typeface="Malgun Gothic"/>
              </a:rPr>
              <a:t>한 구역에 오브젝트가 너무 많으면 그 구역을 다시 </a:t>
            </a:r>
            <a:r>
              <a:rPr lang="en-US" altLang="ko-KR" sz="920" i="0">
                <a:solidFill>
                  <a:srgbClr val="171717"/>
                </a:solidFill>
                <a:latin typeface="Malgun Gothic"/>
                <a:ea typeface="Malgun Gothic"/>
                <a:cs typeface="Malgun Gothic"/>
              </a:rPr>
              <a:t>4</a:t>
            </a:r>
            <a:r>
              <a:rPr lang="ko-KR" altLang="en-US" sz="920" i="0">
                <a:solidFill>
                  <a:srgbClr val="171717"/>
                </a:solidFill>
                <a:latin typeface="Malgun Gothic"/>
                <a:ea typeface="Malgun Gothic"/>
                <a:cs typeface="Malgun Gothic"/>
              </a:rPr>
              <a:t>개로 쪼갠다</a:t>
            </a:r>
            <a:r>
              <a:rPr lang="en-US" altLang="ko-KR" sz="920" i="0">
                <a:solidFill>
                  <a:srgbClr val="171717"/>
                </a:solidFill>
                <a:latin typeface="Malgun Gothic"/>
                <a:ea typeface="Malgun Gothic"/>
                <a:cs typeface="Malgun Gothic"/>
              </a:rPr>
              <a:t>.</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txBody>
          <a:bodyPr/>
          <a:lstStyle/>
          <a:p>
            <a:endParaRPr lang="ko-KR" altLang="en-US"/>
          </a:p>
        </p:txBody>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lang="en-US" altLang="ko-K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lang="ko-KR" altLang="en-US"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lang="ko-KR" altLang="en-US" sz="920" i="0">
                <a:solidFill>
                  <a:srgbClr val="171717"/>
                </a:solidFill>
                <a:latin typeface="Malgun Gothic"/>
                <a:ea typeface="Malgun Gothic"/>
                <a:cs typeface="Malgun Gothic"/>
              </a:rPr>
              <a:t>모든 오브젝트는 자신의 위치에 따라 트리의 특정 노드</a:t>
            </a:r>
            <a:r>
              <a:rPr lang="en-US" altLang="ko-KR" sz="920" i="0">
                <a:solidFill>
                  <a:srgbClr val="171717"/>
                </a:solidFill>
                <a:latin typeface="Malgun Gothic"/>
                <a:ea typeface="Malgun Gothic"/>
                <a:cs typeface="Malgun Gothic"/>
              </a:rPr>
              <a:t>(</a:t>
            </a:r>
            <a:r>
              <a:rPr lang="ko-KR" altLang="en-US" sz="920" i="0">
                <a:solidFill>
                  <a:srgbClr val="171717"/>
                </a:solidFill>
                <a:latin typeface="Malgun Gothic"/>
                <a:ea typeface="Malgun Gothic"/>
                <a:cs typeface="Malgun Gothic"/>
              </a:rPr>
              <a:t>구역</a:t>
            </a:r>
            <a:r>
              <a:rPr lang="en-US" altLang="ko-KR" sz="920" i="0">
                <a:solidFill>
                  <a:srgbClr val="171717"/>
                </a:solidFill>
                <a:latin typeface="Malgun Gothic"/>
                <a:ea typeface="Malgun Gothic"/>
                <a:cs typeface="Malgun Gothic"/>
              </a:rPr>
              <a:t>)</a:t>
            </a:r>
            <a:r>
              <a:rPr lang="ko-KR" altLang="en-US" sz="920" i="0">
                <a:solidFill>
                  <a:srgbClr val="171717"/>
                </a:solidFill>
                <a:latin typeface="Malgun Gothic"/>
                <a:ea typeface="Malgun Gothic"/>
                <a:cs typeface="Malgun Gothic"/>
              </a:rPr>
              <a:t>에 등록된다</a:t>
            </a:r>
            <a:r>
              <a:rPr lang="en-US" altLang="ko-KR" sz="920" i="0">
                <a:solidFill>
                  <a:srgbClr val="171717"/>
                </a:solidFill>
                <a:latin typeface="Malgun Gothic"/>
                <a:ea typeface="Malgun Gothic"/>
                <a:cs typeface="Malgun Gothic"/>
              </a:rPr>
              <a:t>.</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txBody>
          <a:bodyPr/>
          <a:lstStyle/>
          <a:p>
            <a:endParaRPr lang="ko-KR" altLang="en-US"/>
          </a:p>
        </p:txBody>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lang="en-US" altLang="ko-K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lang="ko-KR" altLang="en-US"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lang="ko-KR" altLang="en-US" sz="920" i="0">
                <a:solidFill>
                  <a:srgbClr val="171717"/>
                </a:solidFill>
                <a:latin typeface="Malgun Gothic"/>
                <a:ea typeface="Malgun Gothic"/>
                <a:cs typeface="Malgun Gothic"/>
              </a:rPr>
              <a:t>현재 객체와 겹칠 수 있는 영역만 조회한다</a:t>
            </a:r>
            <a:r>
              <a:rPr lang="en-US" altLang="ko-KR" sz="920" i="0">
                <a:solidFill>
                  <a:srgbClr val="171717"/>
                </a:solidFill>
                <a:latin typeface="Malgun Gothic"/>
                <a:ea typeface="Malgun Gothic"/>
                <a:cs typeface="Malgun Gothic"/>
              </a:rPr>
              <a:t>. </a:t>
            </a:r>
            <a:r>
              <a:rPr lang="ko-KR" altLang="en-US" sz="920" i="0">
                <a:solidFill>
                  <a:srgbClr val="171717"/>
                </a:solidFill>
                <a:latin typeface="Malgun Gothic"/>
                <a:ea typeface="Malgun Gothic"/>
                <a:cs typeface="Malgun Gothic"/>
              </a:rPr>
              <a:t>경계를 걸친 객체와 이웃 영역도 포함해 충돌 후보를 빠짐없이 검사한다</a:t>
            </a:r>
            <a:r>
              <a:rPr lang="en-US" altLang="ko-KR" sz="920" i="0">
                <a:solidFill>
                  <a:srgbClr val="171717"/>
                </a:solidFill>
                <a:latin typeface="Malgun Gothic"/>
                <a:ea typeface="Malgun Gothic"/>
                <a:cs typeface="Malgun Gothic"/>
              </a:rPr>
              <a:t>.</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lang="en-US" altLang="ko-KR" sz="1200" i="0">
                <a:solidFill>
                  <a:srgbClr val="171717"/>
                </a:solidFill>
                <a:latin typeface="Malgun Gothic"/>
                <a:ea typeface="Malgun Gothic"/>
                <a:cs typeface="Malgun Gothic"/>
              </a:rPr>
              <a:t>"</a:t>
            </a:r>
            <a:r>
              <a:rPr lang="ko-KR" altLang="en-US" sz="1200" i="0">
                <a:solidFill>
                  <a:srgbClr val="171717"/>
                </a:solidFill>
                <a:latin typeface="Malgun Gothic"/>
                <a:ea typeface="Malgun Gothic"/>
                <a:cs typeface="Malgun Gothic"/>
              </a:rPr>
              <a:t>서로 멀리 떨어져 있는 물체끼리는 충돌 검사를 할 필요가 없다</a:t>
            </a:r>
            <a:r>
              <a:rPr lang="en-US" altLang="ko-KR" sz="1200" i="0">
                <a:solidFill>
                  <a:srgbClr val="171717"/>
                </a:solidFill>
                <a:latin typeface="Malgun Gothic"/>
                <a:ea typeface="Malgun Gothic"/>
                <a:cs typeface="Malgun Gothic"/>
              </a:rPr>
              <a:t>"</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응용 ② 게임 개발과 충돌 감지</a:t>
            </a:r>
            <a:endParaRPr sz="3000" b="1" i="0">
              <a:solidFill>
                <a:srgbClr val="171717"/>
              </a:solidFill>
              <a:latin typeface="Malgun Gothic"/>
              <a:ea typeface="Malgun Gothic"/>
              <a:cs typeface="Malgun Gothic"/>
            </a:endParaRP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216</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쿼드 트리는 지형의 </a:t>
            </a:r>
            <a:r>
              <a:rPr lang="en-US" altLang="ko-KR" sz="1500" i="0">
                <a:solidFill>
                  <a:srgbClr val="606060"/>
                </a:solidFill>
                <a:latin typeface="Malgun Gothic"/>
                <a:ea typeface="Malgun Gothic"/>
                <a:cs typeface="Malgun Gothic"/>
              </a:rPr>
              <a:t>LOD(Level of Detail)</a:t>
            </a:r>
            <a:r>
              <a:rPr lang="ko-KR" altLang="en-US" sz="1500" i="0">
                <a:solidFill>
                  <a:srgbClr val="606060"/>
                </a:solidFill>
                <a:latin typeface="Malgun Gothic"/>
                <a:ea typeface="Malgun Gothic"/>
                <a:cs typeface="Malgun Gothic"/>
              </a:rPr>
              <a:t>를 관리하는 데 활용할 수 있다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가까운 영역은 작은 격자로</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먼 영역은 큰 격자로 표현한다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화면에 필요한 세밀함을 판단하는 로직과 함께 사용한다</a:t>
            </a:r>
            <a:r>
              <a:rPr lang="en-US" altLang="ko-KR" sz="1500" i="0">
                <a:solidFill>
                  <a:srgbClr val="606060"/>
                </a:solidFill>
                <a:latin typeface="Malgun Gothic"/>
                <a:ea typeface="Malgun Gothic"/>
                <a:cs typeface="Malgun Gothic"/>
              </a:rPr>
              <a:t>.</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txBody>
          <a:bodyPr/>
          <a:lstStyle/>
          <a:p>
            <a:endParaRPr lang="ko-KR" altLang="en-US"/>
          </a:p>
        </p:txBody>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성능의 혁신과 </a:t>
            </a:r>
            <a:r>
              <a:rPr lang="en-US" sz="3000" b="1" i="0">
                <a:solidFill>
                  <a:srgbClr val="171717"/>
                </a:solidFill>
                <a:latin typeface="Malgun Gothic"/>
                <a:ea typeface="Malgun Gothic"/>
                <a:cs typeface="Malgun Gothic"/>
              </a:rPr>
              <a:t>LOD (Level of Detail)</a:t>
            </a:r>
            <a:endParaRPr sz="3000" b="1" i="0">
              <a:solidFill>
                <a:srgbClr val="171717"/>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217</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txBody>
          <a:bodyPr/>
          <a:lstStyle/>
          <a:p>
            <a:endParaRPr lang="ko-KR" altLang="en-US"/>
          </a:p>
        </p:txBody>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txBody>
          <a:bodyPr/>
          <a:lstStyle/>
          <a:p>
            <a:endParaRPr lang="ko-KR" altLang="en-US"/>
          </a:p>
        </p:txBody>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txBody>
          <a:bodyPr/>
          <a:lstStyle/>
          <a:p>
            <a:endParaRPr lang="ko-KR" altLang="en-US"/>
          </a:p>
        </p:txBody>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txBody>
          <a:bodyPr/>
          <a:lstStyle/>
          <a:p>
            <a:endParaRPr lang="ko-KR" altLang="en-US"/>
          </a:p>
        </p:txBody>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txBody>
          <a:bodyPr/>
          <a:lstStyle/>
          <a:p>
            <a:endParaRPr lang="ko-KR" altLang="en-US"/>
          </a:p>
        </p:txBody>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txBody>
          <a:bodyPr/>
          <a:lstStyle/>
          <a:p>
            <a:endParaRPr lang="ko-KR" altLang="en-US"/>
          </a:p>
        </p:txBody>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txBody>
          <a:bodyPr/>
          <a:lstStyle/>
          <a:p>
            <a:endParaRPr lang="ko-KR" altLang="en-US"/>
          </a:p>
        </p:txBody>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txBody>
          <a:bodyPr/>
          <a:lstStyle/>
          <a:p>
            <a:endParaRPr lang="ko-KR" altLang="en-US"/>
          </a:p>
        </p:txBody>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txBody>
          <a:bodyPr/>
          <a:lstStyle/>
          <a:p>
            <a:endParaRPr lang="ko-KR" altLang="en-US"/>
          </a:p>
        </p:txBody>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txBody>
          <a:bodyPr/>
          <a:lstStyle/>
          <a:p>
            <a:endParaRPr lang="ko-KR" altLang="en-US"/>
          </a:p>
        </p:txBody>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txBody>
          <a:bodyPr/>
          <a:lstStyle/>
          <a:p>
            <a:endParaRPr lang="ko-KR" altLang="en-US"/>
          </a:p>
        </p:txBody>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txBody>
          <a:bodyPr/>
          <a:lstStyle/>
          <a:p>
            <a:endParaRPr lang="ko-KR" altLang="en-US"/>
          </a:p>
        </p:txBody>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txBody>
          <a:bodyPr/>
          <a:lstStyle/>
          <a:p>
            <a:endParaRPr lang="ko-KR" altLang="en-US"/>
          </a:p>
        </p:txBody>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txBody>
          <a:bodyPr/>
          <a:lstStyle/>
          <a:p>
            <a:endParaRPr lang="ko-KR" altLang="en-US"/>
          </a:p>
        </p:txBody>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txBody>
          <a:bodyPr/>
          <a:lstStyle/>
          <a:p>
            <a:endParaRPr lang="ko-KR" altLang="en-US"/>
          </a:p>
        </p:txBody>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txBody>
          <a:bodyPr/>
          <a:lstStyle/>
          <a:p>
            <a:endParaRPr lang="ko-KR" altLang="en-US"/>
          </a:p>
        </p:txBody>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txBody>
          <a:bodyPr/>
          <a:lstStyle/>
          <a:p>
            <a:endParaRPr lang="ko-KR" altLang="en-US"/>
          </a:p>
        </p:txBody>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txBody>
          <a:bodyPr/>
          <a:lstStyle/>
          <a:p>
            <a:endParaRPr lang="ko-KR" altLang="en-US"/>
          </a:p>
        </p:txBody>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txBody>
          <a:bodyPr/>
          <a:lstStyle/>
          <a:p>
            <a:endParaRPr lang="ko-KR" altLang="en-US"/>
          </a:p>
        </p:txBody>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txBody>
          <a:bodyPr/>
          <a:lstStyle/>
          <a:p>
            <a:endParaRPr lang="ko-KR" altLang="en-US"/>
          </a:p>
        </p:txBody>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txBody>
          <a:bodyPr/>
          <a:lstStyle/>
          <a:p>
            <a:endParaRPr lang="ko-KR" altLang="en-US"/>
          </a:p>
        </p:txBody>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txBody>
          <a:bodyPr/>
          <a:lstStyle/>
          <a:p>
            <a:endParaRPr lang="ko-KR" altLang="en-US"/>
          </a:p>
        </p:txBody>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txBody>
          <a:bodyPr/>
          <a:lstStyle/>
          <a:p>
            <a:endParaRPr lang="ko-KR" altLang="en-US"/>
          </a:p>
        </p:txBody>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txBody>
          <a:bodyPr/>
          <a:lstStyle/>
          <a:p>
            <a:endParaRPr lang="ko-KR" altLang="en-US"/>
          </a:p>
        </p:txBody>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txBody>
          <a:bodyPr/>
          <a:lstStyle/>
          <a:p>
            <a:endParaRPr lang="ko-KR" altLang="en-US"/>
          </a:p>
        </p:txBody>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txBody>
          <a:bodyPr/>
          <a:lstStyle/>
          <a:p>
            <a:endParaRPr lang="ko-KR" altLang="en-US"/>
          </a:p>
        </p:txBody>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txBody>
          <a:bodyPr/>
          <a:lstStyle/>
          <a:p>
            <a:endParaRPr lang="ko-KR" altLang="en-US"/>
          </a:p>
        </p:txBody>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txBody>
          <a:bodyPr/>
          <a:lstStyle/>
          <a:p>
            <a:endParaRPr lang="ko-KR" altLang="en-US"/>
          </a:p>
        </p:txBody>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txBody>
          <a:bodyPr/>
          <a:lstStyle/>
          <a:p>
            <a:endParaRPr lang="ko-KR" altLang="en-US"/>
          </a:p>
        </p:txBody>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txBody>
          <a:bodyPr/>
          <a:lstStyle/>
          <a:p>
            <a:endParaRPr lang="ko-KR" altLang="en-US"/>
          </a:p>
        </p:txBody>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txBody>
          <a:bodyPr/>
          <a:lstStyle/>
          <a:p>
            <a:endParaRPr lang="ko-KR" altLang="en-US"/>
          </a:p>
        </p:txBody>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txBody>
          <a:bodyPr/>
          <a:lstStyle/>
          <a:p>
            <a:endParaRPr lang="ko-KR" altLang="en-US"/>
          </a:p>
        </p:txBody>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txBody>
          <a:bodyPr/>
          <a:lstStyle/>
          <a:p>
            <a:endParaRPr lang="ko-KR" altLang="en-US"/>
          </a:p>
        </p:txBody>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txBody>
          <a:bodyPr/>
          <a:lstStyle/>
          <a:p>
            <a:endParaRPr lang="ko-KR" altLang="en-US"/>
          </a:p>
        </p:txBody>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txBody>
          <a:bodyPr/>
          <a:lstStyle/>
          <a:p>
            <a:endParaRPr lang="ko-KR" altLang="en-US"/>
          </a:p>
        </p:txBody>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txBody>
          <a:bodyPr/>
          <a:lstStyle/>
          <a:p>
            <a:endParaRPr lang="ko-KR" altLang="en-US"/>
          </a:p>
        </p:txBody>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txBody>
          <a:bodyPr/>
          <a:lstStyle/>
          <a:p>
            <a:endParaRPr lang="ko-KR" altLang="en-US"/>
          </a:p>
        </p:txBody>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txBody>
          <a:bodyPr/>
          <a:lstStyle/>
          <a:p>
            <a:endParaRPr lang="ko-KR" altLang="en-US"/>
          </a:p>
        </p:txBody>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txBody>
          <a:bodyPr/>
          <a:lstStyle/>
          <a:p>
            <a:endParaRPr lang="ko-KR" altLang="en-US"/>
          </a:p>
        </p:txBody>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txBody>
          <a:bodyPr/>
          <a:lstStyle/>
          <a:p>
            <a:endParaRPr lang="ko-KR" altLang="en-US"/>
          </a:p>
        </p:txBody>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txBody>
          <a:bodyPr/>
          <a:lstStyle/>
          <a:p>
            <a:endParaRPr lang="ko-KR" altLang="en-US"/>
          </a:p>
        </p:txBody>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txBody>
          <a:bodyPr/>
          <a:lstStyle/>
          <a:p>
            <a:endParaRPr lang="ko-KR" altLang="en-US"/>
          </a:p>
        </p:txBody>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txBody>
          <a:bodyPr/>
          <a:lstStyle/>
          <a:p>
            <a:endParaRPr lang="ko-KR" altLang="en-US"/>
          </a:p>
        </p:txBody>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txBody>
          <a:bodyPr/>
          <a:lstStyle/>
          <a:p>
            <a:endParaRPr lang="ko-KR" altLang="en-US"/>
          </a:p>
        </p:txBody>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txBody>
          <a:bodyPr/>
          <a:lstStyle/>
          <a:p>
            <a:endParaRPr lang="ko-KR" altLang="en-US"/>
          </a:p>
        </p:txBody>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lang="ko-KR" altLang="en-US" sz="1200">
                <a:solidFill>
                  <a:srgbClr val="171717"/>
                </a:solidFill>
                <a:latin typeface="Malgun Gothic"/>
                <a:ea typeface="Malgun Gothic"/>
                <a:cs typeface="Malgun Gothic"/>
              </a:rPr>
              <a:t>점이 밀집된 영역을 더 세밀하게 분할</a:t>
            </a:r>
            <a:endParaRPr sz="1200">
              <a:solidFill>
                <a:srgbClr val="171717"/>
              </a:solidFill>
              <a:latin typeface="Malgun Gothic"/>
              <a:ea typeface="Malgun Gothic"/>
              <a:cs typeface="Malgun Gothic"/>
            </a:endParaRPr>
          </a:p>
        </p:txBody>
      </p:sp>
    </p:spTree>
    <p:extLst>
      <p:ext uri="{BB962C8B-B14F-4D97-AF65-F5344CB8AC3E}">
        <p14:creationId xmlns:p14="http://schemas.microsoft.com/office/powerpoint/2010/main" val="728806991"/>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hape-532">
            <a:extLst>
              <a:ext uri="{FF2B5EF4-FFF2-40B4-BE49-F238E27FC236}">
                <a16:creationId xmlns:a16="http://schemas.microsoft.com/office/drawing/2014/main" id="{99B6D72A-0AE8-4FFE-9D1C-76C6343BA6E2}"/>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533">
            <a:extLst>
              <a:ext uri="{FF2B5EF4-FFF2-40B4-BE49-F238E27FC236}">
                <a16:creationId xmlns:a16="http://schemas.microsoft.com/office/drawing/2014/main" id="{CC83DA3C-7456-49CF-A71C-E96385CB748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534">
            <a:extLst>
              <a:ext uri="{FF2B5EF4-FFF2-40B4-BE49-F238E27FC236}">
                <a16:creationId xmlns:a16="http://schemas.microsoft.com/office/drawing/2014/main" id="{BBDDF70E-9839-4275-AE86-B1DEA5FEF5B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마스터 정리의 역할: 재귀 함수의 전체 시간 계산</a:t>
            </a:r>
          </a:p>
        </p:txBody>
      </p:sp>
      <p:sp>
        <p:nvSpPr>
          <p:cNvPr id="4" name="shape-535">
            <a:extLst>
              <a:ext uri="{FF2B5EF4-FFF2-40B4-BE49-F238E27FC236}">
                <a16:creationId xmlns:a16="http://schemas.microsoft.com/office/drawing/2014/main" id="{26ECDB18-F585-4E1C-AF5C-1834D44B0487}"/>
              </a:ext>
            </a:extLst>
          </p:cNvPr>
          <p:cNvSpPr>
            <a:spLocks noGrp="1"/>
          </p:cNvSpPr>
          <p:nvPr/>
        </p:nvSpPr>
        <p:spPr>
          <a:xfrm>
            <a:off x="609600" y="1381125"/>
            <a:ext cx="10972800" cy="9525"/>
          </a:xfrm>
          <a:prstGeom prst="rect">
            <a:avLst/>
          </a:prstGeom>
          <a:solidFill>
            <a:srgbClr val="151515"/>
          </a:solidFill>
          <a:ln w="0">
            <a:noFill/>
          </a:ln>
        </p:spPr>
      </p:sp>
      <p:sp>
        <p:nvSpPr>
          <p:cNvPr id="5" name="shape-536">
            <a:extLst>
              <a:ext uri="{FF2B5EF4-FFF2-40B4-BE49-F238E27FC236}">
                <a16:creationId xmlns:a16="http://schemas.microsoft.com/office/drawing/2014/main" id="{3E627CB4-4E1F-4159-8341-B24DFE725991}"/>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9215FB5-465B-4E9B-B51E-D9384E3B665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218</a:t>
            </a:r>
            <a:endParaRPr sz="1050" b="0">
              <a:solidFill>
                <a:srgbClr val="151515"/>
              </a:solidFill>
              <a:latin typeface="Consolas"/>
              <a:ea typeface="Consolas"/>
              <a:cs typeface="Consolas"/>
            </a:endParaRPr>
          </a:p>
        </p:txBody>
      </p:sp>
      <p:sp>
        <p:nvSpPr>
          <p:cNvPr id="7" name="shape-538">
            <a:extLst>
              <a:ext uri="{FF2B5EF4-FFF2-40B4-BE49-F238E27FC236}">
                <a16:creationId xmlns:a16="http://schemas.microsoft.com/office/drawing/2014/main" id="{66C305D7-73E7-4CE1-A4B4-2C5FE3B40A2E}"/>
              </a:ext>
            </a:extLst>
          </p:cNvPr>
          <p:cNvSpPr>
            <a:spLocks noGrp="1"/>
          </p:cNvSpPr>
          <p:nvPr/>
        </p:nvSpPr>
        <p:spPr>
          <a:xfrm>
            <a:off x="609600" y="1790700"/>
            <a:ext cx="10972800" cy="86677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입력 크기가 커질 때</a:t>
            </a:r>
          </a:p>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전체 실행 시간이 얼마나 늘어날까?</a:t>
            </a:r>
          </a:p>
        </p:txBody>
      </p:sp>
      <p:sp>
        <p:nvSpPr>
          <p:cNvPr id="8" name="shape-539">
            <a:extLst>
              <a:ext uri="{FF2B5EF4-FFF2-40B4-BE49-F238E27FC236}">
                <a16:creationId xmlns:a16="http://schemas.microsoft.com/office/drawing/2014/main" id="{18ACBE27-1EF7-4A19-B713-7D09E7F3ADF6}"/>
              </a:ext>
            </a:extLst>
          </p:cNvPr>
          <p:cNvSpPr>
            <a:spLocks noGrp="1"/>
          </p:cNvSpPr>
          <p:nvPr/>
        </p:nvSpPr>
        <p:spPr>
          <a:xfrm>
            <a:off x="609600" y="3143250"/>
            <a:ext cx="5334000" cy="466725"/>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① 아래쪽에 일이 많음</a:t>
            </a:r>
          </a:p>
        </p:txBody>
      </p:sp>
      <p:sp>
        <p:nvSpPr>
          <p:cNvPr id="9" name="shape-540">
            <a:extLst>
              <a:ext uri="{FF2B5EF4-FFF2-40B4-BE49-F238E27FC236}">
                <a16:creationId xmlns:a16="http://schemas.microsoft.com/office/drawing/2014/main" id="{5F659BCE-3765-4FBD-9CDB-B44B3FCA28B5}"/>
              </a:ext>
            </a:extLst>
          </p:cNvPr>
          <p:cNvSpPr>
            <a:spLocks noGrp="1"/>
          </p:cNvSpPr>
          <p:nvPr/>
        </p:nvSpPr>
        <p:spPr>
          <a:xfrm>
            <a:off x="609600" y="4124325"/>
            <a:ext cx="5334000" cy="466725"/>
          </a:xfrm>
          <a:prstGeom prst="rect">
            <a:avLst/>
          </a:prstGeom>
          <a:noFill/>
          <a:ln w="0">
            <a:noFill/>
          </a:ln>
        </p:spPr>
        <p:txBody>
          <a:bodyPr wrap="none" lIns="0" tIns="0" rIns="0" bIns="0" anchor="t">
            <a:noAutofit/>
          </a:bodyPr>
          <a:lstStyle>
            <a:defPPr algn="l">
              <a:defRPr sz="2400" b="1">
                <a:solidFill>
                  <a:srgbClr val="21744F"/>
                </a:solidFill>
                <a:latin typeface="Malgun Gothic"/>
                <a:ea typeface="Malgun Gothic"/>
                <a:cs typeface="Malgun Gothic"/>
              </a:defRPr>
            </a:defPPr>
          </a:lstStyle>
          <a:p>
            <a:pPr algn="l">
              <a:lnSpc>
                <a:spcPct val="112000"/>
              </a:lnSpc>
              <a:buNone/>
              <a:defRPr sz="2400" b="1">
                <a:solidFill>
                  <a:srgbClr val="21744F"/>
                </a:solidFill>
                <a:latin typeface="Malgun Gothic"/>
                <a:ea typeface="Malgun Gothic"/>
                <a:cs typeface="Malgun Gothic"/>
              </a:defRPr>
            </a:pPr>
            <a:r>
              <a:rPr sz="2400" b="1">
                <a:solidFill>
                  <a:srgbClr val="21744F"/>
                </a:solidFill>
                <a:latin typeface="Malgun Gothic"/>
                <a:ea typeface="Malgun Gothic"/>
                <a:cs typeface="Malgun Gothic"/>
              </a:rPr>
              <a:t>② 층마다 비슷한 일</a:t>
            </a:r>
          </a:p>
        </p:txBody>
      </p:sp>
      <p:sp>
        <p:nvSpPr>
          <p:cNvPr id="10" name="shape-541">
            <a:extLst>
              <a:ext uri="{FF2B5EF4-FFF2-40B4-BE49-F238E27FC236}">
                <a16:creationId xmlns:a16="http://schemas.microsoft.com/office/drawing/2014/main" id="{1B09E9A5-8270-41D8-82F5-0B1AFD018C09}"/>
              </a:ext>
            </a:extLst>
          </p:cNvPr>
          <p:cNvSpPr>
            <a:spLocks noGrp="1"/>
          </p:cNvSpPr>
          <p:nvPr/>
        </p:nvSpPr>
        <p:spPr>
          <a:xfrm>
            <a:off x="609600" y="5105400"/>
            <a:ext cx="5334000" cy="466725"/>
          </a:xfrm>
          <a:prstGeom prst="rect">
            <a:avLst/>
          </a:prstGeom>
          <a:noFill/>
          <a:ln w="0">
            <a:noFill/>
          </a:ln>
        </p:spPr>
        <p:txBody>
          <a:bodyPr wrap="none" lIns="0" tIns="0" rIns="0" bIns="0" anchor="t">
            <a:noAutofit/>
          </a:bodyPr>
          <a:lstStyle>
            <a:defPPr algn="l">
              <a:defRPr sz="2400" b="1">
                <a:solidFill>
                  <a:srgbClr val="AD630C"/>
                </a:solidFill>
                <a:latin typeface="Malgun Gothic"/>
                <a:ea typeface="Malgun Gothic"/>
                <a:cs typeface="Malgun Gothic"/>
              </a:defRPr>
            </a:defPPr>
          </a:lstStyle>
          <a:p>
            <a:pPr algn="l">
              <a:lnSpc>
                <a:spcPct val="112000"/>
              </a:lnSpc>
              <a:buNone/>
              <a:defRPr sz="2400" b="1">
                <a:solidFill>
                  <a:srgbClr val="AD630C"/>
                </a:solidFill>
                <a:latin typeface="Malgun Gothic"/>
                <a:ea typeface="Malgun Gothic"/>
                <a:cs typeface="Malgun Gothic"/>
              </a:defRPr>
            </a:pPr>
            <a:r>
              <a:rPr sz="2400" b="1">
                <a:solidFill>
                  <a:srgbClr val="AD630C"/>
                </a:solidFill>
                <a:latin typeface="Malgun Gothic"/>
                <a:ea typeface="Malgun Gothic"/>
                <a:cs typeface="Malgun Gothic"/>
              </a:rPr>
              <a:t>③ 위쪽에 일이 많음</a:t>
            </a:r>
          </a:p>
        </p:txBody>
      </p:sp>
      <p:pic>
        <p:nvPicPr>
          <p:cNvPr id="11" name="그림 10">
            <a:extLst>
              <a:ext uri="{FF2B5EF4-FFF2-40B4-BE49-F238E27FC236}">
                <a16:creationId xmlns:a16="http://schemas.microsoft.com/office/drawing/2014/main" id="{BE0B77C4-1848-43F2-9D78-55A90F5EF734}"/>
              </a:ext>
            </a:extLst>
          </p:cNvPr>
          <p:cNvPicPr>
            <a:picLocks noChangeAspect="1"/>
          </p:cNvPicPr>
          <p:nvPr/>
        </p:nvPicPr>
        <p:blipFill>
          <a:blip r:embed="rId3"/>
          <a:stretch/>
        </p:blipFill>
        <p:spPr>
          <a:xfrm>
            <a:off x="6907543" y="2752725"/>
            <a:ext cx="4120489" cy="3171825"/>
          </a:xfrm>
          <a:prstGeom prst="rect">
            <a:avLst/>
          </a:prstGeom>
        </p:spPr>
      </p:pic>
      <p:sp>
        <p:nvSpPr>
          <p:cNvPr id="12" name="shape-542">
            <a:extLst>
              <a:ext uri="{FF2B5EF4-FFF2-40B4-BE49-F238E27FC236}">
                <a16:creationId xmlns:a16="http://schemas.microsoft.com/office/drawing/2014/main" id="{F9061BB9-2823-4333-85AA-1B3A5B6DFE9E}"/>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작은 문제의 호출 구조와 각 호출이 직접 하는 일을 함께 계산합니다.</a:t>
            </a:r>
          </a:p>
        </p:txBody>
      </p:sp>
    </p:spTree>
    <p:extLst>
      <p:ext uri="{BB962C8B-B14F-4D97-AF65-F5344CB8AC3E}">
        <p14:creationId xmlns:p14="http://schemas.microsoft.com/office/powerpoint/2010/main" val="2218564724"/>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543">
            <a:extLst>
              <a:ext uri="{FF2B5EF4-FFF2-40B4-BE49-F238E27FC236}">
                <a16:creationId xmlns:a16="http://schemas.microsoft.com/office/drawing/2014/main" id="{4E3D9D4F-2019-4075-9890-8A10813160EF}"/>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544">
            <a:extLst>
              <a:ext uri="{FF2B5EF4-FFF2-40B4-BE49-F238E27FC236}">
                <a16:creationId xmlns:a16="http://schemas.microsoft.com/office/drawing/2014/main" id="{71AFCDA0-62A6-4E04-BCBE-52C1F20F79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545">
            <a:extLst>
              <a:ext uri="{FF2B5EF4-FFF2-40B4-BE49-F238E27FC236}">
                <a16:creationId xmlns:a16="http://schemas.microsoft.com/office/drawing/2014/main" id="{D88FCDBD-EDEA-4755-BB68-AA7E446E9CE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정렬 코드 한 번을 시간식으로 읽기</a:t>
            </a:r>
          </a:p>
        </p:txBody>
      </p:sp>
      <p:sp>
        <p:nvSpPr>
          <p:cNvPr id="4" name="shape-546">
            <a:extLst>
              <a:ext uri="{FF2B5EF4-FFF2-40B4-BE49-F238E27FC236}">
                <a16:creationId xmlns:a16="http://schemas.microsoft.com/office/drawing/2014/main" id="{84AB4046-4019-4B9C-B2BB-FB613722A5B2}"/>
              </a:ext>
            </a:extLst>
          </p:cNvPr>
          <p:cNvSpPr>
            <a:spLocks noGrp="1"/>
          </p:cNvSpPr>
          <p:nvPr/>
        </p:nvSpPr>
        <p:spPr>
          <a:xfrm>
            <a:off x="609600" y="1381125"/>
            <a:ext cx="10972800" cy="9525"/>
          </a:xfrm>
          <a:prstGeom prst="rect">
            <a:avLst/>
          </a:prstGeom>
          <a:solidFill>
            <a:srgbClr val="151515"/>
          </a:solidFill>
          <a:ln w="0">
            <a:noFill/>
          </a:ln>
        </p:spPr>
      </p:sp>
      <p:sp>
        <p:nvSpPr>
          <p:cNvPr id="5" name="shape-547">
            <a:extLst>
              <a:ext uri="{FF2B5EF4-FFF2-40B4-BE49-F238E27FC236}">
                <a16:creationId xmlns:a16="http://schemas.microsoft.com/office/drawing/2014/main" id="{217A1C03-9957-473F-9685-CBD72F53320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A8B6B92-8163-4262-B62C-C8E023DFF29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219</a:t>
            </a:r>
            <a:endParaRPr sz="1050" b="0">
              <a:solidFill>
                <a:srgbClr val="151515"/>
              </a:solidFill>
              <a:latin typeface="Consolas"/>
              <a:ea typeface="Consolas"/>
              <a:cs typeface="Consolas"/>
            </a:endParaRPr>
          </a:p>
        </p:txBody>
      </p:sp>
      <p:sp>
        <p:nvSpPr>
          <p:cNvPr id="7" name="shape-549">
            <a:extLst>
              <a:ext uri="{FF2B5EF4-FFF2-40B4-BE49-F238E27FC236}">
                <a16:creationId xmlns:a16="http://schemas.microsoft.com/office/drawing/2014/main" id="{CE7CC440-A84D-477C-B3D9-B7B32328DD01}"/>
              </a:ext>
            </a:extLst>
          </p:cNvPr>
          <p:cNvSpPr>
            <a:spLocks noGrp="1"/>
          </p:cNvSpPr>
          <p:nvPr/>
        </p:nvSpPr>
        <p:spPr>
          <a:xfrm>
            <a:off x="609600" y="1895475"/>
            <a:ext cx="10972800" cy="413385"/>
          </a:xfrm>
          <a:prstGeom prst="rect">
            <a:avLst/>
          </a:prstGeom>
          <a:noFill/>
          <a:ln w="0">
            <a:noFill/>
          </a:ln>
        </p:spPr>
        <p:txBody>
          <a:bodyPr wrap="none" lIns="0" tIns="0" rIns="0" bIns="0" anchor="t">
            <a:noAutofit/>
          </a:bodyPr>
          <a:lstStyle>
            <a:defPPr algn="l">
              <a:defRPr sz="2325" b="0">
                <a:solidFill>
                  <a:srgbClr val="146995"/>
                </a:solidFill>
                <a:latin typeface="Consolas"/>
                <a:ea typeface="Consolas"/>
                <a:cs typeface="Consolas"/>
              </a:defRPr>
            </a:defPPr>
          </a:lstStyle>
          <a:p>
            <a:pPr algn="l">
              <a:lnSpc>
                <a:spcPct val="112000"/>
              </a:lnSpc>
              <a:buNone/>
              <a:defRPr sz="2325" b="0">
                <a:solidFill>
                  <a:srgbClr val="146995"/>
                </a:solidFill>
                <a:latin typeface="Consolas"/>
                <a:ea typeface="Consolas"/>
                <a:cs typeface="Consolas"/>
              </a:defRPr>
            </a:pPr>
            <a:r>
              <a:rPr sz="2325" b="0">
                <a:solidFill>
                  <a:srgbClr val="146995"/>
                </a:solidFill>
                <a:latin typeface="Consolas"/>
                <a:ea typeface="Consolas"/>
                <a:cs typeface="Consolas"/>
              </a:rPr>
              <a:t>left  = merge_sort(a[:mid])</a:t>
            </a:r>
          </a:p>
        </p:txBody>
      </p:sp>
      <p:sp>
        <p:nvSpPr>
          <p:cNvPr id="8" name="shape-550">
            <a:extLst>
              <a:ext uri="{FF2B5EF4-FFF2-40B4-BE49-F238E27FC236}">
                <a16:creationId xmlns:a16="http://schemas.microsoft.com/office/drawing/2014/main" id="{5FC2A1A7-96B9-4E71-BF82-132AC5310476}"/>
              </a:ext>
            </a:extLst>
          </p:cNvPr>
          <p:cNvSpPr>
            <a:spLocks noGrp="1"/>
          </p:cNvSpPr>
          <p:nvPr/>
        </p:nvSpPr>
        <p:spPr>
          <a:xfrm>
            <a:off x="609600" y="2590800"/>
            <a:ext cx="10972800" cy="413385"/>
          </a:xfrm>
          <a:prstGeom prst="rect">
            <a:avLst/>
          </a:prstGeom>
          <a:noFill/>
          <a:ln w="0">
            <a:noFill/>
          </a:ln>
        </p:spPr>
        <p:txBody>
          <a:bodyPr wrap="none" lIns="0" tIns="0" rIns="0" bIns="0" anchor="t">
            <a:noAutofit/>
          </a:bodyPr>
          <a:lstStyle>
            <a:defPPr algn="l">
              <a:defRPr sz="2325" b="0">
                <a:solidFill>
                  <a:srgbClr val="21744F"/>
                </a:solidFill>
                <a:latin typeface="Consolas"/>
                <a:ea typeface="Consolas"/>
                <a:cs typeface="Consolas"/>
              </a:defRPr>
            </a:defPPr>
          </a:lstStyle>
          <a:p>
            <a:pPr algn="l">
              <a:lnSpc>
                <a:spcPct val="112000"/>
              </a:lnSpc>
              <a:buNone/>
              <a:defRPr sz="2325" b="0">
                <a:solidFill>
                  <a:srgbClr val="21744F"/>
                </a:solidFill>
                <a:latin typeface="Consolas"/>
                <a:ea typeface="Consolas"/>
                <a:cs typeface="Consolas"/>
              </a:defRPr>
            </a:pPr>
            <a:r>
              <a:rPr sz="2325" b="0">
                <a:solidFill>
                  <a:srgbClr val="21744F"/>
                </a:solidFill>
                <a:latin typeface="Consolas"/>
                <a:ea typeface="Consolas"/>
                <a:cs typeface="Consolas"/>
              </a:rPr>
              <a:t>right = merge_sort(a[mid:])</a:t>
            </a:r>
          </a:p>
        </p:txBody>
      </p:sp>
      <p:sp>
        <p:nvSpPr>
          <p:cNvPr id="9" name="shape-551">
            <a:extLst>
              <a:ext uri="{FF2B5EF4-FFF2-40B4-BE49-F238E27FC236}">
                <a16:creationId xmlns:a16="http://schemas.microsoft.com/office/drawing/2014/main" id="{833491E4-6C63-469B-B6B6-76D0DADC74DE}"/>
              </a:ext>
            </a:extLst>
          </p:cNvPr>
          <p:cNvSpPr>
            <a:spLocks noGrp="1"/>
          </p:cNvSpPr>
          <p:nvPr/>
        </p:nvSpPr>
        <p:spPr>
          <a:xfrm>
            <a:off x="609600" y="3286125"/>
            <a:ext cx="10972800" cy="413385"/>
          </a:xfrm>
          <a:prstGeom prst="rect">
            <a:avLst/>
          </a:prstGeom>
          <a:noFill/>
          <a:ln w="0">
            <a:noFill/>
          </a:ln>
        </p:spPr>
        <p:txBody>
          <a:bodyPr wrap="none" lIns="0" tIns="0" rIns="0" bIns="0" anchor="t">
            <a:noAutofit/>
          </a:bodyPr>
          <a:lstStyle>
            <a:defPPr algn="l">
              <a:defRPr sz="2325" b="0">
                <a:solidFill>
                  <a:srgbClr val="AD630C"/>
                </a:solidFill>
                <a:latin typeface="Consolas"/>
                <a:ea typeface="Consolas"/>
                <a:cs typeface="Consolas"/>
              </a:defRPr>
            </a:defPPr>
          </a:lstStyle>
          <a:p>
            <a:pPr algn="l">
              <a:lnSpc>
                <a:spcPct val="112000"/>
              </a:lnSpc>
              <a:buNone/>
              <a:defRPr sz="2325" b="0">
                <a:solidFill>
                  <a:srgbClr val="AD630C"/>
                </a:solidFill>
                <a:latin typeface="Consolas"/>
                <a:ea typeface="Consolas"/>
                <a:cs typeface="Consolas"/>
              </a:defRPr>
            </a:pPr>
            <a:r>
              <a:rPr sz="2325" b="0">
                <a:solidFill>
                  <a:srgbClr val="AD630C"/>
                </a:solidFill>
                <a:latin typeface="Consolas"/>
                <a:ea typeface="Consolas"/>
                <a:cs typeface="Consolas"/>
              </a:rPr>
              <a:t>return merge(left, right)</a:t>
            </a:r>
          </a:p>
        </p:txBody>
      </p:sp>
      <p:sp>
        <p:nvSpPr>
          <p:cNvPr id="10" name="shape-552">
            <a:extLst>
              <a:ext uri="{FF2B5EF4-FFF2-40B4-BE49-F238E27FC236}">
                <a16:creationId xmlns:a16="http://schemas.microsoft.com/office/drawing/2014/main" id="{53DAD068-D343-4371-B069-EA48AE48C4B6}"/>
              </a:ext>
            </a:extLst>
          </p:cNvPr>
          <p:cNvSpPr>
            <a:spLocks noGrp="1"/>
          </p:cNvSpPr>
          <p:nvPr/>
        </p:nvSpPr>
        <p:spPr>
          <a:xfrm>
            <a:off x="609600" y="4200525"/>
            <a:ext cx="10972800" cy="9525"/>
          </a:xfrm>
          <a:prstGeom prst="rect">
            <a:avLst/>
          </a:prstGeom>
          <a:solidFill>
            <a:srgbClr val="CCCCCC"/>
          </a:solidFill>
          <a:ln w="0">
            <a:noFill/>
          </a:ln>
        </p:spPr>
      </p:sp>
      <p:sp>
        <p:nvSpPr>
          <p:cNvPr id="11" name="shape-553">
            <a:extLst>
              <a:ext uri="{FF2B5EF4-FFF2-40B4-BE49-F238E27FC236}">
                <a16:creationId xmlns:a16="http://schemas.microsoft.com/office/drawing/2014/main" id="{230EE55C-5E56-49DB-A7E9-47318AEEDB67}"/>
              </a:ext>
            </a:extLst>
          </p:cNvPr>
          <p:cNvSpPr>
            <a:spLocks noGrp="1"/>
          </p:cNvSpPr>
          <p:nvPr/>
        </p:nvSpPr>
        <p:spPr>
          <a:xfrm>
            <a:off x="609600" y="4591050"/>
            <a:ext cx="10972800" cy="542925"/>
          </a:xfrm>
          <a:prstGeom prst="rect">
            <a:avLst/>
          </a:prstGeom>
          <a:noFill/>
          <a:ln w="0">
            <a:noFill/>
          </a:ln>
        </p:spPr>
        <p:txBody>
          <a:bodyPr wrap="none" lIns="0" tIns="0" rIns="0" bIns="0" anchor="t">
            <a:noAutofit/>
          </a:bodyPr>
          <a:lstStyle>
            <a:defPPr algn="l">
              <a:defRPr sz="2925" b="1">
                <a:solidFill>
                  <a:srgbClr val="151515"/>
                </a:solidFill>
                <a:latin typeface="Consolas"/>
                <a:ea typeface="Consolas"/>
                <a:cs typeface="Consolas"/>
              </a:defRPr>
            </a:defPPr>
          </a:lstStyle>
          <a:p>
            <a:pPr algn="l">
              <a:lnSpc>
                <a:spcPct val="112000"/>
              </a:lnSpc>
              <a:buNone/>
              <a:defRPr sz="2925" b="1">
                <a:solidFill>
                  <a:srgbClr val="151515"/>
                </a:solidFill>
                <a:latin typeface="Consolas"/>
                <a:ea typeface="Consolas"/>
                <a:cs typeface="Consolas"/>
              </a:defRPr>
            </a:pPr>
            <a:r>
              <a:rPr sz="2925" b="1">
                <a:solidFill>
                  <a:srgbClr val="151515"/>
                </a:solidFill>
                <a:latin typeface="Consolas"/>
                <a:ea typeface="Consolas"/>
                <a:cs typeface="Consolas"/>
              </a:rPr>
              <a:t>T(n) = T(n/2) + T(n/2) + O(n)</a:t>
            </a:r>
          </a:p>
        </p:txBody>
      </p:sp>
      <p:sp>
        <p:nvSpPr>
          <p:cNvPr id="12" name="shape-554">
            <a:extLst>
              <a:ext uri="{FF2B5EF4-FFF2-40B4-BE49-F238E27FC236}">
                <a16:creationId xmlns:a16="http://schemas.microsoft.com/office/drawing/2014/main" id="{0F707E2D-A3BC-474B-A0C4-709328DC3076}"/>
              </a:ext>
            </a:extLst>
          </p:cNvPr>
          <p:cNvSpPr>
            <a:spLocks noGrp="1"/>
          </p:cNvSpPr>
          <p:nvPr/>
        </p:nvSpPr>
        <p:spPr>
          <a:xfrm>
            <a:off x="609600" y="5353050"/>
            <a:ext cx="10972800" cy="542925"/>
          </a:xfrm>
          <a:prstGeom prst="rect">
            <a:avLst/>
          </a:prstGeom>
          <a:noFill/>
          <a:ln w="0">
            <a:noFill/>
          </a:ln>
        </p:spPr>
        <p:txBody>
          <a:bodyPr wrap="none" lIns="0" tIns="0" rIns="0" bIns="0" anchor="t">
            <a:noAutofit/>
          </a:bodyPr>
          <a:lstStyle>
            <a:defPPr algn="l">
              <a:defRPr sz="2925" b="1">
                <a:solidFill>
                  <a:srgbClr val="146995"/>
                </a:solidFill>
                <a:latin typeface="Consolas"/>
                <a:ea typeface="Consolas"/>
                <a:cs typeface="Consolas"/>
              </a:defRPr>
            </a:defPPr>
          </a:lstStyle>
          <a:p>
            <a:pPr algn="l">
              <a:lnSpc>
                <a:spcPct val="112000"/>
              </a:lnSpc>
              <a:buNone/>
              <a:defRPr sz="2925" b="1">
                <a:solidFill>
                  <a:srgbClr val="146995"/>
                </a:solidFill>
                <a:latin typeface="Consolas"/>
                <a:ea typeface="Consolas"/>
                <a:cs typeface="Consolas"/>
              </a:defRPr>
            </a:pPr>
            <a:r>
              <a:rPr sz="2925" b="1">
                <a:solidFill>
                  <a:srgbClr val="146995"/>
                </a:solidFill>
                <a:latin typeface="Consolas"/>
                <a:ea typeface="Consolas"/>
                <a:cs typeface="Consolas"/>
              </a:rPr>
              <a:t>      = 2T(n/2) + O(n)</a:t>
            </a:r>
          </a:p>
        </p:txBody>
      </p:sp>
      <p:sp>
        <p:nvSpPr>
          <p:cNvPr id="13" name="shape-555">
            <a:extLst>
              <a:ext uri="{FF2B5EF4-FFF2-40B4-BE49-F238E27FC236}">
                <a16:creationId xmlns:a16="http://schemas.microsoft.com/office/drawing/2014/main" id="{C542E1EF-E4CF-4A0F-A329-80E5D6E8DE48}"/>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두 자식 호출의 시간과 현재 병합의 시간을 더합니다. 실제 시간의 차수를 분석하는 식입니다.</a:t>
            </a:r>
          </a:p>
        </p:txBody>
      </p:sp>
    </p:spTree>
    <p:extLst>
      <p:ext uri="{BB962C8B-B14F-4D97-AF65-F5344CB8AC3E}">
        <p14:creationId xmlns:p14="http://schemas.microsoft.com/office/powerpoint/2010/main" val="362590981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hape-556">
            <a:extLst>
              <a:ext uri="{FF2B5EF4-FFF2-40B4-BE49-F238E27FC236}">
                <a16:creationId xmlns:a16="http://schemas.microsoft.com/office/drawing/2014/main" id="{D98C2430-493D-44BA-805D-575A328390D8}"/>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557">
            <a:extLst>
              <a:ext uri="{FF2B5EF4-FFF2-40B4-BE49-F238E27FC236}">
                <a16:creationId xmlns:a16="http://schemas.microsoft.com/office/drawing/2014/main" id="{E8024F45-ADE4-4AF6-86BD-2A2788F828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558">
            <a:extLst>
              <a:ext uri="{FF2B5EF4-FFF2-40B4-BE49-F238E27FC236}">
                <a16:creationId xmlns:a16="http://schemas.microsoft.com/office/drawing/2014/main" id="{39472903-59D4-4C91-BBE9-B113C4FB6BB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a는 호출 개수, b는 크기를 나누는 수</a:t>
            </a:r>
          </a:p>
        </p:txBody>
      </p:sp>
      <p:sp>
        <p:nvSpPr>
          <p:cNvPr id="4" name="shape-559">
            <a:extLst>
              <a:ext uri="{FF2B5EF4-FFF2-40B4-BE49-F238E27FC236}">
                <a16:creationId xmlns:a16="http://schemas.microsoft.com/office/drawing/2014/main" id="{D065216F-4E65-431A-93B5-4A2AB3D2DCCA}"/>
              </a:ext>
            </a:extLst>
          </p:cNvPr>
          <p:cNvSpPr>
            <a:spLocks noGrp="1"/>
          </p:cNvSpPr>
          <p:nvPr/>
        </p:nvSpPr>
        <p:spPr>
          <a:xfrm>
            <a:off x="609600" y="1381125"/>
            <a:ext cx="10972800" cy="9525"/>
          </a:xfrm>
          <a:prstGeom prst="rect">
            <a:avLst/>
          </a:prstGeom>
          <a:solidFill>
            <a:srgbClr val="151515"/>
          </a:solidFill>
          <a:ln w="0">
            <a:noFill/>
          </a:ln>
        </p:spPr>
      </p:sp>
      <p:sp>
        <p:nvSpPr>
          <p:cNvPr id="5" name="shape-560">
            <a:extLst>
              <a:ext uri="{FF2B5EF4-FFF2-40B4-BE49-F238E27FC236}">
                <a16:creationId xmlns:a16="http://schemas.microsoft.com/office/drawing/2014/main" id="{EA789185-A813-4FAD-A897-760061A4E744}"/>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5D8F1DC-5C8A-4FFC-9301-672505C9A5D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220</a:t>
            </a:r>
            <a:endParaRPr sz="1050" b="0">
              <a:solidFill>
                <a:srgbClr val="151515"/>
              </a:solidFill>
              <a:latin typeface="Consolas"/>
              <a:ea typeface="Consolas"/>
              <a:cs typeface="Consolas"/>
            </a:endParaRPr>
          </a:p>
        </p:txBody>
      </p:sp>
      <p:sp>
        <p:nvSpPr>
          <p:cNvPr id="7" name="shape-562">
            <a:extLst>
              <a:ext uri="{FF2B5EF4-FFF2-40B4-BE49-F238E27FC236}">
                <a16:creationId xmlns:a16="http://schemas.microsoft.com/office/drawing/2014/main" id="{1689BAC8-9151-4BE5-9B07-6DFE2AE52945}"/>
              </a:ext>
            </a:extLst>
          </p:cNvPr>
          <p:cNvSpPr>
            <a:spLocks noGrp="1"/>
          </p:cNvSpPr>
          <p:nvPr/>
        </p:nvSpPr>
        <p:spPr>
          <a:xfrm>
            <a:off x="609600" y="1771650"/>
            <a:ext cx="10972800" cy="533400"/>
          </a:xfrm>
          <a:prstGeom prst="rect">
            <a:avLst/>
          </a:prstGeom>
          <a:noFill/>
          <a:ln w="0">
            <a:noFill/>
          </a:ln>
        </p:spPr>
        <p:txBody>
          <a:bodyPr wrap="none" lIns="0" tIns="0" rIns="0" bIns="0" anchor="t">
            <a:noAutofit/>
          </a:bodyPr>
          <a:lstStyle>
            <a:defPPr algn="l">
              <a:defRPr sz="2925" b="1">
                <a:solidFill>
                  <a:srgbClr val="146995"/>
                </a:solidFill>
                <a:latin typeface="Consolas"/>
                <a:ea typeface="Consolas"/>
                <a:cs typeface="Consolas"/>
              </a:defRPr>
            </a:defPPr>
          </a:lstStyle>
          <a:p>
            <a:pPr algn="l">
              <a:lnSpc>
                <a:spcPct val="112000"/>
              </a:lnSpc>
              <a:buNone/>
              <a:defRPr sz="2925" b="1">
                <a:solidFill>
                  <a:srgbClr val="146995"/>
                </a:solidFill>
                <a:latin typeface="Consolas"/>
                <a:ea typeface="Consolas"/>
                <a:cs typeface="Consolas"/>
              </a:defRPr>
            </a:pPr>
            <a:r>
              <a:rPr sz="2925" b="1">
                <a:solidFill>
                  <a:srgbClr val="146995"/>
                </a:solidFill>
                <a:latin typeface="Consolas"/>
                <a:ea typeface="Consolas"/>
                <a:cs typeface="Consolas"/>
              </a:rPr>
              <a:t>T(n) = a × T(n/b) + f(n)</a:t>
            </a:r>
          </a:p>
        </p:txBody>
      </p:sp>
      <p:sp>
        <p:nvSpPr>
          <p:cNvPr id="8" name="shape-563">
            <a:extLst>
              <a:ext uri="{FF2B5EF4-FFF2-40B4-BE49-F238E27FC236}">
                <a16:creationId xmlns:a16="http://schemas.microsoft.com/office/drawing/2014/main" id="{0485A087-3933-4ED9-8DEC-626849DB95FA}"/>
              </a:ext>
            </a:extLst>
          </p:cNvPr>
          <p:cNvSpPr>
            <a:spLocks noGrp="1"/>
          </p:cNvSpPr>
          <p:nvPr/>
        </p:nvSpPr>
        <p:spPr>
          <a:xfrm>
            <a:off x="609600" y="2952750"/>
            <a:ext cx="7143750" cy="1847850"/>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a = 2: 작은 문제를 두 개 풂</a:t>
            </a:r>
          </a:p>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b = 2: 각 문제 길이는 절반</a:t>
            </a:r>
          </a:p>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f(n): 지금 함수가 직접 하는 일</a:t>
            </a:r>
          </a:p>
        </p:txBody>
      </p:sp>
      <p:pic>
        <p:nvPicPr>
          <p:cNvPr id="9" name="그림 8">
            <a:extLst>
              <a:ext uri="{FF2B5EF4-FFF2-40B4-BE49-F238E27FC236}">
                <a16:creationId xmlns:a16="http://schemas.microsoft.com/office/drawing/2014/main" id="{0C0928D7-719D-4552-A048-D4B0FCD4600B}"/>
              </a:ext>
            </a:extLst>
          </p:cNvPr>
          <p:cNvPicPr>
            <a:picLocks noChangeAspect="1"/>
          </p:cNvPicPr>
          <p:nvPr/>
        </p:nvPicPr>
        <p:blipFill>
          <a:blip r:embed="rId3"/>
          <a:stretch/>
        </p:blipFill>
        <p:spPr>
          <a:xfrm>
            <a:off x="8428519" y="2724150"/>
            <a:ext cx="3002588" cy="3162300"/>
          </a:xfrm>
          <a:prstGeom prst="rect">
            <a:avLst/>
          </a:prstGeom>
        </p:spPr>
      </p:pic>
      <p:sp>
        <p:nvSpPr>
          <p:cNvPr id="10" name="shape-564">
            <a:extLst>
              <a:ext uri="{FF2B5EF4-FFF2-40B4-BE49-F238E27FC236}">
                <a16:creationId xmlns:a16="http://schemas.microsoft.com/office/drawing/2014/main" id="{EC6AF114-C73F-4090-AE8A-14D4BE611A64}"/>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병합 정렬: a=2, b=2, 추가 병합 f(n)은 n에 비례합니다.</a:t>
            </a:r>
          </a:p>
        </p:txBody>
      </p:sp>
    </p:spTree>
    <p:extLst>
      <p:ext uri="{BB962C8B-B14F-4D97-AF65-F5344CB8AC3E}">
        <p14:creationId xmlns:p14="http://schemas.microsoft.com/office/powerpoint/2010/main" val="865003776"/>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hape-565">
            <a:extLst>
              <a:ext uri="{FF2B5EF4-FFF2-40B4-BE49-F238E27FC236}">
                <a16:creationId xmlns:a16="http://schemas.microsoft.com/office/drawing/2014/main" id="{64963FDD-5F03-4F1C-B995-003A3776A0CC}"/>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566">
            <a:extLst>
              <a:ext uri="{FF2B5EF4-FFF2-40B4-BE49-F238E27FC236}">
                <a16:creationId xmlns:a16="http://schemas.microsoft.com/office/drawing/2014/main" id="{0F012F79-61AB-48C9-BDCB-F9C217D1DA8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567">
            <a:extLst>
              <a:ext uri="{FF2B5EF4-FFF2-40B4-BE49-F238E27FC236}">
                <a16:creationId xmlns:a16="http://schemas.microsoft.com/office/drawing/2014/main" id="{72E4BCF2-9B8B-47ED-B296-F35F822837D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같은 층의 호출을 모아 작업량 더하기</a:t>
            </a:r>
          </a:p>
        </p:txBody>
      </p:sp>
      <p:sp>
        <p:nvSpPr>
          <p:cNvPr id="4" name="shape-568">
            <a:extLst>
              <a:ext uri="{FF2B5EF4-FFF2-40B4-BE49-F238E27FC236}">
                <a16:creationId xmlns:a16="http://schemas.microsoft.com/office/drawing/2014/main" id="{BFB777A4-DC26-40B7-87BD-FAD81E0E0E8E}"/>
              </a:ext>
            </a:extLst>
          </p:cNvPr>
          <p:cNvSpPr>
            <a:spLocks noGrp="1"/>
          </p:cNvSpPr>
          <p:nvPr/>
        </p:nvSpPr>
        <p:spPr>
          <a:xfrm>
            <a:off x="609600" y="1381125"/>
            <a:ext cx="10972800" cy="9525"/>
          </a:xfrm>
          <a:prstGeom prst="rect">
            <a:avLst/>
          </a:prstGeom>
          <a:solidFill>
            <a:srgbClr val="151515"/>
          </a:solidFill>
          <a:ln w="0">
            <a:noFill/>
          </a:ln>
        </p:spPr>
      </p:sp>
      <p:sp>
        <p:nvSpPr>
          <p:cNvPr id="5" name="shape-569">
            <a:extLst>
              <a:ext uri="{FF2B5EF4-FFF2-40B4-BE49-F238E27FC236}">
                <a16:creationId xmlns:a16="http://schemas.microsoft.com/office/drawing/2014/main" id="{CDFA7740-0C10-48E8-8F50-9EABAEEFDBE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20B279C-E634-4807-8E7D-0CD86051C11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221</a:t>
            </a:r>
            <a:endParaRPr sz="1050" b="0">
              <a:solidFill>
                <a:srgbClr val="151515"/>
              </a:solidFill>
              <a:latin typeface="Consolas"/>
              <a:ea typeface="Consolas"/>
              <a:cs typeface="Consolas"/>
            </a:endParaRPr>
          </a:p>
        </p:txBody>
      </p:sp>
      <p:sp>
        <p:nvSpPr>
          <p:cNvPr id="7" name="shape-571">
            <a:extLst>
              <a:ext uri="{FF2B5EF4-FFF2-40B4-BE49-F238E27FC236}">
                <a16:creationId xmlns:a16="http://schemas.microsoft.com/office/drawing/2014/main" id="{939EB4D3-745C-45AF-892B-AA1254233131}"/>
              </a:ext>
            </a:extLst>
          </p:cNvPr>
          <p:cNvSpPr>
            <a:spLocks noGrp="1"/>
          </p:cNvSpPr>
          <p:nvPr/>
        </p:nvSpPr>
        <p:spPr>
          <a:xfrm>
            <a:off x="7124700" y="1943100"/>
            <a:ext cx="876300" cy="504825"/>
          </a:xfrm>
          <a:prstGeom prst="rect">
            <a:avLst/>
          </a:prstGeom>
          <a:solidFill>
            <a:srgbClr val="EEF5F8"/>
          </a:solidFill>
          <a:ln w="14288">
            <a:solidFill>
              <a:srgbClr val="146995"/>
            </a:solidFill>
          </a:ln>
        </p:spPr>
      </p:sp>
      <p:sp>
        <p:nvSpPr>
          <p:cNvPr id="8" name="shape-572">
            <a:extLst>
              <a:ext uri="{FF2B5EF4-FFF2-40B4-BE49-F238E27FC236}">
                <a16:creationId xmlns:a16="http://schemas.microsoft.com/office/drawing/2014/main" id="{3BD167E1-094A-49A4-A61F-C3CD57887BE3}"/>
              </a:ext>
            </a:extLst>
          </p:cNvPr>
          <p:cNvSpPr>
            <a:spLocks noGrp="1"/>
          </p:cNvSpPr>
          <p:nvPr/>
        </p:nvSpPr>
        <p:spPr>
          <a:xfrm>
            <a:off x="7162800" y="20478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8</a:t>
            </a:r>
          </a:p>
        </p:txBody>
      </p:sp>
      <p:sp>
        <p:nvSpPr>
          <p:cNvPr id="9" name="shape-573">
            <a:extLst>
              <a:ext uri="{FF2B5EF4-FFF2-40B4-BE49-F238E27FC236}">
                <a16:creationId xmlns:a16="http://schemas.microsoft.com/office/drawing/2014/main" id="{90FB25D7-8717-4969-A85E-4E6F5BF27A10}"/>
              </a:ext>
            </a:extLst>
          </p:cNvPr>
          <p:cNvSpPr>
            <a:spLocks noGrp="1"/>
          </p:cNvSpPr>
          <p:nvPr/>
        </p:nvSpPr>
        <p:spPr>
          <a:xfrm>
            <a:off x="609600" y="2019300"/>
            <a:ext cx="2819400" cy="400050"/>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1개 호출 × 각 길이 8</a:t>
            </a:r>
          </a:p>
        </p:txBody>
      </p:sp>
      <p:sp>
        <p:nvSpPr>
          <p:cNvPr id="10" name="shape-574">
            <a:extLst>
              <a:ext uri="{FF2B5EF4-FFF2-40B4-BE49-F238E27FC236}">
                <a16:creationId xmlns:a16="http://schemas.microsoft.com/office/drawing/2014/main" id="{79812640-6F18-41F7-B0A6-515619F75750}"/>
              </a:ext>
            </a:extLst>
          </p:cNvPr>
          <p:cNvSpPr>
            <a:spLocks noGrp="1"/>
          </p:cNvSpPr>
          <p:nvPr/>
        </p:nvSpPr>
        <p:spPr>
          <a:xfrm>
            <a:off x="6629400" y="2857500"/>
            <a:ext cx="876300" cy="504825"/>
          </a:xfrm>
          <a:prstGeom prst="rect">
            <a:avLst/>
          </a:prstGeom>
          <a:solidFill>
            <a:srgbClr val="EEF5F8"/>
          </a:solidFill>
          <a:ln w="14288">
            <a:solidFill>
              <a:srgbClr val="146995"/>
            </a:solidFill>
          </a:ln>
        </p:spPr>
      </p:sp>
      <p:sp>
        <p:nvSpPr>
          <p:cNvPr id="11" name="shape-575">
            <a:extLst>
              <a:ext uri="{FF2B5EF4-FFF2-40B4-BE49-F238E27FC236}">
                <a16:creationId xmlns:a16="http://schemas.microsoft.com/office/drawing/2014/main" id="{7A4DB263-A9EF-4ACF-9504-6F82046DCE55}"/>
              </a:ext>
            </a:extLst>
          </p:cNvPr>
          <p:cNvSpPr>
            <a:spLocks noGrp="1"/>
          </p:cNvSpPr>
          <p:nvPr/>
        </p:nvSpPr>
        <p:spPr>
          <a:xfrm>
            <a:off x="6667500" y="29622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4</a:t>
            </a:r>
          </a:p>
        </p:txBody>
      </p:sp>
      <p:sp>
        <p:nvSpPr>
          <p:cNvPr id="12" name="shape-576">
            <a:extLst>
              <a:ext uri="{FF2B5EF4-FFF2-40B4-BE49-F238E27FC236}">
                <a16:creationId xmlns:a16="http://schemas.microsoft.com/office/drawing/2014/main" id="{D3A72FB7-A071-462D-8F30-B99C08749C3C}"/>
              </a:ext>
            </a:extLst>
          </p:cNvPr>
          <p:cNvSpPr>
            <a:spLocks noGrp="1"/>
          </p:cNvSpPr>
          <p:nvPr/>
        </p:nvSpPr>
        <p:spPr>
          <a:xfrm>
            <a:off x="7620000" y="2857500"/>
            <a:ext cx="876300" cy="504825"/>
          </a:xfrm>
          <a:prstGeom prst="rect">
            <a:avLst/>
          </a:prstGeom>
          <a:solidFill>
            <a:srgbClr val="EEF5F8"/>
          </a:solidFill>
          <a:ln w="14288">
            <a:solidFill>
              <a:srgbClr val="146995"/>
            </a:solidFill>
          </a:ln>
        </p:spPr>
      </p:sp>
      <p:sp>
        <p:nvSpPr>
          <p:cNvPr id="13" name="shape-577">
            <a:extLst>
              <a:ext uri="{FF2B5EF4-FFF2-40B4-BE49-F238E27FC236}">
                <a16:creationId xmlns:a16="http://schemas.microsoft.com/office/drawing/2014/main" id="{31C213F5-B212-4E28-B49E-79A92FE1E608}"/>
              </a:ext>
            </a:extLst>
          </p:cNvPr>
          <p:cNvSpPr>
            <a:spLocks noGrp="1"/>
          </p:cNvSpPr>
          <p:nvPr/>
        </p:nvSpPr>
        <p:spPr>
          <a:xfrm>
            <a:off x="7658100" y="29622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4</a:t>
            </a:r>
          </a:p>
        </p:txBody>
      </p:sp>
      <p:sp>
        <p:nvSpPr>
          <p:cNvPr id="14" name="shape-578">
            <a:extLst>
              <a:ext uri="{FF2B5EF4-FFF2-40B4-BE49-F238E27FC236}">
                <a16:creationId xmlns:a16="http://schemas.microsoft.com/office/drawing/2014/main" id="{7F0A9FA6-5222-43EA-8041-ECB047428EF2}"/>
              </a:ext>
            </a:extLst>
          </p:cNvPr>
          <p:cNvSpPr>
            <a:spLocks noGrp="1"/>
          </p:cNvSpPr>
          <p:nvPr/>
        </p:nvSpPr>
        <p:spPr>
          <a:xfrm>
            <a:off x="609600" y="2933700"/>
            <a:ext cx="2819400" cy="400050"/>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2개 호출 × 각 길이 4</a:t>
            </a:r>
          </a:p>
        </p:txBody>
      </p:sp>
      <p:sp>
        <p:nvSpPr>
          <p:cNvPr id="15" name="shape-579">
            <a:extLst>
              <a:ext uri="{FF2B5EF4-FFF2-40B4-BE49-F238E27FC236}">
                <a16:creationId xmlns:a16="http://schemas.microsoft.com/office/drawing/2014/main" id="{A7077692-CEA4-4ED5-B672-28A168FE11BB}"/>
              </a:ext>
            </a:extLst>
          </p:cNvPr>
          <p:cNvSpPr>
            <a:spLocks noGrp="1"/>
          </p:cNvSpPr>
          <p:nvPr/>
        </p:nvSpPr>
        <p:spPr>
          <a:xfrm>
            <a:off x="5638800" y="3771900"/>
            <a:ext cx="876300" cy="504825"/>
          </a:xfrm>
          <a:prstGeom prst="rect">
            <a:avLst/>
          </a:prstGeom>
          <a:solidFill>
            <a:srgbClr val="EEF5F8"/>
          </a:solidFill>
          <a:ln w="14288">
            <a:solidFill>
              <a:srgbClr val="146995"/>
            </a:solidFill>
          </a:ln>
        </p:spPr>
      </p:sp>
      <p:sp>
        <p:nvSpPr>
          <p:cNvPr id="16" name="shape-580">
            <a:extLst>
              <a:ext uri="{FF2B5EF4-FFF2-40B4-BE49-F238E27FC236}">
                <a16:creationId xmlns:a16="http://schemas.microsoft.com/office/drawing/2014/main" id="{DA2D9EDA-3547-4C49-9BEB-61D9F4012F06}"/>
              </a:ext>
            </a:extLst>
          </p:cNvPr>
          <p:cNvSpPr>
            <a:spLocks noGrp="1"/>
          </p:cNvSpPr>
          <p:nvPr/>
        </p:nvSpPr>
        <p:spPr>
          <a:xfrm>
            <a:off x="5676900" y="38766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2</a:t>
            </a:r>
          </a:p>
        </p:txBody>
      </p:sp>
      <p:sp>
        <p:nvSpPr>
          <p:cNvPr id="17" name="shape-581">
            <a:extLst>
              <a:ext uri="{FF2B5EF4-FFF2-40B4-BE49-F238E27FC236}">
                <a16:creationId xmlns:a16="http://schemas.microsoft.com/office/drawing/2014/main" id="{664C774E-F321-4C3B-976B-9B2DEC215BB9}"/>
              </a:ext>
            </a:extLst>
          </p:cNvPr>
          <p:cNvSpPr>
            <a:spLocks noGrp="1"/>
          </p:cNvSpPr>
          <p:nvPr/>
        </p:nvSpPr>
        <p:spPr>
          <a:xfrm>
            <a:off x="6629400" y="3771900"/>
            <a:ext cx="876300" cy="504825"/>
          </a:xfrm>
          <a:prstGeom prst="rect">
            <a:avLst/>
          </a:prstGeom>
          <a:solidFill>
            <a:srgbClr val="EEF5F8"/>
          </a:solidFill>
          <a:ln w="14288">
            <a:solidFill>
              <a:srgbClr val="146995"/>
            </a:solidFill>
          </a:ln>
        </p:spPr>
      </p:sp>
      <p:sp>
        <p:nvSpPr>
          <p:cNvPr id="18" name="shape-582">
            <a:extLst>
              <a:ext uri="{FF2B5EF4-FFF2-40B4-BE49-F238E27FC236}">
                <a16:creationId xmlns:a16="http://schemas.microsoft.com/office/drawing/2014/main" id="{26B5213A-C51E-4BFE-BE66-01F6637E7448}"/>
              </a:ext>
            </a:extLst>
          </p:cNvPr>
          <p:cNvSpPr>
            <a:spLocks noGrp="1"/>
          </p:cNvSpPr>
          <p:nvPr/>
        </p:nvSpPr>
        <p:spPr>
          <a:xfrm>
            <a:off x="6667500" y="38766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2</a:t>
            </a:r>
          </a:p>
        </p:txBody>
      </p:sp>
      <p:sp>
        <p:nvSpPr>
          <p:cNvPr id="19" name="shape-583">
            <a:extLst>
              <a:ext uri="{FF2B5EF4-FFF2-40B4-BE49-F238E27FC236}">
                <a16:creationId xmlns:a16="http://schemas.microsoft.com/office/drawing/2014/main" id="{15AE542D-977E-4B5A-A125-052660A6BDCB}"/>
              </a:ext>
            </a:extLst>
          </p:cNvPr>
          <p:cNvSpPr>
            <a:spLocks noGrp="1"/>
          </p:cNvSpPr>
          <p:nvPr/>
        </p:nvSpPr>
        <p:spPr>
          <a:xfrm>
            <a:off x="7620000" y="3771900"/>
            <a:ext cx="876300" cy="504825"/>
          </a:xfrm>
          <a:prstGeom prst="rect">
            <a:avLst/>
          </a:prstGeom>
          <a:solidFill>
            <a:srgbClr val="EEF5F8"/>
          </a:solidFill>
          <a:ln w="14288">
            <a:solidFill>
              <a:srgbClr val="146995"/>
            </a:solidFill>
          </a:ln>
        </p:spPr>
      </p:sp>
      <p:sp>
        <p:nvSpPr>
          <p:cNvPr id="20" name="shape-584">
            <a:extLst>
              <a:ext uri="{FF2B5EF4-FFF2-40B4-BE49-F238E27FC236}">
                <a16:creationId xmlns:a16="http://schemas.microsoft.com/office/drawing/2014/main" id="{0338BE25-110C-4E82-9DC6-67BDB351717E}"/>
              </a:ext>
            </a:extLst>
          </p:cNvPr>
          <p:cNvSpPr>
            <a:spLocks noGrp="1"/>
          </p:cNvSpPr>
          <p:nvPr/>
        </p:nvSpPr>
        <p:spPr>
          <a:xfrm>
            <a:off x="7658100" y="38766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2</a:t>
            </a:r>
          </a:p>
        </p:txBody>
      </p:sp>
      <p:sp>
        <p:nvSpPr>
          <p:cNvPr id="21" name="shape-585">
            <a:extLst>
              <a:ext uri="{FF2B5EF4-FFF2-40B4-BE49-F238E27FC236}">
                <a16:creationId xmlns:a16="http://schemas.microsoft.com/office/drawing/2014/main" id="{87809877-AAFF-4A1A-9089-5A9F90D8312D}"/>
              </a:ext>
            </a:extLst>
          </p:cNvPr>
          <p:cNvSpPr>
            <a:spLocks noGrp="1"/>
          </p:cNvSpPr>
          <p:nvPr/>
        </p:nvSpPr>
        <p:spPr>
          <a:xfrm>
            <a:off x="8610600" y="3771900"/>
            <a:ext cx="876300" cy="504825"/>
          </a:xfrm>
          <a:prstGeom prst="rect">
            <a:avLst/>
          </a:prstGeom>
          <a:solidFill>
            <a:srgbClr val="EEF5F8"/>
          </a:solidFill>
          <a:ln w="14288">
            <a:solidFill>
              <a:srgbClr val="146995"/>
            </a:solidFill>
          </a:ln>
        </p:spPr>
      </p:sp>
      <p:sp>
        <p:nvSpPr>
          <p:cNvPr id="22" name="shape-586">
            <a:extLst>
              <a:ext uri="{FF2B5EF4-FFF2-40B4-BE49-F238E27FC236}">
                <a16:creationId xmlns:a16="http://schemas.microsoft.com/office/drawing/2014/main" id="{F47E194C-3A5E-4CDF-9B10-EB87DB9C61FD}"/>
              </a:ext>
            </a:extLst>
          </p:cNvPr>
          <p:cNvSpPr>
            <a:spLocks noGrp="1"/>
          </p:cNvSpPr>
          <p:nvPr/>
        </p:nvSpPr>
        <p:spPr>
          <a:xfrm>
            <a:off x="8648700" y="38766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2</a:t>
            </a:r>
          </a:p>
        </p:txBody>
      </p:sp>
      <p:sp>
        <p:nvSpPr>
          <p:cNvPr id="23" name="shape-587">
            <a:extLst>
              <a:ext uri="{FF2B5EF4-FFF2-40B4-BE49-F238E27FC236}">
                <a16:creationId xmlns:a16="http://schemas.microsoft.com/office/drawing/2014/main" id="{F42B468D-812A-48B0-9CEB-919B80224B65}"/>
              </a:ext>
            </a:extLst>
          </p:cNvPr>
          <p:cNvSpPr>
            <a:spLocks noGrp="1"/>
          </p:cNvSpPr>
          <p:nvPr/>
        </p:nvSpPr>
        <p:spPr>
          <a:xfrm>
            <a:off x="609600" y="3848100"/>
            <a:ext cx="2819400" cy="400050"/>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4개 호출 × 각 길이 2</a:t>
            </a:r>
          </a:p>
        </p:txBody>
      </p:sp>
      <p:sp>
        <p:nvSpPr>
          <p:cNvPr id="24" name="shape-588">
            <a:extLst>
              <a:ext uri="{FF2B5EF4-FFF2-40B4-BE49-F238E27FC236}">
                <a16:creationId xmlns:a16="http://schemas.microsoft.com/office/drawing/2014/main" id="{731982E5-5E73-4122-ABC5-682C42F7EF18}"/>
              </a:ext>
            </a:extLst>
          </p:cNvPr>
          <p:cNvSpPr>
            <a:spLocks noGrp="1"/>
          </p:cNvSpPr>
          <p:nvPr/>
        </p:nvSpPr>
        <p:spPr>
          <a:xfrm>
            <a:off x="3657600" y="4686300"/>
            <a:ext cx="876300" cy="504825"/>
          </a:xfrm>
          <a:prstGeom prst="rect">
            <a:avLst/>
          </a:prstGeom>
          <a:solidFill>
            <a:srgbClr val="EEF5F8"/>
          </a:solidFill>
          <a:ln w="14288">
            <a:solidFill>
              <a:srgbClr val="146995"/>
            </a:solidFill>
          </a:ln>
        </p:spPr>
      </p:sp>
      <p:sp>
        <p:nvSpPr>
          <p:cNvPr id="25" name="shape-589">
            <a:extLst>
              <a:ext uri="{FF2B5EF4-FFF2-40B4-BE49-F238E27FC236}">
                <a16:creationId xmlns:a16="http://schemas.microsoft.com/office/drawing/2014/main" id="{71BB8A09-E8E4-4756-8D2A-73C6B43228C4}"/>
              </a:ext>
            </a:extLst>
          </p:cNvPr>
          <p:cNvSpPr>
            <a:spLocks noGrp="1"/>
          </p:cNvSpPr>
          <p:nvPr/>
        </p:nvSpPr>
        <p:spPr>
          <a:xfrm>
            <a:off x="3695700" y="47910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26" name="shape-590">
            <a:extLst>
              <a:ext uri="{FF2B5EF4-FFF2-40B4-BE49-F238E27FC236}">
                <a16:creationId xmlns:a16="http://schemas.microsoft.com/office/drawing/2014/main" id="{7CA9D5D0-73CB-4F43-B459-FD8980B23EE0}"/>
              </a:ext>
            </a:extLst>
          </p:cNvPr>
          <p:cNvSpPr>
            <a:spLocks noGrp="1"/>
          </p:cNvSpPr>
          <p:nvPr/>
        </p:nvSpPr>
        <p:spPr>
          <a:xfrm>
            <a:off x="4648200" y="4686300"/>
            <a:ext cx="876300" cy="504825"/>
          </a:xfrm>
          <a:prstGeom prst="rect">
            <a:avLst/>
          </a:prstGeom>
          <a:solidFill>
            <a:srgbClr val="EEF5F8"/>
          </a:solidFill>
          <a:ln w="14288">
            <a:solidFill>
              <a:srgbClr val="146995"/>
            </a:solidFill>
          </a:ln>
        </p:spPr>
      </p:sp>
      <p:sp>
        <p:nvSpPr>
          <p:cNvPr id="27" name="shape-591">
            <a:extLst>
              <a:ext uri="{FF2B5EF4-FFF2-40B4-BE49-F238E27FC236}">
                <a16:creationId xmlns:a16="http://schemas.microsoft.com/office/drawing/2014/main" id="{42D57589-0244-4F83-9081-037F621B417A}"/>
              </a:ext>
            </a:extLst>
          </p:cNvPr>
          <p:cNvSpPr>
            <a:spLocks noGrp="1"/>
          </p:cNvSpPr>
          <p:nvPr/>
        </p:nvSpPr>
        <p:spPr>
          <a:xfrm>
            <a:off x="4686300" y="47910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28" name="shape-592">
            <a:extLst>
              <a:ext uri="{FF2B5EF4-FFF2-40B4-BE49-F238E27FC236}">
                <a16:creationId xmlns:a16="http://schemas.microsoft.com/office/drawing/2014/main" id="{B0307684-993C-4E87-9CC6-AC540E2CF80B}"/>
              </a:ext>
            </a:extLst>
          </p:cNvPr>
          <p:cNvSpPr>
            <a:spLocks noGrp="1"/>
          </p:cNvSpPr>
          <p:nvPr/>
        </p:nvSpPr>
        <p:spPr>
          <a:xfrm>
            <a:off x="5638800" y="4686300"/>
            <a:ext cx="876300" cy="504825"/>
          </a:xfrm>
          <a:prstGeom prst="rect">
            <a:avLst/>
          </a:prstGeom>
          <a:solidFill>
            <a:srgbClr val="EEF5F8"/>
          </a:solidFill>
          <a:ln w="14288">
            <a:solidFill>
              <a:srgbClr val="146995"/>
            </a:solidFill>
          </a:ln>
        </p:spPr>
      </p:sp>
      <p:sp>
        <p:nvSpPr>
          <p:cNvPr id="29" name="shape-593">
            <a:extLst>
              <a:ext uri="{FF2B5EF4-FFF2-40B4-BE49-F238E27FC236}">
                <a16:creationId xmlns:a16="http://schemas.microsoft.com/office/drawing/2014/main" id="{CD3EAC26-1D1C-48CB-893B-669033125946}"/>
              </a:ext>
            </a:extLst>
          </p:cNvPr>
          <p:cNvSpPr>
            <a:spLocks noGrp="1"/>
          </p:cNvSpPr>
          <p:nvPr/>
        </p:nvSpPr>
        <p:spPr>
          <a:xfrm>
            <a:off x="5676900" y="47910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30" name="shape-594">
            <a:extLst>
              <a:ext uri="{FF2B5EF4-FFF2-40B4-BE49-F238E27FC236}">
                <a16:creationId xmlns:a16="http://schemas.microsoft.com/office/drawing/2014/main" id="{B402F9B2-2235-4644-91DE-569C0B43231E}"/>
              </a:ext>
            </a:extLst>
          </p:cNvPr>
          <p:cNvSpPr>
            <a:spLocks noGrp="1"/>
          </p:cNvSpPr>
          <p:nvPr/>
        </p:nvSpPr>
        <p:spPr>
          <a:xfrm>
            <a:off x="6629400" y="4686300"/>
            <a:ext cx="876300" cy="504825"/>
          </a:xfrm>
          <a:prstGeom prst="rect">
            <a:avLst/>
          </a:prstGeom>
          <a:solidFill>
            <a:srgbClr val="EEF5F8"/>
          </a:solidFill>
          <a:ln w="14288">
            <a:solidFill>
              <a:srgbClr val="146995"/>
            </a:solidFill>
          </a:ln>
        </p:spPr>
      </p:sp>
      <p:sp>
        <p:nvSpPr>
          <p:cNvPr id="31" name="shape-595">
            <a:extLst>
              <a:ext uri="{FF2B5EF4-FFF2-40B4-BE49-F238E27FC236}">
                <a16:creationId xmlns:a16="http://schemas.microsoft.com/office/drawing/2014/main" id="{CD9001F4-C648-40C2-AF2B-8D17D9AB28F0}"/>
              </a:ext>
            </a:extLst>
          </p:cNvPr>
          <p:cNvSpPr>
            <a:spLocks noGrp="1"/>
          </p:cNvSpPr>
          <p:nvPr/>
        </p:nvSpPr>
        <p:spPr>
          <a:xfrm>
            <a:off x="6667500" y="47910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32" name="shape-596">
            <a:extLst>
              <a:ext uri="{FF2B5EF4-FFF2-40B4-BE49-F238E27FC236}">
                <a16:creationId xmlns:a16="http://schemas.microsoft.com/office/drawing/2014/main" id="{4F9A0F9C-04BB-429A-A223-AF9CD9DE002C}"/>
              </a:ext>
            </a:extLst>
          </p:cNvPr>
          <p:cNvSpPr>
            <a:spLocks noGrp="1"/>
          </p:cNvSpPr>
          <p:nvPr/>
        </p:nvSpPr>
        <p:spPr>
          <a:xfrm>
            <a:off x="7620000" y="4686300"/>
            <a:ext cx="876300" cy="504825"/>
          </a:xfrm>
          <a:prstGeom prst="rect">
            <a:avLst/>
          </a:prstGeom>
          <a:solidFill>
            <a:srgbClr val="EEF5F8"/>
          </a:solidFill>
          <a:ln w="14288">
            <a:solidFill>
              <a:srgbClr val="146995"/>
            </a:solidFill>
          </a:ln>
        </p:spPr>
      </p:sp>
      <p:sp>
        <p:nvSpPr>
          <p:cNvPr id="33" name="shape-597">
            <a:extLst>
              <a:ext uri="{FF2B5EF4-FFF2-40B4-BE49-F238E27FC236}">
                <a16:creationId xmlns:a16="http://schemas.microsoft.com/office/drawing/2014/main" id="{028D274D-56CF-4727-B982-1E6311616B22}"/>
              </a:ext>
            </a:extLst>
          </p:cNvPr>
          <p:cNvSpPr>
            <a:spLocks noGrp="1"/>
          </p:cNvSpPr>
          <p:nvPr/>
        </p:nvSpPr>
        <p:spPr>
          <a:xfrm>
            <a:off x="7658100" y="47910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34" name="shape-598">
            <a:extLst>
              <a:ext uri="{FF2B5EF4-FFF2-40B4-BE49-F238E27FC236}">
                <a16:creationId xmlns:a16="http://schemas.microsoft.com/office/drawing/2014/main" id="{9B1E77AF-C0E1-49C0-B4C9-5E13B6835AE2}"/>
              </a:ext>
            </a:extLst>
          </p:cNvPr>
          <p:cNvSpPr>
            <a:spLocks noGrp="1"/>
          </p:cNvSpPr>
          <p:nvPr/>
        </p:nvSpPr>
        <p:spPr>
          <a:xfrm>
            <a:off x="8610600" y="4686300"/>
            <a:ext cx="876300" cy="504825"/>
          </a:xfrm>
          <a:prstGeom prst="rect">
            <a:avLst/>
          </a:prstGeom>
          <a:solidFill>
            <a:srgbClr val="EEF5F8"/>
          </a:solidFill>
          <a:ln w="14288">
            <a:solidFill>
              <a:srgbClr val="146995"/>
            </a:solidFill>
          </a:ln>
        </p:spPr>
      </p:sp>
      <p:sp>
        <p:nvSpPr>
          <p:cNvPr id="35" name="shape-599">
            <a:extLst>
              <a:ext uri="{FF2B5EF4-FFF2-40B4-BE49-F238E27FC236}">
                <a16:creationId xmlns:a16="http://schemas.microsoft.com/office/drawing/2014/main" id="{2C91F09F-ECC5-449D-9D0E-CD696B569343}"/>
              </a:ext>
            </a:extLst>
          </p:cNvPr>
          <p:cNvSpPr>
            <a:spLocks noGrp="1"/>
          </p:cNvSpPr>
          <p:nvPr/>
        </p:nvSpPr>
        <p:spPr>
          <a:xfrm>
            <a:off x="8648700" y="47910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36" name="shape-600">
            <a:extLst>
              <a:ext uri="{FF2B5EF4-FFF2-40B4-BE49-F238E27FC236}">
                <a16:creationId xmlns:a16="http://schemas.microsoft.com/office/drawing/2014/main" id="{6DD413AC-AE0F-4AA3-B86F-8B6B9B8FCCAD}"/>
              </a:ext>
            </a:extLst>
          </p:cNvPr>
          <p:cNvSpPr>
            <a:spLocks noGrp="1"/>
          </p:cNvSpPr>
          <p:nvPr/>
        </p:nvSpPr>
        <p:spPr>
          <a:xfrm>
            <a:off x="9601200" y="4686300"/>
            <a:ext cx="876300" cy="504825"/>
          </a:xfrm>
          <a:prstGeom prst="rect">
            <a:avLst/>
          </a:prstGeom>
          <a:solidFill>
            <a:srgbClr val="EEF5F8"/>
          </a:solidFill>
          <a:ln w="14288">
            <a:solidFill>
              <a:srgbClr val="146995"/>
            </a:solidFill>
          </a:ln>
        </p:spPr>
      </p:sp>
      <p:sp>
        <p:nvSpPr>
          <p:cNvPr id="37" name="shape-601">
            <a:extLst>
              <a:ext uri="{FF2B5EF4-FFF2-40B4-BE49-F238E27FC236}">
                <a16:creationId xmlns:a16="http://schemas.microsoft.com/office/drawing/2014/main" id="{4150064D-1531-407D-B94B-D118E24DF830}"/>
              </a:ext>
            </a:extLst>
          </p:cNvPr>
          <p:cNvSpPr>
            <a:spLocks noGrp="1"/>
          </p:cNvSpPr>
          <p:nvPr/>
        </p:nvSpPr>
        <p:spPr>
          <a:xfrm>
            <a:off x="9639300" y="47910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38" name="shape-602">
            <a:extLst>
              <a:ext uri="{FF2B5EF4-FFF2-40B4-BE49-F238E27FC236}">
                <a16:creationId xmlns:a16="http://schemas.microsoft.com/office/drawing/2014/main" id="{3D70E1D4-864F-4DA6-B1C8-A5B2D9C8F2F8}"/>
              </a:ext>
            </a:extLst>
          </p:cNvPr>
          <p:cNvSpPr>
            <a:spLocks noGrp="1"/>
          </p:cNvSpPr>
          <p:nvPr/>
        </p:nvSpPr>
        <p:spPr>
          <a:xfrm>
            <a:off x="10591800" y="4686300"/>
            <a:ext cx="876300" cy="504825"/>
          </a:xfrm>
          <a:prstGeom prst="rect">
            <a:avLst/>
          </a:prstGeom>
          <a:solidFill>
            <a:srgbClr val="EEF5F8"/>
          </a:solidFill>
          <a:ln w="14288">
            <a:solidFill>
              <a:srgbClr val="146995"/>
            </a:solidFill>
          </a:ln>
        </p:spPr>
      </p:sp>
      <p:sp>
        <p:nvSpPr>
          <p:cNvPr id="39" name="shape-603">
            <a:extLst>
              <a:ext uri="{FF2B5EF4-FFF2-40B4-BE49-F238E27FC236}">
                <a16:creationId xmlns:a16="http://schemas.microsoft.com/office/drawing/2014/main" id="{5BBE75E7-48DB-4F64-A587-C8404B74C234}"/>
              </a:ext>
            </a:extLst>
          </p:cNvPr>
          <p:cNvSpPr>
            <a:spLocks noGrp="1"/>
          </p:cNvSpPr>
          <p:nvPr/>
        </p:nvSpPr>
        <p:spPr>
          <a:xfrm>
            <a:off x="10629900" y="4791075"/>
            <a:ext cx="800100" cy="3619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40" name="shape-604">
            <a:extLst>
              <a:ext uri="{FF2B5EF4-FFF2-40B4-BE49-F238E27FC236}">
                <a16:creationId xmlns:a16="http://schemas.microsoft.com/office/drawing/2014/main" id="{A0EB25CB-87FE-4EDC-85F4-B32839315A7C}"/>
              </a:ext>
            </a:extLst>
          </p:cNvPr>
          <p:cNvSpPr>
            <a:spLocks noGrp="1"/>
          </p:cNvSpPr>
          <p:nvPr/>
        </p:nvSpPr>
        <p:spPr>
          <a:xfrm>
            <a:off x="609600" y="4762500"/>
            <a:ext cx="2819400" cy="400050"/>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8개 호출 × 각 길이 1</a:t>
            </a:r>
          </a:p>
        </p:txBody>
      </p:sp>
      <p:sp>
        <p:nvSpPr>
          <p:cNvPr id="41" name="shape-605">
            <a:extLst>
              <a:ext uri="{FF2B5EF4-FFF2-40B4-BE49-F238E27FC236}">
                <a16:creationId xmlns:a16="http://schemas.microsoft.com/office/drawing/2014/main" id="{F9FA7362-6900-4004-B822-5860C2EAC104}"/>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상자 안 숫자는 입력 길이입니다. 전체 시간은 모든 층의 모든 호출에서 든 일을 더한 값입니다.</a:t>
            </a:r>
          </a:p>
        </p:txBody>
      </p:sp>
    </p:spTree>
    <p:extLst>
      <p:ext uri="{BB962C8B-B14F-4D97-AF65-F5344CB8AC3E}">
        <p14:creationId xmlns:p14="http://schemas.microsoft.com/office/powerpoint/2010/main" val="132003318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606">
            <a:extLst>
              <a:ext uri="{FF2B5EF4-FFF2-40B4-BE49-F238E27FC236}">
                <a16:creationId xmlns:a16="http://schemas.microsoft.com/office/drawing/2014/main" id="{B4359F7F-00A8-428E-BF3B-7A70217D053B}"/>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607">
            <a:extLst>
              <a:ext uri="{FF2B5EF4-FFF2-40B4-BE49-F238E27FC236}">
                <a16:creationId xmlns:a16="http://schemas.microsoft.com/office/drawing/2014/main" id="{B620CCCC-8A2C-4E59-A87A-09A9141D02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608">
            <a:extLst>
              <a:ext uri="{FF2B5EF4-FFF2-40B4-BE49-F238E27FC236}">
                <a16:creationId xmlns:a16="http://schemas.microsoft.com/office/drawing/2014/main" id="{20484A71-2283-487A-B7B4-2FF3E846D9F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예 ①: 자식의 두 답을 더하기만 하는 함수</a:t>
            </a:r>
          </a:p>
        </p:txBody>
      </p:sp>
      <p:sp>
        <p:nvSpPr>
          <p:cNvPr id="4" name="shape-609">
            <a:extLst>
              <a:ext uri="{FF2B5EF4-FFF2-40B4-BE49-F238E27FC236}">
                <a16:creationId xmlns:a16="http://schemas.microsoft.com/office/drawing/2014/main" id="{7755050E-42C0-4CE1-8093-9F57C1712606}"/>
              </a:ext>
            </a:extLst>
          </p:cNvPr>
          <p:cNvSpPr>
            <a:spLocks noGrp="1"/>
          </p:cNvSpPr>
          <p:nvPr/>
        </p:nvSpPr>
        <p:spPr>
          <a:xfrm>
            <a:off x="609600" y="1381125"/>
            <a:ext cx="10972800" cy="9525"/>
          </a:xfrm>
          <a:prstGeom prst="rect">
            <a:avLst/>
          </a:prstGeom>
          <a:solidFill>
            <a:srgbClr val="151515"/>
          </a:solidFill>
          <a:ln w="0">
            <a:noFill/>
          </a:ln>
        </p:spPr>
      </p:sp>
      <p:sp>
        <p:nvSpPr>
          <p:cNvPr id="5" name="shape-610">
            <a:extLst>
              <a:ext uri="{FF2B5EF4-FFF2-40B4-BE49-F238E27FC236}">
                <a16:creationId xmlns:a16="http://schemas.microsoft.com/office/drawing/2014/main" id="{346F8A3F-679C-4A1B-A73E-0C6360CD541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7C71FE6-DA91-4962-BBCE-5B7F131867B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222</a:t>
            </a:r>
            <a:endParaRPr sz="1050" b="0">
              <a:solidFill>
                <a:srgbClr val="151515"/>
              </a:solidFill>
              <a:latin typeface="Consolas"/>
              <a:ea typeface="Consolas"/>
              <a:cs typeface="Consolas"/>
            </a:endParaRPr>
          </a:p>
        </p:txBody>
      </p:sp>
      <p:sp>
        <p:nvSpPr>
          <p:cNvPr id="7" name="shape-612">
            <a:extLst>
              <a:ext uri="{FF2B5EF4-FFF2-40B4-BE49-F238E27FC236}">
                <a16:creationId xmlns:a16="http://schemas.microsoft.com/office/drawing/2014/main" id="{7D45F0BE-F9BF-46A2-B432-817E37FA9BBE}"/>
              </a:ext>
            </a:extLst>
          </p:cNvPr>
          <p:cNvSpPr>
            <a:spLocks noGrp="1"/>
          </p:cNvSpPr>
          <p:nvPr/>
        </p:nvSpPr>
        <p:spPr>
          <a:xfrm>
            <a:off x="609600" y="1724025"/>
            <a:ext cx="10972800" cy="438150"/>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12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입력: [8, 3, 6, 2, 7, 1, 5, 4]</a:t>
            </a:r>
          </a:p>
        </p:txBody>
      </p:sp>
      <p:sp>
        <p:nvSpPr>
          <p:cNvPr id="8" name="shape-613">
            <a:extLst>
              <a:ext uri="{FF2B5EF4-FFF2-40B4-BE49-F238E27FC236}">
                <a16:creationId xmlns:a16="http://schemas.microsoft.com/office/drawing/2014/main" id="{A3A78772-0627-4E90-B05B-69369BBD83E3}"/>
              </a:ext>
            </a:extLst>
          </p:cNvPr>
          <p:cNvSpPr>
            <a:spLocks noGrp="1"/>
          </p:cNvSpPr>
          <p:nvPr/>
        </p:nvSpPr>
        <p:spPr>
          <a:xfrm>
            <a:off x="4514850" y="2581275"/>
            <a:ext cx="3143250" cy="647700"/>
          </a:xfrm>
          <a:prstGeom prst="rect">
            <a:avLst/>
          </a:prstGeom>
          <a:solidFill>
            <a:srgbClr val="EEF5F8"/>
          </a:solidFill>
          <a:ln w="14288">
            <a:solidFill>
              <a:srgbClr val="146995"/>
            </a:solidFill>
          </a:ln>
        </p:spPr>
      </p:sp>
      <p:sp>
        <p:nvSpPr>
          <p:cNvPr id="9" name="shape-614">
            <a:extLst>
              <a:ext uri="{FF2B5EF4-FFF2-40B4-BE49-F238E27FC236}">
                <a16:creationId xmlns:a16="http://schemas.microsoft.com/office/drawing/2014/main" id="{F192639D-5B3F-43E7-A68E-4AC540B09404}"/>
              </a:ext>
            </a:extLst>
          </p:cNvPr>
          <p:cNvSpPr>
            <a:spLocks noGrp="1"/>
          </p:cNvSpPr>
          <p:nvPr/>
        </p:nvSpPr>
        <p:spPr>
          <a:xfrm>
            <a:off x="4552950" y="2686050"/>
            <a:ext cx="3067050" cy="5048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전체 합: 36</a:t>
            </a:r>
          </a:p>
        </p:txBody>
      </p:sp>
      <p:sp>
        <p:nvSpPr>
          <p:cNvPr id="10" name="shape-615">
            <a:extLst>
              <a:ext uri="{FF2B5EF4-FFF2-40B4-BE49-F238E27FC236}">
                <a16:creationId xmlns:a16="http://schemas.microsoft.com/office/drawing/2014/main" id="{7605D1F6-4BF7-4D2C-904C-6257AC73A641}"/>
              </a:ext>
            </a:extLst>
          </p:cNvPr>
          <p:cNvSpPr>
            <a:spLocks noGrp="1"/>
          </p:cNvSpPr>
          <p:nvPr/>
        </p:nvSpPr>
        <p:spPr>
          <a:xfrm>
            <a:off x="6086475" y="3228975"/>
            <a:ext cx="19050" cy="442913"/>
          </a:xfrm>
          <a:prstGeom prst="rect">
            <a:avLst/>
          </a:prstGeom>
          <a:solidFill>
            <a:srgbClr val="BBBBBB"/>
          </a:solidFill>
          <a:ln w="0">
            <a:noFill/>
          </a:ln>
        </p:spPr>
      </p:sp>
      <p:sp>
        <p:nvSpPr>
          <p:cNvPr id="11" name="shape-616">
            <a:extLst>
              <a:ext uri="{FF2B5EF4-FFF2-40B4-BE49-F238E27FC236}">
                <a16:creationId xmlns:a16="http://schemas.microsoft.com/office/drawing/2014/main" id="{252AFC69-2FF0-4231-B524-F21975FF6FC1}"/>
              </a:ext>
            </a:extLst>
          </p:cNvPr>
          <p:cNvSpPr>
            <a:spLocks noGrp="1"/>
          </p:cNvSpPr>
          <p:nvPr/>
        </p:nvSpPr>
        <p:spPr>
          <a:xfrm>
            <a:off x="3152775" y="3671888"/>
            <a:ext cx="5886450" cy="19050"/>
          </a:xfrm>
          <a:prstGeom prst="rect">
            <a:avLst/>
          </a:prstGeom>
          <a:solidFill>
            <a:srgbClr val="BBBBBB"/>
          </a:solidFill>
          <a:ln w="0">
            <a:noFill/>
          </a:ln>
        </p:spPr>
      </p:sp>
      <p:sp>
        <p:nvSpPr>
          <p:cNvPr id="12" name="shape-617">
            <a:extLst>
              <a:ext uri="{FF2B5EF4-FFF2-40B4-BE49-F238E27FC236}">
                <a16:creationId xmlns:a16="http://schemas.microsoft.com/office/drawing/2014/main" id="{F2A8BBE7-D957-4515-9B4C-B5F5DFBE731B}"/>
              </a:ext>
            </a:extLst>
          </p:cNvPr>
          <p:cNvSpPr>
            <a:spLocks noGrp="1"/>
          </p:cNvSpPr>
          <p:nvPr/>
        </p:nvSpPr>
        <p:spPr>
          <a:xfrm>
            <a:off x="3152775" y="3671888"/>
            <a:ext cx="19050" cy="442913"/>
          </a:xfrm>
          <a:prstGeom prst="rect">
            <a:avLst/>
          </a:prstGeom>
          <a:solidFill>
            <a:srgbClr val="BBBBBB"/>
          </a:solidFill>
          <a:ln w="0">
            <a:noFill/>
          </a:ln>
        </p:spPr>
      </p:sp>
      <p:sp>
        <p:nvSpPr>
          <p:cNvPr id="13" name="shape-618">
            <a:extLst>
              <a:ext uri="{FF2B5EF4-FFF2-40B4-BE49-F238E27FC236}">
                <a16:creationId xmlns:a16="http://schemas.microsoft.com/office/drawing/2014/main" id="{F548F2A2-656A-41FF-ABC5-DA383E4B367E}"/>
              </a:ext>
            </a:extLst>
          </p:cNvPr>
          <p:cNvSpPr>
            <a:spLocks noGrp="1"/>
          </p:cNvSpPr>
          <p:nvPr/>
        </p:nvSpPr>
        <p:spPr>
          <a:xfrm>
            <a:off x="9039225" y="3671888"/>
            <a:ext cx="19050" cy="442913"/>
          </a:xfrm>
          <a:prstGeom prst="rect">
            <a:avLst/>
          </a:prstGeom>
          <a:solidFill>
            <a:srgbClr val="BBBBBB"/>
          </a:solidFill>
          <a:ln w="0">
            <a:noFill/>
          </a:ln>
        </p:spPr>
      </p:sp>
      <p:sp>
        <p:nvSpPr>
          <p:cNvPr id="14" name="shape-619">
            <a:extLst>
              <a:ext uri="{FF2B5EF4-FFF2-40B4-BE49-F238E27FC236}">
                <a16:creationId xmlns:a16="http://schemas.microsoft.com/office/drawing/2014/main" id="{E87906C7-4B7F-4A45-BAAB-FEE4A542A924}"/>
              </a:ext>
            </a:extLst>
          </p:cNvPr>
          <p:cNvSpPr>
            <a:spLocks noGrp="1"/>
          </p:cNvSpPr>
          <p:nvPr/>
        </p:nvSpPr>
        <p:spPr>
          <a:xfrm>
            <a:off x="1152525" y="4114800"/>
            <a:ext cx="4000500" cy="647700"/>
          </a:xfrm>
          <a:prstGeom prst="rect">
            <a:avLst/>
          </a:prstGeom>
          <a:solidFill>
            <a:srgbClr val="EEF5F8"/>
          </a:solidFill>
          <a:ln w="14288">
            <a:solidFill>
              <a:srgbClr val="146995"/>
            </a:solidFill>
          </a:ln>
        </p:spPr>
      </p:sp>
      <p:sp>
        <p:nvSpPr>
          <p:cNvPr id="15" name="shape-620">
            <a:extLst>
              <a:ext uri="{FF2B5EF4-FFF2-40B4-BE49-F238E27FC236}">
                <a16:creationId xmlns:a16="http://schemas.microsoft.com/office/drawing/2014/main" id="{BC1C7A42-93B5-4EFA-9DC9-090E30E31680}"/>
              </a:ext>
            </a:extLst>
          </p:cNvPr>
          <p:cNvSpPr>
            <a:spLocks noGrp="1"/>
          </p:cNvSpPr>
          <p:nvPr/>
        </p:nvSpPr>
        <p:spPr>
          <a:xfrm>
            <a:off x="1190625" y="4219575"/>
            <a:ext cx="3924300" cy="5048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왼쪽 합 19</a:t>
            </a:r>
          </a:p>
        </p:txBody>
      </p:sp>
      <p:sp>
        <p:nvSpPr>
          <p:cNvPr id="16" name="shape-621">
            <a:extLst>
              <a:ext uri="{FF2B5EF4-FFF2-40B4-BE49-F238E27FC236}">
                <a16:creationId xmlns:a16="http://schemas.microsoft.com/office/drawing/2014/main" id="{6243DF07-8662-42BC-B3A7-858912A51B20}"/>
              </a:ext>
            </a:extLst>
          </p:cNvPr>
          <p:cNvSpPr>
            <a:spLocks noGrp="1"/>
          </p:cNvSpPr>
          <p:nvPr/>
        </p:nvSpPr>
        <p:spPr>
          <a:xfrm>
            <a:off x="7038975" y="4114800"/>
            <a:ext cx="4000500" cy="647700"/>
          </a:xfrm>
          <a:prstGeom prst="rect">
            <a:avLst/>
          </a:prstGeom>
          <a:solidFill>
            <a:srgbClr val="EEF5F8"/>
          </a:solidFill>
          <a:ln w="14288">
            <a:solidFill>
              <a:srgbClr val="21744F"/>
            </a:solidFill>
          </a:ln>
        </p:spPr>
      </p:sp>
      <p:sp>
        <p:nvSpPr>
          <p:cNvPr id="17" name="shape-622">
            <a:extLst>
              <a:ext uri="{FF2B5EF4-FFF2-40B4-BE49-F238E27FC236}">
                <a16:creationId xmlns:a16="http://schemas.microsoft.com/office/drawing/2014/main" id="{A83CCEAE-BDAA-4213-B7C4-2252BBBBD632}"/>
              </a:ext>
            </a:extLst>
          </p:cNvPr>
          <p:cNvSpPr>
            <a:spLocks noGrp="1"/>
          </p:cNvSpPr>
          <p:nvPr/>
        </p:nvSpPr>
        <p:spPr>
          <a:xfrm>
            <a:off x="7077075" y="4219575"/>
            <a:ext cx="3924300" cy="504825"/>
          </a:xfrm>
          <a:prstGeom prst="rect">
            <a:avLst/>
          </a:prstGeom>
          <a:noFill/>
          <a:ln w="0">
            <a:noFill/>
          </a:ln>
        </p:spPr>
        <p:txBody>
          <a:bodyPr wrap="none" lIns="0" tIns="0" rIns="0" bIns="0" anchor="t">
            <a:noAutofit/>
          </a:bodyPr>
          <a:lstStyle>
            <a:defPPr algn="ctr">
              <a:defRPr sz="1875" b="1">
                <a:solidFill>
                  <a:srgbClr val="21744F"/>
                </a:solidFill>
                <a:latin typeface="Malgun Gothic"/>
                <a:ea typeface="Malgun Gothic"/>
                <a:cs typeface="Malgun Gothic"/>
              </a:defRPr>
            </a:defPPr>
          </a:lstStyle>
          <a:p>
            <a:pPr algn="ctr">
              <a:lnSpc>
                <a:spcPct val="112000"/>
              </a:lnSpc>
              <a:buNone/>
              <a:defRPr sz="1875" b="1">
                <a:solidFill>
                  <a:srgbClr val="21744F"/>
                </a:solidFill>
                <a:latin typeface="Malgun Gothic"/>
                <a:ea typeface="Malgun Gothic"/>
                <a:cs typeface="Malgun Gothic"/>
              </a:defRPr>
            </a:pPr>
            <a:r>
              <a:rPr sz="1875" b="1">
                <a:solidFill>
                  <a:srgbClr val="21744F"/>
                </a:solidFill>
                <a:latin typeface="Malgun Gothic"/>
                <a:ea typeface="Malgun Gothic"/>
                <a:cs typeface="Malgun Gothic"/>
              </a:rPr>
              <a:t>오른쪽 합 17</a:t>
            </a:r>
          </a:p>
        </p:txBody>
      </p:sp>
      <p:sp>
        <p:nvSpPr>
          <p:cNvPr id="18" name="shape-623">
            <a:extLst>
              <a:ext uri="{FF2B5EF4-FFF2-40B4-BE49-F238E27FC236}">
                <a16:creationId xmlns:a16="http://schemas.microsoft.com/office/drawing/2014/main" id="{60D1678A-5251-48DB-BBC8-9C4768BE7B8E}"/>
              </a:ext>
            </a:extLst>
          </p:cNvPr>
          <p:cNvSpPr>
            <a:spLocks noGrp="1"/>
          </p:cNvSpPr>
          <p:nvPr/>
        </p:nvSpPr>
        <p:spPr>
          <a:xfrm>
            <a:off x="609600" y="5267325"/>
            <a:ext cx="10972800" cy="438150"/>
          </a:xfrm>
          <a:prstGeom prst="rect">
            <a:avLst/>
          </a:prstGeom>
          <a:noFill/>
          <a:ln w="0">
            <a:noFill/>
          </a:ln>
        </p:spPr>
        <p:txBody>
          <a:bodyPr wrap="none" lIns="0" tIns="0" rIns="0" bIns="0" anchor="t">
            <a:noAutofit/>
          </a:bodyPr>
          <a:lstStyle>
            <a:defPPr algn="l">
              <a:defRPr sz="2400" b="1">
                <a:solidFill>
                  <a:srgbClr val="AD630C"/>
                </a:solidFill>
                <a:latin typeface="Malgun Gothic"/>
                <a:ea typeface="Malgun Gothic"/>
                <a:cs typeface="Malgun Gothic"/>
              </a:defRPr>
            </a:defPPr>
          </a:lstStyle>
          <a:p>
            <a:pPr algn="l">
              <a:lnSpc>
                <a:spcPct val="112000"/>
              </a:lnSpc>
              <a:buNone/>
              <a:defRPr sz="2400" b="1">
                <a:solidFill>
                  <a:srgbClr val="AD630C"/>
                </a:solidFill>
                <a:latin typeface="Malgun Gothic"/>
                <a:ea typeface="Malgun Gothic"/>
                <a:cs typeface="Malgun Gothic"/>
              </a:defRPr>
            </a:pPr>
            <a:r>
              <a:rPr sz="2400" b="1">
                <a:solidFill>
                  <a:srgbClr val="AD630C"/>
                </a:solidFill>
                <a:latin typeface="Malgun Gothic"/>
                <a:ea typeface="Malgun Gothic"/>
                <a:cs typeface="Malgun Gothic"/>
              </a:rPr>
              <a:t>부모가 직접 하는 일: 19 + 17</a:t>
            </a:r>
          </a:p>
        </p:txBody>
      </p:sp>
      <p:sp>
        <p:nvSpPr>
          <p:cNvPr id="19" name="shape-624">
            <a:extLst>
              <a:ext uri="{FF2B5EF4-FFF2-40B4-BE49-F238E27FC236}">
                <a16:creationId xmlns:a16="http://schemas.microsoft.com/office/drawing/2014/main" id="{5E78B109-645D-44A0-8682-7BB8279F5323}"/>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두 답을 더하는 비용은 입력 길이가 늘어도 일정합니다. T(n)=2T(n/2)+O(1)입니다.</a:t>
            </a:r>
          </a:p>
        </p:txBody>
      </p:sp>
    </p:spTree>
    <p:extLst>
      <p:ext uri="{BB962C8B-B14F-4D97-AF65-F5344CB8AC3E}">
        <p14:creationId xmlns:p14="http://schemas.microsoft.com/office/powerpoint/2010/main" val="4170895544"/>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hape-625">
            <a:extLst>
              <a:ext uri="{FF2B5EF4-FFF2-40B4-BE49-F238E27FC236}">
                <a16:creationId xmlns:a16="http://schemas.microsoft.com/office/drawing/2014/main" id="{66B1745F-D624-44A2-936C-DA5164003040}"/>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626">
            <a:extLst>
              <a:ext uri="{FF2B5EF4-FFF2-40B4-BE49-F238E27FC236}">
                <a16:creationId xmlns:a16="http://schemas.microsoft.com/office/drawing/2014/main" id="{E6B67FC3-F201-45C7-B6B8-634015AEAF2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627">
            <a:extLst>
              <a:ext uri="{FF2B5EF4-FFF2-40B4-BE49-F238E27FC236}">
                <a16:creationId xmlns:a16="http://schemas.microsoft.com/office/drawing/2014/main" id="{9FBAD521-BA30-4E0E-9BBA-FD7DC2CA8A0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예 ①: 아래로 갈수록 같은 일이 많아짐</a:t>
            </a:r>
          </a:p>
        </p:txBody>
      </p:sp>
      <p:sp>
        <p:nvSpPr>
          <p:cNvPr id="4" name="shape-628">
            <a:extLst>
              <a:ext uri="{FF2B5EF4-FFF2-40B4-BE49-F238E27FC236}">
                <a16:creationId xmlns:a16="http://schemas.microsoft.com/office/drawing/2014/main" id="{24AFEE6F-60FE-4CE6-9BB2-9590568FF23C}"/>
              </a:ext>
            </a:extLst>
          </p:cNvPr>
          <p:cNvSpPr>
            <a:spLocks noGrp="1"/>
          </p:cNvSpPr>
          <p:nvPr/>
        </p:nvSpPr>
        <p:spPr>
          <a:xfrm>
            <a:off x="609600" y="1381125"/>
            <a:ext cx="10972800" cy="9525"/>
          </a:xfrm>
          <a:prstGeom prst="rect">
            <a:avLst/>
          </a:prstGeom>
          <a:solidFill>
            <a:srgbClr val="151515"/>
          </a:solidFill>
          <a:ln w="0">
            <a:noFill/>
          </a:ln>
        </p:spPr>
      </p:sp>
      <p:sp>
        <p:nvSpPr>
          <p:cNvPr id="5" name="shape-629">
            <a:extLst>
              <a:ext uri="{FF2B5EF4-FFF2-40B4-BE49-F238E27FC236}">
                <a16:creationId xmlns:a16="http://schemas.microsoft.com/office/drawing/2014/main" id="{720A4C30-6574-4E3C-9FB9-BF90E21061E4}"/>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BA59D21-1A8E-4820-A839-7670D5F26B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223</a:t>
            </a:r>
            <a:endParaRPr sz="1050" b="0">
              <a:solidFill>
                <a:srgbClr val="151515"/>
              </a:solidFill>
              <a:latin typeface="Consolas"/>
              <a:ea typeface="Consolas"/>
              <a:cs typeface="Consolas"/>
            </a:endParaRPr>
          </a:p>
        </p:txBody>
      </p:sp>
      <p:sp>
        <p:nvSpPr>
          <p:cNvPr id="7" name="shape-631">
            <a:extLst>
              <a:ext uri="{FF2B5EF4-FFF2-40B4-BE49-F238E27FC236}">
                <a16:creationId xmlns:a16="http://schemas.microsoft.com/office/drawing/2014/main" id="{DF332781-A59E-49CB-A8F2-52B451E27CA5}"/>
              </a:ext>
            </a:extLst>
          </p:cNvPr>
          <p:cNvSpPr>
            <a:spLocks noGrp="1"/>
          </p:cNvSpPr>
          <p:nvPr/>
        </p:nvSpPr>
        <p:spPr>
          <a:xfrm>
            <a:off x="609600" y="2085975"/>
            <a:ext cx="1143000" cy="342900"/>
          </a:xfrm>
          <a:prstGeom prst="rect">
            <a:avLst/>
          </a:prstGeom>
          <a:noFill/>
          <a:ln w="0">
            <a:noFill/>
          </a:ln>
        </p:spPr>
        <p:txBody>
          <a:bodyPr wrap="none" lIns="0" tIns="0" rIns="0" bIns="0" anchor="t">
            <a:noAutofit/>
          </a:bodyPr>
          <a:lstStyle>
            <a:defPPr algn="l">
              <a:defRPr sz="2025" b="1">
                <a:solidFill>
                  <a:srgbClr val="151515"/>
                </a:solidFill>
                <a:latin typeface="Malgun Gothic"/>
                <a:ea typeface="Malgun Gothic"/>
                <a:cs typeface="Malgun Gothic"/>
              </a:defRPr>
            </a:defPPr>
          </a:lstStyle>
          <a:p>
            <a:pPr algn="l">
              <a:lnSpc>
                <a:spcPct val="112000"/>
              </a:lnSpc>
              <a:buNone/>
              <a:defRPr sz="2025" b="1">
                <a:solidFill>
                  <a:srgbClr val="151515"/>
                </a:solidFill>
                <a:latin typeface="Malgun Gothic"/>
                <a:ea typeface="Malgun Gothic"/>
                <a:cs typeface="Malgun Gothic"/>
              </a:defRPr>
            </a:pPr>
            <a:r>
              <a:rPr sz="2025" b="1">
                <a:solidFill>
                  <a:srgbClr val="151515"/>
                </a:solidFill>
                <a:latin typeface="Malgun Gothic"/>
                <a:ea typeface="Malgun Gothic"/>
                <a:cs typeface="Malgun Gothic"/>
              </a:rPr>
              <a:t>0층</a:t>
            </a:r>
          </a:p>
        </p:txBody>
      </p:sp>
      <p:sp>
        <p:nvSpPr>
          <p:cNvPr id="8" name="shape-632">
            <a:extLst>
              <a:ext uri="{FF2B5EF4-FFF2-40B4-BE49-F238E27FC236}">
                <a16:creationId xmlns:a16="http://schemas.microsoft.com/office/drawing/2014/main" id="{B3E13FDA-2B39-44BA-97D3-CC4B946C3BCD}"/>
              </a:ext>
            </a:extLst>
          </p:cNvPr>
          <p:cNvSpPr>
            <a:spLocks noGrp="1"/>
          </p:cNvSpPr>
          <p:nvPr/>
        </p:nvSpPr>
        <p:spPr>
          <a:xfrm>
            <a:off x="2028825" y="2000250"/>
            <a:ext cx="819150" cy="466725"/>
          </a:xfrm>
          <a:prstGeom prst="rect">
            <a:avLst/>
          </a:prstGeom>
          <a:solidFill>
            <a:srgbClr val="146995"/>
          </a:solidFill>
          <a:ln w="0">
            <a:noFill/>
          </a:ln>
        </p:spPr>
      </p:sp>
      <p:sp>
        <p:nvSpPr>
          <p:cNvPr id="9" name="shape-633">
            <a:extLst>
              <a:ext uri="{FF2B5EF4-FFF2-40B4-BE49-F238E27FC236}">
                <a16:creationId xmlns:a16="http://schemas.microsoft.com/office/drawing/2014/main" id="{AC2DDBD8-507A-4B07-BFBD-BACFBE8D2BA7}"/>
              </a:ext>
            </a:extLst>
          </p:cNvPr>
          <p:cNvSpPr>
            <a:spLocks noGrp="1"/>
          </p:cNvSpPr>
          <p:nvPr/>
        </p:nvSpPr>
        <p:spPr>
          <a:xfrm>
            <a:off x="8943975" y="2085975"/>
            <a:ext cx="2628900" cy="409575"/>
          </a:xfrm>
          <a:prstGeom prst="rect">
            <a:avLst/>
          </a:prstGeom>
          <a:noFill/>
          <a:ln w="0">
            <a:noFill/>
          </a:ln>
        </p:spPr>
        <p:txBody>
          <a:bodyPr wrap="none" lIns="0" tIns="0" rIns="0" bIns="0" anchor="t">
            <a:noAutofit/>
          </a:bodyPr>
          <a:lstStyle>
            <a:defPPr algn="l">
              <a:defRPr sz="2175" b="1">
                <a:solidFill>
                  <a:srgbClr val="151515"/>
                </a:solidFill>
                <a:latin typeface="Consolas"/>
                <a:ea typeface="Consolas"/>
                <a:cs typeface="Consolas"/>
              </a:defRPr>
            </a:defPPr>
          </a:lstStyle>
          <a:p>
            <a:pPr algn="l">
              <a:lnSpc>
                <a:spcPct val="112000"/>
              </a:lnSpc>
              <a:buNone/>
              <a:defRPr sz="2175" b="1">
                <a:solidFill>
                  <a:srgbClr val="151515"/>
                </a:solidFill>
                <a:latin typeface="Consolas"/>
                <a:ea typeface="Consolas"/>
                <a:cs typeface="Consolas"/>
              </a:defRPr>
            </a:pPr>
            <a:r>
              <a:rPr sz="2175" b="1">
                <a:solidFill>
                  <a:srgbClr val="151515"/>
                </a:solidFill>
                <a:latin typeface="Consolas"/>
                <a:ea typeface="Consolas"/>
                <a:cs typeface="Consolas"/>
              </a:rPr>
              <a:t>1 × 1 = 1</a:t>
            </a:r>
          </a:p>
        </p:txBody>
      </p:sp>
      <p:sp>
        <p:nvSpPr>
          <p:cNvPr id="10" name="shape-634">
            <a:extLst>
              <a:ext uri="{FF2B5EF4-FFF2-40B4-BE49-F238E27FC236}">
                <a16:creationId xmlns:a16="http://schemas.microsoft.com/office/drawing/2014/main" id="{7AFE25E6-2F9E-4947-924E-F0B17CD8AE27}"/>
              </a:ext>
            </a:extLst>
          </p:cNvPr>
          <p:cNvSpPr>
            <a:spLocks noGrp="1"/>
          </p:cNvSpPr>
          <p:nvPr/>
        </p:nvSpPr>
        <p:spPr>
          <a:xfrm>
            <a:off x="609600" y="2905125"/>
            <a:ext cx="1143000" cy="342900"/>
          </a:xfrm>
          <a:prstGeom prst="rect">
            <a:avLst/>
          </a:prstGeom>
          <a:noFill/>
          <a:ln w="0">
            <a:noFill/>
          </a:ln>
        </p:spPr>
        <p:txBody>
          <a:bodyPr wrap="none" lIns="0" tIns="0" rIns="0" bIns="0" anchor="t">
            <a:noAutofit/>
          </a:bodyPr>
          <a:lstStyle>
            <a:defPPr algn="l">
              <a:defRPr sz="2025" b="1">
                <a:solidFill>
                  <a:srgbClr val="151515"/>
                </a:solidFill>
                <a:latin typeface="Malgun Gothic"/>
                <a:ea typeface="Malgun Gothic"/>
                <a:cs typeface="Malgun Gothic"/>
              </a:defRPr>
            </a:defPPr>
          </a:lstStyle>
          <a:p>
            <a:pPr algn="l">
              <a:lnSpc>
                <a:spcPct val="112000"/>
              </a:lnSpc>
              <a:buNone/>
              <a:defRPr sz="2025" b="1">
                <a:solidFill>
                  <a:srgbClr val="151515"/>
                </a:solidFill>
                <a:latin typeface="Malgun Gothic"/>
                <a:ea typeface="Malgun Gothic"/>
                <a:cs typeface="Malgun Gothic"/>
              </a:defRPr>
            </a:pPr>
            <a:r>
              <a:rPr sz="2025" b="1">
                <a:solidFill>
                  <a:srgbClr val="151515"/>
                </a:solidFill>
                <a:latin typeface="Malgun Gothic"/>
                <a:ea typeface="Malgun Gothic"/>
                <a:cs typeface="Malgun Gothic"/>
              </a:rPr>
              <a:t>1층</a:t>
            </a:r>
          </a:p>
        </p:txBody>
      </p:sp>
      <p:sp>
        <p:nvSpPr>
          <p:cNvPr id="11" name="shape-635">
            <a:extLst>
              <a:ext uri="{FF2B5EF4-FFF2-40B4-BE49-F238E27FC236}">
                <a16:creationId xmlns:a16="http://schemas.microsoft.com/office/drawing/2014/main" id="{916C03E0-9072-4467-AB71-606E8E6F11B1}"/>
              </a:ext>
            </a:extLst>
          </p:cNvPr>
          <p:cNvSpPr>
            <a:spLocks noGrp="1"/>
          </p:cNvSpPr>
          <p:nvPr/>
        </p:nvSpPr>
        <p:spPr>
          <a:xfrm>
            <a:off x="2028825" y="2819400"/>
            <a:ext cx="1638300" cy="466725"/>
          </a:xfrm>
          <a:prstGeom prst="rect">
            <a:avLst/>
          </a:prstGeom>
          <a:solidFill>
            <a:srgbClr val="146995"/>
          </a:solidFill>
          <a:ln w="0">
            <a:noFill/>
          </a:ln>
        </p:spPr>
      </p:sp>
      <p:sp>
        <p:nvSpPr>
          <p:cNvPr id="12" name="shape-636">
            <a:extLst>
              <a:ext uri="{FF2B5EF4-FFF2-40B4-BE49-F238E27FC236}">
                <a16:creationId xmlns:a16="http://schemas.microsoft.com/office/drawing/2014/main" id="{D78218D4-8912-4353-8637-06E9C2605350}"/>
              </a:ext>
            </a:extLst>
          </p:cNvPr>
          <p:cNvSpPr>
            <a:spLocks noGrp="1"/>
          </p:cNvSpPr>
          <p:nvPr/>
        </p:nvSpPr>
        <p:spPr>
          <a:xfrm>
            <a:off x="8943975" y="2905125"/>
            <a:ext cx="2628900" cy="409575"/>
          </a:xfrm>
          <a:prstGeom prst="rect">
            <a:avLst/>
          </a:prstGeom>
          <a:noFill/>
          <a:ln w="0">
            <a:noFill/>
          </a:ln>
        </p:spPr>
        <p:txBody>
          <a:bodyPr wrap="none" lIns="0" tIns="0" rIns="0" bIns="0" anchor="t">
            <a:noAutofit/>
          </a:bodyPr>
          <a:lstStyle>
            <a:defPPr algn="l">
              <a:defRPr sz="2175" b="1">
                <a:solidFill>
                  <a:srgbClr val="151515"/>
                </a:solidFill>
                <a:latin typeface="Consolas"/>
                <a:ea typeface="Consolas"/>
                <a:cs typeface="Consolas"/>
              </a:defRPr>
            </a:defPPr>
          </a:lstStyle>
          <a:p>
            <a:pPr algn="l">
              <a:lnSpc>
                <a:spcPct val="112000"/>
              </a:lnSpc>
              <a:buNone/>
              <a:defRPr sz="2175" b="1">
                <a:solidFill>
                  <a:srgbClr val="151515"/>
                </a:solidFill>
                <a:latin typeface="Consolas"/>
                <a:ea typeface="Consolas"/>
                <a:cs typeface="Consolas"/>
              </a:defRPr>
            </a:pPr>
            <a:r>
              <a:rPr sz="2175" b="1">
                <a:solidFill>
                  <a:srgbClr val="151515"/>
                </a:solidFill>
                <a:latin typeface="Consolas"/>
                <a:ea typeface="Consolas"/>
                <a:cs typeface="Consolas"/>
              </a:rPr>
              <a:t>2 × 1 = 2</a:t>
            </a:r>
          </a:p>
        </p:txBody>
      </p:sp>
      <p:sp>
        <p:nvSpPr>
          <p:cNvPr id="13" name="shape-637">
            <a:extLst>
              <a:ext uri="{FF2B5EF4-FFF2-40B4-BE49-F238E27FC236}">
                <a16:creationId xmlns:a16="http://schemas.microsoft.com/office/drawing/2014/main" id="{6E8EC971-CDB8-4DFD-9CE0-0196FE9B503B}"/>
              </a:ext>
            </a:extLst>
          </p:cNvPr>
          <p:cNvSpPr>
            <a:spLocks noGrp="1"/>
          </p:cNvSpPr>
          <p:nvPr/>
        </p:nvSpPr>
        <p:spPr>
          <a:xfrm>
            <a:off x="609600" y="3724275"/>
            <a:ext cx="1143000" cy="342900"/>
          </a:xfrm>
          <a:prstGeom prst="rect">
            <a:avLst/>
          </a:prstGeom>
          <a:noFill/>
          <a:ln w="0">
            <a:noFill/>
          </a:ln>
        </p:spPr>
        <p:txBody>
          <a:bodyPr wrap="none" lIns="0" tIns="0" rIns="0" bIns="0" anchor="t">
            <a:noAutofit/>
          </a:bodyPr>
          <a:lstStyle>
            <a:defPPr algn="l">
              <a:defRPr sz="2025" b="1">
                <a:solidFill>
                  <a:srgbClr val="151515"/>
                </a:solidFill>
                <a:latin typeface="Malgun Gothic"/>
                <a:ea typeface="Malgun Gothic"/>
                <a:cs typeface="Malgun Gothic"/>
              </a:defRPr>
            </a:defPPr>
          </a:lstStyle>
          <a:p>
            <a:pPr algn="l">
              <a:lnSpc>
                <a:spcPct val="112000"/>
              </a:lnSpc>
              <a:buNone/>
              <a:defRPr sz="2025" b="1">
                <a:solidFill>
                  <a:srgbClr val="151515"/>
                </a:solidFill>
                <a:latin typeface="Malgun Gothic"/>
                <a:ea typeface="Malgun Gothic"/>
                <a:cs typeface="Malgun Gothic"/>
              </a:defRPr>
            </a:pPr>
            <a:r>
              <a:rPr sz="2025" b="1">
                <a:solidFill>
                  <a:srgbClr val="151515"/>
                </a:solidFill>
                <a:latin typeface="Malgun Gothic"/>
                <a:ea typeface="Malgun Gothic"/>
                <a:cs typeface="Malgun Gothic"/>
              </a:rPr>
              <a:t>2층</a:t>
            </a:r>
          </a:p>
        </p:txBody>
      </p:sp>
      <p:sp>
        <p:nvSpPr>
          <p:cNvPr id="14" name="shape-638">
            <a:extLst>
              <a:ext uri="{FF2B5EF4-FFF2-40B4-BE49-F238E27FC236}">
                <a16:creationId xmlns:a16="http://schemas.microsoft.com/office/drawing/2014/main" id="{A11465FF-2399-4860-87D5-E6628BF7CD1A}"/>
              </a:ext>
            </a:extLst>
          </p:cNvPr>
          <p:cNvSpPr>
            <a:spLocks noGrp="1"/>
          </p:cNvSpPr>
          <p:nvPr/>
        </p:nvSpPr>
        <p:spPr>
          <a:xfrm>
            <a:off x="2028825" y="3638550"/>
            <a:ext cx="3276600" cy="466725"/>
          </a:xfrm>
          <a:prstGeom prst="rect">
            <a:avLst/>
          </a:prstGeom>
          <a:solidFill>
            <a:srgbClr val="146995"/>
          </a:solidFill>
          <a:ln w="0">
            <a:noFill/>
          </a:ln>
        </p:spPr>
      </p:sp>
      <p:sp>
        <p:nvSpPr>
          <p:cNvPr id="15" name="shape-639">
            <a:extLst>
              <a:ext uri="{FF2B5EF4-FFF2-40B4-BE49-F238E27FC236}">
                <a16:creationId xmlns:a16="http://schemas.microsoft.com/office/drawing/2014/main" id="{534BEBD7-BDC5-4752-8C84-46FC7518B16C}"/>
              </a:ext>
            </a:extLst>
          </p:cNvPr>
          <p:cNvSpPr>
            <a:spLocks noGrp="1"/>
          </p:cNvSpPr>
          <p:nvPr/>
        </p:nvSpPr>
        <p:spPr>
          <a:xfrm>
            <a:off x="8943975" y="3724275"/>
            <a:ext cx="2628900" cy="409575"/>
          </a:xfrm>
          <a:prstGeom prst="rect">
            <a:avLst/>
          </a:prstGeom>
          <a:noFill/>
          <a:ln w="0">
            <a:noFill/>
          </a:ln>
        </p:spPr>
        <p:txBody>
          <a:bodyPr wrap="none" lIns="0" tIns="0" rIns="0" bIns="0" anchor="t">
            <a:noAutofit/>
          </a:bodyPr>
          <a:lstStyle>
            <a:defPPr algn="l">
              <a:defRPr sz="2175" b="1">
                <a:solidFill>
                  <a:srgbClr val="151515"/>
                </a:solidFill>
                <a:latin typeface="Consolas"/>
                <a:ea typeface="Consolas"/>
                <a:cs typeface="Consolas"/>
              </a:defRPr>
            </a:defPPr>
          </a:lstStyle>
          <a:p>
            <a:pPr algn="l">
              <a:lnSpc>
                <a:spcPct val="112000"/>
              </a:lnSpc>
              <a:buNone/>
              <a:defRPr sz="2175" b="1">
                <a:solidFill>
                  <a:srgbClr val="151515"/>
                </a:solidFill>
                <a:latin typeface="Consolas"/>
                <a:ea typeface="Consolas"/>
                <a:cs typeface="Consolas"/>
              </a:defRPr>
            </a:pPr>
            <a:r>
              <a:rPr sz="2175" b="1">
                <a:solidFill>
                  <a:srgbClr val="151515"/>
                </a:solidFill>
                <a:latin typeface="Consolas"/>
                <a:ea typeface="Consolas"/>
                <a:cs typeface="Consolas"/>
              </a:rPr>
              <a:t>4 × 1 = 4</a:t>
            </a:r>
          </a:p>
        </p:txBody>
      </p:sp>
      <p:sp>
        <p:nvSpPr>
          <p:cNvPr id="16" name="shape-640">
            <a:extLst>
              <a:ext uri="{FF2B5EF4-FFF2-40B4-BE49-F238E27FC236}">
                <a16:creationId xmlns:a16="http://schemas.microsoft.com/office/drawing/2014/main" id="{2D1D9E36-51EB-450C-A5E5-7944803D4A85}"/>
              </a:ext>
            </a:extLst>
          </p:cNvPr>
          <p:cNvSpPr>
            <a:spLocks noGrp="1"/>
          </p:cNvSpPr>
          <p:nvPr/>
        </p:nvSpPr>
        <p:spPr>
          <a:xfrm>
            <a:off x="609600" y="4543425"/>
            <a:ext cx="1143000" cy="342900"/>
          </a:xfrm>
          <a:prstGeom prst="rect">
            <a:avLst/>
          </a:prstGeom>
          <a:noFill/>
          <a:ln w="0">
            <a:noFill/>
          </a:ln>
        </p:spPr>
        <p:txBody>
          <a:bodyPr wrap="none" lIns="0" tIns="0" rIns="0" bIns="0" anchor="t">
            <a:noAutofit/>
          </a:bodyPr>
          <a:lstStyle>
            <a:defPPr algn="l">
              <a:defRPr sz="2025" b="1">
                <a:solidFill>
                  <a:srgbClr val="151515"/>
                </a:solidFill>
                <a:latin typeface="Malgun Gothic"/>
                <a:ea typeface="Malgun Gothic"/>
                <a:cs typeface="Malgun Gothic"/>
              </a:defRPr>
            </a:defPPr>
          </a:lstStyle>
          <a:p>
            <a:pPr algn="l">
              <a:lnSpc>
                <a:spcPct val="112000"/>
              </a:lnSpc>
              <a:buNone/>
              <a:defRPr sz="2025" b="1">
                <a:solidFill>
                  <a:srgbClr val="151515"/>
                </a:solidFill>
                <a:latin typeface="Malgun Gothic"/>
                <a:ea typeface="Malgun Gothic"/>
                <a:cs typeface="Malgun Gothic"/>
              </a:defRPr>
            </a:pPr>
            <a:r>
              <a:rPr sz="2025" b="1">
                <a:solidFill>
                  <a:srgbClr val="151515"/>
                </a:solidFill>
                <a:latin typeface="Malgun Gothic"/>
                <a:ea typeface="Malgun Gothic"/>
                <a:cs typeface="Malgun Gothic"/>
              </a:rPr>
              <a:t>3층</a:t>
            </a:r>
          </a:p>
        </p:txBody>
      </p:sp>
      <p:sp>
        <p:nvSpPr>
          <p:cNvPr id="17" name="shape-641">
            <a:extLst>
              <a:ext uri="{FF2B5EF4-FFF2-40B4-BE49-F238E27FC236}">
                <a16:creationId xmlns:a16="http://schemas.microsoft.com/office/drawing/2014/main" id="{5E071F3A-FD76-43EB-86BA-23124FA87615}"/>
              </a:ext>
            </a:extLst>
          </p:cNvPr>
          <p:cNvSpPr>
            <a:spLocks noGrp="1"/>
          </p:cNvSpPr>
          <p:nvPr/>
        </p:nvSpPr>
        <p:spPr>
          <a:xfrm>
            <a:off x="2028825" y="4457700"/>
            <a:ext cx="6553200" cy="466725"/>
          </a:xfrm>
          <a:prstGeom prst="rect">
            <a:avLst/>
          </a:prstGeom>
          <a:solidFill>
            <a:srgbClr val="146995"/>
          </a:solidFill>
          <a:ln w="0">
            <a:noFill/>
          </a:ln>
        </p:spPr>
      </p:sp>
      <p:sp>
        <p:nvSpPr>
          <p:cNvPr id="18" name="shape-642">
            <a:extLst>
              <a:ext uri="{FF2B5EF4-FFF2-40B4-BE49-F238E27FC236}">
                <a16:creationId xmlns:a16="http://schemas.microsoft.com/office/drawing/2014/main" id="{430F40EE-0DA4-4155-8EBE-D098FD306DFC}"/>
              </a:ext>
            </a:extLst>
          </p:cNvPr>
          <p:cNvSpPr>
            <a:spLocks noGrp="1"/>
          </p:cNvSpPr>
          <p:nvPr/>
        </p:nvSpPr>
        <p:spPr>
          <a:xfrm>
            <a:off x="8943975" y="4543425"/>
            <a:ext cx="2628900" cy="409575"/>
          </a:xfrm>
          <a:prstGeom prst="rect">
            <a:avLst/>
          </a:prstGeom>
          <a:noFill/>
          <a:ln w="0">
            <a:noFill/>
          </a:ln>
        </p:spPr>
        <p:txBody>
          <a:bodyPr wrap="none" lIns="0" tIns="0" rIns="0" bIns="0" anchor="t">
            <a:noAutofit/>
          </a:bodyPr>
          <a:lstStyle>
            <a:defPPr algn="l">
              <a:defRPr sz="2175" b="1">
                <a:solidFill>
                  <a:srgbClr val="151515"/>
                </a:solidFill>
                <a:latin typeface="Consolas"/>
                <a:ea typeface="Consolas"/>
                <a:cs typeface="Consolas"/>
              </a:defRPr>
            </a:defPPr>
          </a:lstStyle>
          <a:p>
            <a:pPr algn="l">
              <a:lnSpc>
                <a:spcPct val="112000"/>
              </a:lnSpc>
              <a:buNone/>
              <a:defRPr sz="2175" b="1">
                <a:solidFill>
                  <a:srgbClr val="151515"/>
                </a:solidFill>
                <a:latin typeface="Consolas"/>
                <a:ea typeface="Consolas"/>
                <a:cs typeface="Consolas"/>
              </a:defRPr>
            </a:pPr>
            <a:r>
              <a:rPr sz="2175" b="1">
                <a:solidFill>
                  <a:srgbClr val="151515"/>
                </a:solidFill>
                <a:latin typeface="Consolas"/>
                <a:ea typeface="Consolas"/>
                <a:cs typeface="Consolas"/>
              </a:rPr>
              <a:t>8 × 1 = 8</a:t>
            </a:r>
          </a:p>
        </p:txBody>
      </p:sp>
      <p:sp>
        <p:nvSpPr>
          <p:cNvPr id="19" name="shape-643">
            <a:extLst>
              <a:ext uri="{FF2B5EF4-FFF2-40B4-BE49-F238E27FC236}">
                <a16:creationId xmlns:a16="http://schemas.microsoft.com/office/drawing/2014/main" id="{DB85EA57-348E-4FCD-9DB8-9C5F18EEB0FA}"/>
              </a:ext>
            </a:extLst>
          </p:cNvPr>
          <p:cNvSpPr>
            <a:spLocks noGrp="1"/>
          </p:cNvSpPr>
          <p:nvPr/>
        </p:nvSpPr>
        <p:spPr>
          <a:xfrm>
            <a:off x="2028825" y="5410200"/>
            <a:ext cx="9296400" cy="438150"/>
          </a:xfrm>
          <a:prstGeom prst="rect">
            <a:avLst/>
          </a:prstGeom>
          <a:noFill/>
          <a:ln w="0">
            <a:noFill/>
          </a:ln>
        </p:spPr>
        <p:txBody>
          <a:bodyPr wrap="none" lIns="0" tIns="0" rIns="0" bIns="0" anchor="t">
            <a:noAutofit/>
          </a:bodyPr>
          <a:lstStyle>
            <a:defPPr algn="l">
              <a:defRPr sz="2400" b="1">
                <a:solidFill>
                  <a:srgbClr val="146995"/>
                </a:solidFill>
                <a:latin typeface="Consolas"/>
                <a:ea typeface="Consolas"/>
                <a:cs typeface="Consolas"/>
              </a:defRPr>
            </a:defPPr>
          </a:lstStyle>
          <a:p>
            <a:pPr algn="l">
              <a:lnSpc>
                <a:spcPct val="112000"/>
              </a:lnSpc>
              <a:buNone/>
              <a:defRPr sz="2400" b="1">
                <a:solidFill>
                  <a:srgbClr val="146995"/>
                </a:solidFill>
                <a:latin typeface="Consolas"/>
                <a:ea typeface="Consolas"/>
                <a:cs typeface="Consolas"/>
              </a:defRPr>
            </a:pPr>
            <a:r>
              <a:rPr sz="2400" b="1">
                <a:solidFill>
                  <a:srgbClr val="146995"/>
                </a:solidFill>
                <a:latin typeface="Consolas"/>
                <a:ea typeface="Consolas"/>
                <a:cs typeface="Consolas"/>
              </a:rPr>
              <a:t>1 + 2 + 4 + 8 = 15</a:t>
            </a:r>
          </a:p>
        </p:txBody>
      </p:sp>
      <p:sp>
        <p:nvSpPr>
          <p:cNvPr id="20" name="shape-644">
            <a:extLst>
              <a:ext uri="{FF2B5EF4-FFF2-40B4-BE49-F238E27FC236}">
                <a16:creationId xmlns:a16="http://schemas.microsoft.com/office/drawing/2014/main" id="{2C3FF097-0972-4DD2-9FB8-C0E0B1172CAF}"/>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각 호출이 상수 시간일 때의 작업량 모델입니다. 호출 수가 2n−1이므로 전체 시간은 O(n)입니다.</a:t>
            </a:r>
          </a:p>
        </p:txBody>
      </p:sp>
    </p:spTree>
    <p:extLst>
      <p:ext uri="{BB962C8B-B14F-4D97-AF65-F5344CB8AC3E}">
        <p14:creationId xmlns:p14="http://schemas.microsoft.com/office/powerpoint/2010/main" val="353948162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hape-645">
            <a:extLst>
              <a:ext uri="{FF2B5EF4-FFF2-40B4-BE49-F238E27FC236}">
                <a16:creationId xmlns:a16="http://schemas.microsoft.com/office/drawing/2014/main" id="{6BB19017-A610-4DDC-B85B-1B826FC5C144}"/>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646">
            <a:extLst>
              <a:ext uri="{FF2B5EF4-FFF2-40B4-BE49-F238E27FC236}">
                <a16:creationId xmlns:a16="http://schemas.microsoft.com/office/drawing/2014/main" id="{16B58876-DBE5-4229-A74B-00FD8979B29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647">
            <a:extLst>
              <a:ext uri="{FF2B5EF4-FFF2-40B4-BE49-F238E27FC236}">
                <a16:creationId xmlns:a16="http://schemas.microsoft.com/office/drawing/2014/main" id="{0F49B26B-7608-42F1-B814-3D1089B4EAD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예 ②: 병합은 각 층에서 전체 n개 처리</a:t>
            </a:r>
          </a:p>
        </p:txBody>
      </p:sp>
      <p:sp>
        <p:nvSpPr>
          <p:cNvPr id="4" name="shape-648">
            <a:extLst>
              <a:ext uri="{FF2B5EF4-FFF2-40B4-BE49-F238E27FC236}">
                <a16:creationId xmlns:a16="http://schemas.microsoft.com/office/drawing/2014/main" id="{B73D8019-68FA-47FA-A987-150BE0D77836}"/>
              </a:ext>
            </a:extLst>
          </p:cNvPr>
          <p:cNvSpPr>
            <a:spLocks noGrp="1"/>
          </p:cNvSpPr>
          <p:nvPr/>
        </p:nvSpPr>
        <p:spPr>
          <a:xfrm>
            <a:off x="609600" y="1381125"/>
            <a:ext cx="10972800" cy="9525"/>
          </a:xfrm>
          <a:prstGeom prst="rect">
            <a:avLst/>
          </a:prstGeom>
          <a:solidFill>
            <a:srgbClr val="151515"/>
          </a:solidFill>
          <a:ln w="0">
            <a:noFill/>
          </a:ln>
        </p:spPr>
      </p:sp>
      <p:sp>
        <p:nvSpPr>
          <p:cNvPr id="5" name="shape-649">
            <a:extLst>
              <a:ext uri="{FF2B5EF4-FFF2-40B4-BE49-F238E27FC236}">
                <a16:creationId xmlns:a16="http://schemas.microsoft.com/office/drawing/2014/main" id="{35B38EB6-3460-481B-994F-3A1B337E4DC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B56C5FD-8907-4EC2-9DAE-0667DD9A6BE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224</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B4C11336-62DD-47A6-9D32-E9D685F65CFC}"/>
              </a:ext>
            </a:extLst>
          </p:cNvPr>
          <p:cNvGraphicFramePr/>
          <p:nvPr/>
        </p:nvGraphicFramePr>
        <p:xfrm>
          <a:off x="609600" y="2038350"/>
          <a:ext cx="10972800" cy="2638425"/>
        </p:xfrm>
        <a:graphic>
          <a:graphicData uri="http://schemas.openxmlformats.org/drawingml/2006/table">
            <a:tbl>
              <a:tblPr/>
              <a:tblGrid>
                <a:gridCol w="37719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4724400">
                  <a:extLst>
                    <a:ext uri="{9D8B030D-6E8A-4147-A177-3AD203B41FA5}">
                      <a16:colId xmlns:a16="http://schemas.microsoft.com/office/drawing/2014/main" val="20002"/>
                    </a:ext>
                  </a:extLst>
                </a:gridCol>
              </a:tblGrid>
              <a:tr h="659606">
                <a:tc>
                  <a:txBody>
                    <a:bodyPr/>
                    <a:lstStyle/>
                    <a:p>
                      <a:pPr algn="ctr"/>
                      <a:r>
                        <a:rPr sz="2100" b="1">
                          <a:solidFill>
                            <a:srgbClr val="FFFFFF"/>
                          </a:solidFill>
                          <a:latin typeface="Malgun Gothic"/>
                          <a:ea typeface="Malgun Gothic"/>
                          <a:cs typeface="Malgun Gothic"/>
                        </a:rPr>
                        <a:t>병합하는 구간</a:t>
                      </a:r>
                    </a:p>
                  </a:txBody>
                  <a:tcPr anchor="ctr">
                    <a:solidFill>
                      <a:srgbClr val="151515"/>
                    </a:solidFill>
                  </a:tcPr>
                </a:tc>
                <a:tc>
                  <a:txBody>
                    <a:bodyPr/>
                    <a:lstStyle/>
                    <a:p>
                      <a:pPr algn="ctr"/>
                      <a:r>
                        <a:rPr sz="2100" b="1">
                          <a:solidFill>
                            <a:srgbClr val="FFFFFF"/>
                          </a:solidFill>
                          <a:latin typeface="Malgun Gothic"/>
                          <a:ea typeface="Malgun Gothic"/>
                          <a:cs typeface="Malgun Gothic"/>
                        </a:rPr>
                        <a:t>호출 수</a:t>
                      </a:r>
                    </a:p>
                  </a:txBody>
                  <a:tcPr anchor="ctr">
                    <a:solidFill>
                      <a:srgbClr val="151515"/>
                    </a:solidFill>
                  </a:tcPr>
                </a:tc>
                <a:tc>
                  <a:txBody>
                    <a:bodyPr/>
                    <a:lstStyle/>
                    <a:p>
                      <a:pPr algn="ctr"/>
                      <a:r>
                        <a:rPr sz="2100" b="1">
                          <a:solidFill>
                            <a:srgbClr val="FFFFFF"/>
                          </a:solidFill>
                          <a:latin typeface="Malgun Gothic"/>
                          <a:ea typeface="Malgun Gothic"/>
                          <a:cs typeface="Malgun Gothic"/>
                        </a:rPr>
                        <a:t>그 층에서 넣는 값</a:t>
                      </a:r>
                    </a:p>
                  </a:txBody>
                  <a:tcPr anchor="ctr">
                    <a:solidFill>
                      <a:srgbClr val="151515"/>
                    </a:solidFill>
                  </a:tcPr>
                </a:tc>
                <a:extLst>
                  <a:ext uri="{0D108BD9-81ED-4DB2-BD59-A6C34878D82A}">
                    <a16:rowId xmlns:a16="http://schemas.microsoft.com/office/drawing/2014/main" val="10000"/>
                  </a:ext>
                </a:extLst>
              </a:tr>
              <a:tr h="659606">
                <a:tc>
                  <a:txBody>
                    <a:bodyPr/>
                    <a:lstStyle/>
                    <a:p>
                      <a:pPr algn="ctr"/>
                      <a:r>
                        <a:rPr sz="2100" b="0">
                          <a:solidFill>
                            <a:srgbClr val="151515"/>
                          </a:solidFill>
                          <a:latin typeface="Malgun Gothic"/>
                          <a:ea typeface="Malgun Gothic"/>
                          <a:cs typeface="Malgun Gothic"/>
                        </a:rPr>
                        <a:t>길이 8</a:t>
                      </a:r>
                    </a:p>
                  </a:txBody>
                  <a:tcPr anchor="ctr">
                    <a:solidFill>
                      <a:srgbClr val="FFFFFF"/>
                    </a:solidFill>
                  </a:tcPr>
                </a:tc>
                <a:tc>
                  <a:txBody>
                    <a:bodyPr/>
                    <a:lstStyle/>
                    <a:p>
                      <a:pPr algn="ctr"/>
                      <a:r>
                        <a:rPr sz="2100" b="0">
                          <a:solidFill>
                            <a:srgbClr val="151515"/>
                          </a:solidFill>
                          <a:latin typeface="Malgun Gothic"/>
                          <a:ea typeface="Malgun Gothic"/>
                          <a:cs typeface="Malgun Gothic"/>
                        </a:rPr>
                        <a:t>1개</a:t>
                      </a:r>
                    </a:p>
                  </a:txBody>
                  <a:tcPr anchor="ctr">
                    <a:solidFill>
                      <a:srgbClr val="FFFFFF"/>
                    </a:solidFill>
                  </a:tcPr>
                </a:tc>
                <a:tc>
                  <a:txBody>
                    <a:bodyPr/>
                    <a:lstStyle/>
                    <a:p>
                      <a:pPr algn="ctr"/>
                      <a:r>
                        <a:rPr sz="2100" b="0">
                          <a:solidFill>
                            <a:srgbClr val="151515"/>
                          </a:solidFill>
                          <a:latin typeface="Malgun Gothic"/>
                          <a:ea typeface="Malgun Gothic"/>
                          <a:cs typeface="Malgun Gothic"/>
                        </a:rPr>
                        <a:t>8 × 1 = 8</a:t>
                      </a:r>
                    </a:p>
                  </a:txBody>
                  <a:tcPr anchor="ctr">
                    <a:solidFill>
                      <a:srgbClr val="FFFFFF"/>
                    </a:solidFill>
                  </a:tcPr>
                </a:tc>
                <a:extLst>
                  <a:ext uri="{0D108BD9-81ED-4DB2-BD59-A6C34878D82A}">
                    <a16:rowId xmlns:a16="http://schemas.microsoft.com/office/drawing/2014/main" val="10001"/>
                  </a:ext>
                </a:extLst>
              </a:tr>
              <a:tr h="659606">
                <a:tc>
                  <a:txBody>
                    <a:bodyPr/>
                    <a:lstStyle/>
                    <a:p>
                      <a:pPr algn="ctr"/>
                      <a:r>
                        <a:rPr sz="2100" b="0">
                          <a:solidFill>
                            <a:srgbClr val="151515"/>
                          </a:solidFill>
                          <a:latin typeface="Malgun Gothic"/>
                          <a:ea typeface="Malgun Gothic"/>
                          <a:cs typeface="Malgun Gothic"/>
                        </a:rPr>
                        <a:t>길이 4</a:t>
                      </a:r>
                    </a:p>
                  </a:txBody>
                  <a:tcPr anchor="ctr">
                    <a:solidFill>
                      <a:srgbClr val="F1F4F6"/>
                    </a:solidFill>
                  </a:tcPr>
                </a:tc>
                <a:tc>
                  <a:txBody>
                    <a:bodyPr/>
                    <a:lstStyle/>
                    <a:p>
                      <a:pPr algn="ctr"/>
                      <a:r>
                        <a:rPr sz="2100" b="0">
                          <a:solidFill>
                            <a:srgbClr val="151515"/>
                          </a:solidFill>
                          <a:latin typeface="Malgun Gothic"/>
                          <a:ea typeface="Malgun Gothic"/>
                          <a:cs typeface="Malgun Gothic"/>
                        </a:rPr>
                        <a:t>2개</a:t>
                      </a:r>
                    </a:p>
                  </a:txBody>
                  <a:tcPr anchor="ctr">
                    <a:solidFill>
                      <a:srgbClr val="F1F4F6"/>
                    </a:solidFill>
                  </a:tcPr>
                </a:tc>
                <a:tc>
                  <a:txBody>
                    <a:bodyPr/>
                    <a:lstStyle/>
                    <a:p>
                      <a:pPr algn="ctr"/>
                      <a:r>
                        <a:rPr sz="2100" b="0">
                          <a:solidFill>
                            <a:srgbClr val="151515"/>
                          </a:solidFill>
                          <a:latin typeface="Malgun Gothic"/>
                          <a:ea typeface="Malgun Gothic"/>
                          <a:cs typeface="Malgun Gothic"/>
                        </a:rPr>
                        <a:t>4 × 2 = 8</a:t>
                      </a:r>
                    </a:p>
                  </a:txBody>
                  <a:tcPr anchor="ctr">
                    <a:solidFill>
                      <a:srgbClr val="F1F4F6"/>
                    </a:solidFill>
                  </a:tcPr>
                </a:tc>
                <a:extLst>
                  <a:ext uri="{0D108BD9-81ED-4DB2-BD59-A6C34878D82A}">
                    <a16:rowId xmlns:a16="http://schemas.microsoft.com/office/drawing/2014/main" val="10002"/>
                  </a:ext>
                </a:extLst>
              </a:tr>
              <a:tr h="659606">
                <a:tc>
                  <a:txBody>
                    <a:bodyPr/>
                    <a:lstStyle/>
                    <a:p>
                      <a:pPr algn="ctr"/>
                      <a:r>
                        <a:rPr sz="2100" b="0">
                          <a:solidFill>
                            <a:srgbClr val="151515"/>
                          </a:solidFill>
                          <a:latin typeface="Malgun Gothic"/>
                          <a:ea typeface="Malgun Gothic"/>
                          <a:cs typeface="Malgun Gothic"/>
                        </a:rPr>
                        <a:t>길이 2</a:t>
                      </a:r>
                    </a:p>
                  </a:txBody>
                  <a:tcPr anchor="ctr">
                    <a:solidFill>
                      <a:srgbClr val="FFFFFF"/>
                    </a:solidFill>
                  </a:tcPr>
                </a:tc>
                <a:tc>
                  <a:txBody>
                    <a:bodyPr/>
                    <a:lstStyle/>
                    <a:p>
                      <a:pPr algn="ctr"/>
                      <a:r>
                        <a:rPr sz="2100" b="0">
                          <a:solidFill>
                            <a:srgbClr val="151515"/>
                          </a:solidFill>
                          <a:latin typeface="Malgun Gothic"/>
                          <a:ea typeface="Malgun Gothic"/>
                          <a:cs typeface="Malgun Gothic"/>
                        </a:rPr>
                        <a:t>4개</a:t>
                      </a:r>
                    </a:p>
                  </a:txBody>
                  <a:tcPr anchor="ctr">
                    <a:solidFill>
                      <a:srgbClr val="FFFFFF"/>
                    </a:solidFill>
                  </a:tcPr>
                </a:tc>
                <a:tc>
                  <a:txBody>
                    <a:bodyPr/>
                    <a:lstStyle/>
                    <a:p>
                      <a:pPr algn="ctr"/>
                      <a:r>
                        <a:rPr sz="2100" b="0">
                          <a:solidFill>
                            <a:srgbClr val="151515"/>
                          </a:solidFill>
                          <a:latin typeface="Malgun Gothic"/>
                          <a:ea typeface="Malgun Gothic"/>
                          <a:cs typeface="Malgun Gothic"/>
                        </a:rPr>
                        <a:t>2 × 4 = 8</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shape-652">
            <a:extLst>
              <a:ext uri="{FF2B5EF4-FFF2-40B4-BE49-F238E27FC236}">
                <a16:creationId xmlns:a16="http://schemas.microsoft.com/office/drawing/2014/main" id="{694B315D-444C-47D7-A087-6AE2D4F7517F}"/>
              </a:ext>
            </a:extLst>
          </p:cNvPr>
          <p:cNvSpPr>
            <a:spLocks noGrp="1"/>
          </p:cNvSpPr>
          <p:nvPr/>
        </p:nvSpPr>
        <p:spPr>
          <a:xfrm>
            <a:off x="609600" y="5105400"/>
            <a:ext cx="10972800" cy="523875"/>
          </a:xfrm>
          <a:prstGeom prst="rect">
            <a:avLst/>
          </a:prstGeom>
          <a:noFill/>
          <a:ln w="0">
            <a:noFill/>
          </a:ln>
        </p:spPr>
        <p:txBody>
          <a:bodyPr wrap="none" lIns="0" tIns="0" rIns="0" bIns="0" anchor="t">
            <a:noAutofit/>
          </a:bodyPr>
          <a:lstStyle>
            <a:defPPr algn="l">
              <a:defRPr sz="2625" b="1">
                <a:solidFill>
                  <a:srgbClr val="21744F"/>
                </a:solidFill>
                <a:latin typeface="Malgun Gothic"/>
                <a:ea typeface="Malgun Gothic"/>
                <a:cs typeface="Malgun Gothic"/>
              </a:defRPr>
            </a:defPPr>
          </a:lstStyle>
          <a:p>
            <a:pPr algn="l">
              <a:lnSpc>
                <a:spcPct val="112000"/>
              </a:lnSpc>
              <a:buNone/>
              <a:defRPr sz="2625" b="1">
                <a:solidFill>
                  <a:srgbClr val="21744F"/>
                </a:solidFill>
                <a:latin typeface="Malgun Gothic"/>
                <a:ea typeface="Malgun Gothic"/>
                <a:cs typeface="Malgun Gothic"/>
              </a:defRPr>
            </a:pPr>
            <a:r>
              <a:rPr sz="2625" b="1">
                <a:solidFill>
                  <a:srgbClr val="21744F"/>
                </a:solidFill>
                <a:latin typeface="Malgun Gothic"/>
                <a:ea typeface="Malgun Gothic"/>
                <a:cs typeface="Malgun Gothic"/>
              </a:rPr>
              <a:t>8 + 8 + 8 = 24번 병합 출력</a:t>
            </a:r>
          </a:p>
        </p:txBody>
      </p:sp>
      <p:sp>
        <p:nvSpPr>
          <p:cNvPr id="9" name="shape-653">
            <a:extLst>
              <a:ext uri="{FF2B5EF4-FFF2-40B4-BE49-F238E27FC236}">
                <a16:creationId xmlns:a16="http://schemas.microsoft.com/office/drawing/2014/main" id="{D956FD6F-EE80-4BC0-895B-356ABD18F2B3}"/>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층마다 n에 비례하는 일 × 약 log₂n개의 병합 층이므로 O(n log n)입니다.</a:t>
            </a:r>
          </a:p>
        </p:txBody>
      </p:sp>
    </p:spTree>
    <p:extLst>
      <p:ext uri="{BB962C8B-B14F-4D97-AF65-F5344CB8AC3E}">
        <p14:creationId xmlns:p14="http://schemas.microsoft.com/office/powerpoint/2010/main" val="153624233"/>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hape-654">
            <a:extLst>
              <a:ext uri="{FF2B5EF4-FFF2-40B4-BE49-F238E27FC236}">
                <a16:creationId xmlns:a16="http://schemas.microsoft.com/office/drawing/2014/main" id="{0937B43D-45FB-427F-8652-EF82762943A0}"/>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655">
            <a:extLst>
              <a:ext uri="{FF2B5EF4-FFF2-40B4-BE49-F238E27FC236}">
                <a16:creationId xmlns:a16="http://schemas.microsoft.com/office/drawing/2014/main" id="{B2E32473-ED2A-4AEE-B8BD-D421CDFAD7A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656">
            <a:extLst>
              <a:ext uri="{FF2B5EF4-FFF2-40B4-BE49-F238E27FC236}">
                <a16:creationId xmlns:a16="http://schemas.microsoft.com/office/drawing/2014/main" id="{6017D1B1-DA48-4F1C-B418-0759B0CE534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예 ③: 현재 호출이 이중 반복을 한다면</a:t>
            </a:r>
          </a:p>
        </p:txBody>
      </p:sp>
      <p:sp>
        <p:nvSpPr>
          <p:cNvPr id="4" name="shape-657">
            <a:extLst>
              <a:ext uri="{FF2B5EF4-FFF2-40B4-BE49-F238E27FC236}">
                <a16:creationId xmlns:a16="http://schemas.microsoft.com/office/drawing/2014/main" id="{C7F56F7C-6547-4936-8EC7-EF653A3AF7D1}"/>
              </a:ext>
            </a:extLst>
          </p:cNvPr>
          <p:cNvSpPr>
            <a:spLocks noGrp="1"/>
          </p:cNvSpPr>
          <p:nvPr/>
        </p:nvSpPr>
        <p:spPr>
          <a:xfrm>
            <a:off x="609600" y="1381125"/>
            <a:ext cx="10972800" cy="9525"/>
          </a:xfrm>
          <a:prstGeom prst="rect">
            <a:avLst/>
          </a:prstGeom>
          <a:solidFill>
            <a:srgbClr val="151515"/>
          </a:solidFill>
          <a:ln w="0">
            <a:noFill/>
          </a:ln>
        </p:spPr>
      </p:sp>
      <p:sp>
        <p:nvSpPr>
          <p:cNvPr id="5" name="shape-658">
            <a:extLst>
              <a:ext uri="{FF2B5EF4-FFF2-40B4-BE49-F238E27FC236}">
                <a16:creationId xmlns:a16="http://schemas.microsoft.com/office/drawing/2014/main" id="{33C26466-18E4-47F1-9E0C-9B56F53C4031}"/>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5575BF0-F377-4BAE-A485-E5B1439526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225</a:t>
            </a:r>
            <a:endParaRPr sz="1050" b="0">
              <a:solidFill>
                <a:srgbClr val="151515"/>
              </a:solidFill>
              <a:latin typeface="Consolas"/>
              <a:ea typeface="Consolas"/>
              <a:cs typeface="Consolas"/>
            </a:endParaRPr>
          </a:p>
        </p:txBody>
      </p:sp>
      <p:sp>
        <p:nvSpPr>
          <p:cNvPr id="7" name="shape-660">
            <a:extLst>
              <a:ext uri="{FF2B5EF4-FFF2-40B4-BE49-F238E27FC236}">
                <a16:creationId xmlns:a16="http://schemas.microsoft.com/office/drawing/2014/main" id="{F3522C90-B62F-4C98-AD0F-100D2AF54052}"/>
              </a:ext>
            </a:extLst>
          </p:cNvPr>
          <p:cNvSpPr>
            <a:spLocks noGrp="1"/>
          </p:cNvSpPr>
          <p:nvPr/>
        </p:nvSpPr>
        <p:spPr>
          <a:xfrm>
            <a:off x="609600" y="2105025"/>
            <a:ext cx="3238500" cy="409575"/>
          </a:xfrm>
          <a:prstGeom prst="rect">
            <a:avLst/>
          </a:prstGeom>
          <a:noFill/>
          <a:ln w="0">
            <a:noFill/>
          </a:ln>
        </p:spPr>
        <p:txBody>
          <a:bodyPr wrap="none" lIns="0" tIns="0" rIns="0" bIns="0" anchor="t">
            <a:noAutofit/>
          </a:bodyPr>
          <a:lstStyle>
            <a:defPPr algn="l">
              <a:defRPr sz="2025" b="1">
                <a:solidFill>
                  <a:srgbClr val="151515"/>
                </a:solidFill>
                <a:latin typeface="Malgun Gothic"/>
                <a:ea typeface="Malgun Gothic"/>
                <a:cs typeface="Malgun Gothic"/>
              </a:defRPr>
            </a:defPPr>
          </a:lstStyle>
          <a:p>
            <a:pPr algn="l">
              <a:lnSpc>
                <a:spcPct val="112000"/>
              </a:lnSpc>
              <a:buNone/>
              <a:defRPr sz="2025" b="1">
                <a:solidFill>
                  <a:srgbClr val="151515"/>
                </a:solidFill>
                <a:latin typeface="Malgun Gothic"/>
                <a:ea typeface="Malgun Gothic"/>
                <a:cs typeface="Malgun Gothic"/>
              </a:defRPr>
            </a:pPr>
            <a:r>
              <a:rPr sz="2025" b="1">
                <a:solidFill>
                  <a:srgbClr val="151515"/>
                </a:solidFill>
                <a:latin typeface="Malgun Gothic"/>
                <a:ea typeface="Malgun Gothic"/>
                <a:cs typeface="Malgun Gothic"/>
              </a:rPr>
              <a:t>길이 8 × 1개</a:t>
            </a:r>
          </a:p>
        </p:txBody>
      </p:sp>
      <p:sp>
        <p:nvSpPr>
          <p:cNvPr id="8" name="shape-661">
            <a:extLst>
              <a:ext uri="{FF2B5EF4-FFF2-40B4-BE49-F238E27FC236}">
                <a16:creationId xmlns:a16="http://schemas.microsoft.com/office/drawing/2014/main" id="{A6170192-0880-4FC6-A1E2-B2DCC82A246D}"/>
              </a:ext>
            </a:extLst>
          </p:cNvPr>
          <p:cNvSpPr>
            <a:spLocks noGrp="1"/>
          </p:cNvSpPr>
          <p:nvPr/>
        </p:nvSpPr>
        <p:spPr>
          <a:xfrm>
            <a:off x="4419600" y="1990725"/>
            <a:ext cx="5486400" cy="466725"/>
          </a:xfrm>
          <a:prstGeom prst="rect">
            <a:avLst/>
          </a:prstGeom>
          <a:solidFill>
            <a:srgbClr val="AD630C"/>
          </a:solidFill>
          <a:ln w="0">
            <a:noFill/>
          </a:ln>
        </p:spPr>
      </p:sp>
      <p:sp>
        <p:nvSpPr>
          <p:cNvPr id="9" name="shape-662">
            <a:extLst>
              <a:ext uri="{FF2B5EF4-FFF2-40B4-BE49-F238E27FC236}">
                <a16:creationId xmlns:a16="http://schemas.microsoft.com/office/drawing/2014/main" id="{DA2A4645-A387-46EA-ADA0-EC7C51614332}"/>
              </a:ext>
            </a:extLst>
          </p:cNvPr>
          <p:cNvSpPr>
            <a:spLocks noGrp="1"/>
          </p:cNvSpPr>
          <p:nvPr/>
        </p:nvSpPr>
        <p:spPr>
          <a:xfrm>
            <a:off x="10325100" y="2085975"/>
            <a:ext cx="1247775" cy="400050"/>
          </a:xfrm>
          <a:prstGeom prst="rect">
            <a:avLst/>
          </a:prstGeom>
          <a:noFill/>
          <a:ln w="0">
            <a:noFill/>
          </a:ln>
        </p:spPr>
        <p:txBody>
          <a:bodyPr wrap="none" lIns="0" tIns="0" rIns="0" bIns="0" anchor="t">
            <a:noAutofit/>
          </a:bodyPr>
          <a:lstStyle>
            <a:defPPr algn="l">
              <a:defRPr sz="2175" b="1">
                <a:solidFill>
                  <a:srgbClr val="151515"/>
                </a:solidFill>
                <a:latin typeface="Consolas"/>
                <a:ea typeface="Consolas"/>
                <a:cs typeface="Consolas"/>
              </a:defRPr>
            </a:defPPr>
          </a:lstStyle>
          <a:p>
            <a:pPr algn="l">
              <a:lnSpc>
                <a:spcPct val="112000"/>
              </a:lnSpc>
              <a:buNone/>
              <a:defRPr sz="2175" b="1">
                <a:solidFill>
                  <a:srgbClr val="151515"/>
                </a:solidFill>
                <a:latin typeface="Consolas"/>
                <a:ea typeface="Consolas"/>
                <a:cs typeface="Consolas"/>
              </a:defRPr>
            </a:pPr>
            <a:r>
              <a:rPr sz="2175" b="1">
                <a:solidFill>
                  <a:srgbClr val="151515"/>
                </a:solidFill>
                <a:latin typeface="Consolas"/>
                <a:ea typeface="Consolas"/>
                <a:cs typeface="Consolas"/>
              </a:rPr>
              <a:t>64</a:t>
            </a:r>
          </a:p>
        </p:txBody>
      </p:sp>
      <p:sp>
        <p:nvSpPr>
          <p:cNvPr id="10" name="shape-663">
            <a:extLst>
              <a:ext uri="{FF2B5EF4-FFF2-40B4-BE49-F238E27FC236}">
                <a16:creationId xmlns:a16="http://schemas.microsoft.com/office/drawing/2014/main" id="{87EC0E36-7E8E-486D-BA42-E86238E2609B}"/>
              </a:ext>
            </a:extLst>
          </p:cNvPr>
          <p:cNvSpPr>
            <a:spLocks noGrp="1"/>
          </p:cNvSpPr>
          <p:nvPr/>
        </p:nvSpPr>
        <p:spPr>
          <a:xfrm>
            <a:off x="609600" y="2943225"/>
            <a:ext cx="3238500" cy="409575"/>
          </a:xfrm>
          <a:prstGeom prst="rect">
            <a:avLst/>
          </a:prstGeom>
          <a:noFill/>
          <a:ln w="0">
            <a:noFill/>
          </a:ln>
        </p:spPr>
        <p:txBody>
          <a:bodyPr wrap="none" lIns="0" tIns="0" rIns="0" bIns="0" anchor="t">
            <a:noAutofit/>
          </a:bodyPr>
          <a:lstStyle>
            <a:defPPr algn="l">
              <a:defRPr sz="2025" b="1">
                <a:solidFill>
                  <a:srgbClr val="151515"/>
                </a:solidFill>
                <a:latin typeface="Malgun Gothic"/>
                <a:ea typeface="Malgun Gothic"/>
                <a:cs typeface="Malgun Gothic"/>
              </a:defRPr>
            </a:defPPr>
          </a:lstStyle>
          <a:p>
            <a:pPr algn="l">
              <a:lnSpc>
                <a:spcPct val="112000"/>
              </a:lnSpc>
              <a:buNone/>
              <a:defRPr sz="2025" b="1">
                <a:solidFill>
                  <a:srgbClr val="151515"/>
                </a:solidFill>
                <a:latin typeface="Malgun Gothic"/>
                <a:ea typeface="Malgun Gothic"/>
                <a:cs typeface="Malgun Gothic"/>
              </a:defRPr>
            </a:pPr>
            <a:r>
              <a:rPr sz="2025" b="1">
                <a:solidFill>
                  <a:srgbClr val="151515"/>
                </a:solidFill>
                <a:latin typeface="Malgun Gothic"/>
                <a:ea typeface="Malgun Gothic"/>
                <a:cs typeface="Malgun Gothic"/>
              </a:rPr>
              <a:t>길이 4 × 2개</a:t>
            </a:r>
          </a:p>
        </p:txBody>
      </p:sp>
      <p:sp>
        <p:nvSpPr>
          <p:cNvPr id="11" name="shape-664">
            <a:extLst>
              <a:ext uri="{FF2B5EF4-FFF2-40B4-BE49-F238E27FC236}">
                <a16:creationId xmlns:a16="http://schemas.microsoft.com/office/drawing/2014/main" id="{1C47082A-4364-4683-961D-88BBCFA9E5C5}"/>
              </a:ext>
            </a:extLst>
          </p:cNvPr>
          <p:cNvSpPr>
            <a:spLocks noGrp="1"/>
          </p:cNvSpPr>
          <p:nvPr/>
        </p:nvSpPr>
        <p:spPr>
          <a:xfrm>
            <a:off x="4419600" y="2828925"/>
            <a:ext cx="2743200" cy="466725"/>
          </a:xfrm>
          <a:prstGeom prst="rect">
            <a:avLst/>
          </a:prstGeom>
          <a:solidFill>
            <a:srgbClr val="AD630C"/>
          </a:solidFill>
          <a:ln w="0">
            <a:noFill/>
          </a:ln>
        </p:spPr>
      </p:sp>
      <p:sp>
        <p:nvSpPr>
          <p:cNvPr id="12" name="shape-665">
            <a:extLst>
              <a:ext uri="{FF2B5EF4-FFF2-40B4-BE49-F238E27FC236}">
                <a16:creationId xmlns:a16="http://schemas.microsoft.com/office/drawing/2014/main" id="{C385A8D4-DDB2-4074-9FE0-3F8E1E0FB90E}"/>
              </a:ext>
            </a:extLst>
          </p:cNvPr>
          <p:cNvSpPr>
            <a:spLocks noGrp="1"/>
          </p:cNvSpPr>
          <p:nvPr/>
        </p:nvSpPr>
        <p:spPr>
          <a:xfrm>
            <a:off x="10325100" y="2924175"/>
            <a:ext cx="1247775" cy="400050"/>
          </a:xfrm>
          <a:prstGeom prst="rect">
            <a:avLst/>
          </a:prstGeom>
          <a:noFill/>
          <a:ln w="0">
            <a:noFill/>
          </a:ln>
        </p:spPr>
        <p:txBody>
          <a:bodyPr wrap="none" lIns="0" tIns="0" rIns="0" bIns="0" anchor="t">
            <a:noAutofit/>
          </a:bodyPr>
          <a:lstStyle>
            <a:defPPr algn="l">
              <a:defRPr sz="2175" b="1">
                <a:solidFill>
                  <a:srgbClr val="151515"/>
                </a:solidFill>
                <a:latin typeface="Consolas"/>
                <a:ea typeface="Consolas"/>
                <a:cs typeface="Consolas"/>
              </a:defRPr>
            </a:defPPr>
          </a:lstStyle>
          <a:p>
            <a:pPr algn="l">
              <a:lnSpc>
                <a:spcPct val="112000"/>
              </a:lnSpc>
              <a:buNone/>
              <a:defRPr sz="2175" b="1">
                <a:solidFill>
                  <a:srgbClr val="151515"/>
                </a:solidFill>
                <a:latin typeface="Consolas"/>
                <a:ea typeface="Consolas"/>
                <a:cs typeface="Consolas"/>
              </a:defRPr>
            </a:pPr>
            <a:r>
              <a:rPr sz="2175" b="1">
                <a:solidFill>
                  <a:srgbClr val="151515"/>
                </a:solidFill>
                <a:latin typeface="Consolas"/>
                <a:ea typeface="Consolas"/>
                <a:cs typeface="Consolas"/>
              </a:rPr>
              <a:t>32</a:t>
            </a:r>
          </a:p>
        </p:txBody>
      </p:sp>
      <p:sp>
        <p:nvSpPr>
          <p:cNvPr id="13" name="shape-666">
            <a:extLst>
              <a:ext uri="{FF2B5EF4-FFF2-40B4-BE49-F238E27FC236}">
                <a16:creationId xmlns:a16="http://schemas.microsoft.com/office/drawing/2014/main" id="{BFD2D238-4E8A-4135-86EE-C916978DB4FA}"/>
              </a:ext>
            </a:extLst>
          </p:cNvPr>
          <p:cNvSpPr>
            <a:spLocks noGrp="1"/>
          </p:cNvSpPr>
          <p:nvPr/>
        </p:nvSpPr>
        <p:spPr>
          <a:xfrm>
            <a:off x="609600" y="3781425"/>
            <a:ext cx="3238500" cy="409575"/>
          </a:xfrm>
          <a:prstGeom prst="rect">
            <a:avLst/>
          </a:prstGeom>
          <a:noFill/>
          <a:ln w="0">
            <a:noFill/>
          </a:ln>
        </p:spPr>
        <p:txBody>
          <a:bodyPr wrap="none" lIns="0" tIns="0" rIns="0" bIns="0" anchor="t">
            <a:noAutofit/>
          </a:bodyPr>
          <a:lstStyle>
            <a:defPPr algn="l">
              <a:defRPr sz="2025" b="1">
                <a:solidFill>
                  <a:srgbClr val="151515"/>
                </a:solidFill>
                <a:latin typeface="Malgun Gothic"/>
                <a:ea typeface="Malgun Gothic"/>
                <a:cs typeface="Malgun Gothic"/>
              </a:defRPr>
            </a:defPPr>
          </a:lstStyle>
          <a:p>
            <a:pPr algn="l">
              <a:lnSpc>
                <a:spcPct val="112000"/>
              </a:lnSpc>
              <a:buNone/>
              <a:defRPr sz="2025" b="1">
                <a:solidFill>
                  <a:srgbClr val="151515"/>
                </a:solidFill>
                <a:latin typeface="Malgun Gothic"/>
                <a:ea typeface="Malgun Gothic"/>
                <a:cs typeface="Malgun Gothic"/>
              </a:defRPr>
            </a:pPr>
            <a:r>
              <a:rPr sz="2025" b="1">
                <a:solidFill>
                  <a:srgbClr val="151515"/>
                </a:solidFill>
                <a:latin typeface="Malgun Gothic"/>
                <a:ea typeface="Malgun Gothic"/>
                <a:cs typeface="Malgun Gothic"/>
              </a:rPr>
              <a:t>길이 2 × 4개</a:t>
            </a:r>
          </a:p>
        </p:txBody>
      </p:sp>
      <p:sp>
        <p:nvSpPr>
          <p:cNvPr id="14" name="shape-667">
            <a:extLst>
              <a:ext uri="{FF2B5EF4-FFF2-40B4-BE49-F238E27FC236}">
                <a16:creationId xmlns:a16="http://schemas.microsoft.com/office/drawing/2014/main" id="{A5D3C3D1-B05A-4F52-8849-251084361CAA}"/>
              </a:ext>
            </a:extLst>
          </p:cNvPr>
          <p:cNvSpPr>
            <a:spLocks noGrp="1"/>
          </p:cNvSpPr>
          <p:nvPr/>
        </p:nvSpPr>
        <p:spPr>
          <a:xfrm>
            <a:off x="4419600" y="3667125"/>
            <a:ext cx="1371600" cy="466725"/>
          </a:xfrm>
          <a:prstGeom prst="rect">
            <a:avLst/>
          </a:prstGeom>
          <a:solidFill>
            <a:srgbClr val="AD630C"/>
          </a:solidFill>
          <a:ln w="0">
            <a:noFill/>
          </a:ln>
        </p:spPr>
      </p:sp>
      <p:sp>
        <p:nvSpPr>
          <p:cNvPr id="15" name="shape-668">
            <a:extLst>
              <a:ext uri="{FF2B5EF4-FFF2-40B4-BE49-F238E27FC236}">
                <a16:creationId xmlns:a16="http://schemas.microsoft.com/office/drawing/2014/main" id="{ECE3C389-0590-435B-AAC0-39F83153C2BA}"/>
              </a:ext>
            </a:extLst>
          </p:cNvPr>
          <p:cNvSpPr>
            <a:spLocks noGrp="1"/>
          </p:cNvSpPr>
          <p:nvPr/>
        </p:nvSpPr>
        <p:spPr>
          <a:xfrm>
            <a:off x="10325100" y="3762375"/>
            <a:ext cx="1247775" cy="400050"/>
          </a:xfrm>
          <a:prstGeom prst="rect">
            <a:avLst/>
          </a:prstGeom>
          <a:noFill/>
          <a:ln w="0">
            <a:noFill/>
          </a:ln>
        </p:spPr>
        <p:txBody>
          <a:bodyPr wrap="none" lIns="0" tIns="0" rIns="0" bIns="0" anchor="t">
            <a:noAutofit/>
          </a:bodyPr>
          <a:lstStyle>
            <a:defPPr algn="l">
              <a:defRPr sz="2175" b="1">
                <a:solidFill>
                  <a:srgbClr val="151515"/>
                </a:solidFill>
                <a:latin typeface="Consolas"/>
                <a:ea typeface="Consolas"/>
                <a:cs typeface="Consolas"/>
              </a:defRPr>
            </a:defPPr>
          </a:lstStyle>
          <a:p>
            <a:pPr algn="l">
              <a:lnSpc>
                <a:spcPct val="112000"/>
              </a:lnSpc>
              <a:buNone/>
              <a:defRPr sz="2175" b="1">
                <a:solidFill>
                  <a:srgbClr val="151515"/>
                </a:solidFill>
                <a:latin typeface="Consolas"/>
                <a:ea typeface="Consolas"/>
                <a:cs typeface="Consolas"/>
              </a:defRPr>
            </a:pPr>
            <a:r>
              <a:rPr sz="2175" b="1">
                <a:solidFill>
                  <a:srgbClr val="151515"/>
                </a:solidFill>
                <a:latin typeface="Consolas"/>
                <a:ea typeface="Consolas"/>
                <a:cs typeface="Consolas"/>
              </a:rPr>
              <a:t>16</a:t>
            </a:r>
          </a:p>
        </p:txBody>
      </p:sp>
      <p:sp>
        <p:nvSpPr>
          <p:cNvPr id="16" name="shape-669">
            <a:extLst>
              <a:ext uri="{FF2B5EF4-FFF2-40B4-BE49-F238E27FC236}">
                <a16:creationId xmlns:a16="http://schemas.microsoft.com/office/drawing/2014/main" id="{1E7B16CC-F12D-4C0D-B4A0-DCE70C13FF61}"/>
              </a:ext>
            </a:extLst>
          </p:cNvPr>
          <p:cNvSpPr>
            <a:spLocks noGrp="1"/>
          </p:cNvSpPr>
          <p:nvPr/>
        </p:nvSpPr>
        <p:spPr>
          <a:xfrm>
            <a:off x="609600" y="4619625"/>
            <a:ext cx="3238500" cy="409575"/>
          </a:xfrm>
          <a:prstGeom prst="rect">
            <a:avLst/>
          </a:prstGeom>
          <a:noFill/>
          <a:ln w="0">
            <a:noFill/>
          </a:ln>
        </p:spPr>
        <p:txBody>
          <a:bodyPr wrap="none" lIns="0" tIns="0" rIns="0" bIns="0" anchor="t">
            <a:noAutofit/>
          </a:bodyPr>
          <a:lstStyle>
            <a:defPPr algn="l">
              <a:defRPr sz="2025" b="1">
                <a:solidFill>
                  <a:srgbClr val="151515"/>
                </a:solidFill>
                <a:latin typeface="Malgun Gothic"/>
                <a:ea typeface="Malgun Gothic"/>
                <a:cs typeface="Malgun Gothic"/>
              </a:defRPr>
            </a:defPPr>
          </a:lstStyle>
          <a:p>
            <a:pPr algn="l">
              <a:lnSpc>
                <a:spcPct val="112000"/>
              </a:lnSpc>
              <a:buNone/>
              <a:defRPr sz="2025" b="1">
                <a:solidFill>
                  <a:srgbClr val="151515"/>
                </a:solidFill>
                <a:latin typeface="Malgun Gothic"/>
                <a:ea typeface="Malgun Gothic"/>
                <a:cs typeface="Malgun Gothic"/>
              </a:defRPr>
            </a:pPr>
            <a:r>
              <a:rPr sz="2025" b="1">
                <a:solidFill>
                  <a:srgbClr val="151515"/>
                </a:solidFill>
                <a:latin typeface="Malgun Gothic"/>
                <a:ea typeface="Malgun Gothic"/>
                <a:cs typeface="Malgun Gothic"/>
              </a:rPr>
              <a:t>길이 1 × 8개</a:t>
            </a:r>
          </a:p>
        </p:txBody>
      </p:sp>
      <p:sp>
        <p:nvSpPr>
          <p:cNvPr id="17" name="shape-670">
            <a:extLst>
              <a:ext uri="{FF2B5EF4-FFF2-40B4-BE49-F238E27FC236}">
                <a16:creationId xmlns:a16="http://schemas.microsoft.com/office/drawing/2014/main" id="{2CBD53E3-7A20-422B-9EFA-6B46A0F582D3}"/>
              </a:ext>
            </a:extLst>
          </p:cNvPr>
          <p:cNvSpPr>
            <a:spLocks noGrp="1"/>
          </p:cNvSpPr>
          <p:nvPr/>
        </p:nvSpPr>
        <p:spPr>
          <a:xfrm>
            <a:off x="4419600" y="4505325"/>
            <a:ext cx="685800" cy="466725"/>
          </a:xfrm>
          <a:prstGeom prst="rect">
            <a:avLst/>
          </a:prstGeom>
          <a:solidFill>
            <a:srgbClr val="AD630C"/>
          </a:solidFill>
          <a:ln w="0">
            <a:noFill/>
          </a:ln>
        </p:spPr>
      </p:sp>
      <p:sp>
        <p:nvSpPr>
          <p:cNvPr id="18" name="shape-671">
            <a:extLst>
              <a:ext uri="{FF2B5EF4-FFF2-40B4-BE49-F238E27FC236}">
                <a16:creationId xmlns:a16="http://schemas.microsoft.com/office/drawing/2014/main" id="{AF20F6B7-62E8-439C-9100-F824CF97CBC0}"/>
              </a:ext>
            </a:extLst>
          </p:cNvPr>
          <p:cNvSpPr>
            <a:spLocks noGrp="1"/>
          </p:cNvSpPr>
          <p:nvPr/>
        </p:nvSpPr>
        <p:spPr>
          <a:xfrm>
            <a:off x="10325100" y="4600575"/>
            <a:ext cx="1247775" cy="400050"/>
          </a:xfrm>
          <a:prstGeom prst="rect">
            <a:avLst/>
          </a:prstGeom>
          <a:noFill/>
          <a:ln w="0">
            <a:noFill/>
          </a:ln>
        </p:spPr>
        <p:txBody>
          <a:bodyPr wrap="none" lIns="0" tIns="0" rIns="0" bIns="0" anchor="t">
            <a:noAutofit/>
          </a:bodyPr>
          <a:lstStyle>
            <a:defPPr algn="l">
              <a:defRPr sz="2175" b="1">
                <a:solidFill>
                  <a:srgbClr val="151515"/>
                </a:solidFill>
                <a:latin typeface="Consolas"/>
                <a:ea typeface="Consolas"/>
                <a:cs typeface="Consolas"/>
              </a:defRPr>
            </a:defPPr>
          </a:lstStyle>
          <a:p>
            <a:pPr algn="l">
              <a:lnSpc>
                <a:spcPct val="112000"/>
              </a:lnSpc>
              <a:buNone/>
              <a:defRPr sz="2175" b="1">
                <a:solidFill>
                  <a:srgbClr val="151515"/>
                </a:solidFill>
                <a:latin typeface="Consolas"/>
                <a:ea typeface="Consolas"/>
                <a:cs typeface="Consolas"/>
              </a:defRPr>
            </a:pPr>
            <a:r>
              <a:rPr sz="2175" b="1">
                <a:solidFill>
                  <a:srgbClr val="151515"/>
                </a:solidFill>
                <a:latin typeface="Consolas"/>
                <a:ea typeface="Consolas"/>
                <a:cs typeface="Consolas"/>
              </a:rPr>
              <a:t>8</a:t>
            </a:r>
          </a:p>
        </p:txBody>
      </p:sp>
      <p:sp>
        <p:nvSpPr>
          <p:cNvPr id="19" name="shape-672">
            <a:extLst>
              <a:ext uri="{FF2B5EF4-FFF2-40B4-BE49-F238E27FC236}">
                <a16:creationId xmlns:a16="http://schemas.microsoft.com/office/drawing/2014/main" id="{7B1FC7EE-79D1-4DC0-94E7-5B74F9884A64}"/>
              </a:ext>
            </a:extLst>
          </p:cNvPr>
          <p:cNvSpPr>
            <a:spLocks noGrp="1"/>
          </p:cNvSpPr>
          <p:nvPr/>
        </p:nvSpPr>
        <p:spPr>
          <a:xfrm>
            <a:off x="609600" y="5419725"/>
            <a:ext cx="10972800" cy="447675"/>
          </a:xfrm>
          <a:prstGeom prst="rect">
            <a:avLst/>
          </a:prstGeom>
          <a:noFill/>
          <a:ln w="0">
            <a:noFill/>
          </a:ln>
        </p:spPr>
        <p:txBody>
          <a:bodyPr wrap="none" lIns="0" tIns="0" rIns="0" bIns="0" anchor="t">
            <a:noAutofit/>
          </a:bodyPr>
          <a:lstStyle>
            <a:defPPr algn="l">
              <a:defRPr sz="2400" b="1">
                <a:solidFill>
                  <a:srgbClr val="AD630C"/>
                </a:solidFill>
                <a:latin typeface="Consolas"/>
                <a:ea typeface="Consolas"/>
                <a:cs typeface="Consolas"/>
              </a:defRPr>
            </a:defPPr>
          </a:lstStyle>
          <a:p>
            <a:pPr algn="l">
              <a:lnSpc>
                <a:spcPct val="112000"/>
              </a:lnSpc>
              <a:buNone/>
              <a:defRPr sz="2400" b="1">
                <a:solidFill>
                  <a:srgbClr val="AD630C"/>
                </a:solidFill>
                <a:latin typeface="Consolas"/>
                <a:ea typeface="Consolas"/>
                <a:cs typeface="Consolas"/>
              </a:defRPr>
            </a:pPr>
            <a:r>
              <a:rPr sz="2400" b="1">
                <a:solidFill>
                  <a:srgbClr val="AD630C"/>
                </a:solidFill>
                <a:latin typeface="Consolas"/>
                <a:ea typeface="Consolas"/>
                <a:cs typeface="Consolas"/>
              </a:rPr>
              <a:t>64 + 32 + 16 + 8 = 120 &lt; 2 × 64</a:t>
            </a:r>
          </a:p>
        </p:txBody>
      </p:sp>
      <p:sp>
        <p:nvSpPr>
          <p:cNvPr id="20" name="shape-673">
            <a:extLst>
              <a:ext uri="{FF2B5EF4-FFF2-40B4-BE49-F238E27FC236}">
                <a16:creationId xmlns:a16="http://schemas.microsoft.com/office/drawing/2014/main" id="{2FC5258F-93E3-413E-A090-858B111B46A7}"/>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T(n)=2T(n/2)+Θ(n²)의 계산 모델입니다. 전체 시간도 Θ(n²)입니다.</a:t>
            </a:r>
          </a:p>
        </p:txBody>
      </p:sp>
    </p:spTree>
    <p:extLst>
      <p:ext uri="{BB962C8B-B14F-4D97-AF65-F5344CB8AC3E}">
        <p14:creationId xmlns:p14="http://schemas.microsoft.com/office/powerpoint/2010/main" val="388642936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hape-674">
            <a:extLst>
              <a:ext uri="{FF2B5EF4-FFF2-40B4-BE49-F238E27FC236}">
                <a16:creationId xmlns:a16="http://schemas.microsoft.com/office/drawing/2014/main" id="{0FFCF655-40A2-4103-831C-18DFD6A24E1D}"/>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675">
            <a:extLst>
              <a:ext uri="{FF2B5EF4-FFF2-40B4-BE49-F238E27FC236}">
                <a16:creationId xmlns:a16="http://schemas.microsoft.com/office/drawing/2014/main" id="{F8E31BA2-5BC2-4813-B539-64B183C66F6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676">
            <a:extLst>
              <a:ext uri="{FF2B5EF4-FFF2-40B4-BE49-F238E27FC236}">
                <a16:creationId xmlns:a16="http://schemas.microsoft.com/office/drawing/2014/main" id="{68F6A28A-1FEF-4C48-9C55-4E004DA81C4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세 경우의 차이: 한 층의 일이 어떻게 바뀌나</a:t>
            </a:r>
          </a:p>
        </p:txBody>
      </p:sp>
      <p:sp>
        <p:nvSpPr>
          <p:cNvPr id="4" name="shape-677">
            <a:extLst>
              <a:ext uri="{FF2B5EF4-FFF2-40B4-BE49-F238E27FC236}">
                <a16:creationId xmlns:a16="http://schemas.microsoft.com/office/drawing/2014/main" id="{866DF631-BD45-4521-A70A-0CCF8DA4A659}"/>
              </a:ext>
            </a:extLst>
          </p:cNvPr>
          <p:cNvSpPr>
            <a:spLocks noGrp="1"/>
          </p:cNvSpPr>
          <p:nvPr/>
        </p:nvSpPr>
        <p:spPr>
          <a:xfrm>
            <a:off x="609600" y="1381125"/>
            <a:ext cx="10972800" cy="9525"/>
          </a:xfrm>
          <a:prstGeom prst="rect">
            <a:avLst/>
          </a:prstGeom>
          <a:solidFill>
            <a:srgbClr val="151515"/>
          </a:solidFill>
          <a:ln w="0">
            <a:noFill/>
          </a:ln>
        </p:spPr>
      </p:sp>
      <p:sp>
        <p:nvSpPr>
          <p:cNvPr id="5" name="shape-678">
            <a:extLst>
              <a:ext uri="{FF2B5EF4-FFF2-40B4-BE49-F238E27FC236}">
                <a16:creationId xmlns:a16="http://schemas.microsoft.com/office/drawing/2014/main" id="{85CCE6F6-A44A-4422-932D-D5C1AEFBA76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9416B07-9833-4115-A17E-6CC349AC3C3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226</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DE52BBA0-BAC9-480D-98E5-DA674536A1EE}"/>
              </a:ext>
            </a:extLst>
          </p:cNvPr>
          <p:cNvGraphicFramePr/>
          <p:nvPr/>
        </p:nvGraphicFramePr>
        <p:xfrm>
          <a:off x="609600" y="2171700"/>
          <a:ext cx="10972800" cy="2981325"/>
        </p:xfrm>
        <a:graphic>
          <a:graphicData uri="http://schemas.openxmlformats.org/drawingml/2006/table">
            <a:tbl>
              <a:tblPr/>
              <a:tblGrid>
                <a:gridCol w="2895600">
                  <a:extLst>
                    <a:ext uri="{9D8B030D-6E8A-4147-A177-3AD203B41FA5}">
                      <a16:colId xmlns:a16="http://schemas.microsoft.com/office/drawing/2014/main" val="20000"/>
                    </a:ext>
                  </a:extLst>
                </a:gridCol>
                <a:gridCol w="4600575">
                  <a:extLst>
                    <a:ext uri="{9D8B030D-6E8A-4147-A177-3AD203B41FA5}">
                      <a16:colId xmlns:a16="http://schemas.microsoft.com/office/drawing/2014/main" val="20001"/>
                    </a:ext>
                  </a:extLst>
                </a:gridCol>
                <a:gridCol w="3476625">
                  <a:extLst>
                    <a:ext uri="{9D8B030D-6E8A-4147-A177-3AD203B41FA5}">
                      <a16:colId xmlns:a16="http://schemas.microsoft.com/office/drawing/2014/main" val="20002"/>
                    </a:ext>
                  </a:extLst>
                </a:gridCol>
              </a:tblGrid>
              <a:tr h="745331">
                <a:tc>
                  <a:txBody>
                    <a:bodyPr/>
                    <a:lstStyle/>
                    <a:p>
                      <a:pPr algn="ctr"/>
                      <a:r>
                        <a:rPr sz="2025" b="1">
                          <a:solidFill>
                            <a:srgbClr val="FFFFFF"/>
                          </a:solidFill>
                          <a:latin typeface="Malgun Gothic"/>
                          <a:ea typeface="Malgun Gothic"/>
                          <a:cs typeface="Malgun Gothic"/>
                        </a:rPr>
                        <a:t>추가 작업</a:t>
                      </a:r>
                    </a:p>
                  </a:txBody>
                  <a:tcPr anchor="ctr">
                    <a:solidFill>
                      <a:srgbClr val="151515"/>
                    </a:solidFill>
                  </a:tcPr>
                </a:tc>
                <a:tc>
                  <a:txBody>
                    <a:bodyPr/>
                    <a:lstStyle/>
                    <a:p>
                      <a:pPr algn="ctr"/>
                      <a:r>
                        <a:rPr sz="2025" b="1">
                          <a:solidFill>
                            <a:srgbClr val="FFFFFF"/>
                          </a:solidFill>
                          <a:latin typeface="Malgun Gothic"/>
                          <a:ea typeface="Malgun Gothic"/>
                          <a:cs typeface="Malgun Gothic"/>
                        </a:rPr>
                        <a:t>층별 작업량의 예</a:t>
                      </a:r>
                    </a:p>
                  </a:txBody>
                  <a:tcPr anchor="ctr">
                    <a:solidFill>
                      <a:srgbClr val="151515"/>
                    </a:solidFill>
                  </a:tcPr>
                </a:tc>
                <a:tc>
                  <a:txBody>
                    <a:bodyPr/>
                    <a:lstStyle/>
                    <a:p>
                      <a:pPr algn="ctr"/>
                      <a:r>
                        <a:rPr sz="2025" b="1">
                          <a:solidFill>
                            <a:srgbClr val="FFFFFF"/>
                          </a:solidFill>
                          <a:latin typeface="Malgun Gothic"/>
                          <a:ea typeface="Malgun Gothic"/>
                          <a:cs typeface="Malgun Gothic"/>
                        </a:rPr>
                        <a:t>전체 시간</a:t>
                      </a:r>
                    </a:p>
                  </a:txBody>
                  <a:tcPr anchor="ctr">
                    <a:solidFill>
                      <a:srgbClr val="151515"/>
                    </a:solidFill>
                  </a:tcPr>
                </a:tc>
                <a:extLst>
                  <a:ext uri="{0D108BD9-81ED-4DB2-BD59-A6C34878D82A}">
                    <a16:rowId xmlns:a16="http://schemas.microsoft.com/office/drawing/2014/main" val="10000"/>
                  </a:ext>
                </a:extLst>
              </a:tr>
              <a:tr h="745331">
                <a:tc>
                  <a:txBody>
                    <a:bodyPr/>
                    <a:lstStyle/>
                    <a:p>
                      <a:pPr algn="ctr"/>
                      <a:r>
                        <a:rPr sz="2025" b="0">
                          <a:solidFill>
                            <a:srgbClr val="151515"/>
                          </a:solidFill>
                          <a:latin typeface="Malgun Gothic"/>
                          <a:ea typeface="Malgun Gothic"/>
                          <a:cs typeface="Malgun Gothic"/>
                        </a:rPr>
                        <a:t>일정한 일</a:t>
                      </a:r>
                    </a:p>
                  </a:txBody>
                  <a:tcPr anchor="ctr">
                    <a:solidFill>
                      <a:srgbClr val="FFFFFF"/>
                    </a:solidFill>
                  </a:tcPr>
                </a:tc>
                <a:tc>
                  <a:txBody>
                    <a:bodyPr/>
                    <a:lstStyle/>
                    <a:p>
                      <a:pPr algn="ctr"/>
                      <a:r>
                        <a:rPr sz="2025" b="0">
                          <a:solidFill>
                            <a:srgbClr val="151515"/>
                          </a:solidFill>
                          <a:latin typeface="Malgun Gothic"/>
                          <a:ea typeface="Malgun Gothic"/>
                          <a:cs typeface="Malgun Gothic"/>
                        </a:rPr>
                        <a:t>1, 2, 4, 8처럼 증가</a:t>
                      </a:r>
                    </a:p>
                  </a:txBody>
                  <a:tcPr anchor="ctr">
                    <a:solidFill>
                      <a:srgbClr val="FFFFFF"/>
                    </a:solidFill>
                  </a:tcPr>
                </a:tc>
                <a:tc>
                  <a:txBody>
                    <a:bodyPr/>
                    <a:lstStyle/>
                    <a:p>
                      <a:pPr algn="ctr"/>
                      <a:r>
                        <a:rPr sz="2025" b="0">
                          <a:solidFill>
                            <a:srgbClr val="151515"/>
                          </a:solidFill>
                          <a:latin typeface="Malgun Gothic"/>
                          <a:ea typeface="Malgun Gothic"/>
                          <a:cs typeface="Malgun Gothic"/>
                        </a:rPr>
                        <a:t>O(n)</a:t>
                      </a:r>
                    </a:p>
                  </a:txBody>
                  <a:tcPr anchor="ctr">
                    <a:solidFill>
                      <a:srgbClr val="FFFFFF"/>
                    </a:solidFill>
                  </a:tcPr>
                </a:tc>
                <a:extLst>
                  <a:ext uri="{0D108BD9-81ED-4DB2-BD59-A6C34878D82A}">
                    <a16:rowId xmlns:a16="http://schemas.microsoft.com/office/drawing/2014/main" val="10001"/>
                  </a:ext>
                </a:extLst>
              </a:tr>
              <a:tr h="745331">
                <a:tc>
                  <a:txBody>
                    <a:bodyPr/>
                    <a:lstStyle/>
                    <a:p>
                      <a:pPr algn="ctr"/>
                      <a:r>
                        <a:rPr sz="2025" b="0">
                          <a:solidFill>
                            <a:srgbClr val="151515"/>
                          </a:solidFill>
                          <a:latin typeface="Malgun Gothic"/>
                          <a:ea typeface="Malgun Gothic"/>
                          <a:cs typeface="Malgun Gothic"/>
                        </a:rPr>
                        <a:t>길이에 비례</a:t>
                      </a:r>
                    </a:p>
                  </a:txBody>
                  <a:tcPr anchor="ctr">
                    <a:solidFill>
                      <a:srgbClr val="F1F4F6"/>
                    </a:solidFill>
                  </a:tcPr>
                </a:tc>
                <a:tc>
                  <a:txBody>
                    <a:bodyPr/>
                    <a:lstStyle/>
                    <a:p>
                      <a:pPr algn="ctr"/>
                      <a:r>
                        <a:rPr sz="2025" b="0">
                          <a:solidFill>
                            <a:srgbClr val="151515"/>
                          </a:solidFill>
                          <a:latin typeface="Malgun Gothic"/>
                          <a:ea typeface="Malgun Gothic"/>
                          <a:cs typeface="Malgun Gothic"/>
                        </a:rPr>
                        <a:t>8, 8, 8처럼 같음</a:t>
                      </a:r>
                    </a:p>
                  </a:txBody>
                  <a:tcPr anchor="ctr">
                    <a:solidFill>
                      <a:srgbClr val="F1F4F6"/>
                    </a:solidFill>
                  </a:tcPr>
                </a:tc>
                <a:tc>
                  <a:txBody>
                    <a:bodyPr/>
                    <a:lstStyle/>
                    <a:p>
                      <a:pPr algn="ctr"/>
                      <a:r>
                        <a:rPr sz="2025" b="0">
                          <a:solidFill>
                            <a:srgbClr val="151515"/>
                          </a:solidFill>
                          <a:latin typeface="Malgun Gothic"/>
                          <a:ea typeface="Malgun Gothic"/>
                          <a:cs typeface="Malgun Gothic"/>
                        </a:rPr>
                        <a:t>O(n log n)</a:t>
                      </a:r>
                    </a:p>
                  </a:txBody>
                  <a:tcPr anchor="ctr">
                    <a:solidFill>
                      <a:srgbClr val="F1F4F6"/>
                    </a:solidFill>
                  </a:tcPr>
                </a:tc>
                <a:extLst>
                  <a:ext uri="{0D108BD9-81ED-4DB2-BD59-A6C34878D82A}">
                    <a16:rowId xmlns:a16="http://schemas.microsoft.com/office/drawing/2014/main" val="10002"/>
                  </a:ext>
                </a:extLst>
              </a:tr>
              <a:tr h="745331">
                <a:tc>
                  <a:txBody>
                    <a:bodyPr/>
                    <a:lstStyle/>
                    <a:p>
                      <a:pPr algn="ctr"/>
                      <a:r>
                        <a:rPr sz="2025" b="0">
                          <a:solidFill>
                            <a:srgbClr val="151515"/>
                          </a:solidFill>
                          <a:latin typeface="Malgun Gothic"/>
                          <a:ea typeface="Malgun Gothic"/>
                          <a:cs typeface="Malgun Gothic"/>
                        </a:rPr>
                        <a:t>길이의 제곱</a:t>
                      </a:r>
                    </a:p>
                  </a:txBody>
                  <a:tcPr anchor="ctr">
                    <a:solidFill>
                      <a:srgbClr val="FFFFFF"/>
                    </a:solidFill>
                  </a:tcPr>
                </a:tc>
                <a:tc>
                  <a:txBody>
                    <a:bodyPr/>
                    <a:lstStyle/>
                    <a:p>
                      <a:pPr algn="ctr"/>
                      <a:r>
                        <a:rPr sz="2025" b="0">
                          <a:solidFill>
                            <a:srgbClr val="151515"/>
                          </a:solidFill>
                          <a:latin typeface="Malgun Gothic"/>
                          <a:ea typeface="Malgun Gothic"/>
                          <a:cs typeface="Malgun Gothic"/>
                        </a:rPr>
                        <a:t>64, 32, 16, 8처럼 감소</a:t>
                      </a:r>
                    </a:p>
                  </a:txBody>
                  <a:tcPr anchor="ctr">
                    <a:solidFill>
                      <a:srgbClr val="FFFFFF"/>
                    </a:solidFill>
                  </a:tcPr>
                </a:tc>
                <a:tc>
                  <a:txBody>
                    <a:bodyPr/>
                    <a:lstStyle/>
                    <a:p>
                      <a:pPr algn="ctr"/>
                      <a:r>
                        <a:rPr sz="2025" b="0">
                          <a:solidFill>
                            <a:srgbClr val="151515"/>
                          </a:solidFill>
                          <a:latin typeface="Malgun Gothic"/>
                          <a:ea typeface="Malgun Gothic"/>
                          <a:cs typeface="Malgun Gothic"/>
                        </a:rPr>
                        <a:t>O(n²)</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shape-681">
            <a:extLst>
              <a:ext uri="{FF2B5EF4-FFF2-40B4-BE49-F238E27FC236}">
                <a16:creationId xmlns:a16="http://schemas.microsoft.com/office/drawing/2014/main" id="{D0684582-279B-4ADD-9AE4-1FBD37B5F75F}"/>
              </a:ext>
            </a:extLst>
          </p:cNvPr>
          <p:cNvSpPr>
            <a:spLocks noGrp="1"/>
          </p:cNvSpPr>
          <p:nvPr/>
        </p:nvSpPr>
        <p:spPr>
          <a:xfrm>
            <a:off x="609600" y="5457825"/>
            <a:ext cx="10972800" cy="447675"/>
          </a:xfrm>
          <a:prstGeom prst="rect">
            <a:avLst/>
          </a:prstGeom>
          <a:noFill/>
          <a:ln w="0">
            <a:noFill/>
          </a:ln>
        </p:spPr>
        <p:txBody>
          <a:bodyPr wrap="none" lIns="0" tIns="0" rIns="0" bIns="0" anchor="t">
            <a:noAutofit/>
          </a:bodyPr>
          <a:lstStyle>
            <a:defPPr algn="l">
              <a:defRPr sz="2250" b="1">
                <a:solidFill>
                  <a:srgbClr val="146995"/>
                </a:solidFill>
                <a:latin typeface="Malgun Gothic"/>
                <a:ea typeface="Malgun Gothic"/>
                <a:cs typeface="Malgun Gothic"/>
              </a:defRPr>
            </a:defPPr>
          </a:lstStyle>
          <a:p>
            <a:pPr algn="l">
              <a:lnSpc>
                <a:spcPct val="112000"/>
              </a:lnSpc>
              <a:buNone/>
              <a:defRPr sz="2250" b="1">
                <a:solidFill>
                  <a:srgbClr val="146995"/>
                </a:solidFill>
                <a:latin typeface="Malgun Gothic"/>
                <a:ea typeface="Malgun Gothic"/>
                <a:cs typeface="Malgun Gothic"/>
              </a:defRPr>
            </a:pPr>
            <a:r>
              <a:rPr sz="2250" b="1">
                <a:solidFill>
                  <a:srgbClr val="146995"/>
                </a:solidFill>
                <a:latin typeface="Malgun Gothic"/>
                <a:ea typeface="Malgun Gothic"/>
                <a:cs typeface="Malgun Gothic"/>
              </a:rPr>
              <a:t>같은 두 절반 호출이어도, 추가 작업이 답을 바꿉니다.</a:t>
            </a:r>
          </a:p>
        </p:txBody>
      </p:sp>
      <p:sp>
        <p:nvSpPr>
          <p:cNvPr id="9" name="shape-682">
            <a:extLst>
              <a:ext uri="{FF2B5EF4-FFF2-40B4-BE49-F238E27FC236}">
                <a16:creationId xmlns:a16="http://schemas.microsoft.com/office/drawing/2014/main" id="{B4A8C002-1D2F-4940-835E-F00880F43EAD}"/>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이 표는 두 절반을 모두 푸는 구조입니다. 이진 탐색은 한쪽만 풀어서 호출 구조도 다릅니다.</a:t>
            </a:r>
          </a:p>
        </p:txBody>
      </p:sp>
    </p:spTree>
    <p:extLst>
      <p:ext uri="{BB962C8B-B14F-4D97-AF65-F5344CB8AC3E}">
        <p14:creationId xmlns:p14="http://schemas.microsoft.com/office/powerpoint/2010/main" val="4200082252"/>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hape-683">
            <a:extLst>
              <a:ext uri="{FF2B5EF4-FFF2-40B4-BE49-F238E27FC236}">
                <a16:creationId xmlns:a16="http://schemas.microsoft.com/office/drawing/2014/main" id="{671200F3-111C-4DF8-BD99-2E3417E7BE99}"/>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684">
            <a:extLst>
              <a:ext uri="{FF2B5EF4-FFF2-40B4-BE49-F238E27FC236}">
                <a16:creationId xmlns:a16="http://schemas.microsoft.com/office/drawing/2014/main" id="{EA2B1286-D9A8-436A-85EC-EBA209C55D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685">
            <a:extLst>
              <a:ext uri="{FF2B5EF4-FFF2-40B4-BE49-F238E27FC236}">
                <a16:creationId xmlns:a16="http://schemas.microsoft.com/office/drawing/2014/main" id="{82F75439-2586-4192-B4D0-3ED1466D7E2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이진 탐색과 병합 정렬을 구분하는 이유</a:t>
            </a:r>
          </a:p>
        </p:txBody>
      </p:sp>
      <p:sp>
        <p:nvSpPr>
          <p:cNvPr id="4" name="shape-686">
            <a:extLst>
              <a:ext uri="{FF2B5EF4-FFF2-40B4-BE49-F238E27FC236}">
                <a16:creationId xmlns:a16="http://schemas.microsoft.com/office/drawing/2014/main" id="{5289AFF2-F642-42A3-8ED3-2D2BD9E2BD5C}"/>
              </a:ext>
            </a:extLst>
          </p:cNvPr>
          <p:cNvSpPr>
            <a:spLocks noGrp="1"/>
          </p:cNvSpPr>
          <p:nvPr/>
        </p:nvSpPr>
        <p:spPr>
          <a:xfrm>
            <a:off x="609600" y="1381125"/>
            <a:ext cx="10972800" cy="9525"/>
          </a:xfrm>
          <a:prstGeom prst="rect">
            <a:avLst/>
          </a:prstGeom>
          <a:solidFill>
            <a:srgbClr val="151515"/>
          </a:solidFill>
          <a:ln w="0">
            <a:noFill/>
          </a:ln>
        </p:spPr>
      </p:sp>
      <p:sp>
        <p:nvSpPr>
          <p:cNvPr id="5" name="shape-687">
            <a:extLst>
              <a:ext uri="{FF2B5EF4-FFF2-40B4-BE49-F238E27FC236}">
                <a16:creationId xmlns:a16="http://schemas.microsoft.com/office/drawing/2014/main" id="{3D33C967-5998-4E90-A963-5AD2C3C9FE4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5149E72-68A5-44D8-BAC9-EB6DC4D3137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227</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3C455896-BAA2-4380-B398-7BF80DDE1EC5}"/>
              </a:ext>
            </a:extLst>
          </p:cNvPr>
          <p:cNvGraphicFramePr/>
          <p:nvPr/>
        </p:nvGraphicFramePr>
        <p:xfrm>
          <a:off x="609600" y="1971675"/>
          <a:ext cx="10972800" cy="3476625"/>
        </p:xfrm>
        <a:graphic>
          <a:graphicData uri="http://schemas.openxmlformats.org/drawingml/2006/table">
            <a:tbl>
              <a:tblPr/>
              <a:tblGrid>
                <a:gridCol w="3152775">
                  <a:extLst>
                    <a:ext uri="{9D8B030D-6E8A-4147-A177-3AD203B41FA5}">
                      <a16:colId xmlns:a16="http://schemas.microsoft.com/office/drawing/2014/main" val="20000"/>
                    </a:ext>
                  </a:extLst>
                </a:gridCol>
                <a:gridCol w="4600575">
                  <a:extLst>
                    <a:ext uri="{9D8B030D-6E8A-4147-A177-3AD203B41FA5}">
                      <a16:colId xmlns:a16="http://schemas.microsoft.com/office/drawing/2014/main" val="20001"/>
                    </a:ext>
                  </a:extLst>
                </a:gridCol>
                <a:gridCol w="3219450">
                  <a:extLst>
                    <a:ext uri="{9D8B030D-6E8A-4147-A177-3AD203B41FA5}">
                      <a16:colId xmlns:a16="http://schemas.microsoft.com/office/drawing/2014/main" val="20002"/>
                    </a:ext>
                  </a:extLst>
                </a:gridCol>
              </a:tblGrid>
              <a:tr h="695325">
                <a:tc>
                  <a:txBody>
                    <a:bodyPr/>
                    <a:lstStyle/>
                    <a:p>
                      <a:pPr algn="ctr"/>
                      <a:r>
                        <a:rPr sz="2025" b="1">
                          <a:solidFill>
                            <a:srgbClr val="FFFFFF"/>
                          </a:solidFill>
                          <a:latin typeface="Malgun Gothic"/>
                          <a:ea typeface="Malgun Gothic"/>
                          <a:cs typeface="Malgun Gothic"/>
                        </a:rPr>
                        <a:t>함수</a:t>
                      </a:r>
                    </a:p>
                  </a:txBody>
                  <a:tcPr anchor="ctr">
                    <a:solidFill>
                      <a:srgbClr val="151515"/>
                    </a:solidFill>
                  </a:tcPr>
                </a:tc>
                <a:tc>
                  <a:txBody>
                    <a:bodyPr/>
                    <a:lstStyle/>
                    <a:p>
                      <a:pPr algn="ctr"/>
                      <a:r>
                        <a:rPr sz="2025" b="1">
                          <a:solidFill>
                            <a:srgbClr val="FFFFFF"/>
                          </a:solidFill>
                          <a:latin typeface="Malgun Gothic"/>
                          <a:ea typeface="Malgun Gothic"/>
                          <a:cs typeface="Malgun Gothic"/>
                        </a:rPr>
                        <a:t>한 호출의 시간식</a:t>
                      </a:r>
                    </a:p>
                  </a:txBody>
                  <a:tcPr anchor="ctr">
                    <a:solidFill>
                      <a:srgbClr val="151515"/>
                    </a:solidFill>
                  </a:tcPr>
                </a:tc>
                <a:tc>
                  <a:txBody>
                    <a:bodyPr/>
                    <a:lstStyle/>
                    <a:p>
                      <a:pPr algn="ctr"/>
                      <a:r>
                        <a:rPr sz="2025" b="1">
                          <a:solidFill>
                            <a:srgbClr val="FFFFFF"/>
                          </a:solidFill>
                          <a:latin typeface="Malgun Gothic"/>
                          <a:ea typeface="Malgun Gothic"/>
                          <a:cs typeface="Malgun Gothic"/>
                        </a:rPr>
                        <a:t>전체 시간</a:t>
                      </a:r>
                    </a:p>
                  </a:txBody>
                  <a:tcPr anchor="ctr">
                    <a:solidFill>
                      <a:srgbClr val="151515"/>
                    </a:solidFill>
                  </a:tcPr>
                </a:tc>
                <a:extLst>
                  <a:ext uri="{0D108BD9-81ED-4DB2-BD59-A6C34878D82A}">
                    <a16:rowId xmlns:a16="http://schemas.microsoft.com/office/drawing/2014/main" val="10000"/>
                  </a:ext>
                </a:extLst>
              </a:tr>
              <a:tr h="695325">
                <a:tc>
                  <a:txBody>
                    <a:bodyPr/>
                    <a:lstStyle/>
                    <a:p>
                      <a:pPr algn="ctr"/>
                      <a:r>
                        <a:rPr sz="2025" b="0">
                          <a:solidFill>
                            <a:srgbClr val="151515"/>
                          </a:solidFill>
                          <a:latin typeface="Malgun Gothic"/>
                          <a:ea typeface="Malgun Gothic"/>
                          <a:cs typeface="Malgun Gothic"/>
                        </a:rPr>
                        <a:t>이진 탐색</a:t>
                      </a:r>
                    </a:p>
                  </a:txBody>
                  <a:tcPr anchor="ctr">
                    <a:solidFill>
                      <a:srgbClr val="FFFFFF"/>
                    </a:solidFill>
                  </a:tcPr>
                </a:tc>
                <a:tc>
                  <a:txBody>
                    <a:bodyPr/>
                    <a:lstStyle/>
                    <a:p>
                      <a:pPr algn="ctr"/>
                      <a:r>
                        <a:rPr sz="2025" b="0">
                          <a:solidFill>
                            <a:srgbClr val="151515"/>
                          </a:solidFill>
                          <a:latin typeface="Malgun Gothic"/>
                          <a:ea typeface="Malgun Gothic"/>
                          <a:cs typeface="Malgun Gothic"/>
                        </a:rPr>
                        <a:t>T(n/2) + O(1)</a:t>
                      </a:r>
                    </a:p>
                  </a:txBody>
                  <a:tcPr anchor="ctr">
                    <a:solidFill>
                      <a:srgbClr val="FFFFFF"/>
                    </a:solidFill>
                  </a:tcPr>
                </a:tc>
                <a:tc>
                  <a:txBody>
                    <a:bodyPr/>
                    <a:lstStyle/>
                    <a:p>
                      <a:pPr algn="ctr"/>
                      <a:r>
                        <a:rPr sz="2025" b="0">
                          <a:solidFill>
                            <a:srgbClr val="151515"/>
                          </a:solidFill>
                          <a:latin typeface="Malgun Gothic"/>
                          <a:ea typeface="Malgun Gothic"/>
                          <a:cs typeface="Malgun Gothic"/>
                        </a:rPr>
                        <a:t>O(log n)</a:t>
                      </a:r>
                    </a:p>
                  </a:txBody>
                  <a:tcPr anchor="ctr">
                    <a:solidFill>
                      <a:srgbClr val="FFFFFF"/>
                    </a:solidFill>
                  </a:tcPr>
                </a:tc>
                <a:extLst>
                  <a:ext uri="{0D108BD9-81ED-4DB2-BD59-A6C34878D82A}">
                    <a16:rowId xmlns:a16="http://schemas.microsoft.com/office/drawing/2014/main" val="10001"/>
                  </a:ext>
                </a:extLst>
              </a:tr>
              <a:tr h="695325">
                <a:tc>
                  <a:txBody>
                    <a:bodyPr/>
                    <a:lstStyle/>
                    <a:p>
                      <a:pPr algn="ctr"/>
                      <a:r>
                        <a:rPr sz="2025" b="0">
                          <a:solidFill>
                            <a:srgbClr val="151515"/>
                          </a:solidFill>
                          <a:latin typeface="Malgun Gothic"/>
                          <a:ea typeface="Malgun Gothic"/>
                          <a:cs typeface="Malgun Gothic"/>
                        </a:rPr>
                        <a:t>두 절반의 합 계산</a:t>
                      </a:r>
                    </a:p>
                  </a:txBody>
                  <a:tcPr anchor="ctr">
                    <a:solidFill>
                      <a:srgbClr val="F1F4F6"/>
                    </a:solidFill>
                  </a:tcPr>
                </a:tc>
                <a:tc>
                  <a:txBody>
                    <a:bodyPr/>
                    <a:lstStyle/>
                    <a:p>
                      <a:pPr algn="ctr"/>
                      <a:r>
                        <a:rPr sz="2025" b="0">
                          <a:solidFill>
                            <a:srgbClr val="151515"/>
                          </a:solidFill>
                          <a:latin typeface="Malgun Gothic"/>
                          <a:ea typeface="Malgun Gothic"/>
                          <a:cs typeface="Malgun Gothic"/>
                        </a:rPr>
                        <a:t>2T(n/2) + O(1)</a:t>
                      </a:r>
                    </a:p>
                  </a:txBody>
                  <a:tcPr anchor="ctr">
                    <a:solidFill>
                      <a:srgbClr val="F1F4F6"/>
                    </a:solidFill>
                  </a:tcPr>
                </a:tc>
                <a:tc>
                  <a:txBody>
                    <a:bodyPr/>
                    <a:lstStyle/>
                    <a:p>
                      <a:pPr algn="ctr"/>
                      <a:r>
                        <a:rPr sz="2025" b="0">
                          <a:solidFill>
                            <a:srgbClr val="151515"/>
                          </a:solidFill>
                          <a:latin typeface="Malgun Gothic"/>
                          <a:ea typeface="Malgun Gothic"/>
                          <a:cs typeface="Malgun Gothic"/>
                        </a:rPr>
                        <a:t>O(n)</a:t>
                      </a:r>
                    </a:p>
                  </a:txBody>
                  <a:tcPr anchor="ctr">
                    <a:solidFill>
                      <a:srgbClr val="F1F4F6"/>
                    </a:solidFill>
                  </a:tcPr>
                </a:tc>
                <a:extLst>
                  <a:ext uri="{0D108BD9-81ED-4DB2-BD59-A6C34878D82A}">
                    <a16:rowId xmlns:a16="http://schemas.microsoft.com/office/drawing/2014/main" val="10002"/>
                  </a:ext>
                </a:extLst>
              </a:tr>
              <a:tr h="695325">
                <a:tc>
                  <a:txBody>
                    <a:bodyPr/>
                    <a:lstStyle/>
                    <a:p>
                      <a:pPr algn="ctr"/>
                      <a:r>
                        <a:rPr sz="2025" b="0">
                          <a:solidFill>
                            <a:srgbClr val="151515"/>
                          </a:solidFill>
                          <a:latin typeface="Malgun Gothic"/>
                          <a:ea typeface="Malgun Gothic"/>
                          <a:cs typeface="Malgun Gothic"/>
                        </a:rPr>
                        <a:t>병합 정렬</a:t>
                      </a:r>
                    </a:p>
                  </a:txBody>
                  <a:tcPr anchor="ctr">
                    <a:solidFill>
                      <a:srgbClr val="FFFFFF"/>
                    </a:solidFill>
                  </a:tcPr>
                </a:tc>
                <a:tc>
                  <a:txBody>
                    <a:bodyPr/>
                    <a:lstStyle/>
                    <a:p>
                      <a:pPr algn="ctr"/>
                      <a:r>
                        <a:rPr sz="2025" b="0">
                          <a:solidFill>
                            <a:srgbClr val="151515"/>
                          </a:solidFill>
                          <a:latin typeface="Malgun Gothic"/>
                          <a:ea typeface="Malgun Gothic"/>
                          <a:cs typeface="Malgun Gothic"/>
                        </a:rPr>
                        <a:t>2T(n/2) + O(n)</a:t>
                      </a:r>
                    </a:p>
                  </a:txBody>
                  <a:tcPr anchor="ctr">
                    <a:solidFill>
                      <a:srgbClr val="FFFFFF"/>
                    </a:solidFill>
                  </a:tcPr>
                </a:tc>
                <a:tc>
                  <a:txBody>
                    <a:bodyPr/>
                    <a:lstStyle/>
                    <a:p>
                      <a:pPr algn="ctr"/>
                      <a:r>
                        <a:rPr sz="2025" b="0">
                          <a:solidFill>
                            <a:srgbClr val="151515"/>
                          </a:solidFill>
                          <a:latin typeface="Malgun Gothic"/>
                          <a:ea typeface="Malgun Gothic"/>
                          <a:cs typeface="Malgun Gothic"/>
                        </a:rPr>
                        <a:t>O(n log n)</a:t>
                      </a:r>
                    </a:p>
                  </a:txBody>
                  <a:tcPr anchor="ctr">
                    <a:solidFill>
                      <a:srgbClr val="FFFFFF"/>
                    </a:solidFill>
                  </a:tcPr>
                </a:tc>
                <a:extLst>
                  <a:ext uri="{0D108BD9-81ED-4DB2-BD59-A6C34878D82A}">
                    <a16:rowId xmlns:a16="http://schemas.microsoft.com/office/drawing/2014/main" val="10003"/>
                  </a:ext>
                </a:extLst>
              </a:tr>
              <a:tr h="695325">
                <a:tc>
                  <a:txBody>
                    <a:bodyPr/>
                    <a:lstStyle/>
                    <a:p>
                      <a:pPr algn="ctr"/>
                      <a:r>
                        <a:rPr sz="2025" b="0">
                          <a:solidFill>
                            <a:srgbClr val="151515"/>
                          </a:solidFill>
                          <a:latin typeface="Malgun Gothic"/>
                          <a:ea typeface="Malgun Gothic"/>
                          <a:cs typeface="Malgun Gothic"/>
                        </a:rPr>
                        <a:t>최대 구간 합</a:t>
                      </a:r>
                    </a:p>
                  </a:txBody>
                  <a:tcPr anchor="ctr">
                    <a:solidFill>
                      <a:srgbClr val="F1F4F6"/>
                    </a:solidFill>
                  </a:tcPr>
                </a:tc>
                <a:tc>
                  <a:txBody>
                    <a:bodyPr/>
                    <a:lstStyle/>
                    <a:p>
                      <a:pPr algn="ctr"/>
                      <a:r>
                        <a:rPr sz="2025" b="0">
                          <a:solidFill>
                            <a:srgbClr val="151515"/>
                          </a:solidFill>
                          <a:latin typeface="Malgun Gothic"/>
                          <a:ea typeface="Malgun Gothic"/>
                          <a:cs typeface="Malgun Gothic"/>
                        </a:rPr>
                        <a:t>2T(n/2) + O(n)</a:t>
                      </a:r>
                    </a:p>
                  </a:txBody>
                  <a:tcPr anchor="ctr">
                    <a:solidFill>
                      <a:srgbClr val="F1F4F6"/>
                    </a:solidFill>
                  </a:tcPr>
                </a:tc>
                <a:tc>
                  <a:txBody>
                    <a:bodyPr/>
                    <a:lstStyle/>
                    <a:p>
                      <a:pPr algn="ctr"/>
                      <a:r>
                        <a:rPr sz="2025" b="0">
                          <a:solidFill>
                            <a:srgbClr val="151515"/>
                          </a:solidFill>
                          <a:latin typeface="Malgun Gothic"/>
                          <a:ea typeface="Malgun Gothic"/>
                          <a:cs typeface="Malgun Gothic"/>
                        </a:rPr>
                        <a:t>O(n log n)</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8" name="shape-690">
            <a:extLst>
              <a:ext uri="{FF2B5EF4-FFF2-40B4-BE49-F238E27FC236}">
                <a16:creationId xmlns:a16="http://schemas.microsoft.com/office/drawing/2014/main" id="{B542BE41-F5AB-438E-AE9A-8BD8442A4EA1}"/>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표의 이진 탐색은 배열을 복사하지 않고 인덱스 경계를 바꾸는 구현입니다.</a:t>
            </a:r>
          </a:p>
        </p:txBody>
      </p:sp>
    </p:spTree>
    <p:extLst>
      <p:ext uri="{BB962C8B-B14F-4D97-AF65-F5344CB8AC3E}">
        <p14:creationId xmlns:p14="http://schemas.microsoft.com/office/powerpoint/2010/main" val="690019290"/>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691">
            <a:extLst>
              <a:ext uri="{FF2B5EF4-FFF2-40B4-BE49-F238E27FC236}">
                <a16:creationId xmlns:a16="http://schemas.microsoft.com/office/drawing/2014/main" id="{99B970FD-D29A-478D-B616-BEE379839CE6}"/>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692">
            <a:extLst>
              <a:ext uri="{FF2B5EF4-FFF2-40B4-BE49-F238E27FC236}">
                <a16:creationId xmlns:a16="http://schemas.microsoft.com/office/drawing/2014/main" id="{C67B6B59-E351-408A-9DC5-BA0262464BE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693">
            <a:extLst>
              <a:ext uri="{FF2B5EF4-FFF2-40B4-BE49-F238E27FC236}">
                <a16:creationId xmlns:a16="http://schemas.microsoft.com/office/drawing/2014/main" id="{F2387B48-2FF5-4F06-8F44-FC190457EA4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마스터 정리를 적용할 수 있는 호출 구조</a:t>
            </a:r>
          </a:p>
        </p:txBody>
      </p:sp>
      <p:sp>
        <p:nvSpPr>
          <p:cNvPr id="4" name="shape-694">
            <a:extLst>
              <a:ext uri="{FF2B5EF4-FFF2-40B4-BE49-F238E27FC236}">
                <a16:creationId xmlns:a16="http://schemas.microsoft.com/office/drawing/2014/main" id="{917BC387-B97A-4619-8A9D-C8D1B6DD735E}"/>
              </a:ext>
            </a:extLst>
          </p:cNvPr>
          <p:cNvSpPr>
            <a:spLocks noGrp="1"/>
          </p:cNvSpPr>
          <p:nvPr/>
        </p:nvSpPr>
        <p:spPr>
          <a:xfrm>
            <a:off x="609600" y="1381125"/>
            <a:ext cx="10972800" cy="9525"/>
          </a:xfrm>
          <a:prstGeom prst="rect">
            <a:avLst/>
          </a:prstGeom>
          <a:solidFill>
            <a:srgbClr val="151515"/>
          </a:solidFill>
          <a:ln w="0">
            <a:noFill/>
          </a:ln>
        </p:spPr>
      </p:sp>
      <p:sp>
        <p:nvSpPr>
          <p:cNvPr id="5" name="shape-695">
            <a:extLst>
              <a:ext uri="{FF2B5EF4-FFF2-40B4-BE49-F238E27FC236}">
                <a16:creationId xmlns:a16="http://schemas.microsoft.com/office/drawing/2014/main" id="{9FAA9BAD-2DA0-4335-8582-E9C4CE84A1A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AB386B7E-27C2-4698-ABF4-3BDE4D05DAF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228</a:t>
            </a:r>
            <a:endParaRPr sz="1050" b="0">
              <a:solidFill>
                <a:srgbClr val="151515"/>
              </a:solidFill>
              <a:latin typeface="Consolas"/>
              <a:ea typeface="Consolas"/>
              <a:cs typeface="Consolas"/>
            </a:endParaRPr>
          </a:p>
        </p:txBody>
      </p:sp>
      <p:sp>
        <p:nvSpPr>
          <p:cNvPr id="7" name="shape-697">
            <a:extLst>
              <a:ext uri="{FF2B5EF4-FFF2-40B4-BE49-F238E27FC236}">
                <a16:creationId xmlns:a16="http://schemas.microsoft.com/office/drawing/2014/main" id="{3E766A90-6D7B-44A7-BE99-9C491EFFD50A}"/>
              </a:ext>
            </a:extLst>
          </p:cNvPr>
          <p:cNvSpPr>
            <a:spLocks noGrp="1"/>
          </p:cNvSpPr>
          <p:nvPr/>
        </p:nvSpPr>
        <p:spPr>
          <a:xfrm>
            <a:off x="609600" y="1771650"/>
            <a:ext cx="10972800" cy="409575"/>
          </a:xfrm>
          <a:prstGeom prst="rect">
            <a:avLst/>
          </a:prstGeom>
          <a:noFill/>
          <a:ln w="0">
            <a:noFill/>
          </a:ln>
        </p:spPr>
        <p:txBody>
          <a:bodyPr wrap="none" lIns="0" tIns="0" rIns="0" bIns="0" anchor="t">
            <a:noAutofit/>
          </a:bodyPr>
          <a:lstStyle>
            <a:defPPr algn="l">
              <a:defRPr sz="2175" b="1">
                <a:solidFill>
                  <a:srgbClr val="146995"/>
                </a:solidFill>
                <a:latin typeface="Malgun Gothic"/>
                <a:ea typeface="Malgun Gothic"/>
                <a:cs typeface="Malgun Gothic"/>
              </a:defRPr>
            </a:defPPr>
          </a:lstStyle>
          <a:p>
            <a:pPr algn="l">
              <a:lnSpc>
                <a:spcPct val="112000"/>
              </a:lnSpc>
              <a:buNone/>
              <a:defRPr sz="2175" b="1">
                <a:solidFill>
                  <a:srgbClr val="146995"/>
                </a:solidFill>
                <a:latin typeface="Malgun Gothic"/>
                <a:ea typeface="Malgun Gothic"/>
                <a:cs typeface="Malgun Gothic"/>
              </a:defRPr>
            </a:pPr>
            <a:r>
              <a:rPr sz="2175" b="1">
                <a:solidFill>
                  <a:srgbClr val="146995"/>
                </a:solidFill>
                <a:latin typeface="Malgun Gothic"/>
                <a:ea typeface="Malgun Gothic"/>
                <a:cs typeface="Malgun Gothic"/>
              </a:rPr>
              <a:t>병합 정렬: 크기가 거의 같은 두 절반</a:t>
            </a:r>
          </a:p>
        </p:txBody>
      </p:sp>
      <p:sp>
        <p:nvSpPr>
          <p:cNvPr id="8" name="shape-698">
            <a:extLst>
              <a:ext uri="{FF2B5EF4-FFF2-40B4-BE49-F238E27FC236}">
                <a16:creationId xmlns:a16="http://schemas.microsoft.com/office/drawing/2014/main" id="{B2E18613-FF27-4EFE-A73A-86A881E44E80}"/>
              </a:ext>
            </a:extLst>
          </p:cNvPr>
          <p:cNvSpPr>
            <a:spLocks noGrp="1"/>
          </p:cNvSpPr>
          <p:nvPr/>
        </p:nvSpPr>
        <p:spPr>
          <a:xfrm>
            <a:off x="2257425" y="2476500"/>
            <a:ext cx="3000375" cy="647700"/>
          </a:xfrm>
          <a:prstGeom prst="rect">
            <a:avLst/>
          </a:prstGeom>
          <a:solidFill>
            <a:srgbClr val="EEF5F8"/>
          </a:solidFill>
          <a:ln w="14288">
            <a:solidFill>
              <a:srgbClr val="146995"/>
            </a:solidFill>
          </a:ln>
        </p:spPr>
      </p:sp>
      <p:sp>
        <p:nvSpPr>
          <p:cNvPr id="9" name="shape-699">
            <a:extLst>
              <a:ext uri="{FF2B5EF4-FFF2-40B4-BE49-F238E27FC236}">
                <a16:creationId xmlns:a16="http://schemas.microsoft.com/office/drawing/2014/main" id="{E1496373-8AFE-43C2-B0A4-7F617B2808B5}"/>
              </a:ext>
            </a:extLst>
          </p:cNvPr>
          <p:cNvSpPr>
            <a:spLocks noGrp="1"/>
          </p:cNvSpPr>
          <p:nvPr/>
        </p:nvSpPr>
        <p:spPr>
          <a:xfrm>
            <a:off x="2295525" y="2581275"/>
            <a:ext cx="2924175" cy="5048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길이 n/2</a:t>
            </a:r>
          </a:p>
        </p:txBody>
      </p:sp>
      <p:sp>
        <p:nvSpPr>
          <p:cNvPr id="10" name="shape-700">
            <a:extLst>
              <a:ext uri="{FF2B5EF4-FFF2-40B4-BE49-F238E27FC236}">
                <a16:creationId xmlns:a16="http://schemas.microsoft.com/office/drawing/2014/main" id="{48E0226B-077C-46C8-B32D-837B585B15D2}"/>
              </a:ext>
            </a:extLst>
          </p:cNvPr>
          <p:cNvSpPr>
            <a:spLocks noGrp="1"/>
          </p:cNvSpPr>
          <p:nvPr/>
        </p:nvSpPr>
        <p:spPr>
          <a:xfrm>
            <a:off x="7000875" y="2476500"/>
            <a:ext cx="3000375" cy="647700"/>
          </a:xfrm>
          <a:prstGeom prst="rect">
            <a:avLst/>
          </a:prstGeom>
          <a:solidFill>
            <a:srgbClr val="EEF5F8"/>
          </a:solidFill>
          <a:ln w="14288">
            <a:solidFill>
              <a:srgbClr val="146995"/>
            </a:solidFill>
          </a:ln>
        </p:spPr>
      </p:sp>
      <p:sp>
        <p:nvSpPr>
          <p:cNvPr id="11" name="shape-701">
            <a:extLst>
              <a:ext uri="{FF2B5EF4-FFF2-40B4-BE49-F238E27FC236}">
                <a16:creationId xmlns:a16="http://schemas.microsoft.com/office/drawing/2014/main" id="{76C10BB6-20E9-4EF3-8571-E81C15F213D5}"/>
              </a:ext>
            </a:extLst>
          </p:cNvPr>
          <p:cNvSpPr>
            <a:spLocks noGrp="1"/>
          </p:cNvSpPr>
          <p:nvPr/>
        </p:nvSpPr>
        <p:spPr>
          <a:xfrm>
            <a:off x="7038975" y="2581275"/>
            <a:ext cx="2924175" cy="5048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길이 n/2</a:t>
            </a:r>
          </a:p>
        </p:txBody>
      </p:sp>
      <p:sp>
        <p:nvSpPr>
          <p:cNvPr id="12" name="shape-702">
            <a:extLst>
              <a:ext uri="{FF2B5EF4-FFF2-40B4-BE49-F238E27FC236}">
                <a16:creationId xmlns:a16="http://schemas.microsoft.com/office/drawing/2014/main" id="{FFA4CEFB-C2C4-4FDF-8DF3-CBF29DF52E22}"/>
              </a:ext>
            </a:extLst>
          </p:cNvPr>
          <p:cNvSpPr>
            <a:spLocks noGrp="1"/>
          </p:cNvSpPr>
          <p:nvPr/>
        </p:nvSpPr>
        <p:spPr>
          <a:xfrm>
            <a:off x="609600" y="3810000"/>
            <a:ext cx="10972800" cy="409575"/>
          </a:xfrm>
          <a:prstGeom prst="rect">
            <a:avLst/>
          </a:prstGeom>
          <a:noFill/>
          <a:ln w="0">
            <a:noFill/>
          </a:ln>
        </p:spPr>
        <p:txBody>
          <a:bodyPr wrap="none" lIns="0" tIns="0" rIns="0" bIns="0" anchor="t">
            <a:noAutofit/>
          </a:bodyPr>
          <a:lstStyle>
            <a:defPPr algn="l">
              <a:defRPr sz="2175" b="1">
                <a:solidFill>
                  <a:srgbClr val="AD630C"/>
                </a:solidFill>
                <a:latin typeface="Malgun Gothic"/>
                <a:ea typeface="Malgun Gothic"/>
                <a:cs typeface="Malgun Gothic"/>
              </a:defRPr>
            </a:defPPr>
          </a:lstStyle>
          <a:p>
            <a:pPr algn="l">
              <a:lnSpc>
                <a:spcPct val="112000"/>
              </a:lnSpc>
              <a:buNone/>
              <a:defRPr sz="2175" b="1">
                <a:solidFill>
                  <a:srgbClr val="AD630C"/>
                </a:solidFill>
                <a:latin typeface="Malgun Gothic"/>
                <a:ea typeface="Malgun Gothic"/>
                <a:cs typeface="Malgun Gothic"/>
              </a:defRPr>
            </a:pPr>
            <a:r>
              <a:rPr sz="2175" b="1">
                <a:solidFill>
                  <a:srgbClr val="AD630C"/>
                </a:solidFill>
                <a:latin typeface="Malgun Gothic"/>
                <a:ea typeface="Malgun Gothic"/>
                <a:cs typeface="Malgun Gothic"/>
              </a:rPr>
              <a:t>퀵 정렬: 피벗에 따라 구간 크기가 달라짐</a:t>
            </a:r>
          </a:p>
        </p:txBody>
      </p:sp>
      <p:sp>
        <p:nvSpPr>
          <p:cNvPr id="13" name="shape-703">
            <a:extLst>
              <a:ext uri="{FF2B5EF4-FFF2-40B4-BE49-F238E27FC236}">
                <a16:creationId xmlns:a16="http://schemas.microsoft.com/office/drawing/2014/main" id="{2E107A46-805C-4420-9BFA-20721FB83D7D}"/>
              </a:ext>
            </a:extLst>
          </p:cNvPr>
          <p:cNvSpPr>
            <a:spLocks noGrp="1"/>
          </p:cNvSpPr>
          <p:nvPr/>
        </p:nvSpPr>
        <p:spPr>
          <a:xfrm>
            <a:off x="1409700" y="4591050"/>
            <a:ext cx="4105275" cy="647700"/>
          </a:xfrm>
          <a:prstGeom prst="rect">
            <a:avLst/>
          </a:prstGeom>
          <a:solidFill>
            <a:srgbClr val="EEF5F8"/>
          </a:solidFill>
          <a:ln w="14288">
            <a:solidFill>
              <a:srgbClr val="21744F"/>
            </a:solidFill>
          </a:ln>
        </p:spPr>
      </p:sp>
      <p:sp>
        <p:nvSpPr>
          <p:cNvPr id="14" name="shape-704">
            <a:extLst>
              <a:ext uri="{FF2B5EF4-FFF2-40B4-BE49-F238E27FC236}">
                <a16:creationId xmlns:a16="http://schemas.microsoft.com/office/drawing/2014/main" id="{923E2421-499C-4C9E-84B5-5D42EA6FF010}"/>
              </a:ext>
            </a:extLst>
          </p:cNvPr>
          <p:cNvSpPr>
            <a:spLocks noGrp="1"/>
          </p:cNvSpPr>
          <p:nvPr/>
        </p:nvSpPr>
        <p:spPr>
          <a:xfrm>
            <a:off x="1447800" y="4695825"/>
            <a:ext cx="4029075" cy="504825"/>
          </a:xfrm>
          <a:prstGeom prst="rect">
            <a:avLst/>
          </a:prstGeom>
          <a:noFill/>
          <a:ln w="0">
            <a:noFill/>
          </a:ln>
        </p:spPr>
        <p:txBody>
          <a:bodyPr wrap="none" lIns="0" tIns="0" rIns="0" bIns="0" anchor="t">
            <a:noAutofit/>
          </a:bodyPr>
          <a:lstStyle>
            <a:defPPr algn="ctr">
              <a:defRPr sz="1875" b="1">
                <a:solidFill>
                  <a:srgbClr val="21744F"/>
                </a:solidFill>
                <a:latin typeface="Malgun Gothic"/>
                <a:ea typeface="Malgun Gothic"/>
                <a:cs typeface="Malgun Gothic"/>
              </a:defRPr>
            </a:defPPr>
          </a:lstStyle>
          <a:p>
            <a:pPr algn="ctr">
              <a:lnSpc>
                <a:spcPct val="112000"/>
              </a:lnSpc>
              <a:buNone/>
              <a:defRPr sz="1875" b="1">
                <a:solidFill>
                  <a:srgbClr val="21744F"/>
                </a:solidFill>
                <a:latin typeface="Malgun Gothic"/>
                <a:ea typeface="Malgun Gothic"/>
                <a:cs typeface="Malgun Gothic"/>
              </a:defRPr>
            </a:pPr>
            <a:r>
              <a:rPr sz="1875" b="1">
                <a:solidFill>
                  <a:srgbClr val="21744F"/>
                </a:solidFill>
                <a:latin typeface="Malgun Gothic"/>
                <a:ea typeface="Malgun Gothic"/>
                <a:cs typeface="Malgun Gothic"/>
              </a:rPr>
              <a:t>균형: 3개 / 4개</a:t>
            </a:r>
          </a:p>
        </p:txBody>
      </p:sp>
      <p:sp>
        <p:nvSpPr>
          <p:cNvPr id="15" name="shape-705">
            <a:extLst>
              <a:ext uri="{FF2B5EF4-FFF2-40B4-BE49-F238E27FC236}">
                <a16:creationId xmlns:a16="http://schemas.microsoft.com/office/drawing/2014/main" id="{DDC6550D-F9F7-42F3-9F42-C1B740AD51D3}"/>
              </a:ext>
            </a:extLst>
          </p:cNvPr>
          <p:cNvSpPr>
            <a:spLocks noGrp="1"/>
          </p:cNvSpPr>
          <p:nvPr/>
        </p:nvSpPr>
        <p:spPr>
          <a:xfrm>
            <a:off x="6696075" y="4591050"/>
            <a:ext cx="4105275" cy="647700"/>
          </a:xfrm>
          <a:prstGeom prst="rect">
            <a:avLst/>
          </a:prstGeom>
          <a:solidFill>
            <a:srgbClr val="EEF5F8"/>
          </a:solidFill>
          <a:ln w="14288">
            <a:solidFill>
              <a:srgbClr val="AD630C"/>
            </a:solidFill>
          </a:ln>
        </p:spPr>
      </p:sp>
      <p:sp>
        <p:nvSpPr>
          <p:cNvPr id="16" name="shape-706">
            <a:extLst>
              <a:ext uri="{FF2B5EF4-FFF2-40B4-BE49-F238E27FC236}">
                <a16:creationId xmlns:a16="http://schemas.microsoft.com/office/drawing/2014/main" id="{228E370F-D45F-4C63-BCD6-E3BA36B6E908}"/>
              </a:ext>
            </a:extLst>
          </p:cNvPr>
          <p:cNvSpPr>
            <a:spLocks noGrp="1"/>
          </p:cNvSpPr>
          <p:nvPr/>
        </p:nvSpPr>
        <p:spPr>
          <a:xfrm>
            <a:off x="6734175" y="4695825"/>
            <a:ext cx="4029075" cy="504825"/>
          </a:xfrm>
          <a:prstGeom prst="rect">
            <a:avLst/>
          </a:prstGeom>
          <a:noFill/>
          <a:ln w="0">
            <a:noFill/>
          </a:ln>
        </p:spPr>
        <p:txBody>
          <a:bodyPr wrap="none" lIns="0" tIns="0" rIns="0" bIns="0" anchor="t">
            <a:noAutofit/>
          </a:bodyPr>
          <a:lstStyle>
            <a:defPPr algn="ctr">
              <a:defRPr sz="1875" b="1">
                <a:solidFill>
                  <a:srgbClr val="AD630C"/>
                </a:solidFill>
                <a:latin typeface="Malgun Gothic"/>
                <a:ea typeface="Malgun Gothic"/>
                <a:cs typeface="Malgun Gothic"/>
              </a:defRPr>
            </a:defPPr>
          </a:lstStyle>
          <a:p>
            <a:pPr algn="ctr">
              <a:lnSpc>
                <a:spcPct val="112000"/>
              </a:lnSpc>
              <a:buNone/>
              <a:defRPr sz="1875" b="1">
                <a:solidFill>
                  <a:srgbClr val="AD630C"/>
                </a:solidFill>
                <a:latin typeface="Malgun Gothic"/>
                <a:ea typeface="Malgun Gothic"/>
                <a:cs typeface="Malgun Gothic"/>
              </a:defRPr>
            </a:pPr>
            <a:r>
              <a:rPr sz="1875" b="1">
                <a:solidFill>
                  <a:srgbClr val="AD630C"/>
                </a:solidFill>
                <a:latin typeface="Malgun Gothic"/>
                <a:ea typeface="Malgun Gothic"/>
                <a:cs typeface="Malgun Gothic"/>
              </a:rPr>
              <a:t>치우침: 0개 / 7개</a:t>
            </a:r>
          </a:p>
        </p:txBody>
      </p:sp>
      <p:sp>
        <p:nvSpPr>
          <p:cNvPr id="17" name="shape-707">
            <a:extLst>
              <a:ext uri="{FF2B5EF4-FFF2-40B4-BE49-F238E27FC236}">
                <a16:creationId xmlns:a16="http://schemas.microsoft.com/office/drawing/2014/main" id="{EE82818D-EF02-48BE-A825-93A3B137B98F}"/>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모든 재귀식에 같은 공식이 적용되지는 않습니다. 코드의 분할 크기와 추가 작업을 먼저 확인합니다.</a:t>
            </a:r>
          </a:p>
        </p:txBody>
      </p:sp>
    </p:spTree>
    <p:extLst>
      <p:ext uri="{BB962C8B-B14F-4D97-AF65-F5344CB8AC3E}">
        <p14:creationId xmlns:p14="http://schemas.microsoft.com/office/powerpoint/2010/main" val="1848348034"/>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hape-708">
            <a:extLst>
              <a:ext uri="{FF2B5EF4-FFF2-40B4-BE49-F238E27FC236}">
                <a16:creationId xmlns:a16="http://schemas.microsoft.com/office/drawing/2014/main" id="{9EF948CA-A6D8-4911-8137-25A3D7819B06}"/>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shape-709">
            <a:extLst>
              <a:ext uri="{FF2B5EF4-FFF2-40B4-BE49-F238E27FC236}">
                <a16:creationId xmlns:a16="http://schemas.microsoft.com/office/drawing/2014/main" id="{4F429207-B1FC-4FC9-8F65-F2B7F7B3C9F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710">
            <a:extLst>
              <a:ext uri="{FF2B5EF4-FFF2-40B4-BE49-F238E27FC236}">
                <a16:creationId xmlns:a16="http://schemas.microsoft.com/office/drawing/2014/main" id="{10201DA8-C64C-4C56-8453-6ABF3CC635B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참고: 층 그림을 일반 기호로 쓰면</a:t>
            </a:r>
          </a:p>
        </p:txBody>
      </p:sp>
      <p:sp>
        <p:nvSpPr>
          <p:cNvPr id="4" name="shape-711">
            <a:extLst>
              <a:ext uri="{FF2B5EF4-FFF2-40B4-BE49-F238E27FC236}">
                <a16:creationId xmlns:a16="http://schemas.microsoft.com/office/drawing/2014/main" id="{1AFB48B9-E578-46D1-A185-A6A1FAB5166F}"/>
              </a:ext>
            </a:extLst>
          </p:cNvPr>
          <p:cNvSpPr>
            <a:spLocks noGrp="1"/>
          </p:cNvSpPr>
          <p:nvPr/>
        </p:nvSpPr>
        <p:spPr>
          <a:xfrm>
            <a:off x="609600" y="1381125"/>
            <a:ext cx="10972800" cy="9525"/>
          </a:xfrm>
          <a:prstGeom prst="rect">
            <a:avLst/>
          </a:prstGeom>
          <a:solidFill>
            <a:srgbClr val="151515"/>
          </a:solidFill>
          <a:ln w="0">
            <a:noFill/>
          </a:ln>
        </p:spPr>
      </p:sp>
      <p:sp>
        <p:nvSpPr>
          <p:cNvPr id="5" name="shape-712">
            <a:extLst>
              <a:ext uri="{FF2B5EF4-FFF2-40B4-BE49-F238E27FC236}">
                <a16:creationId xmlns:a16="http://schemas.microsoft.com/office/drawing/2014/main" id="{F399E1D3-555B-4FBF-B0C5-757B8C0D79C8}"/>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9D834791-94E0-4724-9E5A-4711CFF4924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229</a:t>
            </a:r>
            <a:endParaRPr sz="1050" b="0">
              <a:solidFill>
                <a:srgbClr val="151515"/>
              </a:solidFill>
              <a:latin typeface="Consolas"/>
              <a:ea typeface="Consolas"/>
              <a:cs typeface="Consolas"/>
            </a:endParaRPr>
          </a:p>
        </p:txBody>
      </p:sp>
      <p:sp>
        <p:nvSpPr>
          <p:cNvPr id="7" name="shape-714">
            <a:extLst>
              <a:ext uri="{FF2B5EF4-FFF2-40B4-BE49-F238E27FC236}">
                <a16:creationId xmlns:a16="http://schemas.microsoft.com/office/drawing/2014/main" id="{B5AA7763-F4EE-484D-91DD-6AF0FD209B51}"/>
              </a:ext>
            </a:extLst>
          </p:cNvPr>
          <p:cNvSpPr>
            <a:spLocks noGrp="1"/>
          </p:cNvSpPr>
          <p:nvPr/>
        </p:nvSpPr>
        <p:spPr>
          <a:xfrm>
            <a:off x="609600" y="1790700"/>
            <a:ext cx="10972800" cy="542925"/>
          </a:xfrm>
          <a:prstGeom prst="rect">
            <a:avLst/>
          </a:prstGeom>
          <a:noFill/>
          <a:ln w="0">
            <a:noFill/>
          </a:ln>
        </p:spPr>
        <p:txBody>
          <a:bodyPr wrap="none" lIns="0" tIns="0" rIns="0" bIns="0" anchor="t">
            <a:noAutofit/>
          </a:bodyPr>
          <a:lstStyle>
            <a:defPPr algn="l">
              <a:defRPr sz="2550" b="1">
                <a:solidFill>
                  <a:srgbClr val="146995"/>
                </a:solidFill>
                <a:latin typeface="Consolas"/>
                <a:ea typeface="Consolas"/>
                <a:cs typeface="Consolas"/>
              </a:defRPr>
            </a:defPPr>
          </a:lstStyle>
          <a:p>
            <a:pPr algn="l">
              <a:lnSpc>
                <a:spcPct val="112000"/>
              </a:lnSpc>
              <a:buNone/>
              <a:defRPr sz="2550" b="1">
                <a:solidFill>
                  <a:srgbClr val="146995"/>
                </a:solidFill>
                <a:latin typeface="Consolas"/>
                <a:ea typeface="Consolas"/>
                <a:cs typeface="Consolas"/>
              </a:defRPr>
            </a:pPr>
            <a:r>
              <a:rPr sz="2550" b="1">
                <a:solidFill>
                  <a:srgbClr val="146995"/>
                </a:solidFill>
                <a:latin typeface="Consolas"/>
                <a:ea typeface="Consolas"/>
                <a:cs typeface="Consolas"/>
              </a:rPr>
              <a:t>T(n) = aT(n/b) + Θ(nᵈ),  p = log_b a</a:t>
            </a:r>
          </a:p>
        </p:txBody>
      </p:sp>
      <p:graphicFrame>
        <p:nvGraphicFramePr>
          <p:cNvPr id="8" name="표 7">
            <a:extLst>
              <a:ext uri="{FF2B5EF4-FFF2-40B4-BE49-F238E27FC236}">
                <a16:creationId xmlns:a16="http://schemas.microsoft.com/office/drawing/2014/main" id="{80D1EF54-3AA9-4506-90F9-981F83040304}"/>
              </a:ext>
            </a:extLst>
          </p:cNvPr>
          <p:cNvGraphicFramePr/>
          <p:nvPr/>
        </p:nvGraphicFramePr>
        <p:xfrm>
          <a:off x="609600" y="2771775"/>
          <a:ext cx="10972800" cy="2505075"/>
        </p:xfrm>
        <a:graphic>
          <a:graphicData uri="http://schemas.openxmlformats.org/drawingml/2006/table">
            <a:tbl>
              <a:tblPr/>
              <a:tblGrid>
                <a:gridCol w="2438400">
                  <a:extLst>
                    <a:ext uri="{9D8B030D-6E8A-4147-A177-3AD203B41FA5}">
                      <a16:colId xmlns:a16="http://schemas.microsoft.com/office/drawing/2014/main" val="20000"/>
                    </a:ext>
                  </a:extLst>
                </a:gridCol>
                <a:gridCol w="4600575">
                  <a:extLst>
                    <a:ext uri="{9D8B030D-6E8A-4147-A177-3AD203B41FA5}">
                      <a16:colId xmlns:a16="http://schemas.microsoft.com/office/drawing/2014/main" val="20001"/>
                    </a:ext>
                  </a:extLst>
                </a:gridCol>
                <a:gridCol w="3933825">
                  <a:extLst>
                    <a:ext uri="{9D8B030D-6E8A-4147-A177-3AD203B41FA5}">
                      <a16:colId xmlns:a16="http://schemas.microsoft.com/office/drawing/2014/main" val="20002"/>
                    </a:ext>
                  </a:extLst>
                </a:gridCol>
              </a:tblGrid>
              <a:tr h="626269">
                <a:tc>
                  <a:txBody>
                    <a:bodyPr/>
                    <a:lstStyle/>
                    <a:p>
                      <a:pPr algn="ctr"/>
                      <a:r>
                        <a:rPr sz="2100" b="1">
                          <a:solidFill>
                            <a:srgbClr val="FFFFFF"/>
                          </a:solidFill>
                          <a:latin typeface="Malgun Gothic"/>
                          <a:ea typeface="Malgun Gothic"/>
                          <a:cs typeface="Malgun Gothic"/>
                        </a:rPr>
                        <a:t>조건</a:t>
                      </a:r>
                    </a:p>
                  </a:txBody>
                  <a:tcPr anchor="ctr">
                    <a:solidFill>
                      <a:srgbClr val="151515"/>
                    </a:solidFill>
                  </a:tcPr>
                </a:tc>
                <a:tc>
                  <a:txBody>
                    <a:bodyPr/>
                    <a:lstStyle/>
                    <a:p>
                      <a:pPr algn="ctr"/>
                      <a:r>
                        <a:rPr sz="2100" b="1">
                          <a:solidFill>
                            <a:srgbClr val="FFFFFF"/>
                          </a:solidFill>
                          <a:latin typeface="Malgun Gothic"/>
                          <a:ea typeface="Malgun Gothic"/>
                          <a:cs typeface="Malgun Gothic"/>
                        </a:rPr>
                        <a:t>층별 일의 모습</a:t>
                      </a:r>
                    </a:p>
                  </a:txBody>
                  <a:tcPr anchor="ctr">
                    <a:solidFill>
                      <a:srgbClr val="151515"/>
                    </a:solidFill>
                  </a:tcPr>
                </a:tc>
                <a:tc>
                  <a:txBody>
                    <a:bodyPr/>
                    <a:lstStyle/>
                    <a:p>
                      <a:pPr algn="ctr"/>
                      <a:r>
                        <a:rPr sz="2100" b="1">
                          <a:solidFill>
                            <a:srgbClr val="FFFFFF"/>
                          </a:solidFill>
                          <a:latin typeface="Malgun Gothic"/>
                          <a:ea typeface="Malgun Gothic"/>
                          <a:cs typeface="Malgun Gothic"/>
                        </a:rPr>
                        <a:t>전체 시간</a:t>
                      </a:r>
                    </a:p>
                  </a:txBody>
                  <a:tcPr anchor="ctr">
                    <a:solidFill>
                      <a:srgbClr val="151515"/>
                    </a:solidFill>
                  </a:tcPr>
                </a:tc>
                <a:extLst>
                  <a:ext uri="{0D108BD9-81ED-4DB2-BD59-A6C34878D82A}">
                    <a16:rowId xmlns:a16="http://schemas.microsoft.com/office/drawing/2014/main" val="10000"/>
                  </a:ext>
                </a:extLst>
              </a:tr>
              <a:tr h="626269">
                <a:tc>
                  <a:txBody>
                    <a:bodyPr/>
                    <a:lstStyle/>
                    <a:p>
                      <a:pPr algn="ctr"/>
                      <a:r>
                        <a:rPr sz="2100" b="0">
                          <a:solidFill>
                            <a:srgbClr val="151515"/>
                          </a:solidFill>
                          <a:latin typeface="Malgun Gothic"/>
                          <a:ea typeface="Malgun Gothic"/>
                          <a:cs typeface="Malgun Gothic"/>
                        </a:rPr>
                        <a:t>d &lt; p</a:t>
                      </a:r>
                    </a:p>
                  </a:txBody>
                  <a:tcPr anchor="ctr">
                    <a:solidFill>
                      <a:srgbClr val="FFFFFF"/>
                    </a:solidFill>
                  </a:tcPr>
                </a:tc>
                <a:tc>
                  <a:txBody>
                    <a:bodyPr/>
                    <a:lstStyle/>
                    <a:p>
                      <a:pPr algn="ctr"/>
                      <a:r>
                        <a:rPr sz="2100" b="0">
                          <a:solidFill>
                            <a:srgbClr val="151515"/>
                          </a:solidFill>
                          <a:latin typeface="Malgun Gothic"/>
                          <a:ea typeface="Malgun Gothic"/>
                          <a:cs typeface="Malgun Gothic"/>
                        </a:rPr>
                        <a:t>아래로 갈수록 커짐</a:t>
                      </a:r>
                    </a:p>
                  </a:txBody>
                  <a:tcPr anchor="ctr">
                    <a:solidFill>
                      <a:srgbClr val="FFFFFF"/>
                    </a:solidFill>
                  </a:tcPr>
                </a:tc>
                <a:tc>
                  <a:txBody>
                    <a:bodyPr/>
                    <a:lstStyle/>
                    <a:p>
                      <a:pPr algn="ctr"/>
                      <a:r>
                        <a:rPr sz="2100" b="0">
                          <a:solidFill>
                            <a:srgbClr val="151515"/>
                          </a:solidFill>
                          <a:latin typeface="Malgun Gothic"/>
                          <a:ea typeface="Malgun Gothic"/>
                          <a:cs typeface="Malgun Gothic"/>
                        </a:rPr>
                        <a:t>Θ(nᵖ)</a:t>
                      </a:r>
                    </a:p>
                  </a:txBody>
                  <a:tcPr anchor="ctr">
                    <a:solidFill>
                      <a:srgbClr val="FFFFFF"/>
                    </a:solidFill>
                  </a:tcPr>
                </a:tc>
                <a:extLst>
                  <a:ext uri="{0D108BD9-81ED-4DB2-BD59-A6C34878D82A}">
                    <a16:rowId xmlns:a16="http://schemas.microsoft.com/office/drawing/2014/main" val="10001"/>
                  </a:ext>
                </a:extLst>
              </a:tr>
              <a:tr h="626269">
                <a:tc>
                  <a:txBody>
                    <a:bodyPr/>
                    <a:lstStyle/>
                    <a:p>
                      <a:pPr algn="ctr"/>
                      <a:r>
                        <a:rPr sz="2100" b="0">
                          <a:solidFill>
                            <a:srgbClr val="151515"/>
                          </a:solidFill>
                          <a:latin typeface="Malgun Gothic"/>
                          <a:ea typeface="Malgun Gothic"/>
                          <a:cs typeface="Malgun Gothic"/>
                        </a:rPr>
                        <a:t>d = p</a:t>
                      </a:r>
                    </a:p>
                  </a:txBody>
                  <a:tcPr anchor="ctr">
                    <a:solidFill>
                      <a:srgbClr val="F1F4F6"/>
                    </a:solidFill>
                  </a:tcPr>
                </a:tc>
                <a:tc>
                  <a:txBody>
                    <a:bodyPr/>
                    <a:lstStyle/>
                    <a:p>
                      <a:pPr algn="ctr"/>
                      <a:r>
                        <a:rPr sz="2100" b="0">
                          <a:solidFill>
                            <a:srgbClr val="151515"/>
                          </a:solidFill>
                          <a:latin typeface="Malgun Gothic"/>
                          <a:ea typeface="Malgun Gothic"/>
                          <a:cs typeface="Malgun Gothic"/>
                        </a:rPr>
                        <a:t>층마다 비슷함</a:t>
                      </a:r>
                    </a:p>
                  </a:txBody>
                  <a:tcPr anchor="ctr">
                    <a:solidFill>
                      <a:srgbClr val="F1F4F6"/>
                    </a:solidFill>
                  </a:tcPr>
                </a:tc>
                <a:tc>
                  <a:txBody>
                    <a:bodyPr/>
                    <a:lstStyle/>
                    <a:p>
                      <a:pPr algn="ctr"/>
                      <a:r>
                        <a:rPr sz="2100" b="0">
                          <a:solidFill>
                            <a:srgbClr val="151515"/>
                          </a:solidFill>
                          <a:latin typeface="Malgun Gothic"/>
                          <a:ea typeface="Malgun Gothic"/>
                          <a:cs typeface="Malgun Gothic"/>
                        </a:rPr>
                        <a:t>Θ(nᵖ log n)</a:t>
                      </a:r>
                    </a:p>
                  </a:txBody>
                  <a:tcPr anchor="ctr">
                    <a:solidFill>
                      <a:srgbClr val="F1F4F6"/>
                    </a:solidFill>
                  </a:tcPr>
                </a:tc>
                <a:extLst>
                  <a:ext uri="{0D108BD9-81ED-4DB2-BD59-A6C34878D82A}">
                    <a16:rowId xmlns:a16="http://schemas.microsoft.com/office/drawing/2014/main" val="10002"/>
                  </a:ext>
                </a:extLst>
              </a:tr>
              <a:tr h="626269">
                <a:tc>
                  <a:txBody>
                    <a:bodyPr/>
                    <a:lstStyle/>
                    <a:p>
                      <a:pPr algn="ctr"/>
                      <a:r>
                        <a:rPr sz="2100" b="0">
                          <a:solidFill>
                            <a:srgbClr val="151515"/>
                          </a:solidFill>
                          <a:latin typeface="Malgun Gothic"/>
                          <a:ea typeface="Malgun Gothic"/>
                          <a:cs typeface="Malgun Gothic"/>
                        </a:rPr>
                        <a:t>d &gt; p</a:t>
                      </a:r>
                    </a:p>
                  </a:txBody>
                  <a:tcPr anchor="ctr">
                    <a:solidFill>
                      <a:srgbClr val="FFFFFF"/>
                    </a:solidFill>
                  </a:tcPr>
                </a:tc>
                <a:tc>
                  <a:txBody>
                    <a:bodyPr/>
                    <a:lstStyle/>
                    <a:p>
                      <a:pPr algn="ctr"/>
                      <a:r>
                        <a:rPr sz="2100" b="0">
                          <a:solidFill>
                            <a:srgbClr val="151515"/>
                          </a:solidFill>
                          <a:latin typeface="Malgun Gothic"/>
                          <a:ea typeface="Malgun Gothic"/>
                          <a:cs typeface="Malgun Gothic"/>
                        </a:rPr>
                        <a:t>아래로 갈수록 작아짐</a:t>
                      </a:r>
                    </a:p>
                  </a:txBody>
                  <a:tcPr anchor="ctr">
                    <a:solidFill>
                      <a:srgbClr val="FFFFFF"/>
                    </a:solidFill>
                  </a:tcPr>
                </a:tc>
                <a:tc>
                  <a:txBody>
                    <a:bodyPr/>
                    <a:lstStyle/>
                    <a:p>
                      <a:pPr algn="ctr"/>
                      <a:r>
                        <a:rPr sz="2100" b="0">
                          <a:solidFill>
                            <a:srgbClr val="151515"/>
                          </a:solidFill>
                          <a:latin typeface="Malgun Gothic"/>
                          <a:ea typeface="Malgun Gothic"/>
                          <a:cs typeface="Malgun Gothic"/>
                        </a:rPr>
                        <a:t>Θ(nᵈ)</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9" name="shape-716">
            <a:extLst>
              <a:ext uri="{FF2B5EF4-FFF2-40B4-BE49-F238E27FC236}">
                <a16:creationId xmlns:a16="http://schemas.microsoft.com/office/drawing/2014/main" id="{A576DABF-457A-4323-AFC2-D3506663B088}"/>
              </a:ext>
            </a:extLst>
          </p:cNvPr>
          <p:cNvSpPr>
            <a:spLocks noGrp="1"/>
          </p:cNvSpPr>
          <p:nvPr/>
        </p:nvSpPr>
        <p:spPr>
          <a:xfrm>
            <a:off x="609600" y="5534025"/>
            <a:ext cx="10972800" cy="400050"/>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두 절반 예제: a=2, b=2 → 2¹=2 → p=1</a:t>
            </a:r>
          </a:p>
        </p:txBody>
      </p:sp>
      <p:sp>
        <p:nvSpPr>
          <p:cNvPr id="10" name="shape-717">
            <a:extLst>
              <a:ext uri="{FF2B5EF4-FFF2-40B4-BE49-F238E27FC236}">
                <a16:creationId xmlns:a16="http://schemas.microsoft.com/office/drawing/2014/main" id="{7F9442DD-32E1-41B5-848C-4209B3EE5115}"/>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a≥1, b&gt;1, d≥0이며 T(1)은 상수 시간인 거듭제곱 비용의 기본 경우를 정리한 표입니다.</a:t>
            </a:r>
          </a:p>
        </p:txBody>
      </p:sp>
    </p:spTree>
    <p:extLst>
      <p:ext uri="{BB962C8B-B14F-4D97-AF65-F5344CB8AC3E}">
        <p14:creationId xmlns:p14="http://schemas.microsoft.com/office/powerpoint/2010/main" val="3172989253"/>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lang="ko-KR" altLang="en-US" sz="4050" b="1" i="0">
                <a:solidFill>
                  <a:srgbClr val="FFFFFF"/>
                </a:solidFill>
                <a:latin typeface="Malgun Gothic"/>
                <a:ea typeface="Malgun Gothic"/>
                <a:cs typeface="Malgun Gothic"/>
              </a:rPr>
              <a:t>코딩 테스트</a:t>
            </a:r>
            <a:endParaRPr sz="4050" b="1" i="0">
              <a:solidFill>
                <a:srgbClr val="FFFFFF"/>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lang="ko-KR" altLang="en-US" sz="1800" b="0" i="0">
                <a:solidFill>
                  <a:srgbClr val="BBBBBB"/>
                </a:solidFill>
                <a:latin typeface="Malgun Gothic"/>
                <a:ea typeface="Malgun Gothic"/>
                <a:cs typeface="Malgun Gothic"/>
              </a:rPr>
              <a:t>분할 정복으로 실전 문제 두 개를 직접 풀어본다</a:t>
            </a:r>
            <a:endParaRPr sz="1800" b="0" i="0">
              <a:solidFill>
                <a:srgbClr val="BBBBBB"/>
              </a:solidFill>
              <a:latin typeface="Malgun Gothic"/>
              <a:ea typeface="Malgun Gothic"/>
              <a:cs typeface="Malgun Gothic"/>
            </a:endParaRP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230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여러 개의 정사각형 칸</a:t>
            </a:r>
            <a:r>
              <a:rPr lang="en-US" altLang="ko-KR" sz="1300" i="0">
                <a:solidFill>
                  <a:srgbClr val="606060"/>
                </a:solidFill>
                <a:latin typeface="Malgun Gothic"/>
                <a:ea typeface="Malgun Gothic"/>
                <a:cs typeface="Malgun Gothic"/>
              </a:rPr>
              <a:t>(N × N)</a:t>
            </a:r>
            <a:r>
              <a:rPr lang="ko-KR" altLang="en-US" sz="1300" i="0">
                <a:solidFill>
                  <a:srgbClr val="606060"/>
                </a:solidFill>
                <a:latin typeface="Malgun Gothic"/>
                <a:ea typeface="Malgun Gothic"/>
                <a:cs typeface="Malgun Gothic"/>
              </a:rPr>
              <a:t>으로 이루어진 종이가 있다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각 칸은 하얀색 아니면 파란색이다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전체 종이가 모두 같은 색이 아니면</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가로와 세로의 중앙을 잘라 똑같은 크기의 네 개의 </a:t>
            </a:r>
            <a:r>
              <a:rPr lang="en-US" altLang="ko-KR" sz="1300" i="0">
                <a:solidFill>
                  <a:srgbClr val="606060"/>
                </a:solidFill>
                <a:latin typeface="Malgun Gothic"/>
                <a:ea typeface="Malgun Gothic"/>
                <a:cs typeface="Malgun Gothic"/>
              </a:rPr>
              <a:t>N/2 × N/2 </a:t>
            </a:r>
            <a:r>
              <a:rPr lang="ko-KR" altLang="en-US" sz="1300" i="0">
                <a:solidFill>
                  <a:srgbClr val="606060"/>
                </a:solidFill>
                <a:latin typeface="Malgun Gothic"/>
                <a:ea typeface="Malgun Gothic"/>
                <a:cs typeface="Malgun Gothic"/>
              </a:rPr>
              <a:t>색종이로 나눈다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이 과정을 잘라진 종이가 모두 같은 색이 되거나 한 칸이 될 때까지 반복한다</a:t>
            </a:r>
            <a:r>
              <a:rPr lang="en-US" altLang="ko-KR" sz="1300" i="0">
                <a:solidFill>
                  <a:srgbClr val="606060"/>
                </a:solidFill>
                <a:latin typeface="Malgun Gothic"/>
                <a:ea typeface="Malgun Gothic"/>
                <a:cs typeface="Malgun Gothic"/>
              </a:rPr>
              <a:t>.</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최종적으로 하얀색 색종이와 파란색 색종이가 각각 몇 장인지 구하라</a:t>
            </a:r>
            <a:r>
              <a:rPr lang="en-US" altLang="ko-KR" sz="1500" i="0">
                <a:solidFill>
                  <a:srgbClr val="171717"/>
                </a:solidFill>
                <a:latin typeface="Malgun Gothic"/>
                <a:ea typeface="Malgun Gothic"/>
                <a:cs typeface="Malgun Gothic"/>
              </a:rPr>
              <a:t>.</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검사</a:t>
            </a:r>
            <a:r>
              <a:rPr lang="en-US" altLang="ko-KR" sz="1500" i="0">
                <a:solidFill>
                  <a:srgbClr val="171717"/>
                </a:solidFill>
                <a:latin typeface="Malgun Gothic"/>
                <a:ea typeface="Malgun Gothic"/>
                <a:cs typeface="Malgun Gothic"/>
              </a:rPr>
              <a:t>(check) → </a:t>
            </a:r>
            <a:r>
              <a:rPr lang="ko-KR" altLang="en-US" sz="1500" i="0">
                <a:solidFill>
                  <a:srgbClr val="171717"/>
                </a:solidFill>
                <a:latin typeface="Malgun Gothic"/>
                <a:ea typeface="Malgun Gothic"/>
                <a:cs typeface="Malgun Gothic"/>
              </a:rPr>
              <a:t>균일하면 카운트</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아니면 </a:t>
            </a:r>
            <a:r>
              <a:rPr lang="en-US" altLang="ko-KR" sz="1500" i="0">
                <a:solidFill>
                  <a:srgbClr val="171717"/>
                </a:solidFill>
                <a:latin typeface="Malgun Gothic"/>
                <a:ea typeface="Malgun Gothic"/>
                <a:cs typeface="Malgun Gothic"/>
              </a:rPr>
              <a:t>4</a:t>
            </a:r>
            <a:r>
              <a:rPr lang="ko-KR" altLang="en-US" sz="1500" i="0">
                <a:solidFill>
                  <a:srgbClr val="171717"/>
                </a:solidFill>
                <a:latin typeface="Malgun Gothic"/>
                <a:ea typeface="Malgun Gothic"/>
                <a:cs typeface="Malgun Gothic"/>
              </a:rPr>
              <a:t>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한 칸</a:t>
            </a:r>
            <a:r>
              <a:rPr lang="en-US" altLang="ko-KR" sz="1500" i="0">
                <a:solidFill>
                  <a:srgbClr val="171717"/>
                </a:solidFill>
                <a:latin typeface="Malgun Gothic"/>
                <a:ea typeface="Malgun Gothic"/>
                <a:cs typeface="Malgun Gothic"/>
              </a:rPr>
              <a:t>(n = 1)</a:t>
            </a:r>
            <a:r>
              <a:rPr lang="ko-KR" altLang="en-US" sz="1500" i="0">
                <a:solidFill>
                  <a:srgbClr val="171717"/>
                </a:solidFill>
                <a:latin typeface="Malgun Gothic"/>
                <a:ea typeface="Malgun Gothic"/>
                <a:cs typeface="Malgun Gothic"/>
              </a:rPr>
              <a:t>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lang="ko-KR" altLang="en-US" sz="1100" b="1" i="0">
                <a:solidFill>
                  <a:srgbClr val="171717"/>
                </a:solidFill>
                <a:latin typeface="Malgun Gothic"/>
                <a:ea typeface="Malgun Gothic"/>
                <a:cs typeface="Malgun Gothic"/>
              </a:rPr>
              <a:t>입력 </a:t>
            </a:r>
            <a:r>
              <a:rPr lang="en-US" altLang="ko-KR" sz="1100" b="1" i="0">
                <a:solidFill>
                  <a:srgbClr val="171717"/>
                </a:solidFill>
                <a:latin typeface="Malgun Gothic"/>
                <a:ea typeface="Malgun Gothic"/>
                <a:cs typeface="Malgun Gothic"/>
              </a:rPr>
              <a:t>(</a:t>
            </a:r>
            <a:r>
              <a:rPr lang="en-US" sz="1100" b="1" i="0">
                <a:solidFill>
                  <a:srgbClr val="171717"/>
                </a:solidFill>
                <a:latin typeface="Malgun Gothic"/>
                <a:ea typeface="Malgun Gothic"/>
                <a:cs typeface="Malgun Gothic"/>
              </a:rPr>
              <a:t>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lang="en-US" altLang="ko-K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lang="ko-KR" altLang="en-US"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lang="ko-KR" altLang="en-US" sz="1150" b="1" i="0">
                <a:solidFill>
                  <a:srgbClr val="171717"/>
                </a:solidFill>
                <a:latin typeface="Consolas"/>
                <a:ea typeface="Consolas"/>
                <a:cs typeface="Consolas"/>
              </a:rPr>
              <a:t>하얀색 </a:t>
            </a:r>
            <a:r>
              <a:rPr lang="en-US" altLang="ko-KR" sz="1150" b="1" i="0">
                <a:solidFill>
                  <a:srgbClr val="171717"/>
                </a:solidFill>
                <a:latin typeface="Consolas"/>
                <a:ea typeface="Consolas"/>
                <a:cs typeface="Consolas"/>
              </a:rPr>
              <a:t>9</a:t>
            </a:r>
            <a:r>
              <a:rPr lang="ko-KR" altLang="en-US" sz="1150" b="1" i="0">
                <a:solidFill>
                  <a:srgbClr val="171717"/>
                </a:solidFill>
                <a:latin typeface="Consolas"/>
                <a:ea typeface="Consolas"/>
                <a:cs typeface="Consolas"/>
              </a:rPr>
              <a:t>장</a:t>
            </a:r>
            <a:r>
              <a:rPr lang="en-US" altLang="ko-KR" sz="1150" b="1" i="0">
                <a:solidFill>
                  <a:srgbClr val="171717"/>
                </a:solidFill>
                <a:latin typeface="Consolas"/>
                <a:ea typeface="Consolas"/>
                <a:cs typeface="Consolas"/>
              </a:rPr>
              <a:t>, </a:t>
            </a:r>
            <a:r>
              <a:rPr lang="ko-KR" altLang="en-US" sz="1150" b="1" i="0">
                <a:solidFill>
                  <a:srgbClr val="171717"/>
                </a:solidFill>
                <a:latin typeface="Consolas"/>
                <a:ea typeface="Consolas"/>
                <a:cs typeface="Consolas"/>
              </a:rPr>
              <a:t>파란색 </a:t>
            </a:r>
            <a:r>
              <a:rPr lang="en-US" altLang="ko-KR" sz="1150" b="1" i="0">
                <a:solidFill>
                  <a:srgbClr val="171717"/>
                </a:solidFill>
                <a:latin typeface="Consolas"/>
                <a:ea typeface="Consolas"/>
                <a:cs typeface="Consolas"/>
              </a:rPr>
              <a:t>7</a:t>
            </a:r>
            <a:r>
              <a:rPr lang="ko-KR" altLang="en-US" sz="1150" b="1" i="0">
                <a:solidFill>
                  <a:srgbClr val="171717"/>
                </a:solidFill>
                <a:latin typeface="Consolas"/>
                <a:ea typeface="Consolas"/>
                <a:cs typeface="Consolas"/>
              </a:rPr>
              <a:t>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4.1  </a:t>
            </a:r>
            <a:r>
              <a:rPr lang="ko-KR" altLang="en-US" sz="1050" b="1" i="0">
                <a:solidFill>
                  <a:srgbClr val="606060"/>
                </a:solidFill>
                <a:latin typeface="Malgun Gothic"/>
                <a:ea typeface="Malgun Gothic"/>
                <a:cs typeface="Malgun Gothic"/>
              </a:rPr>
              <a:t>색종이 만들기</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색종이 만들기</a:t>
            </a:r>
            <a:endParaRPr sz="3000" b="1" i="0">
              <a:solidFill>
                <a:srgbClr val="171717"/>
              </a:solidFill>
              <a:latin typeface="Malgun Gothic"/>
              <a:ea typeface="Malgun Gothic"/>
              <a:cs typeface="Malgun Gothic"/>
            </a:endParaRP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231</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lang="en-US"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lang="ko-KR" altLang="en-US" sz="1500" i="0">
                <a:solidFill>
                  <a:srgbClr val="171717"/>
                </a:solidFill>
                <a:latin typeface="Consolas"/>
                <a:ea typeface="Consolas"/>
                <a:cs typeface="Consolas"/>
              </a:rPr>
              <a:t>하얀색 색종이</a:t>
            </a:r>
            <a:r>
              <a:rPr lang="en-US" altLang="ko-KR" sz="1500" i="0">
                <a:solidFill>
                  <a:srgbClr val="171717"/>
                </a:solidFill>
                <a:latin typeface="Consolas"/>
                <a:ea typeface="Consolas"/>
                <a:cs typeface="Consolas"/>
              </a:rPr>
              <a:t>: 9</a:t>
            </a:r>
          </a:p>
          <a:p>
            <a:pPr marL="0" indent="0" algn="l">
              <a:lnSpc>
                <a:spcPct val="135000"/>
              </a:lnSpc>
              <a:buNone/>
              <a:defRPr sz="1500" i="0">
                <a:solidFill>
                  <a:srgbClr val="171717"/>
                </a:solidFill>
                <a:latin typeface="Consolas"/>
                <a:ea typeface="Consolas"/>
                <a:cs typeface="Consolas"/>
              </a:defRPr>
            </a:pPr>
            <a:r>
              <a:rPr lang="ko-KR" altLang="en-US" sz="1500" i="0">
                <a:solidFill>
                  <a:srgbClr val="171717"/>
                </a:solidFill>
                <a:latin typeface="Consolas"/>
                <a:ea typeface="Consolas"/>
                <a:cs typeface="Consolas"/>
              </a:rPr>
              <a:t>파란색 색종이</a:t>
            </a:r>
            <a:r>
              <a:rPr lang="en-US" altLang="ko-KR" sz="1500" i="0">
                <a:solidFill>
                  <a:srgbClr val="171717"/>
                </a:solidFill>
                <a:latin typeface="Consolas"/>
                <a:ea typeface="Consolas"/>
                <a:cs typeface="Consolas"/>
              </a:rPr>
              <a:t>: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en-US" sz="1230" b="1" i="0">
                <a:solidFill>
                  <a:srgbClr val="171717"/>
                </a:solidFill>
                <a:latin typeface="Malgun Gothic"/>
                <a:ea typeface="Malgun Gothic"/>
                <a:cs typeface="Malgun Gothic"/>
              </a:rPr>
              <a:t>return </a:t>
            </a:r>
            <a:r>
              <a:rPr lang="ko-KR" altLang="en-US" sz="1230" b="1" i="0">
                <a:solidFill>
                  <a:srgbClr val="171717"/>
                </a:solidFill>
                <a:latin typeface="Malgun Gothic"/>
                <a:ea typeface="Malgun Gothic"/>
                <a:cs typeface="Malgun Gothic"/>
              </a:rPr>
              <a:t>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lang="ko-KR" altLang="en-US" sz="1100" i="0">
                <a:solidFill>
                  <a:srgbClr val="606060"/>
                </a:solidFill>
                <a:latin typeface="Malgun Gothic"/>
                <a:ea typeface="Malgun Gothic"/>
                <a:cs typeface="Malgun Gothic"/>
              </a:rPr>
              <a:t>다른 색을 만나는 즉시 </a:t>
            </a:r>
            <a:r>
              <a:rPr lang="en-US" altLang="ko-KR" sz="1100" i="0">
                <a:solidFill>
                  <a:srgbClr val="606060"/>
                </a:solidFill>
                <a:latin typeface="Malgun Gothic"/>
                <a:ea typeface="Malgun Gothic"/>
                <a:cs typeface="Malgun Gothic"/>
              </a:rPr>
              <a:t>4</a:t>
            </a:r>
            <a:r>
              <a:rPr lang="ko-KR" altLang="en-US" sz="1100" i="0">
                <a:solidFill>
                  <a:srgbClr val="606060"/>
                </a:solidFill>
                <a:latin typeface="Malgun Gothic"/>
                <a:ea typeface="Malgun Gothic"/>
                <a:cs typeface="Malgun Gothic"/>
              </a:rPr>
              <a:t>등분 후 </a:t>
            </a:r>
            <a:r>
              <a:rPr lang="en-US" altLang="ko-KR" sz="1100" i="0">
                <a:solidFill>
                  <a:srgbClr val="606060"/>
                </a:solidFill>
                <a:latin typeface="Malgun Gothic"/>
                <a:ea typeface="Malgun Gothic"/>
                <a:cs typeface="Malgun Gothic"/>
              </a:rPr>
              <a:t>return </a:t>
            </a:r>
            <a:r>
              <a:rPr lang="ko-KR" altLang="en-US" sz="1100" i="0">
                <a:solidFill>
                  <a:srgbClr val="606060"/>
                </a:solidFill>
                <a:latin typeface="Malgun Gothic"/>
                <a:ea typeface="Malgun Gothic"/>
                <a:cs typeface="Malgun Gothic"/>
              </a:rPr>
              <a:t>해야 한다</a:t>
            </a:r>
            <a:r>
              <a:rPr lang="en-US" altLang="ko-KR" sz="1100" i="0">
                <a:solidFill>
                  <a:srgbClr val="606060"/>
                </a:solidFill>
                <a:latin typeface="Malgun Gothic"/>
                <a:ea typeface="Malgun Gothic"/>
                <a:cs typeface="Malgun Gothic"/>
              </a:rPr>
              <a:t>. </a:t>
            </a:r>
            <a:r>
              <a:rPr lang="ko-KR" altLang="en-US" sz="1100" i="0">
                <a:solidFill>
                  <a:srgbClr val="606060"/>
                </a:solidFill>
                <a:latin typeface="Malgun Gothic"/>
                <a:ea typeface="Malgun Gothic"/>
                <a:cs typeface="Malgun Gothic"/>
              </a:rPr>
              <a:t>그러지 않으면 아래의 카운트 코드까지 실행되어 잘못된 답이 나온다</a:t>
            </a:r>
            <a:r>
              <a:rPr lang="en-US" altLang="ko-KR" sz="1100" i="0">
                <a:solidFill>
                  <a:srgbClr val="606060"/>
                </a:solidFill>
                <a:latin typeface="Malgun Gothic"/>
                <a:ea typeface="Malgun Gothic"/>
                <a:cs typeface="Malgun Gothic"/>
              </a:rPr>
              <a:t>.</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blue_cnt += 1</a:t>
            </a:r>
            <a:endParaRPr sz="1050" b="0" i="0">
              <a:solidFill>
                <a:srgbClr val="FFFFFF"/>
              </a:solidFill>
              <a:latin typeface="Consolas"/>
              <a:ea typeface="Consolas"/>
              <a:cs typeface="Consolas"/>
            </a:endParaRP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print(f"</a:t>
            </a:r>
            <a:r>
              <a:rPr lang="ko-KR" altLang="en-US" sz="900" b="0" i="0">
                <a:solidFill>
                  <a:srgbClr val="FFFFFF"/>
                </a:solidFill>
                <a:latin typeface="Consolas"/>
                <a:ea typeface="Consolas"/>
                <a:cs typeface="Consolas"/>
              </a:rPr>
              <a:t>하얀색 색종이</a:t>
            </a:r>
            <a:r>
              <a:rPr lang="en-US" altLang="ko-KR" sz="900" b="0" i="0">
                <a:solidFill>
                  <a:srgbClr val="FFFFFF"/>
                </a:solidFill>
                <a:latin typeface="Consolas"/>
                <a:ea typeface="Consolas"/>
                <a:cs typeface="Consolas"/>
              </a:rPr>
              <a:t>: {</a:t>
            </a:r>
            <a:r>
              <a:rPr lang="en-US" sz="900" b="0" i="0">
                <a:solidFill>
                  <a:srgbClr val="FFFFFF"/>
                </a:solidFill>
                <a:latin typeface="Consolas"/>
                <a:ea typeface="Consolas"/>
                <a:cs typeface="Consolas"/>
              </a:rPr>
              <a:t>white_cnt}")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print(f"</a:t>
            </a:r>
            <a:r>
              <a:rPr lang="ko-KR" altLang="en-US" sz="900" b="0" i="0">
                <a:solidFill>
                  <a:srgbClr val="FFFFFF"/>
                </a:solidFill>
                <a:latin typeface="Consolas"/>
                <a:ea typeface="Consolas"/>
                <a:cs typeface="Consolas"/>
              </a:rPr>
              <a:t>파란색 색종이</a:t>
            </a:r>
            <a:r>
              <a:rPr lang="en-US" altLang="ko-KR" sz="900" b="0" i="0">
                <a:solidFill>
                  <a:srgbClr val="FFFFFF"/>
                </a:solidFill>
                <a:latin typeface="Consolas"/>
                <a:ea typeface="Consolas"/>
                <a:cs typeface="Consolas"/>
              </a:rPr>
              <a:t>: {</a:t>
            </a:r>
            <a:r>
              <a:rPr lang="en-US" sz="900" b="0" i="0">
                <a:solidFill>
                  <a:srgbClr val="FFFFFF"/>
                </a:solidFill>
                <a:latin typeface="Consolas"/>
                <a:ea typeface="Consolas"/>
                <a:cs typeface="Consolas"/>
              </a:rPr>
              <a:t>blue_cnt}")</a:t>
            </a:r>
            <a:endParaRPr sz="900" b="0" i="0">
              <a:solidFill>
                <a:srgbClr val="FFFFFF"/>
              </a:solidFill>
              <a:latin typeface="Consolas"/>
              <a:ea typeface="Consolas"/>
              <a:cs typeface="Consolas"/>
            </a:endParaRP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4.1  </a:t>
            </a:r>
            <a:r>
              <a:rPr lang="ko-KR" altLang="en-US" sz="1050" b="1" i="0">
                <a:solidFill>
                  <a:srgbClr val="606060"/>
                </a:solidFill>
                <a:latin typeface="Malgun Gothic"/>
                <a:ea typeface="Malgun Gothic"/>
                <a:cs typeface="Malgun Gothic"/>
              </a:rPr>
              <a:t>색종이 만들기</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풀이 </a:t>
            </a:r>
            <a:r>
              <a:rPr lang="en-US" altLang="ko-KR" sz="3000" b="1" i="0">
                <a:solidFill>
                  <a:srgbClr val="171717"/>
                </a:solidFill>
                <a:latin typeface="Malgun Gothic"/>
                <a:ea typeface="Malgun Gothic"/>
                <a:cs typeface="Malgun Gothic"/>
              </a:rPr>
              <a:t>— </a:t>
            </a:r>
            <a:r>
              <a:rPr lang="ko-KR" altLang="en-US" sz="3000" b="1" i="0">
                <a:solidFill>
                  <a:srgbClr val="171717"/>
                </a:solidFill>
                <a:latin typeface="Malgun Gothic"/>
                <a:ea typeface="Malgun Gothic"/>
                <a:cs typeface="Malgun Gothic"/>
              </a:rPr>
              <a:t>재귀적으로 </a:t>
            </a:r>
            <a:r>
              <a:rPr lang="en-US" altLang="ko-KR" sz="3000" b="1" i="0">
                <a:solidFill>
                  <a:srgbClr val="171717"/>
                </a:solidFill>
                <a:latin typeface="Malgun Gothic"/>
                <a:ea typeface="Malgun Gothic"/>
                <a:cs typeface="Malgun Gothic"/>
              </a:rPr>
              <a:t>4</a:t>
            </a:r>
            <a:r>
              <a:rPr lang="ko-KR" altLang="en-US" sz="3000" b="1" i="0">
                <a:solidFill>
                  <a:srgbClr val="171717"/>
                </a:solidFill>
                <a:latin typeface="Malgun Gothic"/>
                <a:ea typeface="Malgun Gothic"/>
                <a:cs typeface="Malgun Gothic"/>
              </a:rPr>
              <a:t>등분하며 세기</a:t>
            </a:r>
            <a:endParaRPr sz="3000" b="1" i="0">
              <a:solidFill>
                <a:srgbClr val="171717"/>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232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section">
            <a:extLst>
              <a:ext uri="{FF2B5EF4-FFF2-40B4-BE49-F238E27FC236}">
                <a16:creationId xmlns:a16="http://schemas.microsoft.com/office/drawing/2014/main" id="{380DBCD5-F8EB-4AE9-9DD0-2916613C2E4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9ED1E4FD-0A9C-4E21-9450-8477B19BF38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4384D23-F627-430A-BBA1-428DE86F03C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색종이 만들기: 넓이와 조각 수를 구분</a:t>
            </a:r>
          </a:p>
        </p:txBody>
      </p:sp>
      <p:sp>
        <p:nvSpPr>
          <p:cNvPr id="4" name="line-1614">
            <a:extLst>
              <a:ext uri="{FF2B5EF4-FFF2-40B4-BE49-F238E27FC236}">
                <a16:creationId xmlns:a16="http://schemas.microsoft.com/office/drawing/2014/main" id="{EF8AEFC8-E350-4040-B124-14608EDE7E0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DE0AC004-83DB-4B52-A76D-CCA642ED40F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601FE6A-96D5-4466-A143-17B821C20E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233</a:t>
            </a:r>
            <a:endParaRPr sz="1050" b="0">
              <a:solidFill>
                <a:srgbClr val="151515"/>
              </a:solidFill>
              <a:latin typeface="Consolas"/>
              <a:ea typeface="Consolas"/>
              <a:cs typeface="Consolas"/>
            </a:endParaRPr>
          </a:p>
        </p:txBody>
      </p:sp>
      <p:sp>
        <p:nvSpPr>
          <p:cNvPr id="7" name="pixel-1615">
            <a:extLst>
              <a:ext uri="{FF2B5EF4-FFF2-40B4-BE49-F238E27FC236}">
                <a16:creationId xmlns:a16="http://schemas.microsoft.com/office/drawing/2014/main" id="{33BBFC4E-2DFB-4617-9AF8-814B00AF7BAC}"/>
              </a:ext>
            </a:extLst>
          </p:cNvPr>
          <p:cNvSpPr>
            <a:spLocks noGrp="1"/>
          </p:cNvSpPr>
          <p:nvPr/>
        </p:nvSpPr>
        <p:spPr>
          <a:xfrm>
            <a:off x="1066800" y="2371725"/>
            <a:ext cx="695325" cy="695325"/>
          </a:xfrm>
          <a:prstGeom prst="rect">
            <a:avLst/>
          </a:prstGeom>
          <a:solidFill>
            <a:srgbClr val="303841"/>
          </a:solidFill>
          <a:ln w="7144">
            <a:solidFill>
              <a:srgbClr val="98A1AA"/>
            </a:solidFill>
          </a:ln>
        </p:spPr>
      </p:sp>
      <p:sp>
        <p:nvSpPr>
          <p:cNvPr id="8" name="pixel-value-1616">
            <a:extLst>
              <a:ext uri="{FF2B5EF4-FFF2-40B4-BE49-F238E27FC236}">
                <a16:creationId xmlns:a16="http://schemas.microsoft.com/office/drawing/2014/main" id="{7A1CEB33-D8B8-433E-BAAC-3F097505971C}"/>
              </a:ext>
            </a:extLst>
          </p:cNvPr>
          <p:cNvSpPr>
            <a:spLocks noGrp="1"/>
          </p:cNvSpPr>
          <p:nvPr/>
        </p:nvSpPr>
        <p:spPr>
          <a:xfrm>
            <a:off x="1066800"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9" name="pixel-1617">
            <a:extLst>
              <a:ext uri="{FF2B5EF4-FFF2-40B4-BE49-F238E27FC236}">
                <a16:creationId xmlns:a16="http://schemas.microsoft.com/office/drawing/2014/main" id="{F0D5424A-93A6-4013-8EBE-A25421F5FFB8}"/>
              </a:ext>
            </a:extLst>
          </p:cNvPr>
          <p:cNvSpPr>
            <a:spLocks noGrp="1"/>
          </p:cNvSpPr>
          <p:nvPr/>
        </p:nvSpPr>
        <p:spPr>
          <a:xfrm>
            <a:off x="1762125" y="2371725"/>
            <a:ext cx="695325" cy="695325"/>
          </a:xfrm>
          <a:prstGeom prst="rect">
            <a:avLst/>
          </a:prstGeom>
          <a:solidFill>
            <a:srgbClr val="303841"/>
          </a:solidFill>
          <a:ln w="7144">
            <a:solidFill>
              <a:srgbClr val="98A1AA"/>
            </a:solidFill>
          </a:ln>
        </p:spPr>
      </p:sp>
      <p:sp>
        <p:nvSpPr>
          <p:cNvPr id="10" name="pixel-value-1618">
            <a:extLst>
              <a:ext uri="{FF2B5EF4-FFF2-40B4-BE49-F238E27FC236}">
                <a16:creationId xmlns:a16="http://schemas.microsoft.com/office/drawing/2014/main" id="{E987C902-326B-484C-AA06-621A2AC24F82}"/>
              </a:ext>
            </a:extLst>
          </p:cNvPr>
          <p:cNvSpPr>
            <a:spLocks noGrp="1"/>
          </p:cNvSpPr>
          <p:nvPr/>
        </p:nvSpPr>
        <p:spPr>
          <a:xfrm>
            <a:off x="1762125"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1" name="pixel-1619">
            <a:extLst>
              <a:ext uri="{FF2B5EF4-FFF2-40B4-BE49-F238E27FC236}">
                <a16:creationId xmlns:a16="http://schemas.microsoft.com/office/drawing/2014/main" id="{0206E464-0C40-462B-94D7-C3FCAFB71E8B}"/>
              </a:ext>
            </a:extLst>
          </p:cNvPr>
          <p:cNvSpPr>
            <a:spLocks noGrp="1"/>
          </p:cNvSpPr>
          <p:nvPr/>
        </p:nvSpPr>
        <p:spPr>
          <a:xfrm>
            <a:off x="2457450" y="2371725"/>
            <a:ext cx="695325" cy="695325"/>
          </a:xfrm>
          <a:prstGeom prst="rect">
            <a:avLst/>
          </a:prstGeom>
          <a:solidFill>
            <a:srgbClr val="303841"/>
          </a:solidFill>
          <a:ln w="7144">
            <a:solidFill>
              <a:srgbClr val="98A1AA"/>
            </a:solidFill>
          </a:ln>
        </p:spPr>
      </p:sp>
      <p:sp>
        <p:nvSpPr>
          <p:cNvPr id="12" name="pixel-value-1620">
            <a:extLst>
              <a:ext uri="{FF2B5EF4-FFF2-40B4-BE49-F238E27FC236}">
                <a16:creationId xmlns:a16="http://schemas.microsoft.com/office/drawing/2014/main" id="{31D90A9A-5941-4693-A08C-1582B7F25D2D}"/>
              </a:ext>
            </a:extLst>
          </p:cNvPr>
          <p:cNvSpPr>
            <a:spLocks noGrp="1"/>
          </p:cNvSpPr>
          <p:nvPr/>
        </p:nvSpPr>
        <p:spPr>
          <a:xfrm>
            <a:off x="2457450"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3" name="pixel-1621">
            <a:extLst>
              <a:ext uri="{FF2B5EF4-FFF2-40B4-BE49-F238E27FC236}">
                <a16:creationId xmlns:a16="http://schemas.microsoft.com/office/drawing/2014/main" id="{26479DD9-03C6-4476-B23B-5D3D0E259FB2}"/>
              </a:ext>
            </a:extLst>
          </p:cNvPr>
          <p:cNvSpPr>
            <a:spLocks noGrp="1"/>
          </p:cNvSpPr>
          <p:nvPr/>
        </p:nvSpPr>
        <p:spPr>
          <a:xfrm>
            <a:off x="3152775" y="2371725"/>
            <a:ext cx="695325" cy="695325"/>
          </a:xfrm>
          <a:prstGeom prst="rect">
            <a:avLst/>
          </a:prstGeom>
          <a:solidFill>
            <a:srgbClr val="303841"/>
          </a:solidFill>
          <a:ln w="7144">
            <a:solidFill>
              <a:srgbClr val="98A1AA"/>
            </a:solidFill>
          </a:ln>
        </p:spPr>
      </p:sp>
      <p:sp>
        <p:nvSpPr>
          <p:cNvPr id="14" name="pixel-value-1622">
            <a:extLst>
              <a:ext uri="{FF2B5EF4-FFF2-40B4-BE49-F238E27FC236}">
                <a16:creationId xmlns:a16="http://schemas.microsoft.com/office/drawing/2014/main" id="{951B6D0E-2567-4F28-AC8F-C114D9485367}"/>
              </a:ext>
            </a:extLst>
          </p:cNvPr>
          <p:cNvSpPr>
            <a:spLocks noGrp="1"/>
          </p:cNvSpPr>
          <p:nvPr/>
        </p:nvSpPr>
        <p:spPr>
          <a:xfrm>
            <a:off x="3152775"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pixel-1623">
            <a:extLst>
              <a:ext uri="{FF2B5EF4-FFF2-40B4-BE49-F238E27FC236}">
                <a16:creationId xmlns:a16="http://schemas.microsoft.com/office/drawing/2014/main" id="{5AA92915-F388-4B0A-B080-A89DBCFA8DB6}"/>
              </a:ext>
            </a:extLst>
          </p:cNvPr>
          <p:cNvSpPr>
            <a:spLocks noGrp="1"/>
          </p:cNvSpPr>
          <p:nvPr/>
        </p:nvSpPr>
        <p:spPr>
          <a:xfrm>
            <a:off x="1066800" y="3067050"/>
            <a:ext cx="695325" cy="695325"/>
          </a:xfrm>
          <a:prstGeom prst="rect">
            <a:avLst/>
          </a:prstGeom>
          <a:solidFill>
            <a:srgbClr val="303841"/>
          </a:solidFill>
          <a:ln w="7144">
            <a:solidFill>
              <a:srgbClr val="98A1AA"/>
            </a:solidFill>
          </a:ln>
        </p:spPr>
      </p:sp>
      <p:sp>
        <p:nvSpPr>
          <p:cNvPr id="16" name="pixel-value-1624">
            <a:extLst>
              <a:ext uri="{FF2B5EF4-FFF2-40B4-BE49-F238E27FC236}">
                <a16:creationId xmlns:a16="http://schemas.microsoft.com/office/drawing/2014/main" id="{7C161D27-E1AE-4526-BE84-D9A9E81361B4}"/>
              </a:ext>
            </a:extLst>
          </p:cNvPr>
          <p:cNvSpPr>
            <a:spLocks noGrp="1"/>
          </p:cNvSpPr>
          <p:nvPr/>
        </p:nvSpPr>
        <p:spPr>
          <a:xfrm>
            <a:off x="1066800"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7" name="pixel-1625">
            <a:extLst>
              <a:ext uri="{FF2B5EF4-FFF2-40B4-BE49-F238E27FC236}">
                <a16:creationId xmlns:a16="http://schemas.microsoft.com/office/drawing/2014/main" id="{93DC3951-F698-432E-A200-F731AD31D0B7}"/>
              </a:ext>
            </a:extLst>
          </p:cNvPr>
          <p:cNvSpPr>
            <a:spLocks noGrp="1"/>
          </p:cNvSpPr>
          <p:nvPr/>
        </p:nvSpPr>
        <p:spPr>
          <a:xfrm>
            <a:off x="1762125" y="3067050"/>
            <a:ext cx="695325" cy="695325"/>
          </a:xfrm>
          <a:prstGeom prst="rect">
            <a:avLst/>
          </a:prstGeom>
          <a:solidFill>
            <a:srgbClr val="303841"/>
          </a:solidFill>
          <a:ln w="7144">
            <a:solidFill>
              <a:srgbClr val="98A1AA"/>
            </a:solidFill>
          </a:ln>
        </p:spPr>
      </p:sp>
      <p:sp>
        <p:nvSpPr>
          <p:cNvPr id="18" name="pixel-value-1626">
            <a:extLst>
              <a:ext uri="{FF2B5EF4-FFF2-40B4-BE49-F238E27FC236}">
                <a16:creationId xmlns:a16="http://schemas.microsoft.com/office/drawing/2014/main" id="{3AA6BE4F-D563-4BC2-96C4-E7F16DE843EC}"/>
              </a:ext>
            </a:extLst>
          </p:cNvPr>
          <p:cNvSpPr>
            <a:spLocks noGrp="1"/>
          </p:cNvSpPr>
          <p:nvPr/>
        </p:nvSpPr>
        <p:spPr>
          <a:xfrm>
            <a:off x="1762125"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1627">
            <a:extLst>
              <a:ext uri="{FF2B5EF4-FFF2-40B4-BE49-F238E27FC236}">
                <a16:creationId xmlns:a16="http://schemas.microsoft.com/office/drawing/2014/main" id="{74186284-36C8-459B-A2FB-08B5EA111335}"/>
              </a:ext>
            </a:extLst>
          </p:cNvPr>
          <p:cNvSpPr>
            <a:spLocks noGrp="1"/>
          </p:cNvSpPr>
          <p:nvPr/>
        </p:nvSpPr>
        <p:spPr>
          <a:xfrm>
            <a:off x="2457450" y="3067050"/>
            <a:ext cx="695325" cy="695325"/>
          </a:xfrm>
          <a:prstGeom prst="rect">
            <a:avLst/>
          </a:prstGeom>
          <a:solidFill>
            <a:srgbClr val="303841"/>
          </a:solidFill>
          <a:ln w="7144">
            <a:solidFill>
              <a:srgbClr val="98A1AA"/>
            </a:solidFill>
          </a:ln>
        </p:spPr>
      </p:sp>
      <p:sp>
        <p:nvSpPr>
          <p:cNvPr id="20" name="pixel-value-1628">
            <a:extLst>
              <a:ext uri="{FF2B5EF4-FFF2-40B4-BE49-F238E27FC236}">
                <a16:creationId xmlns:a16="http://schemas.microsoft.com/office/drawing/2014/main" id="{0012B0EA-643F-464B-8843-BBC7850C707E}"/>
              </a:ext>
            </a:extLst>
          </p:cNvPr>
          <p:cNvSpPr>
            <a:spLocks noGrp="1"/>
          </p:cNvSpPr>
          <p:nvPr/>
        </p:nvSpPr>
        <p:spPr>
          <a:xfrm>
            <a:off x="2457450"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1" name="pixel-1629">
            <a:extLst>
              <a:ext uri="{FF2B5EF4-FFF2-40B4-BE49-F238E27FC236}">
                <a16:creationId xmlns:a16="http://schemas.microsoft.com/office/drawing/2014/main" id="{947CE195-9FDA-459E-A4BB-3676E7E2CE17}"/>
              </a:ext>
            </a:extLst>
          </p:cNvPr>
          <p:cNvSpPr>
            <a:spLocks noGrp="1"/>
          </p:cNvSpPr>
          <p:nvPr/>
        </p:nvSpPr>
        <p:spPr>
          <a:xfrm>
            <a:off x="3152775" y="3067050"/>
            <a:ext cx="695325" cy="695325"/>
          </a:xfrm>
          <a:prstGeom prst="rect">
            <a:avLst/>
          </a:prstGeom>
          <a:solidFill>
            <a:srgbClr val="303841"/>
          </a:solidFill>
          <a:ln w="7144">
            <a:solidFill>
              <a:srgbClr val="98A1AA"/>
            </a:solidFill>
          </a:ln>
        </p:spPr>
      </p:sp>
      <p:sp>
        <p:nvSpPr>
          <p:cNvPr id="22" name="pixel-value-1630">
            <a:extLst>
              <a:ext uri="{FF2B5EF4-FFF2-40B4-BE49-F238E27FC236}">
                <a16:creationId xmlns:a16="http://schemas.microsoft.com/office/drawing/2014/main" id="{E6697AA2-2730-484A-874B-AE840FC4D177}"/>
              </a:ext>
            </a:extLst>
          </p:cNvPr>
          <p:cNvSpPr>
            <a:spLocks noGrp="1"/>
          </p:cNvSpPr>
          <p:nvPr/>
        </p:nvSpPr>
        <p:spPr>
          <a:xfrm>
            <a:off x="3152775"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3" name="pixel-1631">
            <a:extLst>
              <a:ext uri="{FF2B5EF4-FFF2-40B4-BE49-F238E27FC236}">
                <a16:creationId xmlns:a16="http://schemas.microsoft.com/office/drawing/2014/main" id="{25C5E24D-6EF0-48C4-8BDC-E20DB99F3CAA}"/>
              </a:ext>
            </a:extLst>
          </p:cNvPr>
          <p:cNvSpPr>
            <a:spLocks noGrp="1"/>
          </p:cNvSpPr>
          <p:nvPr/>
        </p:nvSpPr>
        <p:spPr>
          <a:xfrm>
            <a:off x="1066800" y="3762375"/>
            <a:ext cx="695325" cy="695325"/>
          </a:xfrm>
          <a:prstGeom prst="rect">
            <a:avLst/>
          </a:prstGeom>
          <a:solidFill>
            <a:srgbClr val="303841"/>
          </a:solidFill>
          <a:ln w="7144">
            <a:solidFill>
              <a:srgbClr val="98A1AA"/>
            </a:solidFill>
          </a:ln>
        </p:spPr>
      </p:sp>
      <p:sp>
        <p:nvSpPr>
          <p:cNvPr id="24" name="pixel-value-1632">
            <a:extLst>
              <a:ext uri="{FF2B5EF4-FFF2-40B4-BE49-F238E27FC236}">
                <a16:creationId xmlns:a16="http://schemas.microsoft.com/office/drawing/2014/main" id="{809E09B0-5034-4AC3-BFFF-4CB474DF5E0C}"/>
              </a:ext>
            </a:extLst>
          </p:cNvPr>
          <p:cNvSpPr>
            <a:spLocks noGrp="1"/>
          </p:cNvSpPr>
          <p:nvPr/>
        </p:nvSpPr>
        <p:spPr>
          <a:xfrm>
            <a:off x="1066800"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5" name="pixel-1633">
            <a:extLst>
              <a:ext uri="{FF2B5EF4-FFF2-40B4-BE49-F238E27FC236}">
                <a16:creationId xmlns:a16="http://schemas.microsoft.com/office/drawing/2014/main" id="{0566DE16-5026-445D-BBCF-C3C3295DC6FD}"/>
              </a:ext>
            </a:extLst>
          </p:cNvPr>
          <p:cNvSpPr>
            <a:spLocks noGrp="1"/>
          </p:cNvSpPr>
          <p:nvPr/>
        </p:nvSpPr>
        <p:spPr>
          <a:xfrm>
            <a:off x="1762125" y="3762375"/>
            <a:ext cx="695325" cy="695325"/>
          </a:xfrm>
          <a:prstGeom prst="rect">
            <a:avLst/>
          </a:prstGeom>
          <a:solidFill>
            <a:srgbClr val="303841"/>
          </a:solidFill>
          <a:ln w="7144">
            <a:solidFill>
              <a:srgbClr val="98A1AA"/>
            </a:solidFill>
          </a:ln>
        </p:spPr>
      </p:sp>
      <p:sp>
        <p:nvSpPr>
          <p:cNvPr id="26" name="pixel-value-1634">
            <a:extLst>
              <a:ext uri="{FF2B5EF4-FFF2-40B4-BE49-F238E27FC236}">
                <a16:creationId xmlns:a16="http://schemas.microsoft.com/office/drawing/2014/main" id="{AC45C56E-FFBB-45AB-A96B-77E9BB552D63}"/>
              </a:ext>
            </a:extLst>
          </p:cNvPr>
          <p:cNvSpPr>
            <a:spLocks noGrp="1"/>
          </p:cNvSpPr>
          <p:nvPr/>
        </p:nvSpPr>
        <p:spPr>
          <a:xfrm>
            <a:off x="1762125"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7" name="pixel-1635">
            <a:extLst>
              <a:ext uri="{FF2B5EF4-FFF2-40B4-BE49-F238E27FC236}">
                <a16:creationId xmlns:a16="http://schemas.microsoft.com/office/drawing/2014/main" id="{CFED3BC6-E4AD-431B-BE57-94ED1C309317}"/>
              </a:ext>
            </a:extLst>
          </p:cNvPr>
          <p:cNvSpPr>
            <a:spLocks noGrp="1"/>
          </p:cNvSpPr>
          <p:nvPr/>
        </p:nvSpPr>
        <p:spPr>
          <a:xfrm>
            <a:off x="2457450" y="3762375"/>
            <a:ext cx="695325" cy="695325"/>
          </a:xfrm>
          <a:prstGeom prst="rect">
            <a:avLst/>
          </a:prstGeom>
          <a:solidFill>
            <a:srgbClr val="303841"/>
          </a:solidFill>
          <a:ln w="7144">
            <a:solidFill>
              <a:srgbClr val="98A1AA"/>
            </a:solidFill>
          </a:ln>
        </p:spPr>
      </p:sp>
      <p:sp>
        <p:nvSpPr>
          <p:cNvPr id="28" name="pixel-value-1636">
            <a:extLst>
              <a:ext uri="{FF2B5EF4-FFF2-40B4-BE49-F238E27FC236}">
                <a16:creationId xmlns:a16="http://schemas.microsoft.com/office/drawing/2014/main" id="{C9C74A22-C6ED-4658-8A75-AD92B83BC999}"/>
              </a:ext>
            </a:extLst>
          </p:cNvPr>
          <p:cNvSpPr>
            <a:spLocks noGrp="1"/>
          </p:cNvSpPr>
          <p:nvPr/>
        </p:nvSpPr>
        <p:spPr>
          <a:xfrm>
            <a:off x="2457450"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9" name="pixel-1637">
            <a:extLst>
              <a:ext uri="{FF2B5EF4-FFF2-40B4-BE49-F238E27FC236}">
                <a16:creationId xmlns:a16="http://schemas.microsoft.com/office/drawing/2014/main" id="{692571D7-BB5B-4530-BBBC-2F5B2A6AB078}"/>
              </a:ext>
            </a:extLst>
          </p:cNvPr>
          <p:cNvSpPr>
            <a:spLocks noGrp="1"/>
          </p:cNvSpPr>
          <p:nvPr/>
        </p:nvSpPr>
        <p:spPr>
          <a:xfrm>
            <a:off x="3152775" y="3762375"/>
            <a:ext cx="695325" cy="695325"/>
          </a:xfrm>
          <a:prstGeom prst="rect">
            <a:avLst/>
          </a:prstGeom>
          <a:solidFill>
            <a:srgbClr val="303841"/>
          </a:solidFill>
          <a:ln w="7144">
            <a:solidFill>
              <a:srgbClr val="98A1AA"/>
            </a:solidFill>
          </a:ln>
        </p:spPr>
      </p:sp>
      <p:sp>
        <p:nvSpPr>
          <p:cNvPr id="30" name="pixel-value-1638">
            <a:extLst>
              <a:ext uri="{FF2B5EF4-FFF2-40B4-BE49-F238E27FC236}">
                <a16:creationId xmlns:a16="http://schemas.microsoft.com/office/drawing/2014/main" id="{86AA6E8A-AFD2-4194-9E27-3AFDB72164E8}"/>
              </a:ext>
            </a:extLst>
          </p:cNvPr>
          <p:cNvSpPr>
            <a:spLocks noGrp="1"/>
          </p:cNvSpPr>
          <p:nvPr/>
        </p:nvSpPr>
        <p:spPr>
          <a:xfrm>
            <a:off x="3152775"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1" name="pixel-1639">
            <a:extLst>
              <a:ext uri="{FF2B5EF4-FFF2-40B4-BE49-F238E27FC236}">
                <a16:creationId xmlns:a16="http://schemas.microsoft.com/office/drawing/2014/main" id="{E684797C-781B-4E13-A6C6-2387A7400B84}"/>
              </a:ext>
            </a:extLst>
          </p:cNvPr>
          <p:cNvSpPr>
            <a:spLocks noGrp="1"/>
          </p:cNvSpPr>
          <p:nvPr/>
        </p:nvSpPr>
        <p:spPr>
          <a:xfrm>
            <a:off x="1066800" y="4457700"/>
            <a:ext cx="695325" cy="695325"/>
          </a:xfrm>
          <a:prstGeom prst="rect">
            <a:avLst/>
          </a:prstGeom>
          <a:solidFill>
            <a:srgbClr val="303841"/>
          </a:solidFill>
          <a:ln w="7144">
            <a:solidFill>
              <a:srgbClr val="98A1AA"/>
            </a:solidFill>
          </a:ln>
        </p:spPr>
      </p:sp>
      <p:sp>
        <p:nvSpPr>
          <p:cNvPr id="32" name="pixel-value-1640">
            <a:extLst>
              <a:ext uri="{FF2B5EF4-FFF2-40B4-BE49-F238E27FC236}">
                <a16:creationId xmlns:a16="http://schemas.microsoft.com/office/drawing/2014/main" id="{C2EFCAA2-C90F-42BC-93D5-BB9A7DCA2FAF}"/>
              </a:ext>
            </a:extLst>
          </p:cNvPr>
          <p:cNvSpPr>
            <a:spLocks noGrp="1"/>
          </p:cNvSpPr>
          <p:nvPr/>
        </p:nvSpPr>
        <p:spPr>
          <a:xfrm>
            <a:off x="1066800"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3" name="pixel-1641">
            <a:extLst>
              <a:ext uri="{FF2B5EF4-FFF2-40B4-BE49-F238E27FC236}">
                <a16:creationId xmlns:a16="http://schemas.microsoft.com/office/drawing/2014/main" id="{5A869BA3-5306-4524-8400-5E97DD90FF38}"/>
              </a:ext>
            </a:extLst>
          </p:cNvPr>
          <p:cNvSpPr>
            <a:spLocks noGrp="1"/>
          </p:cNvSpPr>
          <p:nvPr/>
        </p:nvSpPr>
        <p:spPr>
          <a:xfrm>
            <a:off x="1762125" y="4457700"/>
            <a:ext cx="695325" cy="695325"/>
          </a:xfrm>
          <a:prstGeom prst="rect">
            <a:avLst/>
          </a:prstGeom>
          <a:solidFill>
            <a:srgbClr val="303841"/>
          </a:solidFill>
          <a:ln w="7144">
            <a:solidFill>
              <a:srgbClr val="98A1AA"/>
            </a:solidFill>
          </a:ln>
        </p:spPr>
      </p:sp>
      <p:sp>
        <p:nvSpPr>
          <p:cNvPr id="34" name="pixel-value-1642">
            <a:extLst>
              <a:ext uri="{FF2B5EF4-FFF2-40B4-BE49-F238E27FC236}">
                <a16:creationId xmlns:a16="http://schemas.microsoft.com/office/drawing/2014/main" id="{D70EE03D-CB35-40B7-937F-A0485F4CBBD8}"/>
              </a:ext>
            </a:extLst>
          </p:cNvPr>
          <p:cNvSpPr>
            <a:spLocks noGrp="1"/>
          </p:cNvSpPr>
          <p:nvPr/>
        </p:nvSpPr>
        <p:spPr>
          <a:xfrm>
            <a:off x="1762125"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5" name="pixel-1643">
            <a:extLst>
              <a:ext uri="{FF2B5EF4-FFF2-40B4-BE49-F238E27FC236}">
                <a16:creationId xmlns:a16="http://schemas.microsoft.com/office/drawing/2014/main" id="{ECE4B976-5150-41AC-B878-E904D78AD2B3}"/>
              </a:ext>
            </a:extLst>
          </p:cNvPr>
          <p:cNvSpPr>
            <a:spLocks noGrp="1"/>
          </p:cNvSpPr>
          <p:nvPr/>
        </p:nvSpPr>
        <p:spPr>
          <a:xfrm>
            <a:off x="2457450" y="4457700"/>
            <a:ext cx="695325" cy="695325"/>
          </a:xfrm>
          <a:prstGeom prst="rect">
            <a:avLst/>
          </a:prstGeom>
          <a:solidFill>
            <a:srgbClr val="303841"/>
          </a:solidFill>
          <a:ln w="7144">
            <a:solidFill>
              <a:srgbClr val="98A1AA"/>
            </a:solidFill>
          </a:ln>
        </p:spPr>
      </p:sp>
      <p:sp>
        <p:nvSpPr>
          <p:cNvPr id="36" name="pixel-value-1644">
            <a:extLst>
              <a:ext uri="{FF2B5EF4-FFF2-40B4-BE49-F238E27FC236}">
                <a16:creationId xmlns:a16="http://schemas.microsoft.com/office/drawing/2014/main" id="{5B131462-DAF2-4E58-991C-C5A22428B909}"/>
              </a:ext>
            </a:extLst>
          </p:cNvPr>
          <p:cNvSpPr>
            <a:spLocks noGrp="1"/>
          </p:cNvSpPr>
          <p:nvPr/>
        </p:nvSpPr>
        <p:spPr>
          <a:xfrm>
            <a:off x="2457450"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7" name="pixel-1645">
            <a:extLst>
              <a:ext uri="{FF2B5EF4-FFF2-40B4-BE49-F238E27FC236}">
                <a16:creationId xmlns:a16="http://schemas.microsoft.com/office/drawing/2014/main" id="{870F3C0C-5D1C-430B-A01E-F45AB5E563D2}"/>
              </a:ext>
            </a:extLst>
          </p:cNvPr>
          <p:cNvSpPr>
            <a:spLocks noGrp="1"/>
          </p:cNvSpPr>
          <p:nvPr/>
        </p:nvSpPr>
        <p:spPr>
          <a:xfrm>
            <a:off x="3152775" y="4457700"/>
            <a:ext cx="695325" cy="695325"/>
          </a:xfrm>
          <a:prstGeom prst="rect">
            <a:avLst/>
          </a:prstGeom>
          <a:solidFill>
            <a:srgbClr val="303841"/>
          </a:solidFill>
          <a:ln w="7144">
            <a:solidFill>
              <a:srgbClr val="98A1AA"/>
            </a:solidFill>
          </a:ln>
        </p:spPr>
      </p:sp>
      <p:sp>
        <p:nvSpPr>
          <p:cNvPr id="38" name="pixel-value-1646">
            <a:extLst>
              <a:ext uri="{FF2B5EF4-FFF2-40B4-BE49-F238E27FC236}">
                <a16:creationId xmlns:a16="http://schemas.microsoft.com/office/drawing/2014/main" id="{B89FAC63-5F91-498F-9A53-50E7625E1ED1}"/>
              </a:ext>
            </a:extLst>
          </p:cNvPr>
          <p:cNvSpPr>
            <a:spLocks noGrp="1"/>
          </p:cNvSpPr>
          <p:nvPr/>
        </p:nvSpPr>
        <p:spPr>
          <a:xfrm>
            <a:off x="3152775"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9" name="prose-1647">
            <a:extLst>
              <a:ext uri="{FF2B5EF4-FFF2-40B4-BE49-F238E27FC236}">
                <a16:creationId xmlns:a16="http://schemas.microsoft.com/office/drawing/2014/main" id="{4DF9BBC6-1E61-47B9-A628-869137AF48B0}"/>
              </a:ext>
            </a:extLst>
          </p:cNvPr>
          <p:cNvSpPr>
            <a:spLocks noGrp="1"/>
          </p:cNvSpPr>
          <p:nvPr/>
        </p:nvSpPr>
        <p:spPr>
          <a:xfrm>
            <a:off x="6229350" y="2019300"/>
            <a:ext cx="5353050" cy="3733800"/>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단색 4×4</a:t>
            </a:r>
          </a:p>
          <a:p>
            <a:endParaRPr sz="2175" b="0">
              <a:solidFill>
                <a:srgbClr val="151515"/>
              </a:solidFill>
              <a:latin typeface="Malgun Gothic"/>
              <a:ea typeface="Malgun Gothic"/>
              <a:cs typeface="Malgun Gothic"/>
            </a:endParaRP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1인 픽셀: 16개</a:t>
            </a: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최종 종이 조각: 1개</a:t>
            </a:r>
          </a:p>
          <a:p>
            <a:endParaRPr sz="2175" b="0">
              <a:solidFill>
                <a:srgbClr val="151515"/>
              </a:solidFill>
              <a:latin typeface="Malgun Gothic"/>
              <a:ea typeface="Malgun Gothic"/>
              <a:cs typeface="Malgun Gothic"/>
            </a:endParaRP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단색 확인은 16칸 검사</a:t>
            </a: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분할 재귀는 필요 없습니다.</a:t>
            </a:r>
          </a:p>
        </p:txBody>
      </p:sp>
      <p:sp>
        <p:nvSpPr>
          <p:cNvPr id="40" name="banner-1648">
            <a:extLst>
              <a:ext uri="{FF2B5EF4-FFF2-40B4-BE49-F238E27FC236}">
                <a16:creationId xmlns:a16="http://schemas.microsoft.com/office/drawing/2014/main" id="{489EADC7-E437-4E30-AD30-B09902C0C92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41" name="banner-text-1649">
            <a:extLst>
              <a:ext uri="{FF2B5EF4-FFF2-40B4-BE49-F238E27FC236}">
                <a16:creationId xmlns:a16="http://schemas.microsoft.com/office/drawing/2014/main" id="{DB5AEC53-2734-4D67-9BFB-B3E2B561821B}"/>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한 변과 픽셀 수를 구분하세요.</a:t>
            </a:r>
          </a:p>
        </p:txBody>
      </p:sp>
      <p:sp>
        <p:nvSpPr>
          <p:cNvPr id="42" name="caption">
            <a:extLst>
              <a:ext uri="{FF2B5EF4-FFF2-40B4-BE49-F238E27FC236}">
                <a16:creationId xmlns:a16="http://schemas.microsoft.com/office/drawing/2014/main" id="{923B8F4A-C5EC-4A12-BD1F-9FC0181FEF43}"/>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검사 비용: 단색 Θ(N). 반복 전체 검사 모델 O(N log S) 상한, N = S².</a:t>
            </a:r>
          </a:p>
        </p:txBody>
      </p:sp>
    </p:spTree>
    <p:extLst>
      <p:ext uri="{BB962C8B-B14F-4D97-AF65-F5344CB8AC3E}">
        <p14:creationId xmlns:p14="http://schemas.microsoft.com/office/powerpoint/2010/main" val="28841157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세 개의 자연수 </a:t>
            </a:r>
            <a:r>
              <a:rPr lang="en-US" altLang="ko-KR" sz="1500" i="0">
                <a:solidFill>
                  <a:srgbClr val="606060"/>
                </a:solidFill>
                <a:latin typeface="Malgun Gothic"/>
                <a:ea typeface="Malgun Gothic"/>
                <a:cs typeface="Malgun Gothic"/>
              </a:rPr>
              <a:t>A, B, C</a:t>
            </a:r>
            <a:r>
              <a:rPr lang="ko-KR" altLang="en-US" sz="1500" i="0">
                <a:solidFill>
                  <a:srgbClr val="606060"/>
                </a:solidFill>
                <a:latin typeface="Malgun Gothic"/>
                <a:ea typeface="Malgun Gothic"/>
                <a:cs typeface="Malgun Gothic"/>
              </a:rPr>
              <a:t>가 주어진다</a:t>
            </a:r>
            <a:r>
              <a:rPr lang="en-US" altLang="ko-KR" sz="1500" i="0">
                <a:solidFill>
                  <a:srgbClr val="606060"/>
                </a:solidFill>
                <a:latin typeface="Malgun Gothic"/>
                <a:ea typeface="Malgun Gothic"/>
                <a:cs typeface="Malgun Gothic"/>
              </a:rPr>
              <a:t>. A</a:t>
            </a:r>
            <a:r>
              <a:rPr lang="ko-KR" altLang="en-US" sz="1500" i="0">
                <a:solidFill>
                  <a:srgbClr val="606060"/>
                </a:solidFill>
                <a:latin typeface="Malgun Gothic"/>
                <a:ea typeface="Malgun Gothic"/>
                <a:cs typeface="Malgun Gothic"/>
              </a:rPr>
              <a:t>를 </a:t>
            </a:r>
            <a:r>
              <a:rPr lang="en-US" altLang="ko-KR" sz="1500" i="0">
                <a:solidFill>
                  <a:srgbClr val="606060"/>
                </a:solidFill>
                <a:latin typeface="Malgun Gothic"/>
                <a:ea typeface="Malgun Gothic"/>
                <a:cs typeface="Malgun Gothic"/>
              </a:rPr>
              <a:t>B</a:t>
            </a:r>
            <a:r>
              <a:rPr lang="ko-KR" altLang="en-US" sz="1500" i="0">
                <a:solidFill>
                  <a:srgbClr val="606060"/>
                </a:solidFill>
                <a:latin typeface="Malgun Gothic"/>
                <a:ea typeface="Malgun Gothic"/>
                <a:cs typeface="Malgun Gothic"/>
              </a:rPr>
              <a:t>번 곱한 수</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즉 </a:t>
            </a:r>
            <a:r>
              <a:rPr lang="en-US" altLang="ko-KR" sz="1500" i="0">
                <a:solidFill>
                  <a:srgbClr val="606060"/>
                </a:solidFill>
                <a:latin typeface="Malgun Gothic"/>
                <a:ea typeface="Malgun Gothic"/>
                <a:cs typeface="Malgun Gothic"/>
              </a:rPr>
              <a:t>A^B</a:t>
            </a:r>
            <a:r>
              <a:rPr lang="ko-KR" altLang="en-US" sz="1500" i="0">
                <a:solidFill>
                  <a:srgbClr val="606060"/>
                </a:solidFill>
                <a:latin typeface="Malgun Gothic"/>
                <a:ea typeface="Malgun Gothic"/>
                <a:cs typeface="Malgun Gothic"/>
              </a:rPr>
              <a:t>를 </a:t>
            </a:r>
            <a:r>
              <a:rPr lang="en-US" altLang="ko-KR" sz="1500" i="0">
                <a:solidFill>
                  <a:srgbClr val="606060"/>
                </a:solidFill>
                <a:latin typeface="Malgun Gothic"/>
                <a:ea typeface="Malgun Gothic"/>
                <a:cs typeface="Malgun Gothic"/>
              </a:rPr>
              <a:t>C</a:t>
            </a:r>
            <a:r>
              <a:rPr lang="ko-KR" altLang="en-US" sz="1500" i="0">
                <a:solidFill>
                  <a:srgbClr val="606060"/>
                </a:solidFill>
                <a:latin typeface="Malgun Gothic"/>
                <a:ea typeface="Malgun Gothic"/>
                <a:cs typeface="Malgun Gothic"/>
              </a:rPr>
              <a:t>로 나눈 나머지를 구하라</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문제는 </a:t>
            </a:r>
            <a:r>
              <a:rPr lang="en-US" altLang="ko-KR" sz="1500" i="0">
                <a:solidFill>
                  <a:srgbClr val="606060"/>
                </a:solidFill>
                <a:latin typeface="Malgun Gothic"/>
                <a:ea typeface="Malgun Gothic"/>
                <a:cs typeface="Malgun Gothic"/>
              </a:rPr>
              <a:t>A</a:t>
            </a:r>
            <a:r>
              <a:rPr lang="ko-KR" altLang="en-US" sz="1500" i="0">
                <a:solidFill>
                  <a:srgbClr val="606060"/>
                </a:solidFill>
                <a:latin typeface="Malgun Gothic"/>
                <a:ea typeface="Malgun Gothic"/>
                <a:cs typeface="Malgun Gothic"/>
              </a:rPr>
              <a:t>와 </a:t>
            </a:r>
            <a:r>
              <a:rPr lang="en-US" altLang="ko-KR" sz="1500" i="0">
                <a:solidFill>
                  <a:srgbClr val="606060"/>
                </a:solidFill>
                <a:latin typeface="Malgun Gothic"/>
                <a:ea typeface="Malgun Gothic"/>
                <a:cs typeface="Malgun Gothic"/>
              </a:rPr>
              <a:t>B</a:t>
            </a:r>
            <a:r>
              <a:rPr lang="ko-KR" altLang="en-US" sz="1500" i="0">
                <a:solidFill>
                  <a:srgbClr val="606060"/>
                </a:solidFill>
                <a:latin typeface="Malgun Gothic"/>
                <a:ea typeface="Malgun Gothic"/>
                <a:cs typeface="Malgun Gothic"/>
              </a:rPr>
              <a:t>가 최대 </a:t>
            </a:r>
            <a:r>
              <a:rPr lang="en-US" altLang="ko-KR" sz="1500" i="0">
                <a:solidFill>
                  <a:srgbClr val="606060"/>
                </a:solidFill>
                <a:latin typeface="Malgun Gothic"/>
                <a:ea typeface="Malgun Gothic"/>
                <a:cs typeface="Malgun Gothic"/>
              </a:rPr>
              <a:t>2,147,483,647(</a:t>
            </a:r>
            <a:r>
              <a:rPr lang="ko-KR" altLang="en-US" sz="1500" i="0">
                <a:solidFill>
                  <a:srgbClr val="606060"/>
                </a:solidFill>
                <a:latin typeface="Malgun Gothic"/>
                <a:ea typeface="Malgun Gothic"/>
                <a:cs typeface="Malgun Gothic"/>
              </a:rPr>
              <a:t>약 </a:t>
            </a:r>
            <a:r>
              <a:rPr lang="en-US" altLang="ko-KR" sz="1500" i="0">
                <a:solidFill>
                  <a:srgbClr val="606060"/>
                </a:solidFill>
                <a:latin typeface="Malgun Gothic"/>
                <a:ea typeface="Malgun Gothic"/>
                <a:cs typeface="Malgun Gothic"/>
              </a:rPr>
              <a:t>21</a:t>
            </a:r>
            <a:r>
              <a:rPr lang="ko-KR" altLang="en-US" sz="1500" i="0">
                <a:solidFill>
                  <a:srgbClr val="606060"/>
                </a:solidFill>
                <a:latin typeface="Malgun Gothic"/>
                <a:ea typeface="Malgun Gothic"/>
                <a:cs typeface="Malgun Gothic"/>
              </a:rPr>
              <a:t>억</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에 달하는 매우 큰 수라는 점이다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단순한 반복으로는 </a:t>
            </a:r>
            <a:r>
              <a:rPr lang="en-US" altLang="ko-KR" sz="1500" i="0">
                <a:solidFill>
                  <a:srgbClr val="606060"/>
                </a:solidFill>
                <a:latin typeface="Malgun Gothic"/>
                <a:ea typeface="Malgun Gothic"/>
                <a:cs typeface="Malgun Gothic"/>
              </a:rPr>
              <a:t>21</a:t>
            </a:r>
            <a:r>
              <a:rPr lang="ko-KR" altLang="en-US" sz="1500" i="0">
                <a:solidFill>
                  <a:srgbClr val="606060"/>
                </a:solidFill>
                <a:latin typeface="Malgun Gothic"/>
                <a:ea typeface="Malgun Gothic"/>
                <a:cs typeface="Malgun Gothic"/>
              </a:rPr>
              <a:t>억 번의 곱셈이 필요하다</a:t>
            </a:r>
            <a:r>
              <a:rPr lang="en-US" altLang="ko-KR" sz="1500" i="0">
                <a:solidFill>
                  <a:srgbClr val="606060"/>
                </a:solidFill>
                <a:latin typeface="Malgun Gothic"/>
                <a:ea typeface="Malgun Gothic"/>
                <a:cs typeface="Malgun Gothic"/>
              </a:rPr>
              <a:t>.</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ko-KR" altLang="en-US"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lang="en-US" altLang="ko-KR" sz="1080" i="0">
                <a:solidFill>
                  <a:srgbClr val="171717"/>
                </a:solidFill>
                <a:latin typeface="Malgun Gothic"/>
                <a:ea typeface="Malgun Gothic"/>
                <a:cs typeface="Malgun Gothic"/>
              </a:rPr>
              <a:t>A^B = A^(B/2) × A^(B/2). </a:t>
            </a:r>
            <a:r>
              <a:rPr lang="ko-KR" altLang="en-US" sz="1080" i="0">
                <a:solidFill>
                  <a:srgbClr val="171717"/>
                </a:solidFill>
                <a:latin typeface="Malgun Gothic"/>
                <a:ea typeface="Malgun Gothic"/>
                <a:cs typeface="Malgun Gothic"/>
              </a:rPr>
              <a:t>절반만 계산하면 나머지 절반은 공짜다</a:t>
            </a:r>
            <a:r>
              <a:rPr lang="en-US" altLang="ko-KR" sz="1080" i="0">
                <a:solidFill>
                  <a:srgbClr val="171717"/>
                </a:solidFill>
                <a:latin typeface="Malgun Gothic"/>
                <a:ea typeface="Malgun Gothic"/>
                <a:cs typeface="Malgun Gothic"/>
              </a:rPr>
              <a:t>.</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en-US" sz="1250" b="1" i="0">
                <a:solidFill>
                  <a:srgbClr val="171717"/>
                </a:solidFill>
                <a:latin typeface="Malgun Gothic"/>
                <a:ea typeface="Malgun Gothic"/>
                <a:cs typeface="Malgun Gothic"/>
              </a:rPr>
              <a:t>B</a:t>
            </a:r>
            <a:r>
              <a:rPr lang="ko-KR" altLang="en-US" sz="1250" b="1" i="0">
                <a:solidFill>
                  <a:srgbClr val="171717"/>
                </a:solidFill>
                <a:latin typeface="Malgun Gothic"/>
                <a:ea typeface="Malgun Gothic"/>
                <a:cs typeface="Malgun Gothic"/>
              </a:rPr>
              <a:t>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lang="en-US" sz="1080" i="0">
                <a:solidFill>
                  <a:srgbClr val="171717"/>
                </a:solidFill>
                <a:latin typeface="Malgun Gothic"/>
                <a:ea typeface="Malgun Gothic"/>
                <a:cs typeface="Malgun Gothic"/>
              </a:rPr>
              <a:t>A^B = A^(B/2) × A^(B/2) × A. </a:t>
            </a:r>
            <a:r>
              <a:rPr lang="ko-KR" altLang="en-US" sz="1080" i="0">
                <a:solidFill>
                  <a:srgbClr val="171717"/>
                </a:solidFill>
                <a:latin typeface="Malgun Gothic"/>
                <a:ea typeface="Malgun Gothic"/>
                <a:cs typeface="Malgun Gothic"/>
              </a:rPr>
              <a:t>남는 </a:t>
            </a:r>
            <a:r>
              <a:rPr lang="en-US" sz="1080" i="0">
                <a:solidFill>
                  <a:srgbClr val="171717"/>
                </a:solidFill>
                <a:latin typeface="Malgun Gothic"/>
                <a:ea typeface="Malgun Gothic"/>
                <a:cs typeface="Malgun Gothic"/>
              </a:rPr>
              <a:t>A </a:t>
            </a:r>
            <a:r>
              <a:rPr lang="ko-KR" altLang="en-US" sz="1080" i="0">
                <a:solidFill>
                  <a:srgbClr val="171717"/>
                </a:solidFill>
                <a:latin typeface="Malgun Gothic"/>
                <a:ea typeface="Malgun Gothic"/>
                <a:cs typeface="Malgun Gothic"/>
              </a:rPr>
              <a:t>하나를 곱해준다</a:t>
            </a:r>
            <a:r>
              <a:rPr lang="en-US" altLang="ko-KR" sz="1080" i="0">
                <a:solidFill>
                  <a:srgbClr val="171717"/>
                </a:solidFill>
                <a:latin typeface="Malgun Gothic"/>
                <a:ea typeface="Malgun Gothic"/>
                <a:cs typeface="Malgun Gothic"/>
              </a:rPr>
              <a:t>.</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ko-KR" altLang="en-US"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lang="en-US" altLang="ko-KR" sz="1080" i="0">
                <a:solidFill>
                  <a:srgbClr val="606060"/>
                </a:solidFill>
                <a:latin typeface="Malgun Gothic"/>
                <a:ea typeface="Malgun Gothic"/>
                <a:cs typeface="Malgun Gothic"/>
              </a:rPr>
              <a:t>(a × b) mod c = ((a mod c) × (b mod c)) mod c. </a:t>
            </a:r>
            <a:r>
              <a:rPr lang="ko-KR" altLang="en-US" sz="1080" i="0">
                <a:solidFill>
                  <a:srgbClr val="606060"/>
                </a:solidFill>
                <a:latin typeface="Malgun Gothic"/>
                <a:ea typeface="Malgun Gothic"/>
                <a:cs typeface="Malgun Gothic"/>
              </a:rPr>
              <a:t>매 단계 나머지를 취해 수가 커지지 않게 한다</a:t>
            </a:r>
            <a:r>
              <a:rPr lang="en-US" altLang="ko-KR" sz="1080" i="0">
                <a:solidFill>
                  <a:srgbClr val="606060"/>
                </a:solidFill>
                <a:latin typeface="Malgun Gothic"/>
                <a:ea typeface="Malgun Gothic"/>
                <a:cs typeface="Malgun Gothic"/>
              </a:rPr>
              <a:t>.</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lang="pt-B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lang="ko-KR" altLang="en-US"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lang="ko-KR" altLang="en-US"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lang="en-US" altLang="ko-K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lang="ko-KR" altLang="en-US"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lang="en-US" altLang="ko-K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lang="en-US" altLang="ko-KR" sz="1500" i="0">
                <a:solidFill>
                  <a:srgbClr val="171717"/>
                </a:solidFill>
                <a:latin typeface="Malgun Gothic"/>
                <a:ea typeface="Malgun Gothic"/>
                <a:cs typeface="Malgun Gothic"/>
              </a:rPr>
              <a:t>21</a:t>
            </a:r>
            <a:r>
              <a:rPr lang="ko-KR" altLang="en-US" sz="1500" i="0">
                <a:solidFill>
                  <a:srgbClr val="171717"/>
                </a:solidFill>
                <a:latin typeface="Malgun Gothic"/>
                <a:ea typeface="Malgun Gothic"/>
                <a:cs typeface="Malgun Gothic"/>
              </a:rPr>
              <a:t>억 번의 곱셈이</a:t>
            </a:r>
          </a:p>
          <a:p>
            <a:pPr marL="0" indent="0" algn="l">
              <a:lnSpc>
                <a:spcPct val="135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약 </a:t>
            </a:r>
            <a:r>
              <a:rPr lang="en-US" altLang="ko-KR" sz="1500" i="0">
                <a:solidFill>
                  <a:srgbClr val="171717"/>
                </a:solidFill>
                <a:latin typeface="Malgun Gothic"/>
                <a:ea typeface="Malgun Gothic"/>
                <a:cs typeface="Malgun Gothic"/>
              </a:rPr>
              <a:t>31</a:t>
            </a:r>
            <a:r>
              <a:rPr lang="ko-KR" altLang="en-US" sz="1500" i="0">
                <a:solidFill>
                  <a:srgbClr val="171717"/>
                </a:solidFill>
                <a:latin typeface="Malgun Gothic"/>
                <a:ea typeface="Malgun Gothic"/>
                <a:cs typeface="Malgun Gothic"/>
              </a:rPr>
              <a:t>단계로 줄어든다</a:t>
            </a:r>
            <a:r>
              <a:rPr lang="en-US" altLang="ko-KR" sz="1500" i="0">
                <a:solidFill>
                  <a:srgbClr val="171717"/>
                </a:solidFill>
                <a:latin typeface="Malgun Gothic"/>
                <a:ea typeface="Malgun Gothic"/>
                <a:cs typeface="Malgun Gothic"/>
              </a:rPr>
              <a:t>.</a:t>
            </a:r>
          </a:p>
          <a:p>
            <a:pPr marL="0" indent="0" algn="l">
              <a:lnSpc>
                <a:spcPct val="135000"/>
              </a:lnSpc>
              <a:buNone/>
              <a:defRPr sz="1500" i="0">
                <a:solidFill>
                  <a:srgbClr val="171717"/>
                </a:solidFill>
                <a:latin typeface="Malgun Gothic"/>
                <a:ea typeface="Malgun Gothic"/>
                <a:cs typeface="Malgun Gothic"/>
              </a:defRPr>
            </a:pPr>
            <a:r>
              <a:rPr lang="en-US" altLang="ko-K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4.2  </a:t>
            </a:r>
            <a:r>
              <a:rPr lang="ko-KR" altLang="en-US" sz="1050" b="1" i="0">
                <a:solidFill>
                  <a:srgbClr val="606060"/>
                </a:solidFill>
                <a:latin typeface="Malgun Gothic"/>
                <a:ea typeface="Malgun Gothic"/>
                <a:cs typeface="Malgun Gothic"/>
              </a:rPr>
              <a:t>거듭제곱 나머지</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곱셈 </a:t>
            </a:r>
            <a:r>
              <a:rPr lang="en-US" altLang="ko-KR" sz="3000" b="1" i="0">
                <a:solidFill>
                  <a:srgbClr val="171717"/>
                </a:solidFill>
                <a:latin typeface="Malgun Gothic"/>
                <a:ea typeface="Malgun Gothic"/>
                <a:cs typeface="Malgun Gothic"/>
              </a:rPr>
              <a:t>— A^B mod C </a:t>
            </a:r>
            <a:r>
              <a:rPr lang="ko-KR" altLang="en-US" sz="3000" b="1" i="0">
                <a:solidFill>
                  <a:srgbClr val="171717"/>
                </a:solidFill>
                <a:latin typeface="Malgun Gothic"/>
                <a:ea typeface="Malgun Gothic"/>
                <a:cs typeface="Malgun Gothic"/>
              </a:rPr>
              <a:t>를 눈 깜짝할 사이에</a:t>
            </a:r>
            <a:endParaRPr sz="3000" b="1" i="0">
              <a:solidFill>
                <a:srgbClr val="171717"/>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234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lang="en-US"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ko-KR" altLang="en-US"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11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5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2 (</a:t>
            </a:r>
            <a:r>
              <a:rPr lang="ko-KR" altLang="en-US" sz="950" i="0">
                <a:solidFill>
                  <a:srgbClr val="171717"/>
                </a:solidFill>
                <a:latin typeface="Malgun Gothic"/>
                <a:ea typeface="Malgun Gothic"/>
                <a:cs typeface="Malgun Gothic"/>
              </a:rPr>
              <a:t>짝수</a:t>
            </a:r>
            <a:r>
              <a:rPr lang="en-US" altLang="ko-KR" sz="950" i="0">
                <a:solidFill>
                  <a:srgbClr val="171717"/>
                </a:solidFill>
                <a:latin typeface="Malgun Gothic"/>
                <a:ea typeface="Malgun Gothic"/>
                <a:cs typeface="Malgun Gothic"/>
              </a:rPr>
              <a:t>)</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1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ko-KR" altLang="en-US" sz="1230" b="1" i="0">
                <a:solidFill>
                  <a:srgbClr val="171717"/>
                </a:solidFill>
                <a:latin typeface="Malgun Gothic"/>
                <a:ea typeface="Malgun Gothic"/>
                <a:cs typeface="Malgun Gothic"/>
              </a:rPr>
              <a:t>깊이는 </a:t>
            </a:r>
            <a:r>
              <a:rPr lang="en-US" sz="1230" b="1" i="0">
                <a:solidFill>
                  <a:srgbClr val="171717"/>
                </a:solidFill>
                <a:latin typeface="Malgun Gothic"/>
                <a:ea typeface="Malgun Gothic"/>
                <a:cs typeface="Malgun Gothic"/>
              </a:rPr>
              <a:t>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lang="en-US" altLang="ko-KR" sz="1100" i="0">
                <a:solidFill>
                  <a:srgbClr val="171717"/>
                </a:solidFill>
                <a:latin typeface="Malgun Gothic"/>
                <a:ea typeface="Malgun Gothic"/>
                <a:cs typeface="Malgun Gothic"/>
              </a:rPr>
              <a:t>B = 21</a:t>
            </a:r>
            <a:r>
              <a:rPr lang="ko-KR" altLang="en-US" sz="1100" i="0">
                <a:solidFill>
                  <a:srgbClr val="171717"/>
                </a:solidFill>
                <a:latin typeface="Malgun Gothic"/>
                <a:ea typeface="Malgun Gothic"/>
                <a:cs typeface="Malgun Gothic"/>
              </a:rPr>
              <a:t>억이어도 재귀 깊이는 </a:t>
            </a:r>
            <a:r>
              <a:rPr lang="en-US" altLang="ko-KR" sz="1100" i="0">
                <a:solidFill>
                  <a:srgbClr val="171717"/>
                </a:solidFill>
                <a:latin typeface="Malgun Gothic"/>
                <a:ea typeface="Malgun Gothic"/>
                <a:cs typeface="Malgun Gothic"/>
              </a:rPr>
              <a:t>31</a:t>
            </a:r>
            <a:r>
              <a:rPr lang="ko-KR" altLang="en-US" sz="1100" i="0">
                <a:solidFill>
                  <a:srgbClr val="171717"/>
                </a:solidFill>
                <a:latin typeface="Malgun Gothic"/>
                <a:ea typeface="Malgun Gothic"/>
                <a:cs typeface="Malgun Gothic"/>
              </a:rPr>
              <a:t>에 불과하다</a:t>
            </a:r>
            <a:r>
              <a:rPr lang="en-US" altLang="ko-KR" sz="1100" i="0">
                <a:solidFill>
                  <a:srgbClr val="171717"/>
                </a:solidFill>
                <a:latin typeface="Malgun Gothic"/>
                <a:ea typeface="Malgun Gothic"/>
                <a:cs typeface="Malgun Gothic"/>
              </a:rPr>
              <a:t>.</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txBody>
          <a:bodyPr/>
          <a:lstStyle/>
          <a:p>
            <a:endParaRPr lang="ko-KR" altLang="en-US"/>
          </a:p>
        </p:txBody>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return result</a:t>
            </a:r>
            <a:endParaRPr sz="1500" b="0" i="0">
              <a:solidFill>
                <a:srgbClr val="FFFFFF"/>
              </a:solidFill>
              <a:latin typeface="Consolas"/>
              <a:ea typeface="Consolas"/>
              <a:cs typeface="Consolas"/>
            </a:endParaRP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print(power(A, B, C))</a:t>
            </a:r>
            <a:endParaRPr sz="900" b="0" i="0">
              <a:solidFill>
                <a:srgbClr val="FFFFFF"/>
              </a:solidFill>
              <a:latin typeface="Consolas"/>
              <a:ea typeface="Consolas"/>
              <a:cs typeface="Consolas"/>
            </a:endParaRP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4.2  </a:t>
            </a:r>
            <a:r>
              <a:rPr lang="ko-KR" altLang="en-US" sz="1050" b="1" i="0">
                <a:solidFill>
                  <a:srgbClr val="606060"/>
                </a:solidFill>
                <a:latin typeface="Malgun Gothic"/>
                <a:ea typeface="Malgun Gothic"/>
                <a:cs typeface="Malgun Gothic"/>
              </a:rPr>
              <a:t>거듭제곱 나머지</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풀이 </a:t>
            </a:r>
            <a:r>
              <a:rPr lang="en-US" altLang="ko-KR" sz="3000" b="1" i="0">
                <a:solidFill>
                  <a:srgbClr val="171717"/>
                </a:solidFill>
                <a:latin typeface="Malgun Gothic"/>
                <a:ea typeface="Malgun Gothic"/>
                <a:cs typeface="Malgun Gothic"/>
              </a:rPr>
              <a:t>— </a:t>
            </a:r>
            <a:r>
              <a:rPr lang="ko-KR" altLang="en-US" sz="3000" b="1" i="0">
                <a:solidFill>
                  <a:srgbClr val="171717"/>
                </a:solidFill>
                <a:latin typeface="Malgun Gothic"/>
                <a:ea typeface="Malgun Gothic"/>
                <a:cs typeface="Malgun Gothic"/>
              </a:rPr>
              <a:t>분할 정복 거듭제곱 </a:t>
            </a:r>
            <a:r>
              <a:rPr lang="en-US" altLang="ko-KR" sz="3000" b="1" i="0">
                <a:solidFill>
                  <a:srgbClr val="171717"/>
                </a:solidFill>
                <a:latin typeface="Malgun Gothic"/>
                <a:ea typeface="Malgun Gothic"/>
                <a:cs typeface="Malgun Gothic"/>
              </a:rPr>
              <a:t>(fast power)</a:t>
            </a:r>
            <a:endParaRPr sz="3000" b="1" i="0">
              <a:solidFill>
                <a:srgbClr val="171717"/>
              </a:solidFill>
              <a:latin typeface="Malgun Gothic"/>
              <a:ea typeface="Malgun Gothic"/>
              <a:cs typeface="Malgun Gothic"/>
            </a:endParaRP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235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45469872-F430-421E-BFEB-77FE407FCC1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8D13334F-3EF4-44C1-B445-1712F309762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C4BA33-0E0B-41C9-842A-562B36C9DC4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빠른 거듭제곱: 3¹¹ mod 7을 끝까지</a:t>
            </a:r>
          </a:p>
        </p:txBody>
      </p:sp>
      <p:sp>
        <p:nvSpPr>
          <p:cNvPr id="4" name="line-1650">
            <a:extLst>
              <a:ext uri="{FF2B5EF4-FFF2-40B4-BE49-F238E27FC236}">
                <a16:creationId xmlns:a16="http://schemas.microsoft.com/office/drawing/2014/main" id="{A2461D0F-4BE4-4F16-BAD8-92025037AD7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F3BF9169-D5F7-4CE2-A412-AB3ED140CB0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83F4ED0-E98C-41C0-8D1C-BF7592799C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236</a:t>
            </a:r>
            <a:endParaRPr sz="1050" b="0">
              <a:solidFill>
                <a:srgbClr val="151515"/>
              </a:solidFill>
              <a:latin typeface="Consolas"/>
              <a:ea typeface="Consolas"/>
              <a:cs typeface="Consolas"/>
            </a:endParaRPr>
          </a:p>
        </p:txBody>
      </p:sp>
      <p:sp>
        <p:nvSpPr>
          <p:cNvPr id="7" name="stage-1651">
            <a:extLst>
              <a:ext uri="{FF2B5EF4-FFF2-40B4-BE49-F238E27FC236}">
                <a16:creationId xmlns:a16="http://schemas.microsoft.com/office/drawing/2014/main" id="{A2E77D2A-ED84-4800-AA31-78282EB6D1A8}"/>
              </a:ext>
            </a:extLst>
          </p:cNvPr>
          <p:cNvSpPr>
            <a:spLocks noGrp="1"/>
          </p:cNvSpPr>
          <p:nvPr/>
        </p:nvSpPr>
        <p:spPr>
          <a:xfrm>
            <a:off x="609600" y="1828800"/>
            <a:ext cx="2042160" cy="609600"/>
          </a:xfrm>
          <a:prstGeom prst="rect">
            <a:avLst/>
          </a:prstGeom>
          <a:solidFill>
            <a:srgbClr val="EEF5F8"/>
          </a:solidFill>
          <a:ln w="9525">
            <a:solidFill>
              <a:srgbClr val="146995"/>
            </a:solidFill>
          </a:ln>
        </p:spPr>
      </p:sp>
      <p:sp>
        <p:nvSpPr>
          <p:cNvPr id="8" name="stage-text-1652">
            <a:extLst>
              <a:ext uri="{FF2B5EF4-FFF2-40B4-BE49-F238E27FC236}">
                <a16:creationId xmlns:a16="http://schemas.microsoft.com/office/drawing/2014/main" id="{17B559FC-AD87-49C3-BBE1-96B580246256}"/>
              </a:ext>
            </a:extLst>
          </p:cNvPr>
          <p:cNvSpPr>
            <a:spLocks noGrp="1"/>
          </p:cNvSpPr>
          <p:nvPr/>
        </p:nvSpPr>
        <p:spPr>
          <a:xfrm>
            <a:off x="60960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11</a:t>
            </a:r>
          </a:p>
        </p:txBody>
      </p:sp>
      <p:sp>
        <p:nvSpPr>
          <p:cNvPr id="9" name="stage-1653">
            <a:extLst>
              <a:ext uri="{FF2B5EF4-FFF2-40B4-BE49-F238E27FC236}">
                <a16:creationId xmlns:a16="http://schemas.microsoft.com/office/drawing/2014/main" id="{DD38BF1A-9E67-46C5-8673-5D1AAD93494D}"/>
              </a:ext>
            </a:extLst>
          </p:cNvPr>
          <p:cNvSpPr>
            <a:spLocks noGrp="1"/>
          </p:cNvSpPr>
          <p:nvPr/>
        </p:nvSpPr>
        <p:spPr>
          <a:xfrm>
            <a:off x="2842260" y="1828800"/>
            <a:ext cx="2042160" cy="609600"/>
          </a:xfrm>
          <a:prstGeom prst="rect">
            <a:avLst/>
          </a:prstGeom>
          <a:solidFill>
            <a:srgbClr val="EEF5F8"/>
          </a:solidFill>
          <a:ln w="9525">
            <a:solidFill>
              <a:srgbClr val="146995"/>
            </a:solidFill>
          </a:ln>
        </p:spPr>
      </p:sp>
      <p:sp>
        <p:nvSpPr>
          <p:cNvPr id="10" name="stage-text-1654">
            <a:extLst>
              <a:ext uri="{FF2B5EF4-FFF2-40B4-BE49-F238E27FC236}">
                <a16:creationId xmlns:a16="http://schemas.microsoft.com/office/drawing/2014/main" id="{E3943C79-3725-4F34-8A52-260FE3703890}"/>
              </a:ext>
            </a:extLst>
          </p:cNvPr>
          <p:cNvSpPr>
            <a:spLocks noGrp="1"/>
          </p:cNvSpPr>
          <p:nvPr/>
        </p:nvSpPr>
        <p:spPr>
          <a:xfrm>
            <a:off x="284226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5</a:t>
            </a:r>
          </a:p>
        </p:txBody>
      </p:sp>
      <p:sp>
        <p:nvSpPr>
          <p:cNvPr id="11" name="stage-1655">
            <a:extLst>
              <a:ext uri="{FF2B5EF4-FFF2-40B4-BE49-F238E27FC236}">
                <a16:creationId xmlns:a16="http://schemas.microsoft.com/office/drawing/2014/main" id="{AF4A06F4-9876-403D-81C5-E0B843C95B72}"/>
              </a:ext>
            </a:extLst>
          </p:cNvPr>
          <p:cNvSpPr>
            <a:spLocks noGrp="1"/>
          </p:cNvSpPr>
          <p:nvPr/>
        </p:nvSpPr>
        <p:spPr>
          <a:xfrm>
            <a:off x="5074920" y="1828800"/>
            <a:ext cx="2042160" cy="609600"/>
          </a:xfrm>
          <a:prstGeom prst="rect">
            <a:avLst/>
          </a:prstGeom>
          <a:solidFill>
            <a:srgbClr val="EEF5F8"/>
          </a:solidFill>
          <a:ln w="9525">
            <a:solidFill>
              <a:srgbClr val="146995"/>
            </a:solidFill>
          </a:ln>
        </p:spPr>
      </p:sp>
      <p:sp>
        <p:nvSpPr>
          <p:cNvPr id="12" name="stage-text-1656">
            <a:extLst>
              <a:ext uri="{FF2B5EF4-FFF2-40B4-BE49-F238E27FC236}">
                <a16:creationId xmlns:a16="http://schemas.microsoft.com/office/drawing/2014/main" id="{2E2ABB84-1EE7-4A8C-B527-8D828F3CB984}"/>
              </a:ext>
            </a:extLst>
          </p:cNvPr>
          <p:cNvSpPr>
            <a:spLocks noGrp="1"/>
          </p:cNvSpPr>
          <p:nvPr/>
        </p:nvSpPr>
        <p:spPr>
          <a:xfrm>
            <a:off x="507492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a:t>
            </a:r>
          </a:p>
        </p:txBody>
      </p:sp>
      <p:sp>
        <p:nvSpPr>
          <p:cNvPr id="13" name="stage-1657">
            <a:extLst>
              <a:ext uri="{FF2B5EF4-FFF2-40B4-BE49-F238E27FC236}">
                <a16:creationId xmlns:a16="http://schemas.microsoft.com/office/drawing/2014/main" id="{4B49CFB4-5FC9-4703-8B6A-9C7C9612A10D}"/>
              </a:ext>
            </a:extLst>
          </p:cNvPr>
          <p:cNvSpPr>
            <a:spLocks noGrp="1"/>
          </p:cNvSpPr>
          <p:nvPr/>
        </p:nvSpPr>
        <p:spPr>
          <a:xfrm>
            <a:off x="7307580" y="1828800"/>
            <a:ext cx="2042160" cy="609600"/>
          </a:xfrm>
          <a:prstGeom prst="rect">
            <a:avLst/>
          </a:prstGeom>
          <a:solidFill>
            <a:srgbClr val="EEF5F8"/>
          </a:solidFill>
          <a:ln w="9525">
            <a:solidFill>
              <a:srgbClr val="146995"/>
            </a:solidFill>
          </a:ln>
        </p:spPr>
      </p:sp>
      <p:sp>
        <p:nvSpPr>
          <p:cNvPr id="14" name="stage-text-1658">
            <a:extLst>
              <a:ext uri="{FF2B5EF4-FFF2-40B4-BE49-F238E27FC236}">
                <a16:creationId xmlns:a16="http://schemas.microsoft.com/office/drawing/2014/main" id="{33252ACC-C787-4154-8C8E-706CB6F469FE}"/>
              </a:ext>
            </a:extLst>
          </p:cNvPr>
          <p:cNvSpPr>
            <a:spLocks noGrp="1"/>
          </p:cNvSpPr>
          <p:nvPr/>
        </p:nvSpPr>
        <p:spPr>
          <a:xfrm>
            <a:off x="730758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a:t>
            </a:r>
          </a:p>
        </p:txBody>
      </p:sp>
      <p:sp>
        <p:nvSpPr>
          <p:cNvPr id="15" name="stage-1659">
            <a:extLst>
              <a:ext uri="{FF2B5EF4-FFF2-40B4-BE49-F238E27FC236}">
                <a16:creationId xmlns:a16="http://schemas.microsoft.com/office/drawing/2014/main" id="{B5DF6BC3-CECC-4923-A260-759EE885845C}"/>
              </a:ext>
            </a:extLst>
          </p:cNvPr>
          <p:cNvSpPr>
            <a:spLocks noGrp="1"/>
          </p:cNvSpPr>
          <p:nvPr/>
        </p:nvSpPr>
        <p:spPr>
          <a:xfrm>
            <a:off x="9540240" y="1828800"/>
            <a:ext cx="2042160" cy="609600"/>
          </a:xfrm>
          <a:prstGeom prst="rect">
            <a:avLst/>
          </a:prstGeom>
          <a:solidFill>
            <a:srgbClr val="EEF5F8"/>
          </a:solidFill>
          <a:ln w="9525">
            <a:solidFill>
              <a:srgbClr val="146995"/>
            </a:solidFill>
          </a:ln>
        </p:spPr>
      </p:sp>
      <p:sp>
        <p:nvSpPr>
          <p:cNvPr id="16" name="stage-text-1660">
            <a:extLst>
              <a:ext uri="{FF2B5EF4-FFF2-40B4-BE49-F238E27FC236}">
                <a16:creationId xmlns:a16="http://schemas.microsoft.com/office/drawing/2014/main" id="{097F97B6-A54B-4CEE-A5CD-FB6E39405B2B}"/>
              </a:ext>
            </a:extLst>
          </p:cNvPr>
          <p:cNvSpPr>
            <a:spLocks noGrp="1"/>
          </p:cNvSpPr>
          <p:nvPr/>
        </p:nvSpPr>
        <p:spPr>
          <a:xfrm>
            <a:off x="954024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0</a:t>
            </a:r>
          </a:p>
        </p:txBody>
      </p:sp>
      <p:graphicFrame>
        <p:nvGraphicFramePr>
          <p:cNvPr id="17" name="표 16">
            <a:extLst>
              <a:ext uri="{FF2B5EF4-FFF2-40B4-BE49-F238E27FC236}">
                <a16:creationId xmlns:a16="http://schemas.microsoft.com/office/drawing/2014/main" id="{14BF288E-0CC8-4CE0-A8B2-80DA52164339}"/>
              </a:ext>
            </a:extLst>
          </p:cNvPr>
          <p:cNvGraphicFramePr/>
          <p:nvPr/>
        </p:nvGraphicFramePr>
        <p:xfrm>
          <a:off x="609600" y="2876550"/>
          <a:ext cx="10972800" cy="2914650"/>
        </p:xfrm>
        <a:graphic>
          <a:graphicData uri="http://schemas.openxmlformats.org/drawingml/2006/table">
            <a:tbl>
              <a:tblPr/>
              <a:tblGrid>
                <a:gridCol w="2333625">
                  <a:extLst>
                    <a:ext uri="{9D8B030D-6E8A-4147-A177-3AD203B41FA5}">
                      <a16:colId xmlns:a16="http://schemas.microsoft.com/office/drawing/2014/main" val="20000"/>
                    </a:ext>
                  </a:extLst>
                </a:gridCol>
                <a:gridCol w="1857375">
                  <a:extLst>
                    <a:ext uri="{9D8B030D-6E8A-4147-A177-3AD203B41FA5}">
                      <a16:colId xmlns:a16="http://schemas.microsoft.com/office/drawing/2014/main" val="20001"/>
                    </a:ext>
                  </a:extLst>
                </a:gridCol>
                <a:gridCol w="6781800">
                  <a:extLst>
                    <a:ext uri="{9D8B030D-6E8A-4147-A177-3AD203B41FA5}">
                      <a16:colId xmlns:a16="http://schemas.microsoft.com/office/drawing/2014/main" val="20002"/>
                    </a:ext>
                  </a:extLst>
                </a:gridCol>
              </a:tblGrid>
              <a:tr h="485775">
                <a:tc>
                  <a:txBody>
                    <a:bodyPr/>
                    <a:lstStyle/>
                    <a:p>
                      <a:pPr algn="ctr"/>
                      <a:r>
                        <a:rPr sz="1875" b="1">
                          <a:solidFill>
                            <a:srgbClr val="FFFFFF"/>
                          </a:solidFill>
                          <a:latin typeface="Malgun Gothic"/>
                          <a:ea typeface="Malgun Gothic"/>
                          <a:cs typeface="Malgun Gothic"/>
                        </a:rPr>
                        <a:t>돌아온 지수 b</a:t>
                      </a:r>
                    </a:p>
                  </a:txBody>
                  <a:tcPr anchor="ctr">
                    <a:solidFill>
                      <a:srgbClr val="151515"/>
                    </a:solidFill>
                  </a:tcPr>
                </a:tc>
                <a:tc>
                  <a:txBody>
                    <a:bodyPr/>
                    <a:lstStyle/>
                    <a:p>
                      <a:pPr algn="ctr"/>
                      <a:r>
                        <a:rPr sz="1875" b="1">
                          <a:solidFill>
                            <a:srgbClr val="FFFFFF"/>
                          </a:solidFill>
                          <a:latin typeface="Malgun Gothic"/>
                          <a:ea typeface="Malgun Gothic"/>
                          <a:cs typeface="Malgun Gothic"/>
                        </a:rPr>
                        <a:t>half</a:t>
                      </a:r>
                    </a:p>
                  </a:txBody>
                  <a:tcPr anchor="ctr">
                    <a:solidFill>
                      <a:srgbClr val="151515"/>
                    </a:solidFill>
                  </a:tcPr>
                </a:tc>
                <a:tc>
                  <a:txBody>
                    <a:bodyPr/>
                    <a:lstStyle/>
                    <a:p>
                      <a:pPr algn="ctr"/>
                      <a:r>
                        <a:rPr sz="1875" b="1">
                          <a:solidFill>
                            <a:srgbClr val="FFFFFF"/>
                          </a:solidFill>
                          <a:latin typeface="Malgun Gothic"/>
                          <a:ea typeface="Malgun Gothic"/>
                          <a:cs typeface="Malgun Gothic"/>
                        </a:rPr>
                        <a:t>계산 후 나머지</a:t>
                      </a:r>
                    </a:p>
                  </a:txBody>
                  <a:tcPr anchor="ctr">
                    <a:solidFill>
                      <a:srgbClr val="151515"/>
                    </a:solidFill>
                  </a:tcPr>
                </a:tc>
                <a:extLst>
                  <a:ext uri="{0D108BD9-81ED-4DB2-BD59-A6C34878D82A}">
                    <a16:rowId xmlns:a16="http://schemas.microsoft.com/office/drawing/2014/main" val="10000"/>
                  </a:ext>
                </a:extLst>
              </a:tr>
              <a:tr h="485775">
                <a:tc>
                  <a:txBody>
                    <a:bodyPr/>
                    <a:lstStyle/>
                    <a:p>
                      <a:pPr algn="ctr"/>
                      <a:r>
                        <a:rPr sz="1875" b="0">
                          <a:solidFill>
                            <a:srgbClr val="151515"/>
                          </a:solidFill>
                          <a:latin typeface="Malgun Gothic"/>
                          <a:ea typeface="Malgun Gothic"/>
                          <a:cs typeface="Malgun Gothic"/>
                        </a:rPr>
                        <a:t>0</a:t>
                      </a:r>
                    </a:p>
                  </a:txBody>
                  <a:tcPr anchor="ctr">
                    <a:solidFill>
                      <a:srgbClr val="FFFFFF"/>
                    </a:solidFill>
                  </a:tcPr>
                </a:tc>
                <a:tc>
                  <a:txBody>
                    <a:bodyPr/>
                    <a:lstStyle/>
                    <a:p>
                      <a:pPr algn="ctr"/>
                      <a:r>
                        <a:rPr sz="1875" b="0">
                          <a:solidFill>
                            <a:srgbClr val="151515"/>
                          </a:solidFill>
                          <a:latin typeface="Malgun Gothic"/>
                          <a:ea typeface="Malgun Gothic"/>
                          <a:cs typeface="Malgun Gothic"/>
                        </a:rPr>
                        <a:t>기저 사례</a:t>
                      </a:r>
                    </a:p>
                  </a:txBody>
                  <a:tcPr anchor="ctr">
                    <a:solidFill>
                      <a:srgbClr val="FFFFFF"/>
                    </a:solidFill>
                  </a:tcPr>
                </a:tc>
                <a:tc>
                  <a:txBody>
                    <a:bodyPr/>
                    <a:lstStyle/>
                    <a:p>
                      <a:pPr algn="ctr"/>
                      <a:r>
                        <a:rPr sz="1875" b="0">
                          <a:solidFill>
                            <a:srgbClr val="151515"/>
                          </a:solidFill>
                          <a:latin typeface="Malgun Gothic"/>
                          <a:ea typeface="Malgun Gothic"/>
                          <a:cs typeface="Malgun Gothic"/>
                        </a:rPr>
                        <a:t>1</a:t>
                      </a:r>
                    </a:p>
                  </a:txBody>
                  <a:tcPr anchor="ctr">
                    <a:solidFill>
                      <a:srgbClr val="FFFFFF"/>
                    </a:solidFill>
                  </a:tcPr>
                </a:tc>
                <a:extLst>
                  <a:ext uri="{0D108BD9-81ED-4DB2-BD59-A6C34878D82A}">
                    <a16:rowId xmlns:a16="http://schemas.microsoft.com/office/drawing/2014/main" val="10001"/>
                  </a:ext>
                </a:extLst>
              </a:tr>
              <a:tr h="485775">
                <a:tc>
                  <a:txBody>
                    <a:bodyPr/>
                    <a:lstStyle/>
                    <a:p>
                      <a:pPr algn="ctr"/>
                      <a:r>
                        <a:rPr sz="1875" b="0">
                          <a:solidFill>
                            <a:srgbClr val="151515"/>
                          </a:solidFill>
                          <a:latin typeface="Malgun Gothic"/>
                          <a:ea typeface="Malgun Gothic"/>
                          <a:cs typeface="Malgun Gothic"/>
                        </a:rPr>
                        <a:t>1</a:t>
                      </a:r>
                    </a:p>
                  </a:txBody>
                  <a:tcPr anchor="ctr">
                    <a:solidFill>
                      <a:srgbClr val="F1F4F6"/>
                    </a:solidFill>
                  </a:tcPr>
                </a:tc>
                <a:tc>
                  <a:txBody>
                    <a:bodyPr/>
                    <a:lstStyle/>
                    <a:p>
                      <a:pPr algn="ctr"/>
                      <a:r>
                        <a:rPr sz="1875" b="0">
                          <a:solidFill>
                            <a:srgbClr val="151515"/>
                          </a:solidFill>
                          <a:latin typeface="Malgun Gothic"/>
                          <a:ea typeface="Malgun Gothic"/>
                          <a:cs typeface="Malgun Gothic"/>
                        </a:rPr>
                        <a:t>1</a:t>
                      </a:r>
                    </a:p>
                  </a:txBody>
                  <a:tcPr anchor="ctr">
                    <a:solidFill>
                      <a:srgbClr val="F1F4F6"/>
                    </a:solidFill>
                  </a:tcPr>
                </a:tc>
                <a:tc>
                  <a:txBody>
                    <a:bodyPr/>
                    <a:lstStyle/>
                    <a:p>
                      <a:pPr algn="ctr"/>
                      <a:r>
                        <a:rPr sz="1875" b="0">
                          <a:solidFill>
                            <a:srgbClr val="151515"/>
                          </a:solidFill>
                          <a:latin typeface="Malgun Gothic"/>
                          <a:ea typeface="Malgun Gothic"/>
                          <a:cs typeface="Malgun Gothic"/>
                        </a:rPr>
                        <a:t>1 × 1 × 3 mod 7 = 3</a:t>
                      </a:r>
                    </a:p>
                  </a:txBody>
                  <a:tcPr anchor="ctr">
                    <a:solidFill>
                      <a:srgbClr val="F1F4F6"/>
                    </a:solidFill>
                  </a:tcPr>
                </a:tc>
                <a:extLst>
                  <a:ext uri="{0D108BD9-81ED-4DB2-BD59-A6C34878D82A}">
                    <a16:rowId xmlns:a16="http://schemas.microsoft.com/office/drawing/2014/main" val="10002"/>
                  </a:ext>
                </a:extLst>
              </a:tr>
              <a:tr h="485775">
                <a:tc>
                  <a:txBody>
                    <a:bodyPr/>
                    <a:lstStyle/>
                    <a:p>
                      <a:pPr algn="ctr"/>
                      <a:r>
                        <a:rPr sz="1875" b="0">
                          <a:solidFill>
                            <a:srgbClr val="151515"/>
                          </a:solidFill>
                          <a:latin typeface="Malgun Gothic"/>
                          <a:ea typeface="Malgun Gothic"/>
                          <a:cs typeface="Malgun Gothic"/>
                        </a:rPr>
                        <a:t>2</a:t>
                      </a:r>
                    </a:p>
                  </a:txBody>
                  <a:tcPr anchor="ctr">
                    <a:solidFill>
                      <a:srgbClr val="FFFFFF"/>
                    </a:solidFill>
                  </a:tcPr>
                </a:tc>
                <a:tc>
                  <a:txBody>
                    <a:bodyPr/>
                    <a:lstStyle/>
                    <a:p>
                      <a:pPr algn="ctr"/>
                      <a:r>
                        <a:rPr sz="1875" b="0">
                          <a:solidFill>
                            <a:srgbClr val="151515"/>
                          </a:solidFill>
                          <a:latin typeface="Malgun Gothic"/>
                          <a:ea typeface="Malgun Gothic"/>
                          <a:cs typeface="Malgun Gothic"/>
                        </a:rPr>
                        <a:t>3</a:t>
                      </a:r>
                    </a:p>
                  </a:txBody>
                  <a:tcPr anchor="ctr">
                    <a:solidFill>
                      <a:srgbClr val="FFFFFF"/>
                    </a:solidFill>
                  </a:tcPr>
                </a:tc>
                <a:tc>
                  <a:txBody>
                    <a:bodyPr/>
                    <a:lstStyle/>
                    <a:p>
                      <a:pPr algn="ctr"/>
                      <a:r>
                        <a:rPr sz="1875" b="0">
                          <a:solidFill>
                            <a:srgbClr val="151515"/>
                          </a:solidFill>
                          <a:latin typeface="Malgun Gothic"/>
                          <a:ea typeface="Malgun Gothic"/>
                          <a:cs typeface="Malgun Gothic"/>
                        </a:rPr>
                        <a:t>3 × 3 mod 7 = 2</a:t>
                      </a:r>
                    </a:p>
                  </a:txBody>
                  <a:tcPr anchor="ctr">
                    <a:solidFill>
                      <a:srgbClr val="FFFFFF"/>
                    </a:solidFill>
                  </a:tcPr>
                </a:tc>
                <a:extLst>
                  <a:ext uri="{0D108BD9-81ED-4DB2-BD59-A6C34878D82A}">
                    <a16:rowId xmlns:a16="http://schemas.microsoft.com/office/drawing/2014/main" val="10003"/>
                  </a:ext>
                </a:extLst>
              </a:tr>
              <a:tr h="485775">
                <a:tc>
                  <a:txBody>
                    <a:bodyPr/>
                    <a:lstStyle/>
                    <a:p>
                      <a:pPr algn="ctr"/>
                      <a:r>
                        <a:rPr sz="1875" b="0">
                          <a:solidFill>
                            <a:srgbClr val="151515"/>
                          </a:solidFill>
                          <a:latin typeface="Malgun Gothic"/>
                          <a:ea typeface="Malgun Gothic"/>
                          <a:cs typeface="Malgun Gothic"/>
                        </a:rPr>
                        <a:t>5</a:t>
                      </a:r>
                    </a:p>
                  </a:txBody>
                  <a:tcPr anchor="ctr">
                    <a:solidFill>
                      <a:srgbClr val="F1F4F6"/>
                    </a:solidFill>
                  </a:tcPr>
                </a:tc>
                <a:tc>
                  <a:txBody>
                    <a:bodyPr/>
                    <a:lstStyle/>
                    <a:p>
                      <a:pPr algn="ctr"/>
                      <a:r>
                        <a:rPr sz="1875" b="0">
                          <a:solidFill>
                            <a:srgbClr val="151515"/>
                          </a:solidFill>
                          <a:latin typeface="Malgun Gothic"/>
                          <a:ea typeface="Malgun Gothic"/>
                          <a:cs typeface="Malgun Gothic"/>
                        </a:rPr>
                        <a:t>2</a:t>
                      </a:r>
                    </a:p>
                  </a:txBody>
                  <a:tcPr anchor="ctr">
                    <a:solidFill>
                      <a:srgbClr val="F1F4F6"/>
                    </a:solidFill>
                  </a:tcPr>
                </a:tc>
                <a:tc>
                  <a:txBody>
                    <a:bodyPr/>
                    <a:lstStyle/>
                    <a:p>
                      <a:pPr algn="ctr"/>
                      <a:r>
                        <a:rPr sz="1875" b="0">
                          <a:solidFill>
                            <a:srgbClr val="151515"/>
                          </a:solidFill>
                          <a:latin typeface="Malgun Gothic"/>
                          <a:ea typeface="Malgun Gothic"/>
                          <a:cs typeface="Malgun Gothic"/>
                        </a:rPr>
                        <a:t>2 × 2 × 3 mod 7 = 5</a:t>
                      </a:r>
                    </a:p>
                  </a:txBody>
                  <a:tcPr anchor="ctr">
                    <a:solidFill>
                      <a:srgbClr val="F1F4F6"/>
                    </a:solidFill>
                  </a:tcPr>
                </a:tc>
                <a:extLst>
                  <a:ext uri="{0D108BD9-81ED-4DB2-BD59-A6C34878D82A}">
                    <a16:rowId xmlns:a16="http://schemas.microsoft.com/office/drawing/2014/main" val="10004"/>
                  </a:ext>
                </a:extLst>
              </a:tr>
              <a:tr h="485775">
                <a:tc>
                  <a:txBody>
                    <a:bodyPr/>
                    <a:lstStyle/>
                    <a:p>
                      <a:pPr algn="ctr"/>
                      <a:r>
                        <a:rPr sz="1875" b="0">
                          <a:solidFill>
                            <a:srgbClr val="151515"/>
                          </a:solidFill>
                          <a:latin typeface="Malgun Gothic"/>
                          <a:ea typeface="Malgun Gothic"/>
                          <a:cs typeface="Malgun Gothic"/>
                        </a:rPr>
                        <a:t>11</a:t>
                      </a:r>
                    </a:p>
                  </a:txBody>
                  <a:tcPr anchor="ctr">
                    <a:solidFill>
                      <a:srgbClr val="FFFFFF"/>
                    </a:solidFill>
                  </a:tcPr>
                </a:tc>
                <a:tc>
                  <a:txBody>
                    <a:bodyPr/>
                    <a:lstStyle/>
                    <a:p>
                      <a:pPr algn="ctr"/>
                      <a:r>
                        <a:rPr sz="1875" b="0">
                          <a:solidFill>
                            <a:srgbClr val="151515"/>
                          </a:solidFill>
                          <a:latin typeface="Malgun Gothic"/>
                          <a:ea typeface="Malgun Gothic"/>
                          <a:cs typeface="Malgun Gothic"/>
                        </a:rPr>
                        <a:t>5</a:t>
                      </a:r>
                    </a:p>
                  </a:txBody>
                  <a:tcPr anchor="ctr">
                    <a:solidFill>
                      <a:srgbClr val="FFFFFF"/>
                    </a:solidFill>
                  </a:tcPr>
                </a:tc>
                <a:tc>
                  <a:txBody>
                    <a:bodyPr/>
                    <a:lstStyle/>
                    <a:p>
                      <a:pPr algn="ctr"/>
                      <a:r>
                        <a:rPr sz="1875" b="0">
                          <a:solidFill>
                            <a:srgbClr val="151515"/>
                          </a:solidFill>
                          <a:latin typeface="Malgun Gothic"/>
                          <a:ea typeface="Malgun Gothic"/>
                          <a:cs typeface="Malgun Gothic"/>
                        </a:rPr>
                        <a:t>5 × 5 × 3 mod 7 = 5</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18" name="caption">
            <a:extLst>
              <a:ext uri="{FF2B5EF4-FFF2-40B4-BE49-F238E27FC236}">
                <a16:creationId xmlns:a16="http://schemas.microsoft.com/office/drawing/2014/main" id="{11842E79-BF92-48F0-B283-E1EDB28F45A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각 단계는 나머지를 저장합니다. 결과: 3¹¹ mod 7 = 5.</a:t>
            </a:r>
          </a:p>
        </p:txBody>
      </p:sp>
    </p:spTree>
    <p:extLst>
      <p:ext uri="{BB962C8B-B14F-4D97-AF65-F5344CB8AC3E}">
        <p14:creationId xmlns:p14="http://schemas.microsoft.com/office/powerpoint/2010/main" val="276116272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ection">
            <a:extLst>
              <a:ext uri="{FF2B5EF4-FFF2-40B4-BE49-F238E27FC236}">
                <a16:creationId xmlns:a16="http://schemas.microsoft.com/office/drawing/2014/main" id="{8E31956B-9677-4113-8FC1-51B6D9441F61}"/>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C027FF4E-E261-43A4-A623-CE2E3422530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9C30FCA-AC23-4142-A017-7D1D9197DFC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지수 절반 호출 한 번: O(log b)</a:t>
            </a:r>
          </a:p>
        </p:txBody>
      </p:sp>
      <p:sp>
        <p:nvSpPr>
          <p:cNvPr id="4" name="line-1662">
            <a:extLst>
              <a:ext uri="{FF2B5EF4-FFF2-40B4-BE49-F238E27FC236}">
                <a16:creationId xmlns:a16="http://schemas.microsoft.com/office/drawing/2014/main" id="{D2C6F4D7-C7B4-4848-8EC1-ACB8BDFF3AF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09098F2-01BA-4EA2-82E7-3903E98A4A9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1DE0228-989E-40B7-8B15-51A6CC1E67B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237</a:t>
            </a:r>
            <a:endParaRPr sz="1050" b="0">
              <a:solidFill>
                <a:srgbClr val="151515"/>
              </a:solidFill>
              <a:latin typeface="Consolas"/>
              <a:ea typeface="Consolas"/>
              <a:cs typeface="Consolas"/>
            </a:endParaRPr>
          </a:p>
        </p:txBody>
      </p:sp>
      <p:sp>
        <p:nvSpPr>
          <p:cNvPr id="7" name="once">
            <a:extLst>
              <a:ext uri="{FF2B5EF4-FFF2-40B4-BE49-F238E27FC236}">
                <a16:creationId xmlns:a16="http://schemas.microsoft.com/office/drawing/2014/main" id="{D8632EE7-D4D4-470B-AB4A-15D4AF5BE4E9}"/>
              </a:ext>
            </a:extLst>
          </p:cNvPr>
          <p:cNvSpPr>
            <a:spLocks noGrp="1"/>
          </p:cNvSpPr>
          <p:nvPr/>
        </p:nvSpPr>
        <p:spPr>
          <a:xfrm>
            <a:off x="609600" y="2057400"/>
            <a:ext cx="10972800" cy="457200"/>
          </a:xfrm>
          <a:prstGeom prst="rect">
            <a:avLst/>
          </a:prstGeom>
          <a:noFill/>
          <a:ln w="0">
            <a:noFill/>
          </a:ln>
        </p:spPr>
        <p:txBody>
          <a:bodyPr wrap="none" lIns="0" tIns="0" rIns="0" bIns="0" anchor="t">
            <a:noAutofit/>
          </a:bodyPr>
          <a:lstStyle>
            <a:defPPr algn="l">
              <a:defRPr sz="2250" b="1">
                <a:solidFill>
                  <a:srgbClr val="146995"/>
                </a:solidFill>
                <a:latin typeface="Consolas"/>
                <a:ea typeface="Consolas"/>
                <a:cs typeface="Consolas"/>
              </a:defRPr>
            </a:defPPr>
          </a:lstStyle>
          <a:p>
            <a:pPr algn="l">
              <a:lnSpc>
                <a:spcPct val="112000"/>
              </a:lnSpc>
              <a:buNone/>
              <a:defRPr sz="2250" b="1">
                <a:solidFill>
                  <a:srgbClr val="146995"/>
                </a:solidFill>
                <a:latin typeface="Consolas"/>
                <a:ea typeface="Consolas"/>
                <a:cs typeface="Consolas"/>
              </a:defRPr>
            </a:pPr>
            <a:r>
              <a:rPr sz="2250" b="1">
                <a:solidFill>
                  <a:srgbClr val="146995"/>
                </a:solidFill>
                <a:latin typeface="Consolas"/>
                <a:ea typeface="Consolas"/>
                <a:cs typeface="Consolas"/>
              </a:rPr>
              <a:t>half = power(a, b // 2, c)  ← 한 번만 호출</a:t>
            </a:r>
          </a:p>
        </p:txBody>
      </p:sp>
      <p:sp>
        <p:nvSpPr>
          <p:cNvPr id="8" name="square">
            <a:extLst>
              <a:ext uri="{FF2B5EF4-FFF2-40B4-BE49-F238E27FC236}">
                <a16:creationId xmlns:a16="http://schemas.microsoft.com/office/drawing/2014/main" id="{57C9748C-CE90-422D-B04B-2B9EB1DA23C5}"/>
              </a:ext>
            </a:extLst>
          </p:cNvPr>
          <p:cNvSpPr>
            <a:spLocks noGrp="1"/>
          </p:cNvSpPr>
          <p:nvPr/>
        </p:nvSpPr>
        <p:spPr>
          <a:xfrm>
            <a:off x="609600" y="2886075"/>
            <a:ext cx="10972800" cy="409575"/>
          </a:xfrm>
          <a:prstGeom prst="rect">
            <a:avLst/>
          </a:prstGeom>
          <a:noFill/>
          <a:ln w="0">
            <a:noFill/>
          </a:ln>
        </p:spPr>
        <p:txBody>
          <a:bodyPr wrap="none" lIns="0" tIns="0" rIns="0" bIns="0" anchor="t">
            <a:noAutofit/>
          </a:bodyPr>
          <a:lstStyle>
            <a:defPPr algn="l">
              <a:defRPr sz="2325" b="0">
                <a:solidFill>
                  <a:srgbClr val="151515"/>
                </a:solidFill>
                <a:latin typeface="Consolas"/>
                <a:ea typeface="Consolas"/>
                <a:cs typeface="Consolas"/>
              </a:defRPr>
            </a:defPPr>
          </a:lstStyle>
          <a:p>
            <a:pPr algn="l">
              <a:lnSpc>
                <a:spcPct val="112000"/>
              </a:lnSpc>
              <a:buNone/>
              <a:defRPr sz="2325" b="0">
                <a:solidFill>
                  <a:srgbClr val="151515"/>
                </a:solidFill>
                <a:latin typeface="Consolas"/>
                <a:ea typeface="Consolas"/>
                <a:cs typeface="Consolas"/>
              </a:defRPr>
            </a:pPr>
            <a:r>
              <a:rPr sz="2325" b="0">
                <a:solidFill>
                  <a:srgbClr val="151515"/>
                </a:solidFill>
                <a:latin typeface="Consolas"/>
                <a:ea typeface="Consolas"/>
                <a:cs typeface="Consolas"/>
              </a:rPr>
              <a:t>result = (half * half) % c</a:t>
            </a:r>
          </a:p>
        </p:txBody>
      </p:sp>
      <p:sp>
        <p:nvSpPr>
          <p:cNvPr id="9" name="odd">
            <a:extLst>
              <a:ext uri="{FF2B5EF4-FFF2-40B4-BE49-F238E27FC236}">
                <a16:creationId xmlns:a16="http://schemas.microsoft.com/office/drawing/2014/main" id="{08036DBB-0F64-4F12-851B-98BC7EDFE478}"/>
              </a:ext>
            </a:extLst>
          </p:cNvPr>
          <p:cNvSpPr>
            <a:spLocks noGrp="1"/>
          </p:cNvSpPr>
          <p:nvPr/>
        </p:nvSpPr>
        <p:spPr>
          <a:xfrm>
            <a:off x="609600" y="3714750"/>
            <a:ext cx="10972800" cy="409575"/>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12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홀수 b일 때만 a를 한 번 더 곱합니다.</a:t>
            </a:r>
          </a:p>
        </p:txBody>
      </p:sp>
      <p:sp>
        <p:nvSpPr>
          <p:cNvPr id="10" name="cost">
            <a:extLst>
              <a:ext uri="{FF2B5EF4-FFF2-40B4-BE49-F238E27FC236}">
                <a16:creationId xmlns:a16="http://schemas.microsoft.com/office/drawing/2014/main" id="{DFCD0EF1-804E-4723-8D70-051F8F655B6F}"/>
              </a:ext>
            </a:extLst>
          </p:cNvPr>
          <p:cNvSpPr>
            <a:spLocks noGrp="1"/>
          </p:cNvSpPr>
          <p:nvPr/>
        </p:nvSpPr>
        <p:spPr>
          <a:xfrm>
            <a:off x="609600" y="4848225"/>
            <a:ext cx="10972800" cy="533400"/>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T(b) = T(⌊b/2⌋) + O(1) → O(log b)</a:t>
            </a:r>
          </a:p>
        </p:txBody>
      </p:sp>
      <p:sp>
        <p:nvSpPr>
          <p:cNvPr id="11" name="caption">
            <a:extLst>
              <a:ext uri="{FF2B5EF4-FFF2-40B4-BE49-F238E27FC236}">
                <a16:creationId xmlns:a16="http://schemas.microsoft.com/office/drawing/2014/main" id="{BE51AFB2-E17A-46D4-90EF-8156E96249E8}"/>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정해진 크기의 정수 연산을 상수로 세는 기준입니다. b = 0은 바로 반환합니다.</a:t>
            </a:r>
          </a:p>
        </p:txBody>
      </p:sp>
    </p:spTree>
    <p:extLst>
      <p:ext uri="{BB962C8B-B14F-4D97-AF65-F5344CB8AC3E}">
        <p14:creationId xmlns:p14="http://schemas.microsoft.com/office/powerpoint/2010/main" val="2171525799"/>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분할 정복의 </a:t>
            </a:r>
            <a:r>
              <a:rPr lang="en-US" altLang="ko-KR" sz="1400" b="1" i="0">
                <a:solidFill>
                  <a:srgbClr val="171717"/>
                </a:solidFill>
                <a:latin typeface="Malgun Gothic"/>
                <a:ea typeface="Malgun Gothic"/>
                <a:cs typeface="Malgun Gothic"/>
              </a:rPr>
              <a:t>3</a:t>
            </a:r>
            <a:r>
              <a:rPr lang="ko-KR" altLang="en-US" sz="1400" b="1" i="0">
                <a:solidFill>
                  <a:srgbClr val="171717"/>
                </a:solidFill>
                <a:latin typeface="Malgun Gothic"/>
                <a:ea typeface="Malgun Gothic"/>
                <a:cs typeface="Malgun Gothic"/>
              </a:rPr>
              <a:t>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lang="ko-KR" altLang="en-US" sz="1140" i="0">
                <a:solidFill>
                  <a:srgbClr val="606060"/>
                </a:solidFill>
                <a:latin typeface="Malgun Gothic"/>
                <a:ea typeface="Malgun Gothic"/>
                <a:cs typeface="Malgun Gothic"/>
              </a:rPr>
              <a:t>분할</a:t>
            </a:r>
            <a:r>
              <a:rPr lang="en-US" altLang="ko-KR" sz="1140" i="0">
                <a:solidFill>
                  <a:srgbClr val="606060"/>
                </a:solidFill>
                <a:latin typeface="Malgun Gothic"/>
                <a:ea typeface="Malgun Gothic"/>
                <a:cs typeface="Malgun Gothic"/>
              </a:rPr>
              <a:t>(divide) → </a:t>
            </a:r>
            <a:r>
              <a:rPr lang="ko-KR" altLang="en-US" sz="1140" i="0">
                <a:solidFill>
                  <a:srgbClr val="606060"/>
                </a:solidFill>
                <a:latin typeface="Malgun Gothic"/>
                <a:ea typeface="Malgun Gothic"/>
                <a:cs typeface="Malgun Gothic"/>
              </a:rPr>
              <a:t>정복</a:t>
            </a:r>
            <a:r>
              <a:rPr lang="en-US" altLang="ko-KR" sz="1140" i="0">
                <a:solidFill>
                  <a:srgbClr val="606060"/>
                </a:solidFill>
                <a:latin typeface="Malgun Gothic"/>
                <a:ea typeface="Malgun Gothic"/>
                <a:cs typeface="Malgun Gothic"/>
              </a:rPr>
              <a:t>(conquer) → </a:t>
            </a:r>
            <a:r>
              <a:rPr lang="ko-KR" altLang="en-US" sz="1140" i="0">
                <a:solidFill>
                  <a:srgbClr val="606060"/>
                </a:solidFill>
                <a:latin typeface="Malgun Gothic"/>
                <a:ea typeface="Malgun Gothic"/>
                <a:cs typeface="Malgun Gothic"/>
              </a:rPr>
              <a:t>결합</a:t>
            </a:r>
            <a:r>
              <a:rPr lang="en-US" altLang="ko-KR" sz="1140" i="0">
                <a:solidFill>
                  <a:srgbClr val="606060"/>
                </a:solidFill>
                <a:latin typeface="Malgun Gothic"/>
                <a:ea typeface="Malgun Gothic"/>
                <a:cs typeface="Malgun Gothic"/>
              </a:rPr>
              <a:t>(combine). </a:t>
            </a:r>
            <a:r>
              <a:rPr lang="ko-KR" altLang="en-US" sz="1140" i="0">
                <a:solidFill>
                  <a:srgbClr val="606060"/>
                </a:solidFill>
                <a:latin typeface="Malgun Gothic"/>
                <a:ea typeface="Malgun Gothic"/>
                <a:cs typeface="Malgun Gothic"/>
              </a:rPr>
              <a:t>기저 사례에 도달할 때까지 재귀적으로 나눈다</a:t>
            </a:r>
            <a:r>
              <a:rPr lang="en-US" altLang="ko-KR" sz="1140" i="0">
                <a:solidFill>
                  <a:srgbClr val="606060"/>
                </a:solidFill>
                <a:latin typeface="Malgun Gothic"/>
                <a:ea typeface="Malgun Gothic"/>
                <a:cs typeface="Malgun Gothic"/>
              </a:rPr>
              <a:t>.</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 정렬은 나누기가 쉽고 합치기가 어렵다</a:t>
            </a:r>
            <a:r>
              <a:rPr lang="en-US" altLang="ko-KR" sz="1140" i="0">
                <a:solidFill>
                  <a:srgbClr val="171717"/>
                </a:solidFill>
                <a:latin typeface="Malgun Gothic"/>
                <a:ea typeface="Malgun Gothic"/>
                <a:cs typeface="Malgun Gothic"/>
              </a:rPr>
              <a:t>. </a:t>
            </a:r>
            <a:r>
              <a:rPr lang="ko-KR" altLang="en-US" sz="1140" i="0">
                <a:solidFill>
                  <a:srgbClr val="171717"/>
                </a:solidFill>
                <a:latin typeface="Malgun Gothic"/>
                <a:ea typeface="Malgun Gothic"/>
                <a:cs typeface="Malgun Gothic"/>
              </a:rPr>
              <a:t>반대로 퀵 정렬은 나누기가 어렵고 합치기가 쉽다</a:t>
            </a:r>
            <a:r>
              <a:rPr lang="en-US" altLang="ko-KR" sz="1140" i="0">
                <a:solidFill>
                  <a:srgbClr val="171717"/>
                </a:solidFill>
                <a:latin typeface="Malgun Gothic"/>
                <a:ea typeface="Malgun Gothic"/>
                <a:cs typeface="Malgun Gothic"/>
              </a:rPr>
              <a:t>.</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연속 구간의 경계를 확인합니다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최대 구간 합은 왼쪽</a:t>
            </a:r>
            <a:r>
              <a:rPr lang="en-US" altLang="ko-KR" sz="1140" i="0">
                <a:solidFill>
                  <a:srgbClr val="171717"/>
                </a:solidFill>
                <a:latin typeface="Malgun Gothic"/>
                <a:ea typeface="Malgun Gothic"/>
                <a:cs typeface="Malgun Gothic"/>
              </a:rPr>
              <a:t>·</a:t>
            </a:r>
            <a:r>
              <a:rPr lang="ko-KR" altLang="en-US" sz="1140" i="0">
                <a:solidFill>
                  <a:srgbClr val="171717"/>
                </a:solidFill>
                <a:latin typeface="Malgun Gothic"/>
                <a:ea typeface="Malgun Gothic"/>
                <a:cs typeface="Malgun Gothic"/>
              </a:rPr>
              <a:t>오른쪽 내부와 중앙을 걸친 구간을 모두 비교합니다</a:t>
            </a:r>
            <a:r>
              <a:rPr lang="en-US" altLang="ko-KR" sz="1140" i="0">
                <a:solidFill>
                  <a:srgbClr val="171717"/>
                </a:solidFill>
                <a:latin typeface="Malgun Gothic"/>
                <a:ea typeface="Malgun Gothic"/>
                <a:cs typeface="Malgun Gothic"/>
              </a:rPr>
              <a:t>.</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쿼드 트리는 평면을 </a:t>
            </a:r>
            <a:r>
              <a:rPr lang="en-US" altLang="ko-KR" sz="1500" i="0">
                <a:solidFill>
                  <a:srgbClr val="171717"/>
                </a:solidFill>
                <a:latin typeface="Malgun Gothic"/>
                <a:ea typeface="Malgun Gothic"/>
                <a:cs typeface="Malgun Gothic"/>
              </a:rPr>
              <a:t>1/4</a:t>
            </a:r>
            <a:r>
              <a:rPr lang="ko-KR" altLang="en-US" sz="1500" i="0">
                <a:solidFill>
                  <a:srgbClr val="171717"/>
                </a:solidFill>
                <a:latin typeface="Malgun Gothic"/>
                <a:ea typeface="Malgun Gothic"/>
                <a:cs typeface="Malgun Gothic"/>
              </a:rPr>
              <a:t>씩 재귀 분할한다</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이미지 압축</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충돌 감지</a:t>
            </a:r>
            <a:r>
              <a:rPr lang="en-US" altLang="ko-KR" sz="1500" i="0">
                <a:solidFill>
                  <a:srgbClr val="171717"/>
                </a:solidFill>
                <a:latin typeface="Malgun Gothic"/>
                <a:ea typeface="Malgun Gothic"/>
                <a:cs typeface="Malgun Gothic"/>
              </a:rPr>
              <a:t>, LOD</a:t>
            </a:r>
            <a:r>
              <a:rPr lang="ko-KR" altLang="en-US" sz="1500" i="0">
                <a:solidFill>
                  <a:srgbClr val="171717"/>
                </a:solidFill>
                <a:latin typeface="Malgun Gothic"/>
                <a:ea typeface="Malgun Gothic"/>
                <a:cs typeface="Malgun Gothic"/>
              </a:rPr>
              <a:t>의 기반이다</a:t>
            </a:r>
            <a:r>
              <a:rPr lang="en-US" altLang="ko-KR" sz="1500" i="0">
                <a:solidFill>
                  <a:srgbClr val="171717"/>
                </a:solidFill>
                <a:latin typeface="Malgun Gothic"/>
                <a:ea typeface="Malgun Gothic"/>
                <a:cs typeface="Malgun Gothic"/>
              </a:rPr>
              <a:t>.</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lang="en-US" altLang="ko-KR" sz="1140" i="0">
                <a:solidFill>
                  <a:srgbClr val="606060"/>
                </a:solidFill>
                <a:latin typeface="Malgun Gothic"/>
                <a:ea typeface="Malgun Gothic"/>
                <a:cs typeface="Malgun Gothic"/>
              </a:rPr>
              <a:t>T(n) = aT(n/b) + f(n) </a:t>
            </a:r>
            <a:r>
              <a:rPr lang="ko-KR" altLang="en-US" sz="1140" i="0">
                <a:solidFill>
                  <a:srgbClr val="606060"/>
                </a:solidFill>
                <a:latin typeface="Malgun Gothic"/>
                <a:ea typeface="Malgun Gothic"/>
                <a:cs typeface="Malgun Gothic"/>
              </a:rPr>
              <a:t>형태와 각 경우의 적용 조건을 확인한 뒤 비용의 크기를 비교합니다</a:t>
            </a:r>
            <a:r>
              <a:rPr lang="en-US" altLang="ko-KR" sz="1140" i="0">
                <a:solidFill>
                  <a:srgbClr val="606060"/>
                </a:solidFill>
                <a:latin typeface="Malgun Gothic"/>
                <a:ea typeface="Malgun Gothic"/>
                <a:cs typeface="Malgun Gothic"/>
              </a:rPr>
              <a:t>.</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종료 조건과 재귀 구간</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빈 구간과 한 원소에서 종료합니다</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퀵 정렬은 확정된 피벗을 제외한 두 구간만 다시 정렬합니다</a:t>
            </a:r>
            <a:r>
              <a:rPr lang="en-US" altLang="ko-KR" sz="1500" i="0">
                <a:solidFill>
                  <a:srgbClr val="171717"/>
                </a:solidFill>
                <a:latin typeface="Malgun Gothic"/>
                <a:ea typeface="Malgun Gothic"/>
                <a:cs typeface="Malgun Gothic"/>
              </a:rPr>
              <a:t>.</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sz="1050" b="1" i="0">
                <a:solidFill>
                  <a:srgbClr val="606060"/>
                </a:solidFill>
                <a:latin typeface="Malgun Gothic"/>
                <a:ea typeface="Malgun Gothic"/>
                <a:cs typeface="Malgun Gothic"/>
              </a:rPr>
              <a:t>CHAPTER 04</a:t>
            </a:r>
            <a:endParaRPr sz="1050" b="1" i="0">
              <a:solidFill>
                <a:srgbClr val="606060"/>
              </a:solidFill>
              <a:latin typeface="Malgun Gothic"/>
              <a:ea typeface="Malgun Gothic"/>
              <a:cs typeface="Malgun Gothic"/>
            </a:endParaRP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en-US" altLang="ko-KR" sz="3000" b="1" i="0">
                <a:solidFill>
                  <a:srgbClr val="171717"/>
                </a:solidFill>
                <a:latin typeface="Malgun Gothic"/>
                <a:ea typeface="Malgun Gothic"/>
                <a:cs typeface="Malgun Gothic"/>
              </a:rPr>
              <a:t>4</a:t>
            </a:r>
            <a:r>
              <a:rPr lang="ko-KR" altLang="en-US" sz="3000" b="1" i="0">
                <a:solidFill>
                  <a:srgbClr val="171717"/>
                </a:solidFill>
                <a:latin typeface="Malgun Gothic"/>
                <a:ea typeface="Malgun Gothic"/>
                <a:cs typeface="Malgun Gothic"/>
              </a:rPr>
              <a:t>장 정리</a:t>
            </a:r>
            <a:endParaRPr sz="3000" b="1" i="0">
              <a:solidFill>
                <a:srgbClr val="171717"/>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238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lang="en-US" sz="7200" b="1" i="0">
                <a:solidFill>
                  <a:srgbClr val="FFFFFF"/>
                </a:solidFill>
                <a:latin typeface="Consolas"/>
                <a:ea typeface="Consolas"/>
                <a:cs typeface="Consolas"/>
              </a:rPr>
              <a:t>Q &amp; A</a:t>
            </a:r>
            <a:endParaRPr sz="7200" b="1" i="0">
              <a:solidFill>
                <a:srgbClr val="FFFFFF"/>
              </a:solidFill>
              <a:latin typeface="Consolas"/>
              <a:ea typeface="Consolas"/>
              <a:cs typeface="Consolas"/>
            </a:endParaRP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lang="ko-KR" altLang="en-US" sz="1950" b="0" i="0">
                <a:solidFill>
                  <a:srgbClr val="BBBBBB"/>
                </a:solidFill>
                <a:latin typeface="Malgun Gothic"/>
                <a:ea typeface="Malgun Gothic"/>
                <a:cs typeface="Malgun Gothic"/>
              </a:rPr>
              <a:t>질문을 나누어 봅시다</a:t>
            </a:r>
            <a:r>
              <a:rPr lang="en-US" altLang="ko-KR" sz="1950" b="0" i="0">
                <a:solidFill>
                  <a:srgbClr val="BBBBBB"/>
                </a:solidFill>
                <a:latin typeface="Malgun Gothic"/>
                <a:ea typeface="Malgun Gothic"/>
                <a:cs typeface="Malgun Gothic"/>
              </a:rPr>
              <a:t>.</a:t>
            </a:r>
          </a:p>
          <a:p>
            <a:pPr algn="l">
              <a:lnSpc>
                <a:spcPct val="104000"/>
              </a:lnSpc>
              <a:buNone/>
              <a:defRPr sz="1950" b="0" i="0">
                <a:solidFill>
                  <a:srgbClr val="BBBBBB"/>
                </a:solidFill>
                <a:latin typeface="Malgun Gothic"/>
                <a:ea typeface="Malgun Gothic"/>
                <a:cs typeface="Malgun Gothic"/>
              </a:defRPr>
            </a:pPr>
            <a:r>
              <a:rPr lang="ko-KR" altLang="en-US" sz="1950" b="0" i="0">
                <a:solidFill>
                  <a:srgbClr val="BBBBBB"/>
                </a:solidFill>
                <a:latin typeface="Malgun Gothic"/>
                <a:ea typeface="Malgun Gothic"/>
                <a:cs typeface="Malgun Gothic"/>
              </a:rPr>
              <a:t>큰 질문도 작게 쪼개면 답할 수 있습니다</a:t>
            </a:r>
            <a:r>
              <a:rPr lang="en-US" altLang="ko-KR" sz="1950" b="0" i="0">
                <a:solidFill>
                  <a:srgbClr val="BBBBBB"/>
                </a:solidFill>
                <a:latin typeface="Malgun Gothic"/>
                <a:ea typeface="Malgun Gothic"/>
                <a:cs typeface="Malgun Gothic"/>
              </a:rPr>
              <a:t>.</a:t>
            </a:r>
            <a:endParaRPr sz="1950" b="0" i="0">
              <a:solidFill>
                <a:srgbClr val="BBBBBB"/>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239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71012</Words>
  <Application>Microsoft Office PowerPoint</Application>
  <DocSecurity>0</DocSecurity>
  <PresentationFormat>와이드스크린</PresentationFormat>
  <Paragraphs>9316</Paragraphs>
  <Slides>239</Slides>
  <Notes>239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239</vt:i4>
      </vt:variant>
    </vt:vector>
  </HeadingPairs>
  <TitlesOfParts>
    <vt:vector size="244"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14</cp:revision>
  <dcterms:created xsi:type="dcterms:W3CDTF">2026-09-19T13:48:20Z</dcterms:created>
  <dcterms:modified xsi:type="dcterms:W3CDTF">2026-10-11T15:04:15Z</dcterms:modified>
</cp:coreProperties>
</file>