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charts/chart1.xml" ContentType="application/vnd.openxmlformats-officedocument.drawingml.chart+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8"/>
  </p:notesMasterIdLst>
  <p:sldIdLst>
    <p:sldId id="256" r:id="rId2"/>
    <p:sldId id="488" r:id="rId3"/>
    <p:sldId id="258" r:id="rId4"/>
    <p:sldId id="259" r:id="rId5"/>
    <p:sldId id="260" r:id="rId6"/>
    <p:sldId id="261" r:id="rId7"/>
    <p:sldId id="455" r:id="rId8"/>
    <p:sldId id="320" r:id="rId9"/>
    <p:sldId id="345" r:id="rId10"/>
    <p:sldId id="346" r:id="rId11"/>
    <p:sldId id="347" r:id="rId12"/>
    <p:sldId id="348" r:id="rId13"/>
    <p:sldId id="349" r:id="rId14"/>
    <p:sldId id="350" r:id="rId15"/>
    <p:sldId id="351" r:id="rId16"/>
    <p:sldId id="352" r:id="rId17"/>
    <p:sldId id="353" r:id="rId18"/>
    <p:sldId id="354" r:id="rId19"/>
    <p:sldId id="454" r:id="rId20"/>
    <p:sldId id="355" r:id="rId21"/>
    <p:sldId id="356" r:id="rId22"/>
    <p:sldId id="357" r:id="rId23"/>
    <p:sldId id="358" r:id="rId24"/>
    <p:sldId id="453" r:id="rId25"/>
    <p:sldId id="359" r:id="rId26"/>
    <p:sldId id="360" r:id="rId27"/>
    <p:sldId id="361" r:id="rId28"/>
    <p:sldId id="362" r:id="rId29"/>
    <p:sldId id="363" r:id="rId30"/>
    <p:sldId id="364" r:id="rId31"/>
    <p:sldId id="365" r:id="rId32"/>
    <p:sldId id="366" r:id="rId33"/>
    <p:sldId id="367" r:id="rId34"/>
    <p:sldId id="368" r:id="rId35"/>
    <p:sldId id="369" r:id="rId36"/>
    <p:sldId id="370" r:id="rId37"/>
    <p:sldId id="323" r:id="rId38"/>
    <p:sldId id="324" r:id="rId39"/>
    <p:sldId id="325" r:id="rId40"/>
    <p:sldId id="262" r:id="rId41"/>
    <p:sldId id="263" r:id="rId42"/>
    <p:sldId id="264" r:id="rId43"/>
    <p:sldId id="265" r:id="rId44"/>
    <p:sldId id="266" r:id="rId45"/>
    <p:sldId id="267" r:id="rId46"/>
    <p:sldId id="268" r:id="rId47"/>
    <p:sldId id="269" r:id="rId48"/>
    <p:sldId id="270" r:id="rId49"/>
    <p:sldId id="271" r:id="rId50"/>
    <p:sldId id="505" r:id="rId51"/>
    <p:sldId id="486" r:id="rId52"/>
    <p:sldId id="501" r:id="rId53"/>
    <p:sldId id="502" r:id="rId54"/>
    <p:sldId id="503" r:id="rId55"/>
    <p:sldId id="504" r:id="rId56"/>
    <p:sldId id="327" r:id="rId57"/>
    <p:sldId id="452" r:id="rId58"/>
    <p:sldId id="372" r:id="rId59"/>
    <p:sldId id="373" r:id="rId60"/>
    <p:sldId id="374" r:id="rId61"/>
    <p:sldId id="375" r:id="rId62"/>
    <p:sldId id="330" r:id="rId63"/>
    <p:sldId id="451" r:id="rId64"/>
    <p:sldId id="331" r:id="rId65"/>
    <p:sldId id="332" r:id="rId66"/>
    <p:sldId id="333" r:id="rId67"/>
    <p:sldId id="334" r:id="rId68"/>
    <p:sldId id="335" r:id="rId69"/>
    <p:sldId id="450" r:id="rId70"/>
    <p:sldId id="371" r:id="rId71"/>
    <p:sldId id="376" r:id="rId72"/>
    <p:sldId id="377" r:id="rId73"/>
    <p:sldId id="378" r:id="rId74"/>
    <p:sldId id="379" r:id="rId75"/>
    <p:sldId id="380" r:id="rId76"/>
    <p:sldId id="381" r:id="rId77"/>
    <p:sldId id="382" r:id="rId78"/>
    <p:sldId id="383" r:id="rId79"/>
    <p:sldId id="384" r:id="rId80"/>
    <p:sldId id="385" r:id="rId81"/>
    <p:sldId id="386" r:id="rId82"/>
    <p:sldId id="387" r:id="rId83"/>
    <p:sldId id="388" r:id="rId84"/>
    <p:sldId id="389" r:id="rId85"/>
    <p:sldId id="390" r:id="rId86"/>
    <p:sldId id="391" r:id="rId87"/>
    <p:sldId id="392" r:id="rId88"/>
    <p:sldId id="338" r:id="rId89"/>
    <p:sldId id="339" r:id="rId90"/>
    <p:sldId id="340" r:id="rId91"/>
    <p:sldId id="341" r:id="rId92"/>
    <p:sldId id="342" r:id="rId93"/>
    <p:sldId id="343" r:id="rId94"/>
    <p:sldId id="483" r:id="rId95"/>
    <p:sldId id="484" r:id="rId96"/>
    <p:sldId id="485" r:id="rId97"/>
    <p:sldId id="344" r:id="rId98"/>
    <p:sldId id="272" r:id="rId99"/>
    <p:sldId id="447" r:id="rId100"/>
    <p:sldId id="448" r:id="rId101"/>
    <p:sldId id="449" r:id="rId102"/>
    <p:sldId id="395" r:id="rId103"/>
    <p:sldId id="257" r:id="rId104"/>
    <p:sldId id="396" r:id="rId105"/>
    <p:sldId id="397" r:id="rId106"/>
    <p:sldId id="398" r:id="rId107"/>
    <p:sldId id="399" r:id="rId108"/>
    <p:sldId id="400" r:id="rId109"/>
    <p:sldId id="401" r:id="rId110"/>
    <p:sldId id="402" r:id="rId111"/>
    <p:sldId id="403" r:id="rId112"/>
    <p:sldId id="404" r:id="rId113"/>
    <p:sldId id="405" r:id="rId114"/>
    <p:sldId id="406" r:id="rId115"/>
    <p:sldId id="407" r:id="rId116"/>
    <p:sldId id="408" r:id="rId117"/>
    <p:sldId id="409" r:id="rId118"/>
    <p:sldId id="410" r:id="rId119"/>
    <p:sldId id="273" r:id="rId120"/>
    <p:sldId id="274" r:id="rId121"/>
    <p:sldId id="275" r:id="rId122"/>
    <p:sldId id="276" r:id="rId123"/>
    <p:sldId id="277" r:id="rId124"/>
    <p:sldId id="278" r:id="rId125"/>
    <p:sldId id="279" r:id="rId126"/>
    <p:sldId id="280" r:id="rId127"/>
    <p:sldId id="281" r:id="rId128"/>
    <p:sldId id="411" r:id="rId129"/>
    <p:sldId id="412" r:id="rId130"/>
    <p:sldId id="413" r:id="rId131"/>
    <p:sldId id="414" r:id="rId132"/>
    <p:sldId id="415" r:id="rId133"/>
    <p:sldId id="416" r:id="rId134"/>
    <p:sldId id="417" r:id="rId135"/>
    <p:sldId id="418" r:id="rId136"/>
    <p:sldId id="419" r:id="rId137"/>
    <p:sldId id="420" r:id="rId138"/>
    <p:sldId id="421" r:id="rId139"/>
    <p:sldId id="422" r:id="rId140"/>
    <p:sldId id="423" r:id="rId141"/>
    <p:sldId id="424" r:id="rId142"/>
    <p:sldId id="425" r:id="rId143"/>
    <p:sldId id="426" r:id="rId144"/>
    <p:sldId id="427" r:id="rId145"/>
    <p:sldId id="428" r:id="rId146"/>
    <p:sldId id="429" r:id="rId147"/>
    <p:sldId id="430" r:id="rId148"/>
    <p:sldId id="302" r:id="rId149"/>
    <p:sldId id="303" r:id="rId150"/>
    <p:sldId id="304" r:id="rId151"/>
    <p:sldId id="305" r:id="rId152"/>
    <p:sldId id="306" r:id="rId153"/>
    <p:sldId id="307" r:id="rId154"/>
    <p:sldId id="308" r:id="rId155"/>
    <p:sldId id="309" r:id="rId156"/>
    <p:sldId id="310" r:id="rId157"/>
    <p:sldId id="446" r:id="rId158"/>
    <p:sldId id="311" r:id="rId159"/>
    <p:sldId id="312" r:id="rId160"/>
    <p:sldId id="431" r:id="rId161"/>
    <p:sldId id="432" r:id="rId162"/>
    <p:sldId id="433" r:id="rId163"/>
    <p:sldId id="434" r:id="rId164"/>
    <p:sldId id="435" r:id="rId165"/>
    <p:sldId id="436" r:id="rId166"/>
    <p:sldId id="437" r:id="rId167"/>
    <p:sldId id="438" r:id="rId168"/>
    <p:sldId id="321" r:id="rId169"/>
    <p:sldId id="322" r:id="rId170"/>
    <p:sldId id="439" r:id="rId171"/>
    <p:sldId id="440" r:id="rId172"/>
    <p:sldId id="441" r:id="rId173"/>
    <p:sldId id="442" r:id="rId174"/>
    <p:sldId id="443" r:id="rId175"/>
    <p:sldId id="328" r:id="rId176"/>
    <p:sldId id="500" r:id="rId177"/>
    <p:sldId id="499" r:id="rId178"/>
    <p:sldId id="497" r:id="rId179"/>
    <p:sldId id="498" r:id="rId180"/>
    <p:sldId id="444" r:id="rId181"/>
    <p:sldId id="290" r:id="rId182"/>
    <p:sldId id="291" r:id="rId183"/>
    <p:sldId id="292" r:id="rId184"/>
    <p:sldId id="463" r:id="rId185"/>
    <p:sldId id="464" r:id="rId186"/>
    <p:sldId id="465" r:id="rId187"/>
    <p:sldId id="466" r:id="rId188"/>
    <p:sldId id="467" r:id="rId189"/>
    <p:sldId id="468" r:id="rId190"/>
    <p:sldId id="469" r:id="rId191"/>
    <p:sldId id="470" r:id="rId192"/>
    <p:sldId id="471" r:id="rId193"/>
    <p:sldId id="472" r:id="rId194"/>
    <p:sldId id="473" r:id="rId195"/>
    <p:sldId id="474" r:id="rId196"/>
    <p:sldId id="475" r:id="rId197"/>
    <p:sldId id="476" r:id="rId198"/>
    <p:sldId id="477" r:id="rId199"/>
    <p:sldId id="478" r:id="rId200"/>
    <p:sldId id="479" r:id="rId201"/>
    <p:sldId id="480" r:id="rId202"/>
    <p:sldId id="481" r:id="rId203"/>
    <p:sldId id="293" r:id="rId204"/>
    <p:sldId id="294" r:id="rId205"/>
    <p:sldId id="461" r:id="rId206"/>
    <p:sldId id="462" r:id="rId207"/>
    <p:sldId id="295" r:id="rId208"/>
    <p:sldId id="296" r:id="rId209"/>
    <p:sldId id="496" r:id="rId210"/>
    <p:sldId id="495" r:id="rId211"/>
    <p:sldId id="494" r:id="rId212"/>
    <p:sldId id="493" r:id="rId213"/>
    <p:sldId id="492" r:id="rId214"/>
    <p:sldId id="491" r:id="rId215"/>
    <p:sldId id="490" r:id="rId216"/>
    <p:sldId id="489" r:id="rId217"/>
    <p:sldId id="313" r:id="rId218"/>
    <p:sldId id="314" r:id="rId219"/>
    <p:sldId id="315" r:id="rId220"/>
    <p:sldId id="458" r:id="rId221"/>
    <p:sldId id="316" r:id="rId222"/>
    <p:sldId id="317" r:id="rId223"/>
    <p:sldId id="456" r:id="rId224"/>
    <p:sldId id="457" r:id="rId225"/>
    <p:sldId id="318" r:id="rId226"/>
    <p:sldId id="319" r:id="rId227"/>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notesMaster" Target="notesMasters/notesMaster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presProps" Target="presProp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viewProps" Target="viewProp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theme" Target="theme/theme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변동</c:v>
          </c:tx>
          <c:spPr>
            <a:solidFill>
              <a:srgbClr val="7FA4AF"/>
            </a:solidFill>
          </c:spPr>
          <c:invertIfNegative val="0"/>
          <c:dPt>
            <c:idx val="0"/>
            <c:invertIfNegative val="0"/>
            <c:bubble3D val="0"/>
            <c:extLst>
              <c:ext xmlns:c16="http://schemas.microsoft.com/office/drawing/2014/chart" uri="{C3380CC4-5D6E-409C-BE32-E72D297353CC}">
                <c16:uniqueId val="{00000001-EE19-4021-ABEA-14E0BFC93215}"/>
              </c:ext>
            </c:extLst>
          </c:dPt>
          <c:dPt>
            <c:idx val="1"/>
            <c:invertIfNegative val="0"/>
            <c:bubble3D val="0"/>
            <c:extLst>
              <c:ext xmlns:c16="http://schemas.microsoft.com/office/drawing/2014/chart" uri="{C3380CC4-5D6E-409C-BE32-E72D297353CC}">
                <c16:uniqueId val="{00000003-EE19-4021-ABEA-14E0BFC93215}"/>
              </c:ext>
            </c:extLst>
          </c:dPt>
          <c:dPt>
            <c:idx val="2"/>
            <c:invertIfNegative val="0"/>
            <c:bubble3D val="0"/>
            <c:spPr>
              <a:solidFill>
                <a:srgbClr val="ED944A"/>
              </a:solidFill>
            </c:spPr>
            <c:extLst>
              <c:ext xmlns:c16="http://schemas.microsoft.com/office/drawing/2014/chart" uri="{C3380CC4-5D6E-409C-BE32-E72D297353CC}">
                <c16:uniqueId val="{00000005-EE19-4021-ABEA-14E0BFC93215}"/>
              </c:ext>
            </c:extLst>
          </c:dPt>
          <c:dPt>
            <c:idx val="3"/>
            <c:invertIfNegative val="0"/>
            <c:bubble3D val="0"/>
            <c:spPr>
              <a:solidFill>
                <a:srgbClr val="ED944A"/>
              </a:solidFill>
            </c:spPr>
            <c:extLst>
              <c:ext xmlns:c16="http://schemas.microsoft.com/office/drawing/2014/chart" uri="{C3380CC4-5D6E-409C-BE32-E72D297353CC}">
                <c16:uniqueId val="{00000007-EE19-4021-ABEA-14E0BFC93215}"/>
              </c:ext>
            </c:extLst>
          </c:dPt>
          <c:dPt>
            <c:idx val="4"/>
            <c:invertIfNegative val="0"/>
            <c:bubble3D val="0"/>
            <c:spPr>
              <a:solidFill>
                <a:srgbClr val="ED944A"/>
              </a:solidFill>
            </c:spPr>
            <c:extLst>
              <c:ext xmlns:c16="http://schemas.microsoft.com/office/drawing/2014/chart" uri="{C3380CC4-5D6E-409C-BE32-E72D297353CC}">
                <c16:uniqueId val="{00000009-EE19-4021-ABEA-14E0BFC93215}"/>
              </c:ext>
            </c:extLst>
          </c:dPt>
          <c:dPt>
            <c:idx val="5"/>
            <c:invertIfNegative val="0"/>
            <c:bubble3D val="0"/>
            <c:extLst>
              <c:ext xmlns:c16="http://schemas.microsoft.com/office/drawing/2014/chart" uri="{C3380CC4-5D6E-409C-BE32-E72D297353CC}">
                <c16:uniqueId val="{0000000B-EE19-4021-ABEA-14E0BFC93215}"/>
              </c:ext>
            </c:extLst>
          </c:dPt>
          <c:dPt>
            <c:idx val="6"/>
            <c:invertIfNegative val="0"/>
            <c:bubble3D val="0"/>
            <c:extLst>
              <c:ext xmlns:c16="http://schemas.microsoft.com/office/drawing/2014/chart" uri="{C3380CC4-5D6E-409C-BE32-E72D297353CC}">
                <c16:uniqueId val="{0000000D-EE19-4021-ABEA-14E0BFC93215}"/>
              </c:ext>
            </c:extLst>
          </c:dPt>
          <c:dPt>
            <c:idx val="7"/>
            <c:invertIfNegative val="0"/>
            <c:bubble3D val="0"/>
            <c:extLst>
              <c:ext xmlns:c16="http://schemas.microsoft.com/office/drawing/2014/chart" uri="{C3380CC4-5D6E-409C-BE32-E72D297353CC}">
                <c16:uniqueId val="{0000000F-EE19-4021-ABEA-14E0BFC93215}"/>
              </c:ext>
            </c:extLst>
          </c:dPt>
          <c:dLbls>
            <c:spPr>
              <a:noFill/>
              <a:ln>
                <a:noFill/>
              </a:ln>
              <a:effectLst/>
            </c:spPr>
            <c:txPr>
              <a:bodyPr anchorCtr="1"/>
              <a:lstStyle/>
              <a:p>
                <a:pPr>
                  <a:defRPr sz="1575" b="1">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Data'!$A$2:$A$9</c:f>
              <c:strCache>
                <c:ptCount val="8"/>
                <c:pt idx="0">
                  <c:v>1일</c:v>
                </c:pt>
                <c:pt idx="1">
                  <c:v>2일</c:v>
                </c:pt>
                <c:pt idx="2">
                  <c:v>3일</c:v>
                </c:pt>
                <c:pt idx="3">
                  <c:v>4일</c:v>
                </c:pt>
                <c:pt idx="4">
                  <c:v>5일</c:v>
                </c:pt>
                <c:pt idx="5">
                  <c:v>6일</c:v>
                </c:pt>
                <c:pt idx="6">
                  <c:v>7일</c:v>
                </c:pt>
                <c:pt idx="7">
                  <c:v>8일</c:v>
                </c:pt>
              </c:strCache>
            </c:strRef>
          </c:cat>
          <c:val>
            <c:numRef>
              <c:f>'Chart Data'!$B$2:$B$9</c:f>
              <c:numCache>
                <c:formatCode>General</c:formatCode>
                <c:ptCount val="8"/>
                <c:pt idx="0">
                  <c:v>3</c:v>
                </c:pt>
                <c:pt idx="1">
                  <c:v>-5</c:v>
                </c:pt>
                <c:pt idx="2">
                  <c:v>12</c:v>
                </c:pt>
                <c:pt idx="3">
                  <c:v>-2</c:v>
                </c:pt>
                <c:pt idx="4">
                  <c:v>7</c:v>
                </c:pt>
                <c:pt idx="5">
                  <c:v>-9</c:v>
                </c:pt>
                <c:pt idx="6">
                  <c:v>5</c:v>
                </c:pt>
                <c:pt idx="7">
                  <c:v>1</c:v>
                </c:pt>
              </c:numCache>
            </c:numRef>
          </c:val>
          <c:extLst>
            <c:ext xmlns:c16="http://schemas.microsoft.com/office/drawing/2014/chart" uri="{C3380CC4-5D6E-409C-BE32-E72D297353CC}">
              <c16:uniqueId val="{00000010-EE19-4021-ABEA-14E0BFC93215}"/>
            </c:ext>
          </c:extLst>
        </c:ser>
        <c:dLbls>
          <c:dLblPos val="outEnd"/>
          <c:showLegendKey val="0"/>
          <c:showVal val="1"/>
          <c:showCatName val="0"/>
          <c:showSerName val="0"/>
          <c:showPercent val="0"/>
          <c:showBubbleSize val="0"/>
        </c:dLbls>
        <c:gapWidth val="52"/>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5"/>
        </c:scaling>
        <c:delete val="0"/>
        <c:axPos val="l"/>
        <c:majorGridlines>
          <c:spPr>
            <a:ln w="9525">
              <a:solidFill>
                <a:srgbClr val="D9D9D9"/>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큰 문제를 나누어 푸는 분할 정복을 배웁니다. 문제를 나누고, 작은 문제의 답을 구하고, 그 답을 합치는 세 단계를 먼저 확인하겠습니다. 병합 정렬은 정렬된 두 줄을 합치는 방법이고, 퀵 정렬은 피벗을 기준으로 값을 나누는 방법이에요. 두 정렬은 배열과 포인터가 움직이는 과정부터 전체 정렬이 끝나는 순간까지 따라가겠습니다.</a:t>
            </a:r>
          </a:p>
          <a:p>
            <a:endParaRPr/>
          </a:p>
          <a:p>
            <a:r>
              <a:t>다음은 연속한 구간의 합이 가장 큰 부분을 찾는 최대 구간 합입니다. 왼쪽과 오른쪽 내부의 답만 보지 않고, 가운데를 걸치는 구간도 계산해야 하죠. 쿼드 트리에서는 흑백 그림을 네 부분으로 나누어 저장하고, 그 표현에서 원래 그림을 복원해 보겠습니다.</a:t>
            </a:r>
          </a:p>
          <a:p>
            <a:endParaRPr/>
          </a:p>
          <a:p>
            <a:r>
              <a:t>시간 복잡도는 공식만 외우기보다 한 번의 호출이 무엇을 하고, 그런 호출이 몇 층으로 쌓이는지 그림으로 확인하겠습니다. 마지막에는 색종이와 빠른 거듭제곱 예제를 연결합니다. 이번 장은 이 목록에 있는 알고리즘을 중심으로 진행하겠습니다.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1229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 여덟 장이 섞여 있다고 생각해 볼게요. 카드에 적힌 값은 8, 3, 6, 2, 7, 1, 5, 4입니다. 우리가 만들고 싶은 결과는 1부터 8까지 작은 값부터 차례대로 놓인 배열입니다. 여기서 사용하는 방법이 병합 정렬, 영어로 머지소트예요.</a:t>
            </a:r>
          </a:p>
          <a:p>
            <a:endParaRPr/>
          </a:p>
          <a:p>
            <a:r>
              <a:t>그림의 첫 장면은 섞인 카드 묶음입니다. 큰 묶음 전체를 한꺼번에 정렬하려고 하지 않고, 우선 반으로 나눕니다. 네 장씩 나누고, 각각을 두 장씩 나누고, 마지막에는 한 장씩 남습니다. 한 장만 있는 묶음은 다른 값과 순서를 비교할 필요가 없으니까 이미 정렬된 상태라고 볼 수 있죠.</a:t>
            </a:r>
          </a:p>
          <a:p>
            <a:endParaRPr/>
          </a:p>
          <a:p>
            <a:r>
              <a:t>그 다음부터가 병합입니다. 정렬된 두 묶음을 받아서 작은 값부터 새 결과에 넣어요. 한 장과 한 장을 합쳐 두 장을 만들고, 정렬된 두 장과 두 장을 합쳐 네 장을 만들고, 마지막에는 정렬된 네 장과 네 장을 합쳐 여덟 장을 만듭니다. 작은 묶음의 정렬 결과가 다음 병합의 입력이 되는 겁니다.</a:t>
            </a:r>
          </a:p>
          <a:p>
            <a:endParaRPr/>
          </a:p>
          <a:p>
            <a:r>
              <a:t>중요한 전제는 병합할 두 입력이 각각 이미 정렬되어 있다는 것입니다. 그래야 각 줄의 맨 앞에서 아직 사용하지 않은 값 하나씩만 비교해도 다음에 넣을 가장 작은 값을 고를 수 있습니다. 그림은 이 흐름을 카드 정리로 나타낸 것이고, 이어지는 배열 그림에서는 실제 숫자와 포인터가 움직이는 순서를 전부 따라가겠습니다. 왼쪽부터 호출을 마친 뒤 오른쪽으로 돌아오는 순서도 같이 확인해 볼게요.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15184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왼쪽의 3, 8과 오른쪽의 2, 6을 합쳐 보겠습니다. 두 배열은 각각 정렬되어 있습니다. 왼쪽에서 아직 사용하지 않은 첫 값을 가리키는 인덱스를 i, 오른쪽에서 아직 사용하지 않은 첫 값을 가리키는 인덱스를 j라고 부르겠습니다. 처음에는 i와 j가 모두 0입니다.</a:t>
            </a:r>
          </a:p>
          <a:p>
            <a:endParaRPr/>
          </a:p>
          <a:p>
            <a:r>
              <a:t>첫 번째 장면에서 i가 가리키는 왼쪽 값은 3이고, j가 가리키는 오른쪽 값은 2입니다. 둘 중 작은 값은 2이니까 오른쪽의 2를 결과에 먼저 넣습니다. 오른쪽에서 값을 하나 사용했으므로 j만 한 칸 움직여요. 왼쪽의 3은 아직 쓰지 않았으니까 i를 움직이면 안 됩니다.</a:t>
            </a:r>
          </a:p>
          <a:p>
            <a:endParaRPr/>
          </a:p>
          <a:p>
            <a:r>
              <a:t>두 번째 장면을 보세요. 결과에는 2가 들어갔고, 왼쪽 포인터는 여전히 3을 가리킵니다. 오른쪽 포인터는 그 다음 값인 6을 가리키게 되었죠. 따라서 다음 비교는 3과 6입니다. 여기서는 3이 더 작으니까 다음에는 왼쪽의 3을 결과에 넣고 i만 움직입니다.</a:t>
            </a:r>
          </a:p>
          <a:p>
            <a:endParaRPr/>
          </a:p>
          <a:p>
            <a:r>
              <a:t>포인터 두 개를 항상 같이 움직이는 방식이 아닙니다. 방금 값을 가져온 줄의 포인터만 움직입니다. 이 규칙을 지켜야 아직 넣지 않은 값을 건너뛰지 않아요. 실제 코드에서는 결과에 값을 붙이는 문장 바로 다음에 그쪽 인덱스를 1 늘립니다. 이어지는 슬라이드에서 결과가 2, 3, 6, 8이 될 때까지 각 비교와 인덱스의 변화를 한 번씩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19144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3, 8과 2, 6을 비교해서 결과에 2, 3, 6을 넣었습니다. 오른쪽에서는 2도 사용했고 6도 사용했으니까 더 가져올 값이 없습니다. 왼쪽에서는 3을 사용했고, 아직 8이 남아 있어요.</a:t>
            </a:r>
          </a:p>
          <a:p>
            <a:endParaRPr/>
          </a:p>
          <a:p>
            <a:r>
              <a:t>앞의 비교 반복문은 양쪽 모두 값이 남아 있을 때만 실행됩니다. 한쪽이 비었는데 그쪽의 값을 읽으려고 하면 배열 범위를 벗어나게 되죠. 따라서 이 상태에서는 두 값을 비교하는 반복을 끝내고, 값이 남은 쪽을 처리하는 반복으로 넘어갑니다.</a:t>
            </a:r>
          </a:p>
          <a:p>
            <a:endParaRPr/>
          </a:p>
          <a:p>
            <a:r>
              <a:t>그림에서 왼쪽의 8을 결과 맨 뒤로 옮기면 2, 3, 6, 8이 됩니다. 왜 남은 값을 다시 정렬하지 않아도 될까요? 왼쪽 배열은 처음부터 정렬되어 있었기 때문입니다. 지금은 하나만 남았지만, 여러 값이 남아 있더라도 그 값들의 순서는 이미 작은 값부터 큰 값입니다. 그 순서대로 결과에 붙이면 됩니다.</a:t>
            </a:r>
          </a:p>
          <a:p>
            <a:endParaRPr/>
          </a:p>
          <a:p>
            <a:r>
              <a:t>파이썬 코드에서는 남은 왼쪽 값을 처리하는 while문과 남은 오른쪽 값을 처리하는 while문을 따로 씁니다. 빈 쪽의 while문은 조건이 처음부터 거짓이라서 한 번도 실행되지 않습니다. 그래서 양쪽 반복문을 모두 적어도 괜찮아요. 여기서는 남은 8을 out에 붙인 다음 i를 한 칸 늘리면 이번 병합이 끝납니다. 다음 장에서 배열 칸과 인덱스로 같은 동작을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113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실제 병합을 끝까지 해 보았죠. 이번에는 그 과정에서 일을 얼마나 했는지 세겠습니다. 왼쪽의 이, 삼, 육, 팔과 오른쪽의 일, 사, 오, 칠은 이미 정렬되어 있습니다. 두 줄의 맨 앞을 비교해서 작은 값을 결과에 넣었습니다. 일부터 시작해서 팔까지, 결과에는 여덟 값이 들어갑니다.</a:t>
            </a:r>
          </a:p>
          <a:p>
            <a:endParaRPr/>
          </a:p>
          <a:p>
            <a:r>
              <a:t>어떤 값을 양쪽에서 반복해서 다시 넣지는 않습니다. 한 값을 넣을 때마다 왼쪽이나 오른쪽의 인덱스가 하나 증가하고, 그 값은 사용을 마칩니다. 따라서 두 입력의 길이를 합친 만큼 결과에 넣는 작업을 합니다. 네 개 더하기 네 개면 여덟 번이고, 다섯 개 더하기 세 개여도 여덟 번입니다.</a:t>
            </a:r>
          </a:p>
          <a:p>
            <a:endParaRPr/>
          </a:p>
          <a:p>
            <a:r>
              <a:t>입력의 길이를 일반적으로 엔이라고 부르면, 한 번의 병합에서 결과에 넣는 횟수는 엔입니다. 비교와 인덱스 이동도 값 하나마다 일정한 횟수로 합니다. 그래서 병합 한 번의 시간이 엔에 비례한다고 말하고, 오 엔이라고 적습니다.</a:t>
            </a:r>
          </a:p>
          <a:p>
            <a:endParaRPr/>
          </a:p>
          <a:p>
            <a:r>
              <a:t>여덟 번이라는 것은 지금 세고 있는 결과에 넣는 횟수입니다. 프로그램 전체가 명령어 여덟 개만 실행한다거나 여덟 초 걸린다는 뜻은 아닙니다. 다음 장의 세 반복문도 같은 여덟 값을 나눠서 처리합니다. 그 뒤에는 이런 병합을 전체 정렬에서 몇 층이나 하는지 세겠습니다.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9026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코드의 while문이 세 개라서 세 배쯤 오래 걸릴 수는 있지만, 그 때문에 시간 복잡도가 세제곱이 되는 것은 아닙니다. 무엇이 반복되는지를 보겠습니다. 왼쪽에 세 값, 오른쪽에 세 값이 있다고 하면 결과에 들어갈 값은 전부 여섯 개예요.</a:t>
            </a:r>
          </a:p>
          <a:p>
            <a:endParaRPr/>
          </a:p>
          <a:p>
            <a:r>
              <a:t>첫 번째 while문에서는 양쪽 현재 값을 비교하고 작은 값을 하나 결과에 넣습니다. 값을 넣을 때마다 왼쪽 인덱스 i 또는 오른쪽 인덱스 j 중 하나만 1씩 증가합니다. 이미 사용한 값을 앞으로 되돌려 다시 넣지는 않습니다. 한쪽을 다 쓰면 첫 반복은 끝납니다.</a:t>
            </a:r>
          </a:p>
          <a:p>
            <a:endParaRPr/>
          </a:p>
          <a:p>
            <a:r>
              <a:t>두 번째와 세 번째 while문은 남은 값을 처리합니다. 둘 중 값이 남은 쪽만 실제로 실행됩니다. 첫 반복에서 넣은 값과 남은 반복에서 넣은 값을 모두 합쳐도 p 더하기 q개입니다. 세 반복문은 서로 안에 들어 있는 것이 아니라 차례대로 실행되는 것이죠.</a:t>
            </a:r>
          </a:p>
          <a:p>
            <a:endParaRPr/>
          </a:p>
          <a:p>
            <a:r>
              <a:t>따라서 병합 한 번은 전체 입력 길이에 비례하는 시간입니다. p와 q를 합친 길이를 n이라고 하면 오 엔입니다. 비교 횟수와 결과에 넣는 횟수는 구분해야 합니다. 비교는 한쪽이 먼저 비면 끝나지만, 결과에는 여섯 값을 모두 넣어야 합니다. 이제 이 병합이 재귀 트리의 여러 층에서 반복되는 비용을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2659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보이는 배열들은 앞에서 직접 만든 정렬 결과입니다. 작은 병합부터 같은 크기의 결과들을 한 줄에 모아 놓았습니다. 첫 층을 보세요. 삼과 팔, 이와 육, 일과 칠, 사와 오인 두 개짜리 결과가 네 묶음입니다. 두 값을 넣는 병합을 네 번 했으니 이 층에서는 합계 여덟 값을 결과에 넣습니다.</a:t>
            </a:r>
          </a:p>
          <a:p>
            <a:endParaRPr/>
          </a:p>
          <a:p>
            <a:r>
              <a:t>두 번째 층에서는 두 개짜리 결과 두 묶음을 합쳐 네 개짜리 결과를 만듭니다. 왼쪽 결과는 이, 삼, 육, 팔이고 오른쪽 결과는 일, 사, 오, 칠입니다. 네 값을 넣는 병합이 두 번이니 역시 여덟 번입니다.</a:t>
            </a:r>
          </a:p>
          <a:p>
            <a:endParaRPr/>
          </a:p>
          <a:p>
            <a:r>
              <a:t>마지막 층은 이 두 네 개짜리 결과를 합칩니다. 일부터 팔까지인 최종 결과를 만들면서 여덟 값을 넣습니다. 이 층은 병합 호출이 하나이지만, 그 호출이 처리하는 값은 여덟 개입니다.</a:t>
            </a:r>
          </a:p>
          <a:p>
            <a:endParaRPr/>
          </a:p>
          <a:p>
            <a:r>
              <a:t>묶음의 개수는 네 개, 두 개, 한 개로 줄고, 묶음의 길이는 두 개, 네 개, 여덟 개로 늘었습니다. 둘을 곱하면 매 층에서 같은 여덟 개가 나옵니다. 따라서 이 예제의 병합 출력 횟수는 여덟 더하기 여덟 더하기 여덟, 스물네 번입니다. 다음 장에서는 왜 이런 병합 층이 세 개였는지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333042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로그라는 기호가 처음 보이면 식 전체가 어려워 보입니다. 여기서 로그 투 여덟은 아주 구체적인 질문의 답이에요. 여덟을 계속 이로 나누어 일이 되려면 몇 번 나눠야 할까요?</a:t>
            </a:r>
          </a:p>
          <a:p>
            <a:endParaRPr/>
          </a:p>
          <a:p>
            <a:r>
              <a:t>한 번 나누면 사입니다. 두 번 나누면 이이고, 세 번 나누면 일이 됩니다. 화면의 숫자 여덟, 사, 이, 일이 네 개라고 해서 나눗셈을 네 번 한 것은 아닙니다. 숫자 사이를 넘어간 횟수는 세 번입니다. 그래서 로그 투 여덟이 삼입니다.</a:t>
            </a:r>
          </a:p>
          <a:p>
            <a:endParaRPr/>
          </a:p>
          <a:p>
            <a:r>
              <a:t>병합을 할 때는 이 길을 거꾸로 올라옵니다. 한 개짜리 결과 둘을 합쳐 두 개, 두 개짜리를 합쳐 네 개, 네 개짜리를 합쳐 여덟 개를 만듭니다. 원소 하나에서 시작해 병합하는 층도 세 개입니다.</a:t>
            </a:r>
          </a:p>
          <a:p>
            <a:endParaRPr/>
          </a:p>
          <a:p>
            <a:r>
              <a:t>열여섯이라면 열여섯, 여덟, 사, 이, 일로 네 번 줄어듭니다. 그래서 로그 투 열여섯은 사입니다. 이 수업의 예제처럼 원소 수가 이의 거듭제곱이면 정확히 이렇게 셀 수 있습니다. 다른 원소 수에서도 층 수는 로그 엔에 비례하지만 마지막 구간의 크기가 조금 다를 수 있습니다. 로그 기호를 볼 때는 일단 반씩 줄여 몇 단계가 되는지 떠올리세요.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2016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앞의 두 장을 합치겠습니다. 여덟 개 정렬에서는 한 층에 여덟 값을 결과에 넣고, 그런 병합 층이 세 개였습니다. 따라서 여덟 곱하기 삼, 스물네 번입니다.</a:t>
            </a:r>
          </a:p>
          <a:p>
            <a:endParaRPr/>
          </a:p>
          <a:p>
            <a:r>
              <a:t>원소 열여섯 개라면 어떨까요? 같은 층의 각 묶음을 합치면 전체 열여섯 값을 처리합니다. 병합 층은 네 개이므로 열여섯 곱하기 사, 예순네 번입니다. 서른두 개라면 한 층에 서른두 개이고 다섯 층이어서 백육십 번입니다.</a:t>
            </a:r>
          </a:p>
          <a:p>
            <a:endParaRPr/>
          </a:p>
          <a:p>
            <a:r>
              <a:t>앞의 숫자 여덟, 열여섯, 서른둘을 일반적인 원소 수 엔으로 바꿉니다. 뒤의 층 수 삼, 사, 오를 로그 투 엔으로 바꿉니다. 그러면 엔 곱하기 로그 투 엔이라는 모양이 됩니다. 전체 시간의 증가 정도를 적을 때는 오 엔 로그 엔이라고 씁니다.</a:t>
            </a:r>
          </a:p>
          <a:p>
            <a:endParaRPr/>
          </a:p>
          <a:p>
            <a:r>
              <a:t>오 표기는 정확한 밀리초를 예측하는 식이 아닙니다. 입력이 커질 때 작업량이 어떤 정도로 늘어나는지 나타냅니다. 실제 코드에는 재귀 호출, 인덱스 계산, 비교, 복사 같은 작업도 있지만, 지금 병합 정렬의 전체 시간은 여전히 엔 로그 엔 차수입니다. 이 코드는 입력이 이미 정렬되어 있어도 병합을 건너뛰지 않아서 최선, 평균, 최악 모두 같은 시간 차수입니다. 로그의 밑을 다른 고정된 값으로 쓰면 상수 배만 달라지므로 빅오에서는 보통 밑을 생략합니다.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18564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전체 작업량을 이미 셌습니다. 이번에는 그 일을 한 번의 호출 기준으로 적어 보겠습니다. 티 엔은 티 곱하기 엔이 아닙니다. 입력 길이가 엔일 때 병합 정렬 함수가 끝날 때까지 드는 시간을 티라는 이름으로 부른 것입니다. 티 팔은 여덟 개 정렬의 시간이고, 티 사는 네 개 정렬의 시간입니다.</a:t>
            </a:r>
          </a:p>
          <a:p>
            <a:endParaRPr/>
          </a:p>
          <a:p>
            <a:r>
              <a:t>여덟 개 정렬 함수 안에서는 먼저 왼쪽 네 개를 정렬하고, 오른쪽 네 개를 정렬합니다. 코드가 두 호출을 순서대로 실행하므로 두 부분에 든 시간을 더합니다. 왼쪽과 오른쪽은 같은 크기여서 둘 다 티 사라고 적지만, 실제 걸린 시간이 모든 데이터에서 정확히 같다는 뜻은 아닙니다. 입력 크기에 따른 작업량을 분석하는 표현입니다.</a:t>
            </a:r>
          </a:p>
          <a:p>
            <a:endParaRPr/>
          </a:p>
          <a:p>
            <a:r>
              <a:t>그 뒤 정렬된 두 결과를 한 줄로 병합합니다. 방금 확인한 대로 합계 여덟 값을 처리하므로 이 추가 작업은 여덟에 비례합니다. 화면의 마지막 항이 바로 이 병합 비용입니다.</a:t>
            </a:r>
          </a:p>
          <a:p>
            <a:endParaRPr/>
          </a:p>
          <a:p>
            <a:r>
              <a:t>여덟 대신 엔을 쓰면 티 엔은 티 엔 이분의 일 더하기 티 엔 이분의 일 더하기 오 엔이 됩니다. 같은 티 항 두 개를 모아 이 티 엔 이분의 일이라고 씁니다. 이것은 코드 안의 일을 나누어 적은 점화식입니다. 이 식만 보고 결과가 자동으로 나오는 것은 아니고, 앞에서 같은 층의 합계와 층 수를 세었기 때문에 전체가 오 엔 로그 엔이라는 것을 설명할 수 있는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35244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같은 정렬 문제를 퀵 정렬, 영어로 퀵소트로 풀어 보겠습니다. 여기서 사용할 배열은 8, 4, 6, 3, 7, 1입니다. 병합 정렬에서 사용한 여덟 값과는 다른 예제니까 화면의 입력을 먼저 확인해 주세요.</a:t>
            </a:r>
          </a:p>
          <a:p>
            <a:endParaRPr/>
          </a:p>
          <a:p>
            <a:r>
              <a:t>퀵 정렬의 피벗은 값을 나누는 비교 기준입니다. 이번 첫 호출에서는 가운데 칸의 값 6을 피벗으로 고릅니다. 그림의 가운데에 있는 6을 기준으로 6 이하인 값은 왼쪽에, 6보다 큰 값은 오른쪽에 모은다고 생각하면 됩니다. 3, 4, 1은 왼쪽에 들어갈 값이고, 7과 8은 오른쪽에 들어갈 값이죠.</a:t>
            </a:r>
          </a:p>
          <a:p>
            <a:endParaRPr/>
          </a:p>
          <a:p>
            <a:r>
              <a:t>이때 왼쪽 값들이 모두 정렬된 것은 아닙니다. 3, 4, 1은 아직 순서가 섞여 있어요. 분할 단계가 보장하는 것은 피벗보다 작은 쪽과 큰 쪽의 구분입니다. 피벗을 두 구간 사이의 자기 자리에 놓고 나면, 왼쪽 구간과 오른쪽 구간을 다시 퀵 정렬로 처리해야 합니다.</a:t>
            </a:r>
          </a:p>
          <a:p>
            <a:endParaRPr/>
          </a:p>
          <a:p>
            <a:r>
              <a:t>수업에서 사용하는 구현은 피벗 값을 먼저 맨 끝으로 옮겨 놓습니다. 그 다음 두 포인터로 나머지 구간을 검사하면서 잘못된 쪽에 있는 값을 찾아 교환합니다. 검사가 끝나면 피벗을 다시 두 구간 사이로 옮깁니다. 피벗을 끝으로 옮기는 교환과, 피벗의 최종 위치를 정하는 교환은 목적이 다릅니다. 이어지는 그림에서 첫 교환부터 모든 재귀 호출이 끝나는 순간까지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998040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6을 끝으로 옮긴 뒤의 배열은 8, 4, 1, 3, 7, 6입니다. 마지막 칸의 6은 비교 기준으로 잠시 빼놓은 값입니다. 따라서 L과 R이 검사하는 범위는 그 앞의 다섯 칸입니다.</a:t>
            </a:r>
          </a:p>
          <a:p>
            <a:endParaRPr/>
          </a:p>
          <a:p>
            <a:r>
              <a:t>왼쪽에서 출발한 L은 값 8에서 멈췄습니다. 8은 피벗 6보다 크니까 왼쪽에 두면 안 되는 값이죠. 오른쪽에서 출발한 R은 7을 지나서 값 3에서 멈췄습니다. 3은 6 이하니까 왼쪽으로 보내야 할 값입니다. 지금 L은 인덱스 0이고 R은 인덱스 3입니다.</a:t>
            </a:r>
          </a:p>
          <a:p>
            <a:endParaRPr/>
          </a:p>
          <a:p>
            <a:r>
              <a:t>첫 장면에서 두 값이 서로 잘못된 쪽에 있다는 것을 확인해 주세요. 두 번째 장면에서는 그 두 값만 맞바꿉니다. 배열은 3, 4, 1, 8, 7, 6이 됩니다. 3은 왼쪽으로 왔고 8은 오른쪽으로 갔습니다. 가운데의 4와 1, 그리고 끝에 둔 피벗 6은 이번 교환에서 움직이지 않습니다.</a:t>
            </a:r>
          </a:p>
          <a:p>
            <a:endParaRPr/>
          </a:p>
          <a:p>
            <a:r>
              <a:t>값을 교환하는 것과 포인터를 움직이는 것은 별개의 동작입니다. 이 코드에서는 교환 직후에도 L은 0, R은 3입니다. 다음 반복에서 새로 들어온 값을 검사하면서 L과 R이 이동합니다. 그래서 그림의 두 장면에서도 포인터는 같은 칸을 가리키고 있습니다. 이어지는 배열 그림에서 L이 3, 4, 1을 지나고 R이 8을 지나면서 두 포인터가 교차하는 과정을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09459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포인터의 탐색을 마친 상태입니다. 배열은 3, 4, 1, 8, 7, 6이고, L은 인덱스 3, R은 인덱스 2입니다. L이 R보다 커졌으니까 더 이상 두 포인터가 찾은 값끼리 교환하지 않습니다.</a:t>
            </a:r>
          </a:p>
          <a:p>
            <a:endParaRPr/>
          </a:p>
          <a:p>
            <a:r>
              <a:t>이제 맨 끝에 잠시 두었던 피벗 6을 제자리로 옮겨야 합니다. 여기서 L이 가리키는 인덱스 3의 값은 8입니다. L보다 앞의 값들은 모두 6 이하이고, L부터 끝의 피벗 앞까지는 6보다 큰 값들입니다. 따라서 L의 칸은 피벗을 놓을 경계 자리입니다.</a:t>
            </a:r>
          </a:p>
          <a:p>
            <a:endParaRPr/>
          </a:p>
          <a:p>
            <a:r>
              <a:t>첫 번째 그림에서 값 8과 마지막의 6을 확인해 주세요. 그 두 값을 바꾸면 배열은 3, 4, 1, 6, 7, 8이 됩니다. 피벗 6은 인덱스 3에 들어갔고, 8은 맨 끝으로 이동했습니다. 이 교환은 앞에서 피벗을 검사 구간 밖으로 빼놓던 첫 교환과 다릅니다. 이번에는 피벗이 최종 정렬 위치에 들어간 것입니다.</a:t>
            </a:r>
          </a:p>
          <a:p>
            <a:endParaRPr/>
          </a:p>
          <a:p>
            <a:r>
              <a:t>두 번째 그림의 왼쪽에는 3, 4, 1이 있습니다. 이 값들의 내부 순서는 아직 정렬되지 않았지만 모두 6보다 작습니다. 오른쪽에는 7과 8이 있고 둘 다 6보다 큽니다. 다음 호출은 피벗 6을 제외한 왼쪽 인덱스 0부터 2까지, 그리고 오른쪽 인덱스 4부터 5까지입니다. 이어지는 슬라이드에서 이 두 구간을 실제로 다시 나누고, 최종 결과 1, 3, 4, 6, 7, 8이 완성될 때까지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46747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partition 코드를 보면 while문 안에 또 while문이 있습니다. 겉모양만 보고 이중 반복문이니 무조건 엔 제곱이라고 하면 틀립니다. 안쪽 반복이 매번 처음부터 출발하는지 확인해야 해요.</a:t>
            </a:r>
          </a:p>
          <a:p>
            <a:endParaRPr/>
          </a:p>
          <a:p>
            <a:r>
              <a:t>L은 왼쪽에서 출발해 오른쪽으로만 이동합니다. R은 오른쪽에서 출발해 왼쪽으로만 이동합니다. 두 값을 교환한 뒤에도 L을 처음 위치로 되돌리거나 R을 끝으로 되돌리지 않습니다. 이어서 아직 검사하지 않은 부분을 확인하는 것이죠.</a:t>
            </a:r>
          </a:p>
          <a:p>
            <a:endParaRPr/>
          </a:p>
          <a:p>
            <a:r>
              <a:t>그림의 예제에서 L은 0에서 3까지 이동했고, R은 4에서 2까지 이동했습니다. 포인터가 검사한 값과 교환한 값은 있지만, 교환할 때마다 구간 전체를 다시 훑은 것이 아닙니다. 따라서 길이 k의 한 구간을 분할하는 비용은 오 케이입니다.</a:t>
            </a:r>
          </a:p>
          <a:p>
            <a:endParaRPr/>
          </a:p>
          <a:p>
            <a:r>
              <a:t>이제 전체 퀵 정렬의 시간이 달라지는 이유를 생각해 보겠습니다. 분할 한 번의 비용은 선형이지만, 분할 후 남은 두 구간이 얼마나 비슷한 크기인지는 입력과 피벗에 따라 달라집니다. 비슷하게 나뉘면 재귀가 얕아지고, 한쪽으로 몰리면 긴 사슬이 됩니다. 그 차이를 다음 두 그림에서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8200954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매번 양쪽 구간이 비슷하게 나뉘는 경우입니다. 여덟 값에서 피벗 한 칸이 확정되고, 남은 값은 세 개와 네 개 정도로 나뉩니다. 다시 각 구간에서 피벗을 정하면 더 작은 두 구간으로 나뉩니다.</a:t>
            </a:r>
          </a:p>
          <a:p>
            <a:endParaRPr/>
          </a:p>
          <a:p>
            <a:r>
              <a:t>같은 층에 있는 구간들은 서로 겹치지 않습니다. 분할을 마친 피벗은 다음 층에서 빠지므로, 한 층에서 검사하는 값의 총량은 많아도 원래 n에 비례합니다. 부분 문제의 길이가 계속 절반 정도로 줄면 한 원소까지 가는 층 수는 로그 엔 정도입니다. 그래서 전체는 오 엔 로그 엔입니다.</a:t>
            </a:r>
          </a:p>
          <a:p>
            <a:endParaRPr/>
          </a:p>
          <a:p>
            <a:r>
              <a:t>다만 가운데 인덱스의 값을 고르는 것과 값의 중앙값을 고르는 것은 다른 말입니다. 배열의 가운데 칸에 매우 작은 값이 있을 수도 있고 매우 큰 값이 있을 수도 있죠. 가운데 칸을 피벗으로 고른다는 코드만으로 항상 이런 균형을 보장할 수는 없습니다.</a:t>
            </a:r>
          </a:p>
          <a:p>
            <a:endParaRPr/>
          </a:p>
          <a:p>
            <a:r>
              <a:t>퀵 정렬의 평균 시간으로 엔 로그 엔을 말할 때는 피벗이 특정한 나쁜 패턴에 계속 걸리지 않는다는 분포나 무작위 선택의 조건이 들어갑니다. 이 수업에서는 균형 있게 나뉜 경우와 한쪽으로 몰린 최악의 경우를 구분하면 됩니다. 가운데 칸을 택했으니 무조건 엔 로그 엔이라는 결론은 피하겠습니다.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8169494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구현은 피벗 이하인 값을 모두 왼쪽으로 보냅니다. 여덟 값이 모두 5인 입력을 생각해 볼게요. 가운데 칸의 5를 끝으로 옮겨도 나머지 값 역시 모두 5입니다. L은 모든 값을 지나가고, 피벗은 맨 오른쪽에 놓입니다.</a:t>
            </a:r>
          </a:p>
          <a:p>
            <a:endParaRPr/>
          </a:p>
          <a:p>
            <a:r>
              <a:t>그러면 다음에 정렬할 왼쪽 구간은 일곱 개이고 오른쪽 구간은 비어 있습니다. 일곱 개에서도 똑같은 일이 반복되어 다음 구간은 여섯 개가 됩니다. 양쪽으로 반반 나누는 트리가 아니라 여덟, 일곱, 여섯처럼 길게 이어지는 사슬이 되는 것이죠.</a:t>
            </a:r>
          </a:p>
          <a:p>
            <a:endParaRPr/>
          </a:p>
          <a:p>
            <a:r>
              <a:t>피벗을 제외한 검사 횟수를 단순하게 세면 첫 구간에서 일곱, 그 다음에서 여섯, 계속 줄어 마지막 두 원소에서는 하나입니다. 전부 합하면 스물여덟입니다. 일반적인 n에서는 엔 마이너스 일부터 일까지 더하므로 총량이 엔 제곱에 비례합니다. 이것이 현재 구현의 최악 시간 오 엔 제곱입니다.</a:t>
            </a:r>
          </a:p>
          <a:p>
            <a:endParaRPr/>
          </a:p>
          <a:p>
            <a:r>
              <a:t>모든 값이 같다는 입력도 유효한 입력입니다. 이 사례를 빼고 평균 시간만 말하면 최악을 설명하지 못하죠. 실제로 같은 키가 많을 때는 같은 값을 별도 구간으로 묶는 분할 같은 개선 방법도 있지만, 지금은 수업 코드가 어떤 경우에 느려지는지를 확실히 이해하는 데 집중하겠습니다.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09974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어느 회사의 일별 손익 변동을 여덟 개의 정수로 기록했다고 생각해 보겠습니다. 값은 3, 마이너스 5, 12, 마이너스 2, 7, 마이너스 9, 5, 1입니다. 이 값들은 그날의 손익 변화량이지, 그날의 주식 가격 자체가 아닙니다. 양수인 날은 이익이 나고, 음수인 날은 손실이 난다고 읽으면 됩니다.</a:t>
            </a:r>
          </a:p>
          <a:p>
            <a:endParaRPr/>
          </a:p>
          <a:p>
            <a:r>
              <a:t>문제는 연속된 며칠을 골라 그 기간의 합이 가장 크게 되도록 만드는 것입니다. 첫날부터 마지막 날까지 다 고를 필요는 없습니다. 시작 날짜와 끝 날짜를 정하고, 그 사이의 날짜를 모두 포함하면 돼요. 단, 하루 이상은 골라야 합니다. 아무 날짜도 고르지 않는 빈 구간은 허용하지 않습니다.</a:t>
            </a:r>
          </a:p>
          <a:p>
            <a:endParaRPr/>
          </a:p>
          <a:p>
            <a:r>
              <a:t>그림의 막대그래프를 보세요. 셋째 날의 12와 다섯째 날의 7이 눈에 들어오지만, 이 두 날만 골라 더할 수는 없습니다. 그 사이에 있는 넷째 날의 마이너스 2도 같이 포함해야 합니다. 그래서 셋째 날부터 다섯째 날까지의 합은 12에서 2를 빼고 7을 더한 17입니다.</a:t>
            </a:r>
          </a:p>
          <a:p>
            <a:endParaRPr/>
          </a:p>
          <a:p>
            <a:r>
              <a:t>여덟 날을 처음부터 끝까지 모두 더하면 12입니다. 따라서 전체를 선택한 합보다 이 세 날을 고른 합이 더 큽니다. 이 배열의 최대 구간 합은 17이고, 선택한 구간은 셋째 날부터 다섯째 날까지입니다. 코드에서는 첫 칸을 0부터 세니까 같은 구간을 인덱스 2부터 4까지라고 부릅니다. 뒤의 모든 재귀 호출과 중앙을 걸친 합 계산에서도 똑같은 여덟 값을 사용하겠습니다.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7308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먼저 떠올릴 수 있는 방법은 모든 시작 날짜와 끝 날짜를 확인하는 것입니다. 첫날에서 시작한다고 정해 볼게요. 첫날만 고르면 합이 3이고, 둘째 날까지 늘리면 3에서 5를 뺀 마이너스 2입니다. 셋째 날까지 늘리면 거기에 12를 더해서 10이 됩니다. 이런 식으로 마지막 날까지 끝점을 한 칸씩 늘립니다.</a:t>
            </a:r>
          </a:p>
          <a:p>
            <a:endParaRPr/>
          </a:p>
          <a:p>
            <a:r>
              <a:t>첫날에서 시작하는 구간을 다 확인했으면 이번에는 둘째 날에서 시작합니다. 둘째 날만 고르는 경우, 둘째 날부터 셋째 날까지 고르는 경우를 차례대로 보는 거죠. 이렇게 시작 날짜를 여덟째 날까지 옮기면 가능한 모든 연속 구간을 빠짐없이 검사할 수 있습니다.</a:t>
            </a:r>
          </a:p>
          <a:p>
            <a:endParaRPr/>
          </a:p>
          <a:p>
            <a:r>
              <a:t>여덟 값에서는 첫날에서 시작하는 후보가 여덟 개, 둘째 날에서 시작하는 후보가 일곱 개입니다. 그 뒤로 하나씩 줄어서 마지막 날에서는 한 개가 됩니다. 전부 합하면 후보는 36개입니다. 이 작은 예제에서는 직접 확인할 만한 양이죠. 하지만 값의 개수가 커지면 시작점과 끝점의 조합이 빠르게 늘어납니다.</a:t>
            </a:r>
          </a:p>
          <a:p>
            <a:endParaRPr/>
          </a:p>
          <a:p>
            <a:r>
              <a:t>끝점을 늘릴 때 지금까지 더한 합을 저장해 놓으면 새 값 하나만 더하면 됩니다. 이렇게 구현한 완전 탐색은 시간 복잡도가 O(n²)입니다. 매 구간의 합을 처음부터 다시 계산하면 일을 더 많이 하게 됩니다. 그림의 학생이 같은 후보를 계속 적느라 복잡해지는 모습을 보세요. 이제 배열을 나눠 작은 문제의 답을 가져오는 분할 정복으로 계산을 줄여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9160997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배열을 가운데에서 왼쪽 절반과 오른쪽 절반으로 나눠 보겠습니다. 우리가 찾는 최대 구간은 세 경우 중 하나에 들어갑니다. 첫째, 구간 전체가 왼쪽 절반 안에 있을 수 있습니다. 둘째, 구간 전체가 오른쪽 절반 안에 있을 수 있습니다. 셋째, 왼쪽에서 시작해서 가운데 경계를 지나 오른쪽까지 이어질 수 있습니다.</a:t>
            </a:r>
          </a:p>
          <a:p>
            <a:endParaRPr/>
          </a:p>
          <a:p>
            <a:r>
              <a:t>그림에서 왼쪽을 살피는 학생과 오른쪽을 살피는 학생을 보세요. 각자 자기 절반에서 가장 큰 구간 합을 찾는다고 생각하면 됩니다. 이 두 값을 코드에서는 left_max와 right_max라고 부릅니다. 이 값들은 각각의 절반 안에서 시작점과 끝점을 자유롭게 고른 결과입니다.</a:t>
            </a:r>
          </a:p>
          <a:p>
            <a:endParaRPr/>
          </a:p>
          <a:p>
            <a:r>
              <a:t>가운데의 학생은 다리 양쪽을 연결하는 구간을 살핍니다. 이 구간의 최대 합이 cross_max입니다. 여기서는 왼쪽의 아무 구간과 오른쪽의 아무 구간을 더하면 안 됩니다. 두 구간을 붙였을 때 사이에 빠진 칸이 없어야 하기 때문입니다. 왼쪽에서는 가운데 칸 mid에서 끝나는 구간, 오른쪽에서는 바로 다음 칸 mid+1에서 시작하는 구간을 찾아야 해요.</a:t>
            </a:r>
          </a:p>
          <a:p>
            <a:endParaRPr/>
          </a:p>
          <a:p>
            <a:r>
              <a:t>이번 여덟 값의 예제에서는 mid가 인덱스 3이고, 경계는 인덱스 3과 4 사이입니다. 중앙을 걸친 구간은 그 두 칸을 모두 포함해야 합니다. 왼쪽 절반의 최대 구간인 left_max와, mid에서 끝나는 최대 합인 left_sum은 다른 값일 수 있다는 점도 기억해 주세요. 세 경우의 후보를 모두 계산한 다음 max로 가장 큰 값을 고르면 정답을 놓치지 않습니다. 다음부터는 실제 배열에서 이 세 답이 만들어지는 과정을 한 단계씩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519184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3, 마이너스 5, 12, 마이너스 2, 7, 마이너스 9, 5, 1입니다. 뒤의 코드에서도 똑같은 여덟 값을 사용할게요. 화면 아래의 작은 숫자는 값이 아니라 인덱스이고, 첫 칸은 인덱스 0입니다.</a:t>
            </a:r>
          </a:p>
          <a:p>
            <a:endParaRPr/>
          </a:p>
          <a:p>
            <a:r>
              <a:t>구간이라는 말은 배열에서 이어 붙은 칸들을 뜻합니다. 시작 칸 하나와 끝 칸 하나를 정하면 그 사이에 있는 값은 하나도 빼놓을 수 없습니다. 값 12와 7만 골라 더하는 것은 안 됩니다. 그 사이의 마이너스 2도 반드시 포함해야 해요. 또 아무 원소도 고르지 않는 빈 구간은 허용하지 않습니다.</a:t>
            </a:r>
          </a:p>
          <a:p>
            <a:endParaRPr/>
          </a:p>
          <a:p>
            <a:r>
              <a:t>지금 주황색으로 표시한 구간은 인덱스 2부터 4까지입니다. 12에서 2를 빼면 10이고, 거기에 7을 더하면 17입니다. 배열 전체를 더하면 12이므로, 전체를 선택하는 것보다 이 세 칸만 선택한 합이 더 큽니다. 음수가 있다고 무조건 그 칸에서 끊는 것도 아닙니다. 마이너스 2를 포함해도 양쪽의 큰 양수를 함께 가져올 수 있죠.</a:t>
            </a:r>
          </a:p>
          <a:p>
            <a:endParaRPr/>
          </a:p>
          <a:p>
            <a:r>
              <a:t>이제 답이 17이라는 사실을 코드에 넣고 출발하는 것이 아닙니다. 배열을 작은 구간으로 나누어 원소 하나에서 시작하고, 작은 답을 합쳐서 코드가 스스로 17을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low, 끝을 high라고 부릅니다. 이번 전체 호출에서는 low가 0이고 high가 7입니다. mid는 0과 7을 더한 뒤 2로 나눈 정수 몫이므로 3입니다. 따라서 왼쪽은 인덱스 0부터 3까지, 오른쪽은 4부터 7까지예요. 화면의 세로선이 그 경계입니다.</a:t>
            </a:r>
          </a:p>
          <a:p>
            <a:endParaRPr/>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endParaRPr/>
          </a:p>
          <a:p>
            <a:r>
              <a:t>left_max는 왼쪽 안에서 가장 큰 구간 합입니다. 왼쪽 네 칸 가운데 어디서 시작하고 어디서 끝내도 됩니다. right_max도 오른쪽 안에서 똑같이 구합니다. 두 값은 각 절반에 같은 함수를 다시 호출해서 받아올 거예요. 여기서는 아직 그 값들을 알고 있다고 가정하지 않겠습니다.</a:t>
            </a:r>
          </a:p>
          <a:p>
            <a:endParaRPr/>
          </a:p>
          <a:p>
            <a:r>
              <a:t>cross_max는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3의 마이너스 2이고, 바로 오른쪽은 인덱스 4의 7입니다. 왼쪽과 오른쪽을 모두 선택한 연속 구간이라면 이 두 칸을 반드시 지나가야 합니다. 한쪽 칸을 빼면 구간이 중간에서 끊어지니까요.</a:t>
            </a:r>
          </a:p>
          <a:p>
            <a:endParaRPr/>
          </a:p>
          <a:p>
            <a:r>
              <a:t>그래서 경계를 걸치는 답을 구할 때는 왼쪽의 끝을 mid에 고정합니다. 시작 칸만 mid, mid 마이너스 1, 그 전 칸으로 바꿔 봅니다. 실제 탐색에서는 mid의 값을 먼저 더하고, 포인터 i를 한 칸씩 왼쪽으로 옮기며 구간을 늘릴 거예요. 왼쪽 어디에서 끝나도 되는 left_max와는 조건이 다릅니다.</a:t>
            </a:r>
          </a:p>
          <a:p>
            <a:endParaRPr/>
          </a:p>
          <a:p>
            <a:r>
              <a:t>오른쪽은 시작 칸을 mid 플러스 1에 고정합니다. 끝 칸을 한 칸씩 오른쪽으로 늘려 봅니다. 이쪽 포인터 j는 4, 5, 6, 7 순서로 이동합니다. 양쪽에서 각각 가장 좋은 구간을 저장해 두면, 두 구간이 경계에서 바로 붙습니다. 중간에 빠진 칸도 없고, 같은 칸을 두 번 더하지도 않아요.</a:t>
            </a:r>
          </a:p>
          <a:p>
            <a:endParaRPr/>
          </a:p>
          <a:p>
            <a:r>
              <a:t>왼쪽에서 저장할 이름은 left_sum이고 오른쪽은 right_sum입니다. 재귀 호출에서 받는 left_max와 right_max와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12이고 오른쪽 최대값은 7이라는 답을 받습니다. 그러면 둘을 더해서 19라고 하면 되지 않을까요? 위의 줄에서 선택한 칸을 보세요. 12와 7 사이에 있는 마이너스 2를 빠뜨렸습니다. 그래서 두 칸을 더한 19는 연속 구간의 합이 아닙니다.</a:t>
            </a:r>
          </a:p>
          <a:p>
            <a:endParaRPr/>
          </a:p>
          <a:p>
            <a:r>
              <a:t>left_max는 왼쪽 전체에서 아무 구간이나 고를 수 있습니다. 값 12 한 칸에서 끝내도 되기 때문에 12가 답이 되는 것이죠. 하지만 경계를 걸치는 왼쪽 부분은 반드시 인덱스 3에서 끝나야 합니다. 값 12를 가져오려면 다음 칸인 마이너스 2도 같이 가져와야 해서 합이 10이 됩니다.</a:t>
            </a:r>
          </a:p>
          <a:p>
            <a:endParaRPr/>
          </a:p>
          <a:p>
            <a:r>
              <a:t>오른쪽 부분은 반드시 인덱스 4에서 시작해야 합니다. 이 예제에서는 7 한 칸이 가장 좋습니다. 따라서 경계에 붙은 왼쪽 합 10과 오른쪽 합 7을 더한 17이 실제로 가능한 걸친 구간입니다. 아래 주황색 칸은 12, 마이너스 2, 7이 모두 붙어 있어요.</a:t>
            </a:r>
          </a:p>
          <a:p>
            <a:endParaRPr/>
          </a:p>
          <a:p>
            <a:r>
              <a:t>여기서 12, 7, 10을 암기하지 않아도 됩니다. 뒤의 모든 화면에서 재귀 호출과 포인터 이동으로 각각 계산할 겁니다. 지금은 left_max와 left_sum이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current_sum은 지금 실제로 늘려 가는 구간의 합입니다. 처음에는 0에서 시작하고, 첫 칸을 읽은 다음 그 값을 더합니다. 다음 칸을 읽으면 이전 current_sum에 그 값을 계속 더해요. 탐색 중에 합이 작아졌다고 마음대로 0으로 바꾸지 않습니다. 경계에서 이어진 구간을 확인해야 하기 때문입니다.</a:t>
            </a:r>
          </a:p>
          <a:p>
            <a:endParaRPr/>
          </a:p>
          <a:p>
            <a:r>
              <a:t>left_sum은 왼쪽 후보들 가운데 지금까지 가장 큰 합을 저장합니다. 오른쪽을 훑을 때는 같은 역할을 right_sum이 합니다. 현재 합이 저장한 최댓값보다 크면 기록을 갱신하고, 그렇지 않으면 기록은 그대로 둡니다. 현재 구간과 최선으로 저장한 구간이 서로 다를 수도 있어요.</a:t>
            </a:r>
          </a:p>
          <a:p>
            <a:endParaRPr/>
          </a:p>
          <a:p>
            <a:r>
              <a:t>예를 들어 경계의 마이너스 2에서 시작해서 12를 더하면 현재 합은 10입니다. 그다음 마이너스 5를 더하면 현재 합은 5가 됩니다. 다음 칸을 더할 때는 10이 아니라 5에 더해야 합니다. 저장한 기록 10은 좋은 답을 잊지 않기 위한 값이지, 현재 합을 계산하는 출발점이 아닙니다.</a:t>
            </a:r>
          </a:p>
          <a:p>
            <a:endParaRPr/>
          </a:p>
          <a:p>
            <a:r>
              <a:t>최댓값 기록은 처음에 마이너스 무한대로 둡니다. 어떤 실제 합보다도 작다고 생각하면 돼요. 그러면 첫 원소가 음수여도 그 음수가 기록됩니다. 기록을 0으로 시작하면 음수만 있는 배열에서 허용하지 않은 빈 구간을 답으로 고르는 오류가 생깁니다. 아래 예에서는 첫 원소 마이너스 2를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0부터 7까지 여덟 칸입니다. 이것을 왼쪽 네 칸과 오른쪽 네 칸으로 나눕니다. 네 칸짜리 호출은 다시 두 칸씩 나누고, 두 칸짜리 호출은 원소 하나씩 나눕니다. 맨 아래의 원소 하나에서 함수가 멈춥니다.</a:t>
            </a:r>
          </a:p>
          <a:p>
            <a:endParaRPr/>
          </a:p>
          <a:p>
            <a:r>
              <a:t>원소 하나만 있는 구간에서는 고를 수 있는 비어 있지 않은 구간도 그 한 칸뿐입니다. 그래서 그 칸의 값을 바로 반환합니다. 양수는 물론 음수도 그대로 반환해요. 가장 왼쪽의 호출은 3을 돌려주고, 그 옆의 호출은 마이너스 5를 돌려줍니다. 두 값을 받은 두 칸짜리 부모 호출은 경계를 걸치는 합도 계산해서 세 후보를 비교합니다.</a:t>
            </a:r>
          </a:p>
          <a:p>
            <a:endParaRPr/>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endParaRPr/>
          </a:p>
          <a:p>
            <a:r>
              <a:t>또 left_max라는 이름은 호출마다 따로 있습니다. 두 칸짜리 호출이 받은 left_max와 전체 여덟 칸짜리 호출이 기다리는 left_max는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7까지입니다. 이번 구간의 원소는 3, 마이너스 5, 12, 마이너스 2,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7를 2로 나누어 소수 부분을 버리면 3입니다. 왼쪽 호출에는 0부터 3까지를 넘기고, 오른쪽 호출에는 4부터 7까지를 넘깁니다. mid는 왼쪽에만 포함되므로 같은 칸을 두 번 처리하지 않습니다.</a:t>
            </a:r>
          </a:p>
          <a:p>
            <a:endParaRPr/>
          </a:p>
          <a:p>
            <a:r>
              <a:t>코드는 left_max를 구하는 줄부터 실행합니다. 그래서 다음에는 왼쪽 [0~3] 호출 안으로 들어갑니다. 이 호출이 답을 돌려주기 전에는 right_max를 구하는 다음 줄로 넘어가지 않습니다. 지금은 전체 여덟 칸의 답을 구하는 호출입니다.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3까지입니다. 이번 구간의 원소는 3, 마이너스 5,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3를 2로 나누어 소수 부분을 버리면 1입니다. 왼쪽 호출에는 0부터 1까지를 넘기고, 오른쪽 호출에는 2부터 3까지를 넘깁니다. mid는 왼쪽에만 포함되므로 같은 칸을 두 번 처리하지 않습니다.</a:t>
            </a:r>
          </a:p>
          <a:p>
            <a:endParaRPr/>
          </a:p>
          <a:p>
            <a:r>
              <a:t>코드는 left_max를 구하는 줄부터 실행합니다. 그래서 다음에는 왼쪽 [0~1] 호출 안으로 들어갑니다. 이 호출이 답을 돌려주기 전에는 right_max를 구하는 다음 줄로 넘어가지 않습니다. [0~7]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1까지입니다. 이번 구간의 원소는 3, 마이너스 5입니다.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1를 2로 나누어 소수 부분을 버리면 0입니다. 왼쪽 호출에는 0부터 0까지를 넘기고, 오른쪽 호출에는 1부터 1까지를 넘깁니다. mid는 왼쪽에만 포함되므로 같은 칸을 두 번 처리하지 않습니다.</a:t>
            </a:r>
          </a:p>
          <a:p>
            <a:endParaRPr/>
          </a:p>
          <a:p>
            <a:r>
              <a:t>코드는 left_max를 구하는 줄부터 실행합니다. 그래서 다음에는 왼쪽 [0~0] 호출 안으로 들어갑니다. 이 호출이 답을 돌려주기 전에는 right_max를 구하는 다음 줄로 넘어가지 않습니다. [0~3]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0부터 0까지입니다.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3 하나입니다. 빈 구간을 고르지 않는 문제이므로 선택할 수 있는 구간은 이 한 칸밖에 없습니다. 이 값을 더 작은 호출로 나눌 필요는 없습니다. 따라서 종료 조건 low와 high가 같다는 조건을 만족하고, a[low]의 값 3을 바로 반환합니다.</a:t>
            </a:r>
          </a:p>
          <a:p>
            <a:endParaRPr/>
          </a:p>
          <a:p>
            <a:r>
              <a:t>이 반환값은 부모 [0~1]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1부터 1까지입니다.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5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5을 바로 반환합니다.</a:t>
            </a:r>
          </a:p>
          <a:p>
            <a:endParaRPr/>
          </a:p>
          <a:p>
            <a:r>
              <a:t>이 반환값은 부모 [0~1]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왼쪽 스캔입니다. 현재 mid는 0입니다. 포인터 i가 가리킨 인덱스는 0이고, 그 칸의 값은 3입니다. 왼쪽 구간은 항상 0에서 끝나며, 시작 칸을 왼쪽으로 늘리고 있습니다.</a:t>
            </a:r>
          </a:p>
          <a:p>
            <a:endParaRPr/>
          </a:p>
          <a:p>
            <a:r>
              <a:t>바로 전 현재 합은 0이었습니다. 여기에 이번 칸의 3을 더하면 3입니다. 첫 줄에서 색칠한 구간은 인덱스 0부터 0까지이고, 이 칸들을 모두 더한 값이 current_sum 3입니다. 지금은 첫 칸을 읽었으므로 초기 0에 이 한 값을 더했습니다.</a:t>
            </a:r>
          </a:p>
          <a:p>
            <a:endParaRPr/>
          </a:p>
          <a:p>
            <a:r>
              <a:t>이제 기록 left_sum과 비교합니다. 기록은 아직 마이너스 무한대이므로 실제 합 3을 첫 기록으로 저장합니다. 아래 줄이 저장한 최선의 구간입니다. </a:t>
            </a:r>
          </a:p>
          <a:p>
            <a:endParaRPr/>
          </a:p>
          <a:p>
            <a:r>
              <a:t>현재 구간의 처음 low인 0까지 읽었습니다. 다음 인덱스 -1는 이 호출 범위 밖이므로 읽지 않고 왼쪽 반복문을 끝냅니다. left_sum 3을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오른쪽 스캔입니다. 현재 mid는 0입니다. 포인터 j가 가리킨 인덱스는 1이고, 그 칸의 값은 마이너스 5입니다. 오른쪽 구간은 항상 1에서 시작하며, 끝 칸을 오른쪽으로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right_sum과 비교합니다. 기록은 아직 마이너스 무한대이므로 실제 합 마이너스 5을 첫 기록으로 저장합니다. 아래 줄이 저장한 최선의 구간입니다. 왼쪽에서 끝낸 기록 3은 이 오른쪽 계산 동안 따로 보관하고 있습니다.</a:t>
            </a:r>
          </a:p>
          <a:p>
            <a:endParaRPr/>
          </a:p>
          <a:p>
            <a:r>
              <a:t>현재 구간의 끝 high인 1까지 읽었습니다. 다음 인덱스 2는 범위 밖이므로 읽지 않고 오른쪽 반복문을 끝냅니다. right_sum 마이너스 5을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[0~1] 호출에서 필요한 후보 세 개를 모두 구했습니다. 왼쪽 안에서 가장 큰 합은 3이고, 오른쪽 안에서 가장 큰 합은 마이너스 5입니다. 경계를 걸친 합은 왼쪽 기록 3과 오른쪽 기록 마이너스 5을 더한 마이너스 2입니다. 화면의 각 줄은 그 값에 해당하는 실제 구간입니다.</a:t>
            </a:r>
          </a:p>
          <a:p>
            <a:endParaRPr/>
          </a:p>
          <a:p>
            <a:r>
              <a:t>이제 세 값 중 가장 큰 것을 고릅니다. 3, 마이너스 5, 마이너스 2 중 가장 큰 값은 3입니다. 왼쪽 안에만 있는 구간이 이 호출의 답입니다. 선택한 인덱스는 0부터 0까지입니다. 경계를 걸치는 계산을 했더라도 그 값이 반드시 답이 되는 것은 아니라는 점을 확인해 주세요.</a:t>
            </a:r>
          </a:p>
          <a:p>
            <a:endParaRPr/>
          </a:p>
          <a:p>
            <a:r>
              <a:t>이제 [0~1] 호출이 끝나고 부모 [0~3] 호출로 돌아갑니다. 부모는 이 3을 자신의 left_max에 저장합니다. 우리가 방금 비교한 left_max, right_max는 현재 [0~1]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[0~3] 호출로 돌아왔습니다. 방금 반환받은 값은 3입니다. 왼쪽 [0~1] 안에서 합이 가장 큰 구간은 인덱스 0부터 0까지였고, 그 합이 3이었죠. 부모인 현재 호출은 이 결과를 자신의 left_max에 저장합니다.</a:t>
            </a:r>
          </a:p>
          <a:p>
            <a:endParaRPr/>
          </a:p>
          <a:p>
            <a:r>
              <a:t>여기서 left_max는 현재 [0~3] 호출의 왼쪽 전체에서 가장 큰 합을 뜻합니다. 화면의 파란 칸이 그 구간입니다. 경계의 mid까지 꼭 이어져야 하는 값은 아닙니다. 지금 파란 구간은 0에서 끝나므로, 현재 mid인 1까지 이어져 있지 않습니다. 나중에 경계를 걸치는 계산은 따로 할 거예요.</a:t>
            </a:r>
          </a:p>
          <a:p>
            <a:endParaRPr/>
          </a:p>
          <a:p>
            <a:r>
              <a:t>코드는 이제 다음 줄로 넘어갑니다. 오른쪽 [2~3] 호출을 시작하고, 그 답을 right_max에 받습니다. 아래 초록색 범위는 다음에 처리할 오른쪽 범위 전체입니다. 아직 오른쪽 답의 구간을 찾은 것이 아닙니다. 왼쪽 답 3은 저장해 둔 채로 오른쪽 호출이 끝나기를 기다립니다.</a:t>
            </a:r>
          </a:p>
          <a:p>
            <a:endParaRPr/>
          </a:p>
          <a:p>
            <a:r>
              <a:t>[0~7] 부모는 left_max의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2부터 3까지입니다. 이번 구간의 원소는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2 더하기 3를 2로 나누어 소수 부분을 버리면 2입니다. 왼쪽 호출에는 2부터 2까지를 넘기고, 오른쪽 호출에는 3부터 3까지를 넘깁니다. mid는 왼쪽에만 포함되므로 같은 칸을 두 번 처리하지 않습니다.</a:t>
            </a:r>
          </a:p>
          <a:p>
            <a:endParaRPr/>
          </a:p>
          <a:p>
            <a:r>
              <a:t>코드는 left_max를 구하는 줄부터 실행합니다. 그래서 다음에는 왼쪽 [2~2] 호출 안으로 들어갑니다. 이 호출이 답을 돌려주기 전에는 right_max를 구하는 다음 줄로 넘어가지 않습니다. [0~3]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2부터 2까지입니다.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12 하나입니다. 빈 구간을 고르지 않는 문제이므로 선택할 수 있는 구간은 이 한 칸밖에 없습니다. 이 값을 더 작은 호출로 나눌 필요는 없습니다. 따라서 종료 조건 low와 high가 같다는 조건을 만족하고, a[low]의 값 12을 바로 반환합니다.</a:t>
            </a:r>
          </a:p>
          <a:p>
            <a:endParaRPr/>
          </a:p>
          <a:p>
            <a:r>
              <a:t>이 반환값은 부모 [2~3]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3부터 3까지입니다.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2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2을 바로 반환합니다.</a:t>
            </a:r>
          </a:p>
          <a:p>
            <a:endParaRPr/>
          </a:p>
          <a:p>
            <a:r>
              <a:t>이 반환값은 부모 [2~3]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왼쪽 스캔입니다. 현재 mid는 2입니다. 포인터 i가 가리킨 인덱스는 2이고, 그 칸의 값은 12입니다. 왼쪽 구간은 항상 2에서 끝나며, 시작 칸을 왼쪽으로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left_sum과 비교합니다. 기록은 아직 마이너스 무한대이므로 실제 합 12을 첫 기록으로 저장합니다. 아래 줄이 저장한 최선의 구간입니다. </a:t>
            </a:r>
          </a:p>
          <a:p>
            <a:endParaRPr/>
          </a:p>
          <a:p>
            <a:r>
              <a:t>현재 구간의 처음 low인 2까지 읽었습니다. 다음 인덱스 1는 이 호출 범위 밖이므로 읽지 않고 왼쪽 반복문을 끝냅니다. left_sum 12을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오른쪽 스캔입니다. 현재 mid는 2입니다. 포인터 j가 가리킨 인덱스는 3이고, 그 칸의 값은 마이너스 2입니다. 오른쪽 구간은 항상 3에서 시작하며, 끝 칸을 오른쪽으로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right_sum과 비교합니다. 기록은 아직 마이너스 무한대이므로 실제 합 마이너스 2을 첫 기록으로 저장합니다. 아래 줄이 저장한 최선의 구간입니다. 왼쪽에서 끝낸 기록 12은 이 오른쪽 계산 동안 따로 보관하고 있습니다.</a:t>
            </a:r>
          </a:p>
          <a:p>
            <a:endParaRPr/>
          </a:p>
          <a:p>
            <a:r>
              <a:t>현재 구간의 끝 high인 3까지 읽었습니다. 다음 인덱스 4는 범위 밖이므로 읽지 않고 오른쪽 반복문을 끝냅니다. right_sum 마이너스 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[2~3] 호출에서 필요한 후보 세 개를 모두 구했습니다. 왼쪽 안에서 가장 큰 합은 12이고, 오른쪽 안에서 가장 큰 합은 마이너스 2입니다. 경계를 걸친 합은 왼쪽 기록 12과 오른쪽 기록 마이너스 2을 더한 10입니다. 화면의 각 줄은 그 값에 해당하는 실제 구간입니다.</a:t>
            </a:r>
          </a:p>
          <a:p>
            <a:endParaRPr/>
          </a:p>
          <a:p>
            <a:r>
              <a:t>이제 세 값 중 가장 큰 것을 고릅니다. 12, 마이너스 2, 10 중 가장 큰 값은 12입니다. 왼쪽 안에만 있는 구간이 이 호출의 답입니다. 선택한 인덱스는 2부터 2까지입니다. 경계를 걸치는 계산을 했더라도 그 값이 반드시 답이 되는 것은 아니라는 점을 확인해 주세요.</a:t>
            </a:r>
          </a:p>
          <a:p>
            <a:endParaRPr/>
          </a:p>
          <a:p>
            <a:r>
              <a:t>이제 [2~3] 호출이 끝나고 부모 [0~3] 호출로 돌아갑니다. 부모는 이 12을 자신의 right_max에 저장합니다. 우리가 방금 비교한 left_max, right_max는 현재 [2~3]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[2~3]의 답은 12이고, 인덱스 2부터 2까지를 선택한 합입니다. 이 값을 현재 [0~3] 호출의 right_max에 저장합니다. 이전에 저장한 left_max 3도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1이므로 왼쪽 부분은 인덱스 1에서 끝나야 하고, 오른쪽 부분은 2에서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3과 오른쪽 답 12을 이미 받았습니다. 이제 그 값들은 잠시 저장해 두고, 경계를 걸치는 답을 구하는 max_crossing_sum을 실행합니다. 현재 구간은 [0~3]이고 가운데 인덱스는 1입니다. 다른 작은 호출에서 썼던 mid가 아니라 지금 구간의 mid를 사용합니다.</a:t>
            </a:r>
          </a:p>
          <a:p>
            <a:endParaRPr/>
          </a:p>
          <a:p>
            <a:r>
              <a:t>왼쪽 스캔은 경계 바로 왼쪽 칸 a[1]에서 시작합니다. 이 칸의 값은 마이너스 5입니다. 그다음 0부터 0까지 인덱스를 하나씩 줄입니다. 이렇게 하면 왼쪽 구간의 끝은 항상 1에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1이고, 그 칸의 값은 마이너스 5입니다. 왼쪽 구간은 항상 1에서 끝나며, 시작 칸을 왼쪽으로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left_sum과 비교합니다. 기록은 아직 마이너스 무한대이므로 실제 합 마이너스 5을 첫 기록으로 저장합니다. 아래 줄이 저장한 최선의 구간입니다. </a:t>
            </a:r>
          </a:p>
          <a:p>
            <a:endParaRPr/>
          </a:p>
          <a:p>
            <a:r>
              <a:t>이제 i를 0로 줄입니다. 다음 칸에서는 지금 current_sum 마이너스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0이고, 그 칸의 값은 3입니다. 왼쪽 구간은 항상 1에서 끝나며, 시작 칸을 왼쪽으로 늘리고 있습니다.</a:t>
            </a:r>
          </a:p>
          <a:p>
            <a:endParaRPr/>
          </a:p>
          <a:p>
            <a:r>
              <a:t>바로 전 현재 합은 마이너스 5이었습니다. 여기에 이번 칸의 3을 더하면 마이너스 2입니다. 첫 줄에서 색칠한 구간은 인덱스 0부터 1까지이고, 이 칸들을 모두 더한 값이 current_sum 마이너스 2입니다. 이전 최댓값 기록 −5에 더한 것이 아니라 이전 current_sum 마이너스 5에 더했습니다.</a:t>
            </a:r>
          </a:p>
          <a:p>
            <a:endParaRPr/>
          </a:p>
          <a:p>
            <a:r>
              <a:t>이제 기록 left_sum과 비교합니다. 현재 합 마이너스 2이 기존 기록 마이너스 5보다 큽니다. 그래서 기록을 마이너스 2으로 갱신하고, 지금 검사한 구간을 가장 좋은 구간으로 저장합니다. 아래 줄이 저장한 최선의 구간입니다. </a:t>
            </a:r>
          </a:p>
          <a:p>
            <a:endParaRPr/>
          </a:p>
          <a:p>
            <a:r>
              <a:t>현재 구간의 처음 low인 0까지 읽었습니다. 다음 인덱스 -1는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1에 붙어 있는 가장 좋은 구간은 인덱스 0부터 1까지이고,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2입니다. 왼쪽이 1에서 끝났으므로 오른쪽은 그 바로 다음 칸에서 시작해야 합니다. 오른쪽은 2부터 3까지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2이고, 그 칸의 값은 12입니다. 오른쪽 구간은 항상 2에서 시작하며, 끝 칸을 오른쪽으로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right_sum과 비교합니다. 기록은 아직 마이너스 무한대이므로 실제 합 12을 첫 기록으로 저장합니다. 아래 줄이 저장한 최선의 구간입니다. 왼쪽에서 끝낸 기록 마이너스 2은 이 오른쪽 계산 동안 따로 보관하고 있습니다.</a:t>
            </a:r>
          </a:p>
          <a:p>
            <a:endParaRPr/>
          </a:p>
          <a:p>
            <a:r>
              <a:t>이제 j를 3로 늘립니다. 다음 칸에서는 지금 current_sum 12에 a[3]를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3이고, 그 칸의 값은 마이너스 2입니다. 오른쪽 구간은 항상 2에서 시작하며, 끝 칸을 오른쪽으로 늘리고 있습니다.</a:t>
            </a:r>
          </a:p>
          <a:p>
            <a:endParaRPr/>
          </a:p>
          <a:p>
            <a:r>
              <a:t>바로 전 현재 합은 12이었습니다. 여기에 이번 칸의 마이너스 2을 더하면 10입니다. 첫 줄에서 색칠한 구간은 인덱스 2부터 3까지이고, 이 칸들을 모두 더한 값이 current_sum 10입니다. 이전 최댓값 기록 12에 더한 것이 아니라 이전 current_sum 12에 더했습니다.</a:t>
            </a:r>
          </a:p>
          <a:p>
            <a:endParaRPr/>
          </a:p>
          <a:p>
            <a:r>
              <a:t>이제 기록 right_sum과 비교합니다. 현재 합 10은 기존 기록 12보다 크지 않습니다. 따라서 기록은 12을 유지하고, 기록한 구간도 인덱스 2부터 2까지로 그대로 둡니다. 현재 합이 줄어도 이전에 찾은 좋은 답을 잊으면 안 됩니다. 아래 줄이 저장한 최선의 구간입니다. 왼쪽에서 끝낸 기록 마이너스 2은 이 오른쪽 계산 동안 따로 보관하고 있습니다.</a:t>
            </a:r>
          </a:p>
          <a:p>
            <a:endParaRPr/>
          </a:p>
          <a:p>
            <a:r>
              <a:t>현재 구간의 끝 high인 3까지 읽었습니다. 다음 인덱스 4는 범위 밖이므로 읽지 않고 오른쪽 반복문을 끝냅니다. right_sum 12을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0부터 1까지의 합 마이너스 2입니다. 오른쪽 기록은 인덱스 2부터 2까지의 합 12입니다. 첫 줄과 둘째 줄에서 색칠한 칸을 확인해 보세요.</a:t>
            </a:r>
          </a:p>
          <a:p>
            <a:endParaRPr/>
          </a:p>
          <a:p>
            <a:r>
              <a:t>왼쪽 기록의 끝은 반드시 mid인 1이고, 오른쪽 기록의 시작은 반드시 mid 플러스 1인 2입니다. 따라서 두 구간을 붙이면 인덱스 0부터 2까지의 연속 구간 하나가 됩니다. 빠진 중간 칸도 없고, 양쪽에서 겹쳐 더한 칸도 없습니다.</a:t>
            </a:r>
          </a:p>
          <a:p>
            <a:endParaRPr/>
          </a:p>
          <a:p>
            <a:r>
              <a:t>두 기록을 더하면 마이너스 2 더하기 12이므로 10입니다. 이 값이 현재 [0~3]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3, right_max 12, 지금 구한 cross_max 10을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[0~3] 호출에서 필요한 후보 세 개를 모두 구했습니다. 왼쪽 안에서 가장 큰 합은 3이고, 오른쪽 안에서 가장 큰 합은 12입니다. 경계를 걸친 합은 왼쪽 기록 마이너스 2과 오른쪽 기록 12을 더한 10입니다. 화면의 각 줄은 그 값에 해당하는 실제 구간입니다.</a:t>
            </a:r>
          </a:p>
          <a:p>
            <a:endParaRPr/>
          </a:p>
          <a:p>
            <a:r>
              <a:t>이제 세 값 중 가장 큰 것을 고릅니다. 3, 12, 10 중 가장 큰 값은 12입니다. 오른쪽 안에만 있는 구간이 이 호출의 답입니다. 선택한 인덱스는 2부터 2까지입니다. 경계를 걸치는 계산을 했더라도 그 값이 반드시 답이 되는 것은 아니라는 점을 확인해 주세요.</a:t>
            </a:r>
          </a:p>
          <a:p>
            <a:endParaRPr/>
          </a:p>
          <a:p>
            <a:r>
              <a:t>이제 [0~3] 호출이 끝나고 부모 [0~7] 호출로 돌아갑니다. 부모는 이 12을 자신의 left_max에 저장합니다. 우리가 방금 비교한 left_max, right_max는 현재 [0~3]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[0~7] 호출로 돌아왔습니다. 방금 반환받은 값은 12입니다. 왼쪽 [0~3] 안에서 합이 가장 큰 구간은 인덱스 2부터 2까지였고, 그 합이 12이었죠. 부모인 현재 호출은 이 결과를 자신의 left_max에 저장합니다.</a:t>
            </a:r>
          </a:p>
          <a:p>
            <a:endParaRPr/>
          </a:p>
          <a:p>
            <a:r>
              <a:t>여기서 left_max는 현재 [0~7] 호출의 왼쪽 전체에서 가장 큰 합을 뜻합니다. 화면의 파란 칸이 그 구간입니다. 경계의 mid까지 꼭 이어져야 하는 값은 아닙니다. 지금 파란 구간은 2에서 끝나므로, 현재 mid인 3까지 이어져 있지 않습니다. 나중에 경계를 걸치는 계산은 따로 할 거예요.</a:t>
            </a:r>
          </a:p>
          <a:p>
            <a:endParaRPr/>
          </a:p>
          <a:p>
            <a:r>
              <a:t>코드는 이제 다음 줄로 넘어갑니다. 오른쪽 [4~7] 호출을 시작하고, 그 답을 right_max에 받습니다. 아래 초록색 범위는 다음에 처리할 오른쪽 범위 전체입니다. 아직 오른쪽 답의 구간을 찾은 것이 아닙니다. 왼쪽 답 12은 저장해 둔 채로 오른쪽 호출이 끝나기를 기다립니다.</a:t>
            </a:r>
          </a:p>
          <a:p>
            <a:endParaRPr/>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7까지입니다. 이번 구간의 원소는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7를 2로 나누어 소수 부분을 버리면 5입니다. 왼쪽 호출에는 4부터 5까지를 넘기고, 오른쪽 호출에는 6부터 7까지를 넘깁니다. mid는 왼쪽에만 포함되므로 같은 칸을 두 번 처리하지 않습니다.</a:t>
            </a:r>
          </a:p>
          <a:p>
            <a:endParaRPr/>
          </a:p>
          <a:p>
            <a:r>
              <a:t>코드는 left_max를 구하는 줄부터 실행합니다. 그래서 다음에는 왼쪽 [4~5] 호출 안으로 들어갑니다. 이 호출이 답을 돌려주기 전에는 right_max를 구하는 다음 줄로 넘어가지 않습니다. [0~7]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5까지입니다. 이번 구간의 원소는 7, 마이너스 9입니다.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5를 2로 나누어 소수 부분을 버리면 4입니다. 왼쪽 호출에는 4부터 4까지를 넘기고, 오른쪽 호출에는 5부터 5까지를 넘깁니다. mid는 왼쪽에만 포함되므로 같은 칸을 두 번 처리하지 않습니다.</a:t>
            </a:r>
          </a:p>
          <a:p>
            <a:endParaRPr/>
          </a:p>
          <a:p>
            <a:r>
              <a:t>코드는 left_max를 구하는 줄부터 실행합니다. 그래서 다음에는 왼쪽 [4~4] 호출 안으로 들어갑니다. 이 호출이 답을 돌려주기 전에는 right_max를 구하는 다음 줄로 넘어가지 않습니다. [4~7]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4부터 4까지입니다.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7 하나입니다. 빈 구간을 고르지 않는 문제이므로 선택할 수 있는 구간은 이 한 칸밖에 없습니다. 이 값을 더 작은 호출로 나눌 필요는 없습니다. 따라서 종료 조건 low와 high가 같다는 조건을 만족하고, a[low]의 값 7을 바로 반환합니다.</a:t>
            </a:r>
          </a:p>
          <a:p>
            <a:endParaRPr/>
          </a:p>
          <a:p>
            <a:r>
              <a:t>이 반환값은 부모 [4~5]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5부터 5까지입니다.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9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9을 바로 반환합니다.</a:t>
            </a:r>
          </a:p>
          <a:p>
            <a:endParaRPr/>
          </a:p>
          <a:p>
            <a:r>
              <a:t>이 반환값은 부모 [4~5]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왼쪽 스캔입니다. 현재 mid는 4입니다. 포인터 i가 가리킨 인덱스는 4이고, 그 칸의 값은 7입니다. 왼쪽 구간은 항상 4에서 끝나며, 시작 칸을 왼쪽으로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left_sum과 비교합니다. 기록은 아직 마이너스 무한대이므로 실제 합 7을 첫 기록으로 저장합니다. 아래 줄이 저장한 최선의 구간입니다. </a:t>
            </a:r>
          </a:p>
          <a:p>
            <a:endParaRPr/>
          </a:p>
          <a:p>
            <a:r>
              <a:t>현재 구간의 처음 low인 4까지 읽었습니다. 다음 인덱스 3는 이 호출 범위 밖이므로 읽지 않고 왼쪽 반복문을 끝냅니다. left_sum 7을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오른쪽 스캔입니다. 현재 mid는 4입니다. 포인터 j가 가리킨 인덱스는 5이고, 그 칸의 값은 마이너스 9입니다. 오른쪽 구간은 항상 5에서 시작하며, 끝 칸을 오른쪽으로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right_sum과 비교합니다. 기록은 아직 마이너스 무한대이므로 실제 합 마이너스 9을 첫 기록으로 저장합니다. 아래 줄이 저장한 최선의 구간입니다. 왼쪽에서 끝낸 기록 7은 이 오른쪽 계산 동안 따로 보관하고 있습니다.</a:t>
            </a:r>
          </a:p>
          <a:p>
            <a:endParaRPr/>
          </a:p>
          <a:p>
            <a:r>
              <a:t>현재 구간의 끝 high인 5까지 읽었습니다. 다음 인덱스 6는 범위 밖이므로 읽지 않고 오른쪽 반복문을 끝냅니다. right_sum 마이너스 9을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[4~5] 호출에서 필요한 후보 세 개를 모두 구했습니다. 왼쪽 안에서 가장 큰 합은 7이고, 오른쪽 안에서 가장 큰 합은 마이너스 9입니다. 경계를 걸친 합은 왼쪽 기록 7과 오른쪽 기록 마이너스 9을 더한 마이너스 2입니다. 화면의 각 줄은 그 값에 해당하는 실제 구간입니다.</a:t>
            </a:r>
          </a:p>
          <a:p>
            <a:endParaRPr/>
          </a:p>
          <a:p>
            <a:r>
              <a:t>이제 세 값 중 가장 큰 것을 고릅니다. 7, 마이너스 9, 마이너스 2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[4~5] 호출이 끝나고 부모 [4~7] 호출로 돌아갑니다. 부모는 이 7을 자신의 left_max에 저장합니다. 우리가 방금 비교한 left_max, right_max는 현재 [4~5]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[4~7] 호출로 돌아왔습니다. 방금 반환받은 값은 7입니다. 왼쪽 [4~5] 안에서 합이 가장 큰 구간은 인덱스 4부터 4까지였고, 그 합이 7이었죠. 부모인 현재 호출은 이 결과를 자신의 left_max에 저장합니다.</a:t>
            </a:r>
          </a:p>
          <a:p>
            <a:endParaRPr/>
          </a:p>
          <a:p>
            <a:r>
              <a:t>여기서 left_max는 현재 [4~7] 호출의 왼쪽 전체에서 가장 큰 합을 뜻합니다. 화면의 파란 칸이 그 구간입니다. 경계의 mid까지 꼭 이어져야 하는 값은 아닙니다. 지금 파란 구간은 4에서 끝나므로, 현재 mid인 5까지 이어져 있지 않습니다. 나중에 경계를 걸치는 계산은 따로 할 거예요.</a:t>
            </a:r>
          </a:p>
          <a:p>
            <a:endParaRPr/>
          </a:p>
          <a:p>
            <a:r>
              <a:t>코드는 이제 다음 줄로 넘어갑니다. 오른쪽 [6~7] 호출을 시작하고, 그 답을 right_max에 받습니다. 아래 초록색 범위는 다음에 처리할 오른쪽 범위 전체입니다. 아직 오른쪽 답의 구간을 찾은 것이 아닙니다. 왼쪽 답 7은 저장해 둔 채로 오른쪽 호출이 끝나기를 기다립니다.</a:t>
            </a:r>
          </a:p>
          <a:p>
            <a:endParaRPr/>
          </a:p>
          <a:p>
            <a:r>
              <a:t>[0~7] 부모는 right_max의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6부터 7까지입니다. 이번 구간의 원소는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6 더하기 7를 2로 나누어 소수 부분을 버리면 6입니다. 왼쪽 호출에는 6부터 6까지를 넘기고, 오른쪽 호출에는 7부터 7까지를 넘깁니다. mid는 왼쪽에만 포함되므로 같은 칸을 두 번 처리하지 않습니다.</a:t>
            </a:r>
          </a:p>
          <a:p>
            <a:endParaRPr/>
          </a:p>
          <a:p>
            <a:r>
              <a:t>코드는 left_max를 구하는 줄부터 실행합니다. 그래서 다음에는 왼쪽 [6~6] 호출 안으로 들어갑니다. 이 호출이 답을 돌려주기 전에는 right_max를 구하는 다음 줄로 넘어가지 않습니다. [4~7]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6부터 6까지입니다.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5 하나입니다. 빈 구간을 고르지 않는 문제이므로 선택할 수 있는 구간은 이 한 칸밖에 없습니다. 이 값을 더 작은 호출로 나눌 필요는 없습니다. 따라서 종료 조건 low와 high가 같다는 조건을 만족하고, a[low]의 값 5을 바로 반환합니다.</a:t>
            </a:r>
          </a:p>
          <a:p>
            <a:endParaRPr/>
          </a:p>
          <a:p>
            <a:r>
              <a:t>이 반환값은 부모 [6~7]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7부터 7까지입니다.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 하나입니다. 빈 구간을 고르지 않는 문제이므로 선택할 수 있는 구간은 이 한 칸밖에 없습니다. 이 값을 더 작은 호출로 나눌 필요는 없습니다. 따라서 종료 조건 low와 high가 같다는 조건을 만족하고, a[low]의 값 1을 바로 반환합니다.</a:t>
            </a:r>
          </a:p>
          <a:p>
            <a:endParaRPr/>
          </a:p>
          <a:p>
            <a:r>
              <a:t>이 반환값은 부모 [6~7]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왼쪽 스캔입니다. 현재 mid는 6입니다. 포인터 i가 가리킨 인덱스는 6이고, 그 칸의 값은 5입니다. 왼쪽 구간은 항상 6에서 끝나며, 시작 칸을 왼쪽으로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left_sum과 비교합니다. 기록은 아직 마이너스 무한대이므로 실제 합 5을 첫 기록으로 저장합니다. 아래 줄이 저장한 최선의 구간입니다. </a:t>
            </a:r>
          </a:p>
          <a:p>
            <a:endParaRPr/>
          </a:p>
          <a:p>
            <a:r>
              <a:t>현재 구간의 처음 low인 6까지 읽었습니다. 다음 인덱스 5는 이 호출 범위 밖이므로 읽지 않고 왼쪽 반복문을 끝냅니다. left_sum 5을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오른쪽 스캔입니다. 현재 mid는 6입니다. 포인터 j가 가리킨 인덱스는 7이고, 그 칸의 값은 1입니다. 오른쪽 구간은 항상 7에서 시작하며, 끝 칸을 오른쪽으로 늘리고 있습니다.</a:t>
            </a:r>
          </a:p>
          <a:p>
            <a:endParaRPr/>
          </a:p>
          <a:p>
            <a:r>
              <a:t>바로 전 현재 합은 0이었습니다. 여기에 이번 칸의 1을 더하면 1입니다. 첫 줄에서 색칠한 구간은 인덱스 7부터 7까지이고, 이 칸들을 모두 더한 값이 current_sum 1입니다. 지금은 첫 칸을 읽었으므로 초기 0에 이 한 값을 더했습니다.</a:t>
            </a:r>
          </a:p>
          <a:p>
            <a:endParaRPr/>
          </a:p>
          <a:p>
            <a:r>
              <a:t>이제 기록 right_sum과 비교합니다. 기록은 아직 마이너스 무한대이므로 실제 합 1을 첫 기록으로 저장합니다. 아래 줄이 저장한 최선의 구간입니다. 왼쪽에서 끝낸 기록 5은 이 오른쪽 계산 동안 따로 보관하고 있습니다.</a:t>
            </a:r>
          </a:p>
          <a:p>
            <a:endParaRPr/>
          </a:p>
          <a:p>
            <a:r>
              <a:t>현재 구간의 끝 high인 7까지 읽었습니다. 다음 인덱스 8는 범위 밖이므로 읽지 않고 오른쪽 반복문을 끝냅니다. right_sum 1을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[6~7] 호출에서 필요한 후보 세 개를 모두 구했습니다. 왼쪽 안에서 가장 큰 합은 5이고, 오른쪽 안에서 가장 큰 합은 1입니다. 경계를 걸친 합은 왼쪽 기록 5과 오른쪽 기록 1을 더한 6입니다. 화면의 각 줄은 그 값에 해당하는 실제 구간입니다.</a:t>
            </a:r>
          </a:p>
          <a:p>
            <a:endParaRPr/>
          </a:p>
          <a:p>
            <a:r>
              <a:t>이제 세 값 중 가장 큰 것을 고릅니다. 5, 1, 6 중 가장 큰 값은 6입니다. 경계를 걸치는 구간이 이 호출의 답입니다. 선택한 인덱스는 6부터 7까지입니다. 이번에는 두 절반 안의 답보다 경계를 이어 붙인 답이 더 큽니다.</a:t>
            </a:r>
          </a:p>
          <a:p>
            <a:endParaRPr/>
          </a:p>
          <a:p>
            <a:r>
              <a:t>이제 [6~7] 호출이 끝나고 부모 [4~7] 호출로 돌아갑니다. 부모는 이 6을 자신의 right_max에 저장합니다. 우리가 방금 비교한 left_max, right_max는 현재 [6~7]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[6~7]의 답은 6이고, 인덱스 6부터 7까지를 선택한 합입니다. 이 값을 현재 [4~7] 호출의 right_max에 저장합니다. 이전에 저장한 left_max 7도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5이므로 왼쪽 부분은 인덱스 5에서 끝나야 하고, 오른쪽 부분은 6에서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7과 오른쪽 답 6을 이미 받았습니다. 이제 그 값들은 잠시 저장해 두고, 경계를 걸치는 답을 구하는 max_crossing_sum을 실행합니다. 현재 구간은 [4~7]이고 가운데 인덱스는 5입니다. 다른 작은 호출에서 썼던 mid가 아니라 지금 구간의 mid를 사용합니다.</a:t>
            </a:r>
          </a:p>
          <a:p>
            <a:endParaRPr/>
          </a:p>
          <a:p>
            <a:r>
              <a:t>왼쪽 스캔은 경계 바로 왼쪽 칸 a[5]에서 시작합니다. 이 칸의 값은 마이너스 9입니다. 그다음 4부터 4까지 인덱스를 하나씩 줄입니다. 이렇게 하면 왼쪽 구간의 끝은 항상 5에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5이고, 그 칸의 값은 마이너스 9입니다. 왼쪽 구간은 항상 5에서 끝나며, 시작 칸을 왼쪽으로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left_sum과 비교합니다. 기록은 아직 마이너스 무한대이므로 실제 합 마이너스 9을 첫 기록으로 저장합니다. 아래 줄이 저장한 최선의 구간입니다. </a:t>
            </a:r>
          </a:p>
          <a:p>
            <a:endParaRPr/>
          </a:p>
          <a:p>
            <a:r>
              <a:t>이제 i를 4로 줄입니다. 다음 칸에서는 지금 current_sum 마이너스 9에 a[4]를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4이고, 그 칸의 값은 7입니다. 왼쪽 구간은 항상 5에서 끝나며, 시작 칸을 왼쪽으로 늘리고 있습니다.</a:t>
            </a:r>
          </a:p>
          <a:p>
            <a:endParaRPr/>
          </a:p>
          <a:p>
            <a:r>
              <a:t>바로 전 현재 합은 마이너스 9이었습니다. 여기에 이번 칸의 7을 더하면 마이너스 2입니다. 첫 줄에서 색칠한 구간은 인덱스 4부터 5까지이고, 이 칸들을 모두 더한 값이 current_sum 마이너스 2입니다. 이전 최댓값 기록 −9에 더한 것이 아니라 이전 current_sum 마이너스 9에 더했습니다.</a:t>
            </a:r>
          </a:p>
          <a:p>
            <a:endParaRPr/>
          </a:p>
          <a:p>
            <a:r>
              <a:t>이제 기록 left_sum과 비교합니다. 현재 합 마이너스 2이 기존 기록 마이너스 9보다 큽니다. 그래서 기록을 마이너스 2으로 갱신하고, 지금 검사한 구간을 가장 좋은 구간으로 저장합니다. 아래 줄이 저장한 최선의 구간입니다. </a:t>
            </a:r>
          </a:p>
          <a:p>
            <a:endParaRPr/>
          </a:p>
          <a:p>
            <a:r>
              <a:t>현재 구간의 처음 low인 4까지 읽었습니다. 다음 인덱스 3는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5에 붙어 있는 가장 좋은 구간은 인덱스 4부터 5까지이고,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6입니다. 왼쪽이 5에서 끝났으므로 오른쪽은 그 바로 다음 칸에서 시작해야 합니다. 오른쪽은 6부터 7까지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6이고, 그 칸의 값은 5입니다. 오른쪽 구간은 항상 6에서 시작하며, 끝 칸을 오른쪽으로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right_sum과 비교합니다. 기록은 아직 마이너스 무한대이므로 실제 합 5을 첫 기록으로 저장합니다. 아래 줄이 저장한 최선의 구간입니다. 왼쪽에서 끝낸 기록 마이너스 2은 이 오른쪽 계산 동안 따로 보관하고 있습니다.</a:t>
            </a:r>
          </a:p>
          <a:p>
            <a:endParaRPr/>
          </a:p>
          <a:p>
            <a:r>
              <a:t>이제 j를 7로 늘립니다. 다음 칸에서는 지금 current_sum 5에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7이고, 그 칸의 값은 1입니다. 오른쪽 구간은 항상 6에서 시작하며, 끝 칸을 오른쪽으로 늘리고 있습니다.</a:t>
            </a:r>
          </a:p>
          <a:p>
            <a:endParaRPr/>
          </a:p>
          <a:p>
            <a:r>
              <a:t>바로 전 현재 합은 5이었습니다. 여기에 이번 칸의 1을 더하면 6입니다. 첫 줄에서 색칠한 구간은 인덱스 6부터 7까지이고, 이 칸들을 모두 더한 값이 current_sum 6입니다. 이전 최댓값 기록 5에 더한 것이 아니라 이전 current_sum 5에 더했습니다.</a:t>
            </a:r>
          </a:p>
          <a:p>
            <a:endParaRPr/>
          </a:p>
          <a:p>
            <a:r>
              <a:t>이제 기록 right_sum과 비교합니다. 현재 합 6이 기존 기록 5보다 큽니다. 그래서 기록을 6으로 갱신하고, 지금 검사한 구간을 가장 좋은 구간으로 저장합니다. 아래 줄이 저장한 최선의 구간입니다. 왼쪽에서 끝낸 기록 마이너스 2은 이 오른쪽 계산 동안 따로 보관하고 있습니다.</a:t>
            </a:r>
          </a:p>
          <a:p>
            <a:endParaRPr/>
          </a:p>
          <a:p>
            <a:r>
              <a:t>현재 구간의 끝 high인 7까지 읽었습니다. 다음 인덱스 8는 범위 밖이므로 읽지 않고 오른쪽 반복문을 끝냅니다. right_sum 6을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4부터 5까지의 합 마이너스 2입니다. 오른쪽 기록은 인덱스 6부터 7까지의 합 6입니다. 첫 줄과 둘째 줄에서 색칠한 칸을 확인해 보세요.</a:t>
            </a:r>
          </a:p>
          <a:p>
            <a:endParaRPr/>
          </a:p>
          <a:p>
            <a:r>
              <a:t>왼쪽 기록의 끝은 반드시 mid인 5이고, 오른쪽 기록의 시작은 반드시 mid 플러스 1인 6입니다. 따라서 두 구간을 붙이면 인덱스 4부터 7까지의 연속 구간 하나가 됩니다. 빠진 중간 칸도 없고, 양쪽에서 겹쳐 더한 칸도 없습니다.</a:t>
            </a:r>
          </a:p>
          <a:p>
            <a:endParaRPr/>
          </a:p>
          <a:p>
            <a:r>
              <a:t>두 기록을 더하면 마이너스 2 더하기 6이므로 4입니다. 이 값이 현재 [4~7]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7, right_max 6, 지금 구한 cross_max 4을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[4~7] 호출에서 필요한 후보 세 개를 모두 구했습니다. 왼쪽 안에서 가장 큰 합은 7이고, 오른쪽 안에서 가장 큰 합은 6입니다. 경계를 걸친 합은 왼쪽 기록 마이너스 2과 오른쪽 기록 6을 더한 4입니다. 화면의 각 줄은 그 값에 해당하는 실제 구간입니다.</a:t>
            </a:r>
          </a:p>
          <a:p>
            <a:endParaRPr/>
          </a:p>
          <a:p>
            <a:r>
              <a:t>이제 세 값 중 가장 큰 것을 고릅니다. 7, 6, 4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[4~7] 호출이 끝나고 부모 [0~7] 호출로 돌아갑니다. 부모는 이 7을 자신의 right_max에 저장합니다. 우리가 방금 비교한 left_max, right_max는 현재 [4~7]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[4~7]의 답은 7이고, 인덱스 4부터 4까지를 선택한 합입니다. 이 값을 현재 [0~7] 호출의 right_max에 저장합니다. 이전에 저장한 left_max 12도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3이므로 왼쪽 부분은 인덱스 3에서 끝나야 하고, 오른쪽 부분은 4에서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절반의 답 12와 오른쪽 절반의 답 7을 구했습니다. 이제 중앙 경계를 걸친 구간의 최대 합을 구할 차례입니다. 그림의 첫 장면은 왼쪽 스캔, 두 번째 장면은 오른쪽 스캔, 세 번째 장면은 두 결과를 붙이는 과정입니다.</a:t>
            </a:r>
          </a:p>
          <a:p>
            <a:endParaRPr/>
          </a:p>
          <a:p>
            <a:r>
              <a:t>왼쪽 스캔은 mid인 인덱스 3의 마이너스 2에서 출발합니다. 왼쪽으로 한 칸씩 넓혀 가면 현재 합은 마이너스 2, 10, 5, 8이 됩니다. 그중 가장 큰 값은 10이고, 그때 선택한 구간은 값 12와 마이너스 2입니다. 그림에서 금색으로 남겨 놓은 두 칸이 바로 그 구간이에요. 현재 합이 나중에 5나 8로 바뀌더라도, 지금까지의 최고 기록 10은 따로 저장해 둡니다.</a:t>
            </a:r>
          </a:p>
          <a:p>
            <a:endParaRPr/>
          </a:p>
          <a:p>
            <a:r>
              <a:t>오른쪽 스캔은 mid 바로 다음인 인덱스 4의 7에서 출발합니다. 오른쪽으로 넓히면 현재 합이 7, 마이너스 2, 3, 4가 됩니다. 최고 기록은 첫 칸의 7입니다. 더 멀리까지 넓혔다고 해서 그 긴 구간을 반드시 고르는 것은 아닙니다. 훑는 동안 가장 큰 합을 기록했던 구간을 고릅니다.</a:t>
            </a:r>
          </a:p>
          <a:p>
            <a:endParaRPr/>
          </a:p>
          <a:p>
            <a:r>
              <a:t>왼쪽 최고 기록 10과 오른쪽 최고 기록 7을 합하면 17입니다. 실제로 이어 붙인 값은 12, 마이너스 2, 7이고, 중간 칸이 빠지지 않았습니다. 여기서 왼쪽 기록 10은 왼쪽 절반 전체의 최대 구간 합 12와 다른 값입니다. 12만 고르면 경계 바로 왼쪽의 마이너스 2를 빠뜨리기 때문에 중앙을 걸친 구간으로 붙일 수 없어요. 이제 이 그림의 왼쪽 스캔부터 코드가 수행하는 순서대로 한 칸씩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84833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12과 오른쪽 답 7을 이미 받았습니다. 이제 그 값들은 잠시 저장해 두고, 경계를 걸치는 답을 구하는 max_crossing_sum을 실행합니다. 현재 구간은 [0~7]이고 가운데 인덱스는 3입니다. 다른 작은 호출에서 썼던 mid가 아니라 지금 구간의 mid를 사용합니다.</a:t>
            </a:r>
          </a:p>
          <a:p>
            <a:endParaRPr/>
          </a:p>
          <a:p>
            <a:r>
              <a:t>왼쪽 스캔은 경계 바로 왼쪽 칸 a[3]에서 시작합니다. 이 칸의 값은 마이너스 2입니다. 그다음 2부터 0까지 인덱스를 하나씩 줄입니다. 이렇게 하면 왼쪽 구간의 끝은 항상 3에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3이고, 그 칸의 값은 마이너스 2입니다. 왼쪽 구간은 항상 3에서 끝나며, 시작 칸을 왼쪽으로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left_sum과 비교합니다. 기록은 아직 마이너스 무한대이므로 실제 합 마이너스 2을 첫 기록으로 저장합니다. 아래 줄이 저장한 최선의 구간입니다. </a:t>
            </a:r>
          </a:p>
          <a:p>
            <a:endParaRPr/>
          </a:p>
          <a:p>
            <a:r>
              <a:t>이제 i를 2로 줄입니다. 다음 칸에서는 지금 current_sum 마이너스 2에 a[2]를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2이고, 그 칸의 값은 12입니다. 왼쪽 구간은 항상 3에서 끝나며, 시작 칸을 왼쪽으로 늘리고 있습니다.</a:t>
            </a:r>
          </a:p>
          <a:p>
            <a:endParaRPr/>
          </a:p>
          <a:p>
            <a:r>
              <a:t>바로 전 현재 합은 마이너스 2이었습니다. 여기에 이번 칸의 12을 더하면 10입니다. 첫 줄에서 색칠한 구간은 인덱스 2부터 3까지이고, 이 칸들을 모두 더한 값이 current_sum 10입니다. 이전 최댓값 기록 −2에 더한 것이 아니라 이전 current_sum 마이너스 2에 더했습니다.</a:t>
            </a:r>
          </a:p>
          <a:p>
            <a:endParaRPr/>
          </a:p>
          <a:p>
            <a:r>
              <a:t>이제 기록 left_sum과 비교합니다. 현재 합 10이 기존 기록 마이너스 2보다 큽니다. 그래서 기록을 10으로 갱신하고, 지금 검사한 구간을 가장 좋은 구간으로 저장합니다. 아래 줄이 저장한 최선의 구간입니다. </a:t>
            </a:r>
          </a:p>
          <a:p>
            <a:endParaRPr/>
          </a:p>
          <a:p>
            <a:r>
              <a:t>이제 i를 1로 줄입니다. 다음 칸에서는 지금 current_sum 10에 a[1]를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1이고, 그 칸의 값은 마이너스 5입니다. 왼쪽 구간은 항상 3에서 끝나며, 시작 칸을 왼쪽으로 늘리고 있습니다.</a:t>
            </a:r>
          </a:p>
          <a:p>
            <a:endParaRPr/>
          </a:p>
          <a:p>
            <a:r>
              <a:t>바로 전 현재 합은 10이었습니다. 여기에 이번 칸의 마이너스 5을 더하면 5입니다. 첫 줄에서 색칠한 구간은 인덱스 1부터 3까지이고, 이 칸들을 모두 더한 값이 current_sum 5입니다. 이전 최댓값 기록 10에 더한 것이 아니라 이전 current_sum 10에 더했습니다.</a:t>
            </a:r>
          </a:p>
          <a:p>
            <a:endParaRPr/>
          </a:p>
          <a:p>
            <a:r>
              <a:t>이제 기록 left_sum과 비교합니다. 현재 합 5은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이제 i를 0로 줄입니다. 다음 칸에서는 지금 current_sum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0이고, 그 칸의 값은 3입니다. 왼쪽 구간은 항상 3에서 끝나며, 시작 칸을 왼쪽으로 늘리고 있습니다.</a:t>
            </a:r>
          </a:p>
          <a:p>
            <a:endParaRPr/>
          </a:p>
          <a:p>
            <a:r>
              <a:t>바로 전 현재 합은 5이었습니다. 여기에 이번 칸의 3을 더하면 8입니다. 첫 줄에서 색칠한 구간은 인덱스 0부터 3까지이고, 이 칸들을 모두 더한 값이 current_sum 8입니다. 이전 최댓값 기록 10에 더한 것이 아니라 이전 current_sum 5에 더했습니다.</a:t>
            </a:r>
          </a:p>
          <a:p>
            <a:endParaRPr/>
          </a:p>
          <a:p>
            <a:r>
              <a:t>이제 기록 left_sum과 비교합니다. 현재 합 8은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현재 구간의 처음 low인 0까지 읽었습니다. 다음 인덱스 -1는 이 호출 범위 밖이므로 읽지 않고 왼쪽 반복문을 끝냅니다. left_sum 10을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3에 붙어 있는 가장 좋은 구간은 인덱스 2부터 3까지이고, 그 합은 10입니다. 이 값을 left_sum에 보관합니다. 화면의 파란 칸이 기록한 구간입니다. 왼쪽 스캔의 마지막 current_sum 8과 left_sum 10을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4입니다. 왼쪽이 3에서 끝났으므로 오른쪽은 그 바로 다음 칸에서 시작해야 합니다. 오른쪽은 4부터 7까지 인덱스를 늘리며 읽습니다.</a:t>
            </a:r>
          </a:p>
          <a:p>
            <a:endParaRPr/>
          </a:p>
          <a:p>
            <a:r>
              <a:t>다음 화면부터는 오른쪽 현재 합을 계산하고 right_sum을 갱신합니다. 왼쪽 기록 10은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4이고, 그 칸의 값은 7입니다. 오른쪽 구간은 항상 4에서 시작하며, 끝 칸을 오른쪽으로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right_sum과 비교합니다. 기록은 아직 마이너스 무한대이므로 실제 합 7을 첫 기록으로 저장합니다. 아래 줄이 저장한 최선의 구간입니다. 왼쪽에서 끝낸 기록 10은 이 오른쪽 계산 동안 따로 보관하고 있습니다.</a:t>
            </a:r>
          </a:p>
          <a:p>
            <a:endParaRPr/>
          </a:p>
          <a:p>
            <a:r>
              <a:t>이제 j를 5로 늘립니다. 다음 칸에서는 지금 current_sum 7에 a[5]를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5이고, 그 칸의 값은 마이너스 9입니다. 오른쪽 구간은 항상 4에서 시작하며, 끝 칸을 오른쪽으로 늘리고 있습니다.</a:t>
            </a:r>
          </a:p>
          <a:p>
            <a:endParaRPr/>
          </a:p>
          <a:p>
            <a:r>
              <a:t>바로 전 현재 합은 7이었습니다. 여기에 이번 칸의 마이너스 9을 더하면 마이너스 2입니다. 첫 줄에서 색칠한 구간은 인덱스 4부터 5까지이고, 이 칸들을 모두 더한 값이 current_sum 마이너스 2입니다. 이전 최댓값 기록 7에 더한 것이 아니라 이전 current_sum 7에 더했습니다.</a:t>
            </a:r>
          </a:p>
          <a:p>
            <a:endParaRPr/>
          </a:p>
          <a:p>
            <a:r>
              <a:t>이제 기록 right_sum과 비교합니다. 현재 합 마이너스 2은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6로 늘립니다. 다음 칸에서는 지금 current_sum 마이너스 2에 a[6]를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6이고, 그 칸의 값은 5입니다. 오른쪽 구간은 항상 4에서 시작하며, 끝 칸을 오른쪽으로 늘리고 있습니다.</a:t>
            </a:r>
          </a:p>
          <a:p>
            <a:endParaRPr/>
          </a:p>
          <a:p>
            <a:r>
              <a:t>바로 전 현재 합은 마이너스 2이었습니다. 여기에 이번 칸의 5을 더하면 3입니다. 첫 줄에서 색칠한 구간은 인덱스 4부터 6까지이고, 이 칸들을 모두 더한 값이 current_sum 3입니다. 이전 최댓값 기록 7에 더한 것이 아니라 이전 current_sum 마이너스 2에 더했습니다.</a:t>
            </a:r>
          </a:p>
          <a:p>
            <a:endParaRPr/>
          </a:p>
          <a:p>
            <a:r>
              <a:t>이제 기록 right_sum과 비교합니다. 현재 합 3은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7로 늘립니다. 다음 칸에서는 지금 current_sum 3에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7이고, 그 칸의 값은 1입니다. 오른쪽 구간은 항상 4에서 시작하며, 끝 칸을 오른쪽으로 늘리고 있습니다.</a:t>
            </a:r>
          </a:p>
          <a:p>
            <a:endParaRPr/>
          </a:p>
          <a:p>
            <a:r>
              <a:t>바로 전 현재 합은 3이었습니다. 여기에 이번 칸의 1을 더하면 4입니다. 첫 줄에서 색칠한 구간은 인덱스 4부터 7까지이고, 이 칸들을 모두 더한 값이 current_sum 4입니다. 이전 최댓값 기록 7에 더한 것이 아니라 이전 current_sum 3에 더했습니다.</a:t>
            </a:r>
          </a:p>
          <a:p>
            <a:endParaRPr/>
          </a:p>
          <a:p>
            <a:r>
              <a:t>이제 기록 right_sum과 비교합니다. 현재 합 4은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현재 구간의 끝 high인 7까지 읽었습니다. 다음 인덱스 8는 범위 밖이므로 읽지 않고 오른쪽 반복문을 끝냅니다. right_sum 7을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2부터 3까지의 합 10입니다. 오른쪽 기록은 인덱스 4부터 4까지의 합 7입니다. 첫 줄과 둘째 줄에서 색칠한 칸을 확인해 보세요.</a:t>
            </a:r>
          </a:p>
          <a:p>
            <a:endParaRPr/>
          </a:p>
          <a:p>
            <a:r>
              <a:t>왼쪽 기록의 끝은 반드시 mid인 3이고, 오른쪽 기록의 시작은 반드시 mid 플러스 1인 4입니다. 따라서 두 구간을 붙이면 인덱스 2부터 4까지의 연속 구간 하나가 됩니다. 빠진 중간 칸도 없고, 양쪽에서 겹쳐 더한 칸도 없습니다.</a:t>
            </a:r>
          </a:p>
          <a:p>
            <a:endParaRPr/>
          </a:p>
          <a:p>
            <a:r>
              <a:t>두 기록을 더하면 10 더하기 7이므로 17입니다. 이 값이 현재 [0~7]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12, right_max 7, 지금 구한 cross_max 17을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[0~7] 호출에서 필요한 후보 세 개를 모두 구했습니다. 왼쪽 안에서 가장 큰 합은 12이고, 오른쪽 안에서 가장 큰 합은 7입니다. 경계를 걸친 합은 왼쪽 기록 10과 오른쪽 기록 7을 더한 17입니다. 화면의 각 줄은 그 값에 해당하는 실제 구간입니다.</a:t>
            </a:r>
          </a:p>
          <a:p>
            <a:endParaRPr/>
          </a:p>
          <a:p>
            <a:r>
              <a:t>이제 세 값 중 가장 큰 것을 고릅니다. 12, 7, 17 중 가장 큰 값은 17입니다. 경계를 걸치는 구간이 이 호출의 답입니다. 선택한 인덱스는 2부터 4까지입니다. 이번에는 두 절반 안의 답보다 경계를 이어 붙인 답이 더 큽니다.</a:t>
            </a:r>
          </a:p>
          <a:p>
            <a:endParaRPr/>
          </a:p>
          <a:p>
            <a:r>
              <a:t>이제 전체 여덟 칸의 계산이 끝났습니다. 반환하는 값은 17이고, 그 값에 해당하는 구간은 12 − 2 + 7입니다. 답을 코드에 미리 넣지 않고 작은 호출의 반환과 경계 스캔을 거쳐 찾았습니다.</a:t>
            </a:r>
          </a:p>
          <a:p>
            <a:endParaRPr/>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a, 시작 인덱스 low, 끝 인덱스 high입니다. low와 high는 둘 다 포함합니다. 전체 배열에서 시작할 때는 0과 len(a) 마이너스 1을 넘기므로 이 예제에서는 0과 7입니다.</a:t>
            </a:r>
          </a:p>
          <a:p>
            <a:endParaRPr/>
          </a:p>
          <a:p>
            <a:r>
              <a:t>첫 조건은 low와 high가 같은지 확인합니다. 같으면 원소 하나만 남은 것이어서 a[low]를 반환합니다. 화면에서 3, 마이너스 5, 12, 마이너스 2 같은 값들이 각각 위로 돌아왔던 부분이 이 줄입니다. 이 조건이 없으면 같은 한 칸을 계속 나누어 호출할 수 있어요.</a:t>
            </a:r>
          </a:p>
          <a:p>
            <a:endParaRPr/>
          </a:p>
          <a:p>
            <a:r>
              <a:t>두 칸 이상이면 mid를 계산합니다. 왼쪽 호출은 low부터 mid까지, 오른쪽 호출은 mid 플러스 1부터 high까지입니다. left_max를 받는 줄은 왼쪽 함수가 반환할 때까지 기다리고, 그 다음에 right_max를 받는 줄이 실행됩니다. 각 작은 호출도 이 코드의 처음부터 똑같이 시작한다는 점을 기억해 주세요.</a:t>
            </a:r>
          </a:p>
          <a:p>
            <a:endParaRPr/>
          </a:p>
          <a:p>
            <a:r>
              <a:t>양쪽 답을 받은 다음 max_crossing_sum을 호출합니다. 여기서 두 반복문으로 경계에 붙은 가장 좋은 합을 구합니다. 마지막 max는 세 값 중 가장 큰 값을 고르는 함수입니다. 전체 호출에서는 left_max가 12, right_max가 7, cross_max가 17이므로 17을 반환했습니다. 코드에는 정답 17이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left_sum에는 가장 큰 왼쪽 후보의 합을 저장합니다. 시작값 float의 마이너스 inf는 마이너스 무한대라는 뜻입니다. 실제로 나온 어떤 합보다도 작게 두어 첫 후보를 반드시 저장하려는 장치예요. current_sum은 아직 읽은 칸이 없어서 0으로 시작합니다.</a:t>
            </a:r>
          </a:p>
          <a:p>
            <a:endParaRPr/>
          </a:p>
          <a:p>
            <a:r>
              <a:t>반복문의 range는 mid에서 시작하고, 인덱스를 마이너스 1씩 줄입니다. 파이썬의 range는 두 번째 인수에 적힌 값을 포함하지 않기 때문에 멈춤값을 low가 아니라 low 마이너스 1로 적었습니다. 전체 호출에서는 range의 인수가 3, 마이너스 1, 마이너스 1입니다. 실제로 읽는 인덱스는 3, 2, 1, 0입니다. 인덱스 마이너스 1의 값은 읽지 않습니다.</a:t>
            </a:r>
          </a:p>
          <a:p>
            <a:endParaRPr/>
          </a:p>
          <a:p>
            <a:r>
              <a:t>current_sum 더하기 a[i]를 수행하면 mid부터 현재 i까지 이어진 모든 칸의 합이 됩니다. 화면에서 마이너스 2, 10, 5, 8로 바뀌었던 값이 이 변수입니다. 그다음 조건에서 현재 합이 left_sum보다 큰지 확인합니다. 클 때만 left_sum을 바꿉니다. 그래서 기록은 마이너스 2에서 10으로 갱신된 뒤 10을 유지했습니다.</a:t>
            </a:r>
          </a:p>
          <a:p>
            <a:endParaRPr/>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right_sum은 오른쪽 후보의 최댓값 기록이므로 마이너스 무한대로 시작합니다. current_sum은 오른쪽 부분만 더하기 위해 0으로 새로 설정합니다. 앞에서 구한 left_sum은 이 코드에서 바꾸지 않아요.</a:t>
            </a:r>
          </a:p>
          <a:p>
            <a:endParaRPr/>
          </a:p>
          <a:p>
            <a:r>
              <a:t>오른쪽 반복문은 mid 플러스 1에서 시작합니다. 왼쪽에 mid가 들어 있었으므로 바로 다음 칸부터 읽는 것입니다. 이번에는 인덱스를 오른쪽으로 늘리며 high까지 포함합니다. range의 멈춤값이 포함되지 않으므로 high 플러스 1을 적었습니다. 전체 호출에서 실제 인덱스는 4, 5, 6, 7이고, 8번 칸을 읽지는 않습니다.</a:t>
            </a:r>
          </a:p>
          <a:p>
            <a:endParaRPr/>
          </a:p>
          <a:p>
            <a:r>
              <a:t>각 칸의 값을 current_sum에 더한 뒤 right_sum과 비교합니다. 전체 호출의 현재 합은 7, 마이너스 2, 3, 4 순서였습니다. 첫 값 7이 가장 컸으므로 right_sum은 끝까지 7을 유지했습니다. 마지막에 나온 current_sum 4를 답으로 쓰지 않는 이유가 여기 있습니다. 마지막 후보와 가장 좋은 후보는 다를 수 있어요.</a:t>
            </a:r>
          </a:p>
          <a:p>
            <a:endParaRPr/>
          </a:p>
          <a:p>
            <a:r>
              <a:t>마지막 줄은 left_sum과 right_sum을 더해 반환합니다. 두 구간은 각각 mid에서 끝나고 mid 플러스 1에서 시작하므로 빈틈 없이 붙습니다. 전체 호출의 기록은 10과 7이었고 합은 17입니다. 이 값이 부모 함수에서 받는 cross_max가 됩니다. 이제 부모의 마지막 max가 left_max, right_max, cross_max를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0부터 7까지이고 mid는 3입니다. 왼쪽을 읽는 순서는 3, 2, 1, 0입니다. 화면의 파란 칸을 오른쪽 끝에서 왼쪽 끝으로 읽습니다. 오른쪽은 4, 5, 6, 7 순서이고 초록 칸을 왼쪽 끝에서 오른쪽 끝으로 읽어요.</a:t>
            </a:r>
          </a:p>
          <a:p>
            <a:endParaRPr/>
          </a:p>
          <a:p>
            <a:r>
              <a:t>range의 두 번째 인수는 실제로 방문하지 않는 멈춤값입니다. 왼쪽은 마지막으로 0번 칸을 읽어야 해서 멈춤값을 마이너스 1로 적었습니다. step이 마이너스 1이므로 인덱스를 계속 줄이다가 그 직전에 멈춥니다. 오른쪽은 마지막으로 7번 칸을 읽어야 해서 멈춤값을 8로 적었습니다.</a:t>
            </a:r>
          </a:p>
          <a:p>
            <a:endParaRPr/>
          </a:p>
          <a:p>
            <a:r>
              <a:t>파이썬에서는 배열의 마이너스 인덱스를 사용하면 뒤쪽 값을 읽을 수 있지만, 지금 왼쪽 반복문에서는 마이너스 1을 실제로 읽지 않습니다. 또한 a[8]에 접근하는 것도 아닙니다. range가 만들어 주는 인덱스 목록에 이 두 값은 포함되어 있지 않아요. 화면의 이동 순서를 그대로 목록으로 생각하면 쉽습니다.</a:t>
            </a:r>
          </a:p>
          <a:p>
            <a:endParaRPr/>
          </a:p>
          <a:p>
            <a:r>
              <a:t>더 작은 호출에서도 원리는 같습니다. 예를 들어 low가 4, mid가 5인 왼쪽 스캔은 5, 4만 읽고 멈춥니다. 배열 전체의 0까지 내려가면 안 됩니다. 반복문의 low와 high는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4, 마이너스 2, 마이너스 5, 마이너스 1입니다. 빈 구간은 허용하지 않으므로 답을 0으로 정하면 안 됩니다. 네 값 중 가장 덜 작은 값인 마이너스 1 한 칸이 전체 답입니다.</a:t>
            </a:r>
          </a:p>
          <a:p>
            <a:endParaRPr/>
          </a:p>
          <a:p>
            <a:r>
              <a:t>왼쪽 두 칸의 재귀 답은 마이너스 2이고 오른쪽 두 칸의 재귀 답은 마이너스 1입니다. 원소 하나에서도 음수를 그대로 반환하고, 두 칸에서도 음수 후보를 비교했기 때문에 이 답을 받을 수 있습니다. 음수를 0으로 바꾸는 코드는 이 문제의 조건과 다릅니다.</a:t>
            </a:r>
          </a:p>
          <a:p>
            <a:endParaRPr/>
          </a:p>
          <a:p>
            <a:r>
              <a:t>가운데 경계의 mid는 1입니다. 왼쪽 스캔은 마이너스 2에서 시작하고 마이너스 4를 더해서 현재 합이 마이너스 6이 됩니다. 기록은 더 큰 마이너스 2를 유지합니다. 오른쪽은 마이너스 5에서 시작하고 마이너스 1을 더해 마이너스 6이 됩니다. 기록은 마이너스 5를 유지합니다. 따라서 걸친 합은 마이너스 2와 마이너스 5를 더한 마이너스 7입니다.</a:t>
            </a:r>
          </a:p>
          <a:p>
            <a:endParaRPr/>
          </a:p>
          <a:p>
            <a:r>
              <a:t>세 후보 마이너스 2, 마이너스 1, 마이너스 7을 비교하면 마이너스 1이 가장 큽니다. 음수에서는 절댓값이 크다고 값도 큰 것이 아닙니다. 이 결과가 나오려면 최댓값 기록을 0이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17이 최종 답이었습니다. 하지만 항상 cross_max가 이기는 것은 아닙니다. 이번 네 값은 8, 마이너스 10, 마이너스 2, 마이너스 3입니다. 왼쪽 두 칸 안에서는 8 한 칸을 고른 합이 가장 크고, 오른쪽 안에서는 마이너스 2 한 칸이 가장 큽니다.</a:t>
            </a:r>
          </a:p>
          <a:p>
            <a:endParaRPr/>
          </a:p>
          <a:p>
            <a:r>
              <a:t>mid는 인덱스 1이어서 왼쪽 경계 칸이 마이너스 10입니다. 왼쪽 스캔의 첫 합은 마이너스 10이고, 그다음 8을 더하면 마이너스 2입니다. 둘 중 큰 기록은 마이너스 2입니다. 경계를 걸치는 왼쪽 부분에서는 값 8만 고를 수 없어요. 경계 칸 마이너스 10도 포함해야 하니까요.</a:t>
            </a:r>
          </a:p>
          <a:p>
            <a:endParaRPr/>
          </a:p>
          <a:p>
            <a:r>
              <a:t>오른쪽은 인덱스 2의 마이너스 2에서 시작하고, 마이너스 3을 더하면 합이 마이너스 5입니다. 오른쪽 기록은 마이너스 2를 유지합니다. 두 기록 마이너스 2와 마이너스 2를 더하면 cross_max는 마이너스 4입니다. 아래 줄에서 8, 마이너스 10, 마이너스 2가 모두 붙어 있는 것을 확인해 주세요.</a:t>
            </a:r>
          </a:p>
          <a:p>
            <a:endParaRPr/>
          </a:p>
          <a:p>
            <a:r>
              <a:t>마지막 비교는 8, 마이너스 2, 마이너스 4 중 가장 큰 8을 고릅니다. 경계를 걸친 구간을 정확히 계산해도, 그 구간이 더 불리하면 왼쪽 답을 그대로 반환해야 합니다. 그래서 마지막 줄은 left_sum 더하기 right_sum을 곧장 최종 답으로 내는 코드가 아니라, left_max, right_max, cross_max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최대 구간 합에서도 실제 코드에서 시작하겠습니다. 지금 길이가 여덟인 구간의 가운데를 걸치는 합을 구하고 있습니다. 왼쪽 반복문은 가운데 왼쪽인 마이너스 이에서 시작해서 십이, 마이너스 오, 삼까지 읽습니다. 길이가 네 칸입니다.</a:t>
            </a:r>
          </a:p>
          <a:p>
            <a:endParaRPr/>
          </a:p>
          <a:p>
            <a:r>
              <a:t>그다음 오른쪽 반복문은 가운데 오른쪽인 칠에서 시작해서 마이너스 구, 오, 일까지 읽습니다. 이쪽도 네 칸입니다. 왼쪽을 다 읽은 뒤 오른쪽을 읽으니까 두 반복문의 작업량은 네 더하기 네, 여덟입니다. 네 곱하기 네가 아닙니다. 왼쪽의 각 칸마다 오른쪽 전체를 다시 읽는 코드가 아니기 때문입니다.</a:t>
            </a:r>
          </a:p>
          <a:p>
            <a:endParaRPr/>
          </a:p>
          <a:p>
            <a:r>
              <a:t>현재 구간의 길이가 네라면 양쪽을 합쳐 네 칸을 읽습니다. 길이가 둘이면 양쪽 한 칸씩, 합계 두 칸을 읽습니다. 따라서 한 번의 cross_max가 읽는 값의 개수는 현재 구간 길이에 비례합니다.</a:t>
            </a:r>
          </a:p>
          <a:p>
            <a:endParaRPr/>
          </a:p>
          <a:p>
            <a:r>
              <a:t>이것은 이 호출에서 가운데를 걸치는 합을 계산하는 비용만 센 것입니다. 왼쪽 내부와 오른쪽 내부의 최대 구간 합을 구하는 재귀 호출은 이 스캔과 별도로 실행됩니다. 전체 시간을 계산하려면 모든 크기의 호출에서 스캔한 값을 더해야 합니다. 다음 장에서 같은 크기의 호출들을 한 줄씩 모아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8650950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맨 위 호출은 여덟 칸 구간을 한 번 훑습니다. 그 전에 실행한 왼쪽과 오른쪽의 네 칸짜리 호출을 같은 층으로 모아 보면, 각 호출은 자기 구간 네 칸을 읽습니다. 두 호출을 합하면 역시 여덟 칸입니다.</a:t>
            </a:r>
          </a:p>
          <a:p>
            <a:endParaRPr/>
          </a:p>
          <a:p>
            <a:r>
              <a:t>그 아래 두 칸짜리 호출은 네 개입니다. 삼과 마이너스 오, 십이와 마이너스 이, 칠과 마이너스 구, 오와 일을 각각 담당합니다. 한 호출에서 두 칸을 읽고 그런 호출이 네 개이므로 여덟 칸입니다.</a:t>
            </a:r>
          </a:p>
          <a:p>
            <a:endParaRPr/>
          </a:p>
          <a:p>
            <a:r>
              <a:t>한 칸짜리는 cross_max를 호출하지 않고 값을 바로 반환합니다. 따라서 스캔하는 층은 두 칸, 네 칸, 여덟 칸인 세 층입니다. 각 층에서 읽은 합계가 여덟이므로 전체 스캔은 스물네 번입니다.</a:t>
            </a:r>
          </a:p>
          <a:p>
            <a:endParaRPr/>
          </a:p>
          <a:p>
            <a:r>
              <a:t>그림의 한 층은 동시에 실행된다는 뜻이 아닙니다. 실제 함수는 왼쪽 호출을 끝내고 오른쪽 호출을 실행합니다. 우리는 전체 작업량을 쉽게 더하려고 같은 크기의 호출을 같은 줄에 모았을 뿐입니다. 부모가 읽었던 칸을 자식도 읽기 때문에 하나의 원소는 서로 다른 층에서 다시 읽힙니다. 같은 층에서는 모든 구간을 합친 길이가 원래 여덟 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411800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처음의 어렵게 보였던 엔 로그 엔이 어디서 나왔는지 보겠습니다. 여덟 칸짜리 입력에서는 스캔하는 층이 세 개이고, 각 층에서 합계 여덟 칸을 읽었습니다. 여덟 곱하기 삼입니다.</a:t>
            </a:r>
          </a:p>
          <a:p>
            <a:endParaRPr/>
          </a:p>
          <a:p>
            <a:r>
              <a:t>왜 세 층일까요? 구간이 여덟, 사, 이, 일로 반씩 줄어듭니다. 한 칸에서 바로 반환하므로 스캔은 길이 여덟, 사, 이의 세 층에서만 합니다. 반으로 줄이는 횟수가 세 번이고, 이것이 로그 투 여덟입니다.</a:t>
            </a:r>
          </a:p>
          <a:p>
            <a:endParaRPr/>
          </a:p>
          <a:p>
            <a:r>
              <a:t>입력 길이가 엔으로 바뀌어도 같은 층의 호출들은 원래 구간을 나누어 맡습니다. 그래서 한 층에서 읽는 합계는 엔입니다. 이런 층 수가 로그 엔에 비례하므로 엔 곱하기 로그 엔이 나옵니다. 전체 시간은 오 엔 로그 엔이라고 적습니다.</a:t>
            </a:r>
          </a:p>
          <a:p>
            <a:endParaRPr/>
          </a:p>
          <a:p>
            <a:r>
              <a:t>여기서 이십사라는 값은 여덟 개 예제에서 스캔이 읽은 값의 개수입니다. 함수 호출, 최댓값 비교, 반환 등의 모든 명령어를 세어 이십사라고 한 것은 아닙니다. 그런 작업까지 포함해도 이 코드의 시간 차수는 엔 로그 엔입니다. 수식을 외우기 전에 한 층의 양이 엔이고 층 수가 로그 엔이라는 두 사실을 설명할 수 있으면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323670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 함수의 내용을 시간식으로 읽겠습니다. 티 엔은 길이가 엔인 구간의 최대 구간 합을 구하는 전체 시간입니다. 먼저 왼쪽 절반에서 답을 구하고, 오른쪽 절반에서 답을 구합니다. 두 호출 모두 길이가 절반인 문제여서 티 엔 이분의 일이 두 번 나옵니다.</a:t>
            </a:r>
          </a:p>
          <a:p>
            <a:endParaRPr/>
          </a:p>
          <a:p>
            <a:r>
              <a:t>그 다음에는 가운데를 걸치는 최대 합을 계산합니다. 왼쪽과 오른쪽을 한 번씩 읽는 cross_max입니다. 두 스캔의 길이를 합하면 현재 구간 길이 엔이므로 이 일은 오 엔입니다. 세 후보의 최댓값을 고르는 비교는 일정한 횟수이고, 이 선형 비용 안에 포함할 수 있습니다.</a:t>
            </a:r>
          </a:p>
          <a:p>
            <a:endParaRPr/>
          </a:p>
          <a:p>
            <a:r>
              <a:t>화면의 왼쪽 파란 항은 왼쪽 내부의 답, 초록 항은 오른쪽 내부의 답을 구하는 시간입니다. 주황 항은 현재 구간에서 중앙을 걸치는 답을 만드는 시간이에요. 티라는 시간 이름으로 코드의 세 부분을 그대로 나누어 적었습니다.</a:t>
            </a:r>
          </a:p>
          <a:p>
            <a:endParaRPr/>
          </a:p>
          <a:p>
            <a:r>
              <a:t>아래 줄의 이 티 엔 이분의 일은 왼쪽과 오른쪽의 두 시간을 모아 쓴 것입니다. 병합 정렬과 같은 모양의 식이지만 주황색 항이 하는 일은 다릅니다. 병합 정렬은 두 배열을 합쳤고, 여기서는 중앙에서 양쪽으로 훑었습니다. 두 코드 모두 한 층의 합계가 엔이고 그런 층이 로그 엔개여서 오 엔 로그 엔이 된 것입니다. 화살표 하나로 결론을 넘기기보다 앞의 층 그림과 연결해서 읽어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0008499"/>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3, 12, 7, 6을 반환했습니다. 특히 마지막 두 칸 5와 1은 경계를 이어 붙인 합 6이 더 좋았죠.</a:t>
            </a:r>
          </a:p>
          <a:p>
            <a:endParaRPr/>
          </a:p>
          <a:p>
            <a:r>
              <a:t>왼쪽 네 칸짜리 호출은 3, 12, 걸친 합 10을 비교해서 12를 반환했습니다. 오른쪽 네 칸짜리 호출은 7, 6, 걸친 합 4를 비교해서 7을 반환했습니다. 그래서 전체 호출이 받은 left_max는 12이고 right_max는 7이었습니다. 재귀 답을 갑자기 주어진 숫자로 생각하지 말고, 아래에서 실제로 계산해 올린 결과라고 보세요.</a:t>
            </a:r>
          </a:p>
          <a:p>
            <a:endParaRPr/>
          </a:p>
          <a:p>
            <a:r>
              <a:t>전체 경계는 인덱스 3과 4 사이였습니다. 왼쪽 스캔의 현재 합은 마이너스 2, 10, 5, 8이었고 저장한 최댓값은 10이었습니다. 오른쪽 현재 합은 7, 마이너스 2, 3, 4였고 저장한 최댓값은 7이었습니다. 두 기록을 더해서 cross_max 17을 만들었습니다. 그때 선택된 구간은 인덱스 2부터 4까지의 12, 마이너스 2, 7입니다.</a:t>
            </a:r>
          </a:p>
          <a:p>
            <a:endParaRPr/>
          </a:p>
          <a:p>
            <a:r>
              <a:t>마지막으로 12, 7, 17 중 가장 큰 17을 반환합니다. 기억할 것은 세 가지입니다. 재귀의 left_max와 right_max는 각 절반 내부의 답이고, 경계 스캔의 left_sum과 right_sum은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두 장면은 서로 다른 입력입니다. 왼쪽처럼 전체가 흰색이면, 칸마다 영을 반복해 저장할 필요가 없습니다. 이 영역은 전부 흰색이라는 뜻으로 영 한 글자를 기록합니다. 영역의 크기와 위치는 재귀 호출이 이미 알고 있으니까 그 한 글자로 해당 영역을 채울 수 있습니다.</a:t>
            </a:r>
          </a:p>
          <a:p>
            <a:endParaRPr/>
          </a:p>
          <a:p>
            <a:r>
              <a:t>오른쪽처럼 흰색과 검은색이 섞이면 한 글자로 나타낼 수 없습니다. 정사각형을 같은 크기의 네 부분으로 나눠서 각 부분을 살펴봅니다. 어떤 부분은 전부 흰색이고 어떤 부분은 전부 검은색일 수 있습니다. 그런 부분은 영 또는 일을 한 글자 기록하고 끝내요. 여전히 색이 섞인 부분만 다시 네 개로 나눕니다.</a:t>
            </a:r>
          </a:p>
          <a:p>
            <a:endParaRPr/>
          </a:p>
          <a:p>
            <a:r>
              <a:t>이 과정을 트리로 그리면 나누어진 영역이 자식 네 개를 가진 내부 노드가 되고, 더 나누지 않은 균일 영역이 리프 노드가 됩니다. 그래서 쿼드, 즉 네 갈래의 트리라고 부릅니다.</a:t>
            </a:r>
          </a:p>
          <a:p>
            <a:endParaRPr/>
          </a:p>
          <a:p>
            <a:r>
              <a:t>이제 말로만 설명하지 않고, 실제 코드에 들어 있는 여덟 곱하기 여덟 영상 하나를 끝까지 따라가겠습니다. 어느 호출이 어떤 영역을 받고, 그 호출이 어떤 문자열을 반환하는지 화면에 계속 함께 표시하겠습니다. 마지막에는 그 문자열을 읽어서 원래 영상도 다시 만들어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8355186"/>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예제는 한 변이 여덟 칸인 흑백 영상입니다. 행과 열은 모두 영부터 칠까지 세겠습니다. 흰 칸은 영이고 검은 칸은 일입니다. 윗부분 오른쪽 네 곱하기 네 영역은 전부 검은색입니다. 그리고 아래쪽에는 행 오, 열 일에 검은 칸이 하나 더 있어요. 다른 칸은 모두 흰색입니다.</a:t>
            </a:r>
          </a:p>
          <a:p>
            <a:endParaRPr/>
          </a:p>
          <a:p>
            <a:r>
              <a:t>처음 호출은 행 영, 열 영에서 시작하는 크기 여덟의 정사각형입니다. 코드에서는 x가 행, y가 열입니다. 그래프의 가로축과 세로축을 떠올리면 헷갈릴 수 있으니, 여기서는 행 r과 열 c라고 읽겠습니다. 호출의 세 숫자는 시작 행, 시작 열, 한 변의 길이입니다.</a:t>
            </a:r>
          </a:p>
          <a:p>
            <a:endParaRPr/>
          </a:p>
          <a:p>
            <a:r>
              <a:t>전체에 영과 일이 함께 있으므로 첫 호출에서 한 글자만 반환할 수는 없습니다. 네 영역으로 나누어 자식 호출을 하게 됩니다. 나누는 순서는 좌상, 우상, 좌하, 우하입니다. 이 순서와 시작 좌표를 다음 장에서 먼저 고정한 뒤, 각 호출을 하나씩 실행하겠습니다.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128992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정사각형의 한 변은 여덟이고, 절반인 half는 사입니다. 좌상은 시작 위치를 바꾸지 않고 행 영, 열 영에서 크기 사를 처리합니다. 우상은 열에 사를 더하니까 행 영, 열 사입니다. 좌하는 행에 사를 더해서 행 사, 열 영입니다. 우하는 둘 다 사를 더해 행 사, 열 사입니다.</a:t>
            </a:r>
          </a:p>
          <a:p>
            <a:endParaRPr/>
          </a:p>
          <a:p>
            <a:r>
              <a:t>행에 half를 더하면 아래쪽으로 이동하고, 열에 half를 더하면 오른쪽으로 이동합니다. 영역을 별도 배열로 잘라 복사하는 것이 아니라, 같은 영상에서 시작 좌표와 크기를 바꾸는 호출이에요.</a:t>
            </a:r>
          </a:p>
          <a:p>
            <a:endParaRPr/>
          </a:p>
          <a:p>
            <a:r>
              <a:t>부모는 우선 여는 괄호를 기록합니다. 자식 네 개의 문자열을 좌상, 우상, 좌하, 우하 순서대로 붙인 뒤 닫는 괄호를 기록하겠습니다. 아직 자식의 답을 모르므로 네 자리는 물음표입니다. 이제 첫 자식인 좌상 호출부터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10849739"/>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자식은 좌상입니다. 주황색 테두리 안의 행 영부터 삼, 열 영부터 삼을 보세요. 열여섯 칸이 모두 영입니다. 기준값인 첫 칸도 영이고, 나머지를 검사해도 다른 색이 나오지 않습니다.</a:t>
            </a:r>
          </a:p>
          <a:p>
            <a:endParaRPr/>
          </a:p>
          <a:p>
            <a:r>
              <a:t>따라서 이 호출은 더 작은 네 영역을 만들지 않습니다. 문자열 영 한 글자를 부모에게 반환하고 끝납니다. 크기 사인데 왜 영 한 개뿐인지 이해해야 해요. 한 글자가 한 픽셀을 뜻하는 것이 아니라, 지금 호출이 맡은 네 곱하기 네 영역 전체가 흰색이라는 뜻입니다.</a:t>
            </a:r>
          </a:p>
          <a:p>
            <a:endParaRPr/>
          </a:p>
          <a:p>
            <a:r>
              <a:t>부모는 여는 괄호 뒤에 이 영을 붙입니다. 첫 자식 호출이 끝났으니 다음 자식인 우상을 실행하겠습니다. 재귀 호출은 네 개가 화면에서 동시에 달리는 것이 아니라 이 코드에서는 정해진 순서로 하나씩 끝납니다.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963201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자식은 행 영, 열 사에서 시작하는 크기 사 영역입니다. 오른쪽 위의 주황색 테두리를 보세요. 이 영역은 열여섯 칸이 모두 일입니다. 첫 칸을 기준으로 검사하면 다른 색이 없어요.</a:t>
            </a:r>
          </a:p>
          <a:p>
            <a:endParaRPr/>
          </a:p>
          <a:p>
            <a:r>
              <a:t>이 호출은 문자열 일 한 글자를 반환합니다. 부모에게 돌아가면 좌상의 영 다음에 우상의 일을 붙입니다. 현재 부모가 모은 두 결과는 영, 일입니다. 이것이 위쪽 두 영역의 색을 정해진 순서로 기록한 것이죠.</a:t>
            </a:r>
          </a:p>
          <a:p>
            <a:endParaRPr/>
          </a:p>
          <a:p>
            <a:r>
              <a:t>여기서 색 값을 작은 순서대로 정렬하는 것이 아닙니다. 일 다음에 영이 나오는 입력도 그대로 그 순서로 저장합니다. 저장 순서는 위치가 결정합니다. 따라서 다음에 처리할 부분은 왼쪽 아래입니다. 그 안에 검은 칸 하나가 있어서 앞의 두 영역과 다르게 더 나눠야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5138654"/>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자식은 행 사, 열 영에서 시작하는 크기 사 영역입니다. 이 영역 대부분은 흰색이지만 행 오, 열 일의 검은 칸이 포함되어 있습니다. 영과 일이 섞였으므로 영 한 글자로 반환하면 그 검은 칸을 잃게 됩니다.</a:t>
            </a:r>
          </a:p>
          <a:p>
            <a:endParaRPr/>
          </a:p>
          <a:p>
            <a:r>
              <a:t>이 영역의 한 변도 절반으로 줄입니다. half는 이입니다. 좌하 호출 안에서 생기는 네 자식은 행 사 열 영, 행 사 열 이, 행 육 열 영, 행 육 열 이에서 시작하며, 크기는 모두 이입니다. 같은 규칙을 현재 영역에 다시 적용한 것입니다.</a:t>
            </a:r>
          </a:p>
          <a:p>
            <a:endParaRPr/>
          </a:p>
          <a:p>
            <a:r>
              <a:t>원래 영상의 루트는 좌하 결과가 나올 때까지 기다립니다. 좌하 호출은 자기 결과의 여는 괄호를 만들고, 자신의 좌상부터 처리합니다. 재귀에서 부모가 기다린다는 것은 부모의 실행 위치와 임시 결과를 기억해 두었다가 자식이 반환하면 이어서 실행한다는 뜻입니다.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430336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그림은 전체 영상이 아니라, 방금 처리하던 왼쪽 아래의 네 곱하기 네 부분을 확대한 것입니다. 축의 행 번호가 사부터 칠이고 열 번호가 영부터 삼인 것을 확인해 주세요. 좌표는 확대해도 원래 영상의 좌표를 유지합니다.</a:t>
            </a:r>
          </a:p>
          <a:p>
            <a:endParaRPr/>
          </a:p>
          <a:p>
            <a:r>
              <a:t>현재 영역을 십자선으로 나누면 크기 이인 네 부분이 됩니다. 첫 자식인 좌상의 두 곱하기 두만 영과 일이 섞여 있습니다. 그 시작 위치는 행 사, 열 영입니다. 나머지 세 부분은 전부 영인 것을 눈으로 확인할 수 있죠.</a:t>
            </a:r>
          </a:p>
          <a:p>
            <a:endParaRPr/>
          </a:p>
          <a:p>
            <a:r>
              <a:t>하지만 코드는 먼저 첫 자식 호출을 끝내고 나서 나머지 세 호출을 합니다. 따라서 지금은 행 사, 열 영, 크기 이의 호출로 내려갑니다. 이 부분도 같은 색이 아니니까 다시 한 변을 절반으로 줄입니다. 이번에는 half가 일이어서 각 자식이 픽셀 하나가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2517769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행 사부터 오, 열 영부터 일인 두 곱하기 두 영역을 확대했습니다. 윗줄은 영 영, 아랫줄은 영 일입니다. 한 변이 이인데 색이 섞여 있으니 크기 일인 네 자식으로 나눕니다.</a:t>
            </a:r>
          </a:p>
          <a:p>
            <a:endParaRPr/>
          </a:p>
          <a:p>
            <a:r>
              <a:t>좌상은 행 사 열 영이라서 영이고, 우상은 행 사 열 일이라서 영입니다. 좌하는 행 오 열 영이라서 영이고, 우하는 행 오 열 일이라서 일입니다. 순서대로 읽으면 영, 영, 영, 일입니다.</a:t>
            </a:r>
          </a:p>
          <a:p>
            <a:endParaRPr/>
          </a:p>
          <a:p>
            <a:r>
              <a:t>이 네 값은 네 칸의 원래 위치를 보존하는 순서입니다. 윗줄을 먼저 왼쪽부터 읽고, 그다음 아랫줄을 왼쪽부터 읽는다고 생각하면 이 작은 예제에서는 쉽습니다. 영역이 커져도 위치 순서는 똑같습니다. 이제 한 칸짜리 자식들이 어떻게 끝나고, 두 곱하기 두 부모에게 돌아오는지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5701050"/>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칸짜리 영역은 그 한 칸의 값만 있습니다. 따라서 반드시 균일합니다. 영이면 영을 반환하고 일이면 일을 반환합니다. 크기를 다시 영으로 줄이는 재귀 호출은 만들지 않습니다.</a:t>
            </a:r>
          </a:p>
          <a:p>
            <a:endParaRPr/>
          </a:p>
          <a:p>
            <a:r>
              <a:t>화면의 네 카드를 왼쪽부터 보겠습니다. 행 사 열 영의 호출은 영을 반환합니다. 다음 행 사 열 일도 영, 행 오 열 영도 영, 마지막 행 오 열 일은 일을 반환합니다. 각 호출이 끝난 뒤 부모인 두 곱하기 두 호출이 결과를 받습니다.</a:t>
            </a:r>
          </a:p>
          <a:p>
            <a:endParaRPr/>
          </a:p>
          <a:p>
            <a:r>
              <a:t>여기서는 한 픽셀씩 내려온 네 부분의 색이 모두 결정되었습니다. 부모는 영 영 영 일 네 문자열을 순서대로 붙여야 합니다. 혼합 영역이어서 나누었다는 표시인 괄호도 함께 기록합니다. 다음 장에서 여는 괄호, 네 자식 결과, 닫는 괄호를 실제 문자열로 조립해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5678345"/>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곱하기 두 부모는 네 자식의 결과를 모두 받았습니다. 혼합된 영역이었으므로 여는 괄호를 기록하고, 영 영 영 일 네 문자열을 붙이고, 닫는 괄호로 마칩니다. 완성된 결과는 괄호 영 영 영 일 괄호입니다.</a:t>
            </a:r>
          </a:p>
          <a:p>
            <a:endParaRPr/>
          </a:p>
          <a:p>
            <a:r>
              <a:t>괄호가 없다면 이 네 숫자가 한 영역의 네 자식인지, 서로 다른 여러 영역의 결과인지 알기 어렵습니다. 괄호는 이 부분이 다시 네 부분으로 나뉘었다는 구조를 기록합니다. 두 곱하기 두를 표현하는 여섯 글자가 생긴 것이죠.</a:t>
            </a:r>
          </a:p>
          <a:p>
            <a:endParaRPr/>
          </a:p>
          <a:p>
            <a:r>
              <a:t>이 호출은 완성된 문자열을 한 단계 위인 좌하 네 곱하기 네 부모에게 반환합니다. 전체 영상의 루트에게 바로 보내는 것이 아닙니다. 반환 대상은 자신을 호출한 부모입니다. 이제 그 네 곱하기 네 부모는 첫 자식의 답을 얻었고, 나머지 세 자식을 처리하면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229460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호출로 돌아왔습니다. 첫 자식의 결과인 괄호 영 영 영 일 괄호는 이미 구했습니다. 이번에는 나머지 세 자식을 순서대로 확인합니다.</a:t>
            </a:r>
          </a:p>
          <a:p>
            <a:endParaRPr/>
          </a:p>
          <a:p>
            <a:r>
              <a:t>우상은 행 사, 열 이에서 시작하는 크기 이 영역입니다. 네 칸이 모두 영이므로 영을 반환합니다. 좌하는 행 육, 열 영의 크기 이 영역이고, 역시 네 칸이 모두 영입니다. 마지막 우하는 행 육, 열 이에서 시작하며 전부 영이라서 영을 반환합니다.</a:t>
            </a:r>
          </a:p>
          <a:p>
            <a:endParaRPr/>
          </a:p>
          <a:p>
            <a:r>
              <a:t>이 영역들은 크기가 이라고 해서 한 칸까지 무조건 나누지 않습니다. 균일하다는 검사 결과가 나오는 순간 더 나누지 않고 끝냅니다. 이것이 쿼드 트리가 큰 단색 영역을 짧게 표현할 수 있는 이유입니다.</a:t>
            </a:r>
          </a:p>
          <a:p>
            <a:endParaRPr/>
          </a:p>
          <a:p>
            <a:r>
              <a:t>이제 좌하 네 곱하기 네 부모가 받은 네 결과는 첫째가 괄호 영 영 영 일 괄호이고, 나머지가 영, 영, 영입니다. 다음 장에서 이 네 결과를 부모 자신의 괄호로 감싸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6274730"/>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영역도 원래 색이 섞였으므로 자기 괄호가 필요합니다. 먼저 여는 괄호를 씁니다. 첫 자식의 완성된 문자열인 괄호 영 영 영 일 괄호를 통째로 붙입니다. 그 뒤에 우상, 좌하, 우하에서 받은 영을 세 번 붙이고 닫는 괄호를 기록합니다.</a:t>
            </a:r>
          </a:p>
          <a:p>
            <a:endParaRPr/>
          </a:p>
          <a:p>
            <a:r>
              <a:t>그래서 완성된 문자열은 화면에 보이는 겹친 괄호가 됩니다. 가장 바깥의 한 쌍은 좌하 네 곱하기 네 영역이 나뉘었다는 뜻이고, 안쪽의 한 쌍은 그 안의 첫 두 곱하기 두 영역이 다시 나뉘었다는 뜻입니다. 겹친 괄호는 재귀 호출의 중첩을 그대로 나타냅니다.</a:t>
            </a:r>
          </a:p>
          <a:p>
            <a:endParaRPr/>
          </a:p>
          <a:p>
            <a:r>
              <a:t>이 문자열을 전체 영상의 루트에게 반환합니다. 이제 루트는 좌상의 영, 우상의 일, 그리고 좌하의 긴 문자열까지 받은 상태입니다. 루트의 마지막 자식인 우하만 남았습니다. 계산을 마친 영역을 다시 검사하지 않고, 아직 처리하지 않은 마지막 영역으로 넘어갑니다.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7588624"/>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루트로 돌아왔습니다. 마지막 자식은 행 사, 열 사에서 시작하는 크기 사 영역입니다. 오른쪽 아래의 열여섯 칸을 확인해 주세요. 전부 영입니다.</a:t>
            </a:r>
          </a:p>
          <a:p>
            <a:endParaRPr/>
          </a:p>
          <a:p>
            <a:r>
              <a:t>균일하므로 이 호출은 영 한 글자를 반환하고 끝납니다. 이제 루트의 네 자식 호출이 모두 끝났습니다. 왼쪽 위는 영, 오른쪽 위는 일, 왼쪽 아래는 겹친 괄호 문자열, 오른쪽 아래는 영입니다.</a:t>
            </a:r>
          </a:p>
          <a:p>
            <a:endParaRPr/>
          </a:p>
          <a:p>
            <a:r>
              <a:t>앞의 왼쪽 아래를 자세히 처리하느라 오래 걸렸지만, 오른쪽 아래는 단색이라서 검사 후 바로 끝납니다. 같은 크기의 영역이어도 색의 모양에 따라 만들어지는 자식 수와 반환 문자열 길이가 달라집니다. 전체 결과를 조립한 다음 이 차이를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36202586"/>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루트는 처음에 만들었던 여는 괄호 뒤에 자식 네 개의 결과를 순서대로 붙입니다. 좌상의 영, 우상의 일, 좌하의 겹친 괄호 문자열, 우하의 영입니다. 마지막에 루트의 닫는 괄호를 붙이면 화면의 결과가 완성됩니다.</a:t>
            </a:r>
          </a:p>
          <a:p>
            <a:endParaRPr/>
          </a:p>
          <a:p>
            <a:r>
              <a:t>원래 영상은 여덟 곱하기 여덟이니까 픽셀 값이 예순네 개입니다. 이 예제의 표현은 열여섯 글자입니다. 영과 일 열 글자, 여는 괄호와 닫는 괄호가 각각 세 글자씩이에요. 영과 일의 글자 수가 예순네보다 적다고 해서 픽셀을 버린 것은 아닙니다. 어떤 한 글자는 네 칸 또는 열여섯 칸짜리 단색 영역 전체를 뜻합니다.</a:t>
            </a:r>
          </a:p>
          <a:p>
            <a:endParaRPr/>
          </a:p>
          <a:p>
            <a:r>
              <a:t>이 수치는 문자 수를 비교한 것입니다. 실제 파일에서는 원본 픽셀을 비트 단위로 저장할 수도 있고 문자 인코딩이나 영상 크기 정보도 필요하므로, 바로 네 배의 파일 압축이라고 말할 수는 없습니다. 여기서는 재귀 구조로 균일 영역을 묶는 원리를 이해하면 됩니다. 이제 이 결과를 트리로 그려 보고, 다시 영상으로 복원하겠습니다.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64670549"/>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호출을 트리로 모았습니다. 맨 위의 루트는 전체 여덟 곱하기 여덟 영상입니다. 그 아래에 네 곱하기 네 자식 네 개가 있습니다. 좌상, 우상, 우하는 균일해서 각각 영, 일, 영으로 끝납니다. 좌하만 혼합이어서 두 곱하기 두 자식 네 개를 가집니다.</a:t>
            </a:r>
          </a:p>
          <a:p>
            <a:endParaRPr/>
          </a:p>
          <a:p>
            <a:r>
              <a:t>그 좌하의 첫 자식만 다시 혼합이므로 한 칸짜리 자식 네 개를 가집니다. 그 네 값은 영 영 영 일입니다. 나머지 세 두 곱하기 두 영역은 영으로 끝납니다.</a:t>
            </a:r>
          </a:p>
          <a:p>
            <a:endParaRPr/>
          </a:p>
          <a:p>
            <a:r>
              <a:t>나눈 노드는 세 개입니다. 루트, 좌하 네 곱하기 네, 그리고 그 안의 좌상 두 곱하기 두입니다. 끝난 리프는 열 개입니다. 전체 호출은 열세 개이죠. 모든 칸을 한 픽셀까지 나눴다면 훨씬 많은 노드가 생기지만, 이 예제는 큰 단색 영역에서 일찍 끝났습니다.</a:t>
            </a:r>
          </a:p>
          <a:p>
            <a:endParaRPr/>
          </a:p>
          <a:p>
            <a:r>
              <a:t>괄호 한 쌍은 이 트리의 내부 노드 하나를 나타내고, 숫자 한 글자는 리프 하나를 나타냅니다. 따라서 내부 노드 세 개는 괄호 여섯 글자로, 리프 열 개는 숫자 열 글자로 표현되어 총 열여섯 글자가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80654176"/>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압축 결과만 가지고 원래 영상을 복원해 보겠습니다. 복원 함수는 현재 영역의 시작 행, 시작 열, 크기를 알고 있고, 문자열에서 다음에 읽을 위치도 기억합니다. 처음에는 전체 여덟 곱하기 여덟 영역과 문자열의 첫 글자입니다.</a:t>
            </a:r>
          </a:p>
          <a:p>
            <a:endParaRPr/>
          </a:p>
          <a:p>
            <a:r>
              <a:t>첫 글자가 여는 괄호이므로 전체가 네 부분으로 나뉘었다는 뜻입니다. 영이나 일 한 글자를 전체에 칠하는 상황이 아닙니다. 반으로 줄인 크기 사와 네 위치를 계산하고, 좌상부터 자식 표현을 읽습니다.</a:t>
            </a:r>
          </a:p>
          <a:p>
            <a:endParaRPr/>
          </a:p>
          <a:p>
            <a:r>
              <a:t>첫 자식의 다음 글자는 영입니다. 그러면 좌상 네 곱하기 네 영역 전체를 흰색으로 채웁니다. 두 번째 자식의 다음 글자는 일이니까 우상 전체를 검은색으로 채웁니다. 다음 세 번째 자식 앞에는 다시 여는 괄호가 보입니다. 이 괄호는 왼쪽 아래를 더 나누라는 뜻이므로, 같은 방법으로 한 단계 내려갑니다.</a:t>
            </a:r>
          </a:p>
          <a:p>
            <a:endParaRPr/>
          </a:p>
          <a:p>
            <a:r>
              <a:t>여기서 한 글자를 읽는다는 것과 한 픽셀을 채운다는 것은 다릅니다. 영 하나를 읽어도 현재 영역이 크기 사이면 열여섯 칸을 채웁니다. 원본의 크기와 정해진 자식 순서가 있기 때문에 가능한 복원입니다.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154740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네의 표현을 읽는 중입니다. 이 표현의 첫 괄호는 크기 이인 네 자식을 만들어야 한다는 뜻입니다. 그런데 첫 자식의 표현도 괄호로 시작하죠. 그래서 좌하의 좌상 두 곱하기 두를 다시 크기 일인 네 칸으로 나눕니다.</a:t>
            </a:r>
          </a:p>
          <a:p>
            <a:endParaRPr/>
          </a:p>
          <a:p>
            <a:r>
              <a:t>그 안의 네 숫자 영 영 영 일을 읽으면 행 사 열 영, 행 사 열 일, 행 오 열 영은 흰색이고 행 오 열 일은 검은색이 됩니다. 그 뒤 닫는 괄호를 읽으면 이 두 곱하기 두 영역의 자식 네 개를 다 읽었다는 뜻입니다.</a:t>
            </a:r>
          </a:p>
          <a:p>
            <a:endParaRPr/>
          </a:p>
          <a:p>
            <a:r>
              <a:t>한 단계 위로 돌아와 다음 세 숫자 영 영 영을 읽습니다. 각각 좌하 네 곱하기 네의 우상, 좌하, 우하인 두 곱하기 두 영역 전체를 흰색으로 채웁니다. 마지막 닫는 괄호를 읽으면 좌하 네 곱하기 네의 복원이 끝납니다.</a:t>
            </a:r>
          </a:p>
          <a:p>
            <a:endParaRPr/>
          </a:p>
          <a:p>
            <a:r>
              <a:t>문자열에 있는 괄호의 중첩과 재귀 함수가 내려갔다가 돌아오는 순서가 일치합니다. 괄호를 그냥 건너뛰거나 숫자만 한 줄로 읽으면 어느 크기의 영역에 색을 칠해야 하는지 잃게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3527429"/>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복원이 끝나면 전체 영상의 마지막 자식인 우하를 처리합니다. 다음 표현은 영 한 글자입니다. 현재 영역은 행 사, 열 사에서 시작하는 크기 사이므로 오른쪽 아래 열여섯 칸을 흰색으로 채웁니다.</a:t>
            </a:r>
          </a:p>
          <a:p>
            <a:endParaRPr/>
          </a:p>
          <a:p>
            <a:r>
              <a:t>이제 루트의 닫는 괄호를 읽습니다. 자식 네 개를 모두 복원했으니 전체 영상도 완성되었습니다. 오른쪽 위의 검은 네 곱하기 네 영역과 행 오 열 일의 검은 픽셀 하나가 처음 입력과 똑같이 돌아왔습니다.</a:t>
            </a:r>
          </a:p>
          <a:p>
            <a:endParaRPr/>
          </a:p>
          <a:p>
            <a:r>
              <a:t>큰 단색 영역을 색 한 글자로 저장했지만 그 영역의 범위는 재귀 구조가 알려 주었습니다. 그래서 균일한 영역의 세부 픽셀을 각각 기록하지 않아도 원본을 정확히 복원할 수 있습니다. 이것이 이번 압축 예제가 정보를 잃지 않는 이유입니다.</a:t>
            </a:r>
          </a:p>
          <a:p>
            <a:endParaRPr/>
          </a:p>
          <a:p>
            <a:r>
              <a:t>저장하는 쪽과 복원하는 쪽이 자식 순서를 다르게 사용하면 같은 문자열에서도 엉뚱한 위치가 칠해집니다. 왼쪽 위, 오른쪽 위, 왼쪽 아래, 오른쪽 아래라는 약속은 끝까지 같아야 합니다. 이제 입력 무늬에 따라 표현 길이가 어떻게 달라지는지도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0618216"/>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 표현은 큰 단색 영역이 많을 때 짧아집니다. 왼쪽의 네 곱하기 네 영상은 모두 흰색이므로 영 한 글자로 끝납니다. 오른쪽처럼 매 칸의 색이 번갈아 나오는 체커보드는 어떤 두 곱하기 두도 혼합입니다. 따라서 모든 픽셀까지 내려갑니다.</a:t>
            </a:r>
          </a:p>
          <a:p>
            <a:endParaRPr/>
          </a:p>
          <a:p>
            <a:r>
              <a:t>네 곱하기 네 체커보드는 픽셀 리프 열여섯 개입니다. 내부 노드는 전체 루트 하나와 두 곱하기 두 노드 네 개, 합계 다섯 개입니다. 숫자 열여섯 글자에 내부 노드의 괄호 열 글자가 더해져 스물여섯 글자가 됩니다. 원래 픽셀 값 열여섯 개보다 오히려 긴 표현입니다.</a:t>
            </a:r>
          </a:p>
          <a:p>
            <a:endParaRPr/>
          </a:p>
          <a:p>
            <a:r>
              <a:t>이번 예제처럼 넓은 단색 부분이 있다면 효과적이지만, 복잡한 무늬가 끝까지 섞이면 괄호 구조의 비용 때문에 이 방식이 불리할 수도 있습니다. 압축 알고리즘이라고 해서 모든 입력에서 반드시 크기가 줄어드는 것은 아닙니다.</a:t>
            </a:r>
          </a:p>
          <a:p>
            <a:endParaRPr/>
          </a:p>
          <a:p>
            <a:r>
              <a:t>우리는 실제 파일 크기 대신 이 수업의 영, 일, 괄호 표현에서 문자 개수를 비교하고 있습니다. 다음 시간 분석에서도 트리의 깊이, 호출 수, 픽셀을 검사하는 횟수를 서로 구분하겠습니다.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2140103"/>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변이 여덟인 영상은 사, 이, 일로 줄어듭니다. 루트의 깊이를 영이라고 하면 한 칸짜리 리프의 최대 깊이는 삼입니다. 깊이를 일반화하면 로그 투 한 변 길이입니다. 하지만 깊이가 삼이라는 사실은 프로그램이 픽셀을 세 번만 읽는다는 뜻이 아닙니다.</a:t>
            </a:r>
          </a:p>
          <a:p>
            <a:endParaRPr/>
          </a:p>
          <a:p>
            <a:r>
              <a:t>균일한 여덟 곱하기 여덟 영상을 보겠습니다. 재귀 호출은 루트 한 번으로 끝나지만, 정말 같은 색인지 확인하려면 예순네 칸을 읽습니다. 깊이는 영이고 검사 횟수는 예순네인 것이죠.</a:t>
            </a:r>
          </a:p>
          <a:p>
            <a:endParaRPr/>
          </a:p>
          <a:p>
            <a:r>
              <a:t>반대로 색이 섞이면 자식이 늘어납니다. 이번 예제의 실제 파이썬 코드는 다른 색을 찾는 순간 검사를 중단합니다. 루트에서 첫째 줄의 다섯 번째 값에서 혼합임을 알기 때문에 다섯 칸만 읽습니다. 하지만 단색인 좌상과 우상, 우하는 각 열여섯 칸을 끝까지 확인해야 합니다.</a:t>
            </a:r>
          </a:p>
          <a:p>
            <a:endParaRPr/>
          </a:p>
          <a:p>
            <a:r>
              <a:t>표의 모든 호출에서 검사한 칸을 합하면 일흔아홉입니다. 원본 픽셀 수인 예순네와 다릅니다. 같은 칸이 부모의 검사와 자식의 검사에서 다시 읽힐 수 있기 때문입니다. 깊이, 호출 수, 총 검사 횟수는 각기 다른 질문의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08977267"/>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개별 예제의 횟수를 넘어, 비용이 얼마나 커질 수 있는지 보겠습니다. 한 변 길이를 S라고 쓰고 전체 픽셀 수를 N이라고 쓰겠습니다. N은 S의 제곱입니다. 원소 배열의 길이를 n이라고 부르던 정렬과 입력 단위가 다르니 먼저 이 구분을 해야 합니다.</a:t>
            </a:r>
          </a:p>
          <a:p>
            <a:endParaRPr/>
          </a:p>
          <a:p>
            <a:r>
              <a:t>영역을 검사할 때 조기 종료를 하지 않고 모든 칸을 읽는 의사코드를 기준으로 보겠습니다. 전체가 끝까지 나뉘는 가장 복잡한 영상에서는 맨 위에서 N칸, 그 아래 네 영역에서 합계 N칸을 읽습니다. 그 다음 열여섯 영역에서도 합계 N칸을 읽어요. 각 층의 영역이 원본을 나누어 갖기 때문입니다.</a:t>
            </a:r>
          </a:p>
          <a:p>
            <a:endParaRPr/>
          </a:p>
          <a:p>
            <a:r>
              <a:t>한 변이 여덟이면 크기 여덟, 사, 이, 일인 네 층에서 많아도 예순네 칸씩 검사합니다. 이 모델의 합계는 이백오십육입니다. 일반적으로 층 수는 로그 S에 비례하므로 검사 비용의 상한은 오 엔 로그 S, 또는 오 S 제곱 로그 S라고 표현합니다. 모두 같은 색이면 루트에서 N칸을 확인하고 끝나므로 세타 엔입니다.</a:t>
            </a:r>
          </a:p>
          <a:p>
            <a:endParaRPr/>
          </a:p>
          <a:p>
            <a:r>
              <a:t>뒤의 파이썬처럼 다른 색을 찾자마자 멈추면 실제 검사는 더 적을 수 있습니다. 그러므로 모든 입력이 이 상한만큼 반드시 걸린다고 말하지 않습니다. 문자열 붙이기에서도 복사 비용이 들 수 있어요. 수업에서는 깊이가 로그라고 해서 전체 시간도 로그라고 단정하지 않는 것이 핵심입니다.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3552451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마스터 정리라는 이름이 나옵니다. 앞에서는 병합 정렬과 최대 구간 합의 작업량을 직접 그림으로 세었습니다. 한 층에서 처리하는 값이 엔이고 층이 로그 엔개여서 전체가 엔 로그 엔이었습니다. 이진 탐색은 한쪽만 남기는 다른 경우라는 것도 확인하겠습니다.</a:t>
            </a:r>
          </a:p>
          <a:p>
            <a:endParaRPr/>
          </a:p>
          <a:p>
            <a:r>
              <a:t>마스터 정리는 이런 분할 정복의 일정한 형태를 공식으로 정리한 것입니다. 정리가 있다고 해서 함수가 하는 일과 각 층의 비용을 몰라도 되는 것은 아닙니다. 어느 작은 문제를 몇 개 푸는지, 재귀 호출 밖에서 어떤 일을 하는지를 먼저 읽어야 합니다.</a:t>
            </a:r>
          </a:p>
          <a:p>
            <a:endParaRPr/>
          </a:p>
          <a:p>
            <a:r>
              <a:t>여기서는 처음부터 로그 밑이 있는 지수와 세 가지 조건을 외우기보다, 실제 코드에서 이미 본 두 경우를 식으로 옮겨 보겠습니다. 이진 탐색은 절반 한쪽만 계속 풀고, 병합 정렬과 최대 구간 합은 양쪽 절반을 모두 풉니다. 이 차이가 시간 분석에 어떻게 들어가는지 먼저 보세요.</a:t>
            </a:r>
          </a:p>
          <a:p>
            <a:endParaRPr/>
          </a:p>
          <a:p>
            <a:r>
              <a:t>절 뒤에는 마스터 정리의 일반 조건을 참고로 남겨 두었습니다. 그 페이지를 읽을 때도 앞에서 계산한 경우가 어디에 해당하는지 연결해 보면 됩니다. 지금은 한 번의 호출에서 하는 일과 호출 구조가 시간식으로 나타난다는 것을 익히겠습니다.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4262770"/>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크기가 엔인 입력을 끝까지 푸는 시간입니다. 오늘 사용한 식에서 티 엔 이분의 일은 크기가 절반인 작은 문제 하나를 끝까지 푸는 시간이에요. 앞의 이가 붙으면 그런 작은 문제를 두 개 푼다는 뜻입니다.</a:t>
            </a:r>
          </a:p>
          <a:p>
            <a:endParaRPr/>
          </a:p>
          <a:p>
            <a:r>
              <a:t>현재 함수는 이 작은 문제 두 개를 재귀로 호출합니다. 재귀 호출이 끝난 뒤 함수가 직접 하는 일이 남아 있습니다. 병합 정렬에서는 두 결과를 합치는 병합이고, 최대 구간 합에서는 중앙에서 양쪽으로 훑는 cross_max입니다. 그 일을 길이가 엔인 현재 구간에 대해 하기 때문에 오 엔이 붙습니다.</a:t>
            </a:r>
          </a:p>
          <a:p>
            <a:endParaRPr/>
          </a:p>
          <a:p>
            <a:r>
              <a:t>네 부분을 따로 읽으면 크기가 엔인 전체 문제, 크기가 엔 이분의 일인 두 자식 문제, 그리고 현재 함수의 선형 작업입니다. 엔 이분의 일을 원소의 절반을 없앴다는 뜻으로 읽으면 안 됩니다. 양쪽 모두 풀면 전체 원소를 나누어 맡아서 두 번 호출하는 것입니다.</a:t>
            </a:r>
          </a:p>
          <a:p>
            <a:endParaRPr/>
          </a:p>
          <a:p>
            <a:r>
              <a:t>이 식은 한 번의 호출 안에 있는 일을 나타냅니다. 아직 호출이 몇 층 이어지는지까지 더한 결론은 아니에요. 전체 시간은 이 구조가 계속 반복되는 모습을 앞에서 그려서 계산했습니다. 티를 곱셈 기호나 원소의 값으로 생각하지 말고, 입력 크기별 작업 시간에 붙인 이름으로 읽으면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0299467"/>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탐색을 비교해 보겠습니다. 배열이 정렬되어 있기 때문에 가운데 값 하나를 비교하면 목표값이 왼쪽에 있을지 오른쪽에 있을지 결정할 수 있습니다. 목표가 있는 쪽만 남기고, 다른 쪽은 더 탐색하지 않습니다.</a:t>
            </a:r>
          </a:p>
          <a:p>
            <a:endParaRPr/>
          </a:p>
          <a:p>
            <a:r>
              <a:t>화면에서 여덟 개의 후보로 시작해 네 개, 두 개, 한 개로 후보가 줄어듭니다. 길이 여덟인 경우 실제 가운데 인덱스를 제외하면 남는 후보 수가 네 개 이하이고, 다음은 두 개 이하입니다. 그림은 크기가 반씩 줄어드는 상한을 보여 줍니다. 값의 위치에 따라 더 빨리 찾을 수도 있습니다.</a:t>
            </a:r>
          </a:p>
          <a:p>
            <a:endParaRPr/>
          </a:p>
          <a:p>
            <a:r>
              <a:t>같은 높이에 두 자식 호출을 모두 실행하지 않습니다. 계속 따라가는 한 줄만 남으므로 층이 하나 깊어져도 처리할 문제의 수가 늘어나지 않아요. 한 단계에서는 가운데 인덱스 계산, 목표값과의 비교, 경계 변경 같은 일정한 수의 일을 합니다.</a:t>
            </a:r>
          </a:p>
          <a:p>
            <a:endParaRPr/>
          </a:p>
          <a:p>
            <a:r>
              <a:t>따라서 단계마다 전체 엔개를 훑지 않습니다. 한 단계의 비용이 일정하고 단계 수가 로그 엔에 비례해서 전체가 오 로그 엔입니다. 여기서는 배열을 복사하지 않고 인덱스 경계만 바꾸는 구현을 기준으로 합니다. 작은 구간을 새 배열로 복사하는 코드는 그 복사 비용도 따로 포함해야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54876052"/>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그림을 시간식으로 적겠습니다. 이진 탐색에서는 크기가 절반 이하인 문제 하나만 남겼습니다. 그래서 재귀 시간은 티 엔 이분의 일 하나입니다. 병합 정렬처럼 앞에 이가 붙지 않습니다.</a:t>
            </a:r>
          </a:p>
          <a:p>
            <a:endParaRPr/>
          </a:p>
          <a:p>
            <a:r>
              <a:t>현재 호출에서는 가운데 값과 비교하고 경계를 변경합니다. 그 일을 배열 전체에 대해 반복하지 않으니 크기가 엔인 입력에서도 상수 개의 연산입니다. 이 부분을 오 일이라고 씁니다. 오 일이 정확히 명령어 한 개라는 뜻은 아니고, 입력 길이가 커져도 현재 호출이 하는 연산 수가 일정한 정도라는 뜻입니다.</a:t>
            </a:r>
          </a:p>
          <a:p>
            <a:endParaRPr/>
          </a:p>
          <a:p>
            <a:r>
              <a:t>같은 일정한 일을 로그 엔번 정도 반복하므로 전체 시간은 오 로그 엔입니다. 앞의 병합 정렬에서 한 층에 엔개를 처리했던 것과 비교해 보세요. 절반으로 줄이는 것은 같지만, 한 층에서 얼마만큼 일하는지가 다릅니다.</a:t>
            </a:r>
          </a:p>
          <a:p>
            <a:endParaRPr/>
          </a:p>
          <a:p>
            <a:r>
              <a:t>그래서 모든 분할 정복이 엔 로그 엔이 되는 것은 아닙니다. 절반을 몇 개 계속 푸는지와 현재 호출이 직접 어떤 일을 하는지를 읽어야 합니다. 티 엔 이분의 일 더하기 오 일이라는 표현은 이 두 사실을 간단히 적은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4884466"/>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정렬은 이진 탐색과 달리 왼쪽과 오른쪽을 모두 정렬해야 합니다. 한쪽을 버리면 그쪽 값이 최종 정렬에서 사라지겠죠. 그래서 현재 문제 하나 아래에 작은 문제 두 개가 생기고, 두 시간 모두를 더해야 합니다.</a:t>
            </a:r>
          </a:p>
          <a:p>
            <a:endParaRPr/>
          </a:p>
          <a:p>
            <a:r>
              <a:t>입력이 여덟 개라면 네 개짜리 정렬 두 개입니다. 그 아래에서는 두 개짜리 정렬 네 개이고, 끝에서 한 개짜리 정렬 여덟 개가 됩니다. 호출 수가 늘어나지만 각 호출이 맡은 길이가 줄어듭니다. 같은 층의 길이를 모두 합치면 여덟입니다.</a:t>
            </a:r>
          </a:p>
          <a:p>
            <a:endParaRPr/>
          </a:p>
          <a:p>
            <a:r>
              <a:t>병합을 하는 층은 세 개였습니다. 각 층의 작업량 여덟에 세를 곱해 스물네 번의 결과 쓰기를 셌습니다. 일반적으로는 한 층의 비용 엔과 층 수 로그 엔을 곱하므로 오 엔 로그 엔입니다. 최대 구간 합의 중앙 스캔도 같은 구조였습니다.</a:t>
            </a:r>
          </a:p>
          <a:p>
            <a:endParaRPr/>
          </a:p>
          <a:p>
            <a:r>
              <a:t>앞에서 이진 탐색은 한 갈래로 내려가고 각 단계의 비용이 일정했습니다. 지금은 모든 갈래를 풀고, 한 층의 총 작업량이 엔에 비례합니다. 재귀 깊이가 같더라도 전체 작업량은 이 차이 때문에 달라집니다. 트리의 높이만 세고 분석을 끝내면 안 되는 이유입니다.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31899984"/>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마스터 정리에서는 우리가 본 시간식을 조금 더 일반적인 기호로 적습니다. 에이는 풀어야 하는 작은 문제의 개수입니다. 병합 정렬에서는 왼쪽과 오른쪽 두 개여서 에이가 이입니다.</a:t>
            </a:r>
          </a:p>
          <a:p>
            <a:endParaRPr/>
          </a:p>
          <a:p>
            <a:r>
              <a:t>비는 크기를 몇으로 나누는지를 나타냅니다. 각 작은 문제의 크기가 엔 이분의 일이므로 비는 이입니다. 에이가 이라는 것과 비가 이라는 것은 서로 다른 설명입니다. 에이는 호출 개수이고, 비는 크기를 줄이는 비율입니다.</a:t>
            </a:r>
          </a:p>
          <a:p>
            <a:endParaRPr/>
          </a:p>
          <a:p>
            <a:r>
              <a:t>에프 엔은 재귀로 작은 문제를 푸는 시간을 제외하고, 현재 함수가 직접 하는 일의 비용입니다. 병합 정렬이라면 두 결과를 합치는 병합이고, 최대 구간 합이라면 중앙 스캔입니다. 둘 다 현재 구간 길이에 비례합니다.</a:t>
            </a:r>
          </a:p>
          <a:p>
            <a:endParaRPr/>
          </a:p>
          <a:p>
            <a:r>
              <a:t>이 기호를 넣으면 티 엔은 에이 곱하기 티 엔 나누기 비 더하기 에프 엔입니다. 병합 정렬에서는 이미 본 이 티 엔 이분의 일 더하기 오 엔 모양이 됩니다. 정리는 조건에 맞는 이런 식의 전체 증가 정도를 알려 주지만, 왜 그 값이 나오는지는 앞의 층 세기로 설명했습니다. 함수 이름만 보고 에이와 비를 외워 대입하기보다 실제 코드가 호출하는 개수와 현재 작업을 먼저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16737820"/>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읽은 시간들을 우리말로 다시 정리하겠습니다. 이진 탐색은 절반 한쪽만 계속 풀고, 단계마다 가운데 값 하나와 비교합니다. 단계마다 일정한 일만 하므로 전체 시간은 로그 엔입니다.</a:t>
            </a:r>
          </a:p>
          <a:p>
            <a:endParaRPr/>
          </a:p>
          <a:p>
            <a:r>
              <a:t>병합 정렬은 양쪽 절반을 모두 풀고 정렬된 두 결과를 합칩니다. 최대 구간 합도 양쪽을 모두 풀고 중앙을 걸치는 합을 구합니다. 두 알고리즘 모두 한 층의 작업량은 엔에 비례하고 그런 층이 로그 엔개여서 엔 로그 엔입니다.</a:t>
            </a:r>
          </a:p>
          <a:p>
            <a:endParaRPr/>
          </a:p>
          <a:p>
            <a:r>
              <a:t>빠른 거듭제곱은 배열 길이가 아니라 지수 비를 절반으로 줄입니다. 절반 지수의 결과를 한 번만 계산하고 저장해서 제곱합니다. 각 단계의 곱셈 수는 일정해서 지수에 대해 로그 비 차수입니다. 지수가 영인 경우까지 포함해서 표현하려고 로그 안에 비 더하기 일을 넣어 적었습니다. 지수 영은 바로 반환하고, 큰 양의 지수에서는 로그 비와 같은 시간 차수입니다.</a:t>
            </a:r>
          </a:p>
          <a:p>
            <a:endParaRPr/>
          </a:p>
          <a:p>
            <a:r>
              <a:t>퀵 정렬은 두 구간의 크기가 항상 절반으로 나뉘지 않았습니다. 따라서 두 절반 문제 식을 모든 입력에 그대로 넣으면 안 됩니다. 앞에서 본 균형 있는 분할과 한쪽으로 몰린 분할을 따로 생각합니다. 시간 복잡도는 알고리즘 이름으로 정해지는 마법의 표가 아니라 실제로 반복한 작업을 입력 크기와 연결한 설명입니다.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44975460"/>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페이지는 마스터 정리의 일반적인 조건을 기록한 참고 페이지입니다</a:t>
            </a:r>
            <a:r>
              <a:rPr lang="en-US" altLang="ko-KR"/>
              <a:t>. </a:t>
            </a:r>
            <a:r>
              <a:rPr lang="ko-KR" altLang="en-US"/>
              <a:t>앞에서 그림으로 세었던 병합 정렬과 최대 구간 합은 두 번째 경우에 연결됩니다</a:t>
            </a:r>
            <a:r>
              <a:rPr lang="en-US" altLang="ko-KR"/>
              <a:t>. </a:t>
            </a:r>
            <a:r>
              <a:rPr lang="ko-KR" altLang="en-US"/>
              <a:t>작은 문제 두 개를 만들고 각 크기를 절반으로 줄이므로 에이는 이</a:t>
            </a:r>
            <a:r>
              <a:rPr lang="en-US" altLang="ko-KR"/>
              <a:t>, </a:t>
            </a:r>
            <a:r>
              <a:rPr lang="ko-KR" altLang="en-US"/>
              <a:t>비도 이입니다</a:t>
            </a:r>
            <a:r>
              <a:rPr lang="en-US" altLang="ko-KR"/>
              <a:t>. </a:t>
            </a:r>
            <a:r>
              <a:rPr lang="ko-KR" altLang="en-US"/>
              <a:t>따라서 기준 지수 로그 투 이는 일이고</a:t>
            </a:r>
            <a:r>
              <a:rPr lang="en-US" altLang="ko-KR"/>
              <a:t>, </a:t>
            </a:r>
            <a:r>
              <a:rPr lang="ko-KR" altLang="en-US"/>
              <a:t>기준 작업량은 엔입니다</a:t>
            </a:r>
            <a:r>
              <a:rPr lang="en-US" altLang="ko-KR"/>
              <a:t>. </a:t>
            </a:r>
            <a:r>
              <a:rPr lang="ko-KR" altLang="en-US"/>
              <a:t>현재 함수의 병합이나 중앙 스캔 비용도 엔에 비례해서 두 번째 경우에 해당합니다</a:t>
            </a:r>
            <a:r>
              <a:rPr lang="en-US" altLang="ko-KR"/>
              <a:t>. </a:t>
            </a:r>
            <a:r>
              <a:rPr lang="ko-KR" altLang="en-US"/>
              <a:t>같은 정도의 일을 로그 엔개의 층에서 하므로 엔 로그 엔이었습니다</a:t>
            </a:r>
            <a:r>
              <a:rPr lang="en-US" altLang="ko-KR"/>
              <a:t>. </a:t>
            </a:r>
            <a:r>
              <a:rPr lang="ko-KR" altLang="en-US"/>
              <a:t>이진 탐색에서는 에이가 일</a:t>
            </a:r>
            <a:r>
              <a:rPr lang="en-US" altLang="ko-KR"/>
              <a:t>, </a:t>
            </a:r>
            <a:r>
              <a:rPr lang="ko-KR" altLang="en-US"/>
              <a:t>비가 이여서 기준 지수가 영입니다</a:t>
            </a:r>
            <a:r>
              <a:rPr lang="en-US" altLang="ko-KR"/>
              <a:t>. </a:t>
            </a:r>
            <a:r>
              <a:rPr lang="ko-KR" altLang="en-US"/>
              <a:t>기준량이 일이므로 단계마다 일정한 일만 하고 로그 엔개의 단계를 거칩니다</a:t>
            </a:r>
            <a:r>
              <a:rPr lang="en-US" altLang="ko-KR"/>
              <a:t>. </a:t>
            </a:r>
            <a:r>
              <a:rPr lang="ko-KR" altLang="en-US"/>
              <a:t>나머지 경우는 다른 형태의 분할 정복을 분석할 때 사용합니다</a:t>
            </a:r>
            <a:r>
              <a:rPr lang="en-US" altLang="ko-KR"/>
              <a:t>. </a:t>
            </a:r>
            <a:r>
              <a:rPr lang="ko-KR" altLang="en-US"/>
              <a:t>첫 번째와 세 번째는 기준 비용보다 다항식 차이가 있을 만큼 작은지 또는 큰지 비교하고</a:t>
            </a:r>
            <a:r>
              <a:rPr lang="en-US" altLang="ko-KR"/>
              <a:t>, </a:t>
            </a:r>
            <a:r>
              <a:rPr lang="ko-KR" altLang="en-US"/>
              <a:t>세 번째는 추가적인 정규성 조건도 필요합니다</a:t>
            </a:r>
            <a:r>
              <a:rPr lang="en-US" altLang="ko-KR"/>
              <a:t>. </a:t>
            </a:r>
            <a:r>
              <a:rPr lang="ko-KR" altLang="en-US"/>
              <a:t>아무 로그 항이나 이 세 경우에 무조건 끼워 맞출 수 없습니다</a:t>
            </a:r>
            <a:r>
              <a:rPr lang="en-US" altLang="ko-KR"/>
              <a:t>. </a:t>
            </a:r>
            <a:r>
              <a:rPr lang="ko-KR" altLang="en-US"/>
              <a:t>이 페이지의 일반 조건을 곧바로 외우기보다</a:t>
            </a:r>
            <a:r>
              <a:rPr lang="en-US" altLang="ko-KR"/>
              <a:t>, </a:t>
            </a:r>
            <a:r>
              <a:rPr lang="ko-KR" altLang="en-US"/>
              <a:t>앞의 실제 호출 구조와 작업량 계산을 이해한 다음 해당하는 경우를 연결해 읽어 주세요</a:t>
            </a:r>
            <a:r>
              <a:rPr lang="en-US" altLang="ko-KR"/>
              <a:t>.</a:t>
            </a:r>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93231138"/>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 예제에서도 현재 정사각형이 단색인지 검사합니다. 단색이면 색종이 조각 한 개를 세고 끝납니다. 혼합이면 네 부분으로 나눠 자식들의 조각 수를 더해요. 쿼드 트리와 같은 분할 구조지만 반환값이 문자열 대신 조각 수입니다.</a:t>
            </a:r>
          </a:p>
          <a:p>
            <a:endParaRPr/>
          </a:p>
          <a:p>
            <a:r>
              <a:t>단색인 네 곱하기 네 종이는 일인 픽셀이 열여섯 개라고 해도 조각 수는 한 개입니다. 반면 같은 색의 픽셀이 서로 다른 최종 영역에 있으면 각각의 조각으로 셉니다. 그래서 픽셀 개수와 색종이 개수를 혼동하면 안 됩니다.</a:t>
            </a:r>
          </a:p>
          <a:p>
            <a:endParaRPr/>
          </a:p>
          <a:p>
            <a:r>
              <a:t>시간은 색을 확인하는 검사 비용을 포함합니다. 전체가 같은 색이면 루트에서 모든 픽셀을 확인하고 끝나므로 전체 픽셀 수에 비례합니다. 계속 나뉘면 부모에서 확인한 칸을 자식에서도 다시 볼 수 있습니다. 한 변을 S, 픽셀 수를 N이라고 할 때 전체를 매번 검사하는 모델의 상한은 쿼드 트리와 같은 오 엔 로그 S입니다. 실제 코드처럼 다른 색을 만나자마자 내려가면 검사 횟수가 더 줄 수 있습니다.</a:t>
            </a:r>
          </a:p>
          <a:p>
            <a:endParaRPr/>
          </a:p>
          <a:p>
            <a:r>
              <a:t>문제에서 한 변을 n이라고 쓴다면 N은 n 제곱이고 같은 상한을 오 n 제곱 로그 n이라고 적게 됩니다. 기호가 어떤 입력 단위를 뜻하는지 확인하는 것이 먼저입니다.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37460130"/>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삼의 십일제곱을 칠로 나눈 나머지를 구하겠습니다. 삼을 열한 번 곱하는 대신 지수 십일을 절반으로 줄이는 호출을 하나 만듭니다. 십일은 오, 오는 이, 이는 일, 일은 영으로 줄어듭니다. 지수가 영이면 일의 나머지를 반환합니다.</a:t>
            </a:r>
          </a:p>
          <a:p>
            <a:endParaRPr/>
          </a:p>
          <a:p>
            <a:r>
              <a:t>이제 반환하면서 계산합니다. 지수 일이던 호출은 하위 결과 일의 제곱에 삼을 한 번 더 곱해 삼이 됩니다. 지수 이에서는 하위 결과 삼을 제곱해 구가 되고 칠로 나눈 나머지는 이입니다. 지수 오는 하위 결과 이를 제곱한 뒤, 지수가 홀수이므로 삼을 한 번 더 곱합니다. 십이를 칠로 나눈 나머지는 오입니다.</a:t>
            </a:r>
          </a:p>
          <a:p>
            <a:endParaRPr/>
          </a:p>
          <a:p>
            <a:r>
              <a:t>지수 십일에서는 하위 결과 오를 제곱합니다. 이십오를 칠로 나눈 나머지는 사이고, 홀수이므로 다시 삼을 곱해 십이를 칠로 나눈 나머지 오가 됩니다. 그래서 최종 결과는 오입니다.</a:t>
            </a:r>
          </a:p>
          <a:p>
            <a:endParaRPr/>
          </a:p>
          <a:p>
            <a:r>
              <a:t>매 호출은 절반 지수의 결과를 한 번만 구해 half에 저장합니다. 같은 재귀 호출을 두 번 써서 절반 제곱을 각각 구하지 않습니다. 저장한 숫자를 자기 자신과 곱하는 것이 이 방법의 핵심입니다. 다음 장에서 이 호출 수가 왜 로그 지수에 비례하는지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808463"/>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빠른 거듭제곱의 입력 크기를 나타내는 것은 배열 길이가 아니라 지수 b입니다. b가 십일이면 십일, 오, 이, 일, 영으로 줄어서 호출이 다섯 번입니다. 지수를 두 배로 늘려도 대략 한 단계만 더 내려가게 됩니다.</a:t>
            </a:r>
          </a:p>
          <a:p>
            <a:endParaRPr/>
          </a:p>
          <a:p>
            <a:r>
              <a:t>각 호출에서는 절반 지수의 결과를 half에 저장하고 제곱합니다. 지수가 홀수일 때만 a를 한 번 더 곱해요. 따라서 반환 단계의 곱셈은 한 번 또는 두 번이고 입력 지수와 관계없이 상수 개입니다. 단계 수는 로그 b이므로 전체 곱셈 횟수도 로그 b에 비례합니다.</a:t>
            </a:r>
          </a:p>
          <a:p>
            <a:endParaRPr/>
          </a:p>
          <a:p>
            <a:r>
              <a:t>중요한 조건은 재귀 호출을 한 번만 한다는 것입니다. power의 절반 지수 호출을 곱셈의 양쪽에 각각 쓰면 같은 작은 문제를 두 번 계산하게 됩니다. 그 경우 호출 수가 배로 퍼져서 지금의 로그 시간 분석을 그대로 쓸 수 없습니다.</a:t>
            </a:r>
          </a:p>
          <a:p>
            <a:endParaRPr/>
          </a:p>
          <a:p>
            <a:r>
              <a:t>여기서는 코드에 주어진 범위의 정수 곱셈과 나머지 연산을 한 번의 기본 연산으로 세고 있습니다. 무한히 큰 정수의 자릿수까지 따지는 분석은 별개예요. C에서는 중간 곱셈이 자료형 범위를 넘지 않는 입력 조건도 확인해야 합니다. 이번 함수의 실행 조건과 시간 복잡도를 코드 주석으로 짧게 설명할 때는 지수를 반씩 줄이고 같은 half를 재사용한다는 점을 연결하면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07304339"/>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문제를 작은 부분으로 나누고</a:t>
            </a:r>
            <a:r>
              <a:rPr lang="en-US" altLang="ko-KR"/>
              <a:t>, </a:t>
            </a:r>
            <a:r>
              <a:rPr lang="ko-KR" altLang="en-US"/>
              <a:t>각 부분을 재귀로 푼 뒤 답을 구성했습니다</a:t>
            </a:r>
            <a:r>
              <a:rPr lang="en-US" altLang="ko-KR"/>
              <a:t>. </a:t>
            </a:r>
            <a:r>
              <a:rPr lang="ko-KR" altLang="en-US"/>
              <a:t>병합 정렬은 이미 정렬된 두 줄의 앞에서 작은 값을 골라 합쳤고</a:t>
            </a:r>
            <a:r>
              <a:rPr lang="en-US" altLang="ko-KR"/>
              <a:t>, </a:t>
            </a:r>
            <a:r>
              <a:rPr lang="ko-KR" altLang="en-US"/>
              <a:t>퀵 정렬은 피벗의 자리를 확정한 뒤 그 왼쪽과 오른쪽을 다시 정렬했습니다</a:t>
            </a:r>
            <a:r>
              <a:rPr lang="en-US" altLang="ko-KR"/>
              <a:t>. </a:t>
            </a:r>
            <a:r>
              <a:rPr lang="ko-KR" altLang="en-US"/>
              <a:t>최대 구간 합에서는 왼쪽과 오른쪽의 답만 비교하면 중앙을 걸친 구간을 놓칠 수 있어서 세 경우를 모두 확인했어요</a:t>
            </a:r>
            <a:r>
              <a:rPr lang="en-US" altLang="ko-KR"/>
              <a:t>. </a:t>
            </a:r>
            <a:r>
              <a:rPr lang="ko-KR" altLang="en-US"/>
              <a:t>쿼드 트리는 같은 색인 큰 영역은 한 글자로 끝내고</a:t>
            </a:r>
            <a:r>
              <a:rPr lang="en-US" altLang="ko-KR"/>
              <a:t>, </a:t>
            </a:r>
            <a:r>
              <a:rPr lang="ko-KR" altLang="en-US"/>
              <a:t>색이 섞인 영역만 네 부분으로 나눴습니다</a:t>
            </a:r>
            <a:r>
              <a:rPr lang="en-US" altLang="ko-KR"/>
              <a:t>. </a:t>
            </a:r>
            <a:r>
              <a:rPr lang="ko-KR" altLang="en-US"/>
              <a:t>결과의 괄호 구조와 자식 순서를 이용해 원본도 다시 복원했습니다</a:t>
            </a:r>
            <a:r>
              <a:rPr lang="en-US" altLang="ko-KR"/>
              <a:t>. </a:t>
            </a:r>
            <a:r>
              <a:rPr lang="ko-KR" altLang="en-US"/>
              <a:t>시간 복잡도는 한 호출의 비용과 호출이 쌓이는 구조를 함께 보았습니다</a:t>
            </a:r>
            <a:r>
              <a:rPr lang="en-US" altLang="ko-KR"/>
              <a:t>. </a:t>
            </a:r>
            <a:r>
              <a:rPr lang="ko-KR" altLang="en-US"/>
              <a:t>정렬의 두 반복문이 중첩되어 보인다고 무조건 제곱은 아니고</a:t>
            </a:r>
            <a:r>
              <a:rPr lang="en-US" altLang="ko-KR"/>
              <a:t>, </a:t>
            </a:r>
            <a:r>
              <a:rPr lang="ko-KR" altLang="en-US"/>
              <a:t>트리의 깊이가 로그라고 모든 픽셀 검사 비용이 로그인 것도 아닙니다</a:t>
            </a:r>
            <a:r>
              <a:rPr lang="en-US" altLang="ko-KR"/>
              <a:t>. </a:t>
            </a:r>
            <a:r>
              <a:rPr lang="ko-KR" altLang="en-US"/>
              <a:t>색종이 예제에서는 픽셀 수와 조각 수를 구분했고</a:t>
            </a:r>
            <a:r>
              <a:rPr lang="en-US" altLang="ko-KR"/>
              <a:t>, </a:t>
            </a:r>
            <a:r>
              <a:rPr lang="ko-KR" altLang="en-US"/>
              <a:t>빠른 거듭제곱에서는 절반 지수의 결과를 한 번만 구해 재사용했습니다</a:t>
            </a:r>
            <a:r>
              <a:rPr lang="en-US" altLang="ko-KR"/>
              <a:t>. </a:t>
            </a:r>
            <a:r>
              <a:rPr lang="ko-KR" altLang="en-US"/>
              <a:t>종료 조건과 입력 단위까지 확인해서 각 알고리즘을 코드와 연결해 설명해 보세요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7.xml"/><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8.xml"/><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FDE2B204-A8C4-415D-A9B2-2E7DA160472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B5720B97-D417-43E3-B432-825EAB86E95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7033CB-C2CE-435E-A1D1-10B6598DB4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line-0">
            <a:extLst>
              <a:ext uri="{FF2B5EF4-FFF2-40B4-BE49-F238E27FC236}">
                <a16:creationId xmlns:a16="http://schemas.microsoft.com/office/drawing/2014/main" id="{F3DC994D-7F8E-4953-8758-7C4BBE5BC4A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0A2ABC8-8874-4346-B355-A20FC162AE2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B0B10CD-8612-49B8-8D8C-F0647B4B2FB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7" name="topic-0">
            <a:extLst>
              <a:ext uri="{FF2B5EF4-FFF2-40B4-BE49-F238E27FC236}">
                <a16:creationId xmlns:a16="http://schemas.microsoft.com/office/drawing/2014/main" id="{E69CFAC5-AD94-4079-988B-759E474B866D}"/>
              </a:ext>
            </a:extLst>
          </p:cNvPr>
          <p:cNvSpPr>
            <a:spLocks noGrp="1"/>
          </p:cNvSpPr>
          <p:nvPr/>
        </p:nvSpPr>
        <p:spPr>
          <a:xfrm>
            <a:off x="7048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8" name="topic-1">
            <a:extLst>
              <a:ext uri="{FF2B5EF4-FFF2-40B4-BE49-F238E27FC236}">
                <a16:creationId xmlns:a16="http://schemas.microsoft.com/office/drawing/2014/main" id="{6FA0596A-4788-45CF-ADEB-DB1ED5B15695}"/>
              </a:ext>
            </a:extLst>
          </p:cNvPr>
          <p:cNvSpPr>
            <a:spLocks noGrp="1"/>
          </p:cNvSpPr>
          <p:nvPr/>
        </p:nvSpPr>
        <p:spPr>
          <a:xfrm>
            <a:off x="7048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9" name="topic-2">
            <a:extLst>
              <a:ext uri="{FF2B5EF4-FFF2-40B4-BE49-F238E27FC236}">
                <a16:creationId xmlns:a16="http://schemas.microsoft.com/office/drawing/2014/main" id="{5887EC83-A158-45F7-B420-2D6773115FDD}"/>
              </a:ext>
            </a:extLst>
          </p:cNvPr>
          <p:cNvSpPr>
            <a:spLocks noGrp="1"/>
          </p:cNvSpPr>
          <p:nvPr/>
        </p:nvSpPr>
        <p:spPr>
          <a:xfrm>
            <a:off x="7048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0" name="topic-3">
            <a:extLst>
              <a:ext uri="{FF2B5EF4-FFF2-40B4-BE49-F238E27FC236}">
                <a16:creationId xmlns:a16="http://schemas.microsoft.com/office/drawing/2014/main" id="{CD0172D5-D276-4655-83F8-464F34564578}"/>
              </a:ext>
            </a:extLst>
          </p:cNvPr>
          <p:cNvSpPr>
            <a:spLocks noGrp="1"/>
          </p:cNvSpPr>
          <p:nvPr/>
        </p:nvSpPr>
        <p:spPr>
          <a:xfrm>
            <a:off x="704850" y="49339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1" name="topic-4">
            <a:extLst>
              <a:ext uri="{FF2B5EF4-FFF2-40B4-BE49-F238E27FC236}">
                <a16:creationId xmlns:a16="http://schemas.microsoft.com/office/drawing/2014/main" id="{886CBB1C-2D23-4201-9ADD-881FDBF952F0}"/>
              </a:ext>
            </a:extLst>
          </p:cNvPr>
          <p:cNvSpPr>
            <a:spLocks noGrp="1"/>
          </p:cNvSpPr>
          <p:nvPr/>
        </p:nvSpPr>
        <p:spPr>
          <a:xfrm>
            <a:off x="63436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쿼드 트리</a:t>
            </a:r>
          </a:p>
        </p:txBody>
      </p:sp>
      <p:sp>
        <p:nvSpPr>
          <p:cNvPr id="12" name="topic-5">
            <a:extLst>
              <a:ext uri="{FF2B5EF4-FFF2-40B4-BE49-F238E27FC236}">
                <a16:creationId xmlns:a16="http://schemas.microsoft.com/office/drawing/2014/main" id="{627F95CC-37DC-47A3-9CB4-0316697FDCF5}"/>
              </a:ext>
            </a:extLst>
          </p:cNvPr>
          <p:cNvSpPr>
            <a:spLocks noGrp="1"/>
          </p:cNvSpPr>
          <p:nvPr/>
        </p:nvSpPr>
        <p:spPr>
          <a:xfrm>
            <a:off x="63436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마스터 정리</a:t>
            </a:r>
          </a:p>
        </p:txBody>
      </p:sp>
      <p:sp>
        <p:nvSpPr>
          <p:cNvPr id="13" name="topic-6">
            <a:extLst>
              <a:ext uri="{FF2B5EF4-FFF2-40B4-BE49-F238E27FC236}">
                <a16:creationId xmlns:a16="http://schemas.microsoft.com/office/drawing/2014/main" id="{CA50BF67-B06A-4562-B7C0-A42C30490F00}"/>
              </a:ext>
            </a:extLst>
          </p:cNvPr>
          <p:cNvSpPr>
            <a:spLocks noGrp="1"/>
          </p:cNvSpPr>
          <p:nvPr/>
        </p:nvSpPr>
        <p:spPr>
          <a:xfrm>
            <a:off x="63436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코딩 테스트 예제</a:t>
            </a:r>
          </a:p>
        </p:txBody>
      </p:sp>
    </p:spTree>
    <p:extLst>
      <p:ext uri="{BB962C8B-B14F-4D97-AF65-F5344CB8AC3E}">
        <p14:creationId xmlns:p14="http://schemas.microsoft.com/office/powerpoint/2010/main" val="3714556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F2ACB09-E994-4D70-8010-8D0DD2CECFF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BE2F985-8C78-42B6-A0D3-9E0E97D7F7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845ED82-8BE6-4D82-8B37-77022FCDB27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장까지 나누고 합치기</a:t>
            </a:r>
          </a:p>
        </p:txBody>
      </p:sp>
      <p:sp>
        <p:nvSpPr>
          <p:cNvPr id="4" name="rule-0">
            <a:extLst>
              <a:ext uri="{FF2B5EF4-FFF2-40B4-BE49-F238E27FC236}">
                <a16:creationId xmlns:a16="http://schemas.microsoft.com/office/drawing/2014/main" id="{FE13EFCE-1341-4AA4-9B30-15FF09CFC44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4BF50CD-C0E7-4CEA-8833-A0DAD3EA3DB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E7373DC-B55E-4413-9E04-690B805939F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3E289E6-70D7-4652-B020-9E71B95E335A}"/>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 [8, 3, 6, 2, 7, 1, 5, 4] → 출력: [1, 2, 3, 4, 5, 6, 7, 8]</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작은 문제의 정렬 결과를 받아, 두 줄의 맨 앞에서 작은 값을 골라 붙입니다.</a:t>
            </a:r>
          </a:p>
        </p:txBody>
      </p:sp>
      <p:pic>
        <p:nvPicPr>
          <p:cNvPr id="8" name="그림 7">
            <a:extLst>
              <a:ext uri="{FF2B5EF4-FFF2-40B4-BE49-F238E27FC236}">
                <a16:creationId xmlns:a16="http://schemas.microsoft.com/office/drawing/2014/main" id="{7C774EBE-7962-4923-9000-66DD34A178AE}"/>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B8750BB0-3E8A-4C02-A733-B81EFF435B4F}"/>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한 장은 이미 정렬된 상태입니다. 정렬된 두 결과를 병합해 더 큰 결과를 만듭니다.</a:t>
            </a:r>
          </a:p>
        </p:txBody>
      </p:sp>
    </p:spTree>
    <p:extLst>
      <p:ext uri="{BB962C8B-B14F-4D97-AF65-F5344CB8AC3E}">
        <p14:creationId xmlns:p14="http://schemas.microsoft.com/office/powerpoint/2010/main" val="361699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9A170E74-DE3E-4B5F-A2D8-58E430A68A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365515C-BF4F-414D-A539-55F3353763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AAD9688-5B64-4227-82F6-6424F9D1F75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병합의 비교: 고른 쪽의 포인터만 이동</a:t>
            </a:r>
          </a:p>
        </p:txBody>
      </p:sp>
      <p:sp>
        <p:nvSpPr>
          <p:cNvPr id="4" name="rule-1">
            <a:extLst>
              <a:ext uri="{FF2B5EF4-FFF2-40B4-BE49-F238E27FC236}">
                <a16:creationId xmlns:a16="http://schemas.microsoft.com/office/drawing/2014/main" id="{EA3D9DBC-BF28-4499-8A07-215066FCD0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614292A-4D69-4721-BD23-E95E9D9FBD8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8E1EF2-1868-45C3-8232-29307E81F20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CE76077-226F-4E79-BDE0-760A0D802A22}"/>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왼쪽 [3, 8]과 오른쪽 [2, 6]은 이미 정렬되어 있습니다. 맨 앞의 3과 2를 비교합니다.</a:t>
            </a:r>
          </a:p>
        </p:txBody>
      </p:sp>
      <p:pic>
        <p:nvPicPr>
          <p:cNvPr id="8" name="그림 7">
            <a:extLst>
              <a:ext uri="{FF2B5EF4-FFF2-40B4-BE49-F238E27FC236}">
                <a16:creationId xmlns:a16="http://schemas.microsoft.com/office/drawing/2014/main" id="{70BE4733-FE7C-4C34-AB0A-CCAD360F7646}"/>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26244368-C9BC-4965-8A23-117069EDFBE6}"/>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2를 꺼내면 j만 앞으로 이동합니다. i는 아직 사용하지 않은 3을 계속 가리킵니다.</a:t>
            </a:r>
          </a:p>
        </p:txBody>
      </p:sp>
    </p:spTree>
    <p:extLst>
      <p:ext uri="{BB962C8B-B14F-4D97-AF65-F5344CB8AC3E}">
        <p14:creationId xmlns:p14="http://schemas.microsoft.com/office/powerpoint/2010/main" val="1559474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7AFE49E-55FA-4B49-83A6-95E5C25C806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EA79B38-419D-4E72-9330-7E866BF3B3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788C38A-24AF-45D5-9866-7DA42A5BCA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한쪽을 다 쓰면 남은 값을 붙입니다</a:t>
            </a:r>
          </a:p>
        </p:txBody>
      </p:sp>
      <p:sp>
        <p:nvSpPr>
          <p:cNvPr id="4" name="rule-2">
            <a:extLst>
              <a:ext uri="{FF2B5EF4-FFF2-40B4-BE49-F238E27FC236}">
                <a16:creationId xmlns:a16="http://schemas.microsoft.com/office/drawing/2014/main" id="{2F84AE41-141F-4E28-8484-AED04FDD9C4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2A3111D-9055-44F2-A96A-CDC66A925B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1F5143-D273-46BB-8A3A-A9C4A1649C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F06FA162-A73D-422C-97B0-1A9E5E1E42AB}"/>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현재 결과는 [2, 3, 6]입니다. 오른쪽은 비었고, 왼쪽에는 8만 남았습니다.</a:t>
            </a:r>
          </a:p>
        </p:txBody>
      </p:sp>
      <p:pic>
        <p:nvPicPr>
          <p:cNvPr id="8" name="그림 7">
            <a:extLst>
              <a:ext uri="{FF2B5EF4-FFF2-40B4-BE49-F238E27FC236}">
                <a16:creationId xmlns:a16="http://schemas.microsoft.com/office/drawing/2014/main" id="{0D36416D-65ED-4F0F-91FA-5AAD44F3254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1AD9088B-34F4-48AB-A75E-5486D6298E01}"/>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비어 있는 쪽에서는 값을 읽지 않습니다. 남은 쪽의 값을 순서대로 결과에 붙입니다.</a:t>
            </a:r>
          </a:p>
        </p:txBody>
      </p:sp>
    </p:spTree>
    <p:extLst>
      <p:ext uri="{BB962C8B-B14F-4D97-AF65-F5344CB8AC3E}">
        <p14:creationId xmlns:p14="http://schemas.microsoft.com/office/powerpoint/2010/main" val="37032113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box-0">
            <a:extLst>
              <a:ext uri="{FF2B5EF4-FFF2-40B4-BE49-F238E27FC236}">
                <a16:creationId xmlns:a16="http://schemas.microsoft.com/office/drawing/2014/main" id="{38884161-424A-406E-9A19-500E7443990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
            <a:extLst>
              <a:ext uri="{FF2B5EF4-FFF2-40B4-BE49-F238E27FC236}">
                <a16:creationId xmlns:a16="http://schemas.microsoft.com/office/drawing/2014/main" id="{D081E8A2-B282-4AA9-BB84-F8282233B3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
            <a:extLst>
              <a:ext uri="{FF2B5EF4-FFF2-40B4-BE49-F238E27FC236}">
                <a16:creationId xmlns:a16="http://schemas.microsoft.com/office/drawing/2014/main" id="{5EEC55D2-D99B-4CD2-B619-B8E8AEFD41C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값 8개를 결과에 8번 넣습니다</a:t>
            </a:r>
          </a:p>
        </p:txBody>
      </p:sp>
      <p:sp>
        <p:nvSpPr>
          <p:cNvPr id="4" name="box-3">
            <a:extLst>
              <a:ext uri="{FF2B5EF4-FFF2-40B4-BE49-F238E27FC236}">
                <a16:creationId xmlns:a16="http://schemas.microsoft.com/office/drawing/2014/main" id="{D78E70BB-4D1F-4BE9-A684-392F9034C4FD}"/>
              </a:ext>
            </a:extLst>
          </p:cNvPr>
          <p:cNvSpPr>
            <a:spLocks noGrp="1"/>
          </p:cNvSpPr>
          <p:nvPr/>
        </p:nvSpPr>
        <p:spPr>
          <a:xfrm>
            <a:off x="609600" y="1381125"/>
            <a:ext cx="10972800" cy="9525"/>
          </a:xfrm>
          <a:prstGeom prst="rect">
            <a:avLst/>
          </a:prstGeom>
          <a:solidFill>
            <a:srgbClr val="151515"/>
          </a:solidFill>
          <a:ln w="0">
            <a:noFill/>
          </a:ln>
        </p:spPr>
      </p:sp>
      <p:sp>
        <p:nvSpPr>
          <p:cNvPr id="5" name="box-4">
            <a:extLst>
              <a:ext uri="{FF2B5EF4-FFF2-40B4-BE49-F238E27FC236}">
                <a16:creationId xmlns:a16="http://schemas.microsoft.com/office/drawing/2014/main" id="{9B188760-D0BE-49CC-ADDE-D1A225FD8AB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155C2C9-4E16-441C-AA8F-64544A32C3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7" name="box-6">
            <a:extLst>
              <a:ext uri="{FF2B5EF4-FFF2-40B4-BE49-F238E27FC236}">
                <a16:creationId xmlns:a16="http://schemas.microsoft.com/office/drawing/2014/main" id="{54E7F5A1-B56B-4C83-93B0-0D3AD31CB560}"/>
              </a:ext>
            </a:extLst>
          </p:cNvPr>
          <p:cNvSpPr>
            <a:spLocks noGrp="1"/>
          </p:cNvSpPr>
          <p:nvPr/>
        </p:nvSpPr>
        <p:spPr>
          <a:xfrm>
            <a:off x="609600" y="1752600"/>
            <a:ext cx="10972800" cy="400050"/>
          </a:xfrm>
          <a:prstGeom prst="rect">
            <a:avLst/>
          </a:prstGeom>
          <a:noFill/>
          <a:ln w="0">
            <a:noFill/>
          </a:ln>
        </p:spPr>
        <p:txBody>
          <a:bodyPr wrap="none" lIns="0" tIns="0" rIns="0" bIns="0" anchor="t">
            <a:noAutofit/>
          </a:bodyPr>
          <a:lstStyle>
            <a:defPPr algn="l">
              <a:defRPr sz="2025" b="1">
                <a:solidFill>
                  <a:srgbClr val="151515"/>
                </a:solidFill>
                <a:latin typeface="Malgun Gothic"/>
                <a:ea typeface="Malgun Gothic"/>
                <a:cs typeface="Malgun Gothic"/>
              </a:defRPr>
            </a:defPPr>
          </a:lstStyle>
          <a:p>
            <a:pPr algn="l">
              <a:lnSpc>
                <a:spcPct val="112000"/>
              </a:lnSpc>
              <a:buNone/>
              <a:defRPr sz="2025" b="1">
                <a:solidFill>
                  <a:srgbClr val="151515"/>
                </a:solidFill>
                <a:latin typeface="Malgun Gothic"/>
                <a:ea typeface="Malgun Gothic"/>
                <a:cs typeface="Malgun Gothic"/>
              </a:defRPr>
            </a:pPr>
            <a:r>
              <a:rPr sz="2025" b="1">
                <a:solidFill>
                  <a:srgbClr val="151515"/>
                </a:solidFill>
                <a:latin typeface="Malgun Gothic"/>
                <a:ea typeface="Malgun Gothic"/>
                <a:cs typeface="Malgun Gothic"/>
              </a:rPr>
              <a:t>이미 정렬된 두 입력</a:t>
            </a:r>
          </a:p>
        </p:txBody>
      </p:sp>
      <p:sp>
        <p:nvSpPr>
          <p:cNvPr id="8" name="box-7">
            <a:extLst>
              <a:ext uri="{FF2B5EF4-FFF2-40B4-BE49-F238E27FC236}">
                <a16:creationId xmlns:a16="http://schemas.microsoft.com/office/drawing/2014/main" id="{8BE91775-D8CC-424B-8E36-DA486AA61FBC}"/>
              </a:ext>
            </a:extLst>
          </p:cNvPr>
          <p:cNvSpPr>
            <a:spLocks noGrp="1"/>
          </p:cNvSpPr>
          <p:nvPr/>
        </p:nvSpPr>
        <p:spPr>
          <a:xfrm>
            <a:off x="2514600" y="2324100"/>
            <a:ext cx="723900" cy="723900"/>
          </a:xfrm>
          <a:prstGeom prst="rect">
            <a:avLst/>
          </a:prstGeom>
          <a:solidFill>
            <a:srgbClr val="EEF5F8"/>
          </a:solidFill>
          <a:ln w="9525">
            <a:solidFill>
              <a:srgbClr val="146995"/>
            </a:solidFill>
          </a:ln>
        </p:spPr>
      </p:sp>
      <p:sp>
        <p:nvSpPr>
          <p:cNvPr id="9" name="box-8">
            <a:extLst>
              <a:ext uri="{FF2B5EF4-FFF2-40B4-BE49-F238E27FC236}">
                <a16:creationId xmlns:a16="http://schemas.microsoft.com/office/drawing/2014/main" id="{686EB5C4-0073-4E26-A332-5179D2F0B5BA}"/>
              </a:ext>
            </a:extLst>
          </p:cNvPr>
          <p:cNvSpPr>
            <a:spLocks noGrp="1"/>
          </p:cNvSpPr>
          <p:nvPr/>
        </p:nvSpPr>
        <p:spPr>
          <a:xfrm>
            <a:off x="25146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0" name="box-9">
            <a:extLst>
              <a:ext uri="{FF2B5EF4-FFF2-40B4-BE49-F238E27FC236}">
                <a16:creationId xmlns:a16="http://schemas.microsoft.com/office/drawing/2014/main" id="{1CE1BCAE-1053-4A17-895B-C68AA4482418}"/>
              </a:ext>
            </a:extLst>
          </p:cNvPr>
          <p:cNvSpPr>
            <a:spLocks noGrp="1"/>
          </p:cNvSpPr>
          <p:nvPr/>
        </p:nvSpPr>
        <p:spPr>
          <a:xfrm>
            <a:off x="3238500" y="2324100"/>
            <a:ext cx="723900" cy="723900"/>
          </a:xfrm>
          <a:prstGeom prst="rect">
            <a:avLst/>
          </a:prstGeom>
          <a:solidFill>
            <a:srgbClr val="EEF5F8"/>
          </a:solidFill>
          <a:ln w="9525">
            <a:solidFill>
              <a:srgbClr val="146995"/>
            </a:solidFill>
          </a:ln>
        </p:spPr>
      </p:sp>
      <p:sp>
        <p:nvSpPr>
          <p:cNvPr id="11" name="box-10">
            <a:extLst>
              <a:ext uri="{FF2B5EF4-FFF2-40B4-BE49-F238E27FC236}">
                <a16:creationId xmlns:a16="http://schemas.microsoft.com/office/drawing/2014/main" id="{7344B736-2762-4C7E-9766-1735A3CEE44C}"/>
              </a:ext>
            </a:extLst>
          </p:cNvPr>
          <p:cNvSpPr>
            <a:spLocks noGrp="1"/>
          </p:cNvSpPr>
          <p:nvPr/>
        </p:nvSpPr>
        <p:spPr>
          <a:xfrm>
            <a:off x="32385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2" name="box-11">
            <a:extLst>
              <a:ext uri="{FF2B5EF4-FFF2-40B4-BE49-F238E27FC236}">
                <a16:creationId xmlns:a16="http://schemas.microsoft.com/office/drawing/2014/main" id="{02780A2B-CD90-4C8E-AEE4-1A89518633F2}"/>
              </a:ext>
            </a:extLst>
          </p:cNvPr>
          <p:cNvSpPr>
            <a:spLocks noGrp="1"/>
          </p:cNvSpPr>
          <p:nvPr/>
        </p:nvSpPr>
        <p:spPr>
          <a:xfrm>
            <a:off x="3962400" y="2324100"/>
            <a:ext cx="723900" cy="723900"/>
          </a:xfrm>
          <a:prstGeom prst="rect">
            <a:avLst/>
          </a:prstGeom>
          <a:solidFill>
            <a:srgbClr val="EEF5F8"/>
          </a:solidFill>
          <a:ln w="9525">
            <a:solidFill>
              <a:srgbClr val="146995"/>
            </a:solidFill>
          </a:ln>
        </p:spPr>
      </p:sp>
      <p:sp>
        <p:nvSpPr>
          <p:cNvPr id="13" name="box-12">
            <a:extLst>
              <a:ext uri="{FF2B5EF4-FFF2-40B4-BE49-F238E27FC236}">
                <a16:creationId xmlns:a16="http://schemas.microsoft.com/office/drawing/2014/main" id="{09D392ED-A3AA-4E0C-91A0-A0DB21DB27D3}"/>
              </a:ext>
            </a:extLst>
          </p:cNvPr>
          <p:cNvSpPr>
            <a:spLocks noGrp="1"/>
          </p:cNvSpPr>
          <p:nvPr/>
        </p:nvSpPr>
        <p:spPr>
          <a:xfrm>
            <a:off x="39624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4" name="box-13">
            <a:extLst>
              <a:ext uri="{FF2B5EF4-FFF2-40B4-BE49-F238E27FC236}">
                <a16:creationId xmlns:a16="http://schemas.microsoft.com/office/drawing/2014/main" id="{A9B44708-6FCA-429C-94E5-8BC65AA30844}"/>
              </a:ext>
            </a:extLst>
          </p:cNvPr>
          <p:cNvSpPr>
            <a:spLocks noGrp="1"/>
          </p:cNvSpPr>
          <p:nvPr/>
        </p:nvSpPr>
        <p:spPr>
          <a:xfrm>
            <a:off x="4686300" y="2324100"/>
            <a:ext cx="723900" cy="723900"/>
          </a:xfrm>
          <a:prstGeom prst="rect">
            <a:avLst/>
          </a:prstGeom>
          <a:solidFill>
            <a:srgbClr val="EEF5F8"/>
          </a:solidFill>
          <a:ln w="9525">
            <a:solidFill>
              <a:srgbClr val="146995"/>
            </a:solidFill>
          </a:ln>
        </p:spPr>
      </p:sp>
      <p:sp>
        <p:nvSpPr>
          <p:cNvPr id="15" name="box-14">
            <a:extLst>
              <a:ext uri="{FF2B5EF4-FFF2-40B4-BE49-F238E27FC236}">
                <a16:creationId xmlns:a16="http://schemas.microsoft.com/office/drawing/2014/main" id="{8C3098DB-12D1-4123-BDB2-A86EC954CB1E}"/>
              </a:ext>
            </a:extLst>
          </p:cNvPr>
          <p:cNvSpPr>
            <a:spLocks noGrp="1"/>
          </p:cNvSpPr>
          <p:nvPr/>
        </p:nvSpPr>
        <p:spPr>
          <a:xfrm>
            <a:off x="468630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6" name="box-15">
            <a:extLst>
              <a:ext uri="{FF2B5EF4-FFF2-40B4-BE49-F238E27FC236}">
                <a16:creationId xmlns:a16="http://schemas.microsoft.com/office/drawing/2014/main" id="{17FAFADB-B1EE-4750-A871-391EC70195BD}"/>
              </a:ext>
            </a:extLst>
          </p:cNvPr>
          <p:cNvSpPr>
            <a:spLocks noGrp="1"/>
          </p:cNvSpPr>
          <p:nvPr/>
        </p:nvSpPr>
        <p:spPr>
          <a:xfrm>
            <a:off x="5695950" y="2324100"/>
            <a:ext cx="723900" cy="723900"/>
          </a:xfrm>
          <a:prstGeom prst="rect">
            <a:avLst/>
          </a:prstGeom>
          <a:solidFill>
            <a:srgbClr val="EEF5F8"/>
          </a:solidFill>
          <a:ln w="9525">
            <a:solidFill>
              <a:srgbClr val="146995"/>
            </a:solidFill>
          </a:ln>
        </p:spPr>
      </p:sp>
      <p:sp>
        <p:nvSpPr>
          <p:cNvPr id="17" name="box-16">
            <a:extLst>
              <a:ext uri="{FF2B5EF4-FFF2-40B4-BE49-F238E27FC236}">
                <a16:creationId xmlns:a16="http://schemas.microsoft.com/office/drawing/2014/main" id="{294A3186-9C2A-46DC-9531-95BB62DCD3BE}"/>
              </a:ext>
            </a:extLst>
          </p:cNvPr>
          <p:cNvSpPr>
            <a:spLocks noGrp="1"/>
          </p:cNvSpPr>
          <p:nvPr/>
        </p:nvSpPr>
        <p:spPr>
          <a:xfrm>
            <a:off x="56959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17">
            <a:extLst>
              <a:ext uri="{FF2B5EF4-FFF2-40B4-BE49-F238E27FC236}">
                <a16:creationId xmlns:a16="http://schemas.microsoft.com/office/drawing/2014/main" id="{1B31212B-1F0A-4011-A842-27F9AAC2B9A3}"/>
              </a:ext>
            </a:extLst>
          </p:cNvPr>
          <p:cNvSpPr>
            <a:spLocks noGrp="1"/>
          </p:cNvSpPr>
          <p:nvPr/>
        </p:nvSpPr>
        <p:spPr>
          <a:xfrm>
            <a:off x="6419850" y="2324100"/>
            <a:ext cx="723900" cy="723900"/>
          </a:xfrm>
          <a:prstGeom prst="rect">
            <a:avLst/>
          </a:prstGeom>
          <a:solidFill>
            <a:srgbClr val="EEF5F8"/>
          </a:solidFill>
          <a:ln w="9525">
            <a:solidFill>
              <a:srgbClr val="146995"/>
            </a:solidFill>
          </a:ln>
        </p:spPr>
      </p:sp>
      <p:sp>
        <p:nvSpPr>
          <p:cNvPr id="19" name="box-18">
            <a:extLst>
              <a:ext uri="{FF2B5EF4-FFF2-40B4-BE49-F238E27FC236}">
                <a16:creationId xmlns:a16="http://schemas.microsoft.com/office/drawing/2014/main" id="{276072AF-EF83-4C7C-BB40-C7597ACB9393}"/>
              </a:ext>
            </a:extLst>
          </p:cNvPr>
          <p:cNvSpPr>
            <a:spLocks noGrp="1"/>
          </p:cNvSpPr>
          <p:nvPr/>
        </p:nvSpPr>
        <p:spPr>
          <a:xfrm>
            <a:off x="64198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0" name="box-19">
            <a:extLst>
              <a:ext uri="{FF2B5EF4-FFF2-40B4-BE49-F238E27FC236}">
                <a16:creationId xmlns:a16="http://schemas.microsoft.com/office/drawing/2014/main" id="{AB89C00A-AA9C-4593-B566-ED078969B15E}"/>
              </a:ext>
            </a:extLst>
          </p:cNvPr>
          <p:cNvSpPr>
            <a:spLocks noGrp="1"/>
          </p:cNvSpPr>
          <p:nvPr/>
        </p:nvSpPr>
        <p:spPr>
          <a:xfrm>
            <a:off x="7143750" y="2324100"/>
            <a:ext cx="723900" cy="723900"/>
          </a:xfrm>
          <a:prstGeom prst="rect">
            <a:avLst/>
          </a:prstGeom>
          <a:solidFill>
            <a:srgbClr val="EEF5F8"/>
          </a:solidFill>
          <a:ln w="9525">
            <a:solidFill>
              <a:srgbClr val="146995"/>
            </a:solidFill>
          </a:ln>
        </p:spPr>
      </p:sp>
      <p:sp>
        <p:nvSpPr>
          <p:cNvPr id="21" name="box-20">
            <a:extLst>
              <a:ext uri="{FF2B5EF4-FFF2-40B4-BE49-F238E27FC236}">
                <a16:creationId xmlns:a16="http://schemas.microsoft.com/office/drawing/2014/main" id="{BCED3ED9-E57B-4415-B8EB-1ED538DE8558}"/>
              </a:ext>
            </a:extLst>
          </p:cNvPr>
          <p:cNvSpPr>
            <a:spLocks noGrp="1"/>
          </p:cNvSpPr>
          <p:nvPr/>
        </p:nvSpPr>
        <p:spPr>
          <a:xfrm>
            <a:off x="71437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1">
            <a:extLst>
              <a:ext uri="{FF2B5EF4-FFF2-40B4-BE49-F238E27FC236}">
                <a16:creationId xmlns:a16="http://schemas.microsoft.com/office/drawing/2014/main" id="{5A757E16-8DDE-48F6-B715-DCF2827E57E4}"/>
              </a:ext>
            </a:extLst>
          </p:cNvPr>
          <p:cNvSpPr>
            <a:spLocks noGrp="1"/>
          </p:cNvSpPr>
          <p:nvPr/>
        </p:nvSpPr>
        <p:spPr>
          <a:xfrm>
            <a:off x="7867650" y="2324100"/>
            <a:ext cx="723900" cy="723900"/>
          </a:xfrm>
          <a:prstGeom prst="rect">
            <a:avLst/>
          </a:prstGeom>
          <a:solidFill>
            <a:srgbClr val="EEF5F8"/>
          </a:solidFill>
          <a:ln w="9525">
            <a:solidFill>
              <a:srgbClr val="146995"/>
            </a:solidFill>
          </a:ln>
        </p:spPr>
      </p:sp>
      <p:sp>
        <p:nvSpPr>
          <p:cNvPr id="23" name="box-22">
            <a:extLst>
              <a:ext uri="{FF2B5EF4-FFF2-40B4-BE49-F238E27FC236}">
                <a16:creationId xmlns:a16="http://schemas.microsoft.com/office/drawing/2014/main" id="{2B309B33-43AC-40AE-8511-6CBB1EBA93FB}"/>
              </a:ext>
            </a:extLst>
          </p:cNvPr>
          <p:cNvSpPr>
            <a:spLocks noGrp="1"/>
          </p:cNvSpPr>
          <p:nvPr/>
        </p:nvSpPr>
        <p:spPr>
          <a:xfrm>
            <a:off x="7867650" y="2447925"/>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4" name="box-23">
            <a:extLst>
              <a:ext uri="{FF2B5EF4-FFF2-40B4-BE49-F238E27FC236}">
                <a16:creationId xmlns:a16="http://schemas.microsoft.com/office/drawing/2014/main" id="{D8B7A59E-98A3-4CCE-895B-A7BB80F0040B}"/>
              </a:ext>
            </a:extLst>
          </p:cNvPr>
          <p:cNvSpPr>
            <a:spLocks noGrp="1"/>
          </p:cNvSpPr>
          <p:nvPr/>
        </p:nvSpPr>
        <p:spPr>
          <a:xfrm>
            <a:off x="609600" y="3238500"/>
            <a:ext cx="10972800" cy="409575"/>
          </a:xfrm>
          <a:prstGeom prst="rect">
            <a:avLst/>
          </a:prstGeom>
          <a:noFill/>
          <a:ln w="0">
            <a:noFill/>
          </a:ln>
        </p:spPr>
        <p:txBody>
          <a:bodyPr wrap="none" lIns="0" tIns="0" rIns="0" bIns="0" anchor="t">
            <a:noAutofit/>
          </a:bodyPr>
          <a:lstStyle>
            <a:defPPr algn="ctr">
              <a:defRPr sz="2100" b="0">
                <a:solidFill>
                  <a:srgbClr val="151515"/>
                </a:solidFill>
                <a:latin typeface="Malgun Gothic"/>
                <a:ea typeface="Malgun Gothic"/>
                <a:cs typeface="Malgun Gothic"/>
              </a:defRPr>
            </a:defPPr>
          </a:lstStyle>
          <a:p>
            <a:pPr algn="ctr">
              <a:lnSpc>
                <a:spcPct val="112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두 줄에서 작은 값부터 하나씩 선택</a:t>
            </a:r>
          </a:p>
        </p:txBody>
      </p:sp>
      <p:sp>
        <p:nvSpPr>
          <p:cNvPr id="25" name="box-24">
            <a:extLst>
              <a:ext uri="{FF2B5EF4-FFF2-40B4-BE49-F238E27FC236}">
                <a16:creationId xmlns:a16="http://schemas.microsoft.com/office/drawing/2014/main" id="{A4162A1E-6C31-4F1B-B0C0-70F44CFF2AAB}"/>
              </a:ext>
            </a:extLst>
          </p:cNvPr>
          <p:cNvSpPr>
            <a:spLocks noGrp="1"/>
          </p:cNvSpPr>
          <p:nvPr/>
        </p:nvSpPr>
        <p:spPr>
          <a:xfrm>
            <a:off x="609600" y="4229100"/>
            <a:ext cx="15240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결과</a:t>
            </a:r>
          </a:p>
        </p:txBody>
      </p:sp>
      <p:sp>
        <p:nvSpPr>
          <p:cNvPr id="26" name="box-25">
            <a:extLst>
              <a:ext uri="{FF2B5EF4-FFF2-40B4-BE49-F238E27FC236}">
                <a16:creationId xmlns:a16="http://schemas.microsoft.com/office/drawing/2014/main" id="{7774EDE5-B042-445A-AB1E-56C47E6452A3}"/>
              </a:ext>
            </a:extLst>
          </p:cNvPr>
          <p:cNvSpPr>
            <a:spLocks noGrp="1"/>
          </p:cNvSpPr>
          <p:nvPr/>
        </p:nvSpPr>
        <p:spPr>
          <a:xfrm>
            <a:off x="2514600" y="4086225"/>
            <a:ext cx="723900" cy="723900"/>
          </a:xfrm>
          <a:prstGeom prst="rect">
            <a:avLst/>
          </a:prstGeom>
          <a:solidFill>
            <a:srgbClr val="EEF5F8"/>
          </a:solidFill>
          <a:ln w="9525">
            <a:solidFill>
              <a:srgbClr val="146995"/>
            </a:solidFill>
          </a:ln>
        </p:spPr>
      </p:sp>
      <p:sp>
        <p:nvSpPr>
          <p:cNvPr id="27" name="box-26">
            <a:extLst>
              <a:ext uri="{FF2B5EF4-FFF2-40B4-BE49-F238E27FC236}">
                <a16:creationId xmlns:a16="http://schemas.microsoft.com/office/drawing/2014/main" id="{31A07089-2725-4A6C-BAB7-CE9A8534D68F}"/>
              </a:ext>
            </a:extLst>
          </p:cNvPr>
          <p:cNvSpPr>
            <a:spLocks noGrp="1"/>
          </p:cNvSpPr>
          <p:nvPr/>
        </p:nvSpPr>
        <p:spPr>
          <a:xfrm>
            <a:off x="25146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8" name="box-27">
            <a:extLst>
              <a:ext uri="{FF2B5EF4-FFF2-40B4-BE49-F238E27FC236}">
                <a16:creationId xmlns:a16="http://schemas.microsoft.com/office/drawing/2014/main" id="{82E2FD12-7919-4779-B916-7E2A6721D4CD}"/>
              </a:ext>
            </a:extLst>
          </p:cNvPr>
          <p:cNvSpPr>
            <a:spLocks noGrp="1"/>
          </p:cNvSpPr>
          <p:nvPr/>
        </p:nvSpPr>
        <p:spPr>
          <a:xfrm>
            <a:off x="3238500" y="4086225"/>
            <a:ext cx="723900" cy="723900"/>
          </a:xfrm>
          <a:prstGeom prst="rect">
            <a:avLst/>
          </a:prstGeom>
          <a:solidFill>
            <a:srgbClr val="EEF5F8"/>
          </a:solidFill>
          <a:ln w="9525">
            <a:solidFill>
              <a:srgbClr val="146995"/>
            </a:solidFill>
          </a:ln>
        </p:spPr>
      </p:sp>
      <p:sp>
        <p:nvSpPr>
          <p:cNvPr id="29" name="box-28">
            <a:extLst>
              <a:ext uri="{FF2B5EF4-FFF2-40B4-BE49-F238E27FC236}">
                <a16:creationId xmlns:a16="http://schemas.microsoft.com/office/drawing/2014/main" id="{EDE5E2FA-7ABC-41D5-A2DC-6A4C4086CDE9}"/>
              </a:ext>
            </a:extLst>
          </p:cNvPr>
          <p:cNvSpPr>
            <a:spLocks noGrp="1"/>
          </p:cNvSpPr>
          <p:nvPr/>
        </p:nvSpPr>
        <p:spPr>
          <a:xfrm>
            <a:off x="32385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0" name="box-29">
            <a:extLst>
              <a:ext uri="{FF2B5EF4-FFF2-40B4-BE49-F238E27FC236}">
                <a16:creationId xmlns:a16="http://schemas.microsoft.com/office/drawing/2014/main" id="{69AECF3D-B87A-44B1-B2CA-55171DDD3174}"/>
              </a:ext>
            </a:extLst>
          </p:cNvPr>
          <p:cNvSpPr>
            <a:spLocks noGrp="1"/>
          </p:cNvSpPr>
          <p:nvPr/>
        </p:nvSpPr>
        <p:spPr>
          <a:xfrm>
            <a:off x="3962400" y="4086225"/>
            <a:ext cx="723900" cy="723900"/>
          </a:xfrm>
          <a:prstGeom prst="rect">
            <a:avLst/>
          </a:prstGeom>
          <a:solidFill>
            <a:srgbClr val="EEF5F8"/>
          </a:solidFill>
          <a:ln w="9525">
            <a:solidFill>
              <a:srgbClr val="146995"/>
            </a:solidFill>
          </a:ln>
        </p:spPr>
      </p:sp>
      <p:sp>
        <p:nvSpPr>
          <p:cNvPr id="31" name="box-30">
            <a:extLst>
              <a:ext uri="{FF2B5EF4-FFF2-40B4-BE49-F238E27FC236}">
                <a16:creationId xmlns:a16="http://schemas.microsoft.com/office/drawing/2014/main" id="{811B7CAB-8806-479D-A1A4-2DB568666700}"/>
              </a:ext>
            </a:extLst>
          </p:cNvPr>
          <p:cNvSpPr>
            <a:spLocks noGrp="1"/>
          </p:cNvSpPr>
          <p:nvPr/>
        </p:nvSpPr>
        <p:spPr>
          <a:xfrm>
            <a:off x="39624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2" name="box-31">
            <a:extLst>
              <a:ext uri="{FF2B5EF4-FFF2-40B4-BE49-F238E27FC236}">
                <a16:creationId xmlns:a16="http://schemas.microsoft.com/office/drawing/2014/main" id="{F9D1E87A-15D3-4CB4-8AB5-ECBA3BC222AA}"/>
              </a:ext>
            </a:extLst>
          </p:cNvPr>
          <p:cNvSpPr>
            <a:spLocks noGrp="1"/>
          </p:cNvSpPr>
          <p:nvPr/>
        </p:nvSpPr>
        <p:spPr>
          <a:xfrm>
            <a:off x="4686300" y="4086225"/>
            <a:ext cx="723900" cy="723900"/>
          </a:xfrm>
          <a:prstGeom prst="rect">
            <a:avLst/>
          </a:prstGeom>
          <a:solidFill>
            <a:srgbClr val="EEF5F8"/>
          </a:solidFill>
          <a:ln w="9525">
            <a:solidFill>
              <a:srgbClr val="146995"/>
            </a:solidFill>
          </a:ln>
        </p:spPr>
      </p:sp>
      <p:sp>
        <p:nvSpPr>
          <p:cNvPr id="33" name="box-32">
            <a:extLst>
              <a:ext uri="{FF2B5EF4-FFF2-40B4-BE49-F238E27FC236}">
                <a16:creationId xmlns:a16="http://schemas.microsoft.com/office/drawing/2014/main" id="{84D97FAB-8E3A-4282-94B1-E4400FC81BA2}"/>
              </a:ext>
            </a:extLst>
          </p:cNvPr>
          <p:cNvSpPr>
            <a:spLocks noGrp="1"/>
          </p:cNvSpPr>
          <p:nvPr/>
        </p:nvSpPr>
        <p:spPr>
          <a:xfrm>
            <a:off x="46863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4" name="box-33">
            <a:extLst>
              <a:ext uri="{FF2B5EF4-FFF2-40B4-BE49-F238E27FC236}">
                <a16:creationId xmlns:a16="http://schemas.microsoft.com/office/drawing/2014/main" id="{8D4F2EEA-548B-46DE-87E6-E610DDC605C4}"/>
              </a:ext>
            </a:extLst>
          </p:cNvPr>
          <p:cNvSpPr>
            <a:spLocks noGrp="1"/>
          </p:cNvSpPr>
          <p:nvPr/>
        </p:nvSpPr>
        <p:spPr>
          <a:xfrm>
            <a:off x="5410200" y="4086225"/>
            <a:ext cx="723900" cy="723900"/>
          </a:xfrm>
          <a:prstGeom prst="rect">
            <a:avLst/>
          </a:prstGeom>
          <a:solidFill>
            <a:srgbClr val="EEF5F8"/>
          </a:solidFill>
          <a:ln w="9525">
            <a:solidFill>
              <a:srgbClr val="146995"/>
            </a:solidFill>
          </a:ln>
        </p:spPr>
      </p:sp>
      <p:sp>
        <p:nvSpPr>
          <p:cNvPr id="35" name="box-34">
            <a:extLst>
              <a:ext uri="{FF2B5EF4-FFF2-40B4-BE49-F238E27FC236}">
                <a16:creationId xmlns:a16="http://schemas.microsoft.com/office/drawing/2014/main" id="{CCA5B845-9177-41B0-B90E-64557ED35B5C}"/>
              </a:ext>
            </a:extLst>
          </p:cNvPr>
          <p:cNvSpPr>
            <a:spLocks noGrp="1"/>
          </p:cNvSpPr>
          <p:nvPr/>
        </p:nvSpPr>
        <p:spPr>
          <a:xfrm>
            <a:off x="54102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6" name="box-35">
            <a:extLst>
              <a:ext uri="{FF2B5EF4-FFF2-40B4-BE49-F238E27FC236}">
                <a16:creationId xmlns:a16="http://schemas.microsoft.com/office/drawing/2014/main" id="{E18910DD-0D6C-4132-A3DB-311803157ABB}"/>
              </a:ext>
            </a:extLst>
          </p:cNvPr>
          <p:cNvSpPr>
            <a:spLocks noGrp="1"/>
          </p:cNvSpPr>
          <p:nvPr/>
        </p:nvSpPr>
        <p:spPr>
          <a:xfrm>
            <a:off x="6134100" y="4086225"/>
            <a:ext cx="723900" cy="723900"/>
          </a:xfrm>
          <a:prstGeom prst="rect">
            <a:avLst/>
          </a:prstGeom>
          <a:solidFill>
            <a:srgbClr val="EEF5F8"/>
          </a:solidFill>
          <a:ln w="9525">
            <a:solidFill>
              <a:srgbClr val="146995"/>
            </a:solidFill>
          </a:ln>
        </p:spPr>
      </p:sp>
      <p:sp>
        <p:nvSpPr>
          <p:cNvPr id="37" name="box-36">
            <a:extLst>
              <a:ext uri="{FF2B5EF4-FFF2-40B4-BE49-F238E27FC236}">
                <a16:creationId xmlns:a16="http://schemas.microsoft.com/office/drawing/2014/main" id="{39CD79CF-89A8-4377-8295-5E6A3A3FC92F}"/>
              </a:ext>
            </a:extLst>
          </p:cNvPr>
          <p:cNvSpPr>
            <a:spLocks noGrp="1"/>
          </p:cNvSpPr>
          <p:nvPr/>
        </p:nvSpPr>
        <p:spPr>
          <a:xfrm>
            <a:off x="61341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8" name="box-37">
            <a:extLst>
              <a:ext uri="{FF2B5EF4-FFF2-40B4-BE49-F238E27FC236}">
                <a16:creationId xmlns:a16="http://schemas.microsoft.com/office/drawing/2014/main" id="{D21A95AD-15D6-4A95-AFCE-A32888B35791}"/>
              </a:ext>
            </a:extLst>
          </p:cNvPr>
          <p:cNvSpPr>
            <a:spLocks noGrp="1"/>
          </p:cNvSpPr>
          <p:nvPr/>
        </p:nvSpPr>
        <p:spPr>
          <a:xfrm>
            <a:off x="6858000" y="4086225"/>
            <a:ext cx="723900" cy="723900"/>
          </a:xfrm>
          <a:prstGeom prst="rect">
            <a:avLst/>
          </a:prstGeom>
          <a:solidFill>
            <a:srgbClr val="EEF5F8"/>
          </a:solidFill>
          <a:ln w="9525">
            <a:solidFill>
              <a:srgbClr val="146995"/>
            </a:solidFill>
          </a:ln>
        </p:spPr>
      </p:sp>
      <p:sp>
        <p:nvSpPr>
          <p:cNvPr id="39" name="box-38">
            <a:extLst>
              <a:ext uri="{FF2B5EF4-FFF2-40B4-BE49-F238E27FC236}">
                <a16:creationId xmlns:a16="http://schemas.microsoft.com/office/drawing/2014/main" id="{5880C0BA-99A5-43E0-AAA6-D0CF12517D6A}"/>
              </a:ext>
            </a:extLst>
          </p:cNvPr>
          <p:cNvSpPr>
            <a:spLocks noGrp="1"/>
          </p:cNvSpPr>
          <p:nvPr/>
        </p:nvSpPr>
        <p:spPr>
          <a:xfrm>
            <a:off x="68580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0" name="box-39">
            <a:extLst>
              <a:ext uri="{FF2B5EF4-FFF2-40B4-BE49-F238E27FC236}">
                <a16:creationId xmlns:a16="http://schemas.microsoft.com/office/drawing/2014/main" id="{8F6451A3-9779-40E2-937C-BB46534FF567}"/>
              </a:ext>
            </a:extLst>
          </p:cNvPr>
          <p:cNvSpPr>
            <a:spLocks noGrp="1"/>
          </p:cNvSpPr>
          <p:nvPr/>
        </p:nvSpPr>
        <p:spPr>
          <a:xfrm>
            <a:off x="7581900" y="4086225"/>
            <a:ext cx="723900" cy="723900"/>
          </a:xfrm>
          <a:prstGeom prst="rect">
            <a:avLst/>
          </a:prstGeom>
          <a:solidFill>
            <a:srgbClr val="EEF5F8"/>
          </a:solidFill>
          <a:ln w="9525">
            <a:solidFill>
              <a:srgbClr val="146995"/>
            </a:solidFill>
          </a:ln>
        </p:spPr>
      </p:sp>
      <p:sp>
        <p:nvSpPr>
          <p:cNvPr id="41" name="box-40">
            <a:extLst>
              <a:ext uri="{FF2B5EF4-FFF2-40B4-BE49-F238E27FC236}">
                <a16:creationId xmlns:a16="http://schemas.microsoft.com/office/drawing/2014/main" id="{7C153FD2-1B6C-42D4-9846-6A5C8141D73F}"/>
              </a:ext>
            </a:extLst>
          </p:cNvPr>
          <p:cNvSpPr>
            <a:spLocks noGrp="1"/>
          </p:cNvSpPr>
          <p:nvPr/>
        </p:nvSpPr>
        <p:spPr>
          <a:xfrm>
            <a:off x="7581900" y="4210050"/>
            <a:ext cx="72390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42" name="box-41">
            <a:extLst>
              <a:ext uri="{FF2B5EF4-FFF2-40B4-BE49-F238E27FC236}">
                <a16:creationId xmlns:a16="http://schemas.microsoft.com/office/drawing/2014/main" id="{64541E3D-6D4A-496C-9032-34E53033038E}"/>
              </a:ext>
            </a:extLst>
          </p:cNvPr>
          <p:cNvSpPr>
            <a:spLocks noGrp="1"/>
          </p:cNvSpPr>
          <p:nvPr/>
        </p:nvSpPr>
        <p:spPr>
          <a:xfrm>
            <a:off x="2514600" y="5181600"/>
            <a:ext cx="8572500" cy="47625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4개 + 4개 = 8개를 한 번씩 처리</a:t>
            </a:r>
          </a:p>
        </p:txBody>
      </p:sp>
      <p:sp>
        <p:nvSpPr>
          <p:cNvPr id="43" name="box-42">
            <a:extLst>
              <a:ext uri="{FF2B5EF4-FFF2-40B4-BE49-F238E27FC236}">
                <a16:creationId xmlns:a16="http://schemas.microsoft.com/office/drawing/2014/main" id="{DC6A36EA-6A55-4317-905B-DF3427E1A9C4}"/>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한 번의 작업량은 전체 길이에 비례합니다. 길이가 n이면 O(n)입니다.</a:t>
            </a:r>
          </a:p>
        </p:txBody>
      </p:sp>
    </p:spTree>
    <p:extLst>
      <p:ext uri="{BB962C8B-B14F-4D97-AF65-F5344CB8AC3E}">
        <p14:creationId xmlns:p14="http://schemas.microsoft.com/office/powerpoint/2010/main" val="3989973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C02EC869-D6E1-463F-B086-23D2F0DEBA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9B0230E-912B-4CB9-AFE3-F7C643C1256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07A3A72-5FC4-4AF8-8CF7-78B23113CB1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세 while문의 합은 선형 시간</a:t>
            </a:r>
          </a:p>
        </p:txBody>
      </p:sp>
      <p:sp>
        <p:nvSpPr>
          <p:cNvPr id="4" name="line-1">
            <a:extLst>
              <a:ext uri="{FF2B5EF4-FFF2-40B4-BE49-F238E27FC236}">
                <a16:creationId xmlns:a16="http://schemas.microsoft.com/office/drawing/2014/main" id="{9E92CA8F-BF34-4F37-B61E-0F47816811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5A93BDD-C63A-49B5-9945-D5343614A6E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4BC2DF9-E6C4-461B-8810-87B277FB8CC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5A9F6C66-94BE-4D07-A3C9-658B6876C964}"/>
              </a:ext>
            </a:extLst>
          </p:cNvPr>
          <p:cNvGraphicFramePr/>
          <p:nvPr/>
        </p:nvGraphicFramePr>
        <p:xfrm>
          <a:off x="609600" y="2028825"/>
          <a:ext cx="10972800" cy="2828925"/>
        </p:xfrm>
        <a:graphic>
          <a:graphicData uri="http://schemas.openxmlformats.org/drawingml/2006/table">
            <a:tbl>
              <a:tblPr/>
              <a:tblGrid>
                <a:gridCol w="30480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707231">
                <a:tc>
                  <a:txBody>
                    <a:bodyPr/>
                    <a:lstStyle/>
                    <a:p>
                      <a:pPr algn="ctr"/>
                      <a:r>
                        <a:rPr sz="1875" b="1">
                          <a:solidFill>
                            <a:srgbClr val="FFFFFF"/>
                          </a:solidFill>
                          <a:latin typeface="Malgun Gothic"/>
                          <a:ea typeface="Malgun Gothic"/>
                          <a:cs typeface="Malgun Gothic"/>
                        </a:rPr>
                        <a:t>반복문</a:t>
                      </a:r>
                    </a:p>
                  </a:txBody>
                  <a:tcPr anchor="ctr">
                    <a:solidFill>
                      <a:srgbClr val="151515"/>
                    </a:solidFill>
                  </a:tcPr>
                </a:tc>
                <a:tc>
                  <a:txBody>
                    <a:bodyPr/>
                    <a:lstStyle/>
                    <a:p>
                      <a:pPr algn="ctr"/>
                      <a:r>
                        <a:rPr sz="1875" b="1">
                          <a:solidFill>
                            <a:srgbClr val="FFFFFF"/>
                          </a:solidFill>
                          <a:latin typeface="Malgun Gothic"/>
                          <a:ea typeface="Malgun Gothic"/>
                          <a:cs typeface="Malgun Gothic"/>
                        </a:rPr>
                        <a:t>하는 일</a:t>
                      </a:r>
                    </a:p>
                  </a:txBody>
                  <a:tcPr anchor="ctr">
                    <a:solidFill>
                      <a:srgbClr val="151515"/>
                    </a:solidFill>
                  </a:tcPr>
                </a:tc>
                <a:tc>
                  <a:txBody>
                    <a:bodyPr/>
                    <a:lstStyle/>
                    <a:p>
                      <a:pPr algn="ctr"/>
                      <a:r>
                        <a:rPr sz="1875" b="1">
                          <a:solidFill>
                            <a:srgbClr val="FFFFFF"/>
                          </a:solidFill>
                          <a:latin typeface="Malgun Gothic"/>
                          <a:ea typeface="Malgun Gothic"/>
                          <a:cs typeface="Malgun Gothic"/>
                        </a:rPr>
                        <a:t>진행하는 인덱스</a:t>
                      </a:r>
                    </a:p>
                  </a:txBody>
                  <a:tcPr anchor="ctr">
                    <a:solidFill>
                      <a:srgbClr val="151515"/>
                    </a:solidFill>
                  </a:tcPr>
                </a:tc>
                <a:extLst>
                  <a:ext uri="{0D108BD9-81ED-4DB2-BD59-A6C34878D82A}">
                    <a16:rowId xmlns:a16="http://schemas.microsoft.com/office/drawing/2014/main" val="10000"/>
                  </a:ext>
                </a:extLst>
              </a:tr>
              <a:tr h="707231">
                <a:tc>
                  <a:txBody>
                    <a:bodyPr/>
                    <a:lstStyle/>
                    <a:p>
                      <a:pPr algn="ctr"/>
                      <a:r>
                        <a:rPr sz="1875" b="0">
                          <a:solidFill>
                            <a:srgbClr val="151515"/>
                          </a:solidFill>
                          <a:latin typeface="Malgun Gothic"/>
                          <a:ea typeface="Malgun Gothic"/>
                          <a:cs typeface="Malgun Gothic"/>
                        </a:rPr>
                        <a:t>양쪽을 비교하는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작은 값 하나를 결과에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i 또는 j가 1 증가</a:t>
                      </a:r>
                    </a:p>
                  </a:txBody>
                  <a:tcPr anchor="ctr">
                    <a:solidFill>
                      <a:srgbClr val="FFFFFF"/>
                    </a:solidFill>
                  </a:tcPr>
                </a:tc>
                <a:extLst>
                  <a:ext uri="{0D108BD9-81ED-4DB2-BD59-A6C34878D82A}">
                    <a16:rowId xmlns:a16="http://schemas.microsoft.com/office/drawing/2014/main" val="10001"/>
                  </a:ext>
                </a:extLst>
              </a:tr>
              <a:tr h="707231">
                <a:tc>
                  <a:txBody>
                    <a:bodyPr/>
                    <a:lstStyle/>
                    <a:p>
                      <a:pPr algn="ctr"/>
                      <a:r>
                        <a:rPr sz="1875" b="0">
                          <a:solidFill>
                            <a:srgbClr val="151515"/>
                          </a:solidFill>
                          <a:latin typeface="Malgun Gothic"/>
                          <a:ea typeface="Malgun Gothic"/>
                          <a:cs typeface="Malgun Gothic"/>
                        </a:rPr>
                        <a:t>왼쪽이 남은 while</a:t>
                      </a:r>
                    </a:p>
                  </a:txBody>
                  <a:tcPr anchor="ctr">
                    <a:solidFill>
                      <a:srgbClr val="F1F4F6"/>
                    </a:solidFill>
                  </a:tcPr>
                </a:tc>
                <a:tc>
                  <a:txBody>
                    <a:bodyPr/>
                    <a:lstStyle/>
                    <a:p>
                      <a:pPr algn="ctr"/>
                      <a:r>
                        <a:rPr sz="1875" b="0">
                          <a:solidFill>
                            <a:srgbClr val="151515"/>
                          </a:solidFill>
                          <a:latin typeface="Malgun Gothic"/>
                          <a:ea typeface="Malgun Gothic"/>
                          <a:cs typeface="Malgun Gothic"/>
                        </a:rPr>
                        <a:t>남은 왼쪽 값을 순서대로 넣음</a:t>
                      </a:r>
                    </a:p>
                  </a:txBody>
                  <a:tcPr anchor="ctr">
                    <a:solidFill>
                      <a:srgbClr val="F1F4F6"/>
                    </a:solidFill>
                  </a:tcPr>
                </a:tc>
                <a:tc>
                  <a:txBody>
                    <a:bodyPr/>
                    <a:lstStyle/>
                    <a:p>
                      <a:pPr algn="ctr"/>
                      <a:r>
                        <a:rPr sz="1875" b="0">
                          <a:solidFill>
                            <a:srgbClr val="151515"/>
                          </a:solidFill>
                          <a:latin typeface="Malgun Gothic"/>
                          <a:ea typeface="Malgun Gothic"/>
                          <a:cs typeface="Malgun Gothic"/>
                        </a:rPr>
                        <a:t>i가 1 증가</a:t>
                      </a:r>
                    </a:p>
                  </a:txBody>
                  <a:tcPr anchor="ctr">
                    <a:solidFill>
                      <a:srgbClr val="F1F4F6"/>
                    </a:solidFill>
                  </a:tcPr>
                </a:tc>
                <a:extLst>
                  <a:ext uri="{0D108BD9-81ED-4DB2-BD59-A6C34878D82A}">
                    <a16:rowId xmlns:a16="http://schemas.microsoft.com/office/drawing/2014/main" val="10002"/>
                  </a:ext>
                </a:extLst>
              </a:tr>
              <a:tr h="707231">
                <a:tc>
                  <a:txBody>
                    <a:bodyPr/>
                    <a:lstStyle/>
                    <a:p>
                      <a:pPr algn="ctr"/>
                      <a:r>
                        <a:rPr sz="1875" b="0">
                          <a:solidFill>
                            <a:srgbClr val="151515"/>
                          </a:solidFill>
                          <a:latin typeface="Malgun Gothic"/>
                          <a:ea typeface="Malgun Gothic"/>
                          <a:cs typeface="Malgun Gothic"/>
                        </a:rPr>
                        <a:t>오른쪽이 남은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남은 오른쪽 값을 순서대로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j가 1 증가</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count">
            <a:extLst>
              <a:ext uri="{FF2B5EF4-FFF2-40B4-BE49-F238E27FC236}">
                <a16:creationId xmlns:a16="http://schemas.microsoft.com/office/drawing/2014/main" id="{5678D655-268C-4C71-931F-CF4FF853D51B}"/>
              </a:ext>
            </a:extLst>
          </p:cNvPr>
          <p:cNvSpPr>
            <a:spLocks noGrp="1"/>
          </p:cNvSpPr>
          <p:nvPr/>
        </p:nvSpPr>
        <p:spPr>
          <a:xfrm>
            <a:off x="609600" y="5257800"/>
            <a:ext cx="10972800" cy="47625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세 반복문의 출력 횟수 합 = p + q = n</a:t>
            </a:r>
          </a:p>
        </p:txBody>
      </p:sp>
      <p:sp>
        <p:nvSpPr>
          <p:cNvPr id="9" name="caption">
            <a:extLst>
              <a:ext uri="{FF2B5EF4-FFF2-40B4-BE49-F238E27FC236}">
                <a16:creationId xmlns:a16="http://schemas.microsoft.com/office/drawing/2014/main" id="{BEA5C02B-0DF4-4489-BA4A-63150C98DD9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값 하나는 결과에 한 번만 들어갑니다. 병합 한 번의 시간은 O(n)입니다.</a:t>
            </a:r>
          </a:p>
        </p:txBody>
      </p:sp>
    </p:spTree>
    <p:extLst>
      <p:ext uri="{BB962C8B-B14F-4D97-AF65-F5344CB8AC3E}">
        <p14:creationId xmlns:p14="http://schemas.microsoft.com/office/powerpoint/2010/main" val="39291908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43">
            <a:extLst>
              <a:ext uri="{FF2B5EF4-FFF2-40B4-BE49-F238E27FC236}">
                <a16:creationId xmlns:a16="http://schemas.microsoft.com/office/drawing/2014/main" id="{839B20DB-301C-4106-A0DD-BD39BD591E3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44">
            <a:extLst>
              <a:ext uri="{FF2B5EF4-FFF2-40B4-BE49-F238E27FC236}">
                <a16:creationId xmlns:a16="http://schemas.microsoft.com/office/drawing/2014/main" id="{4203D503-9C6E-4753-854C-8DA836D3A1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45">
            <a:extLst>
              <a:ext uri="{FF2B5EF4-FFF2-40B4-BE49-F238E27FC236}">
                <a16:creationId xmlns:a16="http://schemas.microsoft.com/office/drawing/2014/main" id="{893D6AD7-D891-450B-8CB2-C59D8C626D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병합: 한 층에서 다루는 값은 8개</a:t>
            </a:r>
          </a:p>
        </p:txBody>
      </p:sp>
      <p:sp>
        <p:nvSpPr>
          <p:cNvPr id="4" name="box-46">
            <a:extLst>
              <a:ext uri="{FF2B5EF4-FFF2-40B4-BE49-F238E27FC236}">
                <a16:creationId xmlns:a16="http://schemas.microsoft.com/office/drawing/2014/main" id="{59CD7320-BB25-45B5-A333-1AF627E0FB07}"/>
              </a:ext>
            </a:extLst>
          </p:cNvPr>
          <p:cNvSpPr>
            <a:spLocks noGrp="1"/>
          </p:cNvSpPr>
          <p:nvPr/>
        </p:nvSpPr>
        <p:spPr>
          <a:xfrm>
            <a:off x="609600" y="1381125"/>
            <a:ext cx="10972800" cy="9525"/>
          </a:xfrm>
          <a:prstGeom prst="rect">
            <a:avLst/>
          </a:prstGeom>
          <a:solidFill>
            <a:srgbClr val="151515"/>
          </a:solidFill>
          <a:ln w="0">
            <a:noFill/>
          </a:ln>
        </p:spPr>
      </p:sp>
      <p:sp>
        <p:nvSpPr>
          <p:cNvPr id="5" name="box-47">
            <a:extLst>
              <a:ext uri="{FF2B5EF4-FFF2-40B4-BE49-F238E27FC236}">
                <a16:creationId xmlns:a16="http://schemas.microsoft.com/office/drawing/2014/main" id="{05FBDAA1-5298-40F7-B03A-8B0ED79CF97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022246E-CD07-45A0-8344-90B8D8800FF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7" name="box-49">
            <a:extLst>
              <a:ext uri="{FF2B5EF4-FFF2-40B4-BE49-F238E27FC236}">
                <a16:creationId xmlns:a16="http://schemas.microsoft.com/office/drawing/2014/main" id="{E2DF0183-DC1E-43A8-A4B4-28E823F50B01}"/>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첫 병합 층</a:t>
            </a:r>
          </a:p>
        </p:txBody>
      </p:sp>
      <p:sp>
        <p:nvSpPr>
          <p:cNvPr id="8" name="box-50">
            <a:extLst>
              <a:ext uri="{FF2B5EF4-FFF2-40B4-BE49-F238E27FC236}">
                <a16:creationId xmlns:a16="http://schemas.microsoft.com/office/drawing/2014/main" id="{0A2173D8-D3DF-4E03-ABA2-0415BC27C1BF}"/>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51">
            <a:extLst>
              <a:ext uri="{FF2B5EF4-FFF2-40B4-BE49-F238E27FC236}">
                <a16:creationId xmlns:a16="http://schemas.microsoft.com/office/drawing/2014/main" id="{FC563748-209A-4A00-AF3F-80E5703F59A1}"/>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52">
            <a:extLst>
              <a:ext uri="{FF2B5EF4-FFF2-40B4-BE49-F238E27FC236}">
                <a16:creationId xmlns:a16="http://schemas.microsoft.com/office/drawing/2014/main" id="{7402E5F4-CBEB-4A09-8B9C-F84FDF9534AB}"/>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53">
            <a:extLst>
              <a:ext uri="{FF2B5EF4-FFF2-40B4-BE49-F238E27FC236}">
                <a16:creationId xmlns:a16="http://schemas.microsoft.com/office/drawing/2014/main" id="{3A77C85F-EE1C-431E-AF45-A3D9EEC03BF5}"/>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2" name="box-54">
            <a:extLst>
              <a:ext uri="{FF2B5EF4-FFF2-40B4-BE49-F238E27FC236}">
                <a16:creationId xmlns:a16="http://schemas.microsoft.com/office/drawing/2014/main" id="{CBC094E6-D25C-4D22-BA4C-13181698E8F7}"/>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55">
            <a:extLst>
              <a:ext uri="{FF2B5EF4-FFF2-40B4-BE49-F238E27FC236}">
                <a16:creationId xmlns:a16="http://schemas.microsoft.com/office/drawing/2014/main" id="{B119F46A-31EB-4DCC-972D-6DF5B667DB27}"/>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4" name="box-56">
            <a:extLst>
              <a:ext uri="{FF2B5EF4-FFF2-40B4-BE49-F238E27FC236}">
                <a16:creationId xmlns:a16="http://schemas.microsoft.com/office/drawing/2014/main" id="{2D24D1D3-3620-4D00-B533-5145DF001FF2}"/>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57">
            <a:extLst>
              <a:ext uri="{FF2B5EF4-FFF2-40B4-BE49-F238E27FC236}">
                <a16:creationId xmlns:a16="http://schemas.microsoft.com/office/drawing/2014/main" id="{7C16DFD7-4CDF-4C43-8B4E-7B06FE6F2A4D}"/>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6" name="box-58">
            <a:extLst>
              <a:ext uri="{FF2B5EF4-FFF2-40B4-BE49-F238E27FC236}">
                <a16:creationId xmlns:a16="http://schemas.microsoft.com/office/drawing/2014/main" id="{786EEDCB-2A0C-4DF6-ADE8-646AA2961714}"/>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59">
            <a:extLst>
              <a:ext uri="{FF2B5EF4-FFF2-40B4-BE49-F238E27FC236}">
                <a16:creationId xmlns:a16="http://schemas.microsoft.com/office/drawing/2014/main" id="{D300B742-DCB0-408F-A1E8-5D9EB69BAE42}"/>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60">
            <a:extLst>
              <a:ext uri="{FF2B5EF4-FFF2-40B4-BE49-F238E27FC236}">
                <a16:creationId xmlns:a16="http://schemas.microsoft.com/office/drawing/2014/main" id="{03385899-B228-4CEF-89A1-70196C788D65}"/>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61">
            <a:extLst>
              <a:ext uri="{FF2B5EF4-FFF2-40B4-BE49-F238E27FC236}">
                <a16:creationId xmlns:a16="http://schemas.microsoft.com/office/drawing/2014/main" id="{A41B3A20-53F0-4F65-906A-376FC25BE89B}"/>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62">
            <a:extLst>
              <a:ext uri="{FF2B5EF4-FFF2-40B4-BE49-F238E27FC236}">
                <a16:creationId xmlns:a16="http://schemas.microsoft.com/office/drawing/2014/main" id="{B940D15C-3A94-4060-A34F-DB78DA10C666}"/>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63">
            <a:extLst>
              <a:ext uri="{FF2B5EF4-FFF2-40B4-BE49-F238E27FC236}">
                <a16:creationId xmlns:a16="http://schemas.microsoft.com/office/drawing/2014/main" id="{B9F8F4E7-4005-42B8-8666-CE1B7EAF97BE}"/>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2" name="box-64">
            <a:extLst>
              <a:ext uri="{FF2B5EF4-FFF2-40B4-BE49-F238E27FC236}">
                <a16:creationId xmlns:a16="http://schemas.microsoft.com/office/drawing/2014/main" id="{5AFCC06C-91A0-445C-ADE0-8447EFF43C84}"/>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65">
            <a:extLst>
              <a:ext uri="{FF2B5EF4-FFF2-40B4-BE49-F238E27FC236}">
                <a16:creationId xmlns:a16="http://schemas.microsoft.com/office/drawing/2014/main" id="{B891549A-A7FF-416C-B6FD-6F162FE168F5}"/>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66">
            <a:extLst>
              <a:ext uri="{FF2B5EF4-FFF2-40B4-BE49-F238E27FC236}">
                <a16:creationId xmlns:a16="http://schemas.microsoft.com/office/drawing/2014/main" id="{B4B9D6F2-7535-401B-90D1-EAA46A752801}"/>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67">
            <a:extLst>
              <a:ext uri="{FF2B5EF4-FFF2-40B4-BE49-F238E27FC236}">
                <a16:creationId xmlns:a16="http://schemas.microsoft.com/office/drawing/2014/main" id="{97105441-E29F-4356-936A-7D050CA4697F}"/>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번째 층</a:t>
            </a:r>
          </a:p>
        </p:txBody>
      </p:sp>
      <p:sp>
        <p:nvSpPr>
          <p:cNvPr id="26" name="box-68">
            <a:extLst>
              <a:ext uri="{FF2B5EF4-FFF2-40B4-BE49-F238E27FC236}">
                <a16:creationId xmlns:a16="http://schemas.microsoft.com/office/drawing/2014/main" id="{96421E04-47A5-4BE2-AE1B-7089F2B3225A}"/>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69">
            <a:extLst>
              <a:ext uri="{FF2B5EF4-FFF2-40B4-BE49-F238E27FC236}">
                <a16:creationId xmlns:a16="http://schemas.microsoft.com/office/drawing/2014/main" id="{BFF50D59-41A2-44F6-B040-1B45870410EA}"/>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28" name="box-70">
            <a:extLst>
              <a:ext uri="{FF2B5EF4-FFF2-40B4-BE49-F238E27FC236}">
                <a16:creationId xmlns:a16="http://schemas.microsoft.com/office/drawing/2014/main" id="{8F713331-D5BA-47B7-93D7-A89160619CA4}"/>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71">
            <a:extLst>
              <a:ext uri="{FF2B5EF4-FFF2-40B4-BE49-F238E27FC236}">
                <a16:creationId xmlns:a16="http://schemas.microsoft.com/office/drawing/2014/main" id="{5A262F9F-5BEF-45F8-A017-EC82D5B54DB5}"/>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0" name="box-72">
            <a:extLst>
              <a:ext uri="{FF2B5EF4-FFF2-40B4-BE49-F238E27FC236}">
                <a16:creationId xmlns:a16="http://schemas.microsoft.com/office/drawing/2014/main" id="{3ABFE142-4A37-4841-8781-853154683654}"/>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73">
            <a:extLst>
              <a:ext uri="{FF2B5EF4-FFF2-40B4-BE49-F238E27FC236}">
                <a16:creationId xmlns:a16="http://schemas.microsoft.com/office/drawing/2014/main" id="{7A96D4B8-6D34-419B-A6B3-542B1391E010}"/>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2" name="box-74">
            <a:extLst>
              <a:ext uri="{FF2B5EF4-FFF2-40B4-BE49-F238E27FC236}">
                <a16:creationId xmlns:a16="http://schemas.microsoft.com/office/drawing/2014/main" id="{0C41E5F4-7941-4D3D-86A5-331EFB166351}"/>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75">
            <a:extLst>
              <a:ext uri="{FF2B5EF4-FFF2-40B4-BE49-F238E27FC236}">
                <a16:creationId xmlns:a16="http://schemas.microsoft.com/office/drawing/2014/main" id="{7ED5E732-66A6-4557-A183-BAB3D181CC16}"/>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34" name="box-76">
            <a:extLst>
              <a:ext uri="{FF2B5EF4-FFF2-40B4-BE49-F238E27FC236}">
                <a16:creationId xmlns:a16="http://schemas.microsoft.com/office/drawing/2014/main" id="{64B086E7-69E2-4737-8FA0-E2088293D20E}"/>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77">
            <a:extLst>
              <a:ext uri="{FF2B5EF4-FFF2-40B4-BE49-F238E27FC236}">
                <a16:creationId xmlns:a16="http://schemas.microsoft.com/office/drawing/2014/main" id="{7B20FDB7-E161-4066-A046-D37D6BDB09C8}"/>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36" name="box-78">
            <a:extLst>
              <a:ext uri="{FF2B5EF4-FFF2-40B4-BE49-F238E27FC236}">
                <a16:creationId xmlns:a16="http://schemas.microsoft.com/office/drawing/2014/main" id="{11611267-C325-4E65-A868-115DF1AD10A4}"/>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79">
            <a:extLst>
              <a:ext uri="{FF2B5EF4-FFF2-40B4-BE49-F238E27FC236}">
                <a16:creationId xmlns:a16="http://schemas.microsoft.com/office/drawing/2014/main" id="{96D93E32-CDA9-4711-8D3B-D916B12E79C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8" name="box-80">
            <a:extLst>
              <a:ext uri="{FF2B5EF4-FFF2-40B4-BE49-F238E27FC236}">
                <a16:creationId xmlns:a16="http://schemas.microsoft.com/office/drawing/2014/main" id="{AED43351-0B7D-4DEA-AD43-0A1608CF663C}"/>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81">
            <a:extLst>
              <a:ext uri="{FF2B5EF4-FFF2-40B4-BE49-F238E27FC236}">
                <a16:creationId xmlns:a16="http://schemas.microsoft.com/office/drawing/2014/main" id="{0E00F091-02EF-43AD-AC49-5CA0105A0D5E}"/>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82">
            <a:extLst>
              <a:ext uri="{FF2B5EF4-FFF2-40B4-BE49-F238E27FC236}">
                <a16:creationId xmlns:a16="http://schemas.microsoft.com/office/drawing/2014/main" id="{756ED884-556D-4335-BA73-1EA6140CCC7E}"/>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83">
            <a:extLst>
              <a:ext uri="{FF2B5EF4-FFF2-40B4-BE49-F238E27FC236}">
                <a16:creationId xmlns:a16="http://schemas.microsoft.com/office/drawing/2014/main" id="{A029EBFE-CE8E-49D7-A4DB-0416443F309A}"/>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2" name="box-84">
            <a:extLst>
              <a:ext uri="{FF2B5EF4-FFF2-40B4-BE49-F238E27FC236}">
                <a16:creationId xmlns:a16="http://schemas.microsoft.com/office/drawing/2014/main" id="{89537B3C-460F-4F17-8C76-9E9D250EA755}"/>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85">
            <a:extLst>
              <a:ext uri="{FF2B5EF4-FFF2-40B4-BE49-F238E27FC236}">
                <a16:creationId xmlns:a16="http://schemas.microsoft.com/office/drawing/2014/main" id="{B7BF8ABB-99F2-4637-942E-BC31EA10C453}"/>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마지막 층</a:t>
            </a:r>
          </a:p>
        </p:txBody>
      </p:sp>
      <p:sp>
        <p:nvSpPr>
          <p:cNvPr id="44" name="box-86">
            <a:extLst>
              <a:ext uri="{FF2B5EF4-FFF2-40B4-BE49-F238E27FC236}">
                <a16:creationId xmlns:a16="http://schemas.microsoft.com/office/drawing/2014/main" id="{79A64302-A0D8-4E4F-9B73-DC05E19AFBD4}"/>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87">
            <a:extLst>
              <a:ext uri="{FF2B5EF4-FFF2-40B4-BE49-F238E27FC236}">
                <a16:creationId xmlns:a16="http://schemas.microsoft.com/office/drawing/2014/main" id="{FAC1E49C-D58E-40D7-964B-37697D73CA58}"/>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6" name="box-88">
            <a:extLst>
              <a:ext uri="{FF2B5EF4-FFF2-40B4-BE49-F238E27FC236}">
                <a16:creationId xmlns:a16="http://schemas.microsoft.com/office/drawing/2014/main" id="{E0237EFC-9482-4444-AA63-3C332026ED13}"/>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89">
            <a:extLst>
              <a:ext uri="{FF2B5EF4-FFF2-40B4-BE49-F238E27FC236}">
                <a16:creationId xmlns:a16="http://schemas.microsoft.com/office/drawing/2014/main" id="{B34E246C-BA67-4A60-9FD4-B7136830150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48" name="box-90">
            <a:extLst>
              <a:ext uri="{FF2B5EF4-FFF2-40B4-BE49-F238E27FC236}">
                <a16:creationId xmlns:a16="http://schemas.microsoft.com/office/drawing/2014/main" id="{B8A61D11-F62D-46D7-967E-31E028BC8B1C}"/>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91">
            <a:extLst>
              <a:ext uri="{FF2B5EF4-FFF2-40B4-BE49-F238E27FC236}">
                <a16:creationId xmlns:a16="http://schemas.microsoft.com/office/drawing/2014/main" id="{7AA58DE9-E21A-4DFB-98AE-1E3EAA893D4D}"/>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50" name="box-92">
            <a:extLst>
              <a:ext uri="{FF2B5EF4-FFF2-40B4-BE49-F238E27FC236}">
                <a16:creationId xmlns:a16="http://schemas.microsoft.com/office/drawing/2014/main" id="{8C6B4DCC-BA39-44FD-BF7B-39C80BC02DB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93">
            <a:extLst>
              <a:ext uri="{FF2B5EF4-FFF2-40B4-BE49-F238E27FC236}">
                <a16:creationId xmlns:a16="http://schemas.microsoft.com/office/drawing/2014/main" id="{93A1AECD-DAC4-46AE-9BCD-FDEB10CB4D9B}"/>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52" name="box-94">
            <a:extLst>
              <a:ext uri="{FF2B5EF4-FFF2-40B4-BE49-F238E27FC236}">
                <a16:creationId xmlns:a16="http://schemas.microsoft.com/office/drawing/2014/main" id="{1A60CDCD-F7EC-4B6E-A274-08A535FB6777}"/>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95">
            <a:extLst>
              <a:ext uri="{FF2B5EF4-FFF2-40B4-BE49-F238E27FC236}">
                <a16:creationId xmlns:a16="http://schemas.microsoft.com/office/drawing/2014/main" id="{621D0552-4B60-498E-9414-D6D2B78FA02C}"/>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4" name="box-96">
            <a:extLst>
              <a:ext uri="{FF2B5EF4-FFF2-40B4-BE49-F238E27FC236}">
                <a16:creationId xmlns:a16="http://schemas.microsoft.com/office/drawing/2014/main" id="{D8A2330E-4B45-4132-9933-EA2A739CD44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97">
            <a:extLst>
              <a:ext uri="{FF2B5EF4-FFF2-40B4-BE49-F238E27FC236}">
                <a16:creationId xmlns:a16="http://schemas.microsoft.com/office/drawing/2014/main" id="{5361C92D-6F5D-4F9C-B821-76D4E291CAC8}"/>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56" name="box-98">
            <a:extLst>
              <a:ext uri="{FF2B5EF4-FFF2-40B4-BE49-F238E27FC236}">
                <a16:creationId xmlns:a16="http://schemas.microsoft.com/office/drawing/2014/main" id="{4B4812B6-EFBA-4A7A-B30D-46526FCC289D}"/>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99">
            <a:extLst>
              <a:ext uri="{FF2B5EF4-FFF2-40B4-BE49-F238E27FC236}">
                <a16:creationId xmlns:a16="http://schemas.microsoft.com/office/drawing/2014/main" id="{2703414C-63DE-4177-B24B-4D5981840A5F}"/>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8" name="box-100">
            <a:extLst>
              <a:ext uri="{FF2B5EF4-FFF2-40B4-BE49-F238E27FC236}">
                <a16:creationId xmlns:a16="http://schemas.microsoft.com/office/drawing/2014/main" id="{3FFA9896-B48D-47AC-8120-DD4B1C737446}"/>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101">
            <a:extLst>
              <a:ext uri="{FF2B5EF4-FFF2-40B4-BE49-F238E27FC236}">
                <a16:creationId xmlns:a16="http://schemas.microsoft.com/office/drawing/2014/main" id="{C78BA347-D919-4C3D-9B39-1F92EF7D5D2A}"/>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60" name="box-102">
            <a:extLst>
              <a:ext uri="{FF2B5EF4-FFF2-40B4-BE49-F238E27FC236}">
                <a16:creationId xmlns:a16="http://schemas.microsoft.com/office/drawing/2014/main" id="{C3DF6E71-78D8-44E8-8AB4-D65043D4D2E1}"/>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103">
            <a:extLst>
              <a:ext uri="{FF2B5EF4-FFF2-40B4-BE49-F238E27FC236}">
                <a16:creationId xmlns:a16="http://schemas.microsoft.com/office/drawing/2014/main" id="{C6567830-B3B7-4F9F-B312-9DBBD6273824}"/>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8 + 8 + 8 = 24번</a:t>
            </a:r>
          </a:p>
        </p:txBody>
      </p:sp>
      <p:sp>
        <p:nvSpPr>
          <p:cNvPr id="62" name="box-104">
            <a:extLst>
              <a:ext uri="{FF2B5EF4-FFF2-40B4-BE49-F238E27FC236}">
                <a16:creationId xmlns:a16="http://schemas.microsoft.com/office/drawing/2014/main" id="{5AA6EC53-FA67-485D-9BFC-AC58457F5E3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각 값이 결과에 들어가는 횟수를 셉니다. 한 원소에서 바로 반환하는 비용은 별도로 있습니다.</a:t>
            </a:r>
          </a:p>
        </p:txBody>
      </p:sp>
    </p:spTree>
    <p:extLst>
      <p:ext uri="{BB962C8B-B14F-4D97-AF65-F5344CB8AC3E}">
        <p14:creationId xmlns:p14="http://schemas.microsoft.com/office/powerpoint/2010/main" val="11058578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105">
            <a:extLst>
              <a:ext uri="{FF2B5EF4-FFF2-40B4-BE49-F238E27FC236}">
                <a16:creationId xmlns:a16="http://schemas.microsoft.com/office/drawing/2014/main" id="{6461F685-A47B-4454-B831-FD1DF24CA36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06">
            <a:extLst>
              <a:ext uri="{FF2B5EF4-FFF2-40B4-BE49-F238E27FC236}">
                <a16:creationId xmlns:a16="http://schemas.microsoft.com/office/drawing/2014/main" id="{1DD58FEC-6DA3-4369-8D3E-623F997904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07">
            <a:extLst>
              <a:ext uri="{FF2B5EF4-FFF2-40B4-BE49-F238E27FC236}">
                <a16:creationId xmlns:a16="http://schemas.microsoft.com/office/drawing/2014/main" id="{7B1A647D-B4A9-47B2-9D53-01C097666A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log₂8 = 3: 반으로 나누는 횟수가 3번</a:t>
            </a:r>
          </a:p>
        </p:txBody>
      </p:sp>
      <p:sp>
        <p:nvSpPr>
          <p:cNvPr id="4" name="box-108">
            <a:extLst>
              <a:ext uri="{FF2B5EF4-FFF2-40B4-BE49-F238E27FC236}">
                <a16:creationId xmlns:a16="http://schemas.microsoft.com/office/drawing/2014/main" id="{D19A1DC0-DB88-497E-951B-8B907E59D0D5}"/>
              </a:ext>
            </a:extLst>
          </p:cNvPr>
          <p:cNvSpPr>
            <a:spLocks noGrp="1"/>
          </p:cNvSpPr>
          <p:nvPr/>
        </p:nvSpPr>
        <p:spPr>
          <a:xfrm>
            <a:off x="609600" y="1381125"/>
            <a:ext cx="10972800" cy="9525"/>
          </a:xfrm>
          <a:prstGeom prst="rect">
            <a:avLst/>
          </a:prstGeom>
          <a:solidFill>
            <a:srgbClr val="151515"/>
          </a:solidFill>
          <a:ln w="0">
            <a:noFill/>
          </a:ln>
        </p:spPr>
      </p:sp>
      <p:sp>
        <p:nvSpPr>
          <p:cNvPr id="5" name="box-109">
            <a:extLst>
              <a:ext uri="{FF2B5EF4-FFF2-40B4-BE49-F238E27FC236}">
                <a16:creationId xmlns:a16="http://schemas.microsoft.com/office/drawing/2014/main" id="{98A666AD-2802-40A6-9D3A-D9B4953FE6C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E7908D-3FC4-4DF3-A4FE-AB3406B1AF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53</a:t>
            </a:r>
            <a:endParaRPr sz="1050" b="0">
              <a:solidFill>
                <a:srgbClr val="151515"/>
              </a:solidFill>
              <a:latin typeface="Consolas"/>
              <a:ea typeface="Consolas"/>
              <a:cs typeface="Consolas"/>
            </a:endParaRPr>
          </a:p>
        </p:txBody>
      </p:sp>
      <p:sp>
        <p:nvSpPr>
          <p:cNvPr id="7" name="box-111">
            <a:extLst>
              <a:ext uri="{FF2B5EF4-FFF2-40B4-BE49-F238E27FC236}">
                <a16:creationId xmlns:a16="http://schemas.microsoft.com/office/drawing/2014/main" id="{181F9234-35FD-4950-B15A-C98DA0EB97BE}"/>
              </a:ext>
            </a:extLst>
          </p:cNvPr>
          <p:cNvSpPr>
            <a:spLocks noGrp="1"/>
          </p:cNvSpPr>
          <p:nvPr/>
        </p:nvSpPr>
        <p:spPr>
          <a:xfrm>
            <a:off x="990600" y="2209800"/>
            <a:ext cx="1695450" cy="895350"/>
          </a:xfrm>
          <a:prstGeom prst="rect">
            <a:avLst/>
          </a:prstGeom>
          <a:solidFill>
            <a:srgbClr val="EEF5F8"/>
          </a:solidFill>
          <a:ln w="9525">
            <a:solidFill>
              <a:srgbClr val="146995"/>
            </a:solidFill>
          </a:ln>
        </p:spPr>
      </p:sp>
      <p:sp>
        <p:nvSpPr>
          <p:cNvPr id="8" name="box-112">
            <a:extLst>
              <a:ext uri="{FF2B5EF4-FFF2-40B4-BE49-F238E27FC236}">
                <a16:creationId xmlns:a16="http://schemas.microsoft.com/office/drawing/2014/main" id="{9A8EC108-CB83-4DF0-BF05-5981762B4A54}"/>
              </a:ext>
            </a:extLst>
          </p:cNvPr>
          <p:cNvSpPr>
            <a:spLocks noGrp="1"/>
          </p:cNvSpPr>
          <p:nvPr/>
        </p:nvSpPr>
        <p:spPr>
          <a:xfrm>
            <a:off x="9906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8</a:t>
            </a:r>
          </a:p>
        </p:txBody>
      </p:sp>
      <p:sp>
        <p:nvSpPr>
          <p:cNvPr id="9" name="box-113">
            <a:extLst>
              <a:ext uri="{FF2B5EF4-FFF2-40B4-BE49-F238E27FC236}">
                <a16:creationId xmlns:a16="http://schemas.microsoft.com/office/drawing/2014/main" id="{CC2576B0-DE1F-4638-9073-BB4F69291BFB}"/>
              </a:ext>
            </a:extLst>
          </p:cNvPr>
          <p:cNvSpPr>
            <a:spLocks noGrp="1"/>
          </p:cNvSpPr>
          <p:nvPr/>
        </p:nvSpPr>
        <p:spPr>
          <a:xfrm>
            <a:off x="27717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0" name="box-114">
            <a:extLst>
              <a:ext uri="{FF2B5EF4-FFF2-40B4-BE49-F238E27FC236}">
                <a16:creationId xmlns:a16="http://schemas.microsoft.com/office/drawing/2014/main" id="{98A92415-45DD-4655-9328-D25C710A20F5}"/>
              </a:ext>
            </a:extLst>
          </p:cNvPr>
          <p:cNvSpPr>
            <a:spLocks noGrp="1"/>
          </p:cNvSpPr>
          <p:nvPr/>
        </p:nvSpPr>
        <p:spPr>
          <a:xfrm>
            <a:off x="27622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1번째</a:t>
            </a:r>
          </a:p>
        </p:txBody>
      </p:sp>
      <p:sp>
        <p:nvSpPr>
          <p:cNvPr id="11" name="box-115">
            <a:extLst>
              <a:ext uri="{FF2B5EF4-FFF2-40B4-BE49-F238E27FC236}">
                <a16:creationId xmlns:a16="http://schemas.microsoft.com/office/drawing/2014/main" id="{6A03BE26-D73B-4A48-8DAD-44ABCAA4DC64}"/>
              </a:ext>
            </a:extLst>
          </p:cNvPr>
          <p:cNvSpPr>
            <a:spLocks noGrp="1"/>
          </p:cNvSpPr>
          <p:nvPr/>
        </p:nvSpPr>
        <p:spPr>
          <a:xfrm>
            <a:off x="3829050" y="2209800"/>
            <a:ext cx="1695450" cy="895350"/>
          </a:xfrm>
          <a:prstGeom prst="rect">
            <a:avLst/>
          </a:prstGeom>
          <a:solidFill>
            <a:srgbClr val="EEF5F8"/>
          </a:solidFill>
          <a:ln w="9525">
            <a:solidFill>
              <a:srgbClr val="146995"/>
            </a:solidFill>
          </a:ln>
        </p:spPr>
      </p:sp>
      <p:sp>
        <p:nvSpPr>
          <p:cNvPr id="12" name="box-116">
            <a:extLst>
              <a:ext uri="{FF2B5EF4-FFF2-40B4-BE49-F238E27FC236}">
                <a16:creationId xmlns:a16="http://schemas.microsoft.com/office/drawing/2014/main" id="{5F08099C-9823-448F-94D8-3A22451C5E93}"/>
              </a:ext>
            </a:extLst>
          </p:cNvPr>
          <p:cNvSpPr>
            <a:spLocks noGrp="1"/>
          </p:cNvSpPr>
          <p:nvPr/>
        </p:nvSpPr>
        <p:spPr>
          <a:xfrm>
            <a:off x="38290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4</a:t>
            </a:r>
          </a:p>
        </p:txBody>
      </p:sp>
      <p:sp>
        <p:nvSpPr>
          <p:cNvPr id="13" name="box-117">
            <a:extLst>
              <a:ext uri="{FF2B5EF4-FFF2-40B4-BE49-F238E27FC236}">
                <a16:creationId xmlns:a16="http://schemas.microsoft.com/office/drawing/2014/main" id="{2BDE9583-EF9A-4544-8056-F0FD0EF95D79}"/>
              </a:ext>
            </a:extLst>
          </p:cNvPr>
          <p:cNvSpPr>
            <a:spLocks noGrp="1"/>
          </p:cNvSpPr>
          <p:nvPr/>
        </p:nvSpPr>
        <p:spPr>
          <a:xfrm>
            <a:off x="561022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4" name="box-118">
            <a:extLst>
              <a:ext uri="{FF2B5EF4-FFF2-40B4-BE49-F238E27FC236}">
                <a16:creationId xmlns:a16="http://schemas.microsoft.com/office/drawing/2014/main" id="{1B7E39D1-F521-4D2F-9749-EACFCC04C76E}"/>
              </a:ext>
            </a:extLst>
          </p:cNvPr>
          <p:cNvSpPr>
            <a:spLocks noGrp="1"/>
          </p:cNvSpPr>
          <p:nvPr/>
        </p:nvSpPr>
        <p:spPr>
          <a:xfrm>
            <a:off x="560070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2번째</a:t>
            </a:r>
          </a:p>
        </p:txBody>
      </p:sp>
      <p:sp>
        <p:nvSpPr>
          <p:cNvPr id="15" name="box-119">
            <a:extLst>
              <a:ext uri="{FF2B5EF4-FFF2-40B4-BE49-F238E27FC236}">
                <a16:creationId xmlns:a16="http://schemas.microsoft.com/office/drawing/2014/main" id="{BD9B5C00-75DF-4E34-BE06-5EE0B7E605A0}"/>
              </a:ext>
            </a:extLst>
          </p:cNvPr>
          <p:cNvSpPr>
            <a:spLocks noGrp="1"/>
          </p:cNvSpPr>
          <p:nvPr/>
        </p:nvSpPr>
        <p:spPr>
          <a:xfrm>
            <a:off x="6667500" y="2209800"/>
            <a:ext cx="1695450" cy="895350"/>
          </a:xfrm>
          <a:prstGeom prst="rect">
            <a:avLst/>
          </a:prstGeom>
          <a:solidFill>
            <a:srgbClr val="EEF5F8"/>
          </a:solidFill>
          <a:ln w="9525">
            <a:solidFill>
              <a:srgbClr val="146995"/>
            </a:solidFill>
          </a:ln>
        </p:spPr>
      </p:sp>
      <p:sp>
        <p:nvSpPr>
          <p:cNvPr id="16" name="box-120">
            <a:extLst>
              <a:ext uri="{FF2B5EF4-FFF2-40B4-BE49-F238E27FC236}">
                <a16:creationId xmlns:a16="http://schemas.microsoft.com/office/drawing/2014/main" id="{C4EDBD57-3A6A-47B5-A011-153EFE596733}"/>
              </a:ext>
            </a:extLst>
          </p:cNvPr>
          <p:cNvSpPr>
            <a:spLocks noGrp="1"/>
          </p:cNvSpPr>
          <p:nvPr/>
        </p:nvSpPr>
        <p:spPr>
          <a:xfrm>
            <a:off x="666750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2</a:t>
            </a:r>
          </a:p>
        </p:txBody>
      </p:sp>
      <p:sp>
        <p:nvSpPr>
          <p:cNvPr id="17" name="box-121">
            <a:extLst>
              <a:ext uri="{FF2B5EF4-FFF2-40B4-BE49-F238E27FC236}">
                <a16:creationId xmlns:a16="http://schemas.microsoft.com/office/drawing/2014/main" id="{ABDAA18E-D387-4CA9-B189-2C11908E3241}"/>
              </a:ext>
            </a:extLst>
          </p:cNvPr>
          <p:cNvSpPr>
            <a:spLocks noGrp="1"/>
          </p:cNvSpPr>
          <p:nvPr/>
        </p:nvSpPr>
        <p:spPr>
          <a:xfrm>
            <a:off x="8448675" y="2419350"/>
            <a:ext cx="1047750" cy="400050"/>
          </a:xfrm>
          <a:prstGeom prst="rect">
            <a:avLst/>
          </a:prstGeom>
          <a:noFill/>
          <a:ln w="0">
            <a:noFill/>
          </a:ln>
        </p:spPr>
        <p:txBody>
          <a:bodyPr wrap="none" lIns="0" tIns="0" rIns="0" bIns="0" anchor="t">
            <a:noAutofit/>
          </a:bodyPr>
          <a:lstStyle>
            <a:defPPr algn="ctr">
              <a:defRPr sz="2175" b="0">
                <a:solidFill>
                  <a:srgbClr val="151515"/>
                </a:solidFill>
                <a:latin typeface="Malgun Gothic"/>
                <a:ea typeface="Malgun Gothic"/>
                <a:cs typeface="Malgun Gothic"/>
              </a:defRPr>
            </a:defPPr>
          </a:lstStyle>
          <a:p>
            <a:pPr algn="ctr">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 2</a:t>
            </a:r>
          </a:p>
        </p:txBody>
      </p:sp>
      <p:sp>
        <p:nvSpPr>
          <p:cNvPr id="18" name="box-122">
            <a:extLst>
              <a:ext uri="{FF2B5EF4-FFF2-40B4-BE49-F238E27FC236}">
                <a16:creationId xmlns:a16="http://schemas.microsoft.com/office/drawing/2014/main" id="{0299931F-E828-4333-B2DA-EB99E626275B}"/>
              </a:ext>
            </a:extLst>
          </p:cNvPr>
          <p:cNvSpPr>
            <a:spLocks noGrp="1"/>
          </p:cNvSpPr>
          <p:nvPr/>
        </p:nvSpPr>
        <p:spPr>
          <a:xfrm>
            <a:off x="8439150" y="3000375"/>
            <a:ext cx="1066800" cy="352425"/>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3번째</a:t>
            </a:r>
          </a:p>
        </p:txBody>
      </p:sp>
      <p:sp>
        <p:nvSpPr>
          <p:cNvPr id="19" name="box-123">
            <a:extLst>
              <a:ext uri="{FF2B5EF4-FFF2-40B4-BE49-F238E27FC236}">
                <a16:creationId xmlns:a16="http://schemas.microsoft.com/office/drawing/2014/main" id="{E8EA0DA1-37E8-4DDD-86D5-3166FD68D0D2}"/>
              </a:ext>
            </a:extLst>
          </p:cNvPr>
          <p:cNvSpPr>
            <a:spLocks noGrp="1"/>
          </p:cNvSpPr>
          <p:nvPr/>
        </p:nvSpPr>
        <p:spPr>
          <a:xfrm>
            <a:off x="9505950" y="2209800"/>
            <a:ext cx="1695450" cy="895350"/>
          </a:xfrm>
          <a:prstGeom prst="rect">
            <a:avLst/>
          </a:prstGeom>
          <a:solidFill>
            <a:srgbClr val="EEF5F8"/>
          </a:solidFill>
          <a:ln w="9525">
            <a:solidFill>
              <a:srgbClr val="146995"/>
            </a:solidFill>
          </a:ln>
        </p:spPr>
      </p:sp>
      <p:sp>
        <p:nvSpPr>
          <p:cNvPr id="20" name="box-124">
            <a:extLst>
              <a:ext uri="{FF2B5EF4-FFF2-40B4-BE49-F238E27FC236}">
                <a16:creationId xmlns:a16="http://schemas.microsoft.com/office/drawing/2014/main" id="{9F36CCC5-D5EA-415C-B06A-42A29215603B}"/>
              </a:ext>
            </a:extLst>
          </p:cNvPr>
          <p:cNvSpPr>
            <a:spLocks noGrp="1"/>
          </p:cNvSpPr>
          <p:nvPr/>
        </p:nvSpPr>
        <p:spPr>
          <a:xfrm>
            <a:off x="9505950" y="2381250"/>
            <a:ext cx="1695450" cy="571500"/>
          </a:xfrm>
          <a:prstGeom prst="rect">
            <a:avLst/>
          </a:prstGeom>
          <a:noFill/>
          <a:ln w="0">
            <a:noFill/>
          </a:ln>
        </p:spPr>
        <p:txBody>
          <a:bodyPr wrap="none" lIns="0" tIns="0" rIns="0" bIns="0" anchor="t">
            <a:noAutofit/>
          </a:bodyPr>
          <a:lstStyle>
            <a:defPPr algn="ctr">
              <a:defRPr sz="3300" b="1">
                <a:solidFill>
                  <a:srgbClr val="146995"/>
                </a:solidFill>
                <a:latin typeface="Malgun Gothic"/>
                <a:ea typeface="Malgun Gothic"/>
                <a:cs typeface="Malgun Gothic"/>
              </a:defRPr>
            </a:defPPr>
          </a:lstStyle>
          <a:p>
            <a:pPr algn="ctr">
              <a:lnSpc>
                <a:spcPct val="112000"/>
              </a:lnSpc>
              <a:buNone/>
              <a:defRPr sz="3300" b="1">
                <a:solidFill>
                  <a:srgbClr val="146995"/>
                </a:solidFill>
                <a:latin typeface="Malgun Gothic"/>
                <a:ea typeface="Malgun Gothic"/>
                <a:cs typeface="Malgun Gothic"/>
              </a:defRPr>
            </a:pPr>
            <a:r>
              <a:rPr sz="3300" b="1">
                <a:solidFill>
                  <a:srgbClr val="146995"/>
                </a:solidFill>
                <a:latin typeface="Malgun Gothic"/>
                <a:ea typeface="Malgun Gothic"/>
                <a:cs typeface="Malgun Gothic"/>
              </a:rPr>
              <a:t>1</a:t>
            </a:r>
          </a:p>
        </p:txBody>
      </p:sp>
      <p:sp>
        <p:nvSpPr>
          <p:cNvPr id="21" name="box-125">
            <a:extLst>
              <a:ext uri="{FF2B5EF4-FFF2-40B4-BE49-F238E27FC236}">
                <a16:creationId xmlns:a16="http://schemas.microsoft.com/office/drawing/2014/main" id="{8B2EBDD5-861B-4343-AD9D-33A7AD7E7998}"/>
              </a:ext>
            </a:extLst>
          </p:cNvPr>
          <p:cNvSpPr>
            <a:spLocks noGrp="1"/>
          </p:cNvSpPr>
          <p:nvPr/>
        </p:nvSpPr>
        <p:spPr>
          <a:xfrm>
            <a:off x="990600" y="3876675"/>
            <a:ext cx="10382250" cy="457200"/>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8에서 1까지 줄이는 횟수: 3번</a:t>
            </a:r>
          </a:p>
        </p:txBody>
      </p:sp>
      <p:sp>
        <p:nvSpPr>
          <p:cNvPr id="22" name="box-126">
            <a:extLst>
              <a:ext uri="{FF2B5EF4-FFF2-40B4-BE49-F238E27FC236}">
                <a16:creationId xmlns:a16="http://schemas.microsoft.com/office/drawing/2014/main" id="{3584BD6B-448C-4D01-81AD-C2E3234571CE}"/>
              </a:ext>
            </a:extLst>
          </p:cNvPr>
          <p:cNvSpPr>
            <a:spLocks noGrp="1"/>
          </p:cNvSpPr>
          <p:nvPr/>
        </p:nvSpPr>
        <p:spPr>
          <a:xfrm>
            <a:off x="990600" y="4705350"/>
            <a:ext cx="10382250" cy="542925"/>
          </a:xfrm>
          <a:prstGeom prst="rect">
            <a:avLst/>
          </a:prstGeom>
          <a:noFill/>
          <a:ln w="0">
            <a:noFill/>
          </a:ln>
        </p:spPr>
        <p:txBody>
          <a:bodyPr wrap="none" lIns="0" tIns="0" rIns="0" bIns="0" anchor="t">
            <a:noAutofit/>
          </a:bodyPr>
          <a:lstStyle>
            <a:defPPr algn="l">
              <a:defRPr sz="3150" b="1">
                <a:solidFill>
                  <a:srgbClr val="146995"/>
                </a:solidFill>
                <a:latin typeface="Consolas"/>
                <a:ea typeface="Consolas"/>
                <a:cs typeface="Consolas"/>
              </a:defRPr>
            </a:defPPr>
          </a:lstStyle>
          <a:p>
            <a:pPr algn="l">
              <a:lnSpc>
                <a:spcPct val="112000"/>
              </a:lnSpc>
              <a:buNone/>
              <a:defRPr sz="3150" b="1">
                <a:solidFill>
                  <a:srgbClr val="146995"/>
                </a:solidFill>
                <a:latin typeface="Consolas"/>
                <a:ea typeface="Consolas"/>
                <a:cs typeface="Consolas"/>
              </a:defRPr>
            </a:pPr>
            <a:r>
              <a:rPr sz="3150" b="1">
                <a:solidFill>
                  <a:srgbClr val="146995"/>
                </a:solidFill>
                <a:latin typeface="Consolas"/>
                <a:ea typeface="Consolas"/>
                <a:cs typeface="Consolas"/>
              </a:rPr>
              <a:t>log₂8 = 3</a:t>
            </a:r>
          </a:p>
        </p:txBody>
      </p:sp>
      <p:sp>
        <p:nvSpPr>
          <p:cNvPr id="23" name="box-127">
            <a:extLst>
              <a:ext uri="{FF2B5EF4-FFF2-40B4-BE49-F238E27FC236}">
                <a16:creationId xmlns:a16="http://schemas.microsoft.com/office/drawing/2014/main" id="{0024D98B-3004-4E1F-A78A-783F06716589}"/>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log₂16 = 4, log₂32 = 5. 원소 수를 두 배로 늘리면 병합 층이 하나 늘어납니다.</a:t>
            </a:r>
          </a:p>
        </p:txBody>
      </p:sp>
    </p:spTree>
    <p:extLst>
      <p:ext uri="{BB962C8B-B14F-4D97-AF65-F5344CB8AC3E}">
        <p14:creationId xmlns:p14="http://schemas.microsoft.com/office/powerpoint/2010/main" val="14471212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128">
            <a:extLst>
              <a:ext uri="{FF2B5EF4-FFF2-40B4-BE49-F238E27FC236}">
                <a16:creationId xmlns:a16="http://schemas.microsoft.com/office/drawing/2014/main" id="{DFE993B7-74F2-479F-B86D-AACA48BDA14D}"/>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29">
            <a:extLst>
              <a:ext uri="{FF2B5EF4-FFF2-40B4-BE49-F238E27FC236}">
                <a16:creationId xmlns:a16="http://schemas.microsoft.com/office/drawing/2014/main" id="{FC205785-0657-4EAA-A14C-B6FFD7F849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0">
            <a:extLst>
              <a:ext uri="{FF2B5EF4-FFF2-40B4-BE49-F238E27FC236}">
                <a16:creationId xmlns:a16="http://schemas.microsoft.com/office/drawing/2014/main" id="{710DD329-2EEF-41B7-9AD0-68EB31A44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n log n: 한 층의 작업량에 층 수를 곱합니다</a:t>
            </a:r>
          </a:p>
        </p:txBody>
      </p:sp>
      <p:sp>
        <p:nvSpPr>
          <p:cNvPr id="4" name="box-131">
            <a:extLst>
              <a:ext uri="{FF2B5EF4-FFF2-40B4-BE49-F238E27FC236}">
                <a16:creationId xmlns:a16="http://schemas.microsoft.com/office/drawing/2014/main" id="{18AA861D-525B-4E17-9AAF-F3672383C4D0}"/>
              </a:ext>
            </a:extLst>
          </p:cNvPr>
          <p:cNvSpPr>
            <a:spLocks noGrp="1"/>
          </p:cNvSpPr>
          <p:nvPr/>
        </p:nvSpPr>
        <p:spPr>
          <a:xfrm>
            <a:off x="609600" y="1381125"/>
            <a:ext cx="10972800" cy="9525"/>
          </a:xfrm>
          <a:prstGeom prst="rect">
            <a:avLst/>
          </a:prstGeom>
          <a:solidFill>
            <a:srgbClr val="151515"/>
          </a:solidFill>
          <a:ln w="0">
            <a:noFill/>
          </a:ln>
        </p:spPr>
      </p:sp>
      <p:sp>
        <p:nvSpPr>
          <p:cNvPr id="5" name="box-132">
            <a:extLst>
              <a:ext uri="{FF2B5EF4-FFF2-40B4-BE49-F238E27FC236}">
                <a16:creationId xmlns:a16="http://schemas.microsoft.com/office/drawing/2014/main" id="{0A420F9C-660F-4F73-A200-FA9262E4C0A3}"/>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267B88C-23D2-47CD-82B8-D617A8A0543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73630401-E372-4DD0-AD0B-6BA17B2961E9}"/>
              </a:ext>
            </a:extLst>
          </p:cNvPr>
          <p:cNvGraphicFramePr/>
          <p:nvPr/>
        </p:nvGraphicFramePr>
        <p:xfrm>
          <a:off x="609600" y="2019300"/>
          <a:ext cx="10972800" cy="2686050"/>
        </p:xfrm>
        <a:graphic>
          <a:graphicData uri="http://schemas.openxmlformats.org/drawingml/2006/table">
            <a:tbl>
              <a:tblPr/>
              <a:tblGrid>
                <a:gridCol w="32385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591050">
                  <a:extLst>
                    <a:ext uri="{9D8B030D-6E8A-4147-A177-3AD203B41FA5}">
                      <a16:colId xmlns:a16="http://schemas.microsoft.com/office/drawing/2014/main" val="20002"/>
                    </a:ext>
                  </a:extLst>
                </a:gridCol>
              </a:tblGrid>
              <a:tr h="671513">
                <a:tc>
                  <a:txBody>
                    <a:bodyPr/>
                    <a:lstStyle/>
                    <a:p>
                      <a:pPr algn="ctr"/>
                      <a:r>
                        <a:rPr sz="2175" b="1">
                          <a:solidFill>
                            <a:srgbClr val="FFFFFF"/>
                          </a:solidFill>
                          <a:latin typeface="Malgun Gothic"/>
                          <a:ea typeface="Malgun Gothic"/>
                          <a:cs typeface="Malgun Gothic"/>
                        </a:rPr>
                        <a:t>원소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병합 층 수</a:t>
                      </a:r>
                    </a:p>
                  </a:txBody>
                  <a:tcPr anchor="ctr">
                    <a:solidFill>
                      <a:srgbClr val="151515"/>
                    </a:solidFill>
                  </a:tcPr>
                </a:tc>
                <a:tc>
                  <a:txBody>
                    <a:bodyPr/>
                    <a:lstStyle/>
                    <a:p>
                      <a:pPr algn="ctr"/>
                      <a:r>
                        <a:rPr sz="2175" b="1">
                          <a:solidFill>
                            <a:srgbClr val="FFFFFF"/>
                          </a:solidFill>
                          <a:latin typeface="Malgun Gothic"/>
                          <a:ea typeface="Malgun Gothic"/>
                          <a:cs typeface="Malgun Gothic"/>
                        </a:rPr>
                        <a:t>결과에 넣는 횟수</a:t>
                      </a:r>
                    </a:p>
                  </a:txBody>
                  <a:tcPr anchor="ctr">
                    <a:solidFill>
                      <a:srgbClr val="151515"/>
                    </a:solidFill>
                  </a:tcPr>
                </a:tc>
                <a:extLst>
                  <a:ext uri="{0D108BD9-81ED-4DB2-BD59-A6C34878D82A}">
                    <a16:rowId xmlns:a16="http://schemas.microsoft.com/office/drawing/2014/main" val="10000"/>
                  </a:ext>
                </a:extLst>
              </a:tr>
              <a:tr h="671513">
                <a:tc>
                  <a:txBody>
                    <a:bodyPr/>
                    <a:lstStyle/>
                    <a:p>
                      <a:pPr algn="ctr"/>
                      <a:r>
                        <a:rPr sz="2175" b="0">
                          <a:solidFill>
                            <a:srgbClr val="151515"/>
                          </a:solidFill>
                          <a:latin typeface="Malgun Gothic"/>
                          <a:ea typeface="Malgun Gothic"/>
                          <a:cs typeface="Malgun Gothic"/>
                        </a:rPr>
                        <a:t>8개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3층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8 × 3 = 24</a:t>
                      </a:r>
                    </a:p>
                  </a:txBody>
                  <a:tcPr anchor="ctr">
                    <a:solidFill>
                      <a:srgbClr val="FFFFFF"/>
                    </a:solidFill>
                  </a:tcPr>
                </a:tc>
                <a:extLst>
                  <a:ext uri="{0D108BD9-81ED-4DB2-BD59-A6C34878D82A}">
                    <a16:rowId xmlns:a16="http://schemas.microsoft.com/office/drawing/2014/main" val="10001"/>
                  </a:ext>
                </a:extLst>
              </a:tr>
              <a:tr h="671513">
                <a:tc>
                  <a:txBody>
                    <a:bodyPr/>
                    <a:lstStyle/>
                    <a:p>
                      <a:pPr algn="ctr"/>
                      <a:r>
                        <a:rPr sz="2175" b="0">
                          <a:solidFill>
                            <a:srgbClr val="151515"/>
                          </a:solidFill>
                          <a:latin typeface="Malgun Gothic"/>
                          <a:ea typeface="Malgun Gothic"/>
                          <a:cs typeface="Malgun Gothic"/>
                        </a:rPr>
                        <a:t>16개</a:t>
                      </a:r>
                    </a:p>
                  </a:txBody>
                  <a:tcPr anchor="ctr">
                    <a:solidFill>
                      <a:srgbClr val="F1F4F6"/>
                    </a:solidFill>
                  </a:tcPr>
                </a:tc>
                <a:tc>
                  <a:txBody>
                    <a:bodyPr/>
                    <a:lstStyle/>
                    <a:p>
                      <a:pPr algn="ctr"/>
                      <a:r>
                        <a:rPr sz="2175" b="0">
                          <a:solidFill>
                            <a:srgbClr val="151515"/>
                          </a:solidFill>
                          <a:latin typeface="Malgun Gothic"/>
                          <a:ea typeface="Malgun Gothic"/>
                          <a:cs typeface="Malgun Gothic"/>
                        </a:rPr>
                        <a:t>4층</a:t>
                      </a:r>
                    </a:p>
                  </a:txBody>
                  <a:tcPr anchor="ctr">
                    <a:solidFill>
                      <a:srgbClr val="F1F4F6"/>
                    </a:solidFill>
                  </a:tcPr>
                </a:tc>
                <a:tc>
                  <a:txBody>
                    <a:bodyPr/>
                    <a:lstStyle/>
                    <a:p>
                      <a:pPr algn="ctr"/>
                      <a:r>
                        <a:rPr sz="2175" b="0">
                          <a:solidFill>
                            <a:srgbClr val="151515"/>
                          </a:solidFill>
                          <a:latin typeface="Malgun Gothic"/>
                          <a:ea typeface="Malgun Gothic"/>
                          <a:cs typeface="Malgun Gothic"/>
                        </a:rPr>
                        <a:t>16 × 4 = 64</a:t>
                      </a:r>
                    </a:p>
                  </a:txBody>
                  <a:tcPr anchor="ctr">
                    <a:solidFill>
                      <a:srgbClr val="F1F4F6"/>
                    </a:solidFill>
                  </a:tcPr>
                </a:tc>
                <a:extLst>
                  <a:ext uri="{0D108BD9-81ED-4DB2-BD59-A6C34878D82A}">
                    <a16:rowId xmlns:a16="http://schemas.microsoft.com/office/drawing/2014/main" val="10002"/>
                  </a:ext>
                </a:extLst>
              </a:tr>
              <a:tr h="671513">
                <a:tc>
                  <a:txBody>
                    <a:bodyPr/>
                    <a:lstStyle/>
                    <a:p>
                      <a:pPr algn="ctr"/>
                      <a:r>
                        <a:rPr sz="2175" b="0">
                          <a:solidFill>
                            <a:srgbClr val="151515"/>
                          </a:solidFill>
                          <a:latin typeface="Malgun Gothic"/>
                          <a:ea typeface="Malgun Gothic"/>
                          <a:cs typeface="Malgun Gothic"/>
                        </a:rPr>
                        <a:t>32개</a:t>
                      </a:r>
                    </a:p>
                  </a:txBody>
                  <a:tcPr anchor="ctr">
                    <a:solidFill>
                      <a:srgbClr val="FFFFFF"/>
                    </a:solidFill>
                  </a:tcPr>
                </a:tc>
                <a:tc>
                  <a:txBody>
                    <a:bodyPr/>
                    <a:lstStyle/>
                    <a:p>
                      <a:pPr algn="ctr"/>
                      <a:r>
                        <a:rPr sz="2175" b="0">
                          <a:solidFill>
                            <a:srgbClr val="151515"/>
                          </a:solidFill>
                          <a:latin typeface="Malgun Gothic"/>
                          <a:ea typeface="Malgun Gothic"/>
                          <a:cs typeface="Malgun Gothic"/>
                        </a:rPr>
                        <a:t>5층</a:t>
                      </a:r>
                    </a:p>
                  </a:txBody>
                  <a:tcPr anchor="ctr">
                    <a:solidFill>
                      <a:srgbClr val="FFFFFF"/>
                    </a:solidFill>
                  </a:tcPr>
                </a:tc>
                <a:tc>
                  <a:txBody>
                    <a:bodyPr/>
                    <a:lstStyle/>
                    <a:p>
                      <a:pPr algn="ctr"/>
                      <a:r>
                        <a:rPr sz="2175" b="0">
                          <a:solidFill>
                            <a:srgbClr val="151515"/>
                          </a:solidFill>
                          <a:latin typeface="Malgun Gothic"/>
                          <a:ea typeface="Malgun Gothic"/>
                          <a:cs typeface="Malgun Gothic"/>
                        </a:rPr>
                        <a:t>32 × 5 = 160</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135">
            <a:extLst>
              <a:ext uri="{FF2B5EF4-FFF2-40B4-BE49-F238E27FC236}">
                <a16:creationId xmlns:a16="http://schemas.microsoft.com/office/drawing/2014/main" id="{BC24A05A-3F08-4CD5-8790-D13CA5ECDF48}"/>
              </a:ext>
            </a:extLst>
          </p:cNvPr>
          <p:cNvSpPr>
            <a:spLocks noGrp="1"/>
          </p:cNvSpPr>
          <p:nvPr/>
        </p:nvSpPr>
        <p:spPr>
          <a:xfrm>
            <a:off x="609600" y="5067300"/>
            <a:ext cx="10972800" cy="476250"/>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원소 수 n × 층 수 log₂n</a:t>
            </a:r>
          </a:p>
        </p:txBody>
      </p:sp>
      <p:sp>
        <p:nvSpPr>
          <p:cNvPr id="9" name="box-136">
            <a:extLst>
              <a:ext uri="{FF2B5EF4-FFF2-40B4-BE49-F238E27FC236}">
                <a16:creationId xmlns:a16="http://schemas.microsoft.com/office/drawing/2014/main" id="{EC31BD26-6CCD-456C-977D-55B46F320E85}"/>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병합 정렬의 전체 시간은 O(n log n). O는 입력이 커질 때 작업량이 늘어나는 정도를 나타냅니다.</a:t>
            </a:r>
          </a:p>
        </p:txBody>
      </p:sp>
    </p:spTree>
    <p:extLst>
      <p:ext uri="{BB962C8B-B14F-4D97-AF65-F5344CB8AC3E}">
        <p14:creationId xmlns:p14="http://schemas.microsoft.com/office/powerpoint/2010/main" val="36889385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ox-137">
            <a:extLst>
              <a:ext uri="{FF2B5EF4-FFF2-40B4-BE49-F238E27FC236}">
                <a16:creationId xmlns:a16="http://schemas.microsoft.com/office/drawing/2014/main" id="{2C4D44D9-F7EF-4B4F-ACA5-0AD8C1893F8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ox-138">
            <a:extLst>
              <a:ext uri="{FF2B5EF4-FFF2-40B4-BE49-F238E27FC236}">
                <a16:creationId xmlns:a16="http://schemas.microsoft.com/office/drawing/2014/main" id="{10B82099-CEAB-4383-88A0-9C15B963DEF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39">
            <a:extLst>
              <a:ext uri="{FF2B5EF4-FFF2-40B4-BE49-F238E27FC236}">
                <a16:creationId xmlns:a16="http://schemas.microsoft.com/office/drawing/2014/main" id="{DD1565A4-4F27-426E-8F75-09CB90FB97C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T(n): 원소 n개를 정렬하는 데 드는 시간</a:t>
            </a:r>
          </a:p>
        </p:txBody>
      </p:sp>
      <p:sp>
        <p:nvSpPr>
          <p:cNvPr id="4" name="box-140">
            <a:extLst>
              <a:ext uri="{FF2B5EF4-FFF2-40B4-BE49-F238E27FC236}">
                <a16:creationId xmlns:a16="http://schemas.microsoft.com/office/drawing/2014/main" id="{6B3855AB-EA9A-4FED-B7E4-79108E915CB7}"/>
              </a:ext>
            </a:extLst>
          </p:cNvPr>
          <p:cNvSpPr>
            <a:spLocks noGrp="1"/>
          </p:cNvSpPr>
          <p:nvPr/>
        </p:nvSpPr>
        <p:spPr>
          <a:xfrm>
            <a:off x="609600" y="1381125"/>
            <a:ext cx="10972800" cy="9525"/>
          </a:xfrm>
          <a:prstGeom prst="rect">
            <a:avLst/>
          </a:prstGeom>
          <a:solidFill>
            <a:srgbClr val="151515"/>
          </a:solidFill>
          <a:ln w="0">
            <a:noFill/>
          </a:ln>
        </p:spPr>
      </p:sp>
      <p:sp>
        <p:nvSpPr>
          <p:cNvPr id="5" name="box-141">
            <a:extLst>
              <a:ext uri="{FF2B5EF4-FFF2-40B4-BE49-F238E27FC236}">
                <a16:creationId xmlns:a16="http://schemas.microsoft.com/office/drawing/2014/main" id="{B28CFB9E-CA42-4E32-86BA-91FD73699F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2E674D8-7CCF-47FD-A932-47B3A9DD7EC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55</a:t>
            </a:r>
            <a:endParaRPr sz="1050" b="0">
              <a:solidFill>
                <a:srgbClr val="151515"/>
              </a:solidFill>
              <a:latin typeface="Consolas"/>
              <a:ea typeface="Consolas"/>
              <a:cs typeface="Consolas"/>
            </a:endParaRPr>
          </a:p>
        </p:txBody>
      </p:sp>
      <p:sp>
        <p:nvSpPr>
          <p:cNvPr id="7" name="box-143">
            <a:extLst>
              <a:ext uri="{FF2B5EF4-FFF2-40B4-BE49-F238E27FC236}">
                <a16:creationId xmlns:a16="http://schemas.microsoft.com/office/drawing/2014/main" id="{1F5FBA4D-CFA8-444F-9D2C-9FD44371A451}"/>
              </a:ext>
            </a:extLst>
          </p:cNvPr>
          <p:cNvSpPr>
            <a:spLocks noGrp="1"/>
          </p:cNvSpPr>
          <p:nvPr/>
        </p:nvSpPr>
        <p:spPr>
          <a:xfrm>
            <a:off x="609600" y="1724025"/>
            <a:ext cx="10972800" cy="409575"/>
          </a:xfrm>
          <a:prstGeom prst="rect">
            <a:avLst/>
          </a:prstGeom>
          <a:noFill/>
          <a:ln w="0">
            <a:noFill/>
          </a:ln>
        </p:spPr>
        <p:txBody>
          <a:bodyPr wrap="none" lIns="0" tIns="0" rIns="0" bIns="0" anchor="t">
            <a:noAutofit/>
          </a:bodyPr>
          <a:lstStyle>
            <a:defPPr algn="l">
              <a:defRPr sz="2100" b="1">
                <a:solidFill>
                  <a:srgbClr val="151515"/>
                </a:solidFill>
                <a:latin typeface="Malgun Gothic"/>
                <a:ea typeface="Malgun Gothic"/>
                <a:cs typeface="Malgun Gothic"/>
              </a:defRPr>
            </a:defPPr>
          </a:lstStyle>
          <a:p>
            <a:pPr algn="l">
              <a:lnSpc>
                <a:spcPct val="112000"/>
              </a:lnSpc>
              <a:buNone/>
              <a:defRPr sz="2100" b="1">
                <a:solidFill>
                  <a:srgbClr val="151515"/>
                </a:solidFill>
                <a:latin typeface="Malgun Gothic"/>
                <a:ea typeface="Malgun Gothic"/>
                <a:cs typeface="Malgun Gothic"/>
              </a:defRPr>
            </a:pPr>
            <a:r>
              <a:rPr sz="2100" b="1">
                <a:solidFill>
                  <a:srgbClr val="151515"/>
                </a:solidFill>
                <a:latin typeface="Malgun Gothic"/>
                <a:ea typeface="Malgun Gothic"/>
                <a:cs typeface="Malgun Gothic"/>
              </a:rPr>
              <a:t>8개 정렬의 시간 = 왼쪽 4개 + 오른쪽 4개 + 병합</a:t>
            </a:r>
          </a:p>
        </p:txBody>
      </p:sp>
      <p:sp>
        <p:nvSpPr>
          <p:cNvPr id="8" name="box-144">
            <a:extLst>
              <a:ext uri="{FF2B5EF4-FFF2-40B4-BE49-F238E27FC236}">
                <a16:creationId xmlns:a16="http://schemas.microsoft.com/office/drawing/2014/main" id="{2094E524-F26C-4A47-89C5-CBF432E87788}"/>
              </a:ext>
            </a:extLst>
          </p:cNvPr>
          <p:cNvSpPr>
            <a:spLocks noGrp="1"/>
          </p:cNvSpPr>
          <p:nvPr/>
        </p:nvSpPr>
        <p:spPr>
          <a:xfrm>
            <a:off x="857250" y="2505075"/>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T(8)</a:t>
            </a:r>
          </a:p>
        </p:txBody>
      </p:sp>
      <p:sp>
        <p:nvSpPr>
          <p:cNvPr id="9" name="box-145">
            <a:extLst>
              <a:ext uri="{FF2B5EF4-FFF2-40B4-BE49-F238E27FC236}">
                <a16:creationId xmlns:a16="http://schemas.microsoft.com/office/drawing/2014/main" id="{B4ED1BB3-5A70-4F9F-A2A5-CC6934DD1724}"/>
              </a:ext>
            </a:extLst>
          </p:cNvPr>
          <p:cNvSpPr>
            <a:spLocks noGrp="1"/>
          </p:cNvSpPr>
          <p:nvPr/>
        </p:nvSpPr>
        <p:spPr>
          <a:xfrm>
            <a:off x="2581275"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0" name="box-146">
            <a:extLst>
              <a:ext uri="{FF2B5EF4-FFF2-40B4-BE49-F238E27FC236}">
                <a16:creationId xmlns:a16="http://schemas.microsoft.com/office/drawing/2014/main" id="{27D7AAAA-0440-49D8-8B4C-B6B49C3F15F0}"/>
              </a:ext>
            </a:extLst>
          </p:cNvPr>
          <p:cNvSpPr>
            <a:spLocks noGrp="1"/>
          </p:cNvSpPr>
          <p:nvPr/>
        </p:nvSpPr>
        <p:spPr>
          <a:xfrm>
            <a:off x="3314700" y="2505075"/>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T(4)</a:t>
            </a:r>
          </a:p>
        </p:txBody>
      </p:sp>
      <p:sp>
        <p:nvSpPr>
          <p:cNvPr id="11" name="box-147">
            <a:extLst>
              <a:ext uri="{FF2B5EF4-FFF2-40B4-BE49-F238E27FC236}">
                <a16:creationId xmlns:a16="http://schemas.microsoft.com/office/drawing/2014/main" id="{E0F0A23F-58D2-4659-95FE-F9EE5C83650D}"/>
              </a:ext>
            </a:extLst>
          </p:cNvPr>
          <p:cNvSpPr>
            <a:spLocks noGrp="1"/>
          </p:cNvSpPr>
          <p:nvPr/>
        </p:nvSpPr>
        <p:spPr>
          <a:xfrm>
            <a:off x="573405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2" name="box-148">
            <a:extLst>
              <a:ext uri="{FF2B5EF4-FFF2-40B4-BE49-F238E27FC236}">
                <a16:creationId xmlns:a16="http://schemas.microsoft.com/office/drawing/2014/main" id="{83FA5DC9-6945-4669-B8BF-D196D2254197}"/>
              </a:ext>
            </a:extLst>
          </p:cNvPr>
          <p:cNvSpPr>
            <a:spLocks noGrp="1"/>
          </p:cNvSpPr>
          <p:nvPr/>
        </p:nvSpPr>
        <p:spPr>
          <a:xfrm>
            <a:off x="6438900" y="2505075"/>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T(4)</a:t>
            </a:r>
          </a:p>
        </p:txBody>
      </p:sp>
      <p:sp>
        <p:nvSpPr>
          <p:cNvPr id="13" name="box-149">
            <a:extLst>
              <a:ext uri="{FF2B5EF4-FFF2-40B4-BE49-F238E27FC236}">
                <a16:creationId xmlns:a16="http://schemas.microsoft.com/office/drawing/2014/main" id="{76142EA2-464E-49E1-8831-DDF783E9A341}"/>
              </a:ext>
            </a:extLst>
          </p:cNvPr>
          <p:cNvSpPr>
            <a:spLocks noGrp="1"/>
          </p:cNvSpPr>
          <p:nvPr/>
        </p:nvSpPr>
        <p:spPr>
          <a:xfrm>
            <a:off x="8839200" y="2505075"/>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4" name="box-150">
            <a:extLst>
              <a:ext uri="{FF2B5EF4-FFF2-40B4-BE49-F238E27FC236}">
                <a16:creationId xmlns:a16="http://schemas.microsoft.com/office/drawing/2014/main" id="{5DA897C6-0951-4179-88F0-4E0E1C8C8355}"/>
              </a:ext>
            </a:extLst>
          </p:cNvPr>
          <p:cNvSpPr>
            <a:spLocks noGrp="1"/>
          </p:cNvSpPr>
          <p:nvPr/>
        </p:nvSpPr>
        <p:spPr>
          <a:xfrm>
            <a:off x="9525000" y="2505075"/>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병합 비용</a:t>
            </a:r>
          </a:p>
        </p:txBody>
      </p:sp>
      <p:sp>
        <p:nvSpPr>
          <p:cNvPr id="15" name="box-151">
            <a:extLst>
              <a:ext uri="{FF2B5EF4-FFF2-40B4-BE49-F238E27FC236}">
                <a16:creationId xmlns:a16="http://schemas.microsoft.com/office/drawing/2014/main" id="{1389258B-E242-463C-8C6B-E0B2090E354A}"/>
              </a:ext>
            </a:extLst>
          </p:cNvPr>
          <p:cNvSpPr>
            <a:spLocks noGrp="1"/>
          </p:cNvSpPr>
          <p:nvPr/>
        </p:nvSpPr>
        <p:spPr>
          <a:xfrm>
            <a:off x="666750" y="3228975"/>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6" name="box-152">
            <a:extLst>
              <a:ext uri="{FF2B5EF4-FFF2-40B4-BE49-F238E27FC236}">
                <a16:creationId xmlns:a16="http://schemas.microsoft.com/office/drawing/2014/main" id="{EBA1725A-888F-4873-9AB2-F3C6ED49D8F8}"/>
              </a:ext>
            </a:extLst>
          </p:cNvPr>
          <p:cNvSpPr>
            <a:spLocks noGrp="1"/>
          </p:cNvSpPr>
          <p:nvPr/>
        </p:nvSpPr>
        <p:spPr>
          <a:xfrm>
            <a:off x="3114675" y="3228975"/>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7" name="box-153">
            <a:extLst>
              <a:ext uri="{FF2B5EF4-FFF2-40B4-BE49-F238E27FC236}">
                <a16:creationId xmlns:a16="http://schemas.microsoft.com/office/drawing/2014/main" id="{EC310327-7A79-4D07-84E3-6790EBBFE449}"/>
              </a:ext>
            </a:extLst>
          </p:cNvPr>
          <p:cNvSpPr>
            <a:spLocks noGrp="1"/>
          </p:cNvSpPr>
          <p:nvPr/>
        </p:nvSpPr>
        <p:spPr>
          <a:xfrm>
            <a:off x="6191250" y="3228975"/>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8" name="box-154">
            <a:extLst>
              <a:ext uri="{FF2B5EF4-FFF2-40B4-BE49-F238E27FC236}">
                <a16:creationId xmlns:a16="http://schemas.microsoft.com/office/drawing/2014/main" id="{0D22FA2C-6FB0-458A-BFF1-A139F7656CD7}"/>
              </a:ext>
            </a:extLst>
          </p:cNvPr>
          <p:cNvSpPr>
            <a:spLocks noGrp="1"/>
          </p:cNvSpPr>
          <p:nvPr/>
        </p:nvSpPr>
        <p:spPr>
          <a:xfrm>
            <a:off x="9324975" y="3228975"/>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9" name="box-155">
            <a:extLst>
              <a:ext uri="{FF2B5EF4-FFF2-40B4-BE49-F238E27FC236}">
                <a16:creationId xmlns:a16="http://schemas.microsoft.com/office/drawing/2014/main" id="{922603EC-A140-4BD3-B012-AB4BF8904BCD}"/>
              </a:ext>
            </a:extLst>
          </p:cNvPr>
          <p:cNvSpPr>
            <a:spLocks noGrp="1"/>
          </p:cNvSpPr>
          <p:nvPr/>
        </p:nvSpPr>
        <p:spPr>
          <a:xfrm>
            <a:off x="609600" y="4000500"/>
            <a:ext cx="10972800" cy="9525"/>
          </a:xfrm>
          <a:prstGeom prst="rect">
            <a:avLst/>
          </a:prstGeom>
          <a:solidFill>
            <a:srgbClr val="CCCCCC"/>
          </a:solidFill>
          <a:ln w="0">
            <a:noFill/>
          </a:ln>
        </p:spPr>
      </p:sp>
      <p:sp>
        <p:nvSpPr>
          <p:cNvPr id="20" name="box-156">
            <a:extLst>
              <a:ext uri="{FF2B5EF4-FFF2-40B4-BE49-F238E27FC236}">
                <a16:creationId xmlns:a16="http://schemas.microsoft.com/office/drawing/2014/main" id="{3C7F354B-0491-4436-BA9C-57EE19CAE700}"/>
              </a:ext>
            </a:extLst>
          </p:cNvPr>
          <p:cNvSpPr>
            <a:spLocks noGrp="1"/>
          </p:cNvSpPr>
          <p:nvPr/>
        </p:nvSpPr>
        <p:spPr>
          <a:xfrm>
            <a:off x="609600" y="4276725"/>
            <a:ext cx="109728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수를 n으로 바꾸면</a:t>
            </a:r>
          </a:p>
        </p:txBody>
      </p:sp>
      <p:sp>
        <p:nvSpPr>
          <p:cNvPr id="21" name="box-157">
            <a:extLst>
              <a:ext uri="{FF2B5EF4-FFF2-40B4-BE49-F238E27FC236}">
                <a16:creationId xmlns:a16="http://schemas.microsoft.com/office/drawing/2014/main" id="{63BB5ADB-930D-4F11-B169-339F03721FB9}"/>
              </a:ext>
            </a:extLst>
          </p:cNvPr>
          <p:cNvSpPr>
            <a:spLocks noGrp="1"/>
          </p:cNvSpPr>
          <p:nvPr/>
        </p:nvSpPr>
        <p:spPr>
          <a:xfrm>
            <a:off x="609600" y="4914900"/>
            <a:ext cx="10972800" cy="57150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2" name="box-158">
            <a:extLst>
              <a:ext uri="{FF2B5EF4-FFF2-40B4-BE49-F238E27FC236}">
                <a16:creationId xmlns:a16="http://schemas.microsoft.com/office/drawing/2014/main" id="{2B8D0BE6-A404-4FA0-803B-2329F7F41FA1}"/>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2T(n/2)는 절반 크기의 문제 두 개를 풀 시간입니다. O(n)은 그 두 결과를 합칠 시간입니다.</a:t>
            </a:r>
          </a:p>
        </p:txBody>
      </p:sp>
    </p:spTree>
    <p:extLst>
      <p:ext uri="{BB962C8B-B14F-4D97-AF65-F5344CB8AC3E}">
        <p14:creationId xmlns:p14="http://schemas.microsoft.com/office/powerpoint/2010/main" val="42767194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0332BCE2-3CE3-45ED-891B-2057AECFD3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F28731EC-30A4-48AD-A3B1-525842816F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6EE0A0-1613-424B-9E99-2A5882264E6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피벗을 기준으로 구간 나누기</a:t>
            </a:r>
          </a:p>
        </p:txBody>
      </p:sp>
      <p:sp>
        <p:nvSpPr>
          <p:cNvPr id="4" name="rule-3">
            <a:extLst>
              <a:ext uri="{FF2B5EF4-FFF2-40B4-BE49-F238E27FC236}">
                <a16:creationId xmlns:a16="http://schemas.microsoft.com/office/drawing/2014/main" id="{5C76A7F1-C5AF-4ED4-AFCC-46B83BBBD48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E47875C-49B0-46EE-B3EC-667D985E8A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21AB867-664A-4C06-AD3A-5A1FA004EB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2C59ABA2-939A-49C3-BE06-6AA0F6B07689}"/>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입력은 [8, 4, 6, 3, 7, 1]이고, 이번 비교 기준값인 피벗은 6입니다.</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이 구현은 6 이하를 왼쪽에, 6보다 큰 값을 오른쪽에 모읍니다.</a:t>
            </a:r>
          </a:p>
        </p:txBody>
      </p:sp>
      <p:pic>
        <p:nvPicPr>
          <p:cNvPr id="8" name="그림 7">
            <a:extLst>
              <a:ext uri="{FF2B5EF4-FFF2-40B4-BE49-F238E27FC236}">
                <a16:creationId xmlns:a16="http://schemas.microsoft.com/office/drawing/2014/main" id="{7B58E292-71BB-456F-ABC1-0C8EE722CA4C}"/>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9EC3F524-B875-4D1C-934A-4E587A99C2A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분할 직후에는 양쪽 구간이 아직 정렬되지 않을 수 있습니다. 각 구간을 다시 정렬합니다.</a:t>
            </a:r>
          </a:p>
        </p:txBody>
      </p:sp>
    </p:spTree>
    <p:extLst>
      <p:ext uri="{BB962C8B-B14F-4D97-AF65-F5344CB8AC3E}">
        <p14:creationId xmlns:p14="http://schemas.microsoft.com/office/powerpoint/2010/main" val="21761237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58</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61</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3C37D52-D0D2-40A4-B79E-008FEF4DA1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8747972-5920-40A6-BDFF-DBD9685FA85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B684E0-1259-4941-ACDF-A1E1D00BBBC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두 포인터가 찾은 8과 3의 교환</a:t>
            </a:r>
          </a:p>
        </p:txBody>
      </p:sp>
      <p:sp>
        <p:nvSpPr>
          <p:cNvPr id="4" name="rule-4">
            <a:extLst>
              <a:ext uri="{FF2B5EF4-FFF2-40B4-BE49-F238E27FC236}">
                <a16:creationId xmlns:a16="http://schemas.microsoft.com/office/drawing/2014/main" id="{AE0991D4-B7DB-4FC2-B666-5031D3058E0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A713EAF-76BA-46E4-B1A0-728743A7EE0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33EEB17-B431-4DE8-972B-6CEA6F7D2C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63</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75EC92F-DF01-426F-AD78-EE162FA99C64}"/>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0의 8은 오른쪽으로, R = 3의 3은 왼쪽으로 보내야 합니다. 피벗은 끝의 6입니다.</a:t>
            </a:r>
          </a:p>
        </p:txBody>
      </p:sp>
      <p:pic>
        <p:nvPicPr>
          <p:cNvPr id="8" name="그림 7">
            <a:extLst>
              <a:ext uri="{FF2B5EF4-FFF2-40B4-BE49-F238E27FC236}">
                <a16:creationId xmlns:a16="http://schemas.microsoft.com/office/drawing/2014/main" id="{610EDCB3-2739-462D-924D-BC2FE49C2E94}"/>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CB480CE1-5003-4A70-B5ED-9A8D34929029}"/>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이번에는 두 값만 맞바꿉니다. L = 0, R = 3은 다음 탐색에서 이동합니다.</a:t>
            </a:r>
          </a:p>
        </p:txBody>
      </p:sp>
    </p:spTree>
    <p:extLst>
      <p:ext uri="{BB962C8B-B14F-4D97-AF65-F5344CB8AC3E}">
        <p14:creationId xmlns:p14="http://schemas.microsoft.com/office/powerpoint/2010/main" val="316629510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9506B32-45EE-4696-9290-BD5FE284E6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FC4C96E-A455-42CB-97E7-242EA405676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ED98A6-2569-4539-9F5D-0E323F05D1F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마지막 교환: 피벗 6의 자리 확정</a:t>
            </a:r>
          </a:p>
        </p:txBody>
      </p:sp>
      <p:sp>
        <p:nvSpPr>
          <p:cNvPr id="4" name="rule-5">
            <a:extLst>
              <a:ext uri="{FF2B5EF4-FFF2-40B4-BE49-F238E27FC236}">
                <a16:creationId xmlns:a16="http://schemas.microsoft.com/office/drawing/2014/main" id="{40A445E2-1896-4468-8E48-1A57B40E0A6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E1AF51B-E3EF-4193-B3DE-CB9426D7864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7E88509-ADB2-4C15-875A-B961F500794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CF09E0F-1041-469C-9B4E-A9EA97114F78}"/>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3, R = 2로 교차했습니다. L이 가리키는 8과 맨 끝의 피벗 6을 바꿉니다.</a:t>
            </a:r>
          </a:p>
        </p:txBody>
      </p:sp>
      <p:pic>
        <p:nvPicPr>
          <p:cNvPr id="8" name="그림 7">
            <a:extLst>
              <a:ext uri="{FF2B5EF4-FFF2-40B4-BE49-F238E27FC236}">
                <a16:creationId xmlns:a16="http://schemas.microsoft.com/office/drawing/2014/main" id="{19FD0839-608C-466C-9DFC-1EF437EAB102}"/>
              </a:ext>
            </a:extLst>
          </p:cNvPr>
          <p:cNvPicPr>
            <a:picLocks noChangeAspect="1"/>
          </p:cNvPicPr>
          <p:nvPr/>
        </p:nvPicPr>
        <p:blipFill>
          <a:blip r:embed="rId3"/>
          <a:stretch/>
        </p:blipFill>
        <p:spPr>
          <a:xfrm>
            <a:off x="1258372" y="2181225"/>
            <a:ext cx="9675255" cy="3800475"/>
          </a:xfrm>
          <a:prstGeom prst="rect">
            <a:avLst/>
          </a:prstGeom>
        </p:spPr>
      </p:pic>
      <p:sp>
        <p:nvSpPr>
          <p:cNvPr id="9" name="caption">
            <a:extLst>
              <a:ext uri="{FF2B5EF4-FFF2-40B4-BE49-F238E27FC236}">
                <a16:creationId xmlns:a16="http://schemas.microsoft.com/office/drawing/2014/main" id="{4E4644CD-5E7E-4CED-AC17-C8CB2203038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6의 자리는 확정되었습니다. 6을 제외한 왼쪽 세 칸과 오른쪽 두 칸을 다시 정렬합니다.</a:t>
            </a:r>
          </a:p>
        </p:txBody>
      </p:sp>
    </p:spTree>
    <p:extLst>
      <p:ext uri="{BB962C8B-B14F-4D97-AF65-F5344CB8AC3E}">
        <p14:creationId xmlns:p14="http://schemas.microsoft.com/office/powerpoint/2010/main" val="6487066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92</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93</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6AF8EAA3-36B6-4A70-BF73-B8F84B7F2D8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E196FB3-9D02-4A40-9363-C13A3B8494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A9FF16-7A8D-4DEE-A480-1D11AFAC3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 한 번: 포인터는 뒤로 돌아가지 않습니다</a:t>
            </a:r>
          </a:p>
        </p:txBody>
      </p:sp>
      <p:sp>
        <p:nvSpPr>
          <p:cNvPr id="4" name="line-13">
            <a:extLst>
              <a:ext uri="{FF2B5EF4-FFF2-40B4-BE49-F238E27FC236}">
                <a16:creationId xmlns:a16="http://schemas.microsoft.com/office/drawing/2014/main" id="{8FE418C0-537D-4A70-91C6-207A1EBF20C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2643F8B4-4B5C-4B0B-AA1A-8430B0CC520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B49156C-EE90-494B-AE71-B34DEB39DE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94</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ABA83F59-0B96-4AB1-B380-7A47B04D6FE8}"/>
              </a:ext>
            </a:extLst>
          </p:cNvPr>
          <p:cNvGraphicFramePr/>
          <p:nvPr/>
        </p:nvGraphicFramePr>
        <p:xfrm>
          <a:off x="609600" y="2038350"/>
          <a:ext cx="10972800" cy="2143125"/>
        </p:xfrm>
        <a:graphic>
          <a:graphicData uri="http://schemas.openxmlformats.org/drawingml/2006/table">
            <a:tbl>
              <a:tblPr/>
              <a:tblGrid>
                <a:gridCol w="1905000">
                  <a:extLst>
                    <a:ext uri="{9D8B030D-6E8A-4147-A177-3AD203B41FA5}">
                      <a16:colId xmlns:a16="http://schemas.microsoft.com/office/drawing/2014/main" val="20000"/>
                    </a:ext>
                  </a:extLst>
                </a:gridCol>
                <a:gridCol w="4095750">
                  <a:extLst>
                    <a:ext uri="{9D8B030D-6E8A-4147-A177-3AD203B41FA5}">
                      <a16:colId xmlns:a16="http://schemas.microsoft.com/office/drawing/2014/main" val="20001"/>
                    </a:ext>
                  </a:extLst>
                </a:gridCol>
                <a:gridCol w="4972050">
                  <a:extLst>
                    <a:ext uri="{9D8B030D-6E8A-4147-A177-3AD203B41FA5}">
                      <a16:colId xmlns:a16="http://schemas.microsoft.com/office/drawing/2014/main" val="20002"/>
                    </a:ext>
                  </a:extLst>
                </a:gridCol>
              </a:tblGrid>
              <a:tr h="714375">
                <a:tc>
                  <a:txBody>
                    <a:bodyPr/>
                    <a:lstStyle/>
                    <a:p>
                      <a:pPr algn="ctr"/>
                      <a:r>
                        <a:rPr sz="2100" b="1">
                          <a:solidFill>
                            <a:srgbClr val="FFFFFF"/>
                          </a:solidFill>
                          <a:latin typeface="Malgun Gothic"/>
                          <a:ea typeface="Malgun Gothic"/>
                          <a:cs typeface="Malgun Gothic"/>
                        </a:rPr>
                        <a:t>포인터</a:t>
                      </a:r>
                    </a:p>
                  </a:txBody>
                  <a:tcPr anchor="ctr">
                    <a:solidFill>
                      <a:srgbClr val="151515"/>
                    </a:solidFill>
                  </a:tcPr>
                </a:tc>
                <a:tc>
                  <a:txBody>
                    <a:bodyPr/>
                    <a:lstStyle/>
                    <a:p>
                      <a:pPr algn="ctr"/>
                      <a:r>
                        <a:rPr sz="2100" b="1">
                          <a:solidFill>
                            <a:srgbClr val="FFFFFF"/>
                          </a:solidFill>
                          <a:latin typeface="Malgun Gothic"/>
                          <a:ea typeface="Malgun Gothic"/>
                          <a:cs typeface="Malgun Gothic"/>
                        </a:rPr>
                        <a:t>진행 방향</a:t>
                      </a:r>
                    </a:p>
                  </a:txBody>
                  <a:tcPr anchor="ctr">
                    <a:solidFill>
                      <a:srgbClr val="151515"/>
                    </a:solidFill>
                  </a:tcPr>
                </a:tc>
                <a:tc>
                  <a:txBody>
                    <a:bodyPr/>
                    <a:lstStyle/>
                    <a:p>
                      <a:pPr algn="ctr"/>
                      <a:r>
                        <a:rPr sz="2100" b="1">
                          <a:solidFill>
                            <a:srgbClr val="FFFFFF"/>
                          </a:solidFill>
                          <a:latin typeface="Malgun Gothic"/>
                          <a:ea typeface="Malgun Gothic"/>
                          <a:cs typeface="Malgun Gothic"/>
                        </a:rPr>
                        <a:t>이 예제의 이동</a:t>
                      </a:r>
                    </a:p>
                  </a:txBody>
                  <a:tcPr anchor="ctr">
                    <a:solidFill>
                      <a:srgbClr val="151515"/>
                    </a:solidFill>
                  </a:tcPr>
                </a:tc>
                <a:extLst>
                  <a:ext uri="{0D108BD9-81ED-4DB2-BD59-A6C34878D82A}">
                    <a16:rowId xmlns:a16="http://schemas.microsoft.com/office/drawing/2014/main" val="10000"/>
                  </a:ext>
                </a:extLst>
              </a:tr>
              <a:tr h="714375">
                <a:tc>
                  <a:txBody>
                    <a:bodyPr/>
                    <a:lstStyle/>
                    <a:p>
                      <a:pPr algn="ctr"/>
                      <a:r>
                        <a:rPr sz="2100" b="0">
                          <a:solidFill>
                            <a:srgbClr val="151515"/>
                          </a:solidFill>
                          <a:latin typeface="Malgun Gothic"/>
                          <a:ea typeface="Malgun Gothic"/>
                          <a:cs typeface="Malgun Gothic"/>
                        </a:rPr>
                        <a:t>L</a:t>
                      </a:r>
                    </a:p>
                  </a:txBody>
                  <a:tcPr anchor="ctr">
                    <a:solidFill>
                      <a:srgbClr val="FFFFFF"/>
                    </a:solidFill>
                  </a:tcPr>
                </a:tc>
                <a:tc>
                  <a:txBody>
                    <a:bodyPr/>
                    <a:lstStyle/>
                    <a:p>
                      <a:pPr algn="ctr"/>
                      <a:r>
                        <a:rPr sz="2100" b="0">
                          <a:solidFill>
                            <a:srgbClr val="151515"/>
                          </a:solidFill>
                          <a:latin typeface="Malgun Gothic"/>
                          <a:ea typeface="Malgun Gothic"/>
                          <a:cs typeface="Malgun Gothic"/>
                        </a:rPr>
                        <a:t>왼쪽 → 오른쪽</a:t>
                      </a:r>
                    </a:p>
                  </a:txBody>
                  <a:tcPr anchor="ctr">
                    <a:solidFill>
                      <a:srgbClr val="FFFFFF"/>
                    </a:solidFill>
                  </a:tcPr>
                </a:tc>
                <a:tc>
                  <a:txBody>
                    <a:bodyPr/>
                    <a:lstStyle/>
                    <a:p>
                      <a:pPr algn="ctr"/>
                      <a:r>
                        <a:rPr sz="2100" b="0">
                          <a:solidFill>
                            <a:srgbClr val="151515"/>
                          </a:solidFill>
                          <a:latin typeface="Malgun Gothic"/>
                          <a:ea typeface="Malgun Gothic"/>
                          <a:cs typeface="Malgun Gothic"/>
                        </a:rPr>
                        <a:t>0 → 1 → 2 → 3</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r>
                        <a:rPr sz="2100" b="0">
                          <a:solidFill>
                            <a:srgbClr val="151515"/>
                          </a:solidFill>
                          <a:latin typeface="Malgun Gothic"/>
                          <a:ea typeface="Malgun Gothic"/>
                          <a:cs typeface="Malgun Gothic"/>
                        </a:rPr>
                        <a:t>R</a:t>
                      </a:r>
                    </a:p>
                  </a:txBody>
                  <a:tcPr anchor="ctr">
                    <a:solidFill>
                      <a:srgbClr val="F1F4F6"/>
                    </a:solidFill>
                  </a:tcPr>
                </a:tc>
                <a:tc>
                  <a:txBody>
                    <a:bodyPr/>
                    <a:lstStyle/>
                    <a:p>
                      <a:pPr algn="ctr"/>
                      <a:r>
                        <a:rPr sz="2100" b="0">
                          <a:solidFill>
                            <a:srgbClr val="151515"/>
                          </a:solidFill>
                          <a:latin typeface="Malgun Gothic"/>
                          <a:ea typeface="Malgun Gothic"/>
                          <a:cs typeface="Malgun Gothic"/>
                        </a:rPr>
                        <a:t>오른쪽 → 왼쪽</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3 → 2</a:t>
                      </a:r>
                    </a:p>
                  </a:txBody>
                  <a:tcPr anchor="ctr">
                    <a:solidFill>
                      <a:srgbClr val="F1F4F6"/>
                    </a:solidFill>
                  </a:tcPr>
                </a:tc>
                <a:extLst>
                  <a:ext uri="{0D108BD9-81ED-4DB2-BD59-A6C34878D82A}">
                    <a16:rowId xmlns:a16="http://schemas.microsoft.com/office/drawing/2014/main" val="10002"/>
                  </a:ext>
                </a:extLst>
              </a:tr>
            </a:tbl>
          </a:graphicData>
        </a:graphic>
      </p:graphicFrame>
      <p:sp>
        <p:nvSpPr>
          <p:cNvPr id="8" name="code-idea">
            <a:extLst>
              <a:ext uri="{FF2B5EF4-FFF2-40B4-BE49-F238E27FC236}">
                <a16:creationId xmlns:a16="http://schemas.microsoft.com/office/drawing/2014/main" id="{DD956066-EDA7-4CAD-8FD4-831D2BCB7C47}"/>
              </a:ext>
            </a:extLst>
          </p:cNvPr>
          <p:cNvSpPr>
            <a:spLocks noGrp="1"/>
          </p:cNvSpPr>
          <p:nvPr/>
        </p:nvSpPr>
        <p:spPr>
          <a:xfrm>
            <a:off x="609600" y="4667250"/>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교환 후에도 처음부터 다시 훑지 않습니다.</a:t>
            </a:r>
          </a:p>
        </p:txBody>
      </p:sp>
      <p:sp>
        <p:nvSpPr>
          <p:cNvPr id="9" name="cost">
            <a:extLst>
              <a:ext uri="{FF2B5EF4-FFF2-40B4-BE49-F238E27FC236}">
                <a16:creationId xmlns:a16="http://schemas.microsoft.com/office/drawing/2014/main" id="{DDABE7EC-0224-4967-A08E-2022904E0EF5}"/>
              </a:ext>
            </a:extLst>
          </p:cNvPr>
          <p:cNvSpPr>
            <a:spLocks noGrp="1"/>
          </p:cNvSpPr>
          <p:nvPr/>
        </p:nvSpPr>
        <p:spPr>
          <a:xfrm>
            <a:off x="609600" y="5381625"/>
            <a:ext cx="10972800"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길이 k인 구간의 partition: O(k)</a:t>
            </a:r>
          </a:p>
        </p:txBody>
      </p:sp>
      <p:sp>
        <p:nvSpPr>
          <p:cNvPr id="10" name="caption">
            <a:extLst>
              <a:ext uri="{FF2B5EF4-FFF2-40B4-BE49-F238E27FC236}">
                <a16:creationId xmlns:a16="http://schemas.microsoft.com/office/drawing/2014/main" id="{CB3D936C-9A65-4C19-9405-BC7A2529100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중첩된 while문의 모양보다, 포인터의 총 이동 횟수를 봅니다.</a:t>
            </a:r>
          </a:p>
        </p:txBody>
      </p:sp>
    </p:spTree>
    <p:extLst>
      <p:ext uri="{BB962C8B-B14F-4D97-AF65-F5344CB8AC3E}">
        <p14:creationId xmlns:p14="http://schemas.microsoft.com/office/powerpoint/2010/main" val="31838933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D5D1C6E4-03F7-4DC6-A48F-F44117D74F7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DB7CCC3-C87D-4A6B-A366-EF51EAF55E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0B20DE-2D98-4F5B-89D0-4EADA302B2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비슷하게 나뉘면: 층 수가 짧아집니다</a:t>
            </a:r>
          </a:p>
        </p:txBody>
      </p:sp>
      <p:sp>
        <p:nvSpPr>
          <p:cNvPr id="4" name="line-15">
            <a:extLst>
              <a:ext uri="{FF2B5EF4-FFF2-40B4-BE49-F238E27FC236}">
                <a16:creationId xmlns:a16="http://schemas.microsoft.com/office/drawing/2014/main" id="{6C55BC87-4B27-4DA2-B29A-1788F9FDA2C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56A7B18-2AE2-4746-8A9A-70BE2BF59AB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7B22440-E8D0-4986-A02A-011FF79ABC5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95</a:t>
            </a:r>
            <a:endParaRPr sz="1050" b="0">
              <a:solidFill>
                <a:srgbClr val="151515"/>
              </a:solidFill>
              <a:latin typeface="Consolas"/>
              <a:ea typeface="Consolas"/>
              <a:cs typeface="Consolas"/>
            </a:endParaRPr>
          </a:p>
        </p:txBody>
      </p:sp>
      <p:sp>
        <p:nvSpPr>
          <p:cNvPr id="7" name="stage-16">
            <a:extLst>
              <a:ext uri="{FF2B5EF4-FFF2-40B4-BE49-F238E27FC236}">
                <a16:creationId xmlns:a16="http://schemas.microsoft.com/office/drawing/2014/main" id="{82342620-0B11-455C-8EE8-FFFA0A8B40B0}"/>
              </a:ext>
            </a:extLst>
          </p:cNvPr>
          <p:cNvSpPr>
            <a:spLocks noGrp="1"/>
          </p:cNvSpPr>
          <p:nvPr/>
        </p:nvSpPr>
        <p:spPr>
          <a:xfrm>
            <a:off x="3371850" y="2028825"/>
            <a:ext cx="5429250" cy="609600"/>
          </a:xfrm>
          <a:prstGeom prst="rect">
            <a:avLst/>
          </a:prstGeom>
          <a:solidFill>
            <a:srgbClr val="EEF5F8"/>
          </a:solidFill>
          <a:ln w="9525">
            <a:solidFill>
              <a:srgbClr val="146995"/>
            </a:solidFill>
          </a:ln>
        </p:spPr>
      </p:sp>
      <p:sp>
        <p:nvSpPr>
          <p:cNvPr id="8" name="stage-text-17">
            <a:extLst>
              <a:ext uri="{FF2B5EF4-FFF2-40B4-BE49-F238E27FC236}">
                <a16:creationId xmlns:a16="http://schemas.microsoft.com/office/drawing/2014/main" id="{6844300A-1A40-411C-90FF-0975640E36EB}"/>
              </a:ext>
            </a:extLst>
          </p:cNvPr>
          <p:cNvSpPr>
            <a:spLocks noGrp="1"/>
          </p:cNvSpPr>
          <p:nvPr/>
        </p:nvSpPr>
        <p:spPr>
          <a:xfrm>
            <a:off x="3371850" y="2171700"/>
            <a:ext cx="542925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8개 구간</a:t>
            </a:r>
          </a:p>
        </p:txBody>
      </p:sp>
      <p:sp>
        <p:nvSpPr>
          <p:cNvPr id="9" name="stage-18">
            <a:extLst>
              <a:ext uri="{FF2B5EF4-FFF2-40B4-BE49-F238E27FC236}">
                <a16:creationId xmlns:a16="http://schemas.microsoft.com/office/drawing/2014/main" id="{CFFDAB12-3136-4AD3-ADB4-4FDE1E4668C2}"/>
              </a:ext>
            </a:extLst>
          </p:cNvPr>
          <p:cNvSpPr>
            <a:spLocks noGrp="1"/>
          </p:cNvSpPr>
          <p:nvPr/>
        </p:nvSpPr>
        <p:spPr>
          <a:xfrm>
            <a:off x="609600" y="3086100"/>
            <a:ext cx="3530600" cy="609600"/>
          </a:xfrm>
          <a:prstGeom prst="rect">
            <a:avLst/>
          </a:prstGeom>
          <a:solidFill>
            <a:srgbClr val="EEF5F8"/>
          </a:solidFill>
          <a:ln w="9525">
            <a:solidFill>
              <a:srgbClr val="146995"/>
            </a:solidFill>
          </a:ln>
        </p:spPr>
      </p:sp>
      <p:sp>
        <p:nvSpPr>
          <p:cNvPr id="10" name="stage-text-19">
            <a:extLst>
              <a:ext uri="{FF2B5EF4-FFF2-40B4-BE49-F238E27FC236}">
                <a16:creationId xmlns:a16="http://schemas.microsoft.com/office/drawing/2014/main" id="{EE4E5EE0-3B9D-4960-98EA-1B24D9FC5258}"/>
              </a:ext>
            </a:extLst>
          </p:cNvPr>
          <p:cNvSpPr>
            <a:spLocks noGrp="1"/>
          </p:cNvSpPr>
          <p:nvPr/>
        </p:nvSpPr>
        <p:spPr>
          <a:xfrm>
            <a:off x="6096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3개</a:t>
            </a:r>
          </a:p>
        </p:txBody>
      </p:sp>
      <p:sp>
        <p:nvSpPr>
          <p:cNvPr id="11" name="stage-20">
            <a:extLst>
              <a:ext uri="{FF2B5EF4-FFF2-40B4-BE49-F238E27FC236}">
                <a16:creationId xmlns:a16="http://schemas.microsoft.com/office/drawing/2014/main" id="{DDA4EE90-A79C-412C-8084-AB69B118F990}"/>
              </a:ext>
            </a:extLst>
          </p:cNvPr>
          <p:cNvSpPr>
            <a:spLocks noGrp="1"/>
          </p:cNvSpPr>
          <p:nvPr/>
        </p:nvSpPr>
        <p:spPr>
          <a:xfrm>
            <a:off x="4330700" y="3086100"/>
            <a:ext cx="3530600" cy="609600"/>
          </a:xfrm>
          <a:prstGeom prst="rect">
            <a:avLst/>
          </a:prstGeom>
          <a:solidFill>
            <a:srgbClr val="EEF5F8"/>
          </a:solidFill>
          <a:ln w="9525">
            <a:solidFill>
              <a:srgbClr val="146995"/>
            </a:solidFill>
          </a:ln>
        </p:spPr>
      </p:sp>
      <p:sp>
        <p:nvSpPr>
          <p:cNvPr id="12" name="stage-text-21">
            <a:extLst>
              <a:ext uri="{FF2B5EF4-FFF2-40B4-BE49-F238E27FC236}">
                <a16:creationId xmlns:a16="http://schemas.microsoft.com/office/drawing/2014/main" id="{7B3C45BE-ECF8-4CFF-BD37-94720F1A81F8}"/>
              </a:ext>
            </a:extLst>
          </p:cNvPr>
          <p:cNvSpPr>
            <a:spLocks noGrp="1"/>
          </p:cNvSpPr>
          <p:nvPr/>
        </p:nvSpPr>
        <p:spPr>
          <a:xfrm>
            <a:off x="43307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3" name="stage-22">
            <a:extLst>
              <a:ext uri="{FF2B5EF4-FFF2-40B4-BE49-F238E27FC236}">
                <a16:creationId xmlns:a16="http://schemas.microsoft.com/office/drawing/2014/main" id="{C3B17A5B-8568-4C3C-8BB8-0431AFED2C4B}"/>
              </a:ext>
            </a:extLst>
          </p:cNvPr>
          <p:cNvSpPr>
            <a:spLocks noGrp="1"/>
          </p:cNvSpPr>
          <p:nvPr/>
        </p:nvSpPr>
        <p:spPr>
          <a:xfrm>
            <a:off x="8051800" y="3086100"/>
            <a:ext cx="3530600" cy="609600"/>
          </a:xfrm>
          <a:prstGeom prst="rect">
            <a:avLst/>
          </a:prstGeom>
          <a:solidFill>
            <a:srgbClr val="EEF5F8"/>
          </a:solidFill>
          <a:ln w="9525">
            <a:solidFill>
              <a:srgbClr val="146995"/>
            </a:solidFill>
          </a:ln>
        </p:spPr>
      </p:sp>
      <p:sp>
        <p:nvSpPr>
          <p:cNvPr id="14" name="stage-text-23">
            <a:extLst>
              <a:ext uri="{FF2B5EF4-FFF2-40B4-BE49-F238E27FC236}">
                <a16:creationId xmlns:a16="http://schemas.microsoft.com/office/drawing/2014/main" id="{1343FF8A-74E5-46A2-83AC-6FBB7B993B45}"/>
              </a:ext>
            </a:extLst>
          </p:cNvPr>
          <p:cNvSpPr>
            <a:spLocks noGrp="1"/>
          </p:cNvSpPr>
          <p:nvPr/>
        </p:nvSpPr>
        <p:spPr>
          <a:xfrm>
            <a:off x="80518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4개</a:t>
            </a:r>
          </a:p>
        </p:txBody>
      </p:sp>
      <p:sp>
        <p:nvSpPr>
          <p:cNvPr id="15" name="stage-24">
            <a:extLst>
              <a:ext uri="{FF2B5EF4-FFF2-40B4-BE49-F238E27FC236}">
                <a16:creationId xmlns:a16="http://schemas.microsoft.com/office/drawing/2014/main" id="{42056D76-AB9B-4648-82B2-34E7B7FF53D0}"/>
              </a:ext>
            </a:extLst>
          </p:cNvPr>
          <p:cNvSpPr>
            <a:spLocks noGrp="1"/>
          </p:cNvSpPr>
          <p:nvPr/>
        </p:nvSpPr>
        <p:spPr>
          <a:xfrm>
            <a:off x="609600" y="4143375"/>
            <a:ext cx="3530600" cy="609600"/>
          </a:xfrm>
          <a:prstGeom prst="rect">
            <a:avLst/>
          </a:prstGeom>
          <a:solidFill>
            <a:srgbClr val="EEF5F8"/>
          </a:solidFill>
          <a:ln w="9525">
            <a:solidFill>
              <a:srgbClr val="146995"/>
            </a:solidFill>
          </a:ln>
        </p:spPr>
      </p:sp>
      <p:sp>
        <p:nvSpPr>
          <p:cNvPr id="16" name="stage-text-25">
            <a:extLst>
              <a:ext uri="{FF2B5EF4-FFF2-40B4-BE49-F238E27FC236}">
                <a16:creationId xmlns:a16="http://schemas.microsoft.com/office/drawing/2014/main" id="{6167B215-65AD-48F9-BB71-4121591B7E32}"/>
              </a:ext>
            </a:extLst>
          </p:cNvPr>
          <p:cNvSpPr>
            <a:spLocks noGrp="1"/>
          </p:cNvSpPr>
          <p:nvPr/>
        </p:nvSpPr>
        <p:spPr>
          <a:xfrm>
            <a:off x="6096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17" name="stage-26">
            <a:extLst>
              <a:ext uri="{FF2B5EF4-FFF2-40B4-BE49-F238E27FC236}">
                <a16:creationId xmlns:a16="http://schemas.microsoft.com/office/drawing/2014/main" id="{DA7E96FA-C67C-4149-92E9-EC22ED79C3B8}"/>
              </a:ext>
            </a:extLst>
          </p:cNvPr>
          <p:cNvSpPr>
            <a:spLocks noGrp="1"/>
          </p:cNvSpPr>
          <p:nvPr/>
        </p:nvSpPr>
        <p:spPr>
          <a:xfrm>
            <a:off x="4330700" y="4143375"/>
            <a:ext cx="3530600" cy="609600"/>
          </a:xfrm>
          <a:prstGeom prst="rect">
            <a:avLst/>
          </a:prstGeom>
          <a:solidFill>
            <a:srgbClr val="EEF5F8"/>
          </a:solidFill>
          <a:ln w="9525">
            <a:solidFill>
              <a:srgbClr val="146995"/>
            </a:solidFill>
          </a:ln>
        </p:spPr>
      </p:sp>
      <p:sp>
        <p:nvSpPr>
          <p:cNvPr id="18" name="stage-text-27">
            <a:extLst>
              <a:ext uri="{FF2B5EF4-FFF2-40B4-BE49-F238E27FC236}">
                <a16:creationId xmlns:a16="http://schemas.microsoft.com/office/drawing/2014/main" id="{A405557E-419F-4222-B8E2-1D90A8E3F0E1}"/>
              </a:ext>
            </a:extLst>
          </p:cNvPr>
          <p:cNvSpPr>
            <a:spLocks noGrp="1"/>
          </p:cNvSpPr>
          <p:nvPr/>
        </p:nvSpPr>
        <p:spPr>
          <a:xfrm>
            <a:off x="43307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9" name="stage-28">
            <a:extLst>
              <a:ext uri="{FF2B5EF4-FFF2-40B4-BE49-F238E27FC236}">
                <a16:creationId xmlns:a16="http://schemas.microsoft.com/office/drawing/2014/main" id="{2FA38E0F-D4B7-46BF-8E60-175F3822A9DA}"/>
              </a:ext>
            </a:extLst>
          </p:cNvPr>
          <p:cNvSpPr>
            <a:spLocks noGrp="1"/>
          </p:cNvSpPr>
          <p:nvPr/>
        </p:nvSpPr>
        <p:spPr>
          <a:xfrm>
            <a:off x="8051800" y="4143375"/>
            <a:ext cx="3530600" cy="609600"/>
          </a:xfrm>
          <a:prstGeom prst="rect">
            <a:avLst/>
          </a:prstGeom>
          <a:solidFill>
            <a:srgbClr val="EEF5F8"/>
          </a:solidFill>
          <a:ln w="9525">
            <a:solidFill>
              <a:srgbClr val="146995"/>
            </a:solidFill>
          </a:ln>
        </p:spPr>
      </p:sp>
      <p:sp>
        <p:nvSpPr>
          <p:cNvPr id="20" name="stage-text-29">
            <a:extLst>
              <a:ext uri="{FF2B5EF4-FFF2-40B4-BE49-F238E27FC236}">
                <a16:creationId xmlns:a16="http://schemas.microsoft.com/office/drawing/2014/main" id="{3E587B35-9AEF-4F59-89E2-1FBAFEBC8A78}"/>
              </a:ext>
            </a:extLst>
          </p:cNvPr>
          <p:cNvSpPr>
            <a:spLocks noGrp="1"/>
          </p:cNvSpPr>
          <p:nvPr/>
        </p:nvSpPr>
        <p:spPr>
          <a:xfrm>
            <a:off x="80518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21" name="balanced">
            <a:extLst>
              <a:ext uri="{FF2B5EF4-FFF2-40B4-BE49-F238E27FC236}">
                <a16:creationId xmlns:a16="http://schemas.microsoft.com/office/drawing/2014/main" id="{29C5999D-B9A4-4C9B-85E1-3EF91B69DFB9}"/>
              </a:ext>
            </a:extLst>
          </p:cNvPr>
          <p:cNvSpPr>
            <a:spLocks noGrp="1"/>
          </p:cNvSpPr>
          <p:nvPr/>
        </p:nvSpPr>
        <p:spPr>
          <a:xfrm>
            <a:off x="609600" y="5276850"/>
            <a:ext cx="10972800" cy="4095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한 층의 합계 O(n) × 약 O(log n)층</a:t>
            </a:r>
          </a:p>
        </p:txBody>
      </p:sp>
      <p:sp>
        <p:nvSpPr>
          <p:cNvPr id="22" name="caption">
            <a:extLst>
              <a:ext uri="{FF2B5EF4-FFF2-40B4-BE49-F238E27FC236}">
                <a16:creationId xmlns:a16="http://schemas.microsoft.com/office/drawing/2014/main" id="{36899BB3-F1C6-43B1-AD0F-8D8ED96D4E1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비슷한 크기로 나뉠 때 O(n log n). 가운데 칸의 값이 중앙값이라는 보장은 없습니다.</a:t>
            </a:r>
          </a:p>
        </p:txBody>
      </p:sp>
    </p:spTree>
    <p:extLst>
      <p:ext uri="{BB962C8B-B14F-4D97-AF65-F5344CB8AC3E}">
        <p14:creationId xmlns:p14="http://schemas.microsoft.com/office/powerpoint/2010/main" val="30824496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6CDF847-1FFD-4C99-8C62-A0D694AC0D5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44B05A67-6753-4766-839C-48A70E53BC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957DC9-AA3B-468E-A899-48D1F1BB524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값이 계속 나오면: 긴 재귀 사슬</a:t>
            </a:r>
          </a:p>
        </p:txBody>
      </p:sp>
      <p:sp>
        <p:nvSpPr>
          <p:cNvPr id="4" name="line-30">
            <a:extLst>
              <a:ext uri="{FF2B5EF4-FFF2-40B4-BE49-F238E27FC236}">
                <a16:creationId xmlns:a16="http://schemas.microsoft.com/office/drawing/2014/main" id="{66CE31F3-B154-4F4D-ADCA-7932FF3AAE4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06D2E4-7B4B-4E9C-8864-33D79699E11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8A1FE9A-1BE2-4086-AF5F-03F0D5EDF93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7" name="stage-31">
            <a:extLst>
              <a:ext uri="{FF2B5EF4-FFF2-40B4-BE49-F238E27FC236}">
                <a16:creationId xmlns:a16="http://schemas.microsoft.com/office/drawing/2014/main" id="{05C27938-4A25-482B-A5D7-7A22468D5CB5}"/>
              </a:ext>
            </a:extLst>
          </p:cNvPr>
          <p:cNvSpPr>
            <a:spLocks noGrp="1"/>
          </p:cNvSpPr>
          <p:nvPr/>
        </p:nvSpPr>
        <p:spPr>
          <a:xfrm>
            <a:off x="609600" y="2143125"/>
            <a:ext cx="1204913" cy="609600"/>
          </a:xfrm>
          <a:prstGeom prst="rect">
            <a:avLst/>
          </a:prstGeom>
          <a:solidFill>
            <a:srgbClr val="EEF5F8"/>
          </a:solidFill>
          <a:ln w="9525">
            <a:solidFill>
              <a:srgbClr val="146995"/>
            </a:solidFill>
          </a:ln>
        </p:spPr>
      </p:sp>
      <p:sp>
        <p:nvSpPr>
          <p:cNvPr id="8" name="stage-text-32">
            <a:extLst>
              <a:ext uri="{FF2B5EF4-FFF2-40B4-BE49-F238E27FC236}">
                <a16:creationId xmlns:a16="http://schemas.microsoft.com/office/drawing/2014/main" id="{01341E28-7009-46ED-A2EB-7E790C420A4D}"/>
              </a:ext>
            </a:extLst>
          </p:cNvPr>
          <p:cNvSpPr>
            <a:spLocks noGrp="1"/>
          </p:cNvSpPr>
          <p:nvPr/>
        </p:nvSpPr>
        <p:spPr>
          <a:xfrm>
            <a:off x="60960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a:t>
            </a:r>
          </a:p>
        </p:txBody>
      </p:sp>
      <p:sp>
        <p:nvSpPr>
          <p:cNvPr id="9" name="stage-33">
            <a:extLst>
              <a:ext uri="{FF2B5EF4-FFF2-40B4-BE49-F238E27FC236}">
                <a16:creationId xmlns:a16="http://schemas.microsoft.com/office/drawing/2014/main" id="{F5E4F7E6-C973-49A9-9A1B-2F2D296E1E7E}"/>
              </a:ext>
            </a:extLst>
          </p:cNvPr>
          <p:cNvSpPr>
            <a:spLocks noGrp="1"/>
          </p:cNvSpPr>
          <p:nvPr/>
        </p:nvSpPr>
        <p:spPr>
          <a:xfrm>
            <a:off x="2005013" y="2143125"/>
            <a:ext cx="1204913" cy="609600"/>
          </a:xfrm>
          <a:prstGeom prst="rect">
            <a:avLst/>
          </a:prstGeom>
          <a:solidFill>
            <a:srgbClr val="EEF5F8"/>
          </a:solidFill>
          <a:ln w="9525">
            <a:solidFill>
              <a:srgbClr val="146995"/>
            </a:solidFill>
          </a:ln>
        </p:spPr>
      </p:sp>
      <p:sp>
        <p:nvSpPr>
          <p:cNvPr id="10" name="stage-text-34">
            <a:extLst>
              <a:ext uri="{FF2B5EF4-FFF2-40B4-BE49-F238E27FC236}">
                <a16:creationId xmlns:a16="http://schemas.microsoft.com/office/drawing/2014/main" id="{C0E63104-AC71-4821-9677-DA3344ECC8C5}"/>
              </a:ext>
            </a:extLst>
          </p:cNvPr>
          <p:cNvSpPr>
            <a:spLocks noGrp="1"/>
          </p:cNvSpPr>
          <p:nvPr/>
        </p:nvSpPr>
        <p:spPr>
          <a:xfrm>
            <a:off x="200501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7</a:t>
            </a:r>
          </a:p>
        </p:txBody>
      </p:sp>
      <p:sp>
        <p:nvSpPr>
          <p:cNvPr id="11" name="stage-35">
            <a:extLst>
              <a:ext uri="{FF2B5EF4-FFF2-40B4-BE49-F238E27FC236}">
                <a16:creationId xmlns:a16="http://schemas.microsoft.com/office/drawing/2014/main" id="{DF2EEEEB-F397-40FA-AE7C-5170C5A67B4A}"/>
              </a:ext>
            </a:extLst>
          </p:cNvPr>
          <p:cNvSpPr>
            <a:spLocks noGrp="1"/>
          </p:cNvSpPr>
          <p:nvPr/>
        </p:nvSpPr>
        <p:spPr>
          <a:xfrm>
            <a:off x="3400425" y="2143125"/>
            <a:ext cx="1204913" cy="609600"/>
          </a:xfrm>
          <a:prstGeom prst="rect">
            <a:avLst/>
          </a:prstGeom>
          <a:solidFill>
            <a:srgbClr val="EEF5F8"/>
          </a:solidFill>
          <a:ln w="9525">
            <a:solidFill>
              <a:srgbClr val="146995"/>
            </a:solidFill>
          </a:ln>
        </p:spPr>
      </p:sp>
      <p:sp>
        <p:nvSpPr>
          <p:cNvPr id="12" name="stage-text-36">
            <a:extLst>
              <a:ext uri="{FF2B5EF4-FFF2-40B4-BE49-F238E27FC236}">
                <a16:creationId xmlns:a16="http://schemas.microsoft.com/office/drawing/2014/main" id="{8775883B-75A9-4239-AE37-A4DD070772E5}"/>
              </a:ext>
            </a:extLst>
          </p:cNvPr>
          <p:cNvSpPr>
            <a:spLocks noGrp="1"/>
          </p:cNvSpPr>
          <p:nvPr/>
        </p:nvSpPr>
        <p:spPr>
          <a:xfrm>
            <a:off x="340042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6</a:t>
            </a:r>
          </a:p>
        </p:txBody>
      </p:sp>
      <p:sp>
        <p:nvSpPr>
          <p:cNvPr id="13" name="stage-37">
            <a:extLst>
              <a:ext uri="{FF2B5EF4-FFF2-40B4-BE49-F238E27FC236}">
                <a16:creationId xmlns:a16="http://schemas.microsoft.com/office/drawing/2014/main" id="{C5ED053C-94A9-4C15-A1A8-C64536F47A12}"/>
              </a:ext>
            </a:extLst>
          </p:cNvPr>
          <p:cNvSpPr>
            <a:spLocks noGrp="1"/>
          </p:cNvSpPr>
          <p:nvPr/>
        </p:nvSpPr>
        <p:spPr>
          <a:xfrm>
            <a:off x="4795838" y="2143125"/>
            <a:ext cx="1204913" cy="609600"/>
          </a:xfrm>
          <a:prstGeom prst="rect">
            <a:avLst/>
          </a:prstGeom>
          <a:solidFill>
            <a:srgbClr val="EEF5F8"/>
          </a:solidFill>
          <a:ln w="9525">
            <a:solidFill>
              <a:srgbClr val="146995"/>
            </a:solidFill>
          </a:ln>
        </p:spPr>
      </p:sp>
      <p:sp>
        <p:nvSpPr>
          <p:cNvPr id="14" name="stage-text-38">
            <a:extLst>
              <a:ext uri="{FF2B5EF4-FFF2-40B4-BE49-F238E27FC236}">
                <a16:creationId xmlns:a16="http://schemas.microsoft.com/office/drawing/2014/main" id="{F827E977-C95E-4AC6-AA1F-7B834BDCBB74}"/>
              </a:ext>
            </a:extLst>
          </p:cNvPr>
          <p:cNvSpPr>
            <a:spLocks noGrp="1"/>
          </p:cNvSpPr>
          <p:nvPr/>
        </p:nvSpPr>
        <p:spPr>
          <a:xfrm>
            <a:off x="479583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5" name="stage-39">
            <a:extLst>
              <a:ext uri="{FF2B5EF4-FFF2-40B4-BE49-F238E27FC236}">
                <a16:creationId xmlns:a16="http://schemas.microsoft.com/office/drawing/2014/main" id="{76211DCC-A558-4834-A8DA-0ED8FC147042}"/>
              </a:ext>
            </a:extLst>
          </p:cNvPr>
          <p:cNvSpPr>
            <a:spLocks noGrp="1"/>
          </p:cNvSpPr>
          <p:nvPr/>
        </p:nvSpPr>
        <p:spPr>
          <a:xfrm>
            <a:off x="6191250" y="2143125"/>
            <a:ext cx="1204913" cy="609600"/>
          </a:xfrm>
          <a:prstGeom prst="rect">
            <a:avLst/>
          </a:prstGeom>
          <a:solidFill>
            <a:srgbClr val="EEF5F8"/>
          </a:solidFill>
          <a:ln w="9525">
            <a:solidFill>
              <a:srgbClr val="146995"/>
            </a:solidFill>
          </a:ln>
        </p:spPr>
      </p:sp>
      <p:sp>
        <p:nvSpPr>
          <p:cNvPr id="16" name="stage-text-40">
            <a:extLst>
              <a:ext uri="{FF2B5EF4-FFF2-40B4-BE49-F238E27FC236}">
                <a16:creationId xmlns:a16="http://schemas.microsoft.com/office/drawing/2014/main" id="{70DE3B6B-CDC0-4877-A66B-36CB4364F2F4}"/>
              </a:ext>
            </a:extLst>
          </p:cNvPr>
          <p:cNvSpPr>
            <a:spLocks noGrp="1"/>
          </p:cNvSpPr>
          <p:nvPr/>
        </p:nvSpPr>
        <p:spPr>
          <a:xfrm>
            <a:off x="619125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a:t>
            </a:r>
          </a:p>
        </p:txBody>
      </p:sp>
      <p:sp>
        <p:nvSpPr>
          <p:cNvPr id="17" name="stage-41">
            <a:extLst>
              <a:ext uri="{FF2B5EF4-FFF2-40B4-BE49-F238E27FC236}">
                <a16:creationId xmlns:a16="http://schemas.microsoft.com/office/drawing/2014/main" id="{DFCF5686-7B74-4D18-88B4-AC6E5B2FF4E9}"/>
              </a:ext>
            </a:extLst>
          </p:cNvPr>
          <p:cNvSpPr>
            <a:spLocks noGrp="1"/>
          </p:cNvSpPr>
          <p:nvPr/>
        </p:nvSpPr>
        <p:spPr>
          <a:xfrm>
            <a:off x="7586663" y="2143125"/>
            <a:ext cx="1204913" cy="609600"/>
          </a:xfrm>
          <a:prstGeom prst="rect">
            <a:avLst/>
          </a:prstGeom>
          <a:solidFill>
            <a:srgbClr val="EEF5F8"/>
          </a:solidFill>
          <a:ln w="9525">
            <a:solidFill>
              <a:srgbClr val="146995"/>
            </a:solidFill>
          </a:ln>
        </p:spPr>
      </p:sp>
      <p:sp>
        <p:nvSpPr>
          <p:cNvPr id="18" name="stage-text-42">
            <a:extLst>
              <a:ext uri="{FF2B5EF4-FFF2-40B4-BE49-F238E27FC236}">
                <a16:creationId xmlns:a16="http://schemas.microsoft.com/office/drawing/2014/main" id="{78BC439B-D35A-4931-B165-F61C850096F7}"/>
              </a:ext>
            </a:extLst>
          </p:cNvPr>
          <p:cNvSpPr>
            <a:spLocks noGrp="1"/>
          </p:cNvSpPr>
          <p:nvPr/>
        </p:nvSpPr>
        <p:spPr>
          <a:xfrm>
            <a:off x="758666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a:t>
            </a:r>
          </a:p>
        </p:txBody>
      </p:sp>
      <p:sp>
        <p:nvSpPr>
          <p:cNvPr id="19" name="stage-43">
            <a:extLst>
              <a:ext uri="{FF2B5EF4-FFF2-40B4-BE49-F238E27FC236}">
                <a16:creationId xmlns:a16="http://schemas.microsoft.com/office/drawing/2014/main" id="{88D1F1FE-A3CA-4EA0-A29C-0375B8CD55CC}"/>
              </a:ext>
            </a:extLst>
          </p:cNvPr>
          <p:cNvSpPr>
            <a:spLocks noGrp="1"/>
          </p:cNvSpPr>
          <p:nvPr/>
        </p:nvSpPr>
        <p:spPr>
          <a:xfrm>
            <a:off x="8982075" y="2143125"/>
            <a:ext cx="1204913" cy="609600"/>
          </a:xfrm>
          <a:prstGeom prst="rect">
            <a:avLst/>
          </a:prstGeom>
          <a:solidFill>
            <a:srgbClr val="EEF5F8"/>
          </a:solidFill>
          <a:ln w="9525">
            <a:solidFill>
              <a:srgbClr val="146995"/>
            </a:solidFill>
          </a:ln>
        </p:spPr>
      </p:sp>
      <p:sp>
        <p:nvSpPr>
          <p:cNvPr id="20" name="stage-text-44">
            <a:extLst>
              <a:ext uri="{FF2B5EF4-FFF2-40B4-BE49-F238E27FC236}">
                <a16:creationId xmlns:a16="http://schemas.microsoft.com/office/drawing/2014/main" id="{490DAA53-9777-462A-97E2-E46CC7CED5F8}"/>
              </a:ext>
            </a:extLst>
          </p:cNvPr>
          <p:cNvSpPr>
            <a:spLocks noGrp="1"/>
          </p:cNvSpPr>
          <p:nvPr/>
        </p:nvSpPr>
        <p:spPr>
          <a:xfrm>
            <a:off x="898207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21" name="stage-45">
            <a:extLst>
              <a:ext uri="{FF2B5EF4-FFF2-40B4-BE49-F238E27FC236}">
                <a16:creationId xmlns:a16="http://schemas.microsoft.com/office/drawing/2014/main" id="{991DCA18-F939-44DA-80A8-295B129F08BE}"/>
              </a:ext>
            </a:extLst>
          </p:cNvPr>
          <p:cNvSpPr>
            <a:spLocks noGrp="1"/>
          </p:cNvSpPr>
          <p:nvPr/>
        </p:nvSpPr>
        <p:spPr>
          <a:xfrm>
            <a:off x="10377488" y="2143125"/>
            <a:ext cx="1204913" cy="609600"/>
          </a:xfrm>
          <a:prstGeom prst="rect">
            <a:avLst/>
          </a:prstGeom>
          <a:solidFill>
            <a:srgbClr val="EEF5F8"/>
          </a:solidFill>
          <a:ln w="9525">
            <a:solidFill>
              <a:srgbClr val="146995"/>
            </a:solidFill>
          </a:ln>
        </p:spPr>
      </p:sp>
      <p:sp>
        <p:nvSpPr>
          <p:cNvPr id="22" name="stage-text-46">
            <a:extLst>
              <a:ext uri="{FF2B5EF4-FFF2-40B4-BE49-F238E27FC236}">
                <a16:creationId xmlns:a16="http://schemas.microsoft.com/office/drawing/2014/main" id="{E9DB14C6-AE72-4B4A-A0BF-6A61DB022C47}"/>
              </a:ext>
            </a:extLst>
          </p:cNvPr>
          <p:cNvSpPr>
            <a:spLocks noGrp="1"/>
          </p:cNvSpPr>
          <p:nvPr/>
        </p:nvSpPr>
        <p:spPr>
          <a:xfrm>
            <a:off x="1037748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23" name="same">
            <a:extLst>
              <a:ext uri="{FF2B5EF4-FFF2-40B4-BE49-F238E27FC236}">
                <a16:creationId xmlns:a16="http://schemas.microsoft.com/office/drawing/2014/main" id="{024444BE-7A7A-49B7-866D-D3A638B134F5}"/>
              </a:ext>
            </a:extLst>
          </p:cNvPr>
          <p:cNvSpPr>
            <a:spLocks noGrp="1"/>
          </p:cNvSpPr>
          <p:nvPr/>
        </p:nvSpPr>
        <p:spPr>
          <a:xfrm>
            <a:off x="609600" y="3276600"/>
            <a:ext cx="10972800" cy="476250"/>
          </a:xfrm>
          <a:prstGeom prst="rect">
            <a:avLst/>
          </a:prstGeom>
          <a:noFill/>
          <a:ln w="0">
            <a:noFill/>
          </a:ln>
        </p:spPr>
        <p:txBody>
          <a:bodyPr wrap="none" lIns="0" tIns="0" rIns="0" bIns="0" anchor="t">
            <a:noAutofit/>
          </a:bodyPr>
          <a:lstStyle>
            <a:defPPr algn="l">
              <a:defRPr sz="2400" b="0">
                <a:solidFill>
                  <a:srgbClr val="151515"/>
                </a:solidFill>
                <a:latin typeface="Consolas"/>
                <a:ea typeface="Consolas"/>
                <a:cs typeface="Consolas"/>
              </a:defRPr>
            </a:defPPr>
          </a:lstStyle>
          <a:p>
            <a:pPr algn="l">
              <a:lnSpc>
                <a:spcPct val="112000"/>
              </a:lnSpc>
              <a:buNone/>
              <a:defRPr sz="2400" b="0">
                <a:solidFill>
                  <a:srgbClr val="151515"/>
                </a:solidFill>
                <a:latin typeface="Consolas"/>
                <a:ea typeface="Consolas"/>
                <a:cs typeface="Consolas"/>
              </a:defRPr>
            </a:pPr>
            <a:r>
              <a:rPr sz="2400" b="0">
                <a:solidFill>
                  <a:srgbClr val="151515"/>
                </a:solidFill>
                <a:latin typeface="Consolas"/>
                <a:ea typeface="Consolas"/>
                <a:cs typeface="Consolas"/>
              </a:rPr>
              <a:t>입력: [5, 5, 5, 5, 5, 5, 5, 5]</a:t>
            </a:r>
          </a:p>
        </p:txBody>
      </p:sp>
      <p:sp>
        <p:nvSpPr>
          <p:cNvPr id="24" name="sum">
            <a:extLst>
              <a:ext uri="{FF2B5EF4-FFF2-40B4-BE49-F238E27FC236}">
                <a16:creationId xmlns:a16="http://schemas.microsoft.com/office/drawing/2014/main" id="{B1856858-E2D0-4087-869F-95FDD346CB99}"/>
              </a:ext>
            </a:extLst>
          </p:cNvPr>
          <p:cNvSpPr>
            <a:spLocks noGrp="1"/>
          </p:cNvSpPr>
          <p:nvPr/>
        </p:nvSpPr>
        <p:spPr>
          <a:xfrm>
            <a:off x="609600" y="4133850"/>
            <a:ext cx="10972800" cy="4857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피벗 밖의 검사: 7 + 6 + … + 1 = 28</a:t>
            </a:r>
          </a:p>
        </p:txBody>
      </p:sp>
      <p:sp>
        <p:nvSpPr>
          <p:cNvPr id="25" name="worst">
            <a:extLst>
              <a:ext uri="{FF2B5EF4-FFF2-40B4-BE49-F238E27FC236}">
                <a16:creationId xmlns:a16="http://schemas.microsoft.com/office/drawing/2014/main" id="{2E8C190A-CAA3-4D1F-A252-B716E0B8D294}"/>
              </a:ext>
            </a:extLst>
          </p:cNvPr>
          <p:cNvSpPr>
            <a:spLocks noGrp="1"/>
          </p:cNvSpPr>
          <p:nvPr/>
        </p:nvSpPr>
        <p:spPr>
          <a:xfrm>
            <a:off x="609600" y="5200650"/>
            <a:ext cx="10972800" cy="495300"/>
          </a:xfrm>
          <a:prstGeom prst="rect">
            <a:avLst/>
          </a:prstGeom>
          <a:noFill/>
          <a:ln w="0">
            <a:noFill/>
          </a:ln>
        </p:spPr>
        <p:txBody>
          <a:bodyPr wrap="none" lIns="0" tIns="0" rIns="0" bIns="0" anchor="t">
            <a:noAutofit/>
          </a:bodyPr>
          <a:lstStyle>
            <a:defPPr algn="l">
              <a:defRPr sz="2550" b="1">
                <a:solidFill>
                  <a:srgbClr val="AD630C"/>
                </a:solidFill>
                <a:latin typeface="Malgun Gothic"/>
                <a:ea typeface="Malgun Gothic"/>
                <a:cs typeface="Malgun Gothic"/>
              </a:defRPr>
            </a:defPPr>
          </a:lstStyle>
          <a:p>
            <a:pPr algn="l">
              <a:lnSpc>
                <a:spcPct val="112000"/>
              </a:lnSpc>
              <a:buNone/>
              <a:defRPr sz="2550" b="1">
                <a:solidFill>
                  <a:srgbClr val="AD630C"/>
                </a:solidFill>
                <a:latin typeface="Malgun Gothic"/>
                <a:ea typeface="Malgun Gothic"/>
                <a:cs typeface="Malgun Gothic"/>
              </a:defRPr>
            </a:pPr>
            <a:r>
              <a:rPr sz="2550" b="1">
                <a:solidFill>
                  <a:srgbClr val="AD630C"/>
                </a:solidFill>
                <a:latin typeface="Malgun Gothic"/>
                <a:ea typeface="Malgun Gothic"/>
                <a:cs typeface="Malgun Gothic"/>
              </a:rPr>
              <a:t>한쪽에 n−1개가 남는 경우: O(n²)</a:t>
            </a:r>
          </a:p>
        </p:txBody>
      </p:sp>
      <p:sp>
        <p:nvSpPr>
          <p:cNvPr id="26" name="caption">
            <a:extLst>
              <a:ext uri="{FF2B5EF4-FFF2-40B4-BE49-F238E27FC236}">
                <a16:creationId xmlns:a16="http://schemas.microsoft.com/office/drawing/2014/main" id="{F6798E98-13DB-42C4-A1ED-339F66E87C9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이 코드의 “피벗 이하를 왼쪽” 규칙에서는 같은 값만 있어도 최악의 분할이 가능합니다.</a:t>
            </a:r>
          </a:p>
        </p:txBody>
      </p:sp>
    </p:spTree>
    <p:extLst>
      <p:ext uri="{BB962C8B-B14F-4D97-AF65-F5344CB8AC3E}">
        <p14:creationId xmlns:p14="http://schemas.microsoft.com/office/powerpoint/2010/main" val="25089855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A2BB8C-9A37-4F2F-B843-2904858026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D2FFE13-BD1E-4DB7-80BA-7E25556915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2B0A9-305E-44AE-A488-802458AAE3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가장 큰 이익을 내는 연속 구간</a:t>
            </a:r>
          </a:p>
        </p:txBody>
      </p:sp>
      <p:sp>
        <p:nvSpPr>
          <p:cNvPr id="4" name="rule-6">
            <a:extLst>
              <a:ext uri="{FF2B5EF4-FFF2-40B4-BE49-F238E27FC236}">
                <a16:creationId xmlns:a16="http://schemas.microsoft.com/office/drawing/2014/main" id="{48FC54A2-E85B-4DC3-A0EE-924BC863C3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5DCEE56-887A-4727-B446-A60E16EFD7C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7BAAE0-E89A-41ED-A710-8208585A79F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7" name="problem">
            <a:extLst>
              <a:ext uri="{FF2B5EF4-FFF2-40B4-BE49-F238E27FC236}">
                <a16:creationId xmlns:a16="http://schemas.microsoft.com/office/drawing/2014/main" id="{B3E0B6C1-7B0E-4704-9F43-1365C07EE194}"/>
              </a:ext>
            </a:extLst>
          </p:cNvPr>
          <p:cNvSpPr>
            <a:spLocks noGrp="1"/>
          </p:cNvSpPr>
          <p:nvPr/>
        </p:nvSpPr>
        <p:spPr>
          <a:xfrm>
            <a:off x="609600" y="1752600"/>
            <a:ext cx="5334000" cy="13525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일별 손익 변동이 배열로 주어집니다.</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연속한 날짜의 합을 최대로 만드세요.</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하루 이상 고르며,</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중간 날짜는 건너뛸 수 없습니다.</a:t>
            </a:r>
          </a:p>
        </p:txBody>
      </p:sp>
      <p:graphicFrame>
        <p:nvGraphicFramePr>
          <p:cNvPr id="8" name="표 7">
            <a:extLst>
              <a:ext uri="{FF2B5EF4-FFF2-40B4-BE49-F238E27FC236}">
                <a16:creationId xmlns:a16="http://schemas.microsoft.com/office/drawing/2014/main" id="{B4F5F645-D8B5-46CF-9F81-F7C4209AED98}"/>
              </a:ext>
            </a:extLst>
          </p:cNvPr>
          <p:cNvGraphicFramePr/>
          <p:nvPr/>
        </p:nvGraphicFramePr>
        <p:xfrm>
          <a:off x="609600" y="3295650"/>
          <a:ext cx="5334000" cy="495300"/>
        </p:xfrm>
        <a:graphic>
          <a:graphicData uri="http://schemas.openxmlformats.org/drawingml/2006/table">
            <a:tbl>
              <a:tblPr/>
              <a:tblGrid>
                <a:gridCol w="66675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666750">
                  <a:extLst>
                    <a:ext uri="{9D8B030D-6E8A-4147-A177-3AD203B41FA5}">
                      <a16:colId xmlns:a16="http://schemas.microsoft.com/office/drawing/2014/main" val="20002"/>
                    </a:ext>
                  </a:extLst>
                </a:gridCol>
                <a:gridCol w="666750">
                  <a:extLst>
                    <a:ext uri="{9D8B030D-6E8A-4147-A177-3AD203B41FA5}">
                      <a16:colId xmlns:a16="http://schemas.microsoft.com/office/drawing/2014/main" val="20003"/>
                    </a:ext>
                  </a:extLst>
                </a:gridCol>
                <a:gridCol w="666750">
                  <a:extLst>
                    <a:ext uri="{9D8B030D-6E8A-4147-A177-3AD203B41FA5}">
                      <a16:colId xmlns:a16="http://schemas.microsoft.com/office/drawing/2014/main" val="20004"/>
                    </a:ext>
                  </a:extLst>
                </a:gridCol>
                <a:gridCol w="666750">
                  <a:extLst>
                    <a:ext uri="{9D8B030D-6E8A-4147-A177-3AD203B41FA5}">
                      <a16:colId xmlns:a16="http://schemas.microsoft.com/office/drawing/2014/main" val="20005"/>
                    </a:ext>
                  </a:extLst>
                </a:gridCol>
                <a:gridCol w="666750">
                  <a:extLst>
                    <a:ext uri="{9D8B030D-6E8A-4147-A177-3AD203B41FA5}">
                      <a16:colId xmlns:a16="http://schemas.microsoft.com/office/drawing/2014/main" val="20006"/>
                    </a:ext>
                  </a:extLst>
                </a:gridCol>
                <a:gridCol w="666750">
                  <a:extLst>
                    <a:ext uri="{9D8B030D-6E8A-4147-A177-3AD203B41FA5}">
                      <a16:colId xmlns:a16="http://schemas.microsoft.com/office/drawing/2014/main" val="20007"/>
                    </a:ext>
                  </a:extLst>
                </a:gridCol>
              </a:tblGrid>
              <a:tr h="495300">
                <a:tc>
                  <a:txBody>
                    <a:bodyPr/>
                    <a:lstStyle/>
                    <a:p>
                      <a:pPr algn="ctr"/>
                      <a:r>
                        <a:rPr sz="2025" b="1">
                          <a:solidFill>
                            <a:srgbClr val="151515"/>
                          </a:solidFill>
                          <a:latin typeface="Consolas"/>
                          <a:ea typeface="Consolas"/>
                          <a:cs typeface="Consolas"/>
                        </a:rPr>
                        <a:t>3</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12</a:t>
                      </a:r>
                    </a:p>
                  </a:txBody>
                  <a:tcPr anchor="ctr">
                    <a:solidFill>
                      <a:srgbClr val="FDE5BB"/>
                    </a:solidFill>
                  </a:tcPr>
                </a:tc>
                <a:tc>
                  <a:txBody>
                    <a:bodyPr/>
                    <a:lstStyle/>
                    <a:p>
                      <a:pPr algn="ctr"/>
                      <a:r>
                        <a:rPr sz="2025" b="1">
                          <a:solidFill>
                            <a:srgbClr val="151515"/>
                          </a:solidFill>
                          <a:latin typeface="Consolas"/>
                          <a:ea typeface="Consolas"/>
                          <a:cs typeface="Consolas"/>
                        </a:rPr>
                        <a:t>-2</a:t>
                      </a:r>
                    </a:p>
                  </a:txBody>
                  <a:tcPr anchor="ctr">
                    <a:solidFill>
                      <a:srgbClr val="FDE5BB"/>
                    </a:solidFill>
                  </a:tcPr>
                </a:tc>
                <a:tc>
                  <a:txBody>
                    <a:bodyPr/>
                    <a:lstStyle/>
                    <a:p>
                      <a:pPr algn="ctr"/>
                      <a:r>
                        <a:rPr sz="2025" b="1">
                          <a:solidFill>
                            <a:srgbClr val="151515"/>
                          </a:solidFill>
                          <a:latin typeface="Consolas"/>
                          <a:ea typeface="Consolas"/>
                          <a:cs typeface="Consolas"/>
                        </a:rPr>
                        <a:t>7</a:t>
                      </a:r>
                    </a:p>
                  </a:txBody>
                  <a:tcPr anchor="ctr">
                    <a:solidFill>
                      <a:srgbClr val="FDE5BB"/>
                    </a:solidFill>
                  </a:tcPr>
                </a:tc>
                <a:tc>
                  <a:txBody>
                    <a:bodyPr/>
                    <a:lstStyle/>
                    <a:p>
                      <a:pPr algn="ctr"/>
                      <a:r>
                        <a:rPr sz="2025" b="1">
                          <a:solidFill>
                            <a:srgbClr val="151515"/>
                          </a:solidFill>
                          <a:latin typeface="Consolas"/>
                          <a:ea typeface="Consolas"/>
                          <a:cs typeface="Consolas"/>
                        </a:rPr>
                        <a:t>-9</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a:t>
                      </a:r>
                    </a:p>
                  </a:txBody>
                  <a:tcPr anchor="ctr">
                    <a:solidFill>
                      <a:srgbClr val="F3F3F3"/>
                    </a:solidFill>
                  </a:tcPr>
                </a:tc>
                <a:extLst>
                  <a:ext uri="{0D108BD9-81ED-4DB2-BD59-A6C34878D82A}">
                    <a16:rowId xmlns:a16="http://schemas.microsoft.com/office/drawing/2014/main" val="10000"/>
                  </a:ext>
                </a:extLst>
              </a:tr>
            </a:tbl>
          </a:graphicData>
        </a:graphic>
      </p:graphicFrame>
      <p:sp>
        <p:nvSpPr>
          <p:cNvPr id="9" name="day-0">
            <a:extLst>
              <a:ext uri="{FF2B5EF4-FFF2-40B4-BE49-F238E27FC236}">
                <a16:creationId xmlns:a16="http://schemas.microsoft.com/office/drawing/2014/main" id="{6683A0FA-3A38-4E1C-B198-B37F358AAC4F}"/>
              </a:ext>
            </a:extLst>
          </p:cNvPr>
          <p:cNvSpPr>
            <a:spLocks noGrp="1"/>
          </p:cNvSpPr>
          <p:nvPr/>
        </p:nvSpPr>
        <p:spPr>
          <a:xfrm>
            <a:off x="609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1일</a:t>
            </a:r>
          </a:p>
        </p:txBody>
      </p:sp>
      <p:sp>
        <p:nvSpPr>
          <p:cNvPr id="10" name="day-1">
            <a:extLst>
              <a:ext uri="{FF2B5EF4-FFF2-40B4-BE49-F238E27FC236}">
                <a16:creationId xmlns:a16="http://schemas.microsoft.com/office/drawing/2014/main" id="{1D044419-D92C-4E8C-BA04-1E20CAAD25D9}"/>
              </a:ext>
            </a:extLst>
          </p:cNvPr>
          <p:cNvSpPr>
            <a:spLocks noGrp="1"/>
          </p:cNvSpPr>
          <p:nvPr/>
        </p:nvSpPr>
        <p:spPr>
          <a:xfrm>
            <a:off x="1276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2일</a:t>
            </a:r>
          </a:p>
        </p:txBody>
      </p:sp>
      <p:sp>
        <p:nvSpPr>
          <p:cNvPr id="11" name="day-2">
            <a:extLst>
              <a:ext uri="{FF2B5EF4-FFF2-40B4-BE49-F238E27FC236}">
                <a16:creationId xmlns:a16="http://schemas.microsoft.com/office/drawing/2014/main" id="{5DCB4074-3038-46A6-9E31-5FC75BA18730}"/>
              </a:ext>
            </a:extLst>
          </p:cNvPr>
          <p:cNvSpPr>
            <a:spLocks noGrp="1"/>
          </p:cNvSpPr>
          <p:nvPr/>
        </p:nvSpPr>
        <p:spPr>
          <a:xfrm>
            <a:off x="1943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3일</a:t>
            </a:r>
          </a:p>
        </p:txBody>
      </p:sp>
      <p:sp>
        <p:nvSpPr>
          <p:cNvPr id="12" name="day-3">
            <a:extLst>
              <a:ext uri="{FF2B5EF4-FFF2-40B4-BE49-F238E27FC236}">
                <a16:creationId xmlns:a16="http://schemas.microsoft.com/office/drawing/2014/main" id="{85CC81F4-B534-4B96-9D45-74E0B0028F03}"/>
              </a:ext>
            </a:extLst>
          </p:cNvPr>
          <p:cNvSpPr>
            <a:spLocks noGrp="1"/>
          </p:cNvSpPr>
          <p:nvPr/>
        </p:nvSpPr>
        <p:spPr>
          <a:xfrm>
            <a:off x="2609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4일</a:t>
            </a:r>
          </a:p>
        </p:txBody>
      </p:sp>
      <p:sp>
        <p:nvSpPr>
          <p:cNvPr id="13" name="day-4">
            <a:extLst>
              <a:ext uri="{FF2B5EF4-FFF2-40B4-BE49-F238E27FC236}">
                <a16:creationId xmlns:a16="http://schemas.microsoft.com/office/drawing/2014/main" id="{9862CA86-4052-4DBB-A65D-06572EB35D0D}"/>
              </a:ext>
            </a:extLst>
          </p:cNvPr>
          <p:cNvSpPr>
            <a:spLocks noGrp="1"/>
          </p:cNvSpPr>
          <p:nvPr/>
        </p:nvSpPr>
        <p:spPr>
          <a:xfrm>
            <a:off x="3276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5일</a:t>
            </a:r>
          </a:p>
        </p:txBody>
      </p:sp>
      <p:sp>
        <p:nvSpPr>
          <p:cNvPr id="14" name="day-5">
            <a:extLst>
              <a:ext uri="{FF2B5EF4-FFF2-40B4-BE49-F238E27FC236}">
                <a16:creationId xmlns:a16="http://schemas.microsoft.com/office/drawing/2014/main" id="{78C41C05-D05E-4C36-BE06-8D046C31D526}"/>
              </a:ext>
            </a:extLst>
          </p:cNvPr>
          <p:cNvSpPr>
            <a:spLocks noGrp="1"/>
          </p:cNvSpPr>
          <p:nvPr/>
        </p:nvSpPr>
        <p:spPr>
          <a:xfrm>
            <a:off x="3943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6일</a:t>
            </a:r>
          </a:p>
        </p:txBody>
      </p:sp>
      <p:sp>
        <p:nvSpPr>
          <p:cNvPr id="15" name="day-6">
            <a:extLst>
              <a:ext uri="{FF2B5EF4-FFF2-40B4-BE49-F238E27FC236}">
                <a16:creationId xmlns:a16="http://schemas.microsoft.com/office/drawing/2014/main" id="{6DC06B6A-065E-4DBB-AB00-E06CF07E95C5}"/>
              </a:ext>
            </a:extLst>
          </p:cNvPr>
          <p:cNvSpPr>
            <a:spLocks noGrp="1"/>
          </p:cNvSpPr>
          <p:nvPr/>
        </p:nvSpPr>
        <p:spPr>
          <a:xfrm>
            <a:off x="4610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7일</a:t>
            </a:r>
          </a:p>
        </p:txBody>
      </p:sp>
      <p:sp>
        <p:nvSpPr>
          <p:cNvPr id="16" name="day-7">
            <a:extLst>
              <a:ext uri="{FF2B5EF4-FFF2-40B4-BE49-F238E27FC236}">
                <a16:creationId xmlns:a16="http://schemas.microsoft.com/office/drawing/2014/main" id="{DFFA27E1-E7BD-4E0A-896A-83C270F24FEB}"/>
              </a:ext>
            </a:extLst>
          </p:cNvPr>
          <p:cNvSpPr>
            <a:spLocks noGrp="1"/>
          </p:cNvSpPr>
          <p:nvPr/>
        </p:nvSpPr>
        <p:spPr>
          <a:xfrm>
            <a:off x="5276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8일</a:t>
            </a:r>
          </a:p>
        </p:txBody>
      </p:sp>
      <p:pic>
        <p:nvPicPr>
          <p:cNvPr id="17" name="그림 16">
            <a:extLst>
              <a:ext uri="{FF2B5EF4-FFF2-40B4-BE49-F238E27FC236}">
                <a16:creationId xmlns:a16="http://schemas.microsoft.com/office/drawing/2014/main" id="{B37403C6-C841-4D19-84AB-571A03CD5184}"/>
              </a:ext>
            </a:extLst>
          </p:cNvPr>
          <p:cNvPicPr>
            <a:picLocks noChangeAspect="1"/>
          </p:cNvPicPr>
          <p:nvPr/>
        </p:nvPicPr>
        <p:blipFill>
          <a:blip r:embed="rId3"/>
          <a:stretch/>
        </p:blipFill>
        <p:spPr>
          <a:xfrm>
            <a:off x="609600" y="4438650"/>
            <a:ext cx="1295400" cy="1295400"/>
          </a:xfrm>
          <a:prstGeom prst="rect">
            <a:avLst/>
          </a:prstGeom>
        </p:spPr>
      </p:pic>
      <p:sp>
        <p:nvSpPr>
          <p:cNvPr id="18" name="whole-sum">
            <a:extLst>
              <a:ext uri="{FF2B5EF4-FFF2-40B4-BE49-F238E27FC236}">
                <a16:creationId xmlns:a16="http://schemas.microsoft.com/office/drawing/2014/main" id="{82403220-9660-420F-8B91-A0E744EB5BF5}"/>
              </a:ext>
            </a:extLst>
          </p:cNvPr>
          <p:cNvSpPr>
            <a:spLocks noGrp="1"/>
          </p:cNvSpPr>
          <p:nvPr/>
        </p:nvSpPr>
        <p:spPr>
          <a:xfrm>
            <a:off x="2190750" y="4533900"/>
            <a:ext cx="37147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8일 합: 12</a:t>
            </a:r>
          </a:p>
        </p:txBody>
      </p:sp>
      <p:sp>
        <p:nvSpPr>
          <p:cNvPr id="19" name="max-sum">
            <a:extLst>
              <a:ext uri="{FF2B5EF4-FFF2-40B4-BE49-F238E27FC236}">
                <a16:creationId xmlns:a16="http://schemas.microsoft.com/office/drawing/2014/main" id="{996A08D3-F907-429D-A0FD-948B62DE6D57}"/>
              </a:ext>
            </a:extLst>
          </p:cNvPr>
          <p:cNvSpPr>
            <a:spLocks noGrp="1"/>
          </p:cNvSpPr>
          <p:nvPr/>
        </p:nvSpPr>
        <p:spPr>
          <a:xfrm>
            <a:off x="2190750" y="5153025"/>
            <a:ext cx="3714750" cy="438150"/>
          </a:xfrm>
          <a:prstGeom prst="rect">
            <a:avLst/>
          </a:prstGeom>
          <a:noFill/>
          <a:ln w="0">
            <a:noFill/>
          </a:ln>
        </p:spPr>
        <p:txBody>
          <a:bodyPr wrap="none" lIns="0" tIns="0" rIns="0" bIns="0" anchor="t">
            <a:noAutofit/>
          </a:bodyPr>
          <a:lstStyle>
            <a:defPPr algn="l">
              <a:defRPr sz="2325" b="1">
                <a:solidFill>
                  <a:srgbClr val="9A5900"/>
                </a:solidFill>
                <a:latin typeface="Malgun Gothic"/>
                <a:ea typeface="Malgun Gothic"/>
                <a:cs typeface="Malgun Gothic"/>
              </a:defRPr>
            </a:defPPr>
          </a:lstStyle>
          <a:p>
            <a:pPr algn="l">
              <a:lnSpc>
                <a:spcPct val="108000"/>
              </a:lnSpc>
              <a:buNone/>
              <a:defRPr sz="2325" b="1">
                <a:solidFill>
                  <a:srgbClr val="9A5900"/>
                </a:solidFill>
                <a:latin typeface="Malgun Gothic"/>
                <a:ea typeface="Malgun Gothic"/>
                <a:cs typeface="Malgun Gothic"/>
              </a:defRPr>
            </a:pPr>
            <a:r>
              <a:rPr sz="2325" b="1">
                <a:solidFill>
                  <a:srgbClr val="9A5900"/>
                </a:solidFill>
                <a:latin typeface="Malgun Gothic"/>
                <a:ea typeface="Malgun Gothic"/>
                <a:cs typeface="Malgun Gothic"/>
              </a:rPr>
              <a:t>3~5일 합: 17</a:t>
            </a:r>
          </a:p>
        </p:txBody>
      </p:sp>
      <p:graphicFrame>
        <p:nvGraphicFramePr>
          <p:cNvPr id="20" name="Chart">
            <a:extLst>
              <a:ext uri="{FF2B5EF4-FFF2-40B4-BE49-F238E27FC236}">
                <a16:creationId xmlns:a16="http://schemas.microsoft.com/office/drawing/2014/main" id="{7790D86A-B206-4DBB-A0A5-6365A2A06FF4}"/>
              </a:ext>
            </a:extLst>
          </p:cNvPr>
          <p:cNvGraphicFramePr/>
          <p:nvPr/>
        </p:nvGraphicFramePr>
        <p:xfrm>
          <a:off x="6191250" y="2105025"/>
          <a:ext cx="5391150" cy="3590925"/>
        </p:xfrm>
        <a:graphic>
          <a:graphicData uri="http://schemas.openxmlformats.org/drawingml/2006/chart">
            <c:chart xmlns:c="http://schemas.openxmlformats.org/drawingml/2006/chart" xmlns:r="http://schemas.openxmlformats.org/officeDocument/2006/relationships" r:id="rId4"/>
          </a:graphicData>
        </a:graphic>
      </p:graphicFrame>
      <p:sp>
        <p:nvSpPr>
          <p:cNvPr id="21" name="chart-caption">
            <a:extLst>
              <a:ext uri="{FF2B5EF4-FFF2-40B4-BE49-F238E27FC236}">
                <a16:creationId xmlns:a16="http://schemas.microsoft.com/office/drawing/2014/main" id="{25E39BB6-CFC6-4CDC-953F-D9603E9325AC}"/>
              </a:ext>
            </a:extLst>
          </p:cNvPr>
          <p:cNvSpPr>
            <a:spLocks noGrp="1"/>
          </p:cNvSpPr>
          <p:nvPr/>
        </p:nvSpPr>
        <p:spPr>
          <a:xfrm>
            <a:off x="6362700" y="5829300"/>
            <a:ext cx="52197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3~5일: 12 − 2 + 7 = 17</a:t>
            </a:r>
          </a:p>
        </p:txBody>
      </p:sp>
    </p:spTree>
    <p:extLst>
      <p:ext uri="{BB962C8B-B14F-4D97-AF65-F5344CB8AC3E}">
        <p14:creationId xmlns:p14="http://schemas.microsoft.com/office/powerpoint/2010/main" val="32848303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40516D9-E009-480E-A580-D1CF23BF75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1E9E6AD-B67E-49DA-BEE9-3C750C198B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0864A8-8215-46CC-9D1F-3814A2A487E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구간을 하나씩 확인하는 방법</a:t>
            </a:r>
          </a:p>
        </p:txBody>
      </p:sp>
      <p:sp>
        <p:nvSpPr>
          <p:cNvPr id="4" name="rule-8">
            <a:extLst>
              <a:ext uri="{FF2B5EF4-FFF2-40B4-BE49-F238E27FC236}">
                <a16:creationId xmlns:a16="http://schemas.microsoft.com/office/drawing/2014/main" id="{16EC3D52-CC1C-4591-B70E-16FE113BCC2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C3ADBF6-CD77-45CF-B6EF-B01F8AB8B4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BD3BFC2-E0E9-4C97-B0A0-31EB473D6A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7" name="approach">
            <a:extLst>
              <a:ext uri="{FF2B5EF4-FFF2-40B4-BE49-F238E27FC236}">
                <a16:creationId xmlns:a16="http://schemas.microsoft.com/office/drawing/2014/main" id="{DFD3F16C-FC70-48D3-87F7-706AFF96F60C}"/>
              </a:ext>
            </a:extLst>
          </p:cNvPr>
          <p:cNvSpPr>
            <a:spLocks noGrp="1"/>
          </p:cNvSpPr>
          <p:nvPr/>
        </p:nvSpPr>
        <p:spPr>
          <a:xfrm>
            <a:off x="609600" y="1733550"/>
            <a:ext cx="6238875" cy="74295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시작 날짜를 하나 고정하고,</a:t>
            </a:r>
          </a:p>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끝 날짜를 한 칸씩 늘립니다.</a:t>
            </a:r>
          </a:p>
        </p:txBody>
      </p:sp>
      <p:sp>
        <p:nvSpPr>
          <p:cNvPr id="8" name="examples">
            <a:extLst>
              <a:ext uri="{FF2B5EF4-FFF2-40B4-BE49-F238E27FC236}">
                <a16:creationId xmlns:a16="http://schemas.microsoft.com/office/drawing/2014/main" id="{98F537F9-787D-4AD3-B198-CEE4FDADF4D4}"/>
              </a:ext>
            </a:extLst>
          </p:cNvPr>
          <p:cNvSpPr>
            <a:spLocks noGrp="1"/>
          </p:cNvSpPr>
          <p:nvPr/>
        </p:nvSpPr>
        <p:spPr>
          <a:xfrm>
            <a:off x="609600" y="2800350"/>
            <a:ext cx="6238875" cy="1857375"/>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첫날부터 시작한 구간</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   3</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  −2</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12]         →  10</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a:t>
            </a:r>
          </a:p>
        </p:txBody>
      </p:sp>
      <p:sp>
        <p:nvSpPr>
          <p:cNvPr id="9" name="count">
            <a:extLst>
              <a:ext uri="{FF2B5EF4-FFF2-40B4-BE49-F238E27FC236}">
                <a16:creationId xmlns:a16="http://schemas.microsoft.com/office/drawing/2014/main" id="{A4937F8C-81F2-4179-ABED-8DA261BE5620}"/>
              </a:ext>
            </a:extLst>
          </p:cNvPr>
          <p:cNvSpPr>
            <a:spLocks noGrp="1"/>
          </p:cNvSpPr>
          <p:nvPr/>
        </p:nvSpPr>
        <p:spPr>
          <a:xfrm>
            <a:off x="609600" y="5124450"/>
            <a:ext cx="64198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8일의 후보: 8 + 7 + … + 1 = 36개</a:t>
            </a:r>
          </a:p>
        </p:txBody>
      </p:sp>
      <p:sp>
        <p:nvSpPr>
          <p:cNvPr id="10" name="cost">
            <a:extLst>
              <a:ext uri="{FF2B5EF4-FFF2-40B4-BE49-F238E27FC236}">
                <a16:creationId xmlns:a16="http://schemas.microsoft.com/office/drawing/2014/main" id="{6491C8C5-B83B-4CE4-9A29-FF88B6C3D652}"/>
              </a:ext>
            </a:extLst>
          </p:cNvPr>
          <p:cNvSpPr>
            <a:spLocks noGrp="1"/>
          </p:cNvSpPr>
          <p:nvPr/>
        </p:nvSpPr>
        <p:spPr>
          <a:xfrm>
            <a:off x="609600" y="5619750"/>
            <a:ext cx="65817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입력이 커지면 후보 수가 O(n²)로 늘어납니다.</a:t>
            </a:r>
          </a:p>
        </p:txBody>
      </p:sp>
      <p:pic>
        <p:nvPicPr>
          <p:cNvPr id="11" name="그림 10">
            <a:extLst>
              <a:ext uri="{FF2B5EF4-FFF2-40B4-BE49-F238E27FC236}">
                <a16:creationId xmlns:a16="http://schemas.microsoft.com/office/drawing/2014/main" id="{6379D003-0CB9-4CBD-AD92-1ACDC4F7276A}"/>
              </a:ext>
            </a:extLst>
          </p:cNvPr>
          <p:cNvPicPr>
            <a:picLocks noChangeAspect="1"/>
          </p:cNvPicPr>
          <p:nvPr/>
        </p:nvPicPr>
        <p:blipFill>
          <a:blip r:embed="rId3"/>
          <a:stretch/>
        </p:blipFill>
        <p:spPr>
          <a:xfrm>
            <a:off x="7143750" y="2361911"/>
            <a:ext cx="4438650" cy="3401003"/>
          </a:xfrm>
          <a:prstGeom prst="rect">
            <a:avLst/>
          </a:prstGeom>
        </p:spPr>
      </p:pic>
      <p:sp>
        <p:nvSpPr>
          <p:cNvPr id="12" name="caption">
            <a:extLst>
              <a:ext uri="{FF2B5EF4-FFF2-40B4-BE49-F238E27FC236}">
                <a16:creationId xmlns:a16="http://schemas.microsoft.com/office/drawing/2014/main" id="{7F6FBA63-1B95-45A4-B1E3-C0F96CDAD0B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끝점을 한 칸 늘릴 때 누적합도 갱신합니다. 더 빠른 방법으로 분할 정복을 사용해 봅시다.</a:t>
            </a:r>
          </a:p>
        </p:txBody>
      </p:sp>
    </p:spTree>
    <p:extLst>
      <p:ext uri="{BB962C8B-B14F-4D97-AF65-F5344CB8AC3E}">
        <p14:creationId xmlns:p14="http://schemas.microsoft.com/office/powerpoint/2010/main" val="40580360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6FD6C51D-5359-4C74-9E26-B0D69A4E640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25C0F9C-47CC-49BF-B44D-6A22EA65B5E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CD8E25-2AA5-4C48-A061-C6A8B0D070F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왼쪽·오른쪽·중앙을 걸친 구간</a:t>
            </a:r>
          </a:p>
        </p:txBody>
      </p:sp>
      <p:sp>
        <p:nvSpPr>
          <p:cNvPr id="4" name="rule-9">
            <a:extLst>
              <a:ext uri="{FF2B5EF4-FFF2-40B4-BE49-F238E27FC236}">
                <a16:creationId xmlns:a16="http://schemas.microsoft.com/office/drawing/2014/main" id="{DC7A6C6C-CD74-4E5C-BA2C-91D4DE466CD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9921D859-0E70-421D-8F7E-4CB329E71A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F898A3F-ECE0-47E8-9F57-00BDFD8C10F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7" name="left-head">
            <a:extLst>
              <a:ext uri="{FF2B5EF4-FFF2-40B4-BE49-F238E27FC236}">
                <a16:creationId xmlns:a16="http://schemas.microsoft.com/office/drawing/2014/main" id="{4359091F-6708-42D5-9072-788153027B87}"/>
              </a:ext>
            </a:extLst>
          </p:cNvPr>
          <p:cNvSpPr>
            <a:spLocks noGrp="1"/>
          </p:cNvSpPr>
          <p:nvPr/>
        </p:nvSpPr>
        <p:spPr>
          <a:xfrm>
            <a:off x="609600" y="1828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절반 안</a:t>
            </a:r>
          </a:p>
        </p:txBody>
      </p:sp>
      <p:sp>
        <p:nvSpPr>
          <p:cNvPr id="8" name="left-detail">
            <a:extLst>
              <a:ext uri="{FF2B5EF4-FFF2-40B4-BE49-F238E27FC236}">
                <a16:creationId xmlns:a16="http://schemas.microsoft.com/office/drawing/2014/main" id="{C52FD89E-9FD5-4C74-A896-E2553D7D8A97}"/>
              </a:ext>
            </a:extLst>
          </p:cNvPr>
          <p:cNvSpPr>
            <a:spLocks noGrp="1"/>
          </p:cNvSpPr>
          <p:nvPr/>
        </p:nvSpPr>
        <p:spPr>
          <a:xfrm>
            <a:off x="609600" y="2257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left_max</a:t>
            </a:r>
          </a:p>
        </p:txBody>
      </p:sp>
      <p:sp>
        <p:nvSpPr>
          <p:cNvPr id="9" name="right-head">
            <a:extLst>
              <a:ext uri="{FF2B5EF4-FFF2-40B4-BE49-F238E27FC236}">
                <a16:creationId xmlns:a16="http://schemas.microsoft.com/office/drawing/2014/main" id="{8AF70F70-BDD8-47A8-B2F1-15DC78A5E67F}"/>
              </a:ext>
            </a:extLst>
          </p:cNvPr>
          <p:cNvSpPr>
            <a:spLocks noGrp="1"/>
          </p:cNvSpPr>
          <p:nvPr/>
        </p:nvSpPr>
        <p:spPr>
          <a:xfrm>
            <a:off x="609600" y="2971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오른쪽 절반 안</a:t>
            </a:r>
          </a:p>
        </p:txBody>
      </p:sp>
      <p:sp>
        <p:nvSpPr>
          <p:cNvPr id="10" name="right-detail">
            <a:extLst>
              <a:ext uri="{FF2B5EF4-FFF2-40B4-BE49-F238E27FC236}">
                <a16:creationId xmlns:a16="http://schemas.microsoft.com/office/drawing/2014/main" id="{F414A61E-302C-41E9-9F95-4D9BFBAE015E}"/>
              </a:ext>
            </a:extLst>
          </p:cNvPr>
          <p:cNvSpPr>
            <a:spLocks noGrp="1"/>
          </p:cNvSpPr>
          <p:nvPr/>
        </p:nvSpPr>
        <p:spPr>
          <a:xfrm>
            <a:off x="609600" y="3400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right_max</a:t>
            </a:r>
          </a:p>
        </p:txBody>
      </p:sp>
      <p:sp>
        <p:nvSpPr>
          <p:cNvPr id="11" name="cross-head">
            <a:extLst>
              <a:ext uri="{FF2B5EF4-FFF2-40B4-BE49-F238E27FC236}">
                <a16:creationId xmlns:a16="http://schemas.microsoft.com/office/drawing/2014/main" id="{A036ECC1-F3F0-4A65-A04F-7BD31707F875}"/>
              </a:ext>
            </a:extLst>
          </p:cNvPr>
          <p:cNvSpPr>
            <a:spLocks noGrp="1"/>
          </p:cNvSpPr>
          <p:nvPr/>
        </p:nvSpPr>
        <p:spPr>
          <a:xfrm>
            <a:off x="609600" y="4114800"/>
            <a:ext cx="60960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중앙 경계를 걸친 구간</a:t>
            </a:r>
          </a:p>
        </p:txBody>
      </p:sp>
      <p:sp>
        <p:nvSpPr>
          <p:cNvPr id="12" name="cross-detail">
            <a:extLst>
              <a:ext uri="{FF2B5EF4-FFF2-40B4-BE49-F238E27FC236}">
                <a16:creationId xmlns:a16="http://schemas.microsoft.com/office/drawing/2014/main" id="{3B136474-D5EC-4A53-A6B6-69032F236D89}"/>
              </a:ext>
            </a:extLst>
          </p:cNvPr>
          <p:cNvSpPr>
            <a:spLocks noGrp="1"/>
          </p:cNvSpPr>
          <p:nvPr/>
        </p:nvSpPr>
        <p:spPr>
          <a:xfrm>
            <a:off x="609600" y="4543425"/>
            <a:ext cx="60483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경계 양쪽을 이어 붙인 최대 합: cross_max</a:t>
            </a:r>
          </a:p>
        </p:txBody>
      </p:sp>
      <p:sp>
        <p:nvSpPr>
          <p:cNvPr id="13" name="answer-formula">
            <a:extLst>
              <a:ext uri="{FF2B5EF4-FFF2-40B4-BE49-F238E27FC236}">
                <a16:creationId xmlns:a16="http://schemas.microsoft.com/office/drawing/2014/main" id="{848D564A-2B7E-47BF-AF94-7FF6DCB81F51}"/>
              </a:ext>
            </a:extLst>
          </p:cNvPr>
          <p:cNvSpPr>
            <a:spLocks noGrp="1"/>
          </p:cNvSpPr>
          <p:nvPr/>
        </p:nvSpPr>
        <p:spPr>
          <a:xfrm>
            <a:off x="609600" y="5534025"/>
            <a:ext cx="6638925" cy="400050"/>
          </a:xfrm>
          <a:prstGeom prst="rect">
            <a:avLst/>
          </a:prstGeom>
          <a:noFill/>
          <a:ln w="0">
            <a:noFill/>
          </a:ln>
        </p:spPr>
        <p:txBody>
          <a:bodyPr wrap="none" lIns="0" tIns="0" rIns="0" bIns="0" anchor="t">
            <a:noAutofit/>
          </a:bodyPr>
          <a:lstStyle>
            <a:defPPr algn="l">
              <a:defRPr sz="1875" b="1">
                <a:solidFill>
                  <a:srgbClr val="151515"/>
                </a:solidFill>
                <a:latin typeface="Consolas"/>
                <a:ea typeface="Consolas"/>
                <a:cs typeface="Consolas"/>
              </a:defRPr>
            </a:defPPr>
          </a:lstStyle>
          <a:p>
            <a:pPr algn="l">
              <a:lnSpc>
                <a:spcPct val="108000"/>
              </a:lnSpc>
              <a:buNone/>
              <a:defRPr sz="1875" b="1">
                <a:solidFill>
                  <a:srgbClr val="151515"/>
                </a:solidFill>
                <a:latin typeface="Consolas"/>
                <a:ea typeface="Consolas"/>
                <a:cs typeface="Consolas"/>
              </a:defRPr>
            </a:pPr>
            <a:r>
              <a:rPr sz="1875" b="1">
                <a:solidFill>
                  <a:srgbClr val="151515"/>
                </a:solidFill>
                <a:latin typeface="Consolas"/>
                <a:ea typeface="Consolas"/>
                <a:cs typeface="Consolas"/>
              </a:rPr>
              <a:t>정답 = max(left_max, right_max, cross_max)</a:t>
            </a:r>
          </a:p>
        </p:txBody>
      </p:sp>
      <p:pic>
        <p:nvPicPr>
          <p:cNvPr id="14" name="그림 13">
            <a:extLst>
              <a:ext uri="{FF2B5EF4-FFF2-40B4-BE49-F238E27FC236}">
                <a16:creationId xmlns:a16="http://schemas.microsoft.com/office/drawing/2014/main" id="{99C94D20-72CC-4E4B-B68C-4B965330BFE4}"/>
              </a:ext>
            </a:extLst>
          </p:cNvPr>
          <p:cNvPicPr>
            <a:picLocks noChangeAspect="1"/>
          </p:cNvPicPr>
          <p:nvPr/>
        </p:nvPicPr>
        <p:blipFill>
          <a:blip r:embed="rId3"/>
          <a:stretch/>
        </p:blipFill>
        <p:spPr>
          <a:xfrm>
            <a:off x="7096125" y="2322635"/>
            <a:ext cx="4486275" cy="3450981"/>
          </a:xfrm>
          <a:prstGeom prst="rect">
            <a:avLst/>
          </a:prstGeom>
        </p:spPr>
      </p:pic>
      <p:sp>
        <p:nvSpPr>
          <p:cNvPr id="15" name="caption">
            <a:extLst>
              <a:ext uri="{FF2B5EF4-FFF2-40B4-BE49-F238E27FC236}">
                <a16:creationId xmlns:a16="http://schemas.microsoft.com/office/drawing/2014/main" id="{F379CA6E-90A8-4683-BC96-6386FCDEFADD}"/>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중앙을 걸친 구간은 mid와 mid+1을 모두 포함해야 합니다. 중간 칸을 뺄 수 없습니다.</a:t>
            </a:r>
          </a:p>
        </p:txBody>
      </p:sp>
    </p:spTree>
    <p:extLst>
      <p:ext uri="{BB962C8B-B14F-4D97-AF65-F5344CB8AC3E}">
        <p14:creationId xmlns:p14="http://schemas.microsoft.com/office/powerpoint/2010/main" val="40943194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FBFB2AE6-A9F5-4F88-8227-0FBF9C2B61D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5C45100-FE6A-4332-B83F-1ED4514AD8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CB8A598-AC18-4DE2-8D25-59A6145B0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중앙을 걸친 구간: 10 + 7 = 17</a:t>
            </a:r>
          </a:p>
        </p:txBody>
      </p:sp>
      <p:sp>
        <p:nvSpPr>
          <p:cNvPr id="4" name="rule-10">
            <a:extLst>
              <a:ext uri="{FF2B5EF4-FFF2-40B4-BE49-F238E27FC236}">
                <a16:creationId xmlns:a16="http://schemas.microsoft.com/office/drawing/2014/main" id="{534DFA9E-AF8D-45BC-B46A-B24BA0098740}"/>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AA27D6A-D028-42FA-84B3-C72EB4ECD17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F95344B-E646-41FF-B657-7A05A62816E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475C1EE6-4039-434A-962C-1CC814AC2637}"/>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mid = 3의 −2에서 왼쪽으로, mid+1 = 4의 7에서 오른쪽으로 훑습니다.</a:t>
            </a:r>
          </a:p>
        </p:txBody>
      </p:sp>
      <p:pic>
        <p:nvPicPr>
          <p:cNvPr id="8" name="그림 7">
            <a:extLst>
              <a:ext uri="{FF2B5EF4-FFF2-40B4-BE49-F238E27FC236}">
                <a16:creationId xmlns:a16="http://schemas.microsoft.com/office/drawing/2014/main" id="{EC3C3E56-4C83-4BBD-862F-9FB0E798E86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ECA172A6-F6EE-41D2-9ACC-BBEC0719969E}"/>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그림의 최대 합은 중앙에서 훑으며 저장한 합입니다. 절반 전체의 left_max·right_max와 구분하세요.</a:t>
            </a:r>
          </a:p>
        </p:txBody>
      </p:sp>
    </p:spTree>
    <p:extLst>
      <p:ext uri="{BB962C8B-B14F-4D97-AF65-F5344CB8AC3E}">
        <p14:creationId xmlns:p14="http://schemas.microsoft.com/office/powerpoint/2010/main" val="301625279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160</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161</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162</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163</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164</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165</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166</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167</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168</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171</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172</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173</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174</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175</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box-159">
            <a:extLst>
              <a:ext uri="{FF2B5EF4-FFF2-40B4-BE49-F238E27FC236}">
                <a16:creationId xmlns:a16="http://schemas.microsoft.com/office/drawing/2014/main" id="{C15EB0D8-D81B-4612-B9A6-C6A81F2C7394}"/>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60">
            <a:extLst>
              <a:ext uri="{FF2B5EF4-FFF2-40B4-BE49-F238E27FC236}">
                <a16:creationId xmlns:a16="http://schemas.microsoft.com/office/drawing/2014/main" id="{39A4AD87-1CF7-4A8F-B180-0C7EE556F7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61">
            <a:extLst>
              <a:ext uri="{FF2B5EF4-FFF2-40B4-BE49-F238E27FC236}">
                <a16:creationId xmlns:a16="http://schemas.microsoft.com/office/drawing/2014/main" id="{E096D298-2431-495C-9C84-EF18FEA245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 한 번: 왼쪽 4칸과 오른쪽 4칸</a:t>
            </a:r>
          </a:p>
        </p:txBody>
      </p:sp>
      <p:sp>
        <p:nvSpPr>
          <p:cNvPr id="4" name="box-162">
            <a:extLst>
              <a:ext uri="{FF2B5EF4-FFF2-40B4-BE49-F238E27FC236}">
                <a16:creationId xmlns:a16="http://schemas.microsoft.com/office/drawing/2014/main" id="{F597F373-C558-46CB-9F81-70403D724084}"/>
              </a:ext>
            </a:extLst>
          </p:cNvPr>
          <p:cNvSpPr>
            <a:spLocks noGrp="1"/>
          </p:cNvSpPr>
          <p:nvPr/>
        </p:nvSpPr>
        <p:spPr>
          <a:xfrm>
            <a:off x="609600" y="1381125"/>
            <a:ext cx="10972800" cy="9525"/>
          </a:xfrm>
          <a:prstGeom prst="rect">
            <a:avLst/>
          </a:prstGeom>
          <a:solidFill>
            <a:srgbClr val="151515"/>
          </a:solidFill>
          <a:ln w="0">
            <a:noFill/>
          </a:ln>
        </p:spPr>
      </p:sp>
      <p:sp>
        <p:nvSpPr>
          <p:cNvPr id="5" name="box-163">
            <a:extLst>
              <a:ext uri="{FF2B5EF4-FFF2-40B4-BE49-F238E27FC236}">
                <a16:creationId xmlns:a16="http://schemas.microsoft.com/office/drawing/2014/main" id="{26EA6BD1-9914-495C-85E6-152C9F69FA7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1703CD3-B120-4C96-B921-4FB9643B4F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176</a:t>
            </a:r>
            <a:endParaRPr sz="1050" b="0">
              <a:solidFill>
                <a:srgbClr val="151515"/>
              </a:solidFill>
              <a:latin typeface="Consolas"/>
              <a:ea typeface="Consolas"/>
              <a:cs typeface="Consolas"/>
            </a:endParaRPr>
          </a:p>
        </p:txBody>
      </p:sp>
      <p:sp>
        <p:nvSpPr>
          <p:cNvPr id="7" name="box-165">
            <a:extLst>
              <a:ext uri="{FF2B5EF4-FFF2-40B4-BE49-F238E27FC236}">
                <a16:creationId xmlns:a16="http://schemas.microsoft.com/office/drawing/2014/main" id="{DC1C12E2-42E5-43B9-8B19-3C91A97663C5}"/>
              </a:ext>
            </a:extLst>
          </p:cNvPr>
          <p:cNvSpPr>
            <a:spLocks noGrp="1"/>
          </p:cNvSpPr>
          <p:nvPr/>
        </p:nvSpPr>
        <p:spPr>
          <a:xfrm>
            <a:off x="609600" y="1866900"/>
            <a:ext cx="10972800" cy="3810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스캔: 가운데에서 왼쪽으로</a:t>
            </a:r>
          </a:p>
        </p:txBody>
      </p:sp>
      <p:sp>
        <p:nvSpPr>
          <p:cNvPr id="8" name="box-166">
            <a:extLst>
              <a:ext uri="{FF2B5EF4-FFF2-40B4-BE49-F238E27FC236}">
                <a16:creationId xmlns:a16="http://schemas.microsoft.com/office/drawing/2014/main" id="{4F5ED079-2903-475B-B053-84CE0DEB651B}"/>
              </a:ext>
            </a:extLst>
          </p:cNvPr>
          <p:cNvSpPr>
            <a:spLocks noGrp="1"/>
          </p:cNvSpPr>
          <p:nvPr/>
        </p:nvSpPr>
        <p:spPr>
          <a:xfrm>
            <a:off x="1047750" y="2514600"/>
            <a:ext cx="781050" cy="781050"/>
          </a:xfrm>
          <a:prstGeom prst="rect">
            <a:avLst/>
          </a:prstGeom>
          <a:solidFill>
            <a:srgbClr val="EEF5F8"/>
          </a:solidFill>
          <a:ln w="9525">
            <a:solidFill>
              <a:srgbClr val="146995"/>
            </a:solidFill>
          </a:ln>
        </p:spPr>
      </p:sp>
      <p:sp>
        <p:nvSpPr>
          <p:cNvPr id="9" name="box-167">
            <a:extLst>
              <a:ext uri="{FF2B5EF4-FFF2-40B4-BE49-F238E27FC236}">
                <a16:creationId xmlns:a16="http://schemas.microsoft.com/office/drawing/2014/main" id="{7807C0E3-EB78-4BD2-BCC6-D758DFC5BA56}"/>
              </a:ext>
            </a:extLst>
          </p:cNvPr>
          <p:cNvSpPr>
            <a:spLocks noGrp="1"/>
          </p:cNvSpPr>
          <p:nvPr/>
        </p:nvSpPr>
        <p:spPr>
          <a:xfrm>
            <a:off x="10477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68">
            <a:extLst>
              <a:ext uri="{FF2B5EF4-FFF2-40B4-BE49-F238E27FC236}">
                <a16:creationId xmlns:a16="http://schemas.microsoft.com/office/drawing/2014/main" id="{972A3786-F14E-43E1-8D75-AD4422F4EDDC}"/>
              </a:ext>
            </a:extLst>
          </p:cNvPr>
          <p:cNvSpPr>
            <a:spLocks noGrp="1"/>
          </p:cNvSpPr>
          <p:nvPr/>
        </p:nvSpPr>
        <p:spPr>
          <a:xfrm>
            <a:off x="1828800" y="2514600"/>
            <a:ext cx="781050" cy="781050"/>
          </a:xfrm>
          <a:prstGeom prst="rect">
            <a:avLst/>
          </a:prstGeom>
          <a:solidFill>
            <a:srgbClr val="EEF5F8"/>
          </a:solidFill>
          <a:ln w="9525">
            <a:solidFill>
              <a:srgbClr val="146995"/>
            </a:solidFill>
          </a:ln>
        </p:spPr>
      </p:sp>
      <p:sp>
        <p:nvSpPr>
          <p:cNvPr id="11" name="box-169">
            <a:extLst>
              <a:ext uri="{FF2B5EF4-FFF2-40B4-BE49-F238E27FC236}">
                <a16:creationId xmlns:a16="http://schemas.microsoft.com/office/drawing/2014/main" id="{827C0BE2-69A9-454B-A7A5-0FA79A6AE7BF}"/>
              </a:ext>
            </a:extLst>
          </p:cNvPr>
          <p:cNvSpPr>
            <a:spLocks noGrp="1"/>
          </p:cNvSpPr>
          <p:nvPr/>
        </p:nvSpPr>
        <p:spPr>
          <a:xfrm>
            <a:off x="18288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70">
            <a:extLst>
              <a:ext uri="{FF2B5EF4-FFF2-40B4-BE49-F238E27FC236}">
                <a16:creationId xmlns:a16="http://schemas.microsoft.com/office/drawing/2014/main" id="{855B3F8A-771C-4822-8B23-BA94201A66E5}"/>
              </a:ext>
            </a:extLst>
          </p:cNvPr>
          <p:cNvSpPr>
            <a:spLocks noGrp="1"/>
          </p:cNvSpPr>
          <p:nvPr/>
        </p:nvSpPr>
        <p:spPr>
          <a:xfrm>
            <a:off x="2609850" y="2514600"/>
            <a:ext cx="781050" cy="781050"/>
          </a:xfrm>
          <a:prstGeom prst="rect">
            <a:avLst/>
          </a:prstGeom>
          <a:solidFill>
            <a:srgbClr val="EEF5F8"/>
          </a:solidFill>
          <a:ln w="9525">
            <a:solidFill>
              <a:srgbClr val="146995"/>
            </a:solidFill>
          </a:ln>
        </p:spPr>
      </p:sp>
      <p:sp>
        <p:nvSpPr>
          <p:cNvPr id="13" name="box-171">
            <a:extLst>
              <a:ext uri="{FF2B5EF4-FFF2-40B4-BE49-F238E27FC236}">
                <a16:creationId xmlns:a16="http://schemas.microsoft.com/office/drawing/2014/main" id="{E7FF0EBF-FB23-4B10-8658-6F6713ECB80A}"/>
              </a:ext>
            </a:extLst>
          </p:cNvPr>
          <p:cNvSpPr>
            <a:spLocks noGrp="1"/>
          </p:cNvSpPr>
          <p:nvPr/>
        </p:nvSpPr>
        <p:spPr>
          <a:xfrm>
            <a:off x="260985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172">
            <a:extLst>
              <a:ext uri="{FF2B5EF4-FFF2-40B4-BE49-F238E27FC236}">
                <a16:creationId xmlns:a16="http://schemas.microsoft.com/office/drawing/2014/main" id="{96823496-32A1-463B-B31F-87F4CC47C5EB}"/>
              </a:ext>
            </a:extLst>
          </p:cNvPr>
          <p:cNvSpPr>
            <a:spLocks noGrp="1"/>
          </p:cNvSpPr>
          <p:nvPr/>
        </p:nvSpPr>
        <p:spPr>
          <a:xfrm>
            <a:off x="3390900" y="2514600"/>
            <a:ext cx="781050" cy="781050"/>
          </a:xfrm>
          <a:prstGeom prst="rect">
            <a:avLst/>
          </a:prstGeom>
          <a:solidFill>
            <a:srgbClr val="EEF5F8"/>
          </a:solidFill>
          <a:ln w="9525">
            <a:solidFill>
              <a:srgbClr val="146995"/>
            </a:solidFill>
          </a:ln>
        </p:spPr>
      </p:sp>
      <p:sp>
        <p:nvSpPr>
          <p:cNvPr id="15" name="box-173">
            <a:extLst>
              <a:ext uri="{FF2B5EF4-FFF2-40B4-BE49-F238E27FC236}">
                <a16:creationId xmlns:a16="http://schemas.microsoft.com/office/drawing/2014/main" id="{DC1E8CAB-98E8-49D4-A3F9-D4AD737853B8}"/>
              </a:ext>
            </a:extLst>
          </p:cNvPr>
          <p:cNvSpPr>
            <a:spLocks noGrp="1"/>
          </p:cNvSpPr>
          <p:nvPr/>
        </p:nvSpPr>
        <p:spPr>
          <a:xfrm>
            <a:off x="3390900" y="2638425"/>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174">
            <a:extLst>
              <a:ext uri="{FF2B5EF4-FFF2-40B4-BE49-F238E27FC236}">
                <a16:creationId xmlns:a16="http://schemas.microsoft.com/office/drawing/2014/main" id="{F516C22B-EEF3-4A69-8061-56D9BB262CDC}"/>
              </a:ext>
            </a:extLst>
          </p:cNvPr>
          <p:cNvSpPr>
            <a:spLocks noGrp="1"/>
          </p:cNvSpPr>
          <p:nvPr/>
        </p:nvSpPr>
        <p:spPr>
          <a:xfrm>
            <a:off x="4572000" y="2676525"/>
            <a:ext cx="2857500" cy="4476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4칸</a:t>
            </a:r>
          </a:p>
        </p:txBody>
      </p:sp>
      <p:sp>
        <p:nvSpPr>
          <p:cNvPr id="17" name="box-175">
            <a:extLst>
              <a:ext uri="{FF2B5EF4-FFF2-40B4-BE49-F238E27FC236}">
                <a16:creationId xmlns:a16="http://schemas.microsoft.com/office/drawing/2014/main" id="{8F45B96F-6385-49FD-A433-FEF774AFCC55}"/>
              </a:ext>
            </a:extLst>
          </p:cNvPr>
          <p:cNvSpPr>
            <a:spLocks noGrp="1"/>
          </p:cNvSpPr>
          <p:nvPr/>
        </p:nvSpPr>
        <p:spPr>
          <a:xfrm>
            <a:off x="609600" y="3552825"/>
            <a:ext cx="10972800" cy="3810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스캔: 가운데 다음부터 오른쪽으로</a:t>
            </a:r>
          </a:p>
        </p:txBody>
      </p:sp>
      <p:sp>
        <p:nvSpPr>
          <p:cNvPr id="18" name="box-176">
            <a:extLst>
              <a:ext uri="{FF2B5EF4-FFF2-40B4-BE49-F238E27FC236}">
                <a16:creationId xmlns:a16="http://schemas.microsoft.com/office/drawing/2014/main" id="{79851AC2-0061-421B-8C3D-C28A118C7C94}"/>
              </a:ext>
            </a:extLst>
          </p:cNvPr>
          <p:cNvSpPr>
            <a:spLocks noGrp="1"/>
          </p:cNvSpPr>
          <p:nvPr/>
        </p:nvSpPr>
        <p:spPr>
          <a:xfrm>
            <a:off x="1047750" y="4200525"/>
            <a:ext cx="781050" cy="781050"/>
          </a:xfrm>
          <a:prstGeom prst="rect">
            <a:avLst/>
          </a:prstGeom>
          <a:solidFill>
            <a:srgbClr val="EEF5F8"/>
          </a:solidFill>
          <a:ln w="9525">
            <a:solidFill>
              <a:srgbClr val="146995"/>
            </a:solidFill>
          </a:ln>
        </p:spPr>
      </p:sp>
      <p:sp>
        <p:nvSpPr>
          <p:cNvPr id="19" name="box-177">
            <a:extLst>
              <a:ext uri="{FF2B5EF4-FFF2-40B4-BE49-F238E27FC236}">
                <a16:creationId xmlns:a16="http://schemas.microsoft.com/office/drawing/2014/main" id="{FEB9D6F6-92C9-45ED-A82D-D262D678265C}"/>
              </a:ext>
            </a:extLst>
          </p:cNvPr>
          <p:cNvSpPr>
            <a:spLocks noGrp="1"/>
          </p:cNvSpPr>
          <p:nvPr/>
        </p:nvSpPr>
        <p:spPr>
          <a:xfrm>
            <a:off x="10477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178">
            <a:extLst>
              <a:ext uri="{FF2B5EF4-FFF2-40B4-BE49-F238E27FC236}">
                <a16:creationId xmlns:a16="http://schemas.microsoft.com/office/drawing/2014/main" id="{8D2EA3DE-50F7-44AF-8002-9B18745F3B88}"/>
              </a:ext>
            </a:extLst>
          </p:cNvPr>
          <p:cNvSpPr>
            <a:spLocks noGrp="1"/>
          </p:cNvSpPr>
          <p:nvPr/>
        </p:nvSpPr>
        <p:spPr>
          <a:xfrm>
            <a:off x="1828800" y="4200525"/>
            <a:ext cx="781050" cy="781050"/>
          </a:xfrm>
          <a:prstGeom prst="rect">
            <a:avLst/>
          </a:prstGeom>
          <a:solidFill>
            <a:srgbClr val="EEF5F8"/>
          </a:solidFill>
          <a:ln w="9525">
            <a:solidFill>
              <a:srgbClr val="146995"/>
            </a:solidFill>
          </a:ln>
        </p:spPr>
      </p:sp>
      <p:sp>
        <p:nvSpPr>
          <p:cNvPr id="21" name="box-179">
            <a:extLst>
              <a:ext uri="{FF2B5EF4-FFF2-40B4-BE49-F238E27FC236}">
                <a16:creationId xmlns:a16="http://schemas.microsoft.com/office/drawing/2014/main" id="{665AF579-9DA5-445F-8D84-461353CF17AE}"/>
              </a:ext>
            </a:extLst>
          </p:cNvPr>
          <p:cNvSpPr>
            <a:spLocks noGrp="1"/>
          </p:cNvSpPr>
          <p:nvPr/>
        </p:nvSpPr>
        <p:spPr>
          <a:xfrm>
            <a:off x="18288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2" name="box-180">
            <a:extLst>
              <a:ext uri="{FF2B5EF4-FFF2-40B4-BE49-F238E27FC236}">
                <a16:creationId xmlns:a16="http://schemas.microsoft.com/office/drawing/2014/main" id="{DB9E841B-68D2-450E-8035-266E4EA16EF9}"/>
              </a:ext>
            </a:extLst>
          </p:cNvPr>
          <p:cNvSpPr>
            <a:spLocks noGrp="1"/>
          </p:cNvSpPr>
          <p:nvPr/>
        </p:nvSpPr>
        <p:spPr>
          <a:xfrm>
            <a:off x="2609850" y="4200525"/>
            <a:ext cx="781050" cy="781050"/>
          </a:xfrm>
          <a:prstGeom prst="rect">
            <a:avLst/>
          </a:prstGeom>
          <a:solidFill>
            <a:srgbClr val="EEF5F8"/>
          </a:solidFill>
          <a:ln w="9525">
            <a:solidFill>
              <a:srgbClr val="146995"/>
            </a:solidFill>
          </a:ln>
        </p:spPr>
      </p:sp>
      <p:sp>
        <p:nvSpPr>
          <p:cNvPr id="23" name="box-181">
            <a:extLst>
              <a:ext uri="{FF2B5EF4-FFF2-40B4-BE49-F238E27FC236}">
                <a16:creationId xmlns:a16="http://schemas.microsoft.com/office/drawing/2014/main" id="{78354F94-62E1-4CE1-AB64-E8D2E43F1DA5}"/>
              </a:ext>
            </a:extLst>
          </p:cNvPr>
          <p:cNvSpPr>
            <a:spLocks noGrp="1"/>
          </p:cNvSpPr>
          <p:nvPr/>
        </p:nvSpPr>
        <p:spPr>
          <a:xfrm>
            <a:off x="260985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182">
            <a:extLst>
              <a:ext uri="{FF2B5EF4-FFF2-40B4-BE49-F238E27FC236}">
                <a16:creationId xmlns:a16="http://schemas.microsoft.com/office/drawing/2014/main" id="{350E86C7-93A3-486D-8D96-9F821D60DB1C}"/>
              </a:ext>
            </a:extLst>
          </p:cNvPr>
          <p:cNvSpPr>
            <a:spLocks noGrp="1"/>
          </p:cNvSpPr>
          <p:nvPr/>
        </p:nvSpPr>
        <p:spPr>
          <a:xfrm>
            <a:off x="3390900" y="4200525"/>
            <a:ext cx="781050" cy="781050"/>
          </a:xfrm>
          <a:prstGeom prst="rect">
            <a:avLst/>
          </a:prstGeom>
          <a:solidFill>
            <a:srgbClr val="EEF5F8"/>
          </a:solidFill>
          <a:ln w="9525">
            <a:solidFill>
              <a:srgbClr val="146995"/>
            </a:solidFill>
          </a:ln>
        </p:spPr>
      </p:sp>
      <p:sp>
        <p:nvSpPr>
          <p:cNvPr id="25" name="box-183">
            <a:extLst>
              <a:ext uri="{FF2B5EF4-FFF2-40B4-BE49-F238E27FC236}">
                <a16:creationId xmlns:a16="http://schemas.microsoft.com/office/drawing/2014/main" id="{2CADADA6-C501-430B-96A0-CA9E138CA0D2}"/>
              </a:ext>
            </a:extLst>
          </p:cNvPr>
          <p:cNvSpPr>
            <a:spLocks noGrp="1"/>
          </p:cNvSpPr>
          <p:nvPr/>
        </p:nvSpPr>
        <p:spPr>
          <a:xfrm>
            <a:off x="3390900" y="4324350"/>
            <a:ext cx="781050"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6" name="box-184">
            <a:extLst>
              <a:ext uri="{FF2B5EF4-FFF2-40B4-BE49-F238E27FC236}">
                <a16:creationId xmlns:a16="http://schemas.microsoft.com/office/drawing/2014/main" id="{C3489D6D-9308-42E1-9A21-3E7D3AD9890B}"/>
              </a:ext>
            </a:extLst>
          </p:cNvPr>
          <p:cNvSpPr>
            <a:spLocks noGrp="1"/>
          </p:cNvSpPr>
          <p:nvPr/>
        </p:nvSpPr>
        <p:spPr>
          <a:xfrm>
            <a:off x="4572000" y="4362450"/>
            <a:ext cx="2857500" cy="447675"/>
          </a:xfrm>
          <a:prstGeom prst="rect">
            <a:avLst/>
          </a:prstGeom>
          <a:noFill/>
          <a:ln w="0">
            <a:noFill/>
          </a:ln>
        </p:spPr>
        <p:txBody>
          <a:bodyPr wrap="none" lIns="0" tIns="0" rIns="0" bIns="0" anchor="t">
            <a:noAutofit/>
          </a:bodyPr>
          <a:lstStyle>
            <a:defPPr algn="l">
              <a:defRPr sz="2400" b="1">
                <a:solidFill>
                  <a:srgbClr val="21744F"/>
                </a:solidFill>
                <a:latin typeface="Malgun Gothic"/>
                <a:ea typeface="Malgun Gothic"/>
                <a:cs typeface="Malgun Gothic"/>
              </a:defRPr>
            </a:defPPr>
          </a:lstStyle>
          <a:p>
            <a:pPr algn="l">
              <a:lnSpc>
                <a:spcPct val="112000"/>
              </a:lnSpc>
              <a:buNone/>
              <a:defRPr sz="2400" b="1">
                <a:solidFill>
                  <a:srgbClr val="21744F"/>
                </a:solidFill>
                <a:latin typeface="Malgun Gothic"/>
                <a:ea typeface="Malgun Gothic"/>
                <a:cs typeface="Malgun Gothic"/>
              </a:defRPr>
            </a:pPr>
            <a:r>
              <a:rPr sz="2400" b="1">
                <a:solidFill>
                  <a:srgbClr val="21744F"/>
                </a:solidFill>
                <a:latin typeface="Malgun Gothic"/>
                <a:ea typeface="Malgun Gothic"/>
                <a:cs typeface="Malgun Gothic"/>
              </a:rPr>
              <a:t>4칸</a:t>
            </a:r>
          </a:p>
        </p:txBody>
      </p:sp>
      <p:sp>
        <p:nvSpPr>
          <p:cNvPr id="27" name="box-185">
            <a:extLst>
              <a:ext uri="{FF2B5EF4-FFF2-40B4-BE49-F238E27FC236}">
                <a16:creationId xmlns:a16="http://schemas.microsoft.com/office/drawing/2014/main" id="{80229D1F-C360-4C48-A8A5-B488DE87BA8B}"/>
              </a:ext>
            </a:extLst>
          </p:cNvPr>
          <p:cNvSpPr>
            <a:spLocks noGrp="1"/>
          </p:cNvSpPr>
          <p:nvPr/>
        </p:nvSpPr>
        <p:spPr>
          <a:xfrm>
            <a:off x="7239000" y="2171700"/>
            <a:ext cx="4343400" cy="542925"/>
          </a:xfrm>
          <a:prstGeom prst="rect">
            <a:avLst/>
          </a:prstGeom>
          <a:noFill/>
          <a:ln w="0">
            <a:noFill/>
          </a:ln>
        </p:spPr>
        <p:txBody>
          <a:bodyPr wrap="none" lIns="0" tIns="0" rIns="0" bIns="0" anchor="t">
            <a:noAutofit/>
          </a:bodyPr>
          <a:lstStyle>
            <a:defPPr algn="l">
              <a:defRPr sz="2850" b="1">
                <a:solidFill>
                  <a:srgbClr val="AD630C"/>
                </a:solidFill>
                <a:latin typeface="Malgun Gothic"/>
                <a:ea typeface="Malgun Gothic"/>
                <a:cs typeface="Malgun Gothic"/>
              </a:defRPr>
            </a:defPPr>
          </a:lstStyle>
          <a:p>
            <a:pPr algn="l">
              <a:lnSpc>
                <a:spcPct val="112000"/>
              </a:lnSpc>
              <a:buNone/>
              <a:defRPr sz="2850" b="1">
                <a:solidFill>
                  <a:srgbClr val="AD630C"/>
                </a:solidFill>
                <a:latin typeface="Malgun Gothic"/>
                <a:ea typeface="Malgun Gothic"/>
                <a:cs typeface="Malgun Gothic"/>
              </a:defRPr>
            </a:pPr>
            <a:r>
              <a:rPr sz="2850" b="1">
                <a:solidFill>
                  <a:srgbClr val="AD630C"/>
                </a:solidFill>
                <a:latin typeface="Malgun Gothic"/>
                <a:ea typeface="Malgun Gothic"/>
                <a:cs typeface="Malgun Gothic"/>
              </a:rPr>
              <a:t>4 + 4 = 8칸</a:t>
            </a:r>
          </a:p>
        </p:txBody>
      </p:sp>
      <p:pic>
        <p:nvPicPr>
          <p:cNvPr id="28" name="그림 27">
            <a:extLst>
              <a:ext uri="{FF2B5EF4-FFF2-40B4-BE49-F238E27FC236}">
                <a16:creationId xmlns:a16="http://schemas.microsoft.com/office/drawing/2014/main" id="{2ED8E680-E775-4606-8CD9-7FDB246F9666}"/>
              </a:ext>
            </a:extLst>
          </p:cNvPr>
          <p:cNvPicPr>
            <a:picLocks noChangeAspect="1"/>
          </p:cNvPicPr>
          <p:nvPr/>
        </p:nvPicPr>
        <p:blipFill>
          <a:blip r:embed="rId3"/>
          <a:stretch/>
        </p:blipFill>
        <p:spPr>
          <a:xfrm>
            <a:off x="7389495" y="2933700"/>
            <a:ext cx="3813810" cy="2933700"/>
          </a:xfrm>
          <a:prstGeom prst="rect">
            <a:avLst/>
          </a:prstGeom>
        </p:spPr>
      </p:pic>
      <p:sp>
        <p:nvSpPr>
          <p:cNvPr id="29" name="box-186">
            <a:extLst>
              <a:ext uri="{FF2B5EF4-FFF2-40B4-BE49-F238E27FC236}">
                <a16:creationId xmlns:a16="http://schemas.microsoft.com/office/drawing/2014/main" id="{BA9DF7DB-9E9A-4AEA-B564-A1DA786CADB7}"/>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두 반복문은 차례대로 실행합니다. 현재 구간이 n칸이면 cross_max 한 번은 O(n)입니다.</a:t>
            </a:r>
          </a:p>
        </p:txBody>
      </p:sp>
    </p:spTree>
    <p:extLst>
      <p:ext uri="{BB962C8B-B14F-4D97-AF65-F5344CB8AC3E}">
        <p14:creationId xmlns:p14="http://schemas.microsoft.com/office/powerpoint/2010/main" val="296466698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box-187">
            <a:extLst>
              <a:ext uri="{FF2B5EF4-FFF2-40B4-BE49-F238E27FC236}">
                <a16:creationId xmlns:a16="http://schemas.microsoft.com/office/drawing/2014/main" id="{970C4D86-DEB4-4FF1-82F0-9267C69F1E97}"/>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188">
            <a:extLst>
              <a:ext uri="{FF2B5EF4-FFF2-40B4-BE49-F238E27FC236}">
                <a16:creationId xmlns:a16="http://schemas.microsoft.com/office/drawing/2014/main" id="{D425ABCB-4E68-419C-ACC1-04F40EB4A9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189">
            <a:extLst>
              <a:ext uri="{FF2B5EF4-FFF2-40B4-BE49-F238E27FC236}">
                <a16:creationId xmlns:a16="http://schemas.microsoft.com/office/drawing/2014/main" id="{A17491A2-3630-4A3B-9BB0-CD9211622CA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호출을 모아도, 한 층에서 8칸을 읽습니다</a:t>
            </a:r>
          </a:p>
        </p:txBody>
      </p:sp>
      <p:sp>
        <p:nvSpPr>
          <p:cNvPr id="4" name="box-190">
            <a:extLst>
              <a:ext uri="{FF2B5EF4-FFF2-40B4-BE49-F238E27FC236}">
                <a16:creationId xmlns:a16="http://schemas.microsoft.com/office/drawing/2014/main" id="{DDE7223B-1208-4163-BC0A-E7B08DD1AE2F}"/>
              </a:ext>
            </a:extLst>
          </p:cNvPr>
          <p:cNvSpPr>
            <a:spLocks noGrp="1"/>
          </p:cNvSpPr>
          <p:nvPr/>
        </p:nvSpPr>
        <p:spPr>
          <a:xfrm>
            <a:off x="609600" y="1381125"/>
            <a:ext cx="10972800" cy="9525"/>
          </a:xfrm>
          <a:prstGeom prst="rect">
            <a:avLst/>
          </a:prstGeom>
          <a:solidFill>
            <a:srgbClr val="151515"/>
          </a:solidFill>
          <a:ln w="0">
            <a:noFill/>
          </a:ln>
        </p:spPr>
      </p:sp>
      <p:sp>
        <p:nvSpPr>
          <p:cNvPr id="5" name="box-191">
            <a:extLst>
              <a:ext uri="{FF2B5EF4-FFF2-40B4-BE49-F238E27FC236}">
                <a16:creationId xmlns:a16="http://schemas.microsoft.com/office/drawing/2014/main" id="{04624257-06D9-4E26-A6B7-CA0821C9286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C2D6A66-6F19-41AC-A677-C9C76605FD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177</a:t>
            </a:r>
            <a:endParaRPr sz="1050" b="0">
              <a:solidFill>
                <a:srgbClr val="151515"/>
              </a:solidFill>
              <a:latin typeface="Consolas"/>
              <a:ea typeface="Consolas"/>
              <a:cs typeface="Consolas"/>
            </a:endParaRPr>
          </a:p>
        </p:txBody>
      </p:sp>
      <p:sp>
        <p:nvSpPr>
          <p:cNvPr id="7" name="box-193">
            <a:extLst>
              <a:ext uri="{FF2B5EF4-FFF2-40B4-BE49-F238E27FC236}">
                <a16:creationId xmlns:a16="http://schemas.microsoft.com/office/drawing/2014/main" id="{6E2EA6B1-1DB7-4DD4-A55D-B4E29DA73C52}"/>
              </a:ext>
            </a:extLst>
          </p:cNvPr>
          <p:cNvSpPr>
            <a:spLocks noGrp="1"/>
          </p:cNvSpPr>
          <p:nvPr/>
        </p:nvSpPr>
        <p:spPr>
          <a:xfrm>
            <a:off x="609600" y="222885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2칸짜리 호출</a:t>
            </a:r>
          </a:p>
        </p:txBody>
      </p:sp>
      <p:sp>
        <p:nvSpPr>
          <p:cNvPr id="8" name="box-194">
            <a:extLst>
              <a:ext uri="{FF2B5EF4-FFF2-40B4-BE49-F238E27FC236}">
                <a16:creationId xmlns:a16="http://schemas.microsoft.com/office/drawing/2014/main" id="{709E84EA-FDBE-4561-96AE-F05504EE3C17}"/>
              </a:ext>
            </a:extLst>
          </p:cNvPr>
          <p:cNvSpPr>
            <a:spLocks noGrp="1"/>
          </p:cNvSpPr>
          <p:nvPr/>
        </p:nvSpPr>
        <p:spPr>
          <a:xfrm>
            <a:off x="2333625" y="2095500"/>
            <a:ext cx="619125" cy="619125"/>
          </a:xfrm>
          <a:prstGeom prst="rect">
            <a:avLst/>
          </a:prstGeom>
          <a:solidFill>
            <a:srgbClr val="EEF5F8"/>
          </a:solidFill>
          <a:ln w="9525">
            <a:solidFill>
              <a:srgbClr val="146995"/>
            </a:solidFill>
          </a:ln>
        </p:spPr>
      </p:sp>
      <p:sp>
        <p:nvSpPr>
          <p:cNvPr id="9" name="box-195">
            <a:extLst>
              <a:ext uri="{FF2B5EF4-FFF2-40B4-BE49-F238E27FC236}">
                <a16:creationId xmlns:a16="http://schemas.microsoft.com/office/drawing/2014/main" id="{D9274346-9C2F-44BC-8F7B-5744E06A56D9}"/>
              </a:ext>
            </a:extLst>
          </p:cNvPr>
          <p:cNvSpPr>
            <a:spLocks noGrp="1"/>
          </p:cNvSpPr>
          <p:nvPr/>
        </p:nvSpPr>
        <p:spPr>
          <a:xfrm>
            <a:off x="23336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196">
            <a:extLst>
              <a:ext uri="{FF2B5EF4-FFF2-40B4-BE49-F238E27FC236}">
                <a16:creationId xmlns:a16="http://schemas.microsoft.com/office/drawing/2014/main" id="{888489AA-628A-458F-A939-88A4C679D08E}"/>
              </a:ext>
            </a:extLst>
          </p:cNvPr>
          <p:cNvSpPr>
            <a:spLocks noGrp="1"/>
          </p:cNvSpPr>
          <p:nvPr/>
        </p:nvSpPr>
        <p:spPr>
          <a:xfrm>
            <a:off x="2952750" y="2095500"/>
            <a:ext cx="619125" cy="619125"/>
          </a:xfrm>
          <a:prstGeom prst="rect">
            <a:avLst/>
          </a:prstGeom>
          <a:solidFill>
            <a:srgbClr val="EEF5F8"/>
          </a:solidFill>
          <a:ln w="9525">
            <a:solidFill>
              <a:srgbClr val="146995"/>
            </a:solidFill>
          </a:ln>
        </p:spPr>
      </p:sp>
      <p:sp>
        <p:nvSpPr>
          <p:cNvPr id="11" name="box-197">
            <a:extLst>
              <a:ext uri="{FF2B5EF4-FFF2-40B4-BE49-F238E27FC236}">
                <a16:creationId xmlns:a16="http://schemas.microsoft.com/office/drawing/2014/main" id="{FC381CF3-8751-4466-866F-288C4BBF2414}"/>
              </a:ext>
            </a:extLst>
          </p:cNvPr>
          <p:cNvSpPr>
            <a:spLocks noGrp="1"/>
          </p:cNvSpPr>
          <p:nvPr/>
        </p:nvSpPr>
        <p:spPr>
          <a:xfrm>
            <a:off x="29527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12" name="box-198">
            <a:extLst>
              <a:ext uri="{FF2B5EF4-FFF2-40B4-BE49-F238E27FC236}">
                <a16:creationId xmlns:a16="http://schemas.microsoft.com/office/drawing/2014/main" id="{0AB85428-34BA-4633-A581-9939C09DEB33}"/>
              </a:ext>
            </a:extLst>
          </p:cNvPr>
          <p:cNvSpPr>
            <a:spLocks noGrp="1"/>
          </p:cNvSpPr>
          <p:nvPr/>
        </p:nvSpPr>
        <p:spPr>
          <a:xfrm>
            <a:off x="3762375" y="2095500"/>
            <a:ext cx="619125" cy="619125"/>
          </a:xfrm>
          <a:prstGeom prst="rect">
            <a:avLst/>
          </a:prstGeom>
          <a:solidFill>
            <a:srgbClr val="EEF5F8"/>
          </a:solidFill>
          <a:ln w="9525">
            <a:solidFill>
              <a:srgbClr val="146995"/>
            </a:solidFill>
          </a:ln>
        </p:spPr>
      </p:sp>
      <p:sp>
        <p:nvSpPr>
          <p:cNvPr id="13" name="box-199">
            <a:extLst>
              <a:ext uri="{FF2B5EF4-FFF2-40B4-BE49-F238E27FC236}">
                <a16:creationId xmlns:a16="http://schemas.microsoft.com/office/drawing/2014/main" id="{95922C06-ABDF-4C51-95DC-68B82B471B59}"/>
              </a:ext>
            </a:extLst>
          </p:cNvPr>
          <p:cNvSpPr>
            <a:spLocks noGrp="1"/>
          </p:cNvSpPr>
          <p:nvPr/>
        </p:nvSpPr>
        <p:spPr>
          <a:xfrm>
            <a:off x="37623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14" name="box-200">
            <a:extLst>
              <a:ext uri="{FF2B5EF4-FFF2-40B4-BE49-F238E27FC236}">
                <a16:creationId xmlns:a16="http://schemas.microsoft.com/office/drawing/2014/main" id="{7B9F8738-17D5-4084-B4ED-69BEC3A7C280}"/>
              </a:ext>
            </a:extLst>
          </p:cNvPr>
          <p:cNvSpPr>
            <a:spLocks noGrp="1"/>
          </p:cNvSpPr>
          <p:nvPr/>
        </p:nvSpPr>
        <p:spPr>
          <a:xfrm>
            <a:off x="4381500" y="2095500"/>
            <a:ext cx="619125" cy="619125"/>
          </a:xfrm>
          <a:prstGeom prst="rect">
            <a:avLst/>
          </a:prstGeom>
          <a:solidFill>
            <a:srgbClr val="EEF5F8"/>
          </a:solidFill>
          <a:ln w="9525">
            <a:solidFill>
              <a:srgbClr val="146995"/>
            </a:solidFill>
          </a:ln>
        </p:spPr>
      </p:sp>
      <p:sp>
        <p:nvSpPr>
          <p:cNvPr id="15" name="box-201">
            <a:extLst>
              <a:ext uri="{FF2B5EF4-FFF2-40B4-BE49-F238E27FC236}">
                <a16:creationId xmlns:a16="http://schemas.microsoft.com/office/drawing/2014/main" id="{B2B991BB-0619-4C36-A4B1-415329DEF282}"/>
              </a:ext>
            </a:extLst>
          </p:cNvPr>
          <p:cNvSpPr>
            <a:spLocks noGrp="1"/>
          </p:cNvSpPr>
          <p:nvPr/>
        </p:nvSpPr>
        <p:spPr>
          <a:xfrm>
            <a:off x="43815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6" name="box-202">
            <a:extLst>
              <a:ext uri="{FF2B5EF4-FFF2-40B4-BE49-F238E27FC236}">
                <a16:creationId xmlns:a16="http://schemas.microsoft.com/office/drawing/2014/main" id="{CD2993B4-91DC-4720-93B7-FC49FFF61AD5}"/>
              </a:ext>
            </a:extLst>
          </p:cNvPr>
          <p:cNvSpPr>
            <a:spLocks noGrp="1"/>
          </p:cNvSpPr>
          <p:nvPr/>
        </p:nvSpPr>
        <p:spPr>
          <a:xfrm>
            <a:off x="5191125" y="2095500"/>
            <a:ext cx="619125" cy="619125"/>
          </a:xfrm>
          <a:prstGeom prst="rect">
            <a:avLst/>
          </a:prstGeom>
          <a:solidFill>
            <a:srgbClr val="EEF5F8"/>
          </a:solidFill>
          <a:ln w="9525">
            <a:solidFill>
              <a:srgbClr val="146995"/>
            </a:solidFill>
          </a:ln>
        </p:spPr>
      </p:sp>
      <p:sp>
        <p:nvSpPr>
          <p:cNvPr id="17" name="box-203">
            <a:extLst>
              <a:ext uri="{FF2B5EF4-FFF2-40B4-BE49-F238E27FC236}">
                <a16:creationId xmlns:a16="http://schemas.microsoft.com/office/drawing/2014/main" id="{338E2E57-C4FE-4220-B2C5-A98A40EC7E76}"/>
              </a:ext>
            </a:extLst>
          </p:cNvPr>
          <p:cNvSpPr>
            <a:spLocks noGrp="1"/>
          </p:cNvSpPr>
          <p:nvPr/>
        </p:nvSpPr>
        <p:spPr>
          <a:xfrm>
            <a:off x="519112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18" name="box-204">
            <a:extLst>
              <a:ext uri="{FF2B5EF4-FFF2-40B4-BE49-F238E27FC236}">
                <a16:creationId xmlns:a16="http://schemas.microsoft.com/office/drawing/2014/main" id="{46CA40EE-97EB-4EE4-B2B8-4CEDA132DC7C}"/>
              </a:ext>
            </a:extLst>
          </p:cNvPr>
          <p:cNvSpPr>
            <a:spLocks noGrp="1"/>
          </p:cNvSpPr>
          <p:nvPr/>
        </p:nvSpPr>
        <p:spPr>
          <a:xfrm>
            <a:off x="5810250" y="2095500"/>
            <a:ext cx="619125" cy="619125"/>
          </a:xfrm>
          <a:prstGeom prst="rect">
            <a:avLst/>
          </a:prstGeom>
          <a:solidFill>
            <a:srgbClr val="EEF5F8"/>
          </a:solidFill>
          <a:ln w="9525">
            <a:solidFill>
              <a:srgbClr val="146995"/>
            </a:solidFill>
          </a:ln>
        </p:spPr>
      </p:sp>
      <p:sp>
        <p:nvSpPr>
          <p:cNvPr id="19" name="box-205">
            <a:extLst>
              <a:ext uri="{FF2B5EF4-FFF2-40B4-BE49-F238E27FC236}">
                <a16:creationId xmlns:a16="http://schemas.microsoft.com/office/drawing/2014/main" id="{4722EA20-2EA1-46F9-9043-3E656FDBF848}"/>
              </a:ext>
            </a:extLst>
          </p:cNvPr>
          <p:cNvSpPr>
            <a:spLocks noGrp="1"/>
          </p:cNvSpPr>
          <p:nvPr/>
        </p:nvSpPr>
        <p:spPr>
          <a:xfrm>
            <a:off x="581025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20" name="box-206">
            <a:extLst>
              <a:ext uri="{FF2B5EF4-FFF2-40B4-BE49-F238E27FC236}">
                <a16:creationId xmlns:a16="http://schemas.microsoft.com/office/drawing/2014/main" id="{74A4FA12-707C-4CBF-9C7D-7D11215B953A}"/>
              </a:ext>
            </a:extLst>
          </p:cNvPr>
          <p:cNvSpPr>
            <a:spLocks noGrp="1"/>
          </p:cNvSpPr>
          <p:nvPr/>
        </p:nvSpPr>
        <p:spPr>
          <a:xfrm>
            <a:off x="6619875" y="2095500"/>
            <a:ext cx="619125" cy="619125"/>
          </a:xfrm>
          <a:prstGeom prst="rect">
            <a:avLst/>
          </a:prstGeom>
          <a:solidFill>
            <a:srgbClr val="EEF5F8"/>
          </a:solidFill>
          <a:ln w="9525">
            <a:solidFill>
              <a:srgbClr val="146995"/>
            </a:solidFill>
          </a:ln>
        </p:spPr>
      </p:sp>
      <p:sp>
        <p:nvSpPr>
          <p:cNvPr id="21" name="box-207">
            <a:extLst>
              <a:ext uri="{FF2B5EF4-FFF2-40B4-BE49-F238E27FC236}">
                <a16:creationId xmlns:a16="http://schemas.microsoft.com/office/drawing/2014/main" id="{D4E69704-D3CE-423D-BAAE-0A86EFF88499}"/>
              </a:ext>
            </a:extLst>
          </p:cNvPr>
          <p:cNvSpPr>
            <a:spLocks noGrp="1"/>
          </p:cNvSpPr>
          <p:nvPr/>
        </p:nvSpPr>
        <p:spPr>
          <a:xfrm>
            <a:off x="6619875"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2" name="box-208">
            <a:extLst>
              <a:ext uri="{FF2B5EF4-FFF2-40B4-BE49-F238E27FC236}">
                <a16:creationId xmlns:a16="http://schemas.microsoft.com/office/drawing/2014/main" id="{9BAE6919-C3DA-4677-8C23-2DC8880C0D12}"/>
              </a:ext>
            </a:extLst>
          </p:cNvPr>
          <p:cNvSpPr>
            <a:spLocks noGrp="1"/>
          </p:cNvSpPr>
          <p:nvPr/>
        </p:nvSpPr>
        <p:spPr>
          <a:xfrm>
            <a:off x="7239000" y="2095500"/>
            <a:ext cx="619125" cy="619125"/>
          </a:xfrm>
          <a:prstGeom prst="rect">
            <a:avLst/>
          </a:prstGeom>
          <a:solidFill>
            <a:srgbClr val="EEF5F8"/>
          </a:solidFill>
          <a:ln w="9525">
            <a:solidFill>
              <a:srgbClr val="146995"/>
            </a:solidFill>
          </a:ln>
        </p:spPr>
      </p:sp>
      <p:sp>
        <p:nvSpPr>
          <p:cNvPr id="23" name="box-209">
            <a:extLst>
              <a:ext uri="{FF2B5EF4-FFF2-40B4-BE49-F238E27FC236}">
                <a16:creationId xmlns:a16="http://schemas.microsoft.com/office/drawing/2014/main" id="{FE571669-FE5A-4F8F-8375-285C2B641F5E}"/>
              </a:ext>
            </a:extLst>
          </p:cNvPr>
          <p:cNvSpPr>
            <a:spLocks noGrp="1"/>
          </p:cNvSpPr>
          <p:nvPr/>
        </p:nvSpPr>
        <p:spPr>
          <a:xfrm>
            <a:off x="7239000" y="221932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24" name="box-210">
            <a:extLst>
              <a:ext uri="{FF2B5EF4-FFF2-40B4-BE49-F238E27FC236}">
                <a16:creationId xmlns:a16="http://schemas.microsoft.com/office/drawing/2014/main" id="{2B2E506A-512D-489A-9660-C1EE5A19D638}"/>
              </a:ext>
            </a:extLst>
          </p:cNvPr>
          <p:cNvSpPr>
            <a:spLocks noGrp="1"/>
          </p:cNvSpPr>
          <p:nvPr/>
        </p:nvSpPr>
        <p:spPr>
          <a:xfrm>
            <a:off x="9105900" y="222885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 × 4 = 8</a:t>
            </a:r>
          </a:p>
        </p:txBody>
      </p:sp>
      <p:sp>
        <p:nvSpPr>
          <p:cNvPr id="25" name="box-211">
            <a:extLst>
              <a:ext uri="{FF2B5EF4-FFF2-40B4-BE49-F238E27FC236}">
                <a16:creationId xmlns:a16="http://schemas.microsoft.com/office/drawing/2014/main" id="{1404EBBD-9813-4222-92AE-13A2D7AB2E74}"/>
              </a:ext>
            </a:extLst>
          </p:cNvPr>
          <p:cNvSpPr>
            <a:spLocks noGrp="1"/>
          </p:cNvSpPr>
          <p:nvPr/>
        </p:nvSpPr>
        <p:spPr>
          <a:xfrm>
            <a:off x="609600" y="3362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4칸짜리 호출</a:t>
            </a:r>
          </a:p>
        </p:txBody>
      </p:sp>
      <p:sp>
        <p:nvSpPr>
          <p:cNvPr id="26" name="box-212">
            <a:extLst>
              <a:ext uri="{FF2B5EF4-FFF2-40B4-BE49-F238E27FC236}">
                <a16:creationId xmlns:a16="http://schemas.microsoft.com/office/drawing/2014/main" id="{BCA62905-F38B-4679-B926-8A18411AAB94}"/>
              </a:ext>
            </a:extLst>
          </p:cNvPr>
          <p:cNvSpPr>
            <a:spLocks noGrp="1"/>
          </p:cNvSpPr>
          <p:nvPr/>
        </p:nvSpPr>
        <p:spPr>
          <a:xfrm>
            <a:off x="2333625" y="3228975"/>
            <a:ext cx="619125" cy="619125"/>
          </a:xfrm>
          <a:prstGeom prst="rect">
            <a:avLst/>
          </a:prstGeom>
          <a:solidFill>
            <a:srgbClr val="EEF5F8"/>
          </a:solidFill>
          <a:ln w="9525">
            <a:solidFill>
              <a:srgbClr val="146995"/>
            </a:solidFill>
          </a:ln>
        </p:spPr>
      </p:sp>
      <p:sp>
        <p:nvSpPr>
          <p:cNvPr id="27" name="box-213">
            <a:extLst>
              <a:ext uri="{FF2B5EF4-FFF2-40B4-BE49-F238E27FC236}">
                <a16:creationId xmlns:a16="http://schemas.microsoft.com/office/drawing/2014/main" id="{F5B4B5FC-1817-43ED-8D2A-76CAF3B4A8B9}"/>
              </a:ext>
            </a:extLst>
          </p:cNvPr>
          <p:cNvSpPr>
            <a:spLocks noGrp="1"/>
          </p:cNvSpPr>
          <p:nvPr/>
        </p:nvSpPr>
        <p:spPr>
          <a:xfrm>
            <a:off x="2333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28" name="box-214">
            <a:extLst>
              <a:ext uri="{FF2B5EF4-FFF2-40B4-BE49-F238E27FC236}">
                <a16:creationId xmlns:a16="http://schemas.microsoft.com/office/drawing/2014/main" id="{044C9E05-91BF-469F-A9FA-08247141AB52}"/>
              </a:ext>
            </a:extLst>
          </p:cNvPr>
          <p:cNvSpPr>
            <a:spLocks noGrp="1"/>
          </p:cNvSpPr>
          <p:nvPr/>
        </p:nvSpPr>
        <p:spPr>
          <a:xfrm>
            <a:off x="2952750" y="3228975"/>
            <a:ext cx="619125" cy="619125"/>
          </a:xfrm>
          <a:prstGeom prst="rect">
            <a:avLst/>
          </a:prstGeom>
          <a:solidFill>
            <a:srgbClr val="EEF5F8"/>
          </a:solidFill>
          <a:ln w="9525">
            <a:solidFill>
              <a:srgbClr val="146995"/>
            </a:solidFill>
          </a:ln>
        </p:spPr>
      </p:sp>
      <p:sp>
        <p:nvSpPr>
          <p:cNvPr id="29" name="box-215">
            <a:extLst>
              <a:ext uri="{FF2B5EF4-FFF2-40B4-BE49-F238E27FC236}">
                <a16:creationId xmlns:a16="http://schemas.microsoft.com/office/drawing/2014/main" id="{9C5483D7-9ED9-4B9B-8338-ABDA6DA40D08}"/>
              </a:ext>
            </a:extLst>
          </p:cNvPr>
          <p:cNvSpPr>
            <a:spLocks noGrp="1"/>
          </p:cNvSpPr>
          <p:nvPr/>
        </p:nvSpPr>
        <p:spPr>
          <a:xfrm>
            <a:off x="2952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30" name="box-216">
            <a:extLst>
              <a:ext uri="{FF2B5EF4-FFF2-40B4-BE49-F238E27FC236}">
                <a16:creationId xmlns:a16="http://schemas.microsoft.com/office/drawing/2014/main" id="{0BFFA2D2-4030-49B4-A331-EF9BBA74C1C2}"/>
              </a:ext>
            </a:extLst>
          </p:cNvPr>
          <p:cNvSpPr>
            <a:spLocks noGrp="1"/>
          </p:cNvSpPr>
          <p:nvPr/>
        </p:nvSpPr>
        <p:spPr>
          <a:xfrm>
            <a:off x="3571875" y="3228975"/>
            <a:ext cx="619125" cy="619125"/>
          </a:xfrm>
          <a:prstGeom prst="rect">
            <a:avLst/>
          </a:prstGeom>
          <a:solidFill>
            <a:srgbClr val="EEF5F8"/>
          </a:solidFill>
          <a:ln w="9525">
            <a:solidFill>
              <a:srgbClr val="146995"/>
            </a:solidFill>
          </a:ln>
        </p:spPr>
      </p:sp>
      <p:sp>
        <p:nvSpPr>
          <p:cNvPr id="31" name="box-217">
            <a:extLst>
              <a:ext uri="{FF2B5EF4-FFF2-40B4-BE49-F238E27FC236}">
                <a16:creationId xmlns:a16="http://schemas.microsoft.com/office/drawing/2014/main" id="{E0FE9586-BED4-4D25-BE35-A77C36F4BD0E}"/>
              </a:ext>
            </a:extLst>
          </p:cNvPr>
          <p:cNvSpPr>
            <a:spLocks noGrp="1"/>
          </p:cNvSpPr>
          <p:nvPr/>
        </p:nvSpPr>
        <p:spPr>
          <a:xfrm>
            <a:off x="3571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32" name="box-218">
            <a:extLst>
              <a:ext uri="{FF2B5EF4-FFF2-40B4-BE49-F238E27FC236}">
                <a16:creationId xmlns:a16="http://schemas.microsoft.com/office/drawing/2014/main" id="{88C098F7-4497-4716-A569-1BDB6AFE1E93}"/>
              </a:ext>
            </a:extLst>
          </p:cNvPr>
          <p:cNvSpPr>
            <a:spLocks noGrp="1"/>
          </p:cNvSpPr>
          <p:nvPr/>
        </p:nvSpPr>
        <p:spPr>
          <a:xfrm>
            <a:off x="4191000" y="3228975"/>
            <a:ext cx="619125" cy="619125"/>
          </a:xfrm>
          <a:prstGeom prst="rect">
            <a:avLst/>
          </a:prstGeom>
          <a:solidFill>
            <a:srgbClr val="EEF5F8"/>
          </a:solidFill>
          <a:ln w="9525">
            <a:solidFill>
              <a:srgbClr val="146995"/>
            </a:solidFill>
          </a:ln>
        </p:spPr>
      </p:sp>
      <p:sp>
        <p:nvSpPr>
          <p:cNvPr id="33" name="box-219">
            <a:extLst>
              <a:ext uri="{FF2B5EF4-FFF2-40B4-BE49-F238E27FC236}">
                <a16:creationId xmlns:a16="http://schemas.microsoft.com/office/drawing/2014/main" id="{0389540C-EC58-415B-A32B-B6DC5E0B6B54}"/>
              </a:ext>
            </a:extLst>
          </p:cNvPr>
          <p:cNvSpPr>
            <a:spLocks noGrp="1"/>
          </p:cNvSpPr>
          <p:nvPr/>
        </p:nvSpPr>
        <p:spPr>
          <a:xfrm>
            <a:off x="4191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34" name="box-220">
            <a:extLst>
              <a:ext uri="{FF2B5EF4-FFF2-40B4-BE49-F238E27FC236}">
                <a16:creationId xmlns:a16="http://schemas.microsoft.com/office/drawing/2014/main" id="{0B3A4F8E-2DF3-44DC-8C73-ED9AEF1B8DB4}"/>
              </a:ext>
            </a:extLst>
          </p:cNvPr>
          <p:cNvSpPr>
            <a:spLocks noGrp="1"/>
          </p:cNvSpPr>
          <p:nvPr/>
        </p:nvSpPr>
        <p:spPr>
          <a:xfrm>
            <a:off x="5000625" y="3228975"/>
            <a:ext cx="619125" cy="619125"/>
          </a:xfrm>
          <a:prstGeom prst="rect">
            <a:avLst/>
          </a:prstGeom>
          <a:solidFill>
            <a:srgbClr val="EEF5F8"/>
          </a:solidFill>
          <a:ln w="9525">
            <a:solidFill>
              <a:srgbClr val="146995"/>
            </a:solidFill>
          </a:ln>
        </p:spPr>
      </p:sp>
      <p:sp>
        <p:nvSpPr>
          <p:cNvPr id="35" name="box-221">
            <a:extLst>
              <a:ext uri="{FF2B5EF4-FFF2-40B4-BE49-F238E27FC236}">
                <a16:creationId xmlns:a16="http://schemas.microsoft.com/office/drawing/2014/main" id="{F01339A0-A8F3-439D-B4FF-3CC86E9594AA}"/>
              </a:ext>
            </a:extLst>
          </p:cNvPr>
          <p:cNvSpPr>
            <a:spLocks noGrp="1"/>
          </p:cNvSpPr>
          <p:nvPr/>
        </p:nvSpPr>
        <p:spPr>
          <a:xfrm>
            <a:off x="500062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36" name="box-222">
            <a:extLst>
              <a:ext uri="{FF2B5EF4-FFF2-40B4-BE49-F238E27FC236}">
                <a16:creationId xmlns:a16="http://schemas.microsoft.com/office/drawing/2014/main" id="{2EF1E3F5-0AD0-48AA-BFF8-A6F402844D79}"/>
              </a:ext>
            </a:extLst>
          </p:cNvPr>
          <p:cNvSpPr>
            <a:spLocks noGrp="1"/>
          </p:cNvSpPr>
          <p:nvPr/>
        </p:nvSpPr>
        <p:spPr>
          <a:xfrm>
            <a:off x="5619750" y="3228975"/>
            <a:ext cx="619125" cy="619125"/>
          </a:xfrm>
          <a:prstGeom prst="rect">
            <a:avLst/>
          </a:prstGeom>
          <a:solidFill>
            <a:srgbClr val="EEF5F8"/>
          </a:solidFill>
          <a:ln w="9525">
            <a:solidFill>
              <a:srgbClr val="146995"/>
            </a:solidFill>
          </a:ln>
        </p:spPr>
      </p:sp>
      <p:sp>
        <p:nvSpPr>
          <p:cNvPr id="37" name="box-223">
            <a:extLst>
              <a:ext uri="{FF2B5EF4-FFF2-40B4-BE49-F238E27FC236}">
                <a16:creationId xmlns:a16="http://schemas.microsoft.com/office/drawing/2014/main" id="{DCB0F704-2D53-4975-8FAB-68FB8A43B5B3}"/>
              </a:ext>
            </a:extLst>
          </p:cNvPr>
          <p:cNvSpPr>
            <a:spLocks noGrp="1"/>
          </p:cNvSpPr>
          <p:nvPr/>
        </p:nvSpPr>
        <p:spPr>
          <a:xfrm>
            <a:off x="561975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38" name="box-224">
            <a:extLst>
              <a:ext uri="{FF2B5EF4-FFF2-40B4-BE49-F238E27FC236}">
                <a16:creationId xmlns:a16="http://schemas.microsoft.com/office/drawing/2014/main" id="{223778E9-79E8-4125-8122-50AE8B5AA954}"/>
              </a:ext>
            </a:extLst>
          </p:cNvPr>
          <p:cNvSpPr>
            <a:spLocks noGrp="1"/>
          </p:cNvSpPr>
          <p:nvPr/>
        </p:nvSpPr>
        <p:spPr>
          <a:xfrm>
            <a:off x="6238875" y="3228975"/>
            <a:ext cx="619125" cy="619125"/>
          </a:xfrm>
          <a:prstGeom prst="rect">
            <a:avLst/>
          </a:prstGeom>
          <a:solidFill>
            <a:srgbClr val="EEF5F8"/>
          </a:solidFill>
          <a:ln w="9525">
            <a:solidFill>
              <a:srgbClr val="146995"/>
            </a:solidFill>
          </a:ln>
        </p:spPr>
      </p:sp>
      <p:sp>
        <p:nvSpPr>
          <p:cNvPr id="39" name="box-225">
            <a:extLst>
              <a:ext uri="{FF2B5EF4-FFF2-40B4-BE49-F238E27FC236}">
                <a16:creationId xmlns:a16="http://schemas.microsoft.com/office/drawing/2014/main" id="{ACE4F362-4759-48EC-AA4F-12723AD2FE29}"/>
              </a:ext>
            </a:extLst>
          </p:cNvPr>
          <p:cNvSpPr>
            <a:spLocks noGrp="1"/>
          </p:cNvSpPr>
          <p:nvPr/>
        </p:nvSpPr>
        <p:spPr>
          <a:xfrm>
            <a:off x="6238875"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226">
            <a:extLst>
              <a:ext uri="{FF2B5EF4-FFF2-40B4-BE49-F238E27FC236}">
                <a16:creationId xmlns:a16="http://schemas.microsoft.com/office/drawing/2014/main" id="{9A6C2686-0C27-4F1B-B528-A3FEF40D6611}"/>
              </a:ext>
            </a:extLst>
          </p:cNvPr>
          <p:cNvSpPr>
            <a:spLocks noGrp="1"/>
          </p:cNvSpPr>
          <p:nvPr/>
        </p:nvSpPr>
        <p:spPr>
          <a:xfrm>
            <a:off x="6858000" y="3228975"/>
            <a:ext cx="619125" cy="619125"/>
          </a:xfrm>
          <a:prstGeom prst="rect">
            <a:avLst/>
          </a:prstGeom>
          <a:solidFill>
            <a:srgbClr val="EEF5F8"/>
          </a:solidFill>
          <a:ln w="9525">
            <a:solidFill>
              <a:srgbClr val="146995"/>
            </a:solidFill>
          </a:ln>
        </p:spPr>
      </p:sp>
      <p:sp>
        <p:nvSpPr>
          <p:cNvPr id="41" name="box-227">
            <a:extLst>
              <a:ext uri="{FF2B5EF4-FFF2-40B4-BE49-F238E27FC236}">
                <a16:creationId xmlns:a16="http://schemas.microsoft.com/office/drawing/2014/main" id="{FDDF9BE3-4385-4150-B3F8-255E3D43821B}"/>
              </a:ext>
            </a:extLst>
          </p:cNvPr>
          <p:cNvSpPr>
            <a:spLocks noGrp="1"/>
          </p:cNvSpPr>
          <p:nvPr/>
        </p:nvSpPr>
        <p:spPr>
          <a:xfrm>
            <a:off x="6858000" y="3352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2" name="box-228">
            <a:extLst>
              <a:ext uri="{FF2B5EF4-FFF2-40B4-BE49-F238E27FC236}">
                <a16:creationId xmlns:a16="http://schemas.microsoft.com/office/drawing/2014/main" id="{53F9460C-9DEC-45F2-A544-1AEDA4CBC0DC}"/>
              </a:ext>
            </a:extLst>
          </p:cNvPr>
          <p:cNvSpPr>
            <a:spLocks noGrp="1"/>
          </p:cNvSpPr>
          <p:nvPr/>
        </p:nvSpPr>
        <p:spPr>
          <a:xfrm>
            <a:off x="9105900" y="3362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 × 2 = 8</a:t>
            </a:r>
          </a:p>
        </p:txBody>
      </p:sp>
      <p:sp>
        <p:nvSpPr>
          <p:cNvPr id="43" name="box-229">
            <a:extLst>
              <a:ext uri="{FF2B5EF4-FFF2-40B4-BE49-F238E27FC236}">
                <a16:creationId xmlns:a16="http://schemas.microsoft.com/office/drawing/2014/main" id="{74A6E1C7-058B-4300-8461-FD12C2EF3D59}"/>
              </a:ext>
            </a:extLst>
          </p:cNvPr>
          <p:cNvSpPr>
            <a:spLocks noGrp="1"/>
          </p:cNvSpPr>
          <p:nvPr/>
        </p:nvSpPr>
        <p:spPr>
          <a:xfrm>
            <a:off x="609600" y="44958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8칸짜리 호출</a:t>
            </a:r>
          </a:p>
        </p:txBody>
      </p:sp>
      <p:sp>
        <p:nvSpPr>
          <p:cNvPr id="44" name="box-230">
            <a:extLst>
              <a:ext uri="{FF2B5EF4-FFF2-40B4-BE49-F238E27FC236}">
                <a16:creationId xmlns:a16="http://schemas.microsoft.com/office/drawing/2014/main" id="{9454BDD0-EBFC-4E31-A442-E221A623893C}"/>
              </a:ext>
            </a:extLst>
          </p:cNvPr>
          <p:cNvSpPr>
            <a:spLocks noGrp="1"/>
          </p:cNvSpPr>
          <p:nvPr/>
        </p:nvSpPr>
        <p:spPr>
          <a:xfrm>
            <a:off x="2333625" y="4362450"/>
            <a:ext cx="619125" cy="619125"/>
          </a:xfrm>
          <a:prstGeom prst="rect">
            <a:avLst/>
          </a:prstGeom>
          <a:solidFill>
            <a:srgbClr val="EEF5F8"/>
          </a:solidFill>
          <a:ln w="9525">
            <a:solidFill>
              <a:srgbClr val="146995"/>
            </a:solidFill>
          </a:ln>
        </p:spPr>
      </p:sp>
      <p:sp>
        <p:nvSpPr>
          <p:cNvPr id="45" name="box-231">
            <a:extLst>
              <a:ext uri="{FF2B5EF4-FFF2-40B4-BE49-F238E27FC236}">
                <a16:creationId xmlns:a16="http://schemas.microsoft.com/office/drawing/2014/main" id="{91BC8A2B-2A5D-44B1-80A7-0AAB7254C663}"/>
              </a:ext>
            </a:extLst>
          </p:cNvPr>
          <p:cNvSpPr>
            <a:spLocks noGrp="1"/>
          </p:cNvSpPr>
          <p:nvPr/>
        </p:nvSpPr>
        <p:spPr>
          <a:xfrm>
            <a:off x="23336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46" name="box-232">
            <a:extLst>
              <a:ext uri="{FF2B5EF4-FFF2-40B4-BE49-F238E27FC236}">
                <a16:creationId xmlns:a16="http://schemas.microsoft.com/office/drawing/2014/main" id="{BC03991F-07F6-49B1-8E38-65215E5AF73E}"/>
              </a:ext>
            </a:extLst>
          </p:cNvPr>
          <p:cNvSpPr>
            <a:spLocks noGrp="1"/>
          </p:cNvSpPr>
          <p:nvPr/>
        </p:nvSpPr>
        <p:spPr>
          <a:xfrm>
            <a:off x="2952750" y="4362450"/>
            <a:ext cx="619125" cy="619125"/>
          </a:xfrm>
          <a:prstGeom prst="rect">
            <a:avLst/>
          </a:prstGeom>
          <a:solidFill>
            <a:srgbClr val="EEF5F8"/>
          </a:solidFill>
          <a:ln w="9525">
            <a:solidFill>
              <a:srgbClr val="146995"/>
            </a:solidFill>
          </a:ln>
        </p:spPr>
      </p:sp>
      <p:sp>
        <p:nvSpPr>
          <p:cNvPr id="47" name="box-233">
            <a:extLst>
              <a:ext uri="{FF2B5EF4-FFF2-40B4-BE49-F238E27FC236}">
                <a16:creationId xmlns:a16="http://schemas.microsoft.com/office/drawing/2014/main" id="{838B94D7-1613-4632-9A83-CD8C4AF77266}"/>
              </a:ext>
            </a:extLst>
          </p:cNvPr>
          <p:cNvSpPr>
            <a:spLocks noGrp="1"/>
          </p:cNvSpPr>
          <p:nvPr/>
        </p:nvSpPr>
        <p:spPr>
          <a:xfrm>
            <a:off x="29527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8" name="box-234">
            <a:extLst>
              <a:ext uri="{FF2B5EF4-FFF2-40B4-BE49-F238E27FC236}">
                <a16:creationId xmlns:a16="http://schemas.microsoft.com/office/drawing/2014/main" id="{3BB46169-498A-4E9B-8450-EC91A2E0919D}"/>
              </a:ext>
            </a:extLst>
          </p:cNvPr>
          <p:cNvSpPr>
            <a:spLocks noGrp="1"/>
          </p:cNvSpPr>
          <p:nvPr/>
        </p:nvSpPr>
        <p:spPr>
          <a:xfrm>
            <a:off x="3571875" y="4362450"/>
            <a:ext cx="619125" cy="619125"/>
          </a:xfrm>
          <a:prstGeom prst="rect">
            <a:avLst/>
          </a:prstGeom>
          <a:solidFill>
            <a:srgbClr val="EEF5F8"/>
          </a:solidFill>
          <a:ln w="9525">
            <a:solidFill>
              <a:srgbClr val="146995"/>
            </a:solidFill>
          </a:ln>
        </p:spPr>
      </p:sp>
      <p:sp>
        <p:nvSpPr>
          <p:cNvPr id="49" name="box-235">
            <a:extLst>
              <a:ext uri="{FF2B5EF4-FFF2-40B4-BE49-F238E27FC236}">
                <a16:creationId xmlns:a16="http://schemas.microsoft.com/office/drawing/2014/main" id="{615E0E11-FABF-4489-A698-FF9E7E1C6208}"/>
              </a:ext>
            </a:extLst>
          </p:cNvPr>
          <p:cNvSpPr>
            <a:spLocks noGrp="1"/>
          </p:cNvSpPr>
          <p:nvPr/>
        </p:nvSpPr>
        <p:spPr>
          <a:xfrm>
            <a:off x="35718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12</a:t>
            </a:r>
          </a:p>
        </p:txBody>
      </p:sp>
      <p:sp>
        <p:nvSpPr>
          <p:cNvPr id="50" name="box-236">
            <a:extLst>
              <a:ext uri="{FF2B5EF4-FFF2-40B4-BE49-F238E27FC236}">
                <a16:creationId xmlns:a16="http://schemas.microsoft.com/office/drawing/2014/main" id="{49535204-8E44-437A-8801-6FD1ED32527B}"/>
              </a:ext>
            </a:extLst>
          </p:cNvPr>
          <p:cNvSpPr>
            <a:spLocks noGrp="1"/>
          </p:cNvSpPr>
          <p:nvPr/>
        </p:nvSpPr>
        <p:spPr>
          <a:xfrm>
            <a:off x="4191000" y="4362450"/>
            <a:ext cx="619125" cy="619125"/>
          </a:xfrm>
          <a:prstGeom prst="rect">
            <a:avLst/>
          </a:prstGeom>
          <a:solidFill>
            <a:srgbClr val="EEF5F8"/>
          </a:solidFill>
          <a:ln w="9525">
            <a:solidFill>
              <a:srgbClr val="146995"/>
            </a:solidFill>
          </a:ln>
        </p:spPr>
      </p:sp>
      <p:sp>
        <p:nvSpPr>
          <p:cNvPr id="51" name="box-237">
            <a:extLst>
              <a:ext uri="{FF2B5EF4-FFF2-40B4-BE49-F238E27FC236}">
                <a16:creationId xmlns:a16="http://schemas.microsoft.com/office/drawing/2014/main" id="{2F603C1B-E292-4495-9F49-69517F04C970}"/>
              </a:ext>
            </a:extLst>
          </p:cNvPr>
          <p:cNvSpPr>
            <a:spLocks noGrp="1"/>
          </p:cNvSpPr>
          <p:nvPr/>
        </p:nvSpPr>
        <p:spPr>
          <a:xfrm>
            <a:off x="41910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52" name="box-238">
            <a:extLst>
              <a:ext uri="{FF2B5EF4-FFF2-40B4-BE49-F238E27FC236}">
                <a16:creationId xmlns:a16="http://schemas.microsoft.com/office/drawing/2014/main" id="{8625B52C-C5CD-4A07-91F0-303779B7B0B2}"/>
              </a:ext>
            </a:extLst>
          </p:cNvPr>
          <p:cNvSpPr>
            <a:spLocks noGrp="1"/>
          </p:cNvSpPr>
          <p:nvPr/>
        </p:nvSpPr>
        <p:spPr>
          <a:xfrm>
            <a:off x="4810125" y="4362450"/>
            <a:ext cx="619125" cy="619125"/>
          </a:xfrm>
          <a:prstGeom prst="rect">
            <a:avLst/>
          </a:prstGeom>
          <a:solidFill>
            <a:srgbClr val="EEF5F8"/>
          </a:solidFill>
          <a:ln w="9525">
            <a:solidFill>
              <a:srgbClr val="146995"/>
            </a:solidFill>
          </a:ln>
        </p:spPr>
      </p:sp>
      <p:sp>
        <p:nvSpPr>
          <p:cNvPr id="53" name="box-239">
            <a:extLst>
              <a:ext uri="{FF2B5EF4-FFF2-40B4-BE49-F238E27FC236}">
                <a16:creationId xmlns:a16="http://schemas.microsoft.com/office/drawing/2014/main" id="{0A02616A-B97B-4DC7-A37E-18F0384121B7}"/>
              </a:ext>
            </a:extLst>
          </p:cNvPr>
          <p:cNvSpPr>
            <a:spLocks noGrp="1"/>
          </p:cNvSpPr>
          <p:nvPr/>
        </p:nvSpPr>
        <p:spPr>
          <a:xfrm>
            <a:off x="481012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4" name="box-240">
            <a:extLst>
              <a:ext uri="{FF2B5EF4-FFF2-40B4-BE49-F238E27FC236}">
                <a16:creationId xmlns:a16="http://schemas.microsoft.com/office/drawing/2014/main" id="{52ADD915-1EA9-4D3D-AAE9-CC53A5B99D1A}"/>
              </a:ext>
            </a:extLst>
          </p:cNvPr>
          <p:cNvSpPr>
            <a:spLocks noGrp="1"/>
          </p:cNvSpPr>
          <p:nvPr/>
        </p:nvSpPr>
        <p:spPr>
          <a:xfrm>
            <a:off x="5429250" y="4362450"/>
            <a:ext cx="619125" cy="619125"/>
          </a:xfrm>
          <a:prstGeom prst="rect">
            <a:avLst/>
          </a:prstGeom>
          <a:solidFill>
            <a:srgbClr val="EEF5F8"/>
          </a:solidFill>
          <a:ln w="9525">
            <a:solidFill>
              <a:srgbClr val="146995"/>
            </a:solidFill>
          </a:ln>
        </p:spPr>
      </p:sp>
      <p:sp>
        <p:nvSpPr>
          <p:cNvPr id="55" name="box-241">
            <a:extLst>
              <a:ext uri="{FF2B5EF4-FFF2-40B4-BE49-F238E27FC236}">
                <a16:creationId xmlns:a16="http://schemas.microsoft.com/office/drawing/2014/main" id="{C5E78E6A-9F17-4D24-93A7-ECD3E042CF9C}"/>
              </a:ext>
            </a:extLst>
          </p:cNvPr>
          <p:cNvSpPr>
            <a:spLocks noGrp="1"/>
          </p:cNvSpPr>
          <p:nvPr/>
        </p:nvSpPr>
        <p:spPr>
          <a:xfrm>
            <a:off x="542925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-9</a:t>
            </a:r>
          </a:p>
        </p:txBody>
      </p:sp>
      <p:sp>
        <p:nvSpPr>
          <p:cNvPr id="56" name="box-242">
            <a:extLst>
              <a:ext uri="{FF2B5EF4-FFF2-40B4-BE49-F238E27FC236}">
                <a16:creationId xmlns:a16="http://schemas.microsoft.com/office/drawing/2014/main" id="{7CA0D7D7-3DD2-4BD4-B594-C00F646D946C}"/>
              </a:ext>
            </a:extLst>
          </p:cNvPr>
          <p:cNvSpPr>
            <a:spLocks noGrp="1"/>
          </p:cNvSpPr>
          <p:nvPr/>
        </p:nvSpPr>
        <p:spPr>
          <a:xfrm>
            <a:off x="6048375" y="4362450"/>
            <a:ext cx="619125" cy="619125"/>
          </a:xfrm>
          <a:prstGeom prst="rect">
            <a:avLst/>
          </a:prstGeom>
          <a:solidFill>
            <a:srgbClr val="EEF5F8"/>
          </a:solidFill>
          <a:ln w="9525">
            <a:solidFill>
              <a:srgbClr val="146995"/>
            </a:solidFill>
          </a:ln>
        </p:spPr>
      </p:sp>
      <p:sp>
        <p:nvSpPr>
          <p:cNvPr id="57" name="box-243">
            <a:extLst>
              <a:ext uri="{FF2B5EF4-FFF2-40B4-BE49-F238E27FC236}">
                <a16:creationId xmlns:a16="http://schemas.microsoft.com/office/drawing/2014/main" id="{0CDE6D8D-88C1-40E2-BEF4-05818C43143B}"/>
              </a:ext>
            </a:extLst>
          </p:cNvPr>
          <p:cNvSpPr>
            <a:spLocks noGrp="1"/>
          </p:cNvSpPr>
          <p:nvPr/>
        </p:nvSpPr>
        <p:spPr>
          <a:xfrm>
            <a:off x="6048375"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8" name="box-244">
            <a:extLst>
              <a:ext uri="{FF2B5EF4-FFF2-40B4-BE49-F238E27FC236}">
                <a16:creationId xmlns:a16="http://schemas.microsoft.com/office/drawing/2014/main" id="{043DF27B-8D75-4E6D-AABF-F32748F61ACD}"/>
              </a:ext>
            </a:extLst>
          </p:cNvPr>
          <p:cNvSpPr>
            <a:spLocks noGrp="1"/>
          </p:cNvSpPr>
          <p:nvPr/>
        </p:nvSpPr>
        <p:spPr>
          <a:xfrm>
            <a:off x="6667500" y="4362450"/>
            <a:ext cx="619125" cy="619125"/>
          </a:xfrm>
          <a:prstGeom prst="rect">
            <a:avLst/>
          </a:prstGeom>
          <a:solidFill>
            <a:srgbClr val="EEF5F8"/>
          </a:solidFill>
          <a:ln w="9525">
            <a:solidFill>
              <a:srgbClr val="146995"/>
            </a:solidFill>
          </a:ln>
        </p:spPr>
      </p:sp>
      <p:sp>
        <p:nvSpPr>
          <p:cNvPr id="59" name="box-245">
            <a:extLst>
              <a:ext uri="{FF2B5EF4-FFF2-40B4-BE49-F238E27FC236}">
                <a16:creationId xmlns:a16="http://schemas.microsoft.com/office/drawing/2014/main" id="{AB5DD7BE-8752-401E-8DBC-14C8D84859E4}"/>
              </a:ext>
            </a:extLst>
          </p:cNvPr>
          <p:cNvSpPr>
            <a:spLocks noGrp="1"/>
          </p:cNvSpPr>
          <p:nvPr/>
        </p:nvSpPr>
        <p:spPr>
          <a:xfrm>
            <a:off x="6667500" y="44862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60" name="box-246">
            <a:extLst>
              <a:ext uri="{FF2B5EF4-FFF2-40B4-BE49-F238E27FC236}">
                <a16:creationId xmlns:a16="http://schemas.microsoft.com/office/drawing/2014/main" id="{1EFDA6AE-C612-49A5-84F7-557DB6EBBB62}"/>
              </a:ext>
            </a:extLst>
          </p:cNvPr>
          <p:cNvSpPr>
            <a:spLocks noGrp="1"/>
          </p:cNvSpPr>
          <p:nvPr/>
        </p:nvSpPr>
        <p:spPr>
          <a:xfrm>
            <a:off x="9105900" y="44958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 × 1 = 8</a:t>
            </a:r>
          </a:p>
        </p:txBody>
      </p:sp>
      <p:sp>
        <p:nvSpPr>
          <p:cNvPr id="61" name="box-247">
            <a:extLst>
              <a:ext uri="{FF2B5EF4-FFF2-40B4-BE49-F238E27FC236}">
                <a16:creationId xmlns:a16="http://schemas.microsoft.com/office/drawing/2014/main" id="{7F158614-A844-4A8B-A4F4-8FC5D33FE786}"/>
              </a:ext>
            </a:extLst>
          </p:cNvPr>
          <p:cNvSpPr>
            <a:spLocks noGrp="1"/>
          </p:cNvSpPr>
          <p:nvPr/>
        </p:nvSpPr>
        <p:spPr>
          <a:xfrm>
            <a:off x="2333625" y="5353050"/>
            <a:ext cx="9048750" cy="45720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스캔 합계: 8 + 8 + 8 = 24칸</a:t>
            </a:r>
          </a:p>
        </p:txBody>
      </p:sp>
      <p:sp>
        <p:nvSpPr>
          <p:cNvPr id="62" name="box-248">
            <a:extLst>
              <a:ext uri="{FF2B5EF4-FFF2-40B4-BE49-F238E27FC236}">
                <a16:creationId xmlns:a16="http://schemas.microsoft.com/office/drawing/2014/main" id="{A903D682-7672-402F-97AC-CBDB6298480F}"/>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한 칸짜리에서는 스캔하지 않고 반환합니다. 호출·반환에도 비용이 있지만 전체 시간 차수는 같습니다.</a:t>
            </a:r>
          </a:p>
        </p:txBody>
      </p:sp>
    </p:spTree>
    <p:extLst>
      <p:ext uri="{BB962C8B-B14F-4D97-AF65-F5344CB8AC3E}">
        <p14:creationId xmlns:p14="http://schemas.microsoft.com/office/powerpoint/2010/main" val="4195304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249">
            <a:extLst>
              <a:ext uri="{FF2B5EF4-FFF2-40B4-BE49-F238E27FC236}">
                <a16:creationId xmlns:a16="http://schemas.microsoft.com/office/drawing/2014/main" id="{A107BCA9-DAAD-4FF9-A8B9-A657CCB171D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0">
            <a:extLst>
              <a:ext uri="{FF2B5EF4-FFF2-40B4-BE49-F238E27FC236}">
                <a16:creationId xmlns:a16="http://schemas.microsoft.com/office/drawing/2014/main" id="{D5A628C1-5C88-461C-A426-DEE696529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51">
            <a:extLst>
              <a:ext uri="{FF2B5EF4-FFF2-40B4-BE49-F238E27FC236}">
                <a16:creationId xmlns:a16="http://schemas.microsoft.com/office/drawing/2014/main" id="{F3724D45-D36A-4E5F-89F6-88362DBE2B9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8칸을 3층, n칸을 약 log₂n층</a:t>
            </a:r>
          </a:p>
        </p:txBody>
      </p:sp>
      <p:sp>
        <p:nvSpPr>
          <p:cNvPr id="4" name="box-252">
            <a:extLst>
              <a:ext uri="{FF2B5EF4-FFF2-40B4-BE49-F238E27FC236}">
                <a16:creationId xmlns:a16="http://schemas.microsoft.com/office/drawing/2014/main" id="{F4248135-A4D6-4BEB-98CB-2BBA2AB69443}"/>
              </a:ext>
            </a:extLst>
          </p:cNvPr>
          <p:cNvSpPr>
            <a:spLocks noGrp="1"/>
          </p:cNvSpPr>
          <p:nvPr/>
        </p:nvSpPr>
        <p:spPr>
          <a:xfrm>
            <a:off x="609600" y="1381125"/>
            <a:ext cx="10972800" cy="9525"/>
          </a:xfrm>
          <a:prstGeom prst="rect">
            <a:avLst/>
          </a:prstGeom>
          <a:solidFill>
            <a:srgbClr val="151515"/>
          </a:solidFill>
          <a:ln w="0">
            <a:noFill/>
          </a:ln>
        </p:spPr>
      </p:sp>
      <p:sp>
        <p:nvSpPr>
          <p:cNvPr id="5" name="box-253">
            <a:extLst>
              <a:ext uri="{FF2B5EF4-FFF2-40B4-BE49-F238E27FC236}">
                <a16:creationId xmlns:a16="http://schemas.microsoft.com/office/drawing/2014/main" id="{CFA0C50E-AF41-4111-B093-A94B43ACD33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6BC248-1A7F-4826-BB14-2B43908713D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178</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EF5B0F90-7335-4D29-9009-8DE46C37BF86}"/>
              </a:ext>
            </a:extLst>
          </p:cNvPr>
          <p:cNvGraphicFramePr/>
          <p:nvPr/>
        </p:nvGraphicFramePr>
        <p:xfrm>
          <a:off x="609600" y="2009775"/>
          <a:ext cx="10972800" cy="2628900"/>
        </p:xfrm>
        <a:graphic>
          <a:graphicData uri="http://schemas.openxmlformats.org/drawingml/2006/table">
            <a:tbl>
              <a:tblPr/>
              <a:tblGrid>
                <a:gridCol w="2095500">
                  <a:extLst>
                    <a:ext uri="{9D8B030D-6E8A-4147-A177-3AD203B41FA5}">
                      <a16:colId xmlns:a16="http://schemas.microsoft.com/office/drawing/2014/main" val="20000"/>
                    </a:ext>
                  </a:extLst>
                </a:gridCol>
                <a:gridCol w="6019800">
                  <a:extLst>
                    <a:ext uri="{9D8B030D-6E8A-4147-A177-3AD203B41FA5}">
                      <a16:colId xmlns:a16="http://schemas.microsoft.com/office/drawing/2014/main" val="20001"/>
                    </a:ext>
                  </a:extLst>
                </a:gridCol>
                <a:gridCol w="2857500">
                  <a:extLst>
                    <a:ext uri="{9D8B030D-6E8A-4147-A177-3AD203B41FA5}">
                      <a16:colId xmlns:a16="http://schemas.microsoft.com/office/drawing/2014/main" val="20002"/>
                    </a:ext>
                  </a:extLst>
                </a:gridCol>
              </a:tblGrid>
              <a:tr h="657225">
                <a:tc>
                  <a:txBody>
                    <a:bodyPr/>
                    <a:lstStyle/>
                    <a:p>
                      <a:pPr algn="ctr"/>
                      <a:r>
                        <a:rPr sz="2025" b="1">
                          <a:solidFill>
                            <a:srgbClr val="FFFFFF"/>
                          </a:solidFill>
                          <a:latin typeface="Malgun Gothic"/>
                          <a:ea typeface="Malgun Gothic"/>
                          <a:cs typeface="Malgun Gothic"/>
                        </a:rPr>
                        <a:t>입력 길이</a:t>
                      </a:r>
                    </a:p>
                  </a:txBody>
                  <a:tcPr anchor="ctr">
                    <a:solidFill>
                      <a:srgbClr val="151515"/>
                    </a:solidFill>
                  </a:tcPr>
                </a:tc>
                <a:tc>
                  <a:txBody>
                    <a:bodyPr/>
                    <a:lstStyle/>
                    <a:p>
                      <a:pPr algn="ctr"/>
                      <a:r>
                        <a:rPr sz="2025" b="1">
                          <a:solidFill>
                            <a:srgbClr val="FFFFFF"/>
                          </a:solidFill>
                          <a:latin typeface="Malgun Gothic"/>
                          <a:ea typeface="Malgun Gothic"/>
                          <a:cs typeface="Malgun Gothic"/>
                        </a:rPr>
                        <a:t>구간 크기가 줄어드는 과정</a:t>
                      </a:r>
                    </a:p>
                  </a:txBody>
                  <a:tcPr anchor="ctr">
                    <a:solidFill>
                      <a:srgbClr val="151515"/>
                    </a:solidFill>
                  </a:tcPr>
                </a:tc>
                <a:tc>
                  <a:txBody>
                    <a:bodyPr/>
                    <a:lstStyle/>
                    <a:p>
                      <a:pPr algn="ctr"/>
                      <a:r>
                        <a:rPr sz="2025" b="1">
                          <a:solidFill>
                            <a:srgbClr val="FFFFFF"/>
                          </a:solidFill>
                          <a:latin typeface="Malgun Gothic"/>
                          <a:ea typeface="Malgun Gothic"/>
                          <a:cs typeface="Malgun Gothic"/>
                        </a:rPr>
                        <a:t>스캔하는 층</a:t>
                      </a:r>
                    </a:p>
                  </a:txBody>
                  <a:tcPr anchor="ctr">
                    <a:solidFill>
                      <a:srgbClr val="151515"/>
                    </a:solidFill>
                  </a:tcPr>
                </a:tc>
                <a:extLst>
                  <a:ext uri="{0D108BD9-81ED-4DB2-BD59-A6C34878D82A}">
                    <a16:rowId xmlns:a16="http://schemas.microsoft.com/office/drawing/2014/main" val="10000"/>
                  </a:ext>
                </a:extLst>
              </a:tr>
              <a:tr h="657225">
                <a:tc>
                  <a:txBody>
                    <a:bodyPr/>
                    <a:lstStyle/>
                    <a:p>
                      <a:pPr algn="ctr"/>
                      <a:r>
                        <a:rPr sz="2025" b="0">
                          <a:solidFill>
                            <a:srgbClr val="151515"/>
                          </a:solidFill>
                          <a:latin typeface="Malgun Gothic"/>
                          <a:ea typeface="Malgun Gothic"/>
                          <a:cs typeface="Malgun Gothic"/>
                        </a:rPr>
                        <a:t>8</a:t>
                      </a:r>
                    </a:p>
                  </a:txBody>
                  <a:tcPr anchor="ctr">
                    <a:solidFill>
                      <a:srgbClr val="FFFFFF"/>
                    </a:solidFill>
                  </a:tcPr>
                </a:tc>
                <a:tc>
                  <a:txBody>
                    <a:bodyPr/>
                    <a:lstStyle/>
                    <a:p>
                      <a:pPr algn="ctr"/>
                      <a:r>
                        <a:rPr sz="2025" b="0">
                          <a:solidFill>
                            <a:srgbClr val="151515"/>
                          </a:solidFill>
                          <a:latin typeface="Malgun Gothic"/>
                          <a:ea typeface="Malgun Gothic"/>
                          <a:cs typeface="Malgun Gothic"/>
                        </a:rPr>
                        <a:t>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3층</a:t>
                      </a:r>
                    </a:p>
                  </a:txBody>
                  <a:tcPr anchor="ctr">
                    <a:solidFill>
                      <a:srgbClr val="FFFFFF"/>
                    </a:solidFill>
                  </a:tcPr>
                </a:tc>
                <a:extLst>
                  <a:ext uri="{0D108BD9-81ED-4DB2-BD59-A6C34878D82A}">
                    <a16:rowId xmlns:a16="http://schemas.microsoft.com/office/drawing/2014/main" val="10001"/>
                  </a:ext>
                </a:extLst>
              </a:tr>
              <a:tr h="657225">
                <a:tc>
                  <a:txBody>
                    <a:bodyPr/>
                    <a:lstStyle/>
                    <a:p>
                      <a:pPr algn="ctr"/>
                      <a:r>
                        <a:rPr sz="2025" b="0">
                          <a:solidFill>
                            <a:srgbClr val="151515"/>
                          </a:solidFill>
                          <a:latin typeface="Malgun Gothic"/>
                          <a:ea typeface="Malgun Gothic"/>
                          <a:cs typeface="Malgun Gothic"/>
                        </a:rPr>
                        <a:t>16</a:t>
                      </a:r>
                    </a:p>
                  </a:txBody>
                  <a:tcPr anchor="ctr">
                    <a:solidFill>
                      <a:srgbClr val="F1F4F6"/>
                    </a:solidFill>
                  </a:tcPr>
                </a:tc>
                <a:tc>
                  <a:txBody>
                    <a:bodyPr/>
                    <a:lstStyle/>
                    <a:p>
                      <a:pPr algn="ctr"/>
                      <a:r>
                        <a:rPr sz="2025" b="0">
                          <a:solidFill>
                            <a:srgbClr val="151515"/>
                          </a:solidFill>
                          <a:latin typeface="Malgun Gothic"/>
                          <a:ea typeface="Malgun Gothic"/>
                          <a:cs typeface="Malgun Gothic"/>
                        </a:rPr>
                        <a:t>16, 8, 4, 2, 1</a:t>
                      </a:r>
                    </a:p>
                  </a:txBody>
                  <a:tcPr anchor="ctr">
                    <a:solidFill>
                      <a:srgbClr val="F1F4F6"/>
                    </a:solidFill>
                  </a:tcPr>
                </a:tc>
                <a:tc>
                  <a:txBody>
                    <a:bodyPr/>
                    <a:lstStyle/>
                    <a:p>
                      <a:pPr algn="ctr"/>
                      <a:r>
                        <a:rPr sz="2025" b="0">
                          <a:solidFill>
                            <a:srgbClr val="151515"/>
                          </a:solidFill>
                          <a:latin typeface="Malgun Gothic"/>
                          <a:ea typeface="Malgun Gothic"/>
                          <a:cs typeface="Malgun Gothic"/>
                        </a:rPr>
                        <a:t>4층</a:t>
                      </a:r>
                    </a:p>
                  </a:txBody>
                  <a:tcPr anchor="ctr">
                    <a:solidFill>
                      <a:srgbClr val="F1F4F6"/>
                    </a:solidFill>
                  </a:tcPr>
                </a:tc>
                <a:extLst>
                  <a:ext uri="{0D108BD9-81ED-4DB2-BD59-A6C34878D82A}">
                    <a16:rowId xmlns:a16="http://schemas.microsoft.com/office/drawing/2014/main" val="10002"/>
                  </a:ext>
                </a:extLst>
              </a:tr>
              <a:tr h="657225">
                <a:tc>
                  <a:txBody>
                    <a:bodyPr/>
                    <a:lstStyle/>
                    <a:p>
                      <a:pPr algn="ctr"/>
                      <a:r>
                        <a:rPr sz="2025" b="0">
                          <a:solidFill>
                            <a:srgbClr val="151515"/>
                          </a:solidFill>
                          <a:latin typeface="Malgun Gothic"/>
                          <a:ea typeface="Malgun Gothic"/>
                          <a:cs typeface="Malgun Gothic"/>
                        </a:rPr>
                        <a:t>32</a:t>
                      </a:r>
                    </a:p>
                  </a:txBody>
                  <a:tcPr anchor="ctr">
                    <a:solidFill>
                      <a:srgbClr val="FFFFFF"/>
                    </a:solidFill>
                  </a:tcPr>
                </a:tc>
                <a:tc>
                  <a:txBody>
                    <a:bodyPr/>
                    <a:lstStyle/>
                    <a:p>
                      <a:pPr algn="ctr"/>
                      <a:r>
                        <a:rPr sz="2025" b="0">
                          <a:solidFill>
                            <a:srgbClr val="151515"/>
                          </a:solidFill>
                          <a:latin typeface="Malgun Gothic"/>
                          <a:ea typeface="Malgun Gothic"/>
                          <a:cs typeface="Malgun Gothic"/>
                        </a:rPr>
                        <a:t>32, 16, 8, 4, 2, 1</a:t>
                      </a:r>
                    </a:p>
                  </a:txBody>
                  <a:tcPr anchor="ctr">
                    <a:solidFill>
                      <a:srgbClr val="FFFFFF"/>
                    </a:solidFill>
                  </a:tcPr>
                </a:tc>
                <a:tc>
                  <a:txBody>
                    <a:bodyPr/>
                    <a:lstStyle/>
                    <a:p>
                      <a:pPr algn="ctr"/>
                      <a:r>
                        <a:rPr sz="2025" b="0">
                          <a:solidFill>
                            <a:srgbClr val="151515"/>
                          </a:solidFill>
                          <a:latin typeface="Malgun Gothic"/>
                          <a:ea typeface="Malgun Gothic"/>
                          <a:cs typeface="Malgun Gothic"/>
                        </a:rPr>
                        <a:t>5층</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box-256">
            <a:extLst>
              <a:ext uri="{FF2B5EF4-FFF2-40B4-BE49-F238E27FC236}">
                <a16:creationId xmlns:a16="http://schemas.microsoft.com/office/drawing/2014/main" id="{4CA5B64F-0A7B-4A31-B3DC-80692296B727}"/>
              </a:ext>
            </a:extLst>
          </p:cNvPr>
          <p:cNvSpPr>
            <a:spLocks noGrp="1"/>
          </p:cNvSpPr>
          <p:nvPr/>
        </p:nvSpPr>
        <p:spPr>
          <a:xfrm>
            <a:off x="609600" y="5019675"/>
            <a:ext cx="10972800" cy="466725"/>
          </a:xfrm>
          <a:prstGeom prst="rect">
            <a:avLst/>
          </a:prstGeom>
          <a:noFill/>
          <a:ln w="0">
            <a:noFill/>
          </a:ln>
        </p:spPr>
        <p:txBody>
          <a:bodyPr wrap="none" lIns="0" tIns="0" rIns="0" bIns="0" anchor="t">
            <a:noAutofit/>
          </a:bodyPr>
          <a:lstStyle>
            <a:defPPr algn="l">
              <a:defRPr sz="2700" b="1">
                <a:solidFill>
                  <a:srgbClr val="146995"/>
                </a:solidFill>
                <a:latin typeface="Malgun Gothic"/>
                <a:ea typeface="Malgun Gothic"/>
                <a:cs typeface="Malgun Gothic"/>
              </a:defRPr>
            </a:defPPr>
          </a:lstStyle>
          <a:p>
            <a:pPr algn="l">
              <a:lnSpc>
                <a:spcPct val="112000"/>
              </a:lnSpc>
              <a:buNone/>
              <a:defRPr sz="2700" b="1">
                <a:solidFill>
                  <a:srgbClr val="146995"/>
                </a:solidFill>
                <a:latin typeface="Malgun Gothic"/>
                <a:ea typeface="Malgun Gothic"/>
                <a:cs typeface="Malgun Gothic"/>
              </a:defRPr>
            </a:pPr>
            <a:r>
              <a:rPr sz="2700" b="1">
                <a:solidFill>
                  <a:srgbClr val="146995"/>
                </a:solidFill>
                <a:latin typeface="Malgun Gothic"/>
                <a:ea typeface="Malgun Gothic"/>
                <a:cs typeface="Malgun Gothic"/>
              </a:rPr>
              <a:t>한 층의 읽기 n칸 × 약 log₂n층</a:t>
            </a:r>
          </a:p>
        </p:txBody>
      </p:sp>
      <p:sp>
        <p:nvSpPr>
          <p:cNvPr id="9" name="box-257">
            <a:extLst>
              <a:ext uri="{FF2B5EF4-FFF2-40B4-BE49-F238E27FC236}">
                <a16:creationId xmlns:a16="http://schemas.microsoft.com/office/drawing/2014/main" id="{E34997A8-2659-4E90-8978-5FA23EF02F0E}"/>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최대 구간 합의 전체 시간은 O(n log n). 마지막 한 칸에서는 cross_max를 계산하지 않습니다.</a:t>
            </a:r>
          </a:p>
        </p:txBody>
      </p:sp>
    </p:spTree>
    <p:extLst>
      <p:ext uri="{BB962C8B-B14F-4D97-AF65-F5344CB8AC3E}">
        <p14:creationId xmlns:p14="http://schemas.microsoft.com/office/powerpoint/2010/main" val="262196815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ox-258">
            <a:extLst>
              <a:ext uri="{FF2B5EF4-FFF2-40B4-BE49-F238E27FC236}">
                <a16:creationId xmlns:a16="http://schemas.microsoft.com/office/drawing/2014/main" id="{3683F137-1101-4E3F-9122-F655F1AC657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ox-259">
            <a:extLst>
              <a:ext uri="{FF2B5EF4-FFF2-40B4-BE49-F238E27FC236}">
                <a16:creationId xmlns:a16="http://schemas.microsoft.com/office/drawing/2014/main" id="{397484D2-E5D5-49ED-9BDC-9BB31E154EF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60">
            <a:extLst>
              <a:ext uri="{FF2B5EF4-FFF2-40B4-BE49-F238E27FC236}">
                <a16:creationId xmlns:a16="http://schemas.microsoft.com/office/drawing/2014/main" id="{44CF0622-0BEE-4F7C-BD87-252AA77321A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점화식은 코드의 세 부분을 적은 것입니다</a:t>
            </a:r>
          </a:p>
        </p:txBody>
      </p:sp>
      <p:sp>
        <p:nvSpPr>
          <p:cNvPr id="4" name="box-261">
            <a:extLst>
              <a:ext uri="{FF2B5EF4-FFF2-40B4-BE49-F238E27FC236}">
                <a16:creationId xmlns:a16="http://schemas.microsoft.com/office/drawing/2014/main" id="{DECC22BF-459E-4ED7-9B6D-D07DB3DC1915}"/>
              </a:ext>
            </a:extLst>
          </p:cNvPr>
          <p:cNvSpPr>
            <a:spLocks noGrp="1"/>
          </p:cNvSpPr>
          <p:nvPr/>
        </p:nvSpPr>
        <p:spPr>
          <a:xfrm>
            <a:off x="609600" y="1381125"/>
            <a:ext cx="10972800" cy="9525"/>
          </a:xfrm>
          <a:prstGeom prst="rect">
            <a:avLst/>
          </a:prstGeom>
          <a:solidFill>
            <a:srgbClr val="151515"/>
          </a:solidFill>
          <a:ln w="0">
            <a:noFill/>
          </a:ln>
        </p:spPr>
      </p:sp>
      <p:sp>
        <p:nvSpPr>
          <p:cNvPr id="5" name="box-262">
            <a:extLst>
              <a:ext uri="{FF2B5EF4-FFF2-40B4-BE49-F238E27FC236}">
                <a16:creationId xmlns:a16="http://schemas.microsoft.com/office/drawing/2014/main" id="{9388A785-6E1B-4B7D-A0B4-3E5AF212128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35B3C6D-DC8D-42A9-B42E-1EA3AA0B50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179</a:t>
            </a:r>
            <a:endParaRPr sz="1050" b="0">
              <a:solidFill>
                <a:srgbClr val="151515"/>
              </a:solidFill>
              <a:latin typeface="Consolas"/>
              <a:ea typeface="Consolas"/>
              <a:cs typeface="Consolas"/>
            </a:endParaRPr>
          </a:p>
        </p:txBody>
      </p:sp>
      <p:sp>
        <p:nvSpPr>
          <p:cNvPr id="7" name="box-264">
            <a:extLst>
              <a:ext uri="{FF2B5EF4-FFF2-40B4-BE49-F238E27FC236}">
                <a16:creationId xmlns:a16="http://schemas.microsoft.com/office/drawing/2014/main" id="{B270D0AD-7C08-4523-9B68-E0E47D6C52D7}"/>
              </a:ext>
            </a:extLst>
          </p:cNvPr>
          <p:cNvSpPr>
            <a:spLocks noGrp="1"/>
          </p:cNvSpPr>
          <p:nvPr/>
        </p:nvSpPr>
        <p:spPr>
          <a:xfrm>
            <a:off x="857250" y="2095500"/>
            <a:ext cx="1714500" cy="514350"/>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T(n)</a:t>
            </a:r>
          </a:p>
        </p:txBody>
      </p:sp>
      <p:sp>
        <p:nvSpPr>
          <p:cNvPr id="8" name="box-265">
            <a:extLst>
              <a:ext uri="{FF2B5EF4-FFF2-40B4-BE49-F238E27FC236}">
                <a16:creationId xmlns:a16="http://schemas.microsoft.com/office/drawing/2014/main" id="{72C70F99-A8EF-443B-B13E-61379B8C6DEC}"/>
              </a:ext>
            </a:extLst>
          </p:cNvPr>
          <p:cNvSpPr>
            <a:spLocks noGrp="1"/>
          </p:cNvSpPr>
          <p:nvPr/>
        </p:nvSpPr>
        <p:spPr>
          <a:xfrm>
            <a:off x="2581275"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9" name="box-266">
            <a:extLst>
              <a:ext uri="{FF2B5EF4-FFF2-40B4-BE49-F238E27FC236}">
                <a16:creationId xmlns:a16="http://schemas.microsoft.com/office/drawing/2014/main" id="{5197687A-B934-4FAA-B124-3D4F62B7CE57}"/>
              </a:ext>
            </a:extLst>
          </p:cNvPr>
          <p:cNvSpPr>
            <a:spLocks noGrp="1"/>
          </p:cNvSpPr>
          <p:nvPr/>
        </p:nvSpPr>
        <p:spPr>
          <a:xfrm>
            <a:off x="3314700" y="2095500"/>
            <a:ext cx="2447925" cy="514350"/>
          </a:xfrm>
          <a:prstGeom prst="rect">
            <a:avLst/>
          </a:prstGeom>
          <a:noFill/>
          <a:ln w="0">
            <a:noFill/>
          </a:ln>
        </p:spPr>
        <p:txBody>
          <a:bodyPr wrap="none" lIns="0" tIns="0" rIns="0" bIns="0" anchor="t">
            <a:noAutofit/>
          </a:bodyPr>
          <a:lstStyle>
            <a:defPPr algn="l">
              <a:defRPr sz="3000" b="1">
                <a:solidFill>
                  <a:srgbClr val="146995"/>
                </a:solidFill>
                <a:latin typeface="Consolas"/>
                <a:ea typeface="Consolas"/>
                <a:cs typeface="Consolas"/>
              </a:defRPr>
            </a:defPPr>
          </a:lstStyle>
          <a:p>
            <a:pPr algn="l">
              <a:lnSpc>
                <a:spcPct val="112000"/>
              </a:lnSpc>
              <a:buNone/>
              <a:defRPr sz="3000" b="1">
                <a:solidFill>
                  <a:srgbClr val="146995"/>
                </a:solidFill>
                <a:latin typeface="Consolas"/>
                <a:ea typeface="Consolas"/>
                <a:cs typeface="Consolas"/>
              </a:defRPr>
            </a:pPr>
            <a:r>
              <a:rPr sz="3000" b="1">
                <a:solidFill>
                  <a:srgbClr val="146995"/>
                </a:solidFill>
                <a:latin typeface="Consolas"/>
                <a:ea typeface="Consolas"/>
                <a:cs typeface="Consolas"/>
              </a:rPr>
              <a:t>T(n/2)</a:t>
            </a:r>
          </a:p>
        </p:txBody>
      </p:sp>
      <p:sp>
        <p:nvSpPr>
          <p:cNvPr id="10" name="box-267">
            <a:extLst>
              <a:ext uri="{FF2B5EF4-FFF2-40B4-BE49-F238E27FC236}">
                <a16:creationId xmlns:a16="http://schemas.microsoft.com/office/drawing/2014/main" id="{A688EA60-424D-4B62-B930-17BA745F334B}"/>
              </a:ext>
            </a:extLst>
          </p:cNvPr>
          <p:cNvSpPr>
            <a:spLocks noGrp="1"/>
          </p:cNvSpPr>
          <p:nvPr/>
        </p:nvSpPr>
        <p:spPr>
          <a:xfrm>
            <a:off x="573405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1" name="box-268">
            <a:extLst>
              <a:ext uri="{FF2B5EF4-FFF2-40B4-BE49-F238E27FC236}">
                <a16:creationId xmlns:a16="http://schemas.microsoft.com/office/drawing/2014/main" id="{E66BDE84-B2E8-4A07-AF3E-3E85699762F7}"/>
              </a:ext>
            </a:extLst>
          </p:cNvPr>
          <p:cNvSpPr>
            <a:spLocks noGrp="1"/>
          </p:cNvSpPr>
          <p:nvPr/>
        </p:nvSpPr>
        <p:spPr>
          <a:xfrm>
            <a:off x="6438900" y="2095500"/>
            <a:ext cx="2447925" cy="514350"/>
          </a:xfrm>
          <a:prstGeom prst="rect">
            <a:avLst/>
          </a:prstGeom>
          <a:noFill/>
          <a:ln w="0">
            <a:noFill/>
          </a:ln>
        </p:spPr>
        <p:txBody>
          <a:bodyPr wrap="none" lIns="0" tIns="0" rIns="0" bIns="0" anchor="t">
            <a:noAutofit/>
          </a:bodyPr>
          <a:lstStyle>
            <a:defPPr algn="l">
              <a:defRPr sz="3000" b="1">
                <a:solidFill>
                  <a:srgbClr val="21744F"/>
                </a:solidFill>
                <a:latin typeface="Consolas"/>
                <a:ea typeface="Consolas"/>
                <a:cs typeface="Consolas"/>
              </a:defRPr>
            </a:defPPr>
          </a:lstStyle>
          <a:p>
            <a:pPr algn="l">
              <a:lnSpc>
                <a:spcPct val="112000"/>
              </a:lnSpc>
              <a:buNone/>
              <a:defRPr sz="3000" b="1">
                <a:solidFill>
                  <a:srgbClr val="21744F"/>
                </a:solidFill>
                <a:latin typeface="Consolas"/>
                <a:ea typeface="Consolas"/>
                <a:cs typeface="Consolas"/>
              </a:defRPr>
            </a:pPr>
            <a:r>
              <a:rPr sz="3000" b="1">
                <a:solidFill>
                  <a:srgbClr val="21744F"/>
                </a:solidFill>
                <a:latin typeface="Consolas"/>
                <a:ea typeface="Consolas"/>
                <a:cs typeface="Consolas"/>
              </a:rPr>
              <a:t>T(n/2)</a:t>
            </a:r>
          </a:p>
        </p:txBody>
      </p:sp>
      <p:sp>
        <p:nvSpPr>
          <p:cNvPr id="12" name="box-269">
            <a:extLst>
              <a:ext uri="{FF2B5EF4-FFF2-40B4-BE49-F238E27FC236}">
                <a16:creationId xmlns:a16="http://schemas.microsoft.com/office/drawing/2014/main" id="{C5860A25-D0FA-4AD1-9F4F-8032F7CA5B94}"/>
              </a:ext>
            </a:extLst>
          </p:cNvPr>
          <p:cNvSpPr>
            <a:spLocks noGrp="1"/>
          </p:cNvSpPr>
          <p:nvPr/>
        </p:nvSpPr>
        <p:spPr>
          <a:xfrm>
            <a:off x="8839200" y="2095500"/>
            <a:ext cx="504825" cy="514350"/>
          </a:xfrm>
          <a:prstGeom prst="rect">
            <a:avLst/>
          </a:prstGeom>
          <a:noFill/>
          <a:ln w="0">
            <a:noFill/>
          </a:ln>
        </p:spPr>
        <p:txBody>
          <a:bodyPr wrap="none" lIns="0" tIns="0" rIns="0" bIns="0" anchor="t">
            <a:noAutofit/>
          </a:bodyPr>
          <a:lstStyle>
            <a:defPPr algn="l">
              <a:defRPr sz="3000" b="0">
                <a:solidFill>
                  <a:srgbClr val="151515"/>
                </a:solidFill>
                <a:latin typeface="Malgun Gothic"/>
                <a:ea typeface="Malgun Gothic"/>
                <a:cs typeface="Malgun Gothic"/>
              </a:defRPr>
            </a:defPPr>
          </a:lstStyle>
          <a:p>
            <a:pPr algn="l">
              <a:lnSpc>
                <a:spcPct val="112000"/>
              </a:lnSpc>
              <a:buNone/>
              <a:defRPr sz="3000" b="0">
                <a:solidFill>
                  <a:srgbClr val="151515"/>
                </a:solidFill>
                <a:latin typeface="Malgun Gothic"/>
                <a:ea typeface="Malgun Gothic"/>
                <a:cs typeface="Malgun Gothic"/>
              </a:defRPr>
            </a:pPr>
            <a:r>
              <a:rPr sz="3000" b="0">
                <a:solidFill>
                  <a:srgbClr val="151515"/>
                </a:solidFill>
                <a:latin typeface="Malgun Gothic"/>
                <a:ea typeface="Malgun Gothic"/>
                <a:cs typeface="Malgun Gothic"/>
              </a:rPr>
              <a:t>+</a:t>
            </a:r>
          </a:p>
        </p:txBody>
      </p:sp>
      <p:sp>
        <p:nvSpPr>
          <p:cNvPr id="13" name="box-270">
            <a:extLst>
              <a:ext uri="{FF2B5EF4-FFF2-40B4-BE49-F238E27FC236}">
                <a16:creationId xmlns:a16="http://schemas.microsoft.com/office/drawing/2014/main" id="{DB2403E8-2460-4AE3-BC5D-524ADDF5410F}"/>
              </a:ext>
            </a:extLst>
          </p:cNvPr>
          <p:cNvSpPr>
            <a:spLocks noGrp="1"/>
          </p:cNvSpPr>
          <p:nvPr/>
        </p:nvSpPr>
        <p:spPr>
          <a:xfrm>
            <a:off x="9525000" y="2095500"/>
            <a:ext cx="1981200" cy="514350"/>
          </a:xfrm>
          <a:prstGeom prst="rect">
            <a:avLst/>
          </a:prstGeom>
          <a:noFill/>
          <a:ln w="0">
            <a:noFill/>
          </a:ln>
        </p:spPr>
        <p:txBody>
          <a:bodyPr wrap="none" lIns="0" tIns="0" rIns="0" bIns="0" anchor="t">
            <a:noAutofit/>
          </a:bodyPr>
          <a:lstStyle>
            <a:defPPr algn="l">
              <a:defRPr sz="3000" b="1">
                <a:solidFill>
                  <a:srgbClr val="AD630C"/>
                </a:solidFill>
                <a:latin typeface="Consolas"/>
                <a:ea typeface="Consolas"/>
                <a:cs typeface="Consolas"/>
              </a:defRPr>
            </a:defPPr>
          </a:lstStyle>
          <a:p>
            <a:pPr algn="l">
              <a:lnSpc>
                <a:spcPct val="112000"/>
              </a:lnSpc>
              <a:buNone/>
              <a:defRPr sz="3000" b="1">
                <a:solidFill>
                  <a:srgbClr val="AD630C"/>
                </a:solidFill>
                <a:latin typeface="Consolas"/>
                <a:ea typeface="Consolas"/>
                <a:cs typeface="Consolas"/>
              </a:defRPr>
            </a:pPr>
            <a:r>
              <a:rPr sz="3000" b="1">
                <a:solidFill>
                  <a:srgbClr val="AD630C"/>
                </a:solidFill>
                <a:latin typeface="Consolas"/>
                <a:ea typeface="Consolas"/>
                <a:cs typeface="Consolas"/>
              </a:rPr>
              <a:t>O(n)</a:t>
            </a:r>
          </a:p>
        </p:txBody>
      </p:sp>
      <p:sp>
        <p:nvSpPr>
          <p:cNvPr id="14" name="box-271">
            <a:extLst>
              <a:ext uri="{FF2B5EF4-FFF2-40B4-BE49-F238E27FC236}">
                <a16:creationId xmlns:a16="http://schemas.microsoft.com/office/drawing/2014/main" id="{501D5367-28A0-4712-B3F6-70A4AD7939A7}"/>
              </a:ext>
            </a:extLst>
          </p:cNvPr>
          <p:cNvSpPr>
            <a:spLocks noGrp="1"/>
          </p:cNvSpPr>
          <p:nvPr/>
        </p:nvSpPr>
        <p:spPr>
          <a:xfrm>
            <a:off x="666750" y="2819400"/>
            <a:ext cx="1905000" cy="361950"/>
          </a:xfrm>
          <a:prstGeom prst="rect">
            <a:avLst/>
          </a:prstGeom>
          <a:noFill/>
          <a:ln w="0">
            <a:noFill/>
          </a:ln>
        </p:spPr>
        <p:txBody>
          <a:bodyPr wrap="none" lIns="0" tIns="0" rIns="0" bIns="0" anchor="t">
            <a:noAutofit/>
          </a:bodyPr>
          <a:lstStyle>
            <a:defPPr algn="ctr">
              <a:defRPr sz="1800" b="0">
                <a:solidFill>
                  <a:srgbClr val="151515"/>
                </a:solidFill>
                <a:latin typeface="Malgun Gothic"/>
                <a:ea typeface="Malgun Gothic"/>
                <a:cs typeface="Malgun Gothic"/>
              </a:defRPr>
            </a:defPPr>
          </a:lstStyle>
          <a:p>
            <a:pPr algn="ctr">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전체 시간</a:t>
            </a:r>
          </a:p>
        </p:txBody>
      </p:sp>
      <p:sp>
        <p:nvSpPr>
          <p:cNvPr id="15" name="box-272">
            <a:extLst>
              <a:ext uri="{FF2B5EF4-FFF2-40B4-BE49-F238E27FC236}">
                <a16:creationId xmlns:a16="http://schemas.microsoft.com/office/drawing/2014/main" id="{C56CFFB2-FAB6-4BD0-A82A-30990B27F903}"/>
              </a:ext>
            </a:extLst>
          </p:cNvPr>
          <p:cNvSpPr>
            <a:spLocks noGrp="1"/>
          </p:cNvSpPr>
          <p:nvPr/>
        </p:nvSpPr>
        <p:spPr>
          <a:xfrm>
            <a:off x="3114675" y="2819400"/>
            <a:ext cx="2762250" cy="361950"/>
          </a:xfrm>
          <a:prstGeom prst="rect">
            <a:avLst/>
          </a:prstGeom>
          <a:noFill/>
          <a:ln w="0">
            <a:noFill/>
          </a:ln>
        </p:spPr>
        <p:txBody>
          <a:bodyPr wrap="none" lIns="0" tIns="0" rIns="0" bIns="0" anchor="t">
            <a:noAutofit/>
          </a:bodyPr>
          <a:lstStyle>
            <a:defPPr algn="ctr">
              <a:defRPr sz="1800" b="0">
                <a:solidFill>
                  <a:srgbClr val="146995"/>
                </a:solidFill>
                <a:latin typeface="Malgun Gothic"/>
                <a:ea typeface="Malgun Gothic"/>
                <a:cs typeface="Malgun Gothic"/>
              </a:defRPr>
            </a:defPPr>
          </a:lstStyle>
          <a:p>
            <a:pPr algn="ctr">
              <a:lnSpc>
                <a:spcPct val="112000"/>
              </a:lnSpc>
              <a:buNone/>
              <a:defRPr sz="1800" b="0">
                <a:solidFill>
                  <a:srgbClr val="146995"/>
                </a:solidFill>
                <a:latin typeface="Malgun Gothic"/>
                <a:ea typeface="Malgun Gothic"/>
                <a:cs typeface="Malgun Gothic"/>
              </a:defRPr>
            </a:pPr>
            <a:r>
              <a:rPr sz="1800" b="0">
                <a:solidFill>
                  <a:srgbClr val="146995"/>
                </a:solidFill>
                <a:latin typeface="Malgun Gothic"/>
                <a:ea typeface="Malgun Gothic"/>
                <a:cs typeface="Malgun Gothic"/>
              </a:rPr>
              <a:t>왼쪽 절반의 시간</a:t>
            </a:r>
          </a:p>
        </p:txBody>
      </p:sp>
      <p:sp>
        <p:nvSpPr>
          <p:cNvPr id="16" name="box-273">
            <a:extLst>
              <a:ext uri="{FF2B5EF4-FFF2-40B4-BE49-F238E27FC236}">
                <a16:creationId xmlns:a16="http://schemas.microsoft.com/office/drawing/2014/main" id="{6C8A9783-D0B1-4B20-B466-19834928B180}"/>
              </a:ext>
            </a:extLst>
          </p:cNvPr>
          <p:cNvSpPr>
            <a:spLocks noGrp="1"/>
          </p:cNvSpPr>
          <p:nvPr/>
        </p:nvSpPr>
        <p:spPr>
          <a:xfrm>
            <a:off x="6191250" y="2819400"/>
            <a:ext cx="2857500" cy="361950"/>
          </a:xfrm>
          <a:prstGeom prst="rect">
            <a:avLst/>
          </a:prstGeom>
          <a:noFill/>
          <a:ln w="0">
            <a:noFill/>
          </a:ln>
        </p:spPr>
        <p:txBody>
          <a:bodyPr wrap="none" lIns="0" tIns="0" rIns="0" bIns="0" anchor="t">
            <a:noAutofit/>
          </a:bodyPr>
          <a:lstStyle>
            <a:defPPr algn="ctr">
              <a:defRPr sz="1800" b="0">
                <a:solidFill>
                  <a:srgbClr val="21744F"/>
                </a:solidFill>
                <a:latin typeface="Malgun Gothic"/>
                <a:ea typeface="Malgun Gothic"/>
                <a:cs typeface="Malgun Gothic"/>
              </a:defRPr>
            </a:defPPr>
          </a:lstStyle>
          <a:p>
            <a:pPr algn="ctr">
              <a:lnSpc>
                <a:spcPct val="112000"/>
              </a:lnSpc>
              <a:buNone/>
              <a:defRPr sz="1800" b="0">
                <a:solidFill>
                  <a:srgbClr val="21744F"/>
                </a:solidFill>
                <a:latin typeface="Malgun Gothic"/>
                <a:ea typeface="Malgun Gothic"/>
                <a:cs typeface="Malgun Gothic"/>
              </a:defRPr>
            </a:pPr>
            <a:r>
              <a:rPr sz="1800" b="0">
                <a:solidFill>
                  <a:srgbClr val="21744F"/>
                </a:solidFill>
                <a:latin typeface="Malgun Gothic"/>
                <a:ea typeface="Malgun Gothic"/>
                <a:cs typeface="Malgun Gothic"/>
              </a:rPr>
              <a:t>오른쪽 절반의 시간</a:t>
            </a:r>
          </a:p>
        </p:txBody>
      </p:sp>
      <p:sp>
        <p:nvSpPr>
          <p:cNvPr id="17" name="box-274">
            <a:extLst>
              <a:ext uri="{FF2B5EF4-FFF2-40B4-BE49-F238E27FC236}">
                <a16:creationId xmlns:a16="http://schemas.microsoft.com/office/drawing/2014/main" id="{ACD3B851-23D7-4CFF-B6FE-699F04E26778}"/>
              </a:ext>
            </a:extLst>
          </p:cNvPr>
          <p:cNvSpPr>
            <a:spLocks noGrp="1"/>
          </p:cNvSpPr>
          <p:nvPr/>
        </p:nvSpPr>
        <p:spPr>
          <a:xfrm>
            <a:off x="9324975" y="2819400"/>
            <a:ext cx="2257425" cy="361950"/>
          </a:xfrm>
          <a:prstGeom prst="rect">
            <a:avLst/>
          </a:prstGeom>
          <a:noFill/>
          <a:ln w="0">
            <a:noFill/>
          </a:ln>
        </p:spPr>
        <p:txBody>
          <a:bodyPr wrap="none" lIns="0" tIns="0" rIns="0" bIns="0" anchor="t">
            <a:noAutofit/>
          </a:bodyPr>
          <a:lstStyle>
            <a:defPPr algn="ctr">
              <a:defRPr sz="1725" b="0">
                <a:solidFill>
                  <a:srgbClr val="AD630C"/>
                </a:solidFill>
                <a:latin typeface="Malgun Gothic"/>
                <a:ea typeface="Malgun Gothic"/>
                <a:cs typeface="Malgun Gothic"/>
              </a:defRPr>
            </a:defPPr>
          </a:lstStyle>
          <a:p>
            <a:pPr algn="ctr">
              <a:lnSpc>
                <a:spcPct val="112000"/>
              </a:lnSpc>
              <a:buNone/>
              <a:defRPr sz="1725" b="0">
                <a:solidFill>
                  <a:srgbClr val="AD630C"/>
                </a:solidFill>
                <a:latin typeface="Malgun Gothic"/>
                <a:ea typeface="Malgun Gothic"/>
                <a:cs typeface="Malgun Gothic"/>
              </a:defRPr>
            </a:pPr>
            <a:r>
              <a:rPr sz="1725" b="0">
                <a:solidFill>
                  <a:srgbClr val="AD630C"/>
                </a:solidFill>
                <a:latin typeface="Malgun Gothic"/>
                <a:ea typeface="Malgun Gothic"/>
                <a:cs typeface="Malgun Gothic"/>
              </a:rPr>
              <a:t>현재 구간의 작업</a:t>
            </a:r>
          </a:p>
        </p:txBody>
      </p:sp>
      <p:sp>
        <p:nvSpPr>
          <p:cNvPr id="18" name="box-275">
            <a:extLst>
              <a:ext uri="{FF2B5EF4-FFF2-40B4-BE49-F238E27FC236}">
                <a16:creationId xmlns:a16="http://schemas.microsoft.com/office/drawing/2014/main" id="{9102A820-BCAF-4E06-AF71-B30ECA97202E}"/>
              </a:ext>
            </a:extLst>
          </p:cNvPr>
          <p:cNvSpPr>
            <a:spLocks noGrp="1"/>
          </p:cNvSpPr>
          <p:nvPr/>
        </p:nvSpPr>
        <p:spPr>
          <a:xfrm>
            <a:off x="3143250" y="3552825"/>
            <a:ext cx="2790825" cy="419100"/>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왼쪽 답을 구함</a:t>
            </a:r>
          </a:p>
        </p:txBody>
      </p:sp>
      <p:sp>
        <p:nvSpPr>
          <p:cNvPr id="19" name="box-276">
            <a:extLst>
              <a:ext uri="{FF2B5EF4-FFF2-40B4-BE49-F238E27FC236}">
                <a16:creationId xmlns:a16="http://schemas.microsoft.com/office/drawing/2014/main" id="{80120782-EA65-4BEA-8768-C49B627D2E9E}"/>
              </a:ext>
            </a:extLst>
          </p:cNvPr>
          <p:cNvSpPr>
            <a:spLocks noGrp="1"/>
          </p:cNvSpPr>
          <p:nvPr/>
        </p:nvSpPr>
        <p:spPr>
          <a:xfrm>
            <a:off x="6143625" y="3552825"/>
            <a:ext cx="2905125" cy="419100"/>
          </a:xfrm>
          <a:prstGeom prst="rect">
            <a:avLst/>
          </a:prstGeom>
          <a:noFill/>
          <a:ln w="0">
            <a:noFill/>
          </a:ln>
        </p:spPr>
        <p:txBody>
          <a:bodyPr wrap="none" lIns="0" tIns="0" rIns="0" bIns="0" anchor="t">
            <a:noAutofit/>
          </a:bodyPr>
          <a:lstStyle>
            <a:defPPr algn="l">
              <a:defRPr sz="2025" b="1">
                <a:solidFill>
                  <a:srgbClr val="21744F"/>
                </a:solidFill>
                <a:latin typeface="Malgun Gothic"/>
                <a:ea typeface="Malgun Gothic"/>
                <a:cs typeface="Malgun Gothic"/>
              </a:defRPr>
            </a:defPPr>
          </a:lstStyle>
          <a:p>
            <a:pPr algn="l">
              <a:lnSpc>
                <a:spcPct val="112000"/>
              </a:lnSpc>
              <a:buNone/>
              <a:defRPr sz="2025" b="1">
                <a:solidFill>
                  <a:srgbClr val="21744F"/>
                </a:solidFill>
                <a:latin typeface="Malgun Gothic"/>
                <a:ea typeface="Malgun Gothic"/>
                <a:cs typeface="Malgun Gothic"/>
              </a:defRPr>
            </a:pPr>
            <a:r>
              <a:rPr sz="2025" b="1">
                <a:solidFill>
                  <a:srgbClr val="21744F"/>
                </a:solidFill>
                <a:latin typeface="Malgun Gothic"/>
                <a:ea typeface="Malgun Gothic"/>
                <a:cs typeface="Malgun Gothic"/>
              </a:rPr>
              <a:t>오른쪽 답을 구함</a:t>
            </a:r>
          </a:p>
        </p:txBody>
      </p:sp>
      <p:sp>
        <p:nvSpPr>
          <p:cNvPr id="20" name="box-277">
            <a:extLst>
              <a:ext uri="{FF2B5EF4-FFF2-40B4-BE49-F238E27FC236}">
                <a16:creationId xmlns:a16="http://schemas.microsoft.com/office/drawing/2014/main" id="{CA9FCC22-408C-4357-98F7-5DAA61374093}"/>
              </a:ext>
            </a:extLst>
          </p:cNvPr>
          <p:cNvSpPr>
            <a:spLocks noGrp="1"/>
          </p:cNvSpPr>
          <p:nvPr/>
        </p:nvSpPr>
        <p:spPr>
          <a:xfrm>
            <a:off x="9324975" y="3552825"/>
            <a:ext cx="2257425" cy="419100"/>
          </a:xfrm>
          <a:prstGeom prst="rect">
            <a:avLst/>
          </a:prstGeom>
          <a:noFill/>
          <a:ln w="0">
            <a:noFill/>
          </a:ln>
        </p:spPr>
        <p:txBody>
          <a:bodyPr wrap="none" lIns="0" tIns="0" rIns="0" bIns="0" anchor="t">
            <a:noAutofit/>
          </a:bodyPr>
          <a:lstStyle>
            <a:defPPr algn="l">
              <a:defRPr sz="1950" b="1">
                <a:solidFill>
                  <a:srgbClr val="AD630C"/>
                </a:solidFill>
                <a:latin typeface="Malgun Gothic"/>
                <a:ea typeface="Malgun Gothic"/>
                <a:cs typeface="Malgun Gothic"/>
              </a:defRPr>
            </a:defPPr>
          </a:lstStyle>
          <a:p>
            <a:pPr algn="l">
              <a:lnSpc>
                <a:spcPct val="112000"/>
              </a:lnSpc>
              <a:buNone/>
              <a:defRPr sz="1950" b="1">
                <a:solidFill>
                  <a:srgbClr val="AD630C"/>
                </a:solidFill>
                <a:latin typeface="Malgun Gothic"/>
                <a:ea typeface="Malgun Gothic"/>
                <a:cs typeface="Malgun Gothic"/>
              </a:defRPr>
            </a:pPr>
            <a:r>
              <a:rPr sz="1950" b="1">
                <a:solidFill>
                  <a:srgbClr val="AD630C"/>
                </a:solidFill>
                <a:latin typeface="Malgun Gothic"/>
                <a:ea typeface="Malgun Gothic"/>
                <a:cs typeface="Malgun Gothic"/>
              </a:rPr>
              <a:t>중앙에서 스캔</a:t>
            </a:r>
          </a:p>
        </p:txBody>
      </p:sp>
      <p:sp>
        <p:nvSpPr>
          <p:cNvPr id="21" name="box-278">
            <a:extLst>
              <a:ext uri="{FF2B5EF4-FFF2-40B4-BE49-F238E27FC236}">
                <a16:creationId xmlns:a16="http://schemas.microsoft.com/office/drawing/2014/main" id="{6DFD9818-E423-44AD-9F6F-CE17A3EE55C2}"/>
              </a:ext>
            </a:extLst>
          </p:cNvPr>
          <p:cNvSpPr>
            <a:spLocks noGrp="1"/>
          </p:cNvSpPr>
          <p:nvPr/>
        </p:nvSpPr>
        <p:spPr>
          <a:xfrm>
            <a:off x="609600" y="4286250"/>
            <a:ext cx="10972800" cy="9525"/>
          </a:xfrm>
          <a:prstGeom prst="rect">
            <a:avLst/>
          </a:prstGeom>
          <a:solidFill>
            <a:srgbClr val="CCCCCC"/>
          </a:solidFill>
          <a:ln w="0">
            <a:noFill/>
          </a:ln>
        </p:spPr>
      </p:sp>
      <p:sp>
        <p:nvSpPr>
          <p:cNvPr id="22" name="box-279">
            <a:extLst>
              <a:ext uri="{FF2B5EF4-FFF2-40B4-BE49-F238E27FC236}">
                <a16:creationId xmlns:a16="http://schemas.microsoft.com/office/drawing/2014/main" id="{31AD7D8F-D7E3-4215-9EC9-D3D0175ED8FE}"/>
              </a:ext>
            </a:extLst>
          </p:cNvPr>
          <p:cNvSpPr>
            <a:spLocks noGrp="1"/>
          </p:cNvSpPr>
          <p:nvPr/>
        </p:nvSpPr>
        <p:spPr>
          <a:xfrm>
            <a:off x="609600" y="4686300"/>
            <a:ext cx="10972800" cy="552450"/>
          </a:xfrm>
          <a:prstGeom prst="rect">
            <a:avLst/>
          </a:prstGeom>
          <a:noFill/>
          <a:ln w="0">
            <a:noFill/>
          </a:ln>
        </p:spPr>
        <p:txBody>
          <a:bodyPr wrap="none" lIns="0" tIns="0" rIns="0" bIns="0" anchor="t">
            <a:noAutofit/>
          </a:bodyPr>
          <a:lstStyle>
            <a:defPPr algn="l">
              <a:defRPr sz="2925" b="1">
                <a:solidFill>
                  <a:srgbClr val="146995"/>
                </a:solidFill>
                <a:latin typeface="Consolas"/>
                <a:ea typeface="Consolas"/>
                <a:cs typeface="Consolas"/>
              </a:defRPr>
            </a:defPPr>
          </a:lstStyle>
          <a:p>
            <a:pPr algn="l">
              <a:lnSpc>
                <a:spcPct val="112000"/>
              </a:lnSpc>
              <a:buNone/>
              <a:defRPr sz="2925" b="1">
                <a:solidFill>
                  <a:srgbClr val="146995"/>
                </a:solidFill>
                <a:latin typeface="Consolas"/>
                <a:ea typeface="Consolas"/>
                <a:cs typeface="Consolas"/>
              </a:defRPr>
            </a:pPr>
            <a:r>
              <a:rPr sz="2925" b="1">
                <a:solidFill>
                  <a:srgbClr val="146995"/>
                </a:solidFill>
                <a:latin typeface="Consolas"/>
                <a:ea typeface="Consolas"/>
                <a:cs typeface="Consolas"/>
              </a:rPr>
              <a:t>T(n) = 2T(n/2) + O(n)</a:t>
            </a:r>
          </a:p>
        </p:txBody>
      </p:sp>
      <p:sp>
        <p:nvSpPr>
          <p:cNvPr id="23" name="box-280">
            <a:extLst>
              <a:ext uri="{FF2B5EF4-FFF2-40B4-BE49-F238E27FC236}">
                <a16:creationId xmlns:a16="http://schemas.microsoft.com/office/drawing/2014/main" id="{D0483BF8-3254-4E69-8D76-ACB35EF78942}"/>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전체 시간은 앞의 층 그림으로 계산했습니다. n칸씩 약 log₂n층을 처리하므로 O(n log n)입니다.</a:t>
            </a:r>
          </a:p>
        </p:txBody>
      </p:sp>
    </p:spTree>
    <p:extLst>
      <p:ext uri="{BB962C8B-B14F-4D97-AF65-F5344CB8AC3E}">
        <p14:creationId xmlns:p14="http://schemas.microsoft.com/office/powerpoint/2010/main" val="409775088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180</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쿼드 트리</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2</a:t>
            </a:r>
            <a:r>
              <a:rPr lang="ko-KR" altLang="en-US" sz="1800" b="0" i="0">
                <a:solidFill>
                  <a:srgbClr val="BBBBBB"/>
                </a:solidFill>
                <a:latin typeface="Malgun Gothic"/>
                <a:ea typeface="Malgun Gothic"/>
                <a:cs typeface="Malgun Gothic"/>
              </a:rPr>
              <a:t>차원 공간을 재귀적으로 </a:t>
            </a:r>
            <a:r>
              <a:rPr lang="en-US" altLang="ko-KR" sz="1800" b="0" i="0">
                <a:solidFill>
                  <a:srgbClr val="BBBBBB"/>
                </a:solidFill>
                <a:latin typeface="Malgun Gothic"/>
                <a:ea typeface="Malgun Gothic"/>
                <a:cs typeface="Malgun Gothic"/>
              </a:rPr>
              <a:t>4</a:t>
            </a:r>
            <a:r>
              <a:rPr lang="ko-KR" altLang="en-US" sz="1800" b="0" i="0">
                <a:solidFill>
                  <a:srgbClr val="BBBBBB"/>
                </a:solidFill>
                <a:latin typeface="Malgun Gothic"/>
                <a:ea typeface="Malgun Gothic"/>
                <a:cs typeface="Malgun Gothic"/>
              </a:rPr>
              <a:t>등분하는 자료 구조</a:t>
            </a:r>
          </a:p>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이미지 압축부터 게임 충돌 감지까지</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쿼드 트리</a:t>
            </a:r>
            <a:r>
              <a:rPr lang="en-US" altLang="ko-KR" sz="1500" i="0">
                <a:solidFill>
                  <a:srgbClr val="606060"/>
                </a:solidFill>
                <a:latin typeface="Malgun Gothic"/>
                <a:ea typeface="Malgun Gothic"/>
                <a:cs typeface="Malgun Gothic"/>
              </a:rPr>
              <a:t>(quadtree)</a:t>
            </a:r>
            <a:r>
              <a:rPr lang="ko-KR" altLang="en-US" sz="1500" i="0">
                <a:solidFill>
                  <a:srgbClr val="606060"/>
                </a:solidFill>
                <a:latin typeface="Malgun Gothic"/>
                <a:ea typeface="Malgun Gothic"/>
                <a:cs typeface="Malgun Gothic"/>
              </a:rPr>
              <a:t>는 </a:t>
            </a:r>
            <a:r>
              <a:rPr lang="en-US" altLang="ko-KR" sz="1500" i="0">
                <a:solidFill>
                  <a:srgbClr val="606060"/>
                </a:solidFill>
                <a:latin typeface="Malgun Gothic"/>
                <a:ea typeface="Malgun Gothic"/>
                <a:cs typeface="Malgun Gothic"/>
              </a:rPr>
              <a:t>2</a:t>
            </a:r>
            <a:r>
              <a:rPr lang="ko-KR" altLang="en-US" sz="1500" i="0">
                <a:solidFill>
                  <a:srgbClr val="606060"/>
                </a:solidFill>
                <a:latin typeface="Malgun Gothic"/>
                <a:ea typeface="Malgun Gothic"/>
                <a:cs typeface="Malgun Gothic"/>
              </a:rPr>
              <a:t>차원 공간을 재귀적으로 </a:t>
            </a:r>
            <a:r>
              <a:rPr lang="en-US" altLang="ko-KR" sz="1500" i="0">
                <a:solidFill>
                  <a:srgbClr val="606060"/>
                </a:solidFill>
                <a:latin typeface="Malgun Gothic"/>
                <a:ea typeface="Malgun Gothic"/>
                <a:cs typeface="Malgun Gothic"/>
              </a:rPr>
              <a:t>4</a:t>
            </a:r>
            <a:r>
              <a:rPr lang="ko-KR" altLang="en-US" sz="1500" i="0">
                <a:solidFill>
                  <a:srgbClr val="606060"/>
                </a:solidFill>
                <a:latin typeface="Malgun Gothic"/>
                <a:ea typeface="Malgun Gothic"/>
                <a:cs typeface="Malgun Gothic"/>
              </a:rPr>
              <a:t>개의 구역</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사분면</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으로 분할하여 데이터를 효율적으로 표현하는 자료 구조다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이진 탐색이 탐색 범위를 </a:t>
            </a:r>
            <a:r>
              <a:rPr lang="en-US" altLang="ko-KR" sz="1500" i="0">
                <a:solidFill>
                  <a:srgbClr val="606060"/>
                </a:solidFill>
                <a:latin typeface="Malgun Gothic"/>
                <a:ea typeface="Malgun Gothic"/>
                <a:cs typeface="Malgun Gothic"/>
              </a:rPr>
              <a:t>1/2</a:t>
            </a:r>
            <a:r>
              <a:rPr lang="ko-KR" altLang="en-US" sz="1500" i="0">
                <a:solidFill>
                  <a:srgbClr val="606060"/>
                </a:solidFill>
                <a:latin typeface="Malgun Gothic"/>
                <a:ea typeface="Malgun Gothic"/>
                <a:cs typeface="Malgun Gothic"/>
              </a:rPr>
              <a:t>씩 줄여나갔다면</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쿼드 트리는 평면을 </a:t>
            </a:r>
            <a:r>
              <a:rPr lang="en-US" altLang="ko-KR" sz="1500" i="0">
                <a:solidFill>
                  <a:srgbClr val="606060"/>
                </a:solidFill>
                <a:latin typeface="Malgun Gothic"/>
                <a:ea typeface="Malgun Gothic"/>
                <a:cs typeface="Malgun Gothic"/>
              </a:rPr>
              <a:t>1/4</a:t>
            </a:r>
            <a:r>
              <a:rPr lang="ko-KR" altLang="en-US" sz="1500" i="0">
                <a:solidFill>
                  <a:srgbClr val="606060"/>
                </a:solidFill>
                <a:latin typeface="Malgun Gothic"/>
                <a:ea typeface="Malgun Gothic"/>
                <a:cs typeface="Malgun Gothic"/>
              </a:rPr>
              <a:t>씩 줄여나간다</a:t>
            </a:r>
            <a:r>
              <a:rPr lang="en-US" altLang="ko-KR" sz="1500" i="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① 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전체 영역을 확인한다</a:t>
            </a:r>
            <a:r>
              <a:rPr lang="en-US" altLang="ko-KR" sz="1500" i="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lang="ko-KR" altLang="en-US" sz="1050" i="0">
                <a:solidFill>
                  <a:srgbClr val="171717"/>
                </a:solidFill>
                <a:latin typeface="Malgun Gothic"/>
                <a:ea typeface="Malgun Gothic"/>
                <a:cs typeface="Malgun Gothic"/>
              </a:rPr>
              <a:t>데이터가 </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단일 속성</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모두 같은 색이거나 텅 비어 있음</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이면 더 이상 나누지 않고 하나의 노드로 표현한다</a:t>
            </a:r>
            <a:r>
              <a:rPr lang="en-US" altLang="ko-KR" sz="1050" i="0">
                <a:solidFill>
                  <a:srgbClr val="171717"/>
                </a:solidFill>
                <a:latin typeface="Malgun Gothic"/>
                <a:ea typeface="Malgun Gothic"/>
                <a:cs typeface="Malgun Gothic"/>
              </a:rPr>
              <a:t>.</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섞여 있다면</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영역을 정확히 </a:t>
            </a:r>
            <a:r>
              <a:rPr lang="en-US" altLang="ko-KR" sz="1050" i="0">
                <a:solidFill>
                  <a:srgbClr val="171717"/>
                </a:solidFill>
                <a:latin typeface="Malgun Gothic"/>
                <a:ea typeface="Malgun Gothic"/>
                <a:cs typeface="Malgun Gothic"/>
              </a:rPr>
              <a:t>4</a:t>
            </a:r>
            <a:r>
              <a:rPr lang="ko-KR" altLang="en-US" sz="1050" i="0">
                <a:solidFill>
                  <a:srgbClr val="171717"/>
                </a:solidFill>
                <a:latin typeface="Malgun Gothic"/>
                <a:ea typeface="Malgun Gothic"/>
                <a:cs typeface="Malgun Gothic"/>
              </a:rPr>
              <a:t>등분</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좌상</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우상</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좌하</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우하</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하여 각 부분에 대해 ①을 다시 수행한다</a:t>
            </a:r>
            <a:r>
              <a:rPr lang="en-US" altLang="ko-KR" sz="1050" i="0">
                <a:solidFill>
                  <a:srgbClr val="171717"/>
                </a:solidFill>
                <a:latin typeface="Malgun Gothic"/>
                <a:ea typeface="Malgun Gothic"/>
                <a:cs typeface="Malgun Gothic"/>
              </a:rPr>
              <a:t>.</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lang="ko-KR" altLang="en-US" sz="1180" i="0">
                <a:solidFill>
                  <a:srgbClr val="171717"/>
                </a:solidFill>
                <a:latin typeface="Malgun Gothic"/>
                <a:ea typeface="Malgun Gothic"/>
                <a:cs typeface="Malgun Gothic"/>
              </a:rPr>
              <a:t>게임의 물리 엔진</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충돌 처리</a:t>
            </a:r>
            <a:r>
              <a:rPr lang="en-US" altLang="ko-KR" sz="1180" i="0">
                <a:solidFill>
                  <a:srgbClr val="171717"/>
                </a:solidFill>
                <a:latin typeface="Malgun Gothic"/>
                <a:ea typeface="Malgun Gothic"/>
                <a:cs typeface="Malgun Gothic"/>
              </a:rPr>
              <a:t>), </a:t>
            </a:r>
            <a:r>
              <a:rPr lang="ko-KR" altLang="en-US" sz="1180" i="0">
                <a:solidFill>
                  <a:srgbClr val="171717"/>
                </a:solidFill>
                <a:latin typeface="Malgun Gothic"/>
                <a:ea typeface="Malgun Gothic"/>
                <a:cs typeface="Malgun Gothic"/>
              </a:rPr>
              <a:t>포토샵 같은 이미지 소프트웨어</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압축</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의 핵심 원리다</a:t>
            </a:r>
            <a:r>
              <a:rPr lang="en-US" altLang="ko-KR" sz="1180" i="0">
                <a:solidFill>
                  <a:srgbClr val="171717"/>
                </a:solidFill>
                <a:latin typeface="Malgun Gothic"/>
                <a:ea typeface="Malgun Gothic"/>
                <a:cs typeface="Malgun Gothic"/>
              </a:rPr>
              <a:t>.</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쿼드 트리의 기본 아이디어</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182</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응용 ① 흑백 이미지 압축</a:t>
            </a:r>
            <a:endParaRPr sz="3000" b="1" i="0">
              <a:solidFill>
                <a:srgbClr val="171717"/>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183</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0</a:t>
            </a:r>
            <a:r>
              <a:rPr lang="ko-KR" altLang="en-US" sz="1650">
                <a:solidFill>
                  <a:srgbClr val="171717"/>
                </a:solidFill>
                <a:latin typeface="Malgun Gothic"/>
                <a:ea typeface="Malgun Gothic"/>
                <a:cs typeface="Malgun Gothic"/>
              </a:rPr>
              <a:t>과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로 이루어진 영상에서 균일한 영역은 픽셀마다 저장할 필요가 없다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① </a:t>
            </a:r>
            <a:r>
              <a:rPr lang="ko-KR" altLang="en-US" sz="1650">
                <a:solidFill>
                  <a:srgbClr val="171717"/>
                </a:solidFill>
                <a:latin typeface="Malgun Gothic"/>
                <a:ea typeface="Malgun Gothic"/>
                <a:cs typeface="Malgun Gothic"/>
              </a:rPr>
              <a:t>검사</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현재 정사각형이 모두 같은 값인지 확인한다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② </a:t>
            </a:r>
            <a:r>
              <a:rPr lang="ko-KR" altLang="en-US" sz="1650">
                <a:solidFill>
                  <a:srgbClr val="171717"/>
                </a:solidFill>
                <a:latin typeface="Malgun Gothic"/>
                <a:ea typeface="Malgun Gothic"/>
                <a:cs typeface="Malgun Gothic"/>
              </a:rPr>
              <a:t>기저 사례</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모두 </a:t>
            </a:r>
            <a:r>
              <a:rPr lang="en-US" altLang="ko-KR" sz="1650">
                <a:solidFill>
                  <a:srgbClr val="171717"/>
                </a:solidFill>
                <a:latin typeface="Malgun Gothic"/>
                <a:ea typeface="Malgun Gothic"/>
                <a:cs typeface="Malgun Gothic"/>
              </a:rPr>
              <a:t>0</a:t>
            </a:r>
            <a:r>
              <a:rPr lang="ko-KR" altLang="en-US" sz="1650">
                <a:solidFill>
                  <a:srgbClr val="171717"/>
                </a:solidFill>
                <a:latin typeface="Malgun Gothic"/>
                <a:ea typeface="Malgun Gothic"/>
                <a:cs typeface="Malgun Gothic"/>
              </a:rPr>
              <a:t>이면 </a:t>
            </a:r>
            <a:r>
              <a:rPr lang="en-US" altLang="ko-KR" sz="1650">
                <a:solidFill>
                  <a:srgbClr val="171717"/>
                </a:solidFill>
                <a:latin typeface="Malgun Gothic"/>
                <a:ea typeface="Malgun Gothic"/>
                <a:cs typeface="Malgun Gothic"/>
              </a:rPr>
              <a:t>0, </a:t>
            </a:r>
            <a:r>
              <a:rPr lang="ko-KR" altLang="en-US" sz="1650">
                <a:solidFill>
                  <a:srgbClr val="171717"/>
                </a:solidFill>
                <a:latin typeface="Malgun Gothic"/>
                <a:ea typeface="Malgun Gothic"/>
                <a:cs typeface="Malgun Gothic"/>
              </a:rPr>
              <a:t>모두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이면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을 기록하고 끝낸다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 </a:t>
            </a:r>
            <a:r>
              <a:rPr lang="ko-KR" altLang="en-US" sz="1650">
                <a:solidFill>
                  <a:srgbClr val="171717"/>
                </a:solidFill>
                <a:latin typeface="Malgun Gothic"/>
                <a:ea typeface="Malgun Gothic"/>
                <a:cs typeface="Malgun Gothic"/>
              </a:rPr>
              <a:t>분할</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값이 섞여 있으면 네 영역으로 나눈다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좌상 → 우상 → 좌하 → 우하 순서로 재귀 호출하고 결과를 괄호로 묶는다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균일한 영역이 클수록 짧게 표현된다</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색이 복잡하게 섞이면 압축 효과는 줄어든다</a:t>
            </a:r>
            <a:r>
              <a:rPr lang="en-US" altLang="ko-KR" sz="1650">
                <a:solidFill>
                  <a:srgbClr val="171717"/>
                </a:solidFill>
                <a:latin typeface="Malgun Gothic"/>
                <a:ea typeface="Malgun Gothic"/>
                <a:cs typeface="Malgun Gothic"/>
              </a:rPr>
              <a:t>.</a:t>
            </a:r>
            <a:endParaRPr sz="1650">
              <a:solidFill>
                <a:srgbClr val="171717"/>
              </a:solidFill>
              <a:latin typeface="Malgun Gothic"/>
              <a:ea typeface="Malgun Gothic"/>
              <a:cs typeface="Malgun Gothic"/>
            </a:endParaRP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C72271B-754F-4887-915B-63410BB6CDD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AC3687E-FAF1-4E2F-B2D2-D1949CB208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DE30144-4CD2-48D6-8421-5BD2EC08D8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색이면 하나로, 섞이면 네 조각</a:t>
            </a:r>
          </a:p>
        </p:txBody>
      </p:sp>
      <p:sp>
        <p:nvSpPr>
          <p:cNvPr id="4" name="line-49">
            <a:extLst>
              <a:ext uri="{FF2B5EF4-FFF2-40B4-BE49-F238E27FC236}">
                <a16:creationId xmlns:a16="http://schemas.microsoft.com/office/drawing/2014/main" id="{2D3FFFFD-7FD4-4A2E-B7BA-B03E6800214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19688D3-CEF0-4F04-8957-D87683F6B1A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AA6AD73-32FA-4D68-84D1-0B79FF4B48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AECF331F-2009-4879-8F8F-CC1FF93893DF}"/>
              </a:ext>
            </a:extLst>
          </p:cNvPr>
          <p:cNvSpPr>
            <a:spLocks noGrp="1"/>
          </p:cNvSpPr>
          <p:nvPr/>
        </p:nvSpPr>
        <p:spPr>
          <a:xfrm>
            <a:off x="609600" y="1695450"/>
            <a:ext cx="1097280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균일한 영역은 0 또는 1. 혼합 영역만 네 부분으로 나눕니다.</a:t>
            </a:r>
          </a:p>
        </p:txBody>
      </p:sp>
      <p:pic>
        <p:nvPicPr>
          <p:cNvPr id="8" name="그림 7">
            <a:extLst>
              <a:ext uri="{FF2B5EF4-FFF2-40B4-BE49-F238E27FC236}">
                <a16:creationId xmlns:a16="http://schemas.microsoft.com/office/drawing/2014/main" id="{621FDC3B-DBF7-4D7B-A433-D89F01C11CEC}"/>
              </a:ext>
            </a:extLst>
          </p:cNvPr>
          <p:cNvPicPr>
            <a:picLocks noChangeAspect="1"/>
          </p:cNvPicPr>
          <p:nvPr/>
        </p:nvPicPr>
        <p:blipFill>
          <a:blip r:embed="rId3"/>
          <a:stretch/>
        </p:blipFill>
        <p:spPr>
          <a:xfrm>
            <a:off x="1475210" y="2238375"/>
            <a:ext cx="9241580" cy="3695700"/>
          </a:xfrm>
          <a:prstGeom prst="rect">
            <a:avLst/>
          </a:prstGeom>
        </p:spPr>
      </p:pic>
      <p:sp>
        <p:nvSpPr>
          <p:cNvPr id="9" name="caption">
            <a:extLst>
              <a:ext uri="{FF2B5EF4-FFF2-40B4-BE49-F238E27FC236}">
                <a16:creationId xmlns:a16="http://schemas.microsoft.com/office/drawing/2014/main" id="{A0E23481-5322-4C13-9053-D1C38023998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좌상 → 우상 → 좌하 → 우하 순서를 저장과 복원에서 똑같이 사용합니다.</a:t>
            </a:r>
          </a:p>
        </p:txBody>
      </p:sp>
    </p:spTree>
    <p:extLst>
      <p:ext uri="{BB962C8B-B14F-4D97-AF65-F5344CB8AC3E}">
        <p14:creationId xmlns:p14="http://schemas.microsoft.com/office/powerpoint/2010/main" val="212292494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4F6F3851-9156-44BD-BF7D-0D4EF02166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7B39E21-CDFE-463E-90EE-D82085D46AC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3DE006-310F-40CC-8DED-2399E3916B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입력 영상: 검은 칸의 위치부터 확인합니다</a:t>
            </a:r>
          </a:p>
        </p:txBody>
      </p:sp>
      <p:sp>
        <p:nvSpPr>
          <p:cNvPr id="4" name="line-50">
            <a:extLst>
              <a:ext uri="{FF2B5EF4-FFF2-40B4-BE49-F238E27FC236}">
                <a16:creationId xmlns:a16="http://schemas.microsoft.com/office/drawing/2014/main" id="{69DB7642-10AA-4F40-9675-DDA9D1A78E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E354936-601B-440B-8672-431AE541CB6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B207DB9-4510-490F-B543-923F76BC0D1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185</a:t>
            </a:r>
            <a:endParaRPr sz="1050" b="0">
              <a:solidFill>
                <a:srgbClr val="151515"/>
              </a:solidFill>
              <a:latin typeface="Consolas"/>
              <a:ea typeface="Consolas"/>
              <a:cs typeface="Consolas"/>
            </a:endParaRPr>
          </a:p>
        </p:txBody>
      </p:sp>
      <p:sp>
        <p:nvSpPr>
          <p:cNvPr id="7" name="pixel-51">
            <a:extLst>
              <a:ext uri="{FF2B5EF4-FFF2-40B4-BE49-F238E27FC236}">
                <a16:creationId xmlns:a16="http://schemas.microsoft.com/office/drawing/2014/main" id="{4CC11E1D-21BA-48D2-9F5A-67480F9B99B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2">
            <a:extLst>
              <a:ext uri="{FF2B5EF4-FFF2-40B4-BE49-F238E27FC236}">
                <a16:creationId xmlns:a16="http://schemas.microsoft.com/office/drawing/2014/main" id="{A3D523E6-CA20-4D9C-BC1C-A67347B8BC89}"/>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3">
            <a:extLst>
              <a:ext uri="{FF2B5EF4-FFF2-40B4-BE49-F238E27FC236}">
                <a16:creationId xmlns:a16="http://schemas.microsoft.com/office/drawing/2014/main" id="{37A5A75C-12B3-4C73-A261-0E7B012BDAE0}"/>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4">
            <a:extLst>
              <a:ext uri="{FF2B5EF4-FFF2-40B4-BE49-F238E27FC236}">
                <a16:creationId xmlns:a16="http://schemas.microsoft.com/office/drawing/2014/main" id="{74A56297-3389-45C6-87E8-D0FB1927CBAC}"/>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5">
            <a:extLst>
              <a:ext uri="{FF2B5EF4-FFF2-40B4-BE49-F238E27FC236}">
                <a16:creationId xmlns:a16="http://schemas.microsoft.com/office/drawing/2014/main" id="{8563FA5D-A581-423B-9377-A95807437184}"/>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6">
            <a:extLst>
              <a:ext uri="{FF2B5EF4-FFF2-40B4-BE49-F238E27FC236}">
                <a16:creationId xmlns:a16="http://schemas.microsoft.com/office/drawing/2014/main" id="{5D0746C2-80DD-46E9-9BD0-06E381C6BD26}"/>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7">
            <a:extLst>
              <a:ext uri="{FF2B5EF4-FFF2-40B4-BE49-F238E27FC236}">
                <a16:creationId xmlns:a16="http://schemas.microsoft.com/office/drawing/2014/main" id="{7DFA7C83-B127-4761-AE08-A1C7A4733A5D}"/>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8">
            <a:extLst>
              <a:ext uri="{FF2B5EF4-FFF2-40B4-BE49-F238E27FC236}">
                <a16:creationId xmlns:a16="http://schemas.microsoft.com/office/drawing/2014/main" id="{055FC4C6-D2B1-445A-8D29-69A53ACDEAE9}"/>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9">
            <a:extLst>
              <a:ext uri="{FF2B5EF4-FFF2-40B4-BE49-F238E27FC236}">
                <a16:creationId xmlns:a16="http://schemas.microsoft.com/office/drawing/2014/main" id="{C8E585FE-2CC5-477F-AC1F-28AFA5CB0571}"/>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0">
            <a:extLst>
              <a:ext uri="{FF2B5EF4-FFF2-40B4-BE49-F238E27FC236}">
                <a16:creationId xmlns:a16="http://schemas.microsoft.com/office/drawing/2014/main" id="{67E0239C-AB93-4CED-81A6-A1532D4F2AA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1">
            <a:extLst>
              <a:ext uri="{FF2B5EF4-FFF2-40B4-BE49-F238E27FC236}">
                <a16:creationId xmlns:a16="http://schemas.microsoft.com/office/drawing/2014/main" id="{5E905B27-1662-4F16-9B22-42BA46086354}"/>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2">
            <a:extLst>
              <a:ext uri="{FF2B5EF4-FFF2-40B4-BE49-F238E27FC236}">
                <a16:creationId xmlns:a16="http://schemas.microsoft.com/office/drawing/2014/main" id="{B5008235-087E-4DD9-8022-426E0A0167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3">
            <a:extLst>
              <a:ext uri="{FF2B5EF4-FFF2-40B4-BE49-F238E27FC236}">
                <a16:creationId xmlns:a16="http://schemas.microsoft.com/office/drawing/2014/main" id="{DABD99A5-AFEE-4DB8-96BB-19E3FD66232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4">
            <a:extLst>
              <a:ext uri="{FF2B5EF4-FFF2-40B4-BE49-F238E27FC236}">
                <a16:creationId xmlns:a16="http://schemas.microsoft.com/office/drawing/2014/main" id="{8792D27D-7963-40B9-A3AA-50288F40B4A8}"/>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5">
            <a:extLst>
              <a:ext uri="{FF2B5EF4-FFF2-40B4-BE49-F238E27FC236}">
                <a16:creationId xmlns:a16="http://schemas.microsoft.com/office/drawing/2014/main" id="{73BE3340-20FF-4D37-9277-DD8BA60803CD}"/>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
            <a:extLst>
              <a:ext uri="{FF2B5EF4-FFF2-40B4-BE49-F238E27FC236}">
                <a16:creationId xmlns:a16="http://schemas.microsoft.com/office/drawing/2014/main" id="{2F4FE875-FF27-41B7-8BA1-4B92E29FFD9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7">
            <a:extLst>
              <a:ext uri="{FF2B5EF4-FFF2-40B4-BE49-F238E27FC236}">
                <a16:creationId xmlns:a16="http://schemas.microsoft.com/office/drawing/2014/main" id="{F26C7D44-D4FB-4035-990D-6215E0D3E419}"/>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8">
            <a:extLst>
              <a:ext uri="{FF2B5EF4-FFF2-40B4-BE49-F238E27FC236}">
                <a16:creationId xmlns:a16="http://schemas.microsoft.com/office/drawing/2014/main" id="{58D5B25E-7B5F-4BE9-A3BF-11422460125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9">
            <a:extLst>
              <a:ext uri="{FF2B5EF4-FFF2-40B4-BE49-F238E27FC236}">
                <a16:creationId xmlns:a16="http://schemas.microsoft.com/office/drawing/2014/main" id="{26CA9D5B-0911-4B4E-B7AF-5555F0966EE8}"/>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70">
            <a:extLst>
              <a:ext uri="{FF2B5EF4-FFF2-40B4-BE49-F238E27FC236}">
                <a16:creationId xmlns:a16="http://schemas.microsoft.com/office/drawing/2014/main" id="{0BF896D6-B734-4B05-9D70-574C4672A078}"/>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71">
            <a:extLst>
              <a:ext uri="{FF2B5EF4-FFF2-40B4-BE49-F238E27FC236}">
                <a16:creationId xmlns:a16="http://schemas.microsoft.com/office/drawing/2014/main" id="{BB8F5EB5-8BD0-40E7-B101-0286587045DB}"/>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72">
            <a:extLst>
              <a:ext uri="{FF2B5EF4-FFF2-40B4-BE49-F238E27FC236}">
                <a16:creationId xmlns:a16="http://schemas.microsoft.com/office/drawing/2014/main" id="{69A2ECCC-D04C-4039-AC62-49509202EBB7}"/>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73">
            <a:extLst>
              <a:ext uri="{FF2B5EF4-FFF2-40B4-BE49-F238E27FC236}">
                <a16:creationId xmlns:a16="http://schemas.microsoft.com/office/drawing/2014/main" id="{6CD57CF7-A917-4860-87A8-4D3526EC4AE2}"/>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74">
            <a:extLst>
              <a:ext uri="{FF2B5EF4-FFF2-40B4-BE49-F238E27FC236}">
                <a16:creationId xmlns:a16="http://schemas.microsoft.com/office/drawing/2014/main" id="{F47740DE-A594-4255-AEC8-844D2254E380}"/>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75">
            <a:extLst>
              <a:ext uri="{FF2B5EF4-FFF2-40B4-BE49-F238E27FC236}">
                <a16:creationId xmlns:a16="http://schemas.microsoft.com/office/drawing/2014/main" id="{AF8AE33D-52CE-45B7-8088-7738C2B3D4B8}"/>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76">
            <a:extLst>
              <a:ext uri="{FF2B5EF4-FFF2-40B4-BE49-F238E27FC236}">
                <a16:creationId xmlns:a16="http://schemas.microsoft.com/office/drawing/2014/main" id="{C680D0E9-F049-4F0E-9E18-651B87F196A6}"/>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77">
            <a:extLst>
              <a:ext uri="{FF2B5EF4-FFF2-40B4-BE49-F238E27FC236}">
                <a16:creationId xmlns:a16="http://schemas.microsoft.com/office/drawing/2014/main" id="{9E6EB903-CCA7-47DD-8F30-DB70E124FCE4}"/>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78">
            <a:extLst>
              <a:ext uri="{FF2B5EF4-FFF2-40B4-BE49-F238E27FC236}">
                <a16:creationId xmlns:a16="http://schemas.microsoft.com/office/drawing/2014/main" id="{D42ECF87-C3DA-4815-9C14-D7B18342DC5C}"/>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79">
            <a:extLst>
              <a:ext uri="{FF2B5EF4-FFF2-40B4-BE49-F238E27FC236}">
                <a16:creationId xmlns:a16="http://schemas.microsoft.com/office/drawing/2014/main" id="{57E1039F-2DAA-45B6-9446-ECF5D6885849}"/>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80">
            <a:extLst>
              <a:ext uri="{FF2B5EF4-FFF2-40B4-BE49-F238E27FC236}">
                <a16:creationId xmlns:a16="http://schemas.microsoft.com/office/drawing/2014/main" id="{5E073552-3250-40BD-B9D9-4FD4E89FA351}"/>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81">
            <a:extLst>
              <a:ext uri="{FF2B5EF4-FFF2-40B4-BE49-F238E27FC236}">
                <a16:creationId xmlns:a16="http://schemas.microsoft.com/office/drawing/2014/main" id="{04A0E1F9-57C7-4E54-AD57-E652D2E0E973}"/>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82">
            <a:extLst>
              <a:ext uri="{FF2B5EF4-FFF2-40B4-BE49-F238E27FC236}">
                <a16:creationId xmlns:a16="http://schemas.microsoft.com/office/drawing/2014/main" id="{21BC26F0-1192-4F99-A249-7DBB72CA3E2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83">
            <a:extLst>
              <a:ext uri="{FF2B5EF4-FFF2-40B4-BE49-F238E27FC236}">
                <a16:creationId xmlns:a16="http://schemas.microsoft.com/office/drawing/2014/main" id="{E6C0A5E2-E84C-4F2C-82E6-112E435BA748}"/>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84">
            <a:extLst>
              <a:ext uri="{FF2B5EF4-FFF2-40B4-BE49-F238E27FC236}">
                <a16:creationId xmlns:a16="http://schemas.microsoft.com/office/drawing/2014/main" id="{E6C497DE-F0CC-463D-9DF1-AA8D1CD1487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85">
            <a:extLst>
              <a:ext uri="{FF2B5EF4-FFF2-40B4-BE49-F238E27FC236}">
                <a16:creationId xmlns:a16="http://schemas.microsoft.com/office/drawing/2014/main" id="{C1471D1B-9C6F-475C-9C50-608730DA7CF7}"/>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86">
            <a:extLst>
              <a:ext uri="{FF2B5EF4-FFF2-40B4-BE49-F238E27FC236}">
                <a16:creationId xmlns:a16="http://schemas.microsoft.com/office/drawing/2014/main" id="{4BDFE59D-290F-4009-9D1F-2389FD8876BF}"/>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87">
            <a:extLst>
              <a:ext uri="{FF2B5EF4-FFF2-40B4-BE49-F238E27FC236}">
                <a16:creationId xmlns:a16="http://schemas.microsoft.com/office/drawing/2014/main" id="{681EFCC8-620D-4C2B-840B-23E469E08091}"/>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88">
            <a:extLst>
              <a:ext uri="{FF2B5EF4-FFF2-40B4-BE49-F238E27FC236}">
                <a16:creationId xmlns:a16="http://schemas.microsoft.com/office/drawing/2014/main" id="{8924657E-09BE-4D64-B86C-9C14E9788B7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89">
            <a:extLst>
              <a:ext uri="{FF2B5EF4-FFF2-40B4-BE49-F238E27FC236}">
                <a16:creationId xmlns:a16="http://schemas.microsoft.com/office/drawing/2014/main" id="{4AF96CD0-894E-48DE-A456-75C2A0CD9C4D}"/>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90">
            <a:extLst>
              <a:ext uri="{FF2B5EF4-FFF2-40B4-BE49-F238E27FC236}">
                <a16:creationId xmlns:a16="http://schemas.microsoft.com/office/drawing/2014/main" id="{0126A432-4AD1-4A96-AA67-8A5D91404219}"/>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91">
            <a:extLst>
              <a:ext uri="{FF2B5EF4-FFF2-40B4-BE49-F238E27FC236}">
                <a16:creationId xmlns:a16="http://schemas.microsoft.com/office/drawing/2014/main" id="{E63E83E3-8E3D-4653-A6BF-6DD292612AD8}"/>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92">
            <a:extLst>
              <a:ext uri="{FF2B5EF4-FFF2-40B4-BE49-F238E27FC236}">
                <a16:creationId xmlns:a16="http://schemas.microsoft.com/office/drawing/2014/main" id="{AF23663E-A67E-487F-B88F-A2DEE62C70A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93">
            <a:extLst>
              <a:ext uri="{FF2B5EF4-FFF2-40B4-BE49-F238E27FC236}">
                <a16:creationId xmlns:a16="http://schemas.microsoft.com/office/drawing/2014/main" id="{9E6AA534-D855-4573-AA23-69FDCAFEFD07}"/>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94">
            <a:extLst>
              <a:ext uri="{FF2B5EF4-FFF2-40B4-BE49-F238E27FC236}">
                <a16:creationId xmlns:a16="http://schemas.microsoft.com/office/drawing/2014/main" id="{A8DDD36A-E427-498D-B3D1-D0D88DFB833D}"/>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95">
            <a:extLst>
              <a:ext uri="{FF2B5EF4-FFF2-40B4-BE49-F238E27FC236}">
                <a16:creationId xmlns:a16="http://schemas.microsoft.com/office/drawing/2014/main" id="{D6E93181-5CB6-4B1C-A041-6291841E273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96">
            <a:extLst>
              <a:ext uri="{FF2B5EF4-FFF2-40B4-BE49-F238E27FC236}">
                <a16:creationId xmlns:a16="http://schemas.microsoft.com/office/drawing/2014/main" id="{BAC7777E-B03E-4B37-8460-10A9AF5D5D8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97">
            <a:extLst>
              <a:ext uri="{FF2B5EF4-FFF2-40B4-BE49-F238E27FC236}">
                <a16:creationId xmlns:a16="http://schemas.microsoft.com/office/drawing/2014/main" id="{EDEA719D-FBCF-413B-9A5A-5A2D69CF9CD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98">
            <a:extLst>
              <a:ext uri="{FF2B5EF4-FFF2-40B4-BE49-F238E27FC236}">
                <a16:creationId xmlns:a16="http://schemas.microsoft.com/office/drawing/2014/main" id="{6CEB748A-3741-41BE-9746-5D3A12EB5059}"/>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99">
            <a:extLst>
              <a:ext uri="{FF2B5EF4-FFF2-40B4-BE49-F238E27FC236}">
                <a16:creationId xmlns:a16="http://schemas.microsoft.com/office/drawing/2014/main" id="{EF15E377-00A1-483D-8FE5-88589AF2F947}"/>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0">
            <a:extLst>
              <a:ext uri="{FF2B5EF4-FFF2-40B4-BE49-F238E27FC236}">
                <a16:creationId xmlns:a16="http://schemas.microsoft.com/office/drawing/2014/main" id="{CAC04C8E-2375-42B0-A344-DB648643810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1">
            <a:extLst>
              <a:ext uri="{FF2B5EF4-FFF2-40B4-BE49-F238E27FC236}">
                <a16:creationId xmlns:a16="http://schemas.microsoft.com/office/drawing/2014/main" id="{59E3C100-BC6C-45FE-AC02-2627A42C193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2">
            <a:extLst>
              <a:ext uri="{FF2B5EF4-FFF2-40B4-BE49-F238E27FC236}">
                <a16:creationId xmlns:a16="http://schemas.microsoft.com/office/drawing/2014/main" id="{B023787D-C439-44C5-A82E-DDF20E8FEC9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
            <a:extLst>
              <a:ext uri="{FF2B5EF4-FFF2-40B4-BE49-F238E27FC236}">
                <a16:creationId xmlns:a16="http://schemas.microsoft.com/office/drawing/2014/main" id="{27D3D829-1CC8-4551-BBF8-1DA36CD70A9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4">
            <a:extLst>
              <a:ext uri="{FF2B5EF4-FFF2-40B4-BE49-F238E27FC236}">
                <a16:creationId xmlns:a16="http://schemas.microsoft.com/office/drawing/2014/main" id="{53382754-4AFB-48DB-8EF4-999E8E902EA1}"/>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5">
            <a:extLst>
              <a:ext uri="{FF2B5EF4-FFF2-40B4-BE49-F238E27FC236}">
                <a16:creationId xmlns:a16="http://schemas.microsoft.com/office/drawing/2014/main" id="{DD0AAD76-20B3-4E3C-92E1-DE55816DA37F}"/>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6">
            <a:extLst>
              <a:ext uri="{FF2B5EF4-FFF2-40B4-BE49-F238E27FC236}">
                <a16:creationId xmlns:a16="http://schemas.microsoft.com/office/drawing/2014/main" id="{67C7C9F8-09A0-4F96-917F-D81DF723E19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7">
            <a:extLst>
              <a:ext uri="{FF2B5EF4-FFF2-40B4-BE49-F238E27FC236}">
                <a16:creationId xmlns:a16="http://schemas.microsoft.com/office/drawing/2014/main" id="{4FFCE82A-905E-4456-9F4D-76FF98E6A09B}"/>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8">
            <a:extLst>
              <a:ext uri="{FF2B5EF4-FFF2-40B4-BE49-F238E27FC236}">
                <a16:creationId xmlns:a16="http://schemas.microsoft.com/office/drawing/2014/main" id="{57FA2460-2CBF-4339-BA31-38D9A92E897D}"/>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9">
            <a:extLst>
              <a:ext uri="{FF2B5EF4-FFF2-40B4-BE49-F238E27FC236}">
                <a16:creationId xmlns:a16="http://schemas.microsoft.com/office/drawing/2014/main" id="{284151B6-6CA1-4CF2-98CB-5872E937D78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0">
            <a:extLst>
              <a:ext uri="{FF2B5EF4-FFF2-40B4-BE49-F238E27FC236}">
                <a16:creationId xmlns:a16="http://schemas.microsoft.com/office/drawing/2014/main" id="{D9CB85D8-09CB-4CB4-953E-47B68FBD8961}"/>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1">
            <a:extLst>
              <a:ext uri="{FF2B5EF4-FFF2-40B4-BE49-F238E27FC236}">
                <a16:creationId xmlns:a16="http://schemas.microsoft.com/office/drawing/2014/main" id="{30F3DB57-6C5E-42DB-80C6-D0325AF99825}"/>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2">
            <a:extLst>
              <a:ext uri="{FF2B5EF4-FFF2-40B4-BE49-F238E27FC236}">
                <a16:creationId xmlns:a16="http://schemas.microsoft.com/office/drawing/2014/main" id="{6ADFF19D-F732-4773-BB2C-B67AB4012A1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3">
            <a:extLst>
              <a:ext uri="{FF2B5EF4-FFF2-40B4-BE49-F238E27FC236}">
                <a16:creationId xmlns:a16="http://schemas.microsoft.com/office/drawing/2014/main" id="{C31EE99A-7246-44CE-AE60-C2D4F4F6D80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4">
            <a:extLst>
              <a:ext uri="{FF2B5EF4-FFF2-40B4-BE49-F238E27FC236}">
                <a16:creationId xmlns:a16="http://schemas.microsoft.com/office/drawing/2014/main" id="{6AA44C95-3AC8-4D09-A267-398D6F52BA74}"/>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5">
            <a:extLst>
              <a:ext uri="{FF2B5EF4-FFF2-40B4-BE49-F238E27FC236}">
                <a16:creationId xmlns:a16="http://schemas.microsoft.com/office/drawing/2014/main" id="{83EBFC2E-BD10-4683-9980-3C416560BE0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6">
            <a:extLst>
              <a:ext uri="{FF2B5EF4-FFF2-40B4-BE49-F238E27FC236}">
                <a16:creationId xmlns:a16="http://schemas.microsoft.com/office/drawing/2014/main" id="{73A0CADC-FF69-4294-8F93-52462BB3895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7">
            <a:extLst>
              <a:ext uri="{FF2B5EF4-FFF2-40B4-BE49-F238E27FC236}">
                <a16:creationId xmlns:a16="http://schemas.microsoft.com/office/drawing/2014/main" id="{0416326F-9673-4DBD-8CBC-39B5A06ED96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8">
            <a:extLst>
              <a:ext uri="{FF2B5EF4-FFF2-40B4-BE49-F238E27FC236}">
                <a16:creationId xmlns:a16="http://schemas.microsoft.com/office/drawing/2014/main" id="{1625D86B-94B5-4DB2-B7DE-1B245A7099C0}"/>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19">
            <a:extLst>
              <a:ext uri="{FF2B5EF4-FFF2-40B4-BE49-F238E27FC236}">
                <a16:creationId xmlns:a16="http://schemas.microsoft.com/office/drawing/2014/main" id="{3910A4FB-D85F-45C1-9B6C-97CCE758C8A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
            <a:extLst>
              <a:ext uri="{FF2B5EF4-FFF2-40B4-BE49-F238E27FC236}">
                <a16:creationId xmlns:a16="http://schemas.microsoft.com/office/drawing/2014/main" id="{505CE48C-2D2A-445E-951A-91227D5D30D6}"/>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1">
            <a:extLst>
              <a:ext uri="{FF2B5EF4-FFF2-40B4-BE49-F238E27FC236}">
                <a16:creationId xmlns:a16="http://schemas.microsoft.com/office/drawing/2014/main" id="{1942A2A3-171D-4578-9623-5FD802B1E376}"/>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2">
            <a:extLst>
              <a:ext uri="{FF2B5EF4-FFF2-40B4-BE49-F238E27FC236}">
                <a16:creationId xmlns:a16="http://schemas.microsoft.com/office/drawing/2014/main" id="{3F53D596-964C-4142-BD4C-1D63574B74D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3">
            <a:extLst>
              <a:ext uri="{FF2B5EF4-FFF2-40B4-BE49-F238E27FC236}">
                <a16:creationId xmlns:a16="http://schemas.microsoft.com/office/drawing/2014/main" id="{0278F3A9-BDE3-4A0C-B919-98E507049515}"/>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4">
            <a:extLst>
              <a:ext uri="{FF2B5EF4-FFF2-40B4-BE49-F238E27FC236}">
                <a16:creationId xmlns:a16="http://schemas.microsoft.com/office/drawing/2014/main" id="{C14312C6-5A42-4BCF-841A-7010E2F9B7C7}"/>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5">
            <a:extLst>
              <a:ext uri="{FF2B5EF4-FFF2-40B4-BE49-F238E27FC236}">
                <a16:creationId xmlns:a16="http://schemas.microsoft.com/office/drawing/2014/main" id="{3BE6E39C-54D9-40C2-9C82-C2B7DA93ABAF}"/>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6">
            <a:extLst>
              <a:ext uri="{FF2B5EF4-FFF2-40B4-BE49-F238E27FC236}">
                <a16:creationId xmlns:a16="http://schemas.microsoft.com/office/drawing/2014/main" id="{DDBA5866-DCEC-4610-B7B7-C5763E9433B0}"/>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7">
            <a:extLst>
              <a:ext uri="{FF2B5EF4-FFF2-40B4-BE49-F238E27FC236}">
                <a16:creationId xmlns:a16="http://schemas.microsoft.com/office/drawing/2014/main" id="{5FE30280-29EB-4109-BBB8-AE7DC18B3FF1}"/>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8">
            <a:extLst>
              <a:ext uri="{FF2B5EF4-FFF2-40B4-BE49-F238E27FC236}">
                <a16:creationId xmlns:a16="http://schemas.microsoft.com/office/drawing/2014/main" id="{185C12A6-77A2-4ADB-B702-B8D5AD1D75B8}"/>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9">
            <a:extLst>
              <a:ext uri="{FF2B5EF4-FFF2-40B4-BE49-F238E27FC236}">
                <a16:creationId xmlns:a16="http://schemas.microsoft.com/office/drawing/2014/main" id="{478F7381-C67F-43C5-B433-2D42F7603CBC}"/>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30">
            <a:extLst>
              <a:ext uri="{FF2B5EF4-FFF2-40B4-BE49-F238E27FC236}">
                <a16:creationId xmlns:a16="http://schemas.microsoft.com/office/drawing/2014/main" id="{90B69858-8A20-4931-9521-71675A8CC02E}"/>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31">
            <a:extLst>
              <a:ext uri="{FF2B5EF4-FFF2-40B4-BE49-F238E27FC236}">
                <a16:creationId xmlns:a16="http://schemas.microsoft.com/office/drawing/2014/main" id="{7F9BE937-F935-4599-8950-35261F8C3DE2}"/>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32">
            <a:extLst>
              <a:ext uri="{FF2B5EF4-FFF2-40B4-BE49-F238E27FC236}">
                <a16:creationId xmlns:a16="http://schemas.microsoft.com/office/drawing/2014/main" id="{F466CAFE-9BB3-43E6-92A0-CE6D7B21D67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33">
            <a:extLst>
              <a:ext uri="{FF2B5EF4-FFF2-40B4-BE49-F238E27FC236}">
                <a16:creationId xmlns:a16="http://schemas.microsoft.com/office/drawing/2014/main" id="{BED2C51E-AAB7-426E-A75D-39B2784C05E5}"/>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34">
            <a:extLst>
              <a:ext uri="{FF2B5EF4-FFF2-40B4-BE49-F238E27FC236}">
                <a16:creationId xmlns:a16="http://schemas.microsoft.com/office/drawing/2014/main" id="{978C6E6E-7DF6-4F16-9813-CAAEF2558C65}"/>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35">
            <a:extLst>
              <a:ext uri="{FF2B5EF4-FFF2-40B4-BE49-F238E27FC236}">
                <a16:creationId xmlns:a16="http://schemas.microsoft.com/office/drawing/2014/main" id="{F131347D-0BFF-4CEC-9197-7966F336D1C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36">
            <a:extLst>
              <a:ext uri="{FF2B5EF4-FFF2-40B4-BE49-F238E27FC236}">
                <a16:creationId xmlns:a16="http://schemas.microsoft.com/office/drawing/2014/main" id="{EEB37814-4041-4F40-88D0-6FEC991F7067}"/>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37">
            <a:extLst>
              <a:ext uri="{FF2B5EF4-FFF2-40B4-BE49-F238E27FC236}">
                <a16:creationId xmlns:a16="http://schemas.microsoft.com/office/drawing/2014/main" id="{B54684D2-F593-4466-9C42-8C5C15B20A05}"/>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38">
            <a:extLst>
              <a:ext uri="{FF2B5EF4-FFF2-40B4-BE49-F238E27FC236}">
                <a16:creationId xmlns:a16="http://schemas.microsoft.com/office/drawing/2014/main" id="{A9476256-A97C-450D-91AF-0C7769A374AE}"/>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39">
            <a:extLst>
              <a:ext uri="{FF2B5EF4-FFF2-40B4-BE49-F238E27FC236}">
                <a16:creationId xmlns:a16="http://schemas.microsoft.com/office/drawing/2014/main" id="{0A1A5FD1-0A75-4BE7-8317-BE72A8A7A86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0">
            <a:extLst>
              <a:ext uri="{FF2B5EF4-FFF2-40B4-BE49-F238E27FC236}">
                <a16:creationId xmlns:a16="http://schemas.microsoft.com/office/drawing/2014/main" id="{7A6574A2-FEC3-4F9D-9B8B-320F02AEAD5C}"/>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1">
            <a:extLst>
              <a:ext uri="{FF2B5EF4-FFF2-40B4-BE49-F238E27FC236}">
                <a16:creationId xmlns:a16="http://schemas.microsoft.com/office/drawing/2014/main" id="{830DD438-6F5A-48F5-AAD9-D889C7C44615}"/>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2">
            <a:extLst>
              <a:ext uri="{FF2B5EF4-FFF2-40B4-BE49-F238E27FC236}">
                <a16:creationId xmlns:a16="http://schemas.microsoft.com/office/drawing/2014/main" id="{AC965A5E-1B38-4659-921C-B228E8BDC783}"/>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3">
            <a:extLst>
              <a:ext uri="{FF2B5EF4-FFF2-40B4-BE49-F238E27FC236}">
                <a16:creationId xmlns:a16="http://schemas.microsoft.com/office/drawing/2014/main" id="{DDED518A-DE71-472C-97A8-C9B2AE293D25}"/>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4">
            <a:extLst>
              <a:ext uri="{FF2B5EF4-FFF2-40B4-BE49-F238E27FC236}">
                <a16:creationId xmlns:a16="http://schemas.microsoft.com/office/drawing/2014/main" id="{D37CE93E-2B89-4477-A6FC-6DF685F8DB79}"/>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5">
            <a:extLst>
              <a:ext uri="{FF2B5EF4-FFF2-40B4-BE49-F238E27FC236}">
                <a16:creationId xmlns:a16="http://schemas.microsoft.com/office/drawing/2014/main" id="{F8BC961D-683B-4D7A-BA96-265AEC4D9F45}"/>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6">
            <a:extLst>
              <a:ext uri="{FF2B5EF4-FFF2-40B4-BE49-F238E27FC236}">
                <a16:creationId xmlns:a16="http://schemas.microsoft.com/office/drawing/2014/main" id="{D081B734-9BC1-4ED8-894A-46ED009E932D}"/>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
            <a:extLst>
              <a:ext uri="{FF2B5EF4-FFF2-40B4-BE49-F238E27FC236}">
                <a16:creationId xmlns:a16="http://schemas.microsoft.com/office/drawing/2014/main" id="{BC3E42C8-8B65-4A15-85E3-8D58730024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8">
            <a:extLst>
              <a:ext uri="{FF2B5EF4-FFF2-40B4-BE49-F238E27FC236}">
                <a16:creationId xmlns:a16="http://schemas.microsoft.com/office/drawing/2014/main" id="{B782D1CE-0708-4B10-AC22-589BBC21E4F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9">
            <a:extLst>
              <a:ext uri="{FF2B5EF4-FFF2-40B4-BE49-F238E27FC236}">
                <a16:creationId xmlns:a16="http://schemas.microsoft.com/office/drawing/2014/main" id="{866FECFF-7155-4192-908C-79ADE526AB22}"/>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50">
            <a:extLst>
              <a:ext uri="{FF2B5EF4-FFF2-40B4-BE49-F238E27FC236}">
                <a16:creationId xmlns:a16="http://schemas.microsoft.com/office/drawing/2014/main" id="{84AA0A20-D887-4816-933D-C40E93FB50E8}"/>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51">
            <a:extLst>
              <a:ext uri="{FF2B5EF4-FFF2-40B4-BE49-F238E27FC236}">
                <a16:creationId xmlns:a16="http://schemas.microsoft.com/office/drawing/2014/main" id="{027EFAC0-C803-4CDB-8E3E-9E874EBD9C68}"/>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52">
            <a:extLst>
              <a:ext uri="{FF2B5EF4-FFF2-40B4-BE49-F238E27FC236}">
                <a16:creationId xmlns:a16="http://schemas.microsoft.com/office/drawing/2014/main" id="{926C70B7-AF3F-4205-B324-32D43F5DBCB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53">
            <a:extLst>
              <a:ext uri="{FF2B5EF4-FFF2-40B4-BE49-F238E27FC236}">
                <a16:creationId xmlns:a16="http://schemas.microsoft.com/office/drawing/2014/main" id="{CD8CCED0-9F40-4639-B500-6F3061827A40}"/>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54">
            <a:extLst>
              <a:ext uri="{FF2B5EF4-FFF2-40B4-BE49-F238E27FC236}">
                <a16:creationId xmlns:a16="http://schemas.microsoft.com/office/drawing/2014/main" id="{5E348E02-9353-48E6-95DD-50B63820AEDA}"/>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55">
            <a:extLst>
              <a:ext uri="{FF2B5EF4-FFF2-40B4-BE49-F238E27FC236}">
                <a16:creationId xmlns:a16="http://schemas.microsoft.com/office/drawing/2014/main" id="{DD4BE283-425E-4846-B8D7-122F90C6A230}"/>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56">
            <a:extLst>
              <a:ext uri="{FF2B5EF4-FFF2-40B4-BE49-F238E27FC236}">
                <a16:creationId xmlns:a16="http://schemas.microsoft.com/office/drawing/2014/main" id="{884048EF-9FDB-476F-BF9D-5521FC34358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57">
            <a:extLst>
              <a:ext uri="{FF2B5EF4-FFF2-40B4-BE49-F238E27FC236}">
                <a16:creationId xmlns:a16="http://schemas.microsoft.com/office/drawing/2014/main" id="{C45A1F26-A36D-442E-AEFF-D6C1FC1A99A5}"/>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58">
            <a:extLst>
              <a:ext uri="{FF2B5EF4-FFF2-40B4-BE49-F238E27FC236}">
                <a16:creationId xmlns:a16="http://schemas.microsoft.com/office/drawing/2014/main" id="{BD645119-A759-46DB-9CD8-9F0097E8DA7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59">
            <a:extLst>
              <a:ext uri="{FF2B5EF4-FFF2-40B4-BE49-F238E27FC236}">
                <a16:creationId xmlns:a16="http://schemas.microsoft.com/office/drawing/2014/main" id="{45481AD9-BB02-41FF-B959-62F4FBD1F960}"/>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60">
            <a:extLst>
              <a:ext uri="{FF2B5EF4-FFF2-40B4-BE49-F238E27FC236}">
                <a16:creationId xmlns:a16="http://schemas.microsoft.com/office/drawing/2014/main" id="{7ED88498-987C-4ABA-9962-A21FFFB240B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61">
            <a:extLst>
              <a:ext uri="{FF2B5EF4-FFF2-40B4-BE49-F238E27FC236}">
                <a16:creationId xmlns:a16="http://schemas.microsoft.com/office/drawing/2014/main" id="{4578D7A6-C760-4031-A207-207577B379E8}"/>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62">
            <a:extLst>
              <a:ext uri="{FF2B5EF4-FFF2-40B4-BE49-F238E27FC236}">
                <a16:creationId xmlns:a16="http://schemas.microsoft.com/office/drawing/2014/main" id="{0F41A8FA-46E7-468E-88A4-8C9F2CCEB7C2}"/>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63">
            <a:extLst>
              <a:ext uri="{FF2B5EF4-FFF2-40B4-BE49-F238E27FC236}">
                <a16:creationId xmlns:a16="http://schemas.microsoft.com/office/drawing/2014/main" id="{4F3FB3D5-427B-46EE-B3E5-54459D80E45A}"/>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64">
            <a:extLst>
              <a:ext uri="{FF2B5EF4-FFF2-40B4-BE49-F238E27FC236}">
                <a16:creationId xmlns:a16="http://schemas.microsoft.com/office/drawing/2014/main" id="{A78F3CBB-D121-4A19-9E4E-7448CC3E69B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65">
            <a:extLst>
              <a:ext uri="{FF2B5EF4-FFF2-40B4-BE49-F238E27FC236}">
                <a16:creationId xmlns:a16="http://schemas.microsoft.com/office/drawing/2014/main" id="{E6C49361-4506-4F0E-97E8-49D8EC0A06BD}"/>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66">
            <a:extLst>
              <a:ext uri="{FF2B5EF4-FFF2-40B4-BE49-F238E27FC236}">
                <a16:creationId xmlns:a16="http://schemas.microsoft.com/office/drawing/2014/main" id="{A3844753-C0B7-47D3-9F68-BF7A0D517E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67">
            <a:extLst>
              <a:ext uri="{FF2B5EF4-FFF2-40B4-BE49-F238E27FC236}">
                <a16:creationId xmlns:a16="http://schemas.microsoft.com/office/drawing/2014/main" id="{7F50FC48-7B26-4848-9EEA-28C1F30A898A}"/>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68">
            <a:extLst>
              <a:ext uri="{FF2B5EF4-FFF2-40B4-BE49-F238E27FC236}">
                <a16:creationId xmlns:a16="http://schemas.microsoft.com/office/drawing/2014/main" id="{4E1572E2-7B68-4EF5-A1EA-C93DD18558F7}"/>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69">
            <a:extLst>
              <a:ext uri="{FF2B5EF4-FFF2-40B4-BE49-F238E27FC236}">
                <a16:creationId xmlns:a16="http://schemas.microsoft.com/office/drawing/2014/main" id="{3626EF80-83AC-4662-9197-0B9A9012E11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70">
            <a:extLst>
              <a:ext uri="{FF2B5EF4-FFF2-40B4-BE49-F238E27FC236}">
                <a16:creationId xmlns:a16="http://schemas.microsoft.com/office/drawing/2014/main" id="{42DD0ADB-B467-48D0-BFBC-6FBAB36542B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71">
            <a:extLst>
              <a:ext uri="{FF2B5EF4-FFF2-40B4-BE49-F238E27FC236}">
                <a16:creationId xmlns:a16="http://schemas.microsoft.com/office/drawing/2014/main" id="{2995F983-4D61-4A8F-984A-263EB90477F3}"/>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72">
            <a:extLst>
              <a:ext uri="{FF2B5EF4-FFF2-40B4-BE49-F238E27FC236}">
                <a16:creationId xmlns:a16="http://schemas.microsoft.com/office/drawing/2014/main" id="{E63F7095-CE9B-4B1A-9B48-ED612F4F9E54}"/>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73">
            <a:extLst>
              <a:ext uri="{FF2B5EF4-FFF2-40B4-BE49-F238E27FC236}">
                <a16:creationId xmlns:a16="http://schemas.microsoft.com/office/drawing/2014/main" id="{2F1E117F-E4E4-4914-AFE3-C7F04CE256A6}"/>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74">
            <a:extLst>
              <a:ext uri="{FF2B5EF4-FFF2-40B4-BE49-F238E27FC236}">
                <a16:creationId xmlns:a16="http://schemas.microsoft.com/office/drawing/2014/main" id="{2268A5CF-3A6E-467A-9A78-1E8FE982B04B}"/>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75">
            <a:extLst>
              <a:ext uri="{FF2B5EF4-FFF2-40B4-BE49-F238E27FC236}">
                <a16:creationId xmlns:a16="http://schemas.microsoft.com/office/drawing/2014/main" id="{B83E4383-A2B3-4B42-8F06-8C99FEED37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76">
            <a:extLst>
              <a:ext uri="{FF2B5EF4-FFF2-40B4-BE49-F238E27FC236}">
                <a16:creationId xmlns:a16="http://schemas.microsoft.com/office/drawing/2014/main" id="{D52FB7FC-01BA-49BC-9B59-C6963ADB698C}"/>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77">
            <a:extLst>
              <a:ext uri="{FF2B5EF4-FFF2-40B4-BE49-F238E27FC236}">
                <a16:creationId xmlns:a16="http://schemas.microsoft.com/office/drawing/2014/main" id="{5CA2EF4F-6905-4CDD-B81D-76CA671FF220}"/>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78">
            <a:extLst>
              <a:ext uri="{FF2B5EF4-FFF2-40B4-BE49-F238E27FC236}">
                <a16:creationId xmlns:a16="http://schemas.microsoft.com/office/drawing/2014/main" id="{1B2DF797-53CD-4AC1-B807-D1A31AE9DDDD}"/>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79">
            <a:extLst>
              <a:ext uri="{FF2B5EF4-FFF2-40B4-BE49-F238E27FC236}">
                <a16:creationId xmlns:a16="http://schemas.microsoft.com/office/drawing/2014/main" id="{419462DE-1F8F-4FD5-A6E6-116EE26AEBFF}"/>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80">
            <a:extLst>
              <a:ext uri="{FF2B5EF4-FFF2-40B4-BE49-F238E27FC236}">
                <a16:creationId xmlns:a16="http://schemas.microsoft.com/office/drawing/2014/main" id="{FBDBA569-891F-4406-AE86-30CCF75183B9}"/>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81">
            <a:extLst>
              <a:ext uri="{FF2B5EF4-FFF2-40B4-BE49-F238E27FC236}">
                <a16:creationId xmlns:a16="http://schemas.microsoft.com/office/drawing/2014/main" id="{852820B2-8DA4-494D-9664-1CB27D203C93}"/>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82">
            <a:extLst>
              <a:ext uri="{FF2B5EF4-FFF2-40B4-BE49-F238E27FC236}">
                <a16:creationId xmlns:a16="http://schemas.microsoft.com/office/drawing/2014/main" id="{BEC828C3-777D-4472-BFAC-C9D98E07C99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83">
            <a:extLst>
              <a:ext uri="{FF2B5EF4-FFF2-40B4-BE49-F238E27FC236}">
                <a16:creationId xmlns:a16="http://schemas.microsoft.com/office/drawing/2014/main" id="{6A322C0D-65D1-4C03-92A8-70114DC7E19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84">
            <a:extLst>
              <a:ext uri="{FF2B5EF4-FFF2-40B4-BE49-F238E27FC236}">
                <a16:creationId xmlns:a16="http://schemas.microsoft.com/office/drawing/2014/main" id="{155268D1-38EC-4320-84CE-3D7FAD3F4A25}"/>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85">
            <a:extLst>
              <a:ext uri="{FF2B5EF4-FFF2-40B4-BE49-F238E27FC236}">
                <a16:creationId xmlns:a16="http://schemas.microsoft.com/office/drawing/2014/main" id="{98511579-6ABB-45D0-A1DC-EF2E605F53C1}"/>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86">
            <a:extLst>
              <a:ext uri="{FF2B5EF4-FFF2-40B4-BE49-F238E27FC236}">
                <a16:creationId xmlns:a16="http://schemas.microsoft.com/office/drawing/2014/main" id="{19EC7A4A-15A6-4A30-9FF7-7FF874776955}"/>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87">
            <a:extLst>
              <a:ext uri="{FF2B5EF4-FFF2-40B4-BE49-F238E27FC236}">
                <a16:creationId xmlns:a16="http://schemas.microsoft.com/office/drawing/2014/main" id="{532E434C-2074-4BDD-BD1E-D72412EC21F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88">
            <a:extLst>
              <a:ext uri="{FF2B5EF4-FFF2-40B4-BE49-F238E27FC236}">
                <a16:creationId xmlns:a16="http://schemas.microsoft.com/office/drawing/2014/main" id="{A2273DE6-B3D8-443D-8AED-D83A052BD073}"/>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89">
            <a:extLst>
              <a:ext uri="{FF2B5EF4-FFF2-40B4-BE49-F238E27FC236}">
                <a16:creationId xmlns:a16="http://schemas.microsoft.com/office/drawing/2014/main" id="{2848526E-B255-4D8C-9412-8B0EFF17A49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90">
            <a:extLst>
              <a:ext uri="{FF2B5EF4-FFF2-40B4-BE49-F238E27FC236}">
                <a16:creationId xmlns:a16="http://schemas.microsoft.com/office/drawing/2014/main" id="{12ED3EFB-316D-48AE-B93E-5D5B160D5F17}"/>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91">
            <a:extLst>
              <a:ext uri="{FF2B5EF4-FFF2-40B4-BE49-F238E27FC236}">
                <a16:creationId xmlns:a16="http://schemas.microsoft.com/office/drawing/2014/main" id="{5A137C5A-B51F-47E0-B648-85D7BE93F98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92">
            <a:extLst>
              <a:ext uri="{FF2B5EF4-FFF2-40B4-BE49-F238E27FC236}">
                <a16:creationId xmlns:a16="http://schemas.microsoft.com/office/drawing/2014/main" id="{3845AFC2-0D1C-45DE-842E-77041F011AE4}"/>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93">
            <a:extLst>
              <a:ext uri="{FF2B5EF4-FFF2-40B4-BE49-F238E27FC236}">
                <a16:creationId xmlns:a16="http://schemas.microsoft.com/office/drawing/2014/main" id="{D9247673-73F6-4363-8E25-85A44B0153E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94">
            <a:extLst>
              <a:ext uri="{FF2B5EF4-FFF2-40B4-BE49-F238E27FC236}">
                <a16:creationId xmlns:a16="http://schemas.microsoft.com/office/drawing/2014/main" id="{44377144-FF00-4A17-80C9-1B29A64D9DB9}"/>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95">
            <a:extLst>
              <a:ext uri="{FF2B5EF4-FFF2-40B4-BE49-F238E27FC236}">
                <a16:creationId xmlns:a16="http://schemas.microsoft.com/office/drawing/2014/main" id="{15874EB6-31F7-445B-A360-4408DBCA121C}"/>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96">
            <a:extLst>
              <a:ext uri="{FF2B5EF4-FFF2-40B4-BE49-F238E27FC236}">
                <a16:creationId xmlns:a16="http://schemas.microsoft.com/office/drawing/2014/main" id="{256444ED-01FD-455E-8E0F-FD149814934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호출: (행 0, 열 0, 크기 8)</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 위는 전부 1입니다.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추가 검은 칸: 행 5, 열 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전체는 0과 1이 섞였습니다.</a:t>
            </a:r>
          </a:p>
        </p:txBody>
      </p:sp>
      <p:sp>
        <p:nvSpPr>
          <p:cNvPr id="153" name="banner-197">
            <a:extLst>
              <a:ext uri="{FF2B5EF4-FFF2-40B4-BE49-F238E27FC236}">
                <a16:creationId xmlns:a16="http://schemas.microsoft.com/office/drawing/2014/main" id="{CB8D293D-4366-4546-99E0-F1EFEE36D378}"/>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98">
            <a:extLst>
              <a:ext uri="{FF2B5EF4-FFF2-40B4-BE49-F238E27FC236}">
                <a16:creationId xmlns:a16="http://schemas.microsoft.com/office/drawing/2014/main" id="{18C615A1-9218-4965-8CFB-512039F3F33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전체는 혼합 → 네 부분으로 분할</a:t>
            </a:r>
          </a:p>
        </p:txBody>
      </p:sp>
      <p:sp>
        <p:nvSpPr>
          <p:cNvPr id="155" name="caption">
            <a:extLst>
              <a:ext uri="{FF2B5EF4-FFF2-40B4-BE49-F238E27FC236}">
                <a16:creationId xmlns:a16="http://schemas.microsoft.com/office/drawing/2014/main" id="{58CB3AAE-BB1B-4A48-B6BF-BEBB0BFB286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73574136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ection">
            <a:extLst>
              <a:ext uri="{FF2B5EF4-FFF2-40B4-BE49-F238E27FC236}">
                <a16:creationId xmlns:a16="http://schemas.microsoft.com/office/drawing/2014/main" id="{513B822C-B27E-4B85-B3F7-8AE1B0A4339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697DB17-9AC2-4448-8A81-89A21A1D0D9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D92B77-1654-4C07-8529-430BE28F32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첫 분할: 네 호출의 좌표를 정합니다</a:t>
            </a:r>
          </a:p>
        </p:txBody>
      </p:sp>
      <p:sp>
        <p:nvSpPr>
          <p:cNvPr id="4" name="line-199">
            <a:extLst>
              <a:ext uri="{FF2B5EF4-FFF2-40B4-BE49-F238E27FC236}">
                <a16:creationId xmlns:a16="http://schemas.microsoft.com/office/drawing/2014/main" id="{D99F813C-9060-45E6-9A15-32A8351DBB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CBDE91D-3452-4B73-9FA0-B9484C04D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6BB6DFD-BB93-4208-9442-B14572728F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186</a:t>
            </a:r>
            <a:endParaRPr sz="1050" b="0">
              <a:solidFill>
                <a:srgbClr val="151515"/>
              </a:solidFill>
              <a:latin typeface="Consolas"/>
              <a:ea typeface="Consolas"/>
              <a:cs typeface="Consolas"/>
            </a:endParaRPr>
          </a:p>
        </p:txBody>
      </p:sp>
      <p:sp>
        <p:nvSpPr>
          <p:cNvPr id="7" name="pixel-200">
            <a:extLst>
              <a:ext uri="{FF2B5EF4-FFF2-40B4-BE49-F238E27FC236}">
                <a16:creationId xmlns:a16="http://schemas.microsoft.com/office/drawing/2014/main" id="{134C03D3-86FB-4A49-93A3-8E8D5310722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201">
            <a:extLst>
              <a:ext uri="{FF2B5EF4-FFF2-40B4-BE49-F238E27FC236}">
                <a16:creationId xmlns:a16="http://schemas.microsoft.com/office/drawing/2014/main" id="{9C7E2443-7A05-4C74-94C5-ABC39FD83FE3}"/>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202">
            <a:extLst>
              <a:ext uri="{FF2B5EF4-FFF2-40B4-BE49-F238E27FC236}">
                <a16:creationId xmlns:a16="http://schemas.microsoft.com/office/drawing/2014/main" id="{2FF23D59-4DC7-41CD-83CC-84B3127E7B4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203">
            <a:extLst>
              <a:ext uri="{FF2B5EF4-FFF2-40B4-BE49-F238E27FC236}">
                <a16:creationId xmlns:a16="http://schemas.microsoft.com/office/drawing/2014/main" id="{486C7CB0-2175-4113-9D1E-5304D6582FD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204">
            <a:extLst>
              <a:ext uri="{FF2B5EF4-FFF2-40B4-BE49-F238E27FC236}">
                <a16:creationId xmlns:a16="http://schemas.microsoft.com/office/drawing/2014/main" id="{CFDC847F-5596-4A0A-843D-3EBCB980439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205">
            <a:extLst>
              <a:ext uri="{FF2B5EF4-FFF2-40B4-BE49-F238E27FC236}">
                <a16:creationId xmlns:a16="http://schemas.microsoft.com/office/drawing/2014/main" id="{5EC46620-0823-4133-9109-FD91AA346AF8}"/>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206">
            <a:extLst>
              <a:ext uri="{FF2B5EF4-FFF2-40B4-BE49-F238E27FC236}">
                <a16:creationId xmlns:a16="http://schemas.microsoft.com/office/drawing/2014/main" id="{11ADB0ED-DBEB-46B2-85CF-7B4B4AC77DF4}"/>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207">
            <a:extLst>
              <a:ext uri="{FF2B5EF4-FFF2-40B4-BE49-F238E27FC236}">
                <a16:creationId xmlns:a16="http://schemas.microsoft.com/office/drawing/2014/main" id="{6BDF38D5-03BF-402D-8EC2-BD41CB064A93}"/>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208">
            <a:extLst>
              <a:ext uri="{FF2B5EF4-FFF2-40B4-BE49-F238E27FC236}">
                <a16:creationId xmlns:a16="http://schemas.microsoft.com/office/drawing/2014/main" id="{A753917C-3C8F-46AE-8FFB-7C5D4588FA26}"/>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209">
            <a:extLst>
              <a:ext uri="{FF2B5EF4-FFF2-40B4-BE49-F238E27FC236}">
                <a16:creationId xmlns:a16="http://schemas.microsoft.com/office/drawing/2014/main" id="{44D281F8-0A78-4F93-9459-C658773BA689}"/>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210">
            <a:extLst>
              <a:ext uri="{FF2B5EF4-FFF2-40B4-BE49-F238E27FC236}">
                <a16:creationId xmlns:a16="http://schemas.microsoft.com/office/drawing/2014/main" id="{7FC925D1-0887-4278-8EFF-819BA24C86B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211">
            <a:extLst>
              <a:ext uri="{FF2B5EF4-FFF2-40B4-BE49-F238E27FC236}">
                <a16:creationId xmlns:a16="http://schemas.microsoft.com/office/drawing/2014/main" id="{A3F03B32-61A7-4189-A069-369A1F82C36A}"/>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212">
            <a:extLst>
              <a:ext uri="{FF2B5EF4-FFF2-40B4-BE49-F238E27FC236}">
                <a16:creationId xmlns:a16="http://schemas.microsoft.com/office/drawing/2014/main" id="{73E6ECFB-ACA0-4BD8-8C90-F9A2740C725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213">
            <a:extLst>
              <a:ext uri="{FF2B5EF4-FFF2-40B4-BE49-F238E27FC236}">
                <a16:creationId xmlns:a16="http://schemas.microsoft.com/office/drawing/2014/main" id="{87D96D1B-5C53-4A14-9500-4B15A276FF2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214">
            <a:extLst>
              <a:ext uri="{FF2B5EF4-FFF2-40B4-BE49-F238E27FC236}">
                <a16:creationId xmlns:a16="http://schemas.microsoft.com/office/drawing/2014/main" id="{E5B31A84-A509-4015-AAEE-B53493346B61}"/>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215">
            <a:extLst>
              <a:ext uri="{FF2B5EF4-FFF2-40B4-BE49-F238E27FC236}">
                <a16:creationId xmlns:a16="http://schemas.microsoft.com/office/drawing/2014/main" id="{6FD21C72-7DBD-441B-B3F5-93D0D7936D0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216">
            <a:extLst>
              <a:ext uri="{FF2B5EF4-FFF2-40B4-BE49-F238E27FC236}">
                <a16:creationId xmlns:a16="http://schemas.microsoft.com/office/drawing/2014/main" id="{6BE151EB-DF1D-4E22-9883-90ACDD51D2E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217">
            <a:extLst>
              <a:ext uri="{FF2B5EF4-FFF2-40B4-BE49-F238E27FC236}">
                <a16:creationId xmlns:a16="http://schemas.microsoft.com/office/drawing/2014/main" id="{61625566-DF73-4150-ADD3-32B13EAFC013}"/>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218">
            <a:extLst>
              <a:ext uri="{FF2B5EF4-FFF2-40B4-BE49-F238E27FC236}">
                <a16:creationId xmlns:a16="http://schemas.microsoft.com/office/drawing/2014/main" id="{E4A6FC8F-83B2-466F-B972-74BA7317477A}"/>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219">
            <a:extLst>
              <a:ext uri="{FF2B5EF4-FFF2-40B4-BE49-F238E27FC236}">
                <a16:creationId xmlns:a16="http://schemas.microsoft.com/office/drawing/2014/main" id="{9668169A-99F6-4BFF-966D-D971B24DC2EB}"/>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220">
            <a:extLst>
              <a:ext uri="{FF2B5EF4-FFF2-40B4-BE49-F238E27FC236}">
                <a16:creationId xmlns:a16="http://schemas.microsoft.com/office/drawing/2014/main" id="{75E9B6ED-1E34-433C-AC47-2A141CAB56E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221">
            <a:extLst>
              <a:ext uri="{FF2B5EF4-FFF2-40B4-BE49-F238E27FC236}">
                <a16:creationId xmlns:a16="http://schemas.microsoft.com/office/drawing/2014/main" id="{C9D0A852-5BFF-4146-895A-B0A3498B4035}"/>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222">
            <a:extLst>
              <a:ext uri="{FF2B5EF4-FFF2-40B4-BE49-F238E27FC236}">
                <a16:creationId xmlns:a16="http://schemas.microsoft.com/office/drawing/2014/main" id="{274A190A-E4CC-4597-85D0-1A6ADD0C6D9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223">
            <a:extLst>
              <a:ext uri="{FF2B5EF4-FFF2-40B4-BE49-F238E27FC236}">
                <a16:creationId xmlns:a16="http://schemas.microsoft.com/office/drawing/2014/main" id="{36BA5F33-232F-4A39-8274-FC39A607AD3B}"/>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224">
            <a:extLst>
              <a:ext uri="{FF2B5EF4-FFF2-40B4-BE49-F238E27FC236}">
                <a16:creationId xmlns:a16="http://schemas.microsoft.com/office/drawing/2014/main" id="{FADF0CC8-FE04-4DEF-AC37-EFC6DEAC71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225">
            <a:extLst>
              <a:ext uri="{FF2B5EF4-FFF2-40B4-BE49-F238E27FC236}">
                <a16:creationId xmlns:a16="http://schemas.microsoft.com/office/drawing/2014/main" id="{32AB41B9-F477-47AF-A4BB-5AACC649334F}"/>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226">
            <a:extLst>
              <a:ext uri="{FF2B5EF4-FFF2-40B4-BE49-F238E27FC236}">
                <a16:creationId xmlns:a16="http://schemas.microsoft.com/office/drawing/2014/main" id="{66206ACA-850B-46C7-A335-DA111FFD43D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227">
            <a:extLst>
              <a:ext uri="{FF2B5EF4-FFF2-40B4-BE49-F238E27FC236}">
                <a16:creationId xmlns:a16="http://schemas.microsoft.com/office/drawing/2014/main" id="{574B75E3-47A1-4C21-8C5D-41B36F736246}"/>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228">
            <a:extLst>
              <a:ext uri="{FF2B5EF4-FFF2-40B4-BE49-F238E27FC236}">
                <a16:creationId xmlns:a16="http://schemas.microsoft.com/office/drawing/2014/main" id="{59C35B6C-8363-4C91-A7AF-61B1B2A697B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229">
            <a:extLst>
              <a:ext uri="{FF2B5EF4-FFF2-40B4-BE49-F238E27FC236}">
                <a16:creationId xmlns:a16="http://schemas.microsoft.com/office/drawing/2014/main" id="{FADAF0C8-8E90-4874-A4C5-897BB5AFC617}"/>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230">
            <a:extLst>
              <a:ext uri="{FF2B5EF4-FFF2-40B4-BE49-F238E27FC236}">
                <a16:creationId xmlns:a16="http://schemas.microsoft.com/office/drawing/2014/main" id="{70779862-C60F-4A65-9D2B-D0BAEE6264CC}"/>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231">
            <a:extLst>
              <a:ext uri="{FF2B5EF4-FFF2-40B4-BE49-F238E27FC236}">
                <a16:creationId xmlns:a16="http://schemas.microsoft.com/office/drawing/2014/main" id="{A2F50B4F-D31D-4C9B-868C-253190A8C15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232">
            <a:extLst>
              <a:ext uri="{FF2B5EF4-FFF2-40B4-BE49-F238E27FC236}">
                <a16:creationId xmlns:a16="http://schemas.microsoft.com/office/drawing/2014/main" id="{D0EF932C-A8B8-4AC6-91D0-A6A92C75EADC}"/>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233">
            <a:extLst>
              <a:ext uri="{FF2B5EF4-FFF2-40B4-BE49-F238E27FC236}">
                <a16:creationId xmlns:a16="http://schemas.microsoft.com/office/drawing/2014/main" id="{F8B2E69E-D24C-4A1E-B97B-9D03E3A45B8E}"/>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234">
            <a:extLst>
              <a:ext uri="{FF2B5EF4-FFF2-40B4-BE49-F238E27FC236}">
                <a16:creationId xmlns:a16="http://schemas.microsoft.com/office/drawing/2014/main" id="{F9826B35-B9C5-432D-917A-B70F94295DA3}"/>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235">
            <a:extLst>
              <a:ext uri="{FF2B5EF4-FFF2-40B4-BE49-F238E27FC236}">
                <a16:creationId xmlns:a16="http://schemas.microsoft.com/office/drawing/2014/main" id="{40E855F1-31A3-41D1-A989-1D1994D4335D}"/>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236">
            <a:extLst>
              <a:ext uri="{FF2B5EF4-FFF2-40B4-BE49-F238E27FC236}">
                <a16:creationId xmlns:a16="http://schemas.microsoft.com/office/drawing/2014/main" id="{6079EA9C-13CF-4398-84DC-9DB6BFEAF8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237">
            <a:extLst>
              <a:ext uri="{FF2B5EF4-FFF2-40B4-BE49-F238E27FC236}">
                <a16:creationId xmlns:a16="http://schemas.microsoft.com/office/drawing/2014/main" id="{F1E533A3-9BFE-42FE-B307-9F2CD4DB8C51}"/>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238">
            <a:extLst>
              <a:ext uri="{FF2B5EF4-FFF2-40B4-BE49-F238E27FC236}">
                <a16:creationId xmlns:a16="http://schemas.microsoft.com/office/drawing/2014/main" id="{6791C1A8-BAC8-4105-8DCD-15239EEA3F2A}"/>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239">
            <a:extLst>
              <a:ext uri="{FF2B5EF4-FFF2-40B4-BE49-F238E27FC236}">
                <a16:creationId xmlns:a16="http://schemas.microsoft.com/office/drawing/2014/main" id="{8E15B21F-4AE9-47E6-B139-E86175951297}"/>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240">
            <a:extLst>
              <a:ext uri="{FF2B5EF4-FFF2-40B4-BE49-F238E27FC236}">
                <a16:creationId xmlns:a16="http://schemas.microsoft.com/office/drawing/2014/main" id="{5F298D2A-8848-423E-AB95-DE9F7A99152A}"/>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241">
            <a:extLst>
              <a:ext uri="{FF2B5EF4-FFF2-40B4-BE49-F238E27FC236}">
                <a16:creationId xmlns:a16="http://schemas.microsoft.com/office/drawing/2014/main" id="{3B68B441-1942-4E54-B417-80A033DE5D83}"/>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242">
            <a:extLst>
              <a:ext uri="{FF2B5EF4-FFF2-40B4-BE49-F238E27FC236}">
                <a16:creationId xmlns:a16="http://schemas.microsoft.com/office/drawing/2014/main" id="{B6FA0539-B129-4624-BBAF-C59B62213D34}"/>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243">
            <a:extLst>
              <a:ext uri="{FF2B5EF4-FFF2-40B4-BE49-F238E27FC236}">
                <a16:creationId xmlns:a16="http://schemas.microsoft.com/office/drawing/2014/main" id="{03233514-04DA-46E7-B19F-5EF58600A7B8}"/>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244">
            <a:extLst>
              <a:ext uri="{FF2B5EF4-FFF2-40B4-BE49-F238E27FC236}">
                <a16:creationId xmlns:a16="http://schemas.microsoft.com/office/drawing/2014/main" id="{3EC6440B-66DC-49A9-9E36-A748488D72DA}"/>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245">
            <a:extLst>
              <a:ext uri="{FF2B5EF4-FFF2-40B4-BE49-F238E27FC236}">
                <a16:creationId xmlns:a16="http://schemas.microsoft.com/office/drawing/2014/main" id="{50BE6309-20C9-4485-83E2-673AFFE1A17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246">
            <a:extLst>
              <a:ext uri="{FF2B5EF4-FFF2-40B4-BE49-F238E27FC236}">
                <a16:creationId xmlns:a16="http://schemas.microsoft.com/office/drawing/2014/main" id="{356C1BED-9193-4517-BCEF-AA9C19E96141}"/>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247">
            <a:extLst>
              <a:ext uri="{FF2B5EF4-FFF2-40B4-BE49-F238E27FC236}">
                <a16:creationId xmlns:a16="http://schemas.microsoft.com/office/drawing/2014/main" id="{2C24FF81-1F36-4E03-9F00-07515F30B38F}"/>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248">
            <a:extLst>
              <a:ext uri="{FF2B5EF4-FFF2-40B4-BE49-F238E27FC236}">
                <a16:creationId xmlns:a16="http://schemas.microsoft.com/office/drawing/2014/main" id="{3C8B6BAC-7EBD-445D-A98B-6353A010E439}"/>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249">
            <a:extLst>
              <a:ext uri="{FF2B5EF4-FFF2-40B4-BE49-F238E27FC236}">
                <a16:creationId xmlns:a16="http://schemas.microsoft.com/office/drawing/2014/main" id="{9C42DCAE-F520-4600-A976-9E3684E0CFDE}"/>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250">
            <a:extLst>
              <a:ext uri="{FF2B5EF4-FFF2-40B4-BE49-F238E27FC236}">
                <a16:creationId xmlns:a16="http://schemas.microsoft.com/office/drawing/2014/main" id="{D50B2E4F-5A9B-4722-9EB4-11C5BD505C2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251">
            <a:extLst>
              <a:ext uri="{FF2B5EF4-FFF2-40B4-BE49-F238E27FC236}">
                <a16:creationId xmlns:a16="http://schemas.microsoft.com/office/drawing/2014/main" id="{509AB671-B791-4081-A988-BD55BE64B52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252">
            <a:extLst>
              <a:ext uri="{FF2B5EF4-FFF2-40B4-BE49-F238E27FC236}">
                <a16:creationId xmlns:a16="http://schemas.microsoft.com/office/drawing/2014/main" id="{0A394E0C-B246-4C19-8DB5-AC25444D35A2}"/>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253">
            <a:extLst>
              <a:ext uri="{FF2B5EF4-FFF2-40B4-BE49-F238E27FC236}">
                <a16:creationId xmlns:a16="http://schemas.microsoft.com/office/drawing/2014/main" id="{E80D909A-473E-4B3C-933B-257645AFC893}"/>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254">
            <a:extLst>
              <a:ext uri="{FF2B5EF4-FFF2-40B4-BE49-F238E27FC236}">
                <a16:creationId xmlns:a16="http://schemas.microsoft.com/office/drawing/2014/main" id="{7313DFB1-2B4D-4A6B-A0B0-9E05DBB2D3A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255">
            <a:extLst>
              <a:ext uri="{FF2B5EF4-FFF2-40B4-BE49-F238E27FC236}">
                <a16:creationId xmlns:a16="http://schemas.microsoft.com/office/drawing/2014/main" id="{00A7B6CD-362E-494F-A3BA-D7FE474AACB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256">
            <a:extLst>
              <a:ext uri="{FF2B5EF4-FFF2-40B4-BE49-F238E27FC236}">
                <a16:creationId xmlns:a16="http://schemas.microsoft.com/office/drawing/2014/main" id="{BBB909F5-1CE2-48F9-B6D8-097600DB83C9}"/>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257">
            <a:extLst>
              <a:ext uri="{FF2B5EF4-FFF2-40B4-BE49-F238E27FC236}">
                <a16:creationId xmlns:a16="http://schemas.microsoft.com/office/drawing/2014/main" id="{2680F9E1-98F5-4CF2-B9FB-B525A7D7D34E}"/>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258">
            <a:extLst>
              <a:ext uri="{FF2B5EF4-FFF2-40B4-BE49-F238E27FC236}">
                <a16:creationId xmlns:a16="http://schemas.microsoft.com/office/drawing/2014/main" id="{B26B80C6-F917-4722-B26D-4BE5A98D1463}"/>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259">
            <a:extLst>
              <a:ext uri="{FF2B5EF4-FFF2-40B4-BE49-F238E27FC236}">
                <a16:creationId xmlns:a16="http://schemas.microsoft.com/office/drawing/2014/main" id="{D0751CDD-F454-4991-BEE9-4B190F87C84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260">
            <a:extLst>
              <a:ext uri="{FF2B5EF4-FFF2-40B4-BE49-F238E27FC236}">
                <a16:creationId xmlns:a16="http://schemas.microsoft.com/office/drawing/2014/main" id="{AB63F0DE-1EAE-4E72-9176-DFBE71E3681D}"/>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261">
            <a:extLst>
              <a:ext uri="{FF2B5EF4-FFF2-40B4-BE49-F238E27FC236}">
                <a16:creationId xmlns:a16="http://schemas.microsoft.com/office/drawing/2014/main" id="{0F6D5BA7-CD81-4116-B388-32C391FF56B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262">
            <a:extLst>
              <a:ext uri="{FF2B5EF4-FFF2-40B4-BE49-F238E27FC236}">
                <a16:creationId xmlns:a16="http://schemas.microsoft.com/office/drawing/2014/main" id="{C0D801A2-06A9-4EBA-B3B7-41EF6C9752ED}"/>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263">
            <a:extLst>
              <a:ext uri="{FF2B5EF4-FFF2-40B4-BE49-F238E27FC236}">
                <a16:creationId xmlns:a16="http://schemas.microsoft.com/office/drawing/2014/main" id="{EF71FD62-7669-45BF-8926-11B43648D4A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264">
            <a:extLst>
              <a:ext uri="{FF2B5EF4-FFF2-40B4-BE49-F238E27FC236}">
                <a16:creationId xmlns:a16="http://schemas.microsoft.com/office/drawing/2014/main" id="{81E5BE37-3F4A-4B22-9690-6207D6F843DC}"/>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265">
            <a:extLst>
              <a:ext uri="{FF2B5EF4-FFF2-40B4-BE49-F238E27FC236}">
                <a16:creationId xmlns:a16="http://schemas.microsoft.com/office/drawing/2014/main" id="{49909054-F82E-465C-80A4-C7BFC4A3D6DB}"/>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266">
            <a:extLst>
              <a:ext uri="{FF2B5EF4-FFF2-40B4-BE49-F238E27FC236}">
                <a16:creationId xmlns:a16="http://schemas.microsoft.com/office/drawing/2014/main" id="{3DC016DD-8FE2-49F4-843C-382192EEA9B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267">
            <a:extLst>
              <a:ext uri="{FF2B5EF4-FFF2-40B4-BE49-F238E27FC236}">
                <a16:creationId xmlns:a16="http://schemas.microsoft.com/office/drawing/2014/main" id="{43938906-01BE-4B49-9483-BF63681A914A}"/>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268">
            <a:extLst>
              <a:ext uri="{FF2B5EF4-FFF2-40B4-BE49-F238E27FC236}">
                <a16:creationId xmlns:a16="http://schemas.microsoft.com/office/drawing/2014/main" id="{BB6C32EF-FFF3-4BBC-9FE7-BF8C4983CE0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269">
            <a:extLst>
              <a:ext uri="{FF2B5EF4-FFF2-40B4-BE49-F238E27FC236}">
                <a16:creationId xmlns:a16="http://schemas.microsoft.com/office/drawing/2014/main" id="{98A29C50-982E-4FE0-B793-4257BF5E9D4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270">
            <a:extLst>
              <a:ext uri="{FF2B5EF4-FFF2-40B4-BE49-F238E27FC236}">
                <a16:creationId xmlns:a16="http://schemas.microsoft.com/office/drawing/2014/main" id="{A071A5CC-3FED-410E-91D8-0F52B7EE282E}"/>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271">
            <a:extLst>
              <a:ext uri="{FF2B5EF4-FFF2-40B4-BE49-F238E27FC236}">
                <a16:creationId xmlns:a16="http://schemas.microsoft.com/office/drawing/2014/main" id="{B72BF0AB-629B-44AE-B3B4-85BF102BB464}"/>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272">
            <a:extLst>
              <a:ext uri="{FF2B5EF4-FFF2-40B4-BE49-F238E27FC236}">
                <a16:creationId xmlns:a16="http://schemas.microsoft.com/office/drawing/2014/main" id="{C050E3BA-219B-4A6A-A5CC-22A4A7CD3909}"/>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273">
            <a:extLst>
              <a:ext uri="{FF2B5EF4-FFF2-40B4-BE49-F238E27FC236}">
                <a16:creationId xmlns:a16="http://schemas.microsoft.com/office/drawing/2014/main" id="{CB16D48D-A089-4B60-B1E8-6E4192A91040}"/>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274">
            <a:extLst>
              <a:ext uri="{FF2B5EF4-FFF2-40B4-BE49-F238E27FC236}">
                <a16:creationId xmlns:a16="http://schemas.microsoft.com/office/drawing/2014/main" id="{FB2A34DE-D2F3-41EC-B833-DDA3C48E405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275">
            <a:extLst>
              <a:ext uri="{FF2B5EF4-FFF2-40B4-BE49-F238E27FC236}">
                <a16:creationId xmlns:a16="http://schemas.microsoft.com/office/drawing/2014/main" id="{5FEEB679-1CE9-48CF-9D45-ED0F56E45ADD}"/>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276">
            <a:extLst>
              <a:ext uri="{FF2B5EF4-FFF2-40B4-BE49-F238E27FC236}">
                <a16:creationId xmlns:a16="http://schemas.microsoft.com/office/drawing/2014/main" id="{6B45D97F-516D-4CFB-9C5E-2DB5CF1FF624}"/>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277">
            <a:extLst>
              <a:ext uri="{FF2B5EF4-FFF2-40B4-BE49-F238E27FC236}">
                <a16:creationId xmlns:a16="http://schemas.microsoft.com/office/drawing/2014/main" id="{08DB9DC6-B4FA-4289-84A6-6555B6FC3DF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278">
            <a:extLst>
              <a:ext uri="{FF2B5EF4-FFF2-40B4-BE49-F238E27FC236}">
                <a16:creationId xmlns:a16="http://schemas.microsoft.com/office/drawing/2014/main" id="{BB1DD95A-9DA9-4A6A-9E7E-D11B5CB2A393}"/>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279">
            <a:extLst>
              <a:ext uri="{FF2B5EF4-FFF2-40B4-BE49-F238E27FC236}">
                <a16:creationId xmlns:a16="http://schemas.microsoft.com/office/drawing/2014/main" id="{42545727-0405-469D-A9AE-D97A609E52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280">
            <a:extLst>
              <a:ext uri="{FF2B5EF4-FFF2-40B4-BE49-F238E27FC236}">
                <a16:creationId xmlns:a16="http://schemas.microsoft.com/office/drawing/2014/main" id="{F2037294-01CA-4E4B-808F-D5A7F808F89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281">
            <a:extLst>
              <a:ext uri="{FF2B5EF4-FFF2-40B4-BE49-F238E27FC236}">
                <a16:creationId xmlns:a16="http://schemas.microsoft.com/office/drawing/2014/main" id="{1DE4BB1C-2B50-410E-AC41-DC42DFC38D2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282">
            <a:extLst>
              <a:ext uri="{FF2B5EF4-FFF2-40B4-BE49-F238E27FC236}">
                <a16:creationId xmlns:a16="http://schemas.microsoft.com/office/drawing/2014/main" id="{DA024790-93EE-42EC-9B48-FBEB18822884}"/>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283">
            <a:extLst>
              <a:ext uri="{FF2B5EF4-FFF2-40B4-BE49-F238E27FC236}">
                <a16:creationId xmlns:a16="http://schemas.microsoft.com/office/drawing/2014/main" id="{9E772A13-8BE6-4091-AC67-831B0032E4DF}"/>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284">
            <a:extLst>
              <a:ext uri="{FF2B5EF4-FFF2-40B4-BE49-F238E27FC236}">
                <a16:creationId xmlns:a16="http://schemas.microsoft.com/office/drawing/2014/main" id="{47D57FEB-2510-4237-9A57-665A06F384A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285">
            <a:extLst>
              <a:ext uri="{FF2B5EF4-FFF2-40B4-BE49-F238E27FC236}">
                <a16:creationId xmlns:a16="http://schemas.microsoft.com/office/drawing/2014/main" id="{F554FD85-CCDC-4958-A55E-C89F65E44F20}"/>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286">
            <a:extLst>
              <a:ext uri="{FF2B5EF4-FFF2-40B4-BE49-F238E27FC236}">
                <a16:creationId xmlns:a16="http://schemas.microsoft.com/office/drawing/2014/main" id="{B7999720-5318-4F27-8777-0EA60E26516C}"/>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287">
            <a:extLst>
              <a:ext uri="{FF2B5EF4-FFF2-40B4-BE49-F238E27FC236}">
                <a16:creationId xmlns:a16="http://schemas.microsoft.com/office/drawing/2014/main" id="{E41A0F45-A614-45D3-B98A-F21C167AD3B5}"/>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288">
            <a:extLst>
              <a:ext uri="{FF2B5EF4-FFF2-40B4-BE49-F238E27FC236}">
                <a16:creationId xmlns:a16="http://schemas.microsoft.com/office/drawing/2014/main" id="{7A4A9C87-9339-4711-BA65-102C8166DECC}"/>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289">
            <a:extLst>
              <a:ext uri="{FF2B5EF4-FFF2-40B4-BE49-F238E27FC236}">
                <a16:creationId xmlns:a16="http://schemas.microsoft.com/office/drawing/2014/main" id="{828D688A-8C2B-4A20-A794-BD6FC006284A}"/>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290">
            <a:extLst>
              <a:ext uri="{FF2B5EF4-FFF2-40B4-BE49-F238E27FC236}">
                <a16:creationId xmlns:a16="http://schemas.microsoft.com/office/drawing/2014/main" id="{01AFDBB6-9888-440E-8036-C923CA8565BF}"/>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291">
            <a:extLst>
              <a:ext uri="{FF2B5EF4-FFF2-40B4-BE49-F238E27FC236}">
                <a16:creationId xmlns:a16="http://schemas.microsoft.com/office/drawing/2014/main" id="{80E55B4F-C230-4BFD-A9F6-0DDEE8FDE428}"/>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292">
            <a:extLst>
              <a:ext uri="{FF2B5EF4-FFF2-40B4-BE49-F238E27FC236}">
                <a16:creationId xmlns:a16="http://schemas.microsoft.com/office/drawing/2014/main" id="{8F415AB4-4481-4117-BB83-9B04EE04C32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293">
            <a:extLst>
              <a:ext uri="{FF2B5EF4-FFF2-40B4-BE49-F238E27FC236}">
                <a16:creationId xmlns:a16="http://schemas.microsoft.com/office/drawing/2014/main" id="{33F31272-E90A-4EEA-8591-2129C62A408B}"/>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294">
            <a:extLst>
              <a:ext uri="{FF2B5EF4-FFF2-40B4-BE49-F238E27FC236}">
                <a16:creationId xmlns:a16="http://schemas.microsoft.com/office/drawing/2014/main" id="{49C2E440-2932-4B47-AC33-F4DC9635ECB6}"/>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295">
            <a:extLst>
              <a:ext uri="{FF2B5EF4-FFF2-40B4-BE49-F238E27FC236}">
                <a16:creationId xmlns:a16="http://schemas.microsoft.com/office/drawing/2014/main" id="{C32A57F9-B7DD-4F69-AE2A-32426AF1142E}"/>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296">
            <a:extLst>
              <a:ext uri="{FF2B5EF4-FFF2-40B4-BE49-F238E27FC236}">
                <a16:creationId xmlns:a16="http://schemas.microsoft.com/office/drawing/2014/main" id="{9EA60820-1380-4A2E-BA21-C694590D8870}"/>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297">
            <a:extLst>
              <a:ext uri="{FF2B5EF4-FFF2-40B4-BE49-F238E27FC236}">
                <a16:creationId xmlns:a16="http://schemas.microsoft.com/office/drawing/2014/main" id="{98A7641D-E63E-4DC4-8641-7E118112F97C}"/>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298">
            <a:extLst>
              <a:ext uri="{FF2B5EF4-FFF2-40B4-BE49-F238E27FC236}">
                <a16:creationId xmlns:a16="http://schemas.microsoft.com/office/drawing/2014/main" id="{C70B7DB2-357B-4788-A04E-E95958C5C50B}"/>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299">
            <a:extLst>
              <a:ext uri="{FF2B5EF4-FFF2-40B4-BE49-F238E27FC236}">
                <a16:creationId xmlns:a16="http://schemas.microsoft.com/office/drawing/2014/main" id="{A367A5BE-13E2-4572-9D67-7F8C17C75BD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300">
            <a:extLst>
              <a:ext uri="{FF2B5EF4-FFF2-40B4-BE49-F238E27FC236}">
                <a16:creationId xmlns:a16="http://schemas.microsoft.com/office/drawing/2014/main" id="{D6B08560-BC1B-4142-B9F1-65833A63B80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301">
            <a:extLst>
              <a:ext uri="{FF2B5EF4-FFF2-40B4-BE49-F238E27FC236}">
                <a16:creationId xmlns:a16="http://schemas.microsoft.com/office/drawing/2014/main" id="{A29BA196-D1B6-4093-B5E3-29286C4960C5}"/>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302">
            <a:extLst>
              <a:ext uri="{FF2B5EF4-FFF2-40B4-BE49-F238E27FC236}">
                <a16:creationId xmlns:a16="http://schemas.microsoft.com/office/drawing/2014/main" id="{278EC5BE-6235-439D-9BAE-F86381F0CF08}"/>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303">
            <a:extLst>
              <a:ext uri="{FF2B5EF4-FFF2-40B4-BE49-F238E27FC236}">
                <a16:creationId xmlns:a16="http://schemas.microsoft.com/office/drawing/2014/main" id="{F8C7BDCE-42DE-4BC1-804C-9D4D7094745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304">
            <a:extLst>
              <a:ext uri="{FF2B5EF4-FFF2-40B4-BE49-F238E27FC236}">
                <a16:creationId xmlns:a16="http://schemas.microsoft.com/office/drawing/2014/main" id="{CA7FE199-0184-4E9D-8BF0-A780265DF988}"/>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305">
            <a:extLst>
              <a:ext uri="{FF2B5EF4-FFF2-40B4-BE49-F238E27FC236}">
                <a16:creationId xmlns:a16="http://schemas.microsoft.com/office/drawing/2014/main" id="{B706C64C-939A-4E4A-84A3-3AA53CACFACB}"/>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306">
            <a:extLst>
              <a:ext uri="{FF2B5EF4-FFF2-40B4-BE49-F238E27FC236}">
                <a16:creationId xmlns:a16="http://schemas.microsoft.com/office/drawing/2014/main" id="{644698ED-B146-49D0-89FD-9825E674333C}"/>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307">
            <a:extLst>
              <a:ext uri="{FF2B5EF4-FFF2-40B4-BE49-F238E27FC236}">
                <a16:creationId xmlns:a16="http://schemas.microsoft.com/office/drawing/2014/main" id="{C6CBFC17-AC23-4560-8099-B7364933E36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308">
            <a:extLst>
              <a:ext uri="{FF2B5EF4-FFF2-40B4-BE49-F238E27FC236}">
                <a16:creationId xmlns:a16="http://schemas.microsoft.com/office/drawing/2014/main" id="{D196D1B8-559C-49AB-9FC4-A3C92D8B584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309">
            <a:extLst>
              <a:ext uri="{FF2B5EF4-FFF2-40B4-BE49-F238E27FC236}">
                <a16:creationId xmlns:a16="http://schemas.microsoft.com/office/drawing/2014/main" id="{4A87E99A-5202-4016-8796-21902AA951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310">
            <a:extLst>
              <a:ext uri="{FF2B5EF4-FFF2-40B4-BE49-F238E27FC236}">
                <a16:creationId xmlns:a16="http://schemas.microsoft.com/office/drawing/2014/main" id="{3A40608E-CA1B-4D91-8499-F75ED4B3362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311">
            <a:extLst>
              <a:ext uri="{FF2B5EF4-FFF2-40B4-BE49-F238E27FC236}">
                <a16:creationId xmlns:a16="http://schemas.microsoft.com/office/drawing/2014/main" id="{148C22C0-EE49-47FD-9FB2-EA1AFEE02181}"/>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312">
            <a:extLst>
              <a:ext uri="{FF2B5EF4-FFF2-40B4-BE49-F238E27FC236}">
                <a16:creationId xmlns:a16="http://schemas.microsoft.com/office/drawing/2014/main" id="{1EEFF0E1-7F7F-4270-BC4B-1C5ABF14523E}"/>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313">
            <a:extLst>
              <a:ext uri="{FF2B5EF4-FFF2-40B4-BE49-F238E27FC236}">
                <a16:creationId xmlns:a16="http://schemas.microsoft.com/office/drawing/2014/main" id="{BF44BBDB-1F86-4CBA-9DBA-48477AA8404D}"/>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314">
            <a:extLst>
              <a:ext uri="{FF2B5EF4-FFF2-40B4-BE49-F238E27FC236}">
                <a16:creationId xmlns:a16="http://schemas.microsoft.com/office/drawing/2014/main" id="{0BFFD371-491F-4744-A956-D9F097A29D11}"/>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315">
            <a:extLst>
              <a:ext uri="{FF2B5EF4-FFF2-40B4-BE49-F238E27FC236}">
                <a16:creationId xmlns:a16="http://schemas.microsoft.com/office/drawing/2014/main" id="{D8FB867F-5C55-406F-9575-72DF1FEADF72}"/>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316">
            <a:extLst>
              <a:ext uri="{FF2B5EF4-FFF2-40B4-BE49-F238E27FC236}">
                <a16:creationId xmlns:a16="http://schemas.microsoft.com/office/drawing/2014/main" id="{96786487-EA15-4628-81C1-FE1D76FAFB54}"/>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317">
            <a:extLst>
              <a:ext uri="{FF2B5EF4-FFF2-40B4-BE49-F238E27FC236}">
                <a16:creationId xmlns:a16="http://schemas.microsoft.com/office/drawing/2014/main" id="{FFFA92A1-27E4-4A22-AE10-B50720FC011F}"/>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318">
            <a:extLst>
              <a:ext uri="{FF2B5EF4-FFF2-40B4-BE49-F238E27FC236}">
                <a16:creationId xmlns:a16="http://schemas.microsoft.com/office/drawing/2014/main" id="{D83AA56F-75CF-4CEB-9BCC-6FA337C504F1}"/>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319">
            <a:extLst>
              <a:ext uri="{FF2B5EF4-FFF2-40B4-BE49-F238E27FC236}">
                <a16:creationId xmlns:a16="http://schemas.microsoft.com/office/drawing/2014/main" id="{3809EAA6-04C3-44E5-B97C-72AEA3DF134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320">
            <a:extLst>
              <a:ext uri="{FF2B5EF4-FFF2-40B4-BE49-F238E27FC236}">
                <a16:creationId xmlns:a16="http://schemas.microsoft.com/office/drawing/2014/main" id="{93D42B5E-2E2A-44A2-886B-051F40AB5AF1}"/>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321">
            <a:extLst>
              <a:ext uri="{FF2B5EF4-FFF2-40B4-BE49-F238E27FC236}">
                <a16:creationId xmlns:a16="http://schemas.microsoft.com/office/drawing/2014/main" id="{89104A49-D4D8-433B-9D27-BF4D1728DC71}"/>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322">
            <a:extLst>
              <a:ext uri="{FF2B5EF4-FFF2-40B4-BE49-F238E27FC236}">
                <a16:creationId xmlns:a16="http://schemas.microsoft.com/office/drawing/2014/main" id="{238F6735-1466-4421-BADE-D5674AF911C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323">
            <a:extLst>
              <a:ext uri="{FF2B5EF4-FFF2-40B4-BE49-F238E27FC236}">
                <a16:creationId xmlns:a16="http://schemas.microsoft.com/office/drawing/2014/main" id="{24F6C61C-70FA-4C45-A06F-4A4A5C4F4F7F}"/>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324">
            <a:extLst>
              <a:ext uri="{FF2B5EF4-FFF2-40B4-BE49-F238E27FC236}">
                <a16:creationId xmlns:a16="http://schemas.microsoft.com/office/drawing/2014/main" id="{87278048-06E7-416D-8348-2B559A8C2F2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325">
            <a:extLst>
              <a:ext uri="{FF2B5EF4-FFF2-40B4-BE49-F238E27FC236}">
                <a16:creationId xmlns:a16="http://schemas.microsoft.com/office/drawing/2014/main" id="{9CA31AC2-86D6-4E95-AA95-B7183E5B4487}"/>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326">
            <a:extLst>
              <a:ext uri="{FF2B5EF4-FFF2-40B4-BE49-F238E27FC236}">
                <a16:creationId xmlns:a16="http://schemas.microsoft.com/office/drawing/2014/main" id="{E0ACC350-F647-4DED-B3E5-702114A7E3CE}"/>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327">
            <a:extLst>
              <a:ext uri="{FF2B5EF4-FFF2-40B4-BE49-F238E27FC236}">
                <a16:creationId xmlns:a16="http://schemas.microsoft.com/office/drawing/2014/main" id="{F7AE10B3-F126-4032-9D4A-14CE8EB154F7}"/>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328">
            <a:extLst>
              <a:ext uri="{FF2B5EF4-FFF2-40B4-BE49-F238E27FC236}">
                <a16:creationId xmlns:a16="http://schemas.microsoft.com/office/drawing/2014/main" id="{15610D1B-9BF6-4AF4-8694-D782FB84315E}"/>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329">
            <a:extLst>
              <a:ext uri="{FF2B5EF4-FFF2-40B4-BE49-F238E27FC236}">
                <a16:creationId xmlns:a16="http://schemas.microsoft.com/office/drawing/2014/main" id="{B922315C-E89C-45FB-B24A-3424FDEDF90A}"/>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330">
            <a:extLst>
              <a:ext uri="{FF2B5EF4-FFF2-40B4-BE49-F238E27FC236}">
                <a16:creationId xmlns:a16="http://schemas.microsoft.com/office/drawing/2014/main" id="{650CD1F7-4378-4A23-8779-6886E0AF6065}"/>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331">
            <a:extLst>
              <a:ext uri="{FF2B5EF4-FFF2-40B4-BE49-F238E27FC236}">
                <a16:creationId xmlns:a16="http://schemas.microsoft.com/office/drawing/2014/main" id="{28AABD42-B8D7-4A78-8906-7A65112F8081}"/>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332">
            <a:extLst>
              <a:ext uri="{FF2B5EF4-FFF2-40B4-BE49-F238E27FC236}">
                <a16:creationId xmlns:a16="http://schemas.microsoft.com/office/drawing/2014/main" id="{DA2440E6-3F20-43C9-B57A-B18D2D8ABB63}"/>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333">
            <a:extLst>
              <a:ext uri="{FF2B5EF4-FFF2-40B4-BE49-F238E27FC236}">
                <a16:creationId xmlns:a16="http://schemas.microsoft.com/office/drawing/2014/main" id="{FAB25453-FA95-4AFA-AE18-4E7750AD936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334">
            <a:extLst>
              <a:ext uri="{FF2B5EF4-FFF2-40B4-BE49-F238E27FC236}">
                <a16:creationId xmlns:a16="http://schemas.microsoft.com/office/drawing/2014/main" id="{3E6D24B4-0026-40E0-9387-B42D89EFE294}"/>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335">
            <a:extLst>
              <a:ext uri="{FF2B5EF4-FFF2-40B4-BE49-F238E27FC236}">
                <a16:creationId xmlns:a16="http://schemas.microsoft.com/office/drawing/2014/main" id="{B2877234-C280-4B8B-BE47-F150888C2BB1}"/>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336">
            <a:extLst>
              <a:ext uri="{FF2B5EF4-FFF2-40B4-BE49-F238E27FC236}">
                <a16:creationId xmlns:a16="http://schemas.microsoft.com/office/drawing/2014/main" id="{7AD2E133-4655-4C61-93D9-4FE1AFB0DD0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337">
            <a:extLst>
              <a:ext uri="{FF2B5EF4-FFF2-40B4-BE49-F238E27FC236}">
                <a16:creationId xmlns:a16="http://schemas.microsoft.com/office/drawing/2014/main" id="{BA574129-F023-4F45-964A-D819153672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338">
            <a:extLst>
              <a:ext uri="{FF2B5EF4-FFF2-40B4-BE49-F238E27FC236}">
                <a16:creationId xmlns:a16="http://schemas.microsoft.com/office/drawing/2014/main" id="{E5264BFF-A053-4415-9E53-B710854C1CE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339">
            <a:extLst>
              <a:ext uri="{FF2B5EF4-FFF2-40B4-BE49-F238E27FC236}">
                <a16:creationId xmlns:a16="http://schemas.microsoft.com/office/drawing/2014/main" id="{A5C6341E-75D7-43B4-8CAC-73222ECF699E}"/>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340">
            <a:extLst>
              <a:ext uri="{FF2B5EF4-FFF2-40B4-BE49-F238E27FC236}">
                <a16:creationId xmlns:a16="http://schemas.microsoft.com/office/drawing/2014/main" id="{C73DA7F4-3D48-4480-9930-FF8BE581F58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341">
            <a:extLst>
              <a:ext uri="{FF2B5EF4-FFF2-40B4-BE49-F238E27FC236}">
                <a16:creationId xmlns:a16="http://schemas.microsoft.com/office/drawing/2014/main" id="{E5923828-ACEA-4570-B48C-4F10B48DEC2F}"/>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342">
            <a:extLst>
              <a:ext uri="{FF2B5EF4-FFF2-40B4-BE49-F238E27FC236}">
                <a16:creationId xmlns:a16="http://schemas.microsoft.com/office/drawing/2014/main" id="{4F4078F2-0EE2-49FF-BEC9-FB1258697100}"/>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343">
            <a:extLst>
              <a:ext uri="{FF2B5EF4-FFF2-40B4-BE49-F238E27FC236}">
                <a16:creationId xmlns:a16="http://schemas.microsoft.com/office/drawing/2014/main" id="{5C042B40-8ECD-4982-9219-8E19AFBBCF4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344">
            <a:extLst>
              <a:ext uri="{FF2B5EF4-FFF2-40B4-BE49-F238E27FC236}">
                <a16:creationId xmlns:a16="http://schemas.microsoft.com/office/drawing/2014/main" id="{DB502A59-A5FE-45DB-9ECA-26F1DE6F43F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line-345">
            <a:extLst>
              <a:ext uri="{FF2B5EF4-FFF2-40B4-BE49-F238E27FC236}">
                <a16:creationId xmlns:a16="http://schemas.microsoft.com/office/drawing/2014/main" id="{3EF0EDA5-D346-46A0-B452-5B06B0A30824}"/>
              </a:ext>
            </a:extLst>
          </p:cNvPr>
          <p:cNvSpPr>
            <a:spLocks noGrp="1"/>
          </p:cNvSpPr>
          <p:nvPr/>
        </p:nvSpPr>
        <p:spPr>
          <a:xfrm>
            <a:off x="2714625" y="2095500"/>
            <a:ext cx="19050" cy="3505200"/>
          </a:xfrm>
          <a:prstGeom prst="rect">
            <a:avLst/>
          </a:prstGeom>
          <a:solidFill>
            <a:srgbClr val="146995"/>
          </a:solidFill>
          <a:ln w="0">
            <a:noFill/>
          </a:ln>
        </p:spPr>
      </p:sp>
      <p:sp>
        <p:nvSpPr>
          <p:cNvPr id="153" name="line-346">
            <a:extLst>
              <a:ext uri="{FF2B5EF4-FFF2-40B4-BE49-F238E27FC236}">
                <a16:creationId xmlns:a16="http://schemas.microsoft.com/office/drawing/2014/main" id="{99369693-04B6-45DB-B958-7024A3979F8B}"/>
              </a:ext>
            </a:extLst>
          </p:cNvPr>
          <p:cNvSpPr>
            <a:spLocks noGrp="1"/>
          </p:cNvSpPr>
          <p:nvPr/>
        </p:nvSpPr>
        <p:spPr>
          <a:xfrm>
            <a:off x="971550" y="3838575"/>
            <a:ext cx="3505200" cy="19050"/>
          </a:xfrm>
          <a:prstGeom prst="rect">
            <a:avLst/>
          </a:prstGeom>
          <a:solidFill>
            <a:srgbClr val="146995"/>
          </a:solidFill>
          <a:ln w="0">
            <a:noFill/>
          </a:ln>
        </p:spPr>
      </p:sp>
      <p:sp>
        <p:nvSpPr>
          <p:cNvPr id="154" name="prose-347">
            <a:extLst>
              <a:ext uri="{FF2B5EF4-FFF2-40B4-BE49-F238E27FC236}">
                <a16:creationId xmlns:a16="http://schemas.microsoft.com/office/drawing/2014/main" id="{0B464BE8-B3D5-4F24-9369-832D76E07DED}"/>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half = 8 // 2 =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(0, 4,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(4, 4, 4)</a:t>
            </a:r>
          </a:p>
        </p:txBody>
      </p:sp>
      <p:sp>
        <p:nvSpPr>
          <p:cNvPr id="155" name="banner-348">
            <a:extLst>
              <a:ext uri="{FF2B5EF4-FFF2-40B4-BE49-F238E27FC236}">
                <a16:creationId xmlns:a16="http://schemas.microsoft.com/office/drawing/2014/main" id="{602C7AAA-9FFC-4AA8-89B6-DC303AC46E1E}"/>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6" name="banner-text-349">
            <a:extLst>
              <a:ext uri="{FF2B5EF4-FFF2-40B4-BE49-F238E27FC236}">
                <a16:creationId xmlns:a16="http://schemas.microsoft.com/office/drawing/2014/main" id="{0A4063B9-FB4E-445D-A491-7EDE6D9CC72C}"/>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 결과의 틀: ( ? ? ? ? )</a:t>
            </a:r>
          </a:p>
        </p:txBody>
      </p:sp>
      <p:sp>
        <p:nvSpPr>
          <p:cNvPr id="157" name="caption">
            <a:extLst>
              <a:ext uri="{FF2B5EF4-FFF2-40B4-BE49-F238E27FC236}">
                <a16:creationId xmlns:a16="http://schemas.microsoft.com/office/drawing/2014/main" id="{7D62DC95-B041-4EAE-8BBF-8358C967E9C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20044621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7DC36E1B-B547-48CE-9FE3-5B4EC46EC21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41725053-19A3-4840-9567-AC1D41B19D4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604CEC-156A-40AA-93B0-588182047C2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좌상: 16칸을 0 하나로 반환</a:t>
            </a:r>
          </a:p>
        </p:txBody>
      </p:sp>
      <p:sp>
        <p:nvSpPr>
          <p:cNvPr id="4" name="line-350">
            <a:extLst>
              <a:ext uri="{FF2B5EF4-FFF2-40B4-BE49-F238E27FC236}">
                <a16:creationId xmlns:a16="http://schemas.microsoft.com/office/drawing/2014/main" id="{9AA87E8B-CDD6-407A-8604-C11C63C4F41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7BE08BC-0614-4F99-A3B4-E8C39316E0F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A2FD13E-BE62-4D00-9633-DFCFA740A82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187</a:t>
            </a:r>
            <a:endParaRPr sz="1050" b="0">
              <a:solidFill>
                <a:srgbClr val="151515"/>
              </a:solidFill>
              <a:latin typeface="Consolas"/>
              <a:ea typeface="Consolas"/>
              <a:cs typeface="Consolas"/>
            </a:endParaRPr>
          </a:p>
        </p:txBody>
      </p:sp>
      <p:sp>
        <p:nvSpPr>
          <p:cNvPr id="7" name="pixel-351">
            <a:extLst>
              <a:ext uri="{FF2B5EF4-FFF2-40B4-BE49-F238E27FC236}">
                <a16:creationId xmlns:a16="http://schemas.microsoft.com/office/drawing/2014/main" id="{056CC5F1-60EA-4327-978A-06945D545B4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352">
            <a:extLst>
              <a:ext uri="{FF2B5EF4-FFF2-40B4-BE49-F238E27FC236}">
                <a16:creationId xmlns:a16="http://schemas.microsoft.com/office/drawing/2014/main" id="{FBB143CD-02DF-4F81-B03A-F116F236B06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353">
            <a:extLst>
              <a:ext uri="{FF2B5EF4-FFF2-40B4-BE49-F238E27FC236}">
                <a16:creationId xmlns:a16="http://schemas.microsoft.com/office/drawing/2014/main" id="{997C6793-6EB6-4D0A-B617-D12887F0F78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354">
            <a:extLst>
              <a:ext uri="{FF2B5EF4-FFF2-40B4-BE49-F238E27FC236}">
                <a16:creationId xmlns:a16="http://schemas.microsoft.com/office/drawing/2014/main" id="{F271AF5B-4C28-4D5F-B043-E6F36E65DAFB}"/>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355">
            <a:extLst>
              <a:ext uri="{FF2B5EF4-FFF2-40B4-BE49-F238E27FC236}">
                <a16:creationId xmlns:a16="http://schemas.microsoft.com/office/drawing/2014/main" id="{9801FA2C-3878-4A06-9565-40C7F4CB574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356">
            <a:extLst>
              <a:ext uri="{FF2B5EF4-FFF2-40B4-BE49-F238E27FC236}">
                <a16:creationId xmlns:a16="http://schemas.microsoft.com/office/drawing/2014/main" id="{50870E34-FA9E-4444-B3D1-FB93F4674AE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357">
            <a:extLst>
              <a:ext uri="{FF2B5EF4-FFF2-40B4-BE49-F238E27FC236}">
                <a16:creationId xmlns:a16="http://schemas.microsoft.com/office/drawing/2014/main" id="{2E874600-6DAB-4938-ACFA-FDF9934235FC}"/>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358">
            <a:extLst>
              <a:ext uri="{FF2B5EF4-FFF2-40B4-BE49-F238E27FC236}">
                <a16:creationId xmlns:a16="http://schemas.microsoft.com/office/drawing/2014/main" id="{1E630470-9E8D-43FF-A90B-8B2480767227}"/>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359">
            <a:extLst>
              <a:ext uri="{FF2B5EF4-FFF2-40B4-BE49-F238E27FC236}">
                <a16:creationId xmlns:a16="http://schemas.microsoft.com/office/drawing/2014/main" id="{CD5C4C6F-2829-4715-B747-3E473F642943}"/>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360">
            <a:extLst>
              <a:ext uri="{FF2B5EF4-FFF2-40B4-BE49-F238E27FC236}">
                <a16:creationId xmlns:a16="http://schemas.microsoft.com/office/drawing/2014/main" id="{2B2655D1-7920-4C5F-9082-919A65AAE24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361">
            <a:extLst>
              <a:ext uri="{FF2B5EF4-FFF2-40B4-BE49-F238E27FC236}">
                <a16:creationId xmlns:a16="http://schemas.microsoft.com/office/drawing/2014/main" id="{5F3F98DA-8D15-434C-B5E8-B40AF6D09DE1}"/>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362">
            <a:extLst>
              <a:ext uri="{FF2B5EF4-FFF2-40B4-BE49-F238E27FC236}">
                <a16:creationId xmlns:a16="http://schemas.microsoft.com/office/drawing/2014/main" id="{F2D2DA07-34BE-4F22-966F-4E1B222FBD4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363">
            <a:extLst>
              <a:ext uri="{FF2B5EF4-FFF2-40B4-BE49-F238E27FC236}">
                <a16:creationId xmlns:a16="http://schemas.microsoft.com/office/drawing/2014/main" id="{5C47105D-C094-4A65-ABEC-0D398A8063E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364">
            <a:extLst>
              <a:ext uri="{FF2B5EF4-FFF2-40B4-BE49-F238E27FC236}">
                <a16:creationId xmlns:a16="http://schemas.microsoft.com/office/drawing/2014/main" id="{1765196F-6121-4673-A541-FE05CC2FF98F}"/>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365">
            <a:extLst>
              <a:ext uri="{FF2B5EF4-FFF2-40B4-BE49-F238E27FC236}">
                <a16:creationId xmlns:a16="http://schemas.microsoft.com/office/drawing/2014/main" id="{56D33D4C-CE09-4769-898A-04C185DCB2C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366">
            <a:extLst>
              <a:ext uri="{FF2B5EF4-FFF2-40B4-BE49-F238E27FC236}">
                <a16:creationId xmlns:a16="http://schemas.microsoft.com/office/drawing/2014/main" id="{CD43298C-8A76-4DDC-A72C-233DC3A91844}"/>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367">
            <a:extLst>
              <a:ext uri="{FF2B5EF4-FFF2-40B4-BE49-F238E27FC236}">
                <a16:creationId xmlns:a16="http://schemas.microsoft.com/office/drawing/2014/main" id="{EAFEB364-23B5-49C3-8210-FCBA37DD1CD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368">
            <a:extLst>
              <a:ext uri="{FF2B5EF4-FFF2-40B4-BE49-F238E27FC236}">
                <a16:creationId xmlns:a16="http://schemas.microsoft.com/office/drawing/2014/main" id="{3FE27CF0-57BD-4C38-B7A5-412816ADF48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369">
            <a:extLst>
              <a:ext uri="{FF2B5EF4-FFF2-40B4-BE49-F238E27FC236}">
                <a16:creationId xmlns:a16="http://schemas.microsoft.com/office/drawing/2014/main" id="{FAC396CB-20CD-4B53-AE57-926199DB2F93}"/>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370">
            <a:extLst>
              <a:ext uri="{FF2B5EF4-FFF2-40B4-BE49-F238E27FC236}">
                <a16:creationId xmlns:a16="http://schemas.microsoft.com/office/drawing/2014/main" id="{397D615A-6B48-4A8C-8952-9DE0BA54BE93}"/>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371">
            <a:extLst>
              <a:ext uri="{FF2B5EF4-FFF2-40B4-BE49-F238E27FC236}">
                <a16:creationId xmlns:a16="http://schemas.microsoft.com/office/drawing/2014/main" id="{69D88923-72E3-4487-A2FA-F0EA6E4FD227}"/>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372">
            <a:extLst>
              <a:ext uri="{FF2B5EF4-FFF2-40B4-BE49-F238E27FC236}">
                <a16:creationId xmlns:a16="http://schemas.microsoft.com/office/drawing/2014/main" id="{09EC721F-544E-4675-A9C5-B7077099F33D}"/>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373">
            <a:extLst>
              <a:ext uri="{FF2B5EF4-FFF2-40B4-BE49-F238E27FC236}">
                <a16:creationId xmlns:a16="http://schemas.microsoft.com/office/drawing/2014/main" id="{0C6DFD99-2B03-49FF-AFC5-3471181C0E18}"/>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374">
            <a:extLst>
              <a:ext uri="{FF2B5EF4-FFF2-40B4-BE49-F238E27FC236}">
                <a16:creationId xmlns:a16="http://schemas.microsoft.com/office/drawing/2014/main" id="{179BB522-7919-4B6C-89BE-EA729122843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375">
            <a:extLst>
              <a:ext uri="{FF2B5EF4-FFF2-40B4-BE49-F238E27FC236}">
                <a16:creationId xmlns:a16="http://schemas.microsoft.com/office/drawing/2014/main" id="{170A636E-0059-48AE-8DA2-29A168D9D32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376">
            <a:extLst>
              <a:ext uri="{FF2B5EF4-FFF2-40B4-BE49-F238E27FC236}">
                <a16:creationId xmlns:a16="http://schemas.microsoft.com/office/drawing/2014/main" id="{89FCEB7B-5C9F-4FF9-B70B-A8DE6F4E487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377">
            <a:extLst>
              <a:ext uri="{FF2B5EF4-FFF2-40B4-BE49-F238E27FC236}">
                <a16:creationId xmlns:a16="http://schemas.microsoft.com/office/drawing/2014/main" id="{767B3DC8-C88D-454D-8BDD-6BB566FFACE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378">
            <a:extLst>
              <a:ext uri="{FF2B5EF4-FFF2-40B4-BE49-F238E27FC236}">
                <a16:creationId xmlns:a16="http://schemas.microsoft.com/office/drawing/2014/main" id="{62410C17-E909-43A5-A470-C324457BFE6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379">
            <a:extLst>
              <a:ext uri="{FF2B5EF4-FFF2-40B4-BE49-F238E27FC236}">
                <a16:creationId xmlns:a16="http://schemas.microsoft.com/office/drawing/2014/main" id="{E7FE915F-0DC5-408A-9467-3461D021310A}"/>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380">
            <a:extLst>
              <a:ext uri="{FF2B5EF4-FFF2-40B4-BE49-F238E27FC236}">
                <a16:creationId xmlns:a16="http://schemas.microsoft.com/office/drawing/2014/main" id="{C2DD0330-6512-492A-8C09-448AB36F8513}"/>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381">
            <a:extLst>
              <a:ext uri="{FF2B5EF4-FFF2-40B4-BE49-F238E27FC236}">
                <a16:creationId xmlns:a16="http://schemas.microsoft.com/office/drawing/2014/main" id="{A46342DA-EA73-4809-8CAB-C990667DA84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382">
            <a:extLst>
              <a:ext uri="{FF2B5EF4-FFF2-40B4-BE49-F238E27FC236}">
                <a16:creationId xmlns:a16="http://schemas.microsoft.com/office/drawing/2014/main" id="{757CD902-E4A8-490F-A65D-B9D5FE5FC198}"/>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383">
            <a:extLst>
              <a:ext uri="{FF2B5EF4-FFF2-40B4-BE49-F238E27FC236}">
                <a16:creationId xmlns:a16="http://schemas.microsoft.com/office/drawing/2014/main" id="{00C61AF4-C0C8-4ED5-8B15-02BD3C014CD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384">
            <a:extLst>
              <a:ext uri="{FF2B5EF4-FFF2-40B4-BE49-F238E27FC236}">
                <a16:creationId xmlns:a16="http://schemas.microsoft.com/office/drawing/2014/main" id="{ACF7F3CC-DDDD-430C-8287-BB1F160491DC}"/>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385">
            <a:extLst>
              <a:ext uri="{FF2B5EF4-FFF2-40B4-BE49-F238E27FC236}">
                <a16:creationId xmlns:a16="http://schemas.microsoft.com/office/drawing/2014/main" id="{1E2AD4FC-BC39-4104-8096-56026D037EB0}"/>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386">
            <a:extLst>
              <a:ext uri="{FF2B5EF4-FFF2-40B4-BE49-F238E27FC236}">
                <a16:creationId xmlns:a16="http://schemas.microsoft.com/office/drawing/2014/main" id="{1AF96136-2A8F-4A7F-8465-BF5A6F401D20}"/>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387">
            <a:extLst>
              <a:ext uri="{FF2B5EF4-FFF2-40B4-BE49-F238E27FC236}">
                <a16:creationId xmlns:a16="http://schemas.microsoft.com/office/drawing/2014/main" id="{F10F5D31-0C03-42C8-B274-61061805516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388">
            <a:extLst>
              <a:ext uri="{FF2B5EF4-FFF2-40B4-BE49-F238E27FC236}">
                <a16:creationId xmlns:a16="http://schemas.microsoft.com/office/drawing/2014/main" id="{A51C206D-6D39-4560-AFAE-F5137337F0D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389">
            <a:extLst>
              <a:ext uri="{FF2B5EF4-FFF2-40B4-BE49-F238E27FC236}">
                <a16:creationId xmlns:a16="http://schemas.microsoft.com/office/drawing/2014/main" id="{589B655A-D6B8-477E-9604-DFF6F6C74154}"/>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390">
            <a:extLst>
              <a:ext uri="{FF2B5EF4-FFF2-40B4-BE49-F238E27FC236}">
                <a16:creationId xmlns:a16="http://schemas.microsoft.com/office/drawing/2014/main" id="{FA208A0A-0F85-407D-81AE-1D8AEF6CB7B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391">
            <a:extLst>
              <a:ext uri="{FF2B5EF4-FFF2-40B4-BE49-F238E27FC236}">
                <a16:creationId xmlns:a16="http://schemas.microsoft.com/office/drawing/2014/main" id="{16241D71-F08D-4945-BA05-87F1EEB40CB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392">
            <a:extLst>
              <a:ext uri="{FF2B5EF4-FFF2-40B4-BE49-F238E27FC236}">
                <a16:creationId xmlns:a16="http://schemas.microsoft.com/office/drawing/2014/main" id="{426DEDB5-8119-4F8F-87D3-81631C227AE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393">
            <a:extLst>
              <a:ext uri="{FF2B5EF4-FFF2-40B4-BE49-F238E27FC236}">
                <a16:creationId xmlns:a16="http://schemas.microsoft.com/office/drawing/2014/main" id="{D18D2C5E-269C-4908-87DE-BF8DB94A45A6}"/>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394">
            <a:extLst>
              <a:ext uri="{FF2B5EF4-FFF2-40B4-BE49-F238E27FC236}">
                <a16:creationId xmlns:a16="http://schemas.microsoft.com/office/drawing/2014/main" id="{5E07ED07-419D-43DC-A3C5-F3394A99291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395">
            <a:extLst>
              <a:ext uri="{FF2B5EF4-FFF2-40B4-BE49-F238E27FC236}">
                <a16:creationId xmlns:a16="http://schemas.microsoft.com/office/drawing/2014/main" id="{77210BF4-4829-4C07-8428-F83AF3EDC40E}"/>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396">
            <a:extLst>
              <a:ext uri="{FF2B5EF4-FFF2-40B4-BE49-F238E27FC236}">
                <a16:creationId xmlns:a16="http://schemas.microsoft.com/office/drawing/2014/main" id="{1D1F5AFC-AF6B-47F1-BFD1-240A1224285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397">
            <a:extLst>
              <a:ext uri="{FF2B5EF4-FFF2-40B4-BE49-F238E27FC236}">
                <a16:creationId xmlns:a16="http://schemas.microsoft.com/office/drawing/2014/main" id="{D9448523-C555-466F-B376-11E70BE850E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398">
            <a:extLst>
              <a:ext uri="{FF2B5EF4-FFF2-40B4-BE49-F238E27FC236}">
                <a16:creationId xmlns:a16="http://schemas.microsoft.com/office/drawing/2014/main" id="{6110306F-D489-4B75-B6E2-BB02EA20C6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399">
            <a:extLst>
              <a:ext uri="{FF2B5EF4-FFF2-40B4-BE49-F238E27FC236}">
                <a16:creationId xmlns:a16="http://schemas.microsoft.com/office/drawing/2014/main" id="{7C41F101-C41A-4B85-8DE0-6AAF072B830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400">
            <a:extLst>
              <a:ext uri="{FF2B5EF4-FFF2-40B4-BE49-F238E27FC236}">
                <a16:creationId xmlns:a16="http://schemas.microsoft.com/office/drawing/2014/main" id="{A17EC3F3-47FA-4405-9A7B-EB14441AF97B}"/>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401">
            <a:extLst>
              <a:ext uri="{FF2B5EF4-FFF2-40B4-BE49-F238E27FC236}">
                <a16:creationId xmlns:a16="http://schemas.microsoft.com/office/drawing/2014/main" id="{587BE2CB-5BEE-45F9-B433-6769325B754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402">
            <a:extLst>
              <a:ext uri="{FF2B5EF4-FFF2-40B4-BE49-F238E27FC236}">
                <a16:creationId xmlns:a16="http://schemas.microsoft.com/office/drawing/2014/main" id="{C92185A9-6686-43B0-9868-35557E7B4B25}"/>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403">
            <a:extLst>
              <a:ext uri="{FF2B5EF4-FFF2-40B4-BE49-F238E27FC236}">
                <a16:creationId xmlns:a16="http://schemas.microsoft.com/office/drawing/2014/main" id="{7A73BE16-1FD0-4C14-9D23-C51B168341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404">
            <a:extLst>
              <a:ext uri="{FF2B5EF4-FFF2-40B4-BE49-F238E27FC236}">
                <a16:creationId xmlns:a16="http://schemas.microsoft.com/office/drawing/2014/main" id="{1A5A710D-EBA0-45AC-8171-FE97D0314FD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405">
            <a:extLst>
              <a:ext uri="{FF2B5EF4-FFF2-40B4-BE49-F238E27FC236}">
                <a16:creationId xmlns:a16="http://schemas.microsoft.com/office/drawing/2014/main" id="{3B897893-069D-414B-96B7-27DBEFBF0E8A}"/>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406">
            <a:extLst>
              <a:ext uri="{FF2B5EF4-FFF2-40B4-BE49-F238E27FC236}">
                <a16:creationId xmlns:a16="http://schemas.microsoft.com/office/drawing/2014/main" id="{8EE0B25C-B7EE-4800-91DD-24DE89FE3A5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407">
            <a:extLst>
              <a:ext uri="{FF2B5EF4-FFF2-40B4-BE49-F238E27FC236}">
                <a16:creationId xmlns:a16="http://schemas.microsoft.com/office/drawing/2014/main" id="{B30DC6B9-B106-446D-BEC6-6679991A5D96}"/>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408">
            <a:extLst>
              <a:ext uri="{FF2B5EF4-FFF2-40B4-BE49-F238E27FC236}">
                <a16:creationId xmlns:a16="http://schemas.microsoft.com/office/drawing/2014/main" id="{3D229057-EA02-436E-99BB-CED106B2BC5C}"/>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409">
            <a:extLst>
              <a:ext uri="{FF2B5EF4-FFF2-40B4-BE49-F238E27FC236}">
                <a16:creationId xmlns:a16="http://schemas.microsoft.com/office/drawing/2014/main" id="{3E919310-3903-4736-8FE0-9A3E566ED3BB}"/>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410">
            <a:extLst>
              <a:ext uri="{FF2B5EF4-FFF2-40B4-BE49-F238E27FC236}">
                <a16:creationId xmlns:a16="http://schemas.microsoft.com/office/drawing/2014/main" id="{DB7BD7F9-AE9A-4E28-BA31-241D030699AE}"/>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411">
            <a:extLst>
              <a:ext uri="{FF2B5EF4-FFF2-40B4-BE49-F238E27FC236}">
                <a16:creationId xmlns:a16="http://schemas.microsoft.com/office/drawing/2014/main" id="{7B45BBCC-FF17-4730-B973-848B3B9A631E}"/>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412">
            <a:extLst>
              <a:ext uri="{FF2B5EF4-FFF2-40B4-BE49-F238E27FC236}">
                <a16:creationId xmlns:a16="http://schemas.microsoft.com/office/drawing/2014/main" id="{9AD3B631-B7F1-4BF1-A712-F12676322538}"/>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413">
            <a:extLst>
              <a:ext uri="{FF2B5EF4-FFF2-40B4-BE49-F238E27FC236}">
                <a16:creationId xmlns:a16="http://schemas.microsoft.com/office/drawing/2014/main" id="{E2459DAB-D340-4299-B31D-434F024E585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414">
            <a:extLst>
              <a:ext uri="{FF2B5EF4-FFF2-40B4-BE49-F238E27FC236}">
                <a16:creationId xmlns:a16="http://schemas.microsoft.com/office/drawing/2014/main" id="{0BFDD59F-79DD-4E93-82E3-52104C45024D}"/>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415">
            <a:extLst>
              <a:ext uri="{FF2B5EF4-FFF2-40B4-BE49-F238E27FC236}">
                <a16:creationId xmlns:a16="http://schemas.microsoft.com/office/drawing/2014/main" id="{EA058A64-7855-4F62-BA57-145C0EB8D9AE}"/>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416">
            <a:extLst>
              <a:ext uri="{FF2B5EF4-FFF2-40B4-BE49-F238E27FC236}">
                <a16:creationId xmlns:a16="http://schemas.microsoft.com/office/drawing/2014/main" id="{24257635-41BD-48D9-A19C-943B60F7426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417">
            <a:extLst>
              <a:ext uri="{FF2B5EF4-FFF2-40B4-BE49-F238E27FC236}">
                <a16:creationId xmlns:a16="http://schemas.microsoft.com/office/drawing/2014/main" id="{DF9E388C-1FC7-48FE-A907-65B36AAA75CC}"/>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418">
            <a:extLst>
              <a:ext uri="{FF2B5EF4-FFF2-40B4-BE49-F238E27FC236}">
                <a16:creationId xmlns:a16="http://schemas.microsoft.com/office/drawing/2014/main" id="{476C97AA-1437-47F7-B3B2-E199232773D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419">
            <a:extLst>
              <a:ext uri="{FF2B5EF4-FFF2-40B4-BE49-F238E27FC236}">
                <a16:creationId xmlns:a16="http://schemas.microsoft.com/office/drawing/2014/main" id="{83CE9A6E-73F9-44ED-87DE-D4FAB8FB0BCD}"/>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420">
            <a:extLst>
              <a:ext uri="{FF2B5EF4-FFF2-40B4-BE49-F238E27FC236}">
                <a16:creationId xmlns:a16="http://schemas.microsoft.com/office/drawing/2014/main" id="{0AD928CE-7C77-45EC-BE3C-643AC6332344}"/>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421">
            <a:extLst>
              <a:ext uri="{FF2B5EF4-FFF2-40B4-BE49-F238E27FC236}">
                <a16:creationId xmlns:a16="http://schemas.microsoft.com/office/drawing/2014/main" id="{BB406DDA-B86E-4BD9-9EB4-541A6814E71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422">
            <a:extLst>
              <a:ext uri="{FF2B5EF4-FFF2-40B4-BE49-F238E27FC236}">
                <a16:creationId xmlns:a16="http://schemas.microsoft.com/office/drawing/2014/main" id="{62C331AD-BCEE-4710-806F-A89261F254C9}"/>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423">
            <a:extLst>
              <a:ext uri="{FF2B5EF4-FFF2-40B4-BE49-F238E27FC236}">
                <a16:creationId xmlns:a16="http://schemas.microsoft.com/office/drawing/2014/main" id="{EAC00548-D0B9-436A-98F8-F1F185B1B1B1}"/>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424">
            <a:extLst>
              <a:ext uri="{FF2B5EF4-FFF2-40B4-BE49-F238E27FC236}">
                <a16:creationId xmlns:a16="http://schemas.microsoft.com/office/drawing/2014/main" id="{29BA900E-B09F-40D2-A610-07AF0EE4FF0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425">
            <a:extLst>
              <a:ext uri="{FF2B5EF4-FFF2-40B4-BE49-F238E27FC236}">
                <a16:creationId xmlns:a16="http://schemas.microsoft.com/office/drawing/2014/main" id="{76422E9E-2A11-4C47-8744-6F4D62226EE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426">
            <a:extLst>
              <a:ext uri="{FF2B5EF4-FFF2-40B4-BE49-F238E27FC236}">
                <a16:creationId xmlns:a16="http://schemas.microsoft.com/office/drawing/2014/main" id="{6D4BF5B3-1CFB-4E02-AD1D-385250F17F72}"/>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427">
            <a:extLst>
              <a:ext uri="{FF2B5EF4-FFF2-40B4-BE49-F238E27FC236}">
                <a16:creationId xmlns:a16="http://schemas.microsoft.com/office/drawing/2014/main" id="{8A4B6865-79C5-4C0A-BFAA-DD7E11750583}"/>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428">
            <a:extLst>
              <a:ext uri="{FF2B5EF4-FFF2-40B4-BE49-F238E27FC236}">
                <a16:creationId xmlns:a16="http://schemas.microsoft.com/office/drawing/2014/main" id="{74A8FD2A-3315-4863-A6A0-161E25F17996}"/>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429">
            <a:extLst>
              <a:ext uri="{FF2B5EF4-FFF2-40B4-BE49-F238E27FC236}">
                <a16:creationId xmlns:a16="http://schemas.microsoft.com/office/drawing/2014/main" id="{5AB6A5BD-B44D-4C34-AA04-A1A1234447F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430">
            <a:extLst>
              <a:ext uri="{FF2B5EF4-FFF2-40B4-BE49-F238E27FC236}">
                <a16:creationId xmlns:a16="http://schemas.microsoft.com/office/drawing/2014/main" id="{13B0CEF8-AEA6-4FF8-B63E-D7B83A925FF9}"/>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431">
            <a:extLst>
              <a:ext uri="{FF2B5EF4-FFF2-40B4-BE49-F238E27FC236}">
                <a16:creationId xmlns:a16="http://schemas.microsoft.com/office/drawing/2014/main" id="{FF8BB285-5854-438B-BC93-9B8C53450831}"/>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432">
            <a:extLst>
              <a:ext uri="{FF2B5EF4-FFF2-40B4-BE49-F238E27FC236}">
                <a16:creationId xmlns:a16="http://schemas.microsoft.com/office/drawing/2014/main" id="{4F5CC3AD-AB57-4A49-B586-3A73F2F3AA78}"/>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433">
            <a:extLst>
              <a:ext uri="{FF2B5EF4-FFF2-40B4-BE49-F238E27FC236}">
                <a16:creationId xmlns:a16="http://schemas.microsoft.com/office/drawing/2014/main" id="{5773BA7F-97E3-4143-80E0-5D72E6CDB52E}"/>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434">
            <a:extLst>
              <a:ext uri="{FF2B5EF4-FFF2-40B4-BE49-F238E27FC236}">
                <a16:creationId xmlns:a16="http://schemas.microsoft.com/office/drawing/2014/main" id="{80E2BF91-63F5-47C7-AC1F-498A45671F04}"/>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435">
            <a:extLst>
              <a:ext uri="{FF2B5EF4-FFF2-40B4-BE49-F238E27FC236}">
                <a16:creationId xmlns:a16="http://schemas.microsoft.com/office/drawing/2014/main" id="{C01D2728-26E2-42EF-A259-A5299C50A6C5}"/>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436">
            <a:extLst>
              <a:ext uri="{FF2B5EF4-FFF2-40B4-BE49-F238E27FC236}">
                <a16:creationId xmlns:a16="http://schemas.microsoft.com/office/drawing/2014/main" id="{FD7E04EC-021D-4914-9148-6AAA10E4B435}"/>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437">
            <a:extLst>
              <a:ext uri="{FF2B5EF4-FFF2-40B4-BE49-F238E27FC236}">
                <a16:creationId xmlns:a16="http://schemas.microsoft.com/office/drawing/2014/main" id="{5B54B3E7-EE36-41B3-8C2E-F8F4EC1B5718}"/>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438">
            <a:extLst>
              <a:ext uri="{FF2B5EF4-FFF2-40B4-BE49-F238E27FC236}">
                <a16:creationId xmlns:a16="http://schemas.microsoft.com/office/drawing/2014/main" id="{EE131C59-41C3-4965-BA85-C3FCCC274058}"/>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439">
            <a:extLst>
              <a:ext uri="{FF2B5EF4-FFF2-40B4-BE49-F238E27FC236}">
                <a16:creationId xmlns:a16="http://schemas.microsoft.com/office/drawing/2014/main" id="{76D3A0EB-2530-47D5-84E6-6685E22C6C37}"/>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440">
            <a:extLst>
              <a:ext uri="{FF2B5EF4-FFF2-40B4-BE49-F238E27FC236}">
                <a16:creationId xmlns:a16="http://schemas.microsoft.com/office/drawing/2014/main" id="{F4BD03AD-42AD-4E1D-A68A-37DBF64B39F5}"/>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441">
            <a:extLst>
              <a:ext uri="{FF2B5EF4-FFF2-40B4-BE49-F238E27FC236}">
                <a16:creationId xmlns:a16="http://schemas.microsoft.com/office/drawing/2014/main" id="{D64DD87E-9F4B-47B9-9747-F308346BF01B}"/>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442">
            <a:extLst>
              <a:ext uri="{FF2B5EF4-FFF2-40B4-BE49-F238E27FC236}">
                <a16:creationId xmlns:a16="http://schemas.microsoft.com/office/drawing/2014/main" id="{74FE50A2-A330-4BE4-8F33-CAF0837379D6}"/>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443">
            <a:extLst>
              <a:ext uri="{FF2B5EF4-FFF2-40B4-BE49-F238E27FC236}">
                <a16:creationId xmlns:a16="http://schemas.microsoft.com/office/drawing/2014/main" id="{26B3F778-1F20-4530-810B-521AD3266AF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444">
            <a:extLst>
              <a:ext uri="{FF2B5EF4-FFF2-40B4-BE49-F238E27FC236}">
                <a16:creationId xmlns:a16="http://schemas.microsoft.com/office/drawing/2014/main" id="{F17053F7-6611-4FAC-B51A-7AB528F1DC21}"/>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445">
            <a:extLst>
              <a:ext uri="{FF2B5EF4-FFF2-40B4-BE49-F238E27FC236}">
                <a16:creationId xmlns:a16="http://schemas.microsoft.com/office/drawing/2014/main" id="{3BCEADAA-BD32-4E9E-AEFF-10BBC65BD18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446">
            <a:extLst>
              <a:ext uri="{FF2B5EF4-FFF2-40B4-BE49-F238E27FC236}">
                <a16:creationId xmlns:a16="http://schemas.microsoft.com/office/drawing/2014/main" id="{9A06BF26-B8AF-4F54-B0F3-22EB2E15585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447">
            <a:extLst>
              <a:ext uri="{FF2B5EF4-FFF2-40B4-BE49-F238E27FC236}">
                <a16:creationId xmlns:a16="http://schemas.microsoft.com/office/drawing/2014/main" id="{74FFC08B-6970-4657-8127-462B2AD0844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448">
            <a:extLst>
              <a:ext uri="{FF2B5EF4-FFF2-40B4-BE49-F238E27FC236}">
                <a16:creationId xmlns:a16="http://schemas.microsoft.com/office/drawing/2014/main" id="{ED69E769-60AD-405F-AFD5-20B454151B5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449">
            <a:extLst>
              <a:ext uri="{FF2B5EF4-FFF2-40B4-BE49-F238E27FC236}">
                <a16:creationId xmlns:a16="http://schemas.microsoft.com/office/drawing/2014/main" id="{5E616631-71A5-436B-9180-840854970875}"/>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450">
            <a:extLst>
              <a:ext uri="{FF2B5EF4-FFF2-40B4-BE49-F238E27FC236}">
                <a16:creationId xmlns:a16="http://schemas.microsoft.com/office/drawing/2014/main" id="{77A62FEA-5C3A-4E0A-9C12-00603AF3450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451">
            <a:extLst>
              <a:ext uri="{FF2B5EF4-FFF2-40B4-BE49-F238E27FC236}">
                <a16:creationId xmlns:a16="http://schemas.microsoft.com/office/drawing/2014/main" id="{6DC51FED-199F-4154-980E-B540FE352FC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452">
            <a:extLst>
              <a:ext uri="{FF2B5EF4-FFF2-40B4-BE49-F238E27FC236}">
                <a16:creationId xmlns:a16="http://schemas.microsoft.com/office/drawing/2014/main" id="{E5EABC71-E428-4893-863C-B4B041176B02}"/>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453">
            <a:extLst>
              <a:ext uri="{FF2B5EF4-FFF2-40B4-BE49-F238E27FC236}">
                <a16:creationId xmlns:a16="http://schemas.microsoft.com/office/drawing/2014/main" id="{3D7572DC-90EA-4AC9-B667-2AAE338D2BDF}"/>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454">
            <a:extLst>
              <a:ext uri="{FF2B5EF4-FFF2-40B4-BE49-F238E27FC236}">
                <a16:creationId xmlns:a16="http://schemas.microsoft.com/office/drawing/2014/main" id="{11858026-A476-47F6-B3AF-24188F8FF81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455">
            <a:extLst>
              <a:ext uri="{FF2B5EF4-FFF2-40B4-BE49-F238E27FC236}">
                <a16:creationId xmlns:a16="http://schemas.microsoft.com/office/drawing/2014/main" id="{DB1E9DE6-39C3-4483-B59B-B7871B316AF9}"/>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456">
            <a:extLst>
              <a:ext uri="{FF2B5EF4-FFF2-40B4-BE49-F238E27FC236}">
                <a16:creationId xmlns:a16="http://schemas.microsoft.com/office/drawing/2014/main" id="{A00E65CD-1A56-42CF-8FEF-289563958F4A}"/>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457">
            <a:extLst>
              <a:ext uri="{FF2B5EF4-FFF2-40B4-BE49-F238E27FC236}">
                <a16:creationId xmlns:a16="http://schemas.microsoft.com/office/drawing/2014/main" id="{542B93F9-CAD9-4523-B59F-11A6C390AAA2}"/>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458">
            <a:extLst>
              <a:ext uri="{FF2B5EF4-FFF2-40B4-BE49-F238E27FC236}">
                <a16:creationId xmlns:a16="http://schemas.microsoft.com/office/drawing/2014/main" id="{A78267ED-713C-4AAE-96B2-7DCDDEBEBE5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459">
            <a:extLst>
              <a:ext uri="{FF2B5EF4-FFF2-40B4-BE49-F238E27FC236}">
                <a16:creationId xmlns:a16="http://schemas.microsoft.com/office/drawing/2014/main" id="{95D1A1F1-F41D-48B3-8501-54B2ADA0FB0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460">
            <a:extLst>
              <a:ext uri="{FF2B5EF4-FFF2-40B4-BE49-F238E27FC236}">
                <a16:creationId xmlns:a16="http://schemas.microsoft.com/office/drawing/2014/main" id="{97A16E76-634F-4A7A-BCB1-A3C787B468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461">
            <a:extLst>
              <a:ext uri="{FF2B5EF4-FFF2-40B4-BE49-F238E27FC236}">
                <a16:creationId xmlns:a16="http://schemas.microsoft.com/office/drawing/2014/main" id="{0E5066C8-8211-41FA-8B6E-2B07ADBCDE5A}"/>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462">
            <a:extLst>
              <a:ext uri="{FF2B5EF4-FFF2-40B4-BE49-F238E27FC236}">
                <a16:creationId xmlns:a16="http://schemas.microsoft.com/office/drawing/2014/main" id="{F2024B35-895B-4F81-8A91-35461A6E96D4}"/>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463">
            <a:extLst>
              <a:ext uri="{FF2B5EF4-FFF2-40B4-BE49-F238E27FC236}">
                <a16:creationId xmlns:a16="http://schemas.microsoft.com/office/drawing/2014/main" id="{0AA315CD-BF2C-46C0-97F3-83CA357FD0D5}"/>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464">
            <a:extLst>
              <a:ext uri="{FF2B5EF4-FFF2-40B4-BE49-F238E27FC236}">
                <a16:creationId xmlns:a16="http://schemas.microsoft.com/office/drawing/2014/main" id="{52493858-A6C9-48F3-BD65-C1870BFE9761}"/>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465">
            <a:extLst>
              <a:ext uri="{FF2B5EF4-FFF2-40B4-BE49-F238E27FC236}">
                <a16:creationId xmlns:a16="http://schemas.microsoft.com/office/drawing/2014/main" id="{1C9FD603-5822-4608-AA59-1DBEF73C04D7}"/>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466">
            <a:extLst>
              <a:ext uri="{FF2B5EF4-FFF2-40B4-BE49-F238E27FC236}">
                <a16:creationId xmlns:a16="http://schemas.microsoft.com/office/drawing/2014/main" id="{67656CF0-A69F-4646-BC26-1BB6FB31A3A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467">
            <a:extLst>
              <a:ext uri="{FF2B5EF4-FFF2-40B4-BE49-F238E27FC236}">
                <a16:creationId xmlns:a16="http://schemas.microsoft.com/office/drawing/2014/main" id="{0FD15642-3705-4D67-AD01-50B13B19E062}"/>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468">
            <a:extLst>
              <a:ext uri="{FF2B5EF4-FFF2-40B4-BE49-F238E27FC236}">
                <a16:creationId xmlns:a16="http://schemas.microsoft.com/office/drawing/2014/main" id="{78ECD2C5-6F73-493A-A648-1003B4BD5CB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469">
            <a:extLst>
              <a:ext uri="{FF2B5EF4-FFF2-40B4-BE49-F238E27FC236}">
                <a16:creationId xmlns:a16="http://schemas.microsoft.com/office/drawing/2014/main" id="{130527FC-ACD9-4E01-8A58-8C5CC099D72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470">
            <a:extLst>
              <a:ext uri="{FF2B5EF4-FFF2-40B4-BE49-F238E27FC236}">
                <a16:creationId xmlns:a16="http://schemas.microsoft.com/office/drawing/2014/main" id="{2527486C-0CCC-45FE-B771-B02CEC60197A}"/>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471">
            <a:extLst>
              <a:ext uri="{FF2B5EF4-FFF2-40B4-BE49-F238E27FC236}">
                <a16:creationId xmlns:a16="http://schemas.microsoft.com/office/drawing/2014/main" id="{0CD4AE2D-D491-46DD-B210-E64214DFB6D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472">
            <a:extLst>
              <a:ext uri="{FF2B5EF4-FFF2-40B4-BE49-F238E27FC236}">
                <a16:creationId xmlns:a16="http://schemas.microsoft.com/office/drawing/2014/main" id="{5DD4EF14-D1A9-43CF-BEB6-72F68DCA4EA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473">
            <a:extLst>
              <a:ext uri="{FF2B5EF4-FFF2-40B4-BE49-F238E27FC236}">
                <a16:creationId xmlns:a16="http://schemas.microsoft.com/office/drawing/2014/main" id="{DB429719-4B8F-4707-912F-B9F0AACC6AA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474">
            <a:extLst>
              <a:ext uri="{FF2B5EF4-FFF2-40B4-BE49-F238E27FC236}">
                <a16:creationId xmlns:a16="http://schemas.microsoft.com/office/drawing/2014/main" id="{27FB9198-AEA9-436F-9800-77B422B75AC5}"/>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475">
            <a:extLst>
              <a:ext uri="{FF2B5EF4-FFF2-40B4-BE49-F238E27FC236}">
                <a16:creationId xmlns:a16="http://schemas.microsoft.com/office/drawing/2014/main" id="{8E42A0AF-7CFE-4FB5-AD95-F6AC1844EE49}"/>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476">
            <a:extLst>
              <a:ext uri="{FF2B5EF4-FFF2-40B4-BE49-F238E27FC236}">
                <a16:creationId xmlns:a16="http://schemas.microsoft.com/office/drawing/2014/main" id="{410D5670-20EA-4FF9-BB1B-1E487FA48ACF}"/>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477">
            <a:extLst>
              <a:ext uri="{FF2B5EF4-FFF2-40B4-BE49-F238E27FC236}">
                <a16:creationId xmlns:a16="http://schemas.microsoft.com/office/drawing/2014/main" id="{123CBC7E-DC4E-4B75-9C09-B661947E4D23}"/>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478">
            <a:extLst>
              <a:ext uri="{FF2B5EF4-FFF2-40B4-BE49-F238E27FC236}">
                <a16:creationId xmlns:a16="http://schemas.microsoft.com/office/drawing/2014/main" id="{2B7C6AF2-AB3F-4C5A-8FF7-C649EA9B1F64}"/>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479">
            <a:extLst>
              <a:ext uri="{FF2B5EF4-FFF2-40B4-BE49-F238E27FC236}">
                <a16:creationId xmlns:a16="http://schemas.microsoft.com/office/drawing/2014/main" id="{89D9A459-8E06-4704-B325-168CB3EA6952}"/>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480">
            <a:extLst>
              <a:ext uri="{FF2B5EF4-FFF2-40B4-BE49-F238E27FC236}">
                <a16:creationId xmlns:a16="http://schemas.microsoft.com/office/drawing/2014/main" id="{FF688057-A209-4C7C-AAAB-A29236486724}"/>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481">
            <a:extLst>
              <a:ext uri="{FF2B5EF4-FFF2-40B4-BE49-F238E27FC236}">
                <a16:creationId xmlns:a16="http://schemas.microsoft.com/office/drawing/2014/main" id="{62990EE2-FD05-4C2D-8D9A-7011F8314AEF}"/>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482">
            <a:extLst>
              <a:ext uri="{FF2B5EF4-FFF2-40B4-BE49-F238E27FC236}">
                <a16:creationId xmlns:a16="http://schemas.microsoft.com/office/drawing/2014/main" id="{AA800499-B63C-4336-A725-81CB3B0EBCED}"/>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483">
            <a:extLst>
              <a:ext uri="{FF2B5EF4-FFF2-40B4-BE49-F238E27FC236}">
                <a16:creationId xmlns:a16="http://schemas.microsoft.com/office/drawing/2014/main" id="{388B596F-D844-4946-9319-64C6A9AB9346}"/>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484">
            <a:extLst>
              <a:ext uri="{FF2B5EF4-FFF2-40B4-BE49-F238E27FC236}">
                <a16:creationId xmlns:a16="http://schemas.microsoft.com/office/drawing/2014/main" id="{219D72FA-B7EB-4DED-B2B3-BF0CA2CDEE9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485">
            <a:extLst>
              <a:ext uri="{FF2B5EF4-FFF2-40B4-BE49-F238E27FC236}">
                <a16:creationId xmlns:a16="http://schemas.microsoft.com/office/drawing/2014/main" id="{9CCEA13E-9893-4B65-88CB-FF4FE3B22068}"/>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486">
            <a:extLst>
              <a:ext uri="{FF2B5EF4-FFF2-40B4-BE49-F238E27FC236}">
                <a16:creationId xmlns:a16="http://schemas.microsoft.com/office/drawing/2014/main" id="{FBF46167-E09C-4A91-B447-7EB20FB4A358}"/>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487">
            <a:extLst>
              <a:ext uri="{FF2B5EF4-FFF2-40B4-BE49-F238E27FC236}">
                <a16:creationId xmlns:a16="http://schemas.microsoft.com/office/drawing/2014/main" id="{B7A39269-5EB3-4047-9345-6C00FBFB826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488">
            <a:extLst>
              <a:ext uri="{FF2B5EF4-FFF2-40B4-BE49-F238E27FC236}">
                <a16:creationId xmlns:a16="http://schemas.microsoft.com/office/drawing/2014/main" id="{1F4A9D7E-49CE-4B8F-9C14-698187C6D95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489">
            <a:extLst>
              <a:ext uri="{FF2B5EF4-FFF2-40B4-BE49-F238E27FC236}">
                <a16:creationId xmlns:a16="http://schemas.microsoft.com/office/drawing/2014/main" id="{AF266858-D6E3-4EBA-AB57-CA5152C97163}"/>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490">
            <a:extLst>
              <a:ext uri="{FF2B5EF4-FFF2-40B4-BE49-F238E27FC236}">
                <a16:creationId xmlns:a16="http://schemas.microsoft.com/office/drawing/2014/main" id="{7E74DE9E-43E0-4B2E-B064-E053E9A25B6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491">
            <a:extLst>
              <a:ext uri="{FF2B5EF4-FFF2-40B4-BE49-F238E27FC236}">
                <a16:creationId xmlns:a16="http://schemas.microsoft.com/office/drawing/2014/main" id="{285CCE7F-9476-48E0-BA77-10A9EDF5056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492">
            <a:extLst>
              <a:ext uri="{FF2B5EF4-FFF2-40B4-BE49-F238E27FC236}">
                <a16:creationId xmlns:a16="http://schemas.microsoft.com/office/drawing/2014/main" id="{E96325BE-76AE-4C93-9AB3-A4BA66A38E21}"/>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493">
            <a:extLst>
              <a:ext uri="{FF2B5EF4-FFF2-40B4-BE49-F238E27FC236}">
                <a16:creationId xmlns:a16="http://schemas.microsoft.com/office/drawing/2014/main" id="{3D53E631-5CDA-4272-B836-2807CD67B2C8}"/>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494">
            <a:extLst>
              <a:ext uri="{FF2B5EF4-FFF2-40B4-BE49-F238E27FC236}">
                <a16:creationId xmlns:a16="http://schemas.microsoft.com/office/drawing/2014/main" id="{A8953B94-E729-43F9-A871-06626EECA92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495">
            <a:extLst>
              <a:ext uri="{FF2B5EF4-FFF2-40B4-BE49-F238E27FC236}">
                <a16:creationId xmlns:a16="http://schemas.microsoft.com/office/drawing/2014/main" id="{9EFA8037-7D11-404C-8B47-4001918D6699}"/>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496">
            <a:extLst>
              <a:ext uri="{FF2B5EF4-FFF2-40B4-BE49-F238E27FC236}">
                <a16:creationId xmlns:a16="http://schemas.microsoft.com/office/drawing/2014/main" id="{4C5C7BD8-4E03-4969-B68D-16963DD8D558}"/>
              </a:ext>
            </a:extLst>
          </p:cNvPr>
          <p:cNvSpPr>
            <a:spLocks noGrp="1"/>
          </p:cNvSpPr>
          <p:nvPr/>
        </p:nvSpPr>
        <p:spPr>
          <a:xfrm>
            <a:off x="971550" y="2095500"/>
            <a:ext cx="1752600" cy="1752600"/>
          </a:xfrm>
          <a:prstGeom prst="rect">
            <a:avLst/>
          </a:prstGeom>
          <a:noFill/>
          <a:ln w="47625">
            <a:solidFill>
              <a:srgbClr val="E58C22"/>
            </a:solidFill>
          </a:ln>
        </p:spPr>
      </p:sp>
      <p:sp>
        <p:nvSpPr>
          <p:cNvPr id="153" name="prose-497">
            <a:extLst>
              <a:ext uri="{FF2B5EF4-FFF2-40B4-BE49-F238E27FC236}">
                <a16:creationId xmlns:a16="http://schemas.microsoft.com/office/drawing/2014/main" id="{E22D4C5B-D9B7-476B-BD64-B3D1CF51B85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498">
            <a:extLst>
              <a:ext uri="{FF2B5EF4-FFF2-40B4-BE49-F238E27FC236}">
                <a16:creationId xmlns:a16="http://schemas.microsoft.com/office/drawing/2014/main" id="{29B84952-D6BE-4343-BB30-5AFF2AD6B38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499">
            <a:extLst>
              <a:ext uri="{FF2B5EF4-FFF2-40B4-BE49-F238E27FC236}">
                <a16:creationId xmlns:a16="http://schemas.microsoft.com/office/drawing/2014/main" id="{6175C525-E46E-46E8-999C-845E5BF41019}"/>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 ? ? )</a:t>
            </a:r>
          </a:p>
        </p:txBody>
      </p:sp>
      <p:sp>
        <p:nvSpPr>
          <p:cNvPr id="156" name="caption">
            <a:extLst>
              <a:ext uri="{FF2B5EF4-FFF2-40B4-BE49-F238E27FC236}">
                <a16:creationId xmlns:a16="http://schemas.microsoft.com/office/drawing/2014/main" id="{235E85BA-5431-4A3D-A8B8-14D2CA9F9BA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9403129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B6B1F4D0-2577-4619-AFE7-56CF5335D8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8DA0EA4-398F-4262-8E5A-AADFD48F6B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FA40AD-0B82-4B54-AAEB-857C009340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우상: 16칸을 1 하나로 반환</a:t>
            </a:r>
          </a:p>
        </p:txBody>
      </p:sp>
      <p:sp>
        <p:nvSpPr>
          <p:cNvPr id="4" name="line-500">
            <a:extLst>
              <a:ext uri="{FF2B5EF4-FFF2-40B4-BE49-F238E27FC236}">
                <a16:creationId xmlns:a16="http://schemas.microsoft.com/office/drawing/2014/main" id="{F895FFD4-D014-487A-B052-E2D4ACF380F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C88F1AC-B291-404A-9E64-B66AF1591C4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58B6C0C-AC26-4169-92DD-E5C57B5FE70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188</a:t>
            </a:r>
            <a:endParaRPr sz="1050" b="0">
              <a:solidFill>
                <a:srgbClr val="151515"/>
              </a:solidFill>
              <a:latin typeface="Consolas"/>
              <a:ea typeface="Consolas"/>
              <a:cs typeface="Consolas"/>
            </a:endParaRPr>
          </a:p>
        </p:txBody>
      </p:sp>
      <p:sp>
        <p:nvSpPr>
          <p:cNvPr id="7" name="pixel-501">
            <a:extLst>
              <a:ext uri="{FF2B5EF4-FFF2-40B4-BE49-F238E27FC236}">
                <a16:creationId xmlns:a16="http://schemas.microsoft.com/office/drawing/2014/main" id="{0B8A1575-59A0-457D-9795-7DF5AB9B53F0}"/>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02">
            <a:extLst>
              <a:ext uri="{FF2B5EF4-FFF2-40B4-BE49-F238E27FC236}">
                <a16:creationId xmlns:a16="http://schemas.microsoft.com/office/drawing/2014/main" id="{C7566240-20A7-4F63-9705-7D3D6131775F}"/>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03">
            <a:extLst>
              <a:ext uri="{FF2B5EF4-FFF2-40B4-BE49-F238E27FC236}">
                <a16:creationId xmlns:a16="http://schemas.microsoft.com/office/drawing/2014/main" id="{53AC8FCF-35E4-41D9-960F-02F208D8786B}"/>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04">
            <a:extLst>
              <a:ext uri="{FF2B5EF4-FFF2-40B4-BE49-F238E27FC236}">
                <a16:creationId xmlns:a16="http://schemas.microsoft.com/office/drawing/2014/main" id="{D73E6026-B4A0-4DEA-82DB-FE236174B71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05">
            <a:extLst>
              <a:ext uri="{FF2B5EF4-FFF2-40B4-BE49-F238E27FC236}">
                <a16:creationId xmlns:a16="http://schemas.microsoft.com/office/drawing/2014/main" id="{464BF01B-AF0A-4CE5-8439-26E07B2AB18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06">
            <a:extLst>
              <a:ext uri="{FF2B5EF4-FFF2-40B4-BE49-F238E27FC236}">
                <a16:creationId xmlns:a16="http://schemas.microsoft.com/office/drawing/2014/main" id="{2D8CEEFF-7916-44DA-9375-41CD5BD5EF83}"/>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07">
            <a:extLst>
              <a:ext uri="{FF2B5EF4-FFF2-40B4-BE49-F238E27FC236}">
                <a16:creationId xmlns:a16="http://schemas.microsoft.com/office/drawing/2014/main" id="{1CD7497A-E6A1-4734-AC28-68694BC7DB2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08">
            <a:extLst>
              <a:ext uri="{FF2B5EF4-FFF2-40B4-BE49-F238E27FC236}">
                <a16:creationId xmlns:a16="http://schemas.microsoft.com/office/drawing/2014/main" id="{6CF94057-30A1-4DFA-A048-F2166C0C84E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09">
            <a:extLst>
              <a:ext uri="{FF2B5EF4-FFF2-40B4-BE49-F238E27FC236}">
                <a16:creationId xmlns:a16="http://schemas.microsoft.com/office/drawing/2014/main" id="{CB26A0BE-F3E6-4F6E-BA4E-E848D1630E48}"/>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510">
            <a:extLst>
              <a:ext uri="{FF2B5EF4-FFF2-40B4-BE49-F238E27FC236}">
                <a16:creationId xmlns:a16="http://schemas.microsoft.com/office/drawing/2014/main" id="{93332365-1059-4B6D-AA71-6A55EBFA707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511">
            <a:extLst>
              <a:ext uri="{FF2B5EF4-FFF2-40B4-BE49-F238E27FC236}">
                <a16:creationId xmlns:a16="http://schemas.microsoft.com/office/drawing/2014/main" id="{6E2C7EB4-D2E8-40AA-87F3-A87F144609A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512">
            <a:extLst>
              <a:ext uri="{FF2B5EF4-FFF2-40B4-BE49-F238E27FC236}">
                <a16:creationId xmlns:a16="http://schemas.microsoft.com/office/drawing/2014/main" id="{0D50CA07-F0B4-4A26-BED4-5D294012BFC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513">
            <a:extLst>
              <a:ext uri="{FF2B5EF4-FFF2-40B4-BE49-F238E27FC236}">
                <a16:creationId xmlns:a16="http://schemas.microsoft.com/office/drawing/2014/main" id="{61C3562A-F1F9-4010-9C1D-52607CE063C3}"/>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514">
            <a:extLst>
              <a:ext uri="{FF2B5EF4-FFF2-40B4-BE49-F238E27FC236}">
                <a16:creationId xmlns:a16="http://schemas.microsoft.com/office/drawing/2014/main" id="{480C411E-F278-47D0-86CE-DF8C493CC8A2}"/>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515">
            <a:extLst>
              <a:ext uri="{FF2B5EF4-FFF2-40B4-BE49-F238E27FC236}">
                <a16:creationId xmlns:a16="http://schemas.microsoft.com/office/drawing/2014/main" id="{575B1C0C-B381-40E3-96C6-1FC6A1CA9CC2}"/>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516">
            <a:extLst>
              <a:ext uri="{FF2B5EF4-FFF2-40B4-BE49-F238E27FC236}">
                <a16:creationId xmlns:a16="http://schemas.microsoft.com/office/drawing/2014/main" id="{3FE9312D-57B4-452C-B34D-C9BCE677E7D3}"/>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517">
            <a:extLst>
              <a:ext uri="{FF2B5EF4-FFF2-40B4-BE49-F238E27FC236}">
                <a16:creationId xmlns:a16="http://schemas.microsoft.com/office/drawing/2014/main" id="{6D1FFB12-08ED-4990-9E60-4E922F37299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518">
            <a:extLst>
              <a:ext uri="{FF2B5EF4-FFF2-40B4-BE49-F238E27FC236}">
                <a16:creationId xmlns:a16="http://schemas.microsoft.com/office/drawing/2014/main" id="{8BB44915-3E98-4431-B7D0-402BA3FBEF6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519">
            <a:extLst>
              <a:ext uri="{FF2B5EF4-FFF2-40B4-BE49-F238E27FC236}">
                <a16:creationId xmlns:a16="http://schemas.microsoft.com/office/drawing/2014/main" id="{4D54FAE6-5CC7-421D-95E5-0F39C04A84A2}"/>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520">
            <a:extLst>
              <a:ext uri="{FF2B5EF4-FFF2-40B4-BE49-F238E27FC236}">
                <a16:creationId xmlns:a16="http://schemas.microsoft.com/office/drawing/2014/main" id="{1C7E50E7-DA71-478F-A43C-DB5058423DFD}"/>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521">
            <a:extLst>
              <a:ext uri="{FF2B5EF4-FFF2-40B4-BE49-F238E27FC236}">
                <a16:creationId xmlns:a16="http://schemas.microsoft.com/office/drawing/2014/main" id="{1721254E-ED96-4156-80B3-2A7EDB5EE6A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522">
            <a:extLst>
              <a:ext uri="{FF2B5EF4-FFF2-40B4-BE49-F238E27FC236}">
                <a16:creationId xmlns:a16="http://schemas.microsoft.com/office/drawing/2014/main" id="{7E739EB6-FF4F-48B0-935F-C491617D3FF0}"/>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523">
            <a:extLst>
              <a:ext uri="{FF2B5EF4-FFF2-40B4-BE49-F238E27FC236}">
                <a16:creationId xmlns:a16="http://schemas.microsoft.com/office/drawing/2014/main" id="{06F922AF-B64D-4966-8E62-1DE5EECBF77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524">
            <a:extLst>
              <a:ext uri="{FF2B5EF4-FFF2-40B4-BE49-F238E27FC236}">
                <a16:creationId xmlns:a16="http://schemas.microsoft.com/office/drawing/2014/main" id="{F6FFAE69-1181-4BF6-BAE9-CD92B583FE1C}"/>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525">
            <a:extLst>
              <a:ext uri="{FF2B5EF4-FFF2-40B4-BE49-F238E27FC236}">
                <a16:creationId xmlns:a16="http://schemas.microsoft.com/office/drawing/2014/main" id="{3D15080E-F10F-41B8-8076-0A3BA3EEB27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526">
            <a:extLst>
              <a:ext uri="{FF2B5EF4-FFF2-40B4-BE49-F238E27FC236}">
                <a16:creationId xmlns:a16="http://schemas.microsoft.com/office/drawing/2014/main" id="{2D49F7F1-DA63-4259-8800-AC046E3C99C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527">
            <a:extLst>
              <a:ext uri="{FF2B5EF4-FFF2-40B4-BE49-F238E27FC236}">
                <a16:creationId xmlns:a16="http://schemas.microsoft.com/office/drawing/2014/main" id="{6B047EAD-A2BA-4DDF-BD03-8CCE3D4CFDB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528">
            <a:extLst>
              <a:ext uri="{FF2B5EF4-FFF2-40B4-BE49-F238E27FC236}">
                <a16:creationId xmlns:a16="http://schemas.microsoft.com/office/drawing/2014/main" id="{3A096C42-BF9D-47C4-894E-CD2EB841B8F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529">
            <a:extLst>
              <a:ext uri="{FF2B5EF4-FFF2-40B4-BE49-F238E27FC236}">
                <a16:creationId xmlns:a16="http://schemas.microsoft.com/office/drawing/2014/main" id="{91E1318C-A21B-4374-8282-4E8858D14CA8}"/>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530">
            <a:extLst>
              <a:ext uri="{FF2B5EF4-FFF2-40B4-BE49-F238E27FC236}">
                <a16:creationId xmlns:a16="http://schemas.microsoft.com/office/drawing/2014/main" id="{8A584DB9-7772-4993-9C26-5DEBA14AF8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531">
            <a:extLst>
              <a:ext uri="{FF2B5EF4-FFF2-40B4-BE49-F238E27FC236}">
                <a16:creationId xmlns:a16="http://schemas.microsoft.com/office/drawing/2014/main" id="{A7F90163-D7BD-4EC0-86B0-BC54140F59B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532">
            <a:extLst>
              <a:ext uri="{FF2B5EF4-FFF2-40B4-BE49-F238E27FC236}">
                <a16:creationId xmlns:a16="http://schemas.microsoft.com/office/drawing/2014/main" id="{7760330A-9452-4B47-B589-66F3182DA2DB}"/>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533">
            <a:extLst>
              <a:ext uri="{FF2B5EF4-FFF2-40B4-BE49-F238E27FC236}">
                <a16:creationId xmlns:a16="http://schemas.microsoft.com/office/drawing/2014/main" id="{6C916F19-1813-4E23-90E7-4916327FC12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534">
            <a:extLst>
              <a:ext uri="{FF2B5EF4-FFF2-40B4-BE49-F238E27FC236}">
                <a16:creationId xmlns:a16="http://schemas.microsoft.com/office/drawing/2014/main" id="{9B20DD51-E1EF-42B8-BD8D-A6C8B9FEBB2D}"/>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535">
            <a:extLst>
              <a:ext uri="{FF2B5EF4-FFF2-40B4-BE49-F238E27FC236}">
                <a16:creationId xmlns:a16="http://schemas.microsoft.com/office/drawing/2014/main" id="{33B9ADA8-0F21-45E8-B5A4-475050EB69BA}"/>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536">
            <a:extLst>
              <a:ext uri="{FF2B5EF4-FFF2-40B4-BE49-F238E27FC236}">
                <a16:creationId xmlns:a16="http://schemas.microsoft.com/office/drawing/2014/main" id="{C01D46AC-E806-4149-907E-E23B9E703318}"/>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537">
            <a:extLst>
              <a:ext uri="{FF2B5EF4-FFF2-40B4-BE49-F238E27FC236}">
                <a16:creationId xmlns:a16="http://schemas.microsoft.com/office/drawing/2014/main" id="{D3C5AA5E-0742-4774-8658-C028648C3D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538">
            <a:extLst>
              <a:ext uri="{FF2B5EF4-FFF2-40B4-BE49-F238E27FC236}">
                <a16:creationId xmlns:a16="http://schemas.microsoft.com/office/drawing/2014/main" id="{43BD489C-F533-4EB1-940F-06C507D78ACA}"/>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539">
            <a:extLst>
              <a:ext uri="{FF2B5EF4-FFF2-40B4-BE49-F238E27FC236}">
                <a16:creationId xmlns:a16="http://schemas.microsoft.com/office/drawing/2014/main" id="{B762D955-7784-450D-B01F-336607CA3E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540">
            <a:extLst>
              <a:ext uri="{FF2B5EF4-FFF2-40B4-BE49-F238E27FC236}">
                <a16:creationId xmlns:a16="http://schemas.microsoft.com/office/drawing/2014/main" id="{0038A636-23C4-4CFC-A95B-895103508016}"/>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541">
            <a:extLst>
              <a:ext uri="{FF2B5EF4-FFF2-40B4-BE49-F238E27FC236}">
                <a16:creationId xmlns:a16="http://schemas.microsoft.com/office/drawing/2014/main" id="{9808428D-FE74-471D-94E0-DC47155F47FD}"/>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542">
            <a:extLst>
              <a:ext uri="{FF2B5EF4-FFF2-40B4-BE49-F238E27FC236}">
                <a16:creationId xmlns:a16="http://schemas.microsoft.com/office/drawing/2014/main" id="{03BEB897-34DD-4CA3-8F94-C1D6ECA7380B}"/>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543">
            <a:extLst>
              <a:ext uri="{FF2B5EF4-FFF2-40B4-BE49-F238E27FC236}">
                <a16:creationId xmlns:a16="http://schemas.microsoft.com/office/drawing/2014/main" id="{571F1BE4-BDFC-4BD7-8BB4-69D0D9BA34C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544">
            <a:extLst>
              <a:ext uri="{FF2B5EF4-FFF2-40B4-BE49-F238E27FC236}">
                <a16:creationId xmlns:a16="http://schemas.microsoft.com/office/drawing/2014/main" id="{8DD2C4A4-264D-490D-A998-C66A33A0BFE7}"/>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545">
            <a:extLst>
              <a:ext uri="{FF2B5EF4-FFF2-40B4-BE49-F238E27FC236}">
                <a16:creationId xmlns:a16="http://schemas.microsoft.com/office/drawing/2014/main" id="{2A9B8CA6-55B1-4770-B364-2D949D273016}"/>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546">
            <a:extLst>
              <a:ext uri="{FF2B5EF4-FFF2-40B4-BE49-F238E27FC236}">
                <a16:creationId xmlns:a16="http://schemas.microsoft.com/office/drawing/2014/main" id="{8C58491D-B274-4643-B77B-1CEA6E4AC8F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547">
            <a:extLst>
              <a:ext uri="{FF2B5EF4-FFF2-40B4-BE49-F238E27FC236}">
                <a16:creationId xmlns:a16="http://schemas.microsoft.com/office/drawing/2014/main" id="{271F2211-4D06-4F87-A5E7-93FB3124E13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548">
            <a:extLst>
              <a:ext uri="{FF2B5EF4-FFF2-40B4-BE49-F238E27FC236}">
                <a16:creationId xmlns:a16="http://schemas.microsoft.com/office/drawing/2014/main" id="{892E3A5E-DB13-42CD-965C-BF538478DF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549">
            <a:extLst>
              <a:ext uri="{FF2B5EF4-FFF2-40B4-BE49-F238E27FC236}">
                <a16:creationId xmlns:a16="http://schemas.microsoft.com/office/drawing/2014/main" id="{8EEB7386-9F0B-4D21-BAA6-F58DD45BB85A}"/>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550">
            <a:extLst>
              <a:ext uri="{FF2B5EF4-FFF2-40B4-BE49-F238E27FC236}">
                <a16:creationId xmlns:a16="http://schemas.microsoft.com/office/drawing/2014/main" id="{6F6CBB65-4662-4688-B75B-F99BF3020805}"/>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551">
            <a:extLst>
              <a:ext uri="{FF2B5EF4-FFF2-40B4-BE49-F238E27FC236}">
                <a16:creationId xmlns:a16="http://schemas.microsoft.com/office/drawing/2014/main" id="{20D4EEE9-174B-41C2-A916-F9AD6960B97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552">
            <a:extLst>
              <a:ext uri="{FF2B5EF4-FFF2-40B4-BE49-F238E27FC236}">
                <a16:creationId xmlns:a16="http://schemas.microsoft.com/office/drawing/2014/main" id="{0F9E2254-AAD1-42DA-9760-3D1391C4C1EF}"/>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553">
            <a:extLst>
              <a:ext uri="{FF2B5EF4-FFF2-40B4-BE49-F238E27FC236}">
                <a16:creationId xmlns:a16="http://schemas.microsoft.com/office/drawing/2014/main" id="{60C10B86-E064-4CFB-816D-A78C4867CF38}"/>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554">
            <a:extLst>
              <a:ext uri="{FF2B5EF4-FFF2-40B4-BE49-F238E27FC236}">
                <a16:creationId xmlns:a16="http://schemas.microsoft.com/office/drawing/2014/main" id="{704FB0AB-FCE8-43DE-A2EE-C773F08F4384}"/>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555">
            <a:extLst>
              <a:ext uri="{FF2B5EF4-FFF2-40B4-BE49-F238E27FC236}">
                <a16:creationId xmlns:a16="http://schemas.microsoft.com/office/drawing/2014/main" id="{4C934AC4-71FE-4976-A1F0-41360502918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556">
            <a:extLst>
              <a:ext uri="{FF2B5EF4-FFF2-40B4-BE49-F238E27FC236}">
                <a16:creationId xmlns:a16="http://schemas.microsoft.com/office/drawing/2014/main" id="{0F096C01-E4BF-4820-BB4D-CFE4BBE30B55}"/>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557">
            <a:extLst>
              <a:ext uri="{FF2B5EF4-FFF2-40B4-BE49-F238E27FC236}">
                <a16:creationId xmlns:a16="http://schemas.microsoft.com/office/drawing/2014/main" id="{3AF13ED6-EA23-48E1-9017-0C7451A5A81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558">
            <a:extLst>
              <a:ext uri="{FF2B5EF4-FFF2-40B4-BE49-F238E27FC236}">
                <a16:creationId xmlns:a16="http://schemas.microsoft.com/office/drawing/2014/main" id="{736246A1-815D-4D90-B557-CCF69702F989}"/>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559">
            <a:extLst>
              <a:ext uri="{FF2B5EF4-FFF2-40B4-BE49-F238E27FC236}">
                <a16:creationId xmlns:a16="http://schemas.microsoft.com/office/drawing/2014/main" id="{AC84E64A-5EE2-427C-92E6-DB888C2D277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560">
            <a:extLst>
              <a:ext uri="{FF2B5EF4-FFF2-40B4-BE49-F238E27FC236}">
                <a16:creationId xmlns:a16="http://schemas.microsoft.com/office/drawing/2014/main" id="{B0CEAF27-F074-4F8B-AC38-1B2D3931AD34}"/>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561">
            <a:extLst>
              <a:ext uri="{FF2B5EF4-FFF2-40B4-BE49-F238E27FC236}">
                <a16:creationId xmlns:a16="http://schemas.microsoft.com/office/drawing/2014/main" id="{6F5CA9F6-B369-448F-A791-C3AB03113F5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562">
            <a:extLst>
              <a:ext uri="{FF2B5EF4-FFF2-40B4-BE49-F238E27FC236}">
                <a16:creationId xmlns:a16="http://schemas.microsoft.com/office/drawing/2014/main" id="{D32CA298-27D9-455D-9EF8-C9ECA335FD5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563">
            <a:extLst>
              <a:ext uri="{FF2B5EF4-FFF2-40B4-BE49-F238E27FC236}">
                <a16:creationId xmlns:a16="http://schemas.microsoft.com/office/drawing/2014/main" id="{DBC4CBE6-2AC2-4BEA-852B-78E1B3C5A425}"/>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564">
            <a:extLst>
              <a:ext uri="{FF2B5EF4-FFF2-40B4-BE49-F238E27FC236}">
                <a16:creationId xmlns:a16="http://schemas.microsoft.com/office/drawing/2014/main" id="{79F5A4F4-665D-4EA9-AC49-55BE18D1AC37}"/>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565">
            <a:extLst>
              <a:ext uri="{FF2B5EF4-FFF2-40B4-BE49-F238E27FC236}">
                <a16:creationId xmlns:a16="http://schemas.microsoft.com/office/drawing/2014/main" id="{12BB6BA8-664B-41F3-8D1F-0FCBCCA4FE50}"/>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566">
            <a:extLst>
              <a:ext uri="{FF2B5EF4-FFF2-40B4-BE49-F238E27FC236}">
                <a16:creationId xmlns:a16="http://schemas.microsoft.com/office/drawing/2014/main" id="{12DCE767-ECA8-44D2-93DC-8D5C9A33362A}"/>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567">
            <a:extLst>
              <a:ext uri="{FF2B5EF4-FFF2-40B4-BE49-F238E27FC236}">
                <a16:creationId xmlns:a16="http://schemas.microsoft.com/office/drawing/2014/main" id="{1983B7F5-82D8-4FC6-BFC8-078545D4E3CA}"/>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568">
            <a:extLst>
              <a:ext uri="{FF2B5EF4-FFF2-40B4-BE49-F238E27FC236}">
                <a16:creationId xmlns:a16="http://schemas.microsoft.com/office/drawing/2014/main" id="{1DCA3487-7013-428A-8E22-7FE693F814F4}"/>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569">
            <a:extLst>
              <a:ext uri="{FF2B5EF4-FFF2-40B4-BE49-F238E27FC236}">
                <a16:creationId xmlns:a16="http://schemas.microsoft.com/office/drawing/2014/main" id="{C932F6CE-8A93-4FE4-B74C-C607DFC83D7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570">
            <a:extLst>
              <a:ext uri="{FF2B5EF4-FFF2-40B4-BE49-F238E27FC236}">
                <a16:creationId xmlns:a16="http://schemas.microsoft.com/office/drawing/2014/main" id="{D16281AD-FBE0-4DD2-AF30-C6D3C540FC5D}"/>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571">
            <a:extLst>
              <a:ext uri="{FF2B5EF4-FFF2-40B4-BE49-F238E27FC236}">
                <a16:creationId xmlns:a16="http://schemas.microsoft.com/office/drawing/2014/main" id="{AEEC69AA-39A7-46E9-87EE-983E8EE45204}"/>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572">
            <a:extLst>
              <a:ext uri="{FF2B5EF4-FFF2-40B4-BE49-F238E27FC236}">
                <a16:creationId xmlns:a16="http://schemas.microsoft.com/office/drawing/2014/main" id="{B0D1DF99-647D-46D2-9502-F263683EDD2E}"/>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573">
            <a:extLst>
              <a:ext uri="{FF2B5EF4-FFF2-40B4-BE49-F238E27FC236}">
                <a16:creationId xmlns:a16="http://schemas.microsoft.com/office/drawing/2014/main" id="{432BE25B-74F8-450F-9B28-06EEA16F6807}"/>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574">
            <a:extLst>
              <a:ext uri="{FF2B5EF4-FFF2-40B4-BE49-F238E27FC236}">
                <a16:creationId xmlns:a16="http://schemas.microsoft.com/office/drawing/2014/main" id="{069E0E0E-AF19-43E5-B137-5EC25C2405C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575">
            <a:extLst>
              <a:ext uri="{FF2B5EF4-FFF2-40B4-BE49-F238E27FC236}">
                <a16:creationId xmlns:a16="http://schemas.microsoft.com/office/drawing/2014/main" id="{79AAE38C-ADE2-4D2E-B723-BC8C246AB84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576">
            <a:extLst>
              <a:ext uri="{FF2B5EF4-FFF2-40B4-BE49-F238E27FC236}">
                <a16:creationId xmlns:a16="http://schemas.microsoft.com/office/drawing/2014/main" id="{74DB0BEC-DA75-4D61-B4B6-6941FDB254F4}"/>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577">
            <a:extLst>
              <a:ext uri="{FF2B5EF4-FFF2-40B4-BE49-F238E27FC236}">
                <a16:creationId xmlns:a16="http://schemas.microsoft.com/office/drawing/2014/main" id="{F377D394-0191-41BB-ABF1-D7E590F64BE0}"/>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578">
            <a:extLst>
              <a:ext uri="{FF2B5EF4-FFF2-40B4-BE49-F238E27FC236}">
                <a16:creationId xmlns:a16="http://schemas.microsoft.com/office/drawing/2014/main" id="{786C6BF2-5F6A-4568-B4DC-D0AF31C8D505}"/>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579">
            <a:extLst>
              <a:ext uri="{FF2B5EF4-FFF2-40B4-BE49-F238E27FC236}">
                <a16:creationId xmlns:a16="http://schemas.microsoft.com/office/drawing/2014/main" id="{A0FB24B0-82B1-4945-8FF8-9B2C70CE085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580">
            <a:extLst>
              <a:ext uri="{FF2B5EF4-FFF2-40B4-BE49-F238E27FC236}">
                <a16:creationId xmlns:a16="http://schemas.microsoft.com/office/drawing/2014/main" id="{2C9F6C8E-2D99-457F-93F4-C59A312486C5}"/>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581">
            <a:extLst>
              <a:ext uri="{FF2B5EF4-FFF2-40B4-BE49-F238E27FC236}">
                <a16:creationId xmlns:a16="http://schemas.microsoft.com/office/drawing/2014/main" id="{A336F723-34C5-4C70-B574-21F09F59DF07}"/>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582">
            <a:extLst>
              <a:ext uri="{FF2B5EF4-FFF2-40B4-BE49-F238E27FC236}">
                <a16:creationId xmlns:a16="http://schemas.microsoft.com/office/drawing/2014/main" id="{F4E55373-4B00-4054-91CD-AE466A53A4F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583">
            <a:extLst>
              <a:ext uri="{FF2B5EF4-FFF2-40B4-BE49-F238E27FC236}">
                <a16:creationId xmlns:a16="http://schemas.microsoft.com/office/drawing/2014/main" id="{D6440114-B80E-4B4F-9AEF-A992ECC9307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584">
            <a:extLst>
              <a:ext uri="{FF2B5EF4-FFF2-40B4-BE49-F238E27FC236}">
                <a16:creationId xmlns:a16="http://schemas.microsoft.com/office/drawing/2014/main" id="{9116EABC-1FEE-47CA-825C-14296957359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585">
            <a:extLst>
              <a:ext uri="{FF2B5EF4-FFF2-40B4-BE49-F238E27FC236}">
                <a16:creationId xmlns:a16="http://schemas.microsoft.com/office/drawing/2014/main" id="{B181B2C9-0362-4DF6-9AAF-795F5D3EB6E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586">
            <a:extLst>
              <a:ext uri="{FF2B5EF4-FFF2-40B4-BE49-F238E27FC236}">
                <a16:creationId xmlns:a16="http://schemas.microsoft.com/office/drawing/2014/main" id="{DF02212B-8F5D-4F5F-A80B-0518FCA23963}"/>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587">
            <a:extLst>
              <a:ext uri="{FF2B5EF4-FFF2-40B4-BE49-F238E27FC236}">
                <a16:creationId xmlns:a16="http://schemas.microsoft.com/office/drawing/2014/main" id="{FCBBCE9E-4A1C-414D-AD40-F3F984B596AF}"/>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588">
            <a:extLst>
              <a:ext uri="{FF2B5EF4-FFF2-40B4-BE49-F238E27FC236}">
                <a16:creationId xmlns:a16="http://schemas.microsoft.com/office/drawing/2014/main" id="{91995314-5776-48A2-B813-34F0685C2A9A}"/>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589">
            <a:extLst>
              <a:ext uri="{FF2B5EF4-FFF2-40B4-BE49-F238E27FC236}">
                <a16:creationId xmlns:a16="http://schemas.microsoft.com/office/drawing/2014/main" id="{4F034D38-D826-42AA-A503-4D90849A26AD}"/>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590">
            <a:extLst>
              <a:ext uri="{FF2B5EF4-FFF2-40B4-BE49-F238E27FC236}">
                <a16:creationId xmlns:a16="http://schemas.microsoft.com/office/drawing/2014/main" id="{308C61BB-B019-43B0-9FB6-FC5007CEE3B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591">
            <a:extLst>
              <a:ext uri="{FF2B5EF4-FFF2-40B4-BE49-F238E27FC236}">
                <a16:creationId xmlns:a16="http://schemas.microsoft.com/office/drawing/2014/main" id="{81B80A88-D026-4A11-B8CC-F63F6F50144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592">
            <a:extLst>
              <a:ext uri="{FF2B5EF4-FFF2-40B4-BE49-F238E27FC236}">
                <a16:creationId xmlns:a16="http://schemas.microsoft.com/office/drawing/2014/main" id="{27EA9C0F-CC5C-4A91-826A-C75B15CD36A0}"/>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593">
            <a:extLst>
              <a:ext uri="{FF2B5EF4-FFF2-40B4-BE49-F238E27FC236}">
                <a16:creationId xmlns:a16="http://schemas.microsoft.com/office/drawing/2014/main" id="{786F006D-EDB6-43B7-9C59-38E8AB6AB9D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594">
            <a:extLst>
              <a:ext uri="{FF2B5EF4-FFF2-40B4-BE49-F238E27FC236}">
                <a16:creationId xmlns:a16="http://schemas.microsoft.com/office/drawing/2014/main" id="{ECD12977-98E1-4BE4-BC1E-BA21F6E4B4CF}"/>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595">
            <a:extLst>
              <a:ext uri="{FF2B5EF4-FFF2-40B4-BE49-F238E27FC236}">
                <a16:creationId xmlns:a16="http://schemas.microsoft.com/office/drawing/2014/main" id="{7DE91F56-FD04-4EE8-81A9-36FFB3036B99}"/>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596">
            <a:extLst>
              <a:ext uri="{FF2B5EF4-FFF2-40B4-BE49-F238E27FC236}">
                <a16:creationId xmlns:a16="http://schemas.microsoft.com/office/drawing/2014/main" id="{AFB9134C-5A40-4BA8-9B47-D01BF789EA3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597">
            <a:extLst>
              <a:ext uri="{FF2B5EF4-FFF2-40B4-BE49-F238E27FC236}">
                <a16:creationId xmlns:a16="http://schemas.microsoft.com/office/drawing/2014/main" id="{ACA19EE4-CDF6-47BA-B360-0D5D7222B5F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598">
            <a:extLst>
              <a:ext uri="{FF2B5EF4-FFF2-40B4-BE49-F238E27FC236}">
                <a16:creationId xmlns:a16="http://schemas.microsoft.com/office/drawing/2014/main" id="{61D10E48-1D9F-4ABF-9FD3-5B8CF238A1C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599">
            <a:extLst>
              <a:ext uri="{FF2B5EF4-FFF2-40B4-BE49-F238E27FC236}">
                <a16:creationId xmlns:a16="http://schemas.microsoft.com/office/drawing/2014/main" id="{8BE5E499-1011-4794-BD94-817A7833E301}"/>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600">
            <a:extLst>
              <a:ext uri="{FF2B5EF4-FFF2-40B4-BE49-F238E27FC236}">
                <a16:creationId xmlns:a16="http://schemas.microsoft.com/office/drawing/2014/main" id="{2D984ADB-10C7-4E6D-8AC2-8E7CEA0387F6}"/>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601">
            <a:extLst>
              <a:ext uri="{FF2B5EF4-FFF2-40B4-BE49-F238E27FC236}">
                <a16:creationId xmlns:a16="http://schemas.microsoft.com/office/drawing/2014/main" id="{04E89CCA-BCC7-4079-885F-E28CFF839E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602">
            <a:extLst>
              <a:ext uri="{FF2B5EF4-FFF2-40B4-BE49-F238E27FC236}">
                <a16:creationId xmlns:a16="http://schemas.microsoft.com/office/drawing/2014/main" id="{D581B2E2-27B3-4AF6-B13E-695BFE88B041}"/>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603">
            <a:extLst>
              <a:ext uri="{FF2B5EF4-FFF2-40B4-BE49-F238E27FC236}">
                <a16:creationId xmlns:a16="http://schemas.microsoft.com/office/drawing/2014/main" id="{70441D5F-3DE2-4DAE-8BB7-AAF03A50DFB2}"/>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604">
            <a:extLst>
              <a:ext uri="{FF2B5EF4-FFF2-40B4-BE49-F238E27FC236}">
                <a16:creationId xmlns:a16="http://schemas.microsoft.com/office/drawing/2014/main" id="{663DF38A-B757-41B9-8FDD-A0E4A55A8476}"/>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605">
            <a:extLst>
              <a:ext uri="{FF2B5EF4-FFF2-40B4-BE49-F238E27FC236}">
                <a16:creationId xmlns:a16="http://schemas.microsoft.com/office/drawing/2014/main" id="{7DC4E057-EC8C-4C5E-AFCA-091D4312D8B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606">
            <a:extLst>
              <a:ext uri="{FF2B5EF4-FFF2-40B4-BE49-F238E27FC236}">
                <a16:creationId xmlns:a16="http://schemas.microsoft.com/office/drawing/2014/main" id="{B27CF2BF-B083-442D-9853-E1CBB885901C}"/>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607">
            <a:extLst>
              <a:ext uri="{FF2B5EF4-FFF2-40B4-BE49-F238E27FC236}">
                <a16:creationId xmlns:a16="http://schemas.microsoft.com/office/drawing/2014/main" id="{6B272FB9-2F9D-4138-8C99-98B5A3155DC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608">
            <a:extLst>
              <a:ext uri="{FF2B5EF4-FFF2-40B4-BE49-F238E27FC236}">
                <a16:creationId xmlns:a16="http://schemas.microsoft.com/office/drawing/2014/main" id="{E0EFF839-E792-4844-8713-2E7FC798E4C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609">
            <a:extLst>
              <a:ext uri="{FF2B5EF4-FFF2-40B4-BE49-F238E27FC236}">
                <a16:creationId xmlns:a16="http://schemas.microsoft.com/office/drawing/2014/main" id="{D05F142D-B248-4C39-BDA7-8EFEDF0C5141}"/>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610">
            <a:extLst>
              <a:ext uri="{FF2B5EF4-FFF2-40B4-BE49-F238E27FC236}">
                <a16:creationId xmlns:a16="http://schemas.microsoft.com/office/drawing/2014/main" id="{4BC54892-9548-4C3A-B2C1-9D8D8EB8870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611">
            <a:extLst>
              <a:ext uri="{FF2B5EF4-FFF2-40B4-BE49-F238E27FC236}">
                <a16:creationId xmlns:a16="http://schemas.microsoft.com/office/drawing/2014/main" id="{40CDF15D-A25C-460C-92CA-9791FFF4D5F1}"/>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612">
            <a:extLst>
              <a:ext uri="{FF2B5EF4-FFF2-40B4-BE49-F238E27FC236}">
                <a16:creationId xmlns:a16="http://schemas.microsoft.com/office/drawing/2014/main" id="{A9795062-CB5C-411D-A298-A17BB093BD2C}"/>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613">
            <a:extLst>
              <a:ext uri="{FF2B5EF4-FFF2-40B4-BE49-F238E27FC236}">
                <a16:creationId xmlns:a16="http://schemas.microsoft.com/office/drawing/2014/main" id="{3356A33C-D647-4E9E-AE2B-B4E1AD92C79F}"/>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614">
            <a:extLst>
              <a:ext uri="{FF2B5EF4-FFF2-40B4-BE49-F238E27FC236}">
                <a16:creationId xmlns:a16="http://schemas.microsoft.com/office/drawing/2014/main" id="{4A1F23AF-6061-4FE7-A346-F103CA879E6C}"/>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615">
            <a:extLst>
              <a:ext uri="{FF2B5EF4-FFF2-40B4-BE49-F238E27FC236}">
                <a16:creationId xmlns:a16="http://schemas.microsoft.com/office/drawing/2014/main" id="{BB8532F9-7B75-4084-B3ED-925335D40EF5}"/>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616">
            <a:extLst>
              <a:ext uri="{FF2B5EF4-FFF2-40B4-BE49-F238E27FC236}">
                <a16:creationId xmlns:a16="http://schemas.microsoft.com/office/drawing/2014/main" id="{A9E1E4FD-BC23-45E4-A973-22D242AD739C}"/>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617">
            <a:extLst>
              <a:ext uri="{FF2B5EF4-FFF2-40B4-BE49-F238E27FC236}">
                <a16:creationId xmlns:a16="http://schemas.microsoft.com/office/drawing/2014/main" id="{51ED9113-C7A5-4ADA-8921-92978E05DE4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618">
            <a:extLst>
              <a:ext uri="{FF2B5EF4-FFF2-40B4-BE49-F238E27FC236}">
                <a16:creationId xmlns:a16="http://schemas.microsoft.com/office/drawing/2014/main" id="{CAF6C60B-E809-4876-82FC-F8375424CF11}"/>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619">
            <a:extLst>
              <a:ext uri="{FF2B5EF4-FFF2-40B4-BE49-F238E27FC236}">
                <a16:creationId xmlns:a16="http://schemas.microsoft.com/office/drawing/2014/main" id="{BADC7CB4-9550-4E50-A5A7-100926866204}"/>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620">
            <a:extLst>
              <a:ext uri="{FF2B5EF4-FFF2-40B4-BE49-F238E27FC236}">
                <a16:creationId xmlns:a16="http://schemas.microsoft.com/office/drawing/2014/main" id="{72E5E96F-F1A4-46C6-B74B-8C06E0BD5936}"/>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621">
            <a:extLst>
              <a:ext uri="{FF2B5EF4-FFF2-40B4-BE49-F238E27FC236}">
                <a16:creationId xmlns:a16="http://schemas.microsoft.com/office/drawing/2014/main" id="{003C4024-B924-4A11-AE1F-02CF536E7739}"/>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622">
            <a:extLst>
              <a:ext uri="{FF2B5EF4-FFF2-40B4-BE49-F238E27FC236}">
                <a16:creationId xmlns:a16="http://schemas.microsoft.com/office/drawing/2014/main" id="{145FF15C-CA7A-4D77-865A-A46792296372}"/>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623">
            <a:extLst>
              <a:ext uri="{FF2B5EF4-FFF2-40B4-BE49-F238E27FC236}">
                <a16:creationId xmlns:a16="http://schemas.microsoft.com/office/drawing/2014/main" id="{65B12D84-9FDC-47ED-982E-5B73C6E8C0E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624">
            <a:extLst>
              <a:ext uri="{FF2B5EF4-FFF2-40B4-BE49-F238E27FC236}">
                <a16:creationId xmlns:a16="http://schemas.microsoft.com/office/drawing/2014/main" id="{6747ABC2-F12A-438D-BA99-16BE357553F8}"/>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625">
            <a:extLst>
              <a:ext uri="{FF2B5EF4-FFF2-40B4-BE49-F238E27FC236}">
                <a16:creationId xmlns:a16="http://schemas.microsoft.com/office/drawing/2014/main" id="{D1944165-E395-43CB-8A7B-12FB925E6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626">
            <a:extLst>
              <a:ext uri="{FF2B5EF4-FFF2-40B4-BE49-F238E27FC236}">
                <a16:creationId xmlns:a16="http://schemas.microsoft.com/office/drawing/2014/main" id="{EE2B3900-8DDE-49C4-9ABA-8E1A64F6531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627">
            <a:extLst>
              <a:ext uri="{FF2B5EF4-FFF2-40B4-BE49-F238E27FC236}">
                <a16:creationId xmlns:a16="http://schemas.microsoft.com/office/drawing/2014/main" id="{74892FB7-102F-4757-A89D-75E31228B6FC}"/>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628">
            <a:extLst>
              <a:ext uri="{FF2B5EF4-FFF2-40B4-BE49-F238E27FC236}">
                <a16:creationId xmlns:a16="http://schemas.microsoft.com/office/drawing/2014/main" id="{266C0E99-68E7-48A2-B7E4-31383DBB7FCA}"/>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629">
            <a:extLst>
              <a:ext uri="{FF2B5EF4-FFF2-40B4-BE49-F238E27FC236}">
                <a16:creationId xmlns:a16="http://schemas.microsoft.com/office/drawing/2014/main" id="{0A87F283-1805-46FB-A57B-3CBD3839D9B7}"/>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630">
            <a:extLst>
              <a:ext uri="{FF2B5EF4-FFF2-40B4-BE49-F238E27FC236}">
                <a16:creationId xmlns:a16="http://schemas.microsoft.com/office/drawing/2014/main" id="{F093CC86-DE15-4713-9642-36D933114C2D}"/>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631">
            <a:extLst>
              <a:ext uri="{FF2B5EF4-FFF2-40B4-BE49-F238E27FC236}">
                <a16:creationId xmlns:a16="http://schemas.microsoft.com/office/drawing/2014/main" id="{2D4DA69E-D240-45CF-85F3-258F6B6ACF2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632">
            <a:extLst>
              <a:ext uri="{FF2B5EF4-FFF2-40B4-BE49-F238E27FC236}">
                <a16:creationId xmlns:a16="http://schemas.microsoft.com/office/drawing/2014/main" id="{81E7DF86-3EC7-4E11-A079-A5E53E1A468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633">
            <a:extLst>
              <a:ext uri="{FF2B5EF4-FFF2-40B4-BE49-F238E27FC236}">
                <a16:creationId xmlns:a16="http://schemas.microsoft.com/office/drawing/2014/main" id="{4E4EB297-9604-4492-B521-B0E2CD7421CF}"/>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634">
            <a:extLst>
              <a:ext uri="{FF2B5EF4-FFF2-40B4-BE49-F238E27FC236}">
                <a16:creationId xmlns:a16="http://schemas.microsoft.com/office/drawing/2014/main" id="{C3F8089A-F858-4891-8A2A-0AD0B17AC03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635">
            <a:extLst>
              <a:ext uri="{FF2B5EF4-FFF2-40B4-BE49-F238E27FC236}">
                <a16:creationId xmlns:a16="http://schemas.microsoft.com/office/drawing/2014/main" id="{D08DBF86-E548-4AB4-927F-67E1A88A6893}"/>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636">
            <a:extLst>
              <a:ext uri="{FF2B5EF4-FFF2-40B4-BE49-F238E27FC236}">
                <a16:creationId xmlns:a16="http://schemas.microsoft.com/office/drawing/2014/main" id="{D44ABF75-D81D-4A0D-A09E-5D848EF4D6D0}"/>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637">
            <a:extLst>
              <a:ext uri="{FF2B5EF4-FFF2-40B4-BE49-F238E27FC236}">
                <a16:creationId xmlns:a16="http://schemas.microsoft.com/office/drawing/2014/main" id="{5CF5377C-7C3E-445F-ABFB-572D5F212203}"/>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638">
            <a:extLst>
              <a:ext uri="{FF2B5EF4-FFF2-40B4-BE49-F238E27FC236}">
                <a16:creationId xmlns:a16="http://schemas.microsoft.com/office/drawing/2014/main" id="{759873AB-10BE-445D-84E2-EE2944195F2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639">
            <a:extLst>
              <a:ext uri="{FF2B5EF4-FFF2-40B4-BE49-F238E27FC236}">
                <a16:creationId xmlns:a16="http://schemas.microsoft.com/office/drawing/2014/main" id="{50EE0D8A-5B3D-4BA4-A464-C0020D39516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640">
            <a:extLst>
              <a:ext uri="{FF2B5EF4-FFF2-40B4-BE49-F238E27FC236}">
                <a16:creationId xmlns:a16="http://schemas.microsoft.com/office/drawing/2014/main" id="{734D4FE0-1A14-49C8-A24B-3B5747D7A909}"/>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641">
            <a:extLst>
              <a:ext uri="{FF2B5EF4-FFF2-40B4-BE49-F238E27FC236}">
                <a16:creationId xmlns:a16="http://schemas.microsoft.com/office/drawing/2014/main" id="{3920CF10-5B81-493D-B895-DE347D7BF5D9}"/>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642">
            <a:extLst>
              <a:ext uri="{FF2B5EF4-FFF2-40B4-BE49-F238E27FC236}">
                <a16:creationId xmlns:a16="http://schemas.microsoft.com/office/drawing/2014/main" id="{C84F5918-F021-497B-A51B-7E71C5E5B6DB}"/>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643">
            <a:extLst>
              <a:ext uri="{FF2B5EF4-FFF2-40B4-BE49-F238E27FC236}">
                <a16:creationId xmlns:a16="http://schemas.microsoft.com/office/drawing/2014/main" id="{A6ACDDC5-FBD7-4692-81EE-60A3E0A4060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644">
            <a:extLst>
              <a:ext uri="{FF2B5EF4-FFF2-40B4-BE49-F238E27FC236}">
                <a16:creationId xmlns:a16="http://schemas.microsoft.com/office/drawing/2014/main" id="{4DB3C735-A825-4B16-86DD-740B84772C4E}"/>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645">
            <a:extLst>
              <a:ext uri="{FF2B5EF4-FFF2-40B4-BE49-F238E27FC236}">
                <a16:creationId xmlns:a16="http://schemas.microsoft.com/office/drawing/2014/main" id="{41216421-8314-46A7-B511-5A068B8EE2D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646">
            <a:extLst>
              <a:ext uri="{FF2B5EF4-FFF2-40B4-BE49-F238E27FC236}">
                <a16:creationId xmlns:a16="http://schemas.microsoft.com/office/drawing/2014/main" id="{E852B508-CF8F-4D46-A03A-70B68EA8500C}"/>
              </a:ext>
            </a:extLst>
          </p:cNvPr>
          <p:cNvSpPr>
            <a:spLocks noGrp="1"/>
          </p:cNvSpPr>
          <p:nvPr/>
        </p:nvSpPr>
        <p:spPr>
          <a:xfrm>
            <a:off x="2724150" y="2095500"/>
            <a:ext cx="1752600" cy="1752600"/>
          </a:xfrm>
          <a:prstGeom prst="rect">
            <a:avLst/>
          </a:prstGeom>
          <a:noFill/>
          <a:ln w="47625">
            <a:solidFill>
              <a:srgbClr val="E58C22"/>
            </a:solidFill>
          </a:ln>
        </p:spPr>
      </p:sp>
      <p:sp>
        <p:nvSpPr>
          <p:cNvPr id="153" name="prose-647">
            <a:extLst>
              <a:ext uri="{FF2B5EF4-FFF2-40B4-BE49-F238E27FC236}">
                <a16:creationId xmlns:a16="http://schemas.microsoft.com/office/drawing/2014/main" id="{88B5E222-9094-4610-B2E7-0E5E0FDC02A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"1"</a:t>
            </a:r>
          </a:p>
        </p:txBody>
      </p:sp>
      <p:sp>
        <p:nvSpPr>
          <p:cNvPr id="154" name="banner-648">
            <a:extLst>
              <a:ext uri="{FF2B5EF4-FFF2-40B4-BE49-F238E27FC236}">
                <a16:creationId xmlns:a16="http://schemas.microsoft.com/office/drawing/2014/main" id="{C3BD98F5-88FC-4ACD-9171-CFF6D0D89D3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649">
            <a:extLst>
              <a:ext uri="{FF2B5EF4-FFF2-40B4-BE49-F238E27FC236}">
                <a16:creationId xmlns:a16="http://schemas.microsoft.com/office/drawing/2014/main" id="{E7790B31-9CC1-48EA-A409-2CEFBCA3CD7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1 ? ? )</a:t>
            </a:r>
          </a:p>
        </p:txBody>
      </p:sp>
      <p:sp>
        <p:nvSpPr>
          <p:cNvPr id="156" name="caption">
            <a:extLst>
              <a:ext uri="{FF2B5EF4-FFF2-40B4-BE49-F238E27FC236}">
                <a16:creationId xmlns:a16="http://schemas.microsoft.com/office/drawing/2014/main" id="{6A26704E-21FD-4C78-A03C-C4607D5E976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76349975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5D83CE2-3F82-4AE3-B63B-E543844301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A0E178A-C08D-416C-89AF-0D9F92D5226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3E15BB3-1281-43C2-89DE-58F15D5549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좌하: 검은 칸이 있어 다시 나눕니다</a:t>
            </a:r>
          </a:p>
        </p:txBody>
      </p:sp>
      <p:sp>
        <p:nvSpPr>
          <p:cNvPr id="4" name="line-650">
            <a:extLst>
              <a:ext uri="{FF2B5EF4-FFF2-40B4-BE49-F238E27FC236}">
                <a16:creationId xmlns:a16="http://schemas.microsoft.com/office/drawing/2014/main" id="{962879D9-A417-46B7-952C-2A614C42FD3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D1879FC-2141-4B1A-B3C4-D1A79A26ED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C68908C-2F12-40AB-A684-C0F5AC394A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189</a:t>
            </a:r>
            <a:endParaRPr sz="1050" b="0">
              <a:solidFill>
                <a:srgbClr val="151515"/>
              </a:solidFill>
              <a:latin typeface="Consolas"/>
              <a:ea typeface="Consolas"/>
              <a:cs typeface="Consolas"/>
            </a:endParaRPr>
          </a:p>
        </p:txBody>
      </p:sp>
      <p:sp>
        <p:nvSpPr>
          <p:cNvPr id="7" name="pixel-651">
            <a:extLst>
              <a:ext uri="{FF2B5EF4-FFF2-40B4-BE49-F238E27FC236}">
                <a16:creationId xmlns:a16="http://schemas.microsoft.com/office/drawing/2014/main" id="{6790645B-8C28-4253-8B97-02D4FA1F40A2}"/>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652">
            <a:extLst>
              <a:ext uri="{FF2B5EF4-FFF2-40B4-BE49-F238E27FC236}">
                <a16:creationId xmlns:a16="http://schemas.microsoft.com/office/drawing/2014/main" id="{0CBE80DE-A6D9-4A99-90BC-ACDFCDE63A11}"/>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653">
            <a:extLst>
              <a:ext uri="{FF2B5EF4-FFF2-40B4-BE49-F238E27FC236}">
                <a16:creationId xmlns:a16="http://schemas.microsoft.com/office/drawing/2014/main" id="{57593738-DCC8-4911-BE59-8B93DF457939}"/>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654">
            <a:extLst>
              <a:ext uri="{FF2B5EF4-FFF2-40B4-BE49-F238E27FC236}">
                <a16:creationId xmlns:a16="http://schemas.microsoft.com/office/drawing/2014/main" id="{11A3CA31-9529-43B7-B85C-004DBE4369C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655">
            <a:extLst>
              <a:ext uri="{FF2B5EF4-FFF2-40B4-BE49-F238E27FC236}">
                <a16:creationId xmlns:a16="http://schemas.microsoft.com/office/drawing/2014/main" id="{CDD52D89-F30F-41FD-B96C-96F3A60751B5}"/>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656">
            <a:extLst>
              <a:ext uri="{FF2B5EF4-FFF2-40B4-BE49-F238E27FC236}">
                <a16:creationId xmlns:a16="http://schemas.microsoft.com/office/drawing/2014/main" id="{C18B0A8C-8C26-41AF-9936-EB9A7B39F269}"/>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657">
            <a:extLst>
              <a:ext uri="{FF2B5EF4-FFF2-40B4-BE49-F238E27FC236}">
                <a16:creationId xmlns:a16="http://schemas.microsoft.com/office/drawing/2014/main" id="{FF43AACF-7840-4411-8CEF-DDA7B06CF453}"/>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658">
            <a:extLst>
              <a:ext uri="{FF2B5EF4-FFF2-40B4-BE49-F238E27FC236}">
                <a16:creationId xmlns:a16="http://schemas.microsoft.com/office/drawing/2014/main" id="{AEC50CA0-F211-414B-8EA8-46290216B46E}"/>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659">
            <a:extLst>
              <a:ext uri="{FF2B5EF4-FFF2-40B4-BE49-F238E27FC236}">
                <a16:creationId xmlns:a16="http://schemas.microsoft.com/office/drawing/2014/main" id="{2EF5A955-324B-498A-BE36-1C3DA3A0F8F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60">
            <a:extLst>
              <a:ext uri="{FF2B5EF4-FFF2-40B4-BE49-F238E27FC236}">
                <a16:creationId xmlns:a16="http://schemas.microsoft.com/office/drawing/2014/main" id="{A7A457EC-2357-41AA-826F-51B214F030A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61">
            <a:extLst>
              <a:ext uri="{FF2B5EF4-FFF2-40B4-BE49-F238E27FC236}">
                <a16:creationId xmlns:a16="http://schemas.microsoft.com/office/drawing/2014/main" id="{718B2D02-370E-4C36-90EC-10FCAF396DC8}"/>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62">
            <a:extLst>
              <a:ext uri="{FF2B5EF4-FFF2-40B4-BE49-F238E27FC236}">
                <a16:creationId xmlns:a16="http://schemas.microsoft.com/office/drawing/2014/main" id="{39267B6C-3E30-46D0-9F7A-CE947AA1AA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63">
            <a:extLst>
              <a:ext uri="{FF2B5EF4-FFF2-40B4-BE49-F238E27FC236}">
                <a16:creationId xmlns:a16="http://schemas.microsoft.com/office/drawing/2014/main" id="{4BE69F6B-EAB5-4FC6-8A37-1E6A1F820F11}"/>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64">
            <a:extLst>
              <a:ext uri="{FF2B5EF4-FFF2-40B4-BE49-F238E27FC236}">
                <a16:creationId xmlns:a16="http://schemas.microsoft.com/office/drawing/2014/main" id="{881BA47B-2D2B-4A52-B710-9E6853EF5067}"/>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65">
            <a:extLst>
              <a:ext uri="{FF2B5EF4-FFF2-40B4-BE49-F238E27FC236}">
                <a16:creationId xmlns:a16="http://schemas.microsoft.com/office/drawing/2014/main" id="{8758F4AE-AB4D-4873-9F19-865F3BB9F3D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6">
            <a:extLst>
              <a:ext uri="{FF2B5EF4-FFF2-40B4-BE49-F238E27FC236}">
                <a16:creationId xmlns:a16="http://schemas.microsoft.com/office/drawing/2014/main" id="{4ACEEB53-4F7F-434B-88F2-F7F97F8F43C2}"/>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67">
            <a:extLst>
              <a:ext uri="{FF2B5EF4-FFF2-40B4-BE49-F238E27FC236}">
                <a16:creationId xmlns:a16="http://schemas.microsoft.com/office/drawing/2014/main" id="{7E8D7F3A-4963-4613-9711-5B818ACCEBD8}"/>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68">
            <a:extLst>
              <a:ext uri="{FF2B5EF4-FFF2-40B4-BE49-F238E27FC236}">
                <a16:creationId xmlns:a16="http://schemas.microsoft.com/office/drawing/2014/main" id="{34CA9557-D50F-4C25-BF9B-605D56E6BBD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69">
            <a:extLst>
              <a:ext uri="{FF2B5EF4-FFF2-40B4-BE49-F238E27FC236}">
                <a16:creationId xmlns:a16="http://schemas.microsoft.com/office/drawing/2014/main" id="{E19FC3F1-BB02-4135-983F-FF262DEA6DA1}"/>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670">
            <a:extLst>
              <a:ext uri="{FF2B5EF4-FFF2-40B4-BE49-F238E27FC236}">
                <a16:creationId xmlns:a16="http://schemas.microsoft.com/office/drawing/2014/main" id="{6C9AFEAB-ECD8-4D92-97A7-219A10BD3064}"/>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671">
            <a:extLst>
              <a:ext uri="{FF2B5EF4-FFF2-40B4-BE49-F238E27FC236}">
                <a16:creationId xmlns:a16="http://schemas.microsoft.com/office/drawing/2014/main" id="{BEA4C4AF-CC23-4F46-8B75-7D257135FFC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672">
            <a:extLst>
              <a:ext uri="{FF2B5EF4-FFF2-40B4-BE49-F238E27FC236}">
                <a16:creationId xmlns:a16="http://schemas.microsoft.com/office/drawing/2014/main" id="{452FDF9F-E194-4CE2-B9BC-BF6A3E769C4B}"/>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673">
            <a:extLst>
              <a:ext uri="{FF2B5EF4-FFF2-40B4-BE49-F238E27FC236}">
                <a16:creationId xmlns:a16="http://schemas.microsoft.com/office/drawing/2014/main" id="{556E1667-021A-4026-8507-CB8EDAFF2F3D}"/>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674">
            <a:extLst>
              <a:ext uri="{FF2B5EF4-FFF2-40B4-BE49-F238E27FC236}">
                <a16:creationId xmlns:a16="http://schemas.microsoft.com/office/drawing/2014/main" id="{F8408085-C911-445A-BE98-345A9C520167}"/>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675">
            <a:extLst>
              <a:ext uri="{FF2B5EF4-FFF2-40B4-BE49-F238E27FC236}">
                <a16:creationId xmlns:a16="http://schemas.microsoft.com/office/drawing/2014/main" id="{06AD4B21-6D37-40C1-AF6A-222DCE413CD1}"/>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676">
            <a:extLst>
              <a:ext uri="{FF2B5EF4-FFF2-40B4-BE49-F238E27FC236}">
                <a16:creationId xmlns:a16="http://schemas.microsoft.com/office/drawing/2014/main" id="{C3047D32-80B0-485D-BE72-8E6BB84318E5}"/>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677">
            <a:extLst>
              <a:ext uri="{FF2B5EF4-FFF2-40B4-BE49-F238E27FC236}">
                <a16:creationId xmlns:a16="http://schemas.microsoft.com/office/drawing/2014/main" id="{C2B2C849-6E95-4A63-A407-388CB6208CBD}"/>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678">
            <a:extLst>
              <a:ext uri="{FF2B5EF4-FFF2-40B4-BE49-F238E27FC236}">
                <a16:creationId xmlns:a16="http://schemas.microsoft.com/office/drawing/2014/main" id="{6DA57FF0-F1DD-4B34-9817-81AFB9A45024}"/>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679">
            <a:extLst>
              <a:ext uri="{FF2B5EF4-FFF2-40B4-BE49-F238E27FC236}">
                <a16:creationId xmlns:a16="http://schemas.microsoft.com/office/drawing/2014/main" id="{CA92B428-0505-4DA7-970D-993F660CA8BD}"/>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680">
            <a:extLst>
              <a:ext uri="{FF2B5EF4-FFF2-40B4-BE49-F238E27FC236}">
                <a16:creationId xmlns:a16="http://schemas.microsoft.com/office/drawing/2014/main" id="{66AD1F05-F5FF-4D06-B268-9A94428AC708}"/>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681">
            <a:extLst>
              <a:ext uri="{FF2B5EF4-FFF2-40B4-BE49-F238E27FC236}">
                <a16:creationId xmlns:a16="http://schemas.microsoft.com/office/drawing/2014/main" id="{AFAC096D-C12A-4501-BD23-796EC0111729}"/>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682">
            <a:extLst>
              <a:ext uri="{FF2B5EF4-FFF2-40B4-BE49-F238E27FC236}">
                <a16:creationId xmlns:a16="http://schemas.microsoft.com/office/drawing/2014/main" id="{E8810646-7E3A-49F9-947D-2090FDA13F43}"/>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683">
            <a:extLst>
              <a:ext uri="{FF2B5EF4-FFF2-40B4-BE49-F238E27FC236}">
                <a16:creationId xmlns:a16="http://schemas.microsoft.com/office/drawing/2014/main" id="{6B9CC37C-8582-4477-ADD4-5625D7048F4D}"/>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684">
            <a:extLst>
              <a:ext uri="{FF2B5EF4-FFF2-40B4-BE49-F238E27FC236}">
                <a16:creationId xmlns:a16="http://schemas.microsoft.com/office/drawing/2014/main" id="{181170CB-F6AD-435E-82F5-CD7408BAD4C7}"/>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685">
            <a:extLst>
              <a:ext uri="{FF2B5EF4-FFF2-40B4-BE49-F238E27FC236}">
                <a16:creationId xmlns:a16="http://schemas.microsoft.com/office/drawing/2014/main" id="{FADFA706-E1BF-449B-A6B2-3E6354CD16F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686">
            <a:extLst>
              <a:ext uri="{FF2B5EF4-FFF2-40B4-BE49-F238E27FC236}">
                <a16:creationId xmlns:a16="http://schemas.microsoft.com/office/drawing/2014/main" id="{3461D63F-96B1-4C20-B7DE-0ED8D8514195}"/>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687">
            <a:extLst>
              <a:ext uri="{FF2B5EF4-FFF2-40B4-BE49-F238E27FC236}">
                <a16:creationId xmlns:a16="http://schemas.microsoft.com/office/drawing/2014/main" id="{BF314157-1DBC-4D8C-B51C-CE72D24AFFC7}"/>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688">
            <a:extLst>
              <a:ext uri="{FF2B5EF4-FFF2-40B4-BE49-F238E27FC236}">
                <a16:creationId xmlns:a16="http://schemas.microsoft.com/office/drawing/2014/main" id="{A15E8999-C93B-450B-9F53-1D5CB5A135F8}"/>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689">
            <a:extLst>
              <a:ext uri="{FF2B5EF4-FFF2-40B4-BE49-F238E27FC236}">
                <a16:creationId xmlns:a16="http://schemas.microsoft.com/office/drawing/2014/main" id="{01893CC7-4933-45CB-AB4D-01A507566B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690">
            <a:extLst>
              <a:ext uri="{FF2B5EF4-FFF2-40B4-BE49-F238E27FC236}">
                <a16:creationId xmlns:a16="http://schemas.microsoft.com/office/drawing/2014/main" id="{C3816E2B-DB19-4520-B112-F97C38B676E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691">
            <a:extLst>
              <a:ext uri="{FF2B5EF4-FFF2-40B4-BE49-F238E27FC236}">
                <a16:creationId xmlns:a16="http://schemas.microsoft.com/office/drawing/2014/main" id="{57B13163-2CDE-4B97-9211-D91F6234355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692">
            <a:extLst>
              <a:ext uri="{FF2B5EF4-FFF2-40B4-BE49-F238E27FC236}">
                <a16:creationId xmlns:a16="http://schemas.microsoft.com/office/drawing/2014/main" id="{F9A28A52-A333-4231-9B8F-3B7AD766E22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693">
            <a:extLst>
              <a:ext uri="{FF2B5EF4-FFF2-40B4-BE49-F238E27FC236}">
                <a16:creationId xmlns:a16="http://schemas.microsoft.com/office/drawing/2014/main" id="{318EF106-98AD-4663-A017-89B811DC7C0C}"/>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694">
            <a:extLst>
              <a:ext uri="{FF2B5EF4-FFF2-40B4-BE49-F238E27FC236}">
                <a16:creationId xmlns:a16="http://schemas.microsoft.com/office/drawing/2014/main" id="{0917AF42-B8C6-497F-8981-A2A6596AC9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695">
            <a:extLst>
              <a:ext uri="{FF2B5EF4-FFF2-40B4-BE49-F238E27FC236}">
                <a16:creationId xmlns:a16="http://schemas.microsoft.com/office/drawing/2014/main" id="{38FECD26-3A09-404C-BB28-2468260259C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696">
            <a:extLst>
              <a:ext uri="{FF2B5EF4-FFF2-40B4-BE49-F238E27FC236}">
                <a16:creationId xmlns:a16="http://schemas.microsoft.com/office/drawing/2014/main" id="{933B3EA6-06E3-42F6-AEA7-18C9DFBD609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697">
            <a:extLst>
              <a:ext uri="{FF2B5EF4-FFF2-40B4-BE49-F238E27FC236}">
                <a16:creationId xmlns:a16="http://schemas.microsoft.com/office/drawing/2014/main" id="{5FC10106-08DB-443C-A93B-32DF7545C258}"/>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698">
            <a:extLst>
              <a:ext uri="{FF2B5EF4-FFF2-40B4-BE49-F238E27FC236}">
                <a16:creationId xmlns:a16="http://schemas.microsoft.com/office/drawing/2014/main" id="{DB806F9B-4CD7-4DBA-A2D0-93F35F19A442}"/>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699">
            <a:extLst>
              <a:ext uri="{FF2B5EF4-FFF2-40B4-BE49-F238E27FC236}">
                <a16:creationId xmlns:a16="http://schemas.microsoft.com/office/drawing/2014/main" id="{B4471C56-128C-4DB9-82E0-856A00CD8260}"/>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700">
            <a:extLst>
              <a:ext uri="{FF2B5EF4-FFF2-40B4-BE49-F238E27FC236}">
                <a16:creationId xmlns:a16="http://schemas.microsoft.com/office/drawing/2014/main" id="{05289BDB-9CC4-482A-9FFA-FD5EDB02E04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701">
            <a:extLst>
              <a:ext uri="{FF2B5EF4-FFF2-40B4-BE49-F238E27FC236}">
                <a16:creationId xmlns:a16="http://schemas.microsoft.com/office/drawing/2014/main" id="{6235E41D-6217-47CC-8FA6-BD22CF2A4A1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702">
            <a:extLst>
              <a:ext uri="{FF2B5EF4-FFF2-40B4-BE49-F238E27FC236}">
                <a16:creationId xmlns:a16="http://schemas.microsoft.com/office/drawing/2014/main" id="{10C2413D-31B4-4D26-B290-EA0E9EA69AFA}"/>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703">
            <a:extLst>
              <a:ext uri="{FF2B5EF4-FFF2-40B4-BE49-F238E27FC236}">
                <a16:creationId xmlns:a16="http://schemas.microsoft.com/office/drawing/2014/main" id="{1C99726E-DAFB-412A-95E6-F4C1D1AF84AD}"/>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704">
            <a:extLst>
              <a:ext uri="{FF2B5EF4-FFF2-40B4-BE49-F238E27FC236}">
                <a16:creationId xmlns:a16="http://schemas.microsoft.com/office/drawing/2014/main" id="{1C12E951-40F9-45A7-8259-30A12FF998C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705">
            <a:extLst>
              <a:ext uri="{FF2B5EF4-FFF2-40B4-BE49-F238E27FC236}">
                <a16:creationId xmlns:a16="http://schemas.microsoft.com/office/drawing/2014/main" id="{04D68A55-79A4-4864-9180-A784349B428E}"/>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706">
            <a:extLst>
              <a:ext uri="{FF2B5EF4-FFF2-40B4-BE49-F238E27FC236}">
                <a16:creationId xmlns:a16="http://schemas.microsoft.com/office/drawing/2014/main" id="{953F4FCB-C030-4AAC-9E71-619F64A1EBC1}"/>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707">
            <a:extLst>
              <a:ext uri="{FF2B5EF4-FFF2-40B4-BE49-F238E27FC236}">
                <a16:creationId xmlns:a16="http://schemas.microsoft.com/office/drawing/2014/main" id="{6EA02D02-F27F-4F7E-B677-55D18C0CDD80}"/>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708">
            <a:extLst>
              <a:ext uri="{FF2B5EF4-FFF2-40B4-BE49-F238E27FC236}">
                <a16:creationId xmlns:a16="http://schemas.microsoft.com/office/drawing/2014/main" id="{C31E4675-DC6D-474A-B22E-28469121D646}"/>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709">
            <a:extLst>
              <a:ext uri="{FF2B5EF4-FFF2-40B4-BE49-F238E27FC236}">
                <a16:creationId xmlns:a16="http://schemas.microsoft.com/office/drawing/2014/main" id="{5A06625E-5C3B-414E-BA86-92A04EECB4C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710">
            <a:extLst>
              <a:ext uri="{FF2B5EF4-FFF2-40B4-BE49-F238E27FC236}">
                <a16:creationId xmlns:a16="http://schemas.microsoft.com/office/drawing/2014/main" id="{76FD0694-7871-4120-8944-21D9782908F5}"/>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711">
            <a:extLst>
              <a:ext uri="{FF2B5EF4-FFF2-40B4-BE49-F238E27FC236}">
                <a16:creationId xmlns:a16="http://schemas.microsoft.com/office/drawing/2014/main" id="{1ECDDC78-3EE4-4B2F-8A5B-45CE80D4242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712">
            <a:extLst>
              <a:ext uri="{FF2B5EF4-FFF2-40B4-BE49-F238E27FC236}">
                <a16:creationId xmlns:a16="http://schemas.microsoft.com/office/drawing/2014/main" id="{BCB18AB2-D14E-49BD-AC0E-9F2888ACBB62}"/>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713">
            <a:extLst>
              <a:ext uri="{FF2B5EF4-FFF2-40B4-BE49-F238E27FC236}">
                <a16:creationId xmlns:a16="http://schemas.microsoft.com/office/drawing/2014/main" id="{DBE364FC-9555-47D6-9A9B-9FD678AD4EE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714">
            <a:extLst>
              <a:ext uri="{FF2B5EF4-FFF2-40B4-BE49-F238E27FC236}">
                <a16:creationId xmlns:a16="http://schemas.microsoft.com/office/drawing/2014/main" id="{1EB0F06B-A65E-4ECC-948F-1FEE848DFFF5}"/>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715">
            <a:extLst>
              <a:ext uri="{FF2B5EF4-FFF2-40B4-BE49-F238E27FC236}">
                <a16:creationId xmlns:a16="http://schemas.microsoft.com/office/drawing/2014/main" id="{6B47B676-E2F4-4F6D-BFB2-16D54A03AAA1}"/>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716">
            <a:extLst>
              <a:ext uri="{FF2B5EF4-FFF2-40B4-BE49-F238E27FC236}">
                <a16:creationId xmlns:a16="http://schemas.microsoft.com/office/drawing/2014/main" id="{FB265AAE-1DEC-475E-9397-8DABA19E833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717">
            <a:extLst>
              <a:ext uri="{FF2B5EF4-FFF2-40B4-BE49-F238E27FC236}">
                <a16:creationId xmlns:a16="http://schemas.microsoft.com/office/drawing/2014/main" id="{D2149FC6-FDE9-4ACB-93E3-A3DAC3CEB322}"/>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718">
            <a:extLst>
              <a:ext uri="{FF2B5EF4-FFF2-40B4-BE49-F238E27FC236}">
                <a16:creationId xmlns:a16="http://schemas.microsoft.com/office/drawing/2014/main" id="{6AD70C0E-16BC-4E80-803B-663DC0DA7E05}"/>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719">
            <a:extLst>
              <a:ext uri="{FF2B5EF4-FFF2-40B4-BE49-F238E27FC236}">
                <a16:creationId xmlns:a16="http://schemas.microsoft.com/office/drawing/2014/main" id="{CD679398-AFB2-4C31-A87A-972FB648FB7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720">
            <a:extLst>
              <a:ext uri="{FF2B5EF4-FFF2-40B4-BE49-F238E27FC236}">
                <a16:creationId xmlns:a16="http://schemas.microsoft.com/office/drawing/2014/main" id="{27AB1915-07D3-45F0-AF09-7CF983D8BFA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721">
            <a:extLst>
              <a:ext uri="{FF2B5EF4-FFF2-40B4-BE49-F238E27FC236}">
                <a16:creationId xmlns:a16="http://schemas.microsoft.com/office/drawing/2014/main" id="{BEFC5B4D-EDD5-46DD-95BE-5DADC5242867}"/>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722">
            <a:extLst>
              <a:ext uri="{FF2B5EF4-FFF2-40B4-BE49-F238E27FC236}">
                <a16:creationId xmlns:a16="http://schemas.microsoft.com/office/drawing/2014/main" id="{7843141B-E678-4790-99DE-4541AEF66E9D}"/>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723">
            <a:extLst>
              <a:ext uri="{FF2B5EF4-FFF2-40B4-BE49-F238E27FC236}">
                <a16:creationId xmlns:a16="http://schemas.microsoft.com/office/drawing/2014/main" id="{FE49CF6B-9D2E-4450-9275-59EABDA5DF4F}"/>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724">
            <a:extLst>
              <a:ext uri="{FF2B5EF4-FFF2-40B4-BE49-F238E27FC236}">
                <a16:creationId xmlns:a16="http://schemas.microsoft.com/office/drawing/2014/main" id="{65CC4799-945B-4E7C-940A-72E09F2AC3B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725">
            <a:extLst>
              <a:ext uri="{FF2B5EF4-FFF2-40B4-BE49-F238E27FC236}">
                <a16:creationId xmlns:a16="http://schemas.microsoft.com/office/drawing/2014/main" id="{915B6C1D-B24B-48BF-9888-1F36F300E04A}"/>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726">
            <a:extLst>
              <a:ext uri="{FF2B5EF4-FFF2-40B4-BE49-F238E27FC236}">
                <a16:creationId xmlns:a16="http://schemas.microsoft.com/office/drawing/2014/main" id="{C7980BC0-8AED-4B12-B5E5-6BD1D1C35B33}"/>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727">
            <a:extLst>
              <a:ext uri="{FF2B5EF4-FFF2-40B4-BE49-F238E27FC236}">
                <a16:creationId xmlns:a16="http://schemas.microsoft.com/office/drawing/2014/main" id="{CF37E151-A0A0-45A3-9A61-9C06F68989D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728">
            <a:extLst>
              <a:ext uri="{FF2B5EF4-FFF2-40B4-BE49-F238E27FC236}">
                <a16:creationId xmlns:a16="http://schemas.microsoft.com/office/drawing/2014/main" id="{73332BA0-8B69-4EE8-8FDB-C9A53FB5DE0D}"/>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729">
            <a:extLst>
              <a:ext uri="{FF2B5EF4-FFF2-40B4-BE49-F238E27FC236}">
                <a16:creationId xmlns:a16="http://schemas.microsoft.com/office/drawing/2014/main" id="{A02D8450-15ED-4476-949E-7DECFAB3FEB1}"/>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730">
            <a:extLst>
              <a:ext uri="{FF2B5EF4-FFF2-40B4-BE49-F238E27FC236}">
                <a16:creationId xmlns:a16="http://schemas.microsoft.com/office/drawing/2014/main" id="{537A4D06-6D47-4B56-9F80-C791CF21AD00}"/>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731">
            <a:extLst>
              <a:ext uri="{FF2B5EF4-FFF2-40B4-BE49-F238E27FC236}">
                <a16:creationId xmlns:a16="http://schemas.microsoft.com/office/drawing/2014/main" id="{4085A21B-AF54-4CC4-A988-9A536E9D1FA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732">
            <a:extLst>
              <a:ext uri="{FF2B5EF4-FFF2-40B4-BE49-F238E27FC236}">
                <a16:creationId xmlns:a16="http://schemas.microsoft.com/office/drawing/2014/main" id="{ADDBAFA0-712A-4E26-8A46-9C35C5833D6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733">
            <a:extLst>
              <a:ext uri="{FF2B5EF4-FFF2-40B4-BE49-F238E27FC236}">
                <a16:creationId xmlns:a16="http://schemas.microsoft.com/office/drawing/2014/main" id="{075BA830-B04F-4ADF-B4F6-94C70E9469A0}"/>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734">
            <a:extLst>
              <a:ext uri="{FF2B5EF4-FFF2-40B4-BE49-F238E27FC236}">
                <a16:creationId xmlns:a16="http://schemas.microsoft.com/office/drawing/2014/main" id="{65A18287-81AE-47B0-B00D-1B66C2FC778D}"/>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735">
            <a:extLst>
              <a:ext uri="{FF2B5EF4-FFF2-40B4-BE49-F238E27FC236}">
                <a16:creationId xmlns:a16="http://schemas.microsoft.com/office/drawing/2014/main" id="{32C6761C-D00B-4375-99F6-D66B45298C0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736">
            <a:extLst>
              <a:ext uri="{FF2B5EF4-FFF2-40B4-BE49-F238E27FC236}">
                <a16:creationId xmlns:a16="http://schemas.microsoft.com/office/drawing/2014/main" id="{FFCA97EF-1663-4EFB-B17B-A5EF75A3AD6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737">
            <a:extLst>
              <a:ext uri="{FF2B5EF4-FFF2-40B4-BE49-F238E27FC236}">
                <a16:creationId xmlns:a16="http://schemas.microsoft.com/office/drawing/2014/main" id="{D4D96EA2-0E07-4F74-BB1F-94BF6879D980}"/>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738">
            <a:extLst>
              <a:ext uri="{FF2B5EF4-FFF2-40B4-BE49-F238E27FC236}">
                <a16:creationId xmlns:a16="http://schemas.microsoft.com/office/drawing/2014/main" id="{4AAADD5A-B81A-4325-A9ED-E67650FB1BE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739">
            <a:extLst>
              <a:ext uri="{FF2B5EF4-FFF2-40B4-BE49-F238E27FC236}">
                <a16:creationId xmlns:a16="http://schemas.microsoft.com/office/drawing/2014/main" id="{BFAE000F-F067-4F41-8DA3-13BD1FDC4B30}"/>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740">
            <a:extLst>
              <a:ext uri="{FF2B5EF4-FFF2-40B4-BE49-F238E27FC236}">
                <a16:creationId xmlns:a16="http://schemas.microsoft.com/office/drawing/2014/main" id="{21F3F857-21D3-4190-9B79-48CA58EA1BA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741">
            <a:extLst>
              <a:ext uri="{FF2B5EF4-FFF2-40B4-BE49-F238E27FC236}">
                <a16:creationId xmlns:a16="http://schemas.microsoft.com/office/drawing/2014/main" id="{90DEE142-268B-49B5-9A09-4DBEEB2BB62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742">
            <a:extLst>
              <a:ext uri="{FF2B5EF4-FFF2-40B4-BE49-F238E27FC236}">
                <a16:creationId xmlns:a16="http://schemas.microsoft.com/office/drawing/2014/main" id="{BAB71967-9AFA-4664-9029-A697A01D0F4C}"/>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743">
            <a:extLst>
              <a:ext uri="{FF2B5EF4-FFF2-40B4-BE49-F238E27FC236}">
                <a16:creationId xmlns:a16="http://schemas.microsoft.com/office/drawing/2014/main" id="{94C5BD77-A59A-49F7-A89D-BFD28CCEF9A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744">
            <a:extLst>
              <a:ext uri="{FF2B5EF4-FFF2-40B4-BE49-F238E27FC236}">
                <a16:creationId xmlns:a16="http://schemas.microsoft.com/office/drawing/2014/main" id="{35CA998F-47F8-4748-8AEF-960E3F5A0126}"/>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745">
            <a:extLst>
              <a:ext uri="{FF2B5EF4-FFF2-40B4-BE49-F238E27FC236}">
                <a16:creationId xmlns:a16="http://schemas.microsoft.com/office/drawing/2014/main" id="{7385C24A-6347-4EBE-945E-E3A9D7D04020}"/>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746">
            <a:extLst>
              <a:ext uri="{FF2B5EF4-FFF2-40B4-BE49-F238E27FC236}">
                <a16:creationId xmlns:a16="http://schemas.microsoft.com/office/drawing/2014/main" id="{4B215A6F-AE16-4ECB-B786-C364247C8348}"/>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747">
            <a:extLst>
              <a:ext uri="{FF2B5EF4-FFF2-40B4-BE49-F238E27FC236}">
                <a16:creationId xmlns:a16="http://schemas.microsoft.com/office/drawing/2014/main" id="{E37DA615-3657-468B-9D72-AA5D4B6ED9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748">
            <a:extLst>
              <a:ext uri="{FF2B5EF4-FFF2-40B4-BE49-F238E27FC236}">
                <a16:creationId xmlns:a16="http://schemas.microsoft.com/office/drawing/2014/main" id="{72709973-34DE-4E82-A036-795BD3FAC2E5}"/>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749">
            <a:extLst>
              <a:ext uri="{FF2B5EF4-FFF2-40B4-BE49-F238E27FC236}">
                <a16:creationId xmlns:a16="http://schemas.microsoft.com/office/drawing/2014/main" id="{BD529BFC-184C-4AD3-8229-A59A6242769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750">
            <a:extLst>
              <a:ext uri="{FF2B5EF4-FFF2-40B4-BE49-F238E27FC236}">
                <a16:creationId xmlns:a16="http://schemas.microsoft.com/office/drawing/2014/main" id="{AE939501-CEEB-4A7E-A422-50D6C158F454}"/>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751">
            <a:extLst>
              <a:ext uri="{FF2B5EF4-FFF2-40B4-BE49-F238E27FC236}">
                <a16:creationId xmlns:a16="http://schemas.microsoft.com/office/drawing/2014/main" id="{412D278D-F207-4EC6-84C7-7B5FD1D26375}"/>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752">
            <a:extLst>
              <a:ext uri="{FF2B5EF4-FFF2-40B4-BE49-F238E27FC236}">
                <a16:creationId xmlns:a16="http://schemas.microsoft.com/office/drawing/2014/main" id="{3D50C809-5EA9-4666-A5E2-0B820F5C57DD}"/>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753">
            <a:extLst>
              <a:ext uri="{FF2B5EF4-FFF2-40B4-BE49-F238E27FC236}">
                <a16:creationId xmlns:a16="http://schemas.microsoft.com/office/drawing/2014/main" id="{4CD0379A-AEEE-40E6-A85D-AC0192BFD41D}"/>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754">
            <a:extLst>
              <a:ext uri="{FF2B5EF4-FFF2-40B4-BE49-F238E27FC236}">
                <a16:creationId xmlns:a16="http://schemas.microsoft.com/office/drawing/2014/main" id="{6704649D-DE02-43D6-8451-EF1F95BA78AB}"/>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755">
            <a:extLst>
              <a:ext uri="{FF2B5EF4-FFF2-40B4-BE49-F238E27FC236}">
                <a16:creationId xmlns:a16="http://schemas.microsoft.com/office/drawing/2014/main" id="{9B201BBD-7A89-4596-BD83-1333C1897B7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756">
            <a:extLst>
              <a:ext uri="{FF2B5EF4-FFF2-40B4-BE49-F238E27FC236}">
                <a16:creationId xmlns:a16="http://schemas.microsoft.com/office/drawing/2014/main" id="{FF682043-3BBA-4391-9683-4534FE546F32}"/>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757">
            <a:extLst>
              <a:ext uri="{FF2B5EF4-FFF2-40B4-BE49-F238E27FC236}">
                <a16:creationId xmlns:a16="http://schemas.microsoft.com/office/drawing/2014/main" id="{3898D81B-90EA-489E-99B0-945930DB7731}"/>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758">
            <a:extLst>
              <a:ext uri="{FF2B5EF4-FFF2-40B4-BE49-F238E27FC236}">
                <a16:creationId xmlns:a16="http://schemas.microsoft.com/office/drawing/2014/main" id="{5BEF73BB-82EF-4E9C-B289-A096CBAD4211}"/>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759">
            <a:extLst>
              <a:ext uri="{FF2B5EF4-FFF2-40B4-BE49-F238E27FC236}">
                <a16:creationId xmlns:a16="http://schemas.microsoft.com/office/drawing/2014/main" id="{F5A46F31-DF3B-440A-8095-A4AC89494BE5}"/>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760">
            <a:extLst>
              <a:ext uri="{FF2B5EF4-FFF2-40B4-BE49-F238E27FC236}">
                <a16:creationId xmlns:a16="http://schemas.microsoft.com/office/drawing/2014/main" id="{B7B45294-5796-4AEF-A2B5-682E5A19572C}"/>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761">
            <a:extLst>
              <a:ext uri="{FF2B5EF4-FFF2-40B4-BE49-F238E27FC236}">
                <a16:creationId xmlns:a16="http://schemas.microsoft.com/office/drawing/2014/main" id="{185FF981-34A4-46D1-BA54-739D8D86483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762">
            <a:extLst>
              <a:ext uri="{FF2B5EF4-FFF2-40B4-BE49-F238E27FC236}">
                <a16:creationId xmlns:a16="http://schemas.microsoft.com/office/drawing/2014/main" id="{674DF4BE-D4F8-44F9-B8A0-3237D0A84B23}"/>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763">
            <a:extLst>
              <a:ext uri="{FF2B5EF4-FFF2-40B4-BE49-F238E27FC236}">
                <a16:creationId xmlns:a16="http://schemas.microsoft.com/office/drawing/2014/main" id="{B4B116FC-27D8-4FC8-BB29-709DCDCB9DE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764">
            <a:extLst>
              <a:ext uri="{FF2B5EF4-FFF2-40B4-BE49-F238E27FC236}">
                <a16:creationId xmlns:a16="http://schemas.microsoft.com/office/drawing/2014/main" id="{63F507E8-17DE-4371-8EA6-A612E363D8D9}"/>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765">
            <a:extLst>
              <a:ext uri="{FF2B5EF4-FFF2-40B4-BE49-F238E27FC236}">
                <a16:creationId xmlns:a16="http://schemas.microsoft.com/office/drawing/2014/main" id="{14D026EA-BE80-4D42-8DBD-A0B1E6F38B1F}"/>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766">
            <a:extLst>
              <a:ext uri="{FF2B5EF4-FFF2-40B4-BE49-F238E27FC236}">
                <a16:creationId xmlns:a16="http://schemas.microsoft.com/office/drawing/2014/main" id="{35DDD749-3A56-4106-A755-DEF391A6E1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767">
            <a:extLst>
              <a:ext uri="{FF2B5EF4-FFF2-40B4-BE49-F238E27FC236}">
                <a16:creationId xmlns:a16="http://schemas.microsoft.com/office/drawing/2014/main" id="{633CE383-2C48-4490-BD35-91DB7BC5338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768">
            <a:extLst>
              <a:ext uri="{FF2B5EF4-FFF2-40B4-BE49-F238E27FC236}">
                <a16:creationId xmlns:a16="http://schemas.microsoft.com/office/drawing/2014/main" id="{6E7B8414-2874-4D93-AB05-8052C9B2B8A5}"/>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769">
            <a:extLst>
              <a:ext uri="{FF2B5EF4-FFF2-40B4-BE49-F238E27FC236}">
                <a16:creationId xmlns:a16="http://schemas.microsoft.com/office/drawing/2014/main" id="{2A6D4559-0168-4860-91C6-7BAA029FE880}"/>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770">
            <a:extLst>
              <a:ext uri="{FF2B5EF4-FFF2-40B4-BE49-F238E27FC236}">
                <a16:creationId xmlns:a16="http://schemas.microsoft.com/office/drawing/2014/main" id="{A219529C-AD5A-46EE-B0F8-268F7D4152F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771">
            <a:extLst>
              <a:ext uri="{FF2B5EF4-FFF2-40B4-BE49-F238E27FC236}">
                <a16:creationId xmlns:a16="http://schemas.microsoft.com/office/drawing/2014/main" id="{C0268E73-E462-4EE5-94EA-953E3612333A}"/>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772">
            <a:extLst>
              <a:ext uri="{FF2B5EF4-FFF2-40B4-BE49-F238E27FC236}">
                <a16:creationId xmlns:a16="http://schemas.microsoft.com/office/drawing/2014/main" id="{94379D2B-7364-4107-AC49-04A5DA673B0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773">
            <a:extLst>
              <a:ext uri="{FF2B5EF4-FFF2-40B4-BE49-F238E27FC236}">
                <a16:creationId xmlns:a16="http://schemas.microsoft.com/office/drawing/2014/main" id="{0B0D8840-D2AB-4BC7-A19E-01CDEF38276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774">
            <a:extLst>
              <a:ext uri="{FF2B5EF4-FFF2-40B4-BE49-F238E27FC236}">
                <a16:creationId xmlns:a16="http://schemas.microsoft.com/office/drawing/2014/main" id="{470C9CE9-3B37-4D10-9680-8BF68C178B1A}"/>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775">
            <a:extLst>
              <a:ext uri="{FF2B5EF4-FFF2-40B4-BE49-F238E27FC236}">
                <a16:creationId xmlns:a16="http://schemas.microsoft.com/office/drawing/2014/main" id="{E18927E4-4A8F-4E17-B070-729F13CF20C6}"/>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776">
            <a:extLst>
              <a:ext uri="{FF2B5EF4-FFF2-40B4-BE49-F238E27FC236}">
                <a16:creationId xmlns:a16="http://schemas.microsoft.com/office/drawing/2014/main" id="{6DAE38BF-3CE0-476D-8F76-50F78979F93E}"/>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777">
            <a:extLst>
              <a:ext uri="{FF2B5EF4-FFF2-40B4-BE49-F238E27FC236}">
                <a16:creationId xmlns:a16="http://schemas.microsoft.com/office/drawing/2014/main" id="{32AF1272-D213-4670-8D74-FCC22C1FC3E7}"/>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778">
            <a:extLst>
              <a:ext uri="{FF2B5EF4-FFF2-40B4-BE49-F238E27FC236}">
                <a16:creationId xmlns:a16="http://schemas.microsoft.com/office/drawing/2014/main" id="{5503E7DA-4225-43D8-9389-68B4F3B80DB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779">
            <a:extLst>
              <a:ext uri="{FF2B5EF4-FFF2-40B4-BE49-F238E27FC236}">
                <a16:creationId xmlns:a16="http://schemas.microsoft.com/office/drawing/2014/main" id="{7E492B6C-F0AE-4E8E-BE8D-E2DA20367C7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780">
            <a:extLst>
              <a:ext uri="{FF2B5EF4-FFF2-40B4-BE49-F238E27FC236}">
                <a16:creationId xmlns:a16="http://schemas.microsoft.com/office/drawing/2014/main" id="{5B672819-DF98-403F-AEBC-17DCF3209EA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781">
            <a:extLst>
              <a:ext uri="{FF2B5EF4-FFF2-40B4-BE49-F238E27FC236}">
                <a16:creationId xmlns:a16="http://schemas.microsoft.com/office/drawing/2014/main" id="{1EAC10CD-20DB-4317-AF23-4B5663EA5FA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782">
            <a:extLst>
              <a:ext uri="{FF2B5EF4-FFF2-40B4-BE49-F238E27FC236}">
                <a16:creationId xmlns:a16="http://schemas.microsoft.com/office/drawing/2014/main" id="{9FF57685-FDB2-4B7D-9D28-739517E5A4E4}"/>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783">
            <a:extLst>
              <a:ext uri="{FF2B5EF4-FFF2-40B4-BE49-F238E27FC236}">
                <a16:creationId xmlns:a16="http://schemas.microsoft.com/office/drawing/2014/main" id="{51C28A56-87A7-4664-BA5B-E923760B686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784">
            <a:extLst>
              <a:ext uri="{FF2B5EF4-FFF2-40B4-BE49-F238E27FC236}">
                <a16:creationId xmlns:a16="http://schemas.microsoft.com/office/drawing/2014/main" id="{FE66D9BA-FCEA-456C-8710-1E283CAF0A2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785">
            <a:extLst>
              <a:ext uri="{FF2B5EF4-FFF2-40B4-BE49-F238E27FC236}">
                <a16:creationId xmlns:a16="http://schemas.microsoft.com/office/drawing/2014/main" id="{F90B5882-C9E8-4D43-B074-937DA8F6D739}"/>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786">
            <a:extLst>
              <a:ext uri="{FF2B5EF4-FFF2-40B4-BE49-F238E27FC236}">
                <a16:creationId xmlns:a16="http://schemas.microsoft.com/office/drawing/2014/main" id="{4BE89821-470B-4E87-9DA6-C4E6465B5DD4}"/>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787">
            <a:extLst>
              <a:ext uri="{FF2B5EF4-FFF2-40B4-BE49-F238E27FC236}">
                <a16:creationId xmlns:a16="http://schemas.microsoft.com/office/drawing/2014/main" id="{E706F4E9-0192-4363-93C4-4D0AE0C5F57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788">
            <a:extLst>
              <a:ext uri="{FF2B5EF4-FFF2-40B4-BE49-F238E27FC236}">
                <a16:creationId xmlns:a16="http://schemas.microsoft.com/office/drawing/2014/main" id="{B1F59695-3B9C-4A83-BB06-18C6F9D84A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789">
            <a:extLst>
              <a:ext uri="{FF2B5EF4-FFF2-40B4-BE49-F238E27FC236}">
                <a16:creationId xmlns:a16="http://schemas.microsoft.com/office/drawing/2014/main" id="{9D616852-D067-442A-8AA1-41F2616F9700}"/>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790">
            <a:extLst>
              <a:ext uri="{FF2B5EF4-FFF2-40B4-BE49-F238E27FC236}">
                <a16:creationId xmlns:a16="http://schemas.microsoft.com/office/drawing/2014/main" id="{60A8BFBD-FF91-40A6-8C93-92BB2265B71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791">
            <a:extLst>
              <a:ext uri="{FF2B5EF4-FFF2-40B4-BE49-F238E27FC236}">
                <a16:creationId xmlns:a16="http://schemas.microsoft.com/office/drawing/2014/main" id="{4EA8350E-558E-426F-9145-A3D1C159BC18}"/>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792">
            <a:extLst>
              <a:ext uri="{FF2B5EF4-FFF2-40B4-BE49-F238E27FC236}">
                <a16:creationId xmlns:a16="http://schemas.microsoft.com/office/drawing/2014/main" id="{B1E7033D-4DF8-4B93-9056-0AD8C876D069}"/>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793">
            <a:extLst>
              <a:ext uri="{FF2B5EF4-FFF2-40B4-BE49-F238E27FC236}">
                <a16:creationId xmlns:a16="http://schemas.microsoft.com/office/drawing/2014/main" id="{635C0D7F-8094-46EE-9566-3F5B2DBDA6A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794">
            <a:extLst>
              <a:ext uri="{FF2B5EF4-FFF2-40B4-BE49-F238E27FC236}">
                <a16:creationId xmlns:a16="http://schemas.microsoft.com/office/drawing/2014/main" id="{2311088A-BD61-4713-B8E1-46BEB1122770}"/>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795">
            <a:extLst>
              <a:ext uri="{FF2B5EF4-FFF2-40B4-BE49-F238E27FC236}">
                <a16:creationId xmlns:a16="http://schemas.microsoft.com/office/drawing/2014/main" id="{D6A4F289-807D-4051-BDB6-F3D122AC1827}"/>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796">
            <a:extLst>
              <a:ext uri="{FF2B5EF4-FFF2-40B4-BE49-F238E27FC236}">
                <a16:creationId xmlns:a16="http://schemas.microsoft.com/office/drawing/2014/main" id="{7BF30EE3-1935-4E34-9D1E-0B6E7BD401F3}"/>
              </a:ext>
            </a:extLst>
          </p:cNvPr>
          <p:cNvSpPr>
            <a:spLocks noGrp="1"/>
          </p:cNvSpPr>
          <p:nvPr/>
        </p:nvSpPr>
        <p:spPr>
          <a:xfrm>
            <a:off x="971550" y="3848100"/>
            <a:ext cx="1752600" cy="1752600"/>
          </a:xfrm>
          <a:prstGeom prst="rect">
            <a:avLst/>
          </a:prstGeom>
          <a:noFill/>
          <a:ln w="47625">
            <a:solidFill>
              <a:srgbClr val="E58C22"/>
            </a:solidFill>
          </a:ln>
        </p:spPr>
      </p:sp>
      <p:sp>
        <p:nvSpPr>
          <p:cNvPr id="153" name="prose-797">
            <a:extLst>
              <a:ext uri="{FF2B5EF4-FFF2-40B4-BE49-F238E27FC236}">
                <a16:creationId xmlns:a16="http://schemas.microsoft.com/office/drawing/2014/main" id="{D30CF5F2-65C9-4602-A8AA-8310FB91FB4A}"/>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행 5, 열 1의 값이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다른 칸은 0 → 혼합입니다.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다시 크기 2의 네 영역으로 분할</a:t>
            </a:r>
          </a:p>
        </p:txBody>
      </p:sp>
      <p:sp>
        <p:nvSpPr>
          <p:cNvPr id="154" name="banner-798">
            <a:extLst>
              <a:ext uri="{FF2B5EF4-FFF2-40B4-BE49-F238E27FC236}">
                <a16:creationId xmlns:a16="http://schemas.microsoft.com/office/drawing/2014/main" id="{8496966B-A179-4EC0-AC8C-90C99EECB63A}"/>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799">
            <a:extLst>
              <a:ext uri="{FF2B5EF4-FFF2-40B4-BE49-F238E27FC236}">
                <a16:creationId xmlns:a16="http://schemas.microsoft.com/office/drawing/2014/main" id="{65B935F4-39E2-4EB1-96D5-0122363E5AA4}"/>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루트는 좌하의 결과를 기다립니다.</a:t>
            </a:r>
          </a:p>
        </p:txBody>
      </p:sp>
      <p:sp>
        <p:nvSpPr>
          <p:cNvPr id="156" name="caption">
            <a:extLst>
              <a:ext uri="{FF2B5EF4-FFF2-40B4-BE49-F238E27FC236}">
                <a16:creationId xmlns:a16="http://schemas.microsoft.com/office/drawing/2014/main" id="{36EBB69B-8EA8-4D85-9F33-187986FE971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1014195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section">
            <a:extLst>
              <a:ext uri="{FF2B5EF4-FFF2-40B4-BE49-F238E27FC236}">
                <a16:creationId xmlns:a16="http://schemas.microsoft.com/office/drawing/2014/main" id="{00F3DC0F-6AC6-40EE-BAD6-489BA4B7255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02F3E1D-538A-44DC-A328-B941247F51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2CAE2F9-91DC-407D-988B-B7C8D1EAEC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네 부분: 첫 2×2만 혼합입니다</a:t>
            </a:r>
          </a:p>
        </p:txBody>
      </p:sp>
      <p:sp>
        <p:nvSpPr>
          <p:cNvPr id="4" name="line-800">
            <a:extLst>
              <a:ext uri="{FF2B5EF4-FFF2-40B4-BE49-F238E27FC236}">
                <a16:creationId xmlns:a16="http://schemas.microsoft.com/office/drawing/2014/main" id="{339EC23F-1360-4847-8569-D1C4A71556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5716E340-1C9D-4760-8F0E-1C3B4E9198F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3530BDA-A58C-49DB-8A9A-3573BF59E4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190</a:t>
            </a:r>
            <a:endParaRPr sz="1050" b="0">
              <a:solidFill>
                <a:srgbClr val="151515"/>
              </a:solidFill>
              <a:latin typeface="Consolas"/>
              <a:ea typeface="Consolas"/>
              <a:cs typeface="Consolas"/>
            </a:endParaRPr>
          </a:p>
        </p:txBody>
      </p:sp>
      <p:sp>
        <p:nvSpPr>
          <p:cNvPr id="7" name="pixel-801">
            <a:extLst>
              <a:ext uri="{FF2B5EF4-FFF2-40B4-BE49-F238E27FC236}">
                <a16:creationId xmlns:a16="http://schemas.microsoft.com/office/drawing/2014/main" id="{6A6BB671-1AF0-4872-BB85-1A0842115F0B}"/>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02">
            <a:extLst>
              <a:ext uri="{FF2B5EF4-FFF2-40B4-BE49-F238E27FC236}">
                <a16:creationId xmlns:a16="http://schemas.microsoft.com/office/drawing/2014/main" id="{2A01A72F-9805-4DCC-B73D-2BC8C249D9FF}"/>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03">
            <a:extLst>
              <a:ext uri="{FF2B5EF4-FFF2-40B4-BE49-F238E27FC236}">
                <a16:creationId xmlns:a16="http://schemas.microsoft.com/office/drawing/2014/main" id="{A2C995EF-C781-43C4-A0FF-50FB16B0A6DF}"/>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04">
            <a:extLst>
              <a:ext uri="{FF2B5EF4-FFF2-40B4-BE49-F238E27FC236}">
                <a16:creationId xmlns:a16="http://schemas.microsoft.com/office/drawing/2014/main" id="{3F668099-C0E3-4C00-9B0B-A9597FBA4DA8}"/>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05">
            <a:extLst>
              <a:ext uri="{FF2B5EF4-FFF2-40B4-BE49-F238E27FC236}">
                <a16:creationId xmlns:a16="http://schemas.microsoft.com/office/drawing/2014/main" id="{07051AEA-7B5C-4924-A038-2C734E871210}"/>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06">
            <a:extLst>
              <a:ext uri="{FF2B5EF4-FFF2-40B4-BE49-F238E27FC236}">
                <a16:creationId xmlns:a16="http://schemas.microsoft.com/office/drawing/2014/main" id="{31A25E10-38E7-40A3-A7A9-6E752BEFD30D}"/>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07">
            <a:extLst>
              <a:ext uri="{FF2B5EF4-FFF2-40B4-BE49-F238E27FC236}">
                <a16:creationId xmlns:a16="http://schemas.microsoft.com/office/drawing/2014/main" id="{7ED63D41-A3CE-4194-BF46-AA7D1580A9A8}"/>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08">
            <a:extLst>
              <a:ext uri="{FF2B5EF4-FFF2-40B4-BE49-F238E27FC236}">
                <a16:creationId xmlns:a16="http://schemas.microsoft.com/office/drawing/2014/main" id="{7A19F417-A0E4-4772-AA30-FD6FFC393A34}"/>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09">
            <a:extLst>
              <a:ext uri="{FF2B5EF4-FFF2-40B4-BE49-F238E27FC236}">
                <a16:creationId xmlns:a16="http://schemas.microsoft.com/office/drawing/2014/main" id="{D25AC3E0-39C7-4214-B77F-0E0DBE9E204A}"/>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10">
            <a:extLst>
              <a:ext uri="{FF2B5EF4-FFF2-40B4-BE49-F238E27FC236}">
                <a16:creationId xmlns:a16="http://schemas.microsoft.com/office/drawing/2014/main" id="{AF381C45-FCA9-4F1C-9CAF-6C7DA0FC24D5}"/>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11">
            <a:extLst>
              <a:ext uri="{FF2B5EF4-FFF2-40B4-BE49-F238E27FC236}">
                <a16:creationId xmlns:a16="http://schemas.microsoft.com/office/drawing/2014/main" id="{5C6D31EE-42B3-4EAA-B053-783FD230CCA6}"/>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12">
            <a:extLst>
              <a:ext uri="{FF2B5EF4-FFF2-40B4-BE49-F238E27FC236}">
                <a16:creationId xmlns:a16="http://schemas.microsoft.com/office/drawing/2014/main" id="{577E095D-209C-4169-B37D-CE536C82A84A}"/>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813">
            <a:extLst>
              <a:ext uri="{FF2B5EF4-FFF2-40B4-BE49-F238E27FC236}">
                <a16:creationId xmlns:a16="http://schemas.microsoft.com/office/drawing/2014/main" id="{C7BBEF4B-58E8-410B-A1E4-3598721A2E3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814">
            <a:extLst>
              <a:ext uri="{FF2B5EF4-FFF2-40B4-BE49-F238E27FC236}">
                <a16:creationId xmlns:a16="http://schemas.microsoft.com/office/drawing/2014/main" id="{5FF17C54-A912-443C-ADC0-BBEF77F5BA82}"/>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815">
            <a:extLst>
              <a:ext uri="{FF2B5EF4-FFF2-40B4-BE49-F238E27FC236}">
                <a16:creationId xmlns:a16="http://schemas.microsoft.com/office/drawing/2014/main" id="{A43DAA2E-7B33-41FA-BD64-0BC5036D3DD5}"/>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816">
            <a:extLst>
              <a:ext uri="{FF2B5EF4-FFF2-40B4-BE49-F238E27FC236}">
                <a16:creationId xmlns:a16="http://schemas.microsoft.com/office/drawing/2014/main" id="{EFA49C71-163C-4B05-8CA0-E2BA60D20729}"/>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817">
            <a:extLst>
              <a:ext uri="{FF2B5EF4-FFF2-40B4-BE49-F238E27FC236}">
                <a16:creationId xmlns:a16="http://schemas.microsoft.com/office/drawing/2014/main" id="{AF8105FC-1D3D-4329-A4D7-195F98098321}"/>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818">
            <a:extLst>
              <a:ext uri="{FF2B5EF4-FFF2-40B4-BE49-F238E27FC236}">
                <a16:creationId xmlns:a16="http://schemas.microsoft.com/office/drawing/2014/main" id="{41FA8E7B-EE8C-4369-ACEF-C15309D047BF}"/>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819">
            <a:extLst>
              <a:ext uri="{FF2B5EF4-FFF2-40B4-BE49-F238E27FC236}">
                <a16:creationId xmlns:a16="http://schemas.microsoft.com/office/drawing/2014/main" id="{DEFA42C8-4A78-448D-8B23-BE0C22AA5A83}"/>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820">
            <a:extLst>
              <a:ext uri="{FF2B5EF4-FFF2-40B4-BE49-F238E27FC236}">
                <a16:creationId xmlns:a16="http://schemas.microsoft.com/office/drawing/2014/main" id="{64A3C312-AFC0-4ABD-B80E-F05F450CEEB9}"/>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821">
            <a:extLst>
              <a:ext uri="{FF2B5EF4-FFF2-40B4-BE49-F238E27FC236}">
                <a16:creationId xmlns:a16="http://schemas.microsoft.com/office/drawing/2014/main" id="{0E1B6097-D8D3-483C-B09D-08F1239581A9}"/>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822">
            <a:extLst>
              <a:ext uri="{FF2B5EF4-FFF2-40B4-BE49-F238E27FC236}">
                <a16:creationId xmlns:a16="http://schemas.microsoft.com/office/drawing/2014/main" id="{707E9464-9A3E-49CD-965F-AF564A848106}"/>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823">
            <a:extLst>
              <a:ext uri="{FF2B5EF4-FFF2-40B4-BE49-F238E27FC236}">
                <a16:creationId xmlns:a16="http://schemas.microsoft.com/office/drawing/2014/main" id="{D3F1DF6D-8B3B-4C5C-B696-DA323DC99755}"/>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824">
            <a:extLst>
              <a:ext uri="{FF2B5EF4-FFF2-40B4-BE49-F238E27FC236}">
                <a16:creationId xmlns:a16="http://schemas.microsoft.com/office/drawing/2014/main" id="{7A6F7F1F-DE90-40B3-A1C8-D950C9957901}"/>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825">
            <a:extLst>
              <a:ext uri="{FF2B5EF4-FFF2-40B4-BE49-F238E27FC236}">
                <a16:creationId xmlns:a16="http://schemas.microsoft.com/office/drawing/2014/main" id="{59A7D87C-E80B-418C-834C-1F61C3D80746}"/>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826">
            <a:extLst>
              <a:ext uri="{FF2B5EF4-FFF2-40B4-BE49-F238E27FC236}">
                <a16:creationId xmlns:a16="http://schemas.microsoft.com/office/drawing/2014/main" id="{4E944637-61DB-4424-8841-BA2722B0491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827">
            <a:extLst>
              <a:ext uri="{FF2B5EF4-FFF2-40B4-BE49-F238E27FC236}">
                <a16:creationId xmlns:a16="http://schemas.microsoft.com/office/drawing/2014/main" id="{257E0102-73D7-4F16-95CC-6981ED0B0DC7}"/>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828">
            <a:extLst>
              <a:ext uri="{FF2B5EF4-FFF2-40B4-BE49-F238E27FC236}">
                <a16:creationId xmlns:a16="http://schemas.microsoft.com/office/drawing/2014/main" id="{B3C6250B-BAA2-4B3E-A33A-2A7E2ACDB21B}"/>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829">
            <a:extLst>
              <a:ext uri="{FF2B5EF4-FFF2-40B4-BE49-F238E27FC236}">
                <a16:creationId xmlns:a16="http://schemas.microsoft.com/office/drawing/2014/main" id="{BBB89F42-E6AD-4040-B3C2-7446D4D27A22}"/>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830">
            <a:extLst>
              <a:ext uri="{FF2B5EF4-FFF2-40B4-BE49-F238E27FC236}">
                <a16:creationId xmlns:a16="http://schemas.microsoft.com/office/drawing/2014/main" id="{82A4F106-CE3C-4C2B-A8A9-A93096BB7E2F}"/>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831">
            <a:extLst>
              <a:ext uri="{FF2B5EF4-FFF2-40B4-BE49-F238E27FC236}">
                <a16:creationId xmlns:a16="http://schemas.microsoft.com/office/drawing/2014/main" id="{C5E777A3-B7D5-4646-8723-C7E2410025F0}"/>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832">
            <a:extLst>
              <a:ext uri="{FF2B5EF4-FFF2-40B4-BE49-F238E27FC236}">
                <a16:creationId xmlns:a16="http://schemas.microsoft.com/office/drawing/2014/main" id="{3B0E1486-F35B-4CC6-8EB8-C9958ADE1DC0}"/>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833">
            <a:extLst>
              <a:ext uri="{FF2B5EF4-FFF2-40B4-BE49-F238E27FC236}">
                <a16:creationId xmlns:a16="http://schemas.microsoft.com/office/drawing/2014/main" id="{E23DF2B3-F319-438D-91CB-8A9DC7681DF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834">
            <a:extLst>
              <a:ext uri="{FF2B5EF4-FFF2-40B4-BE49-F238E27FC236}">
                <a16:creationId xmlns:a16="http://schemas.microsoft.com/office/drawing/2014/main" id="{38ABFF6C-DD18-4A5D-91B1-DD686509295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835">
            <a:extLst>
              <a:ext uri="{FF2B5EF4-FFF2-40B4-BE49-F238E27FC236}">
                <a16:creationId xmlns:a16="http://schemas.microsoft.com/office/drawing/2014/main" id="{1CB65938-6E4F-4096-9561-4D8D3FFB4F49}"/>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836">
            <a:extLst>
              <a:ext uri="{FF2B5EF4-FFF2-40B4-BE49-F238E27FC236}">
                <a16:creationId xmlns:a16="http://schemas.microsoft.com/office/drawing/2014/main" id="{2EBBCEC0-37F2-40DD-8BD0-25E6FB7CB36D}"/>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837">
            <a:extLst>
              <a:ext uri="{FF2B5EF4-FFF2-40B4-BE49-F238E27FC236}">
                <a16:creationId xmlns:a16="http://schemas.microsoft.com/office/drawing/2014/main" id="{1D424303-7DE6-4DFB-9C68-302E15125492}"/>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838">
            <a:extLst>
              <a:ext uri="{FF2B5EF4-FFF2-40B4-BE49-F238E27FC236}">
                <a16:creationId xmlns:a16="http://schemas.microsoft.com/office/drawing/2014/main" id="{072F5D6E-A7E0-43AB-8389-960564F4FBB3}"/>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839">
            <a:extLst>
              <a:ext uri="{FF2B5EF4-FFF2-40B4-BE49-F238E27FC236}">
                <a16:creationId xmlns:a16="http://schemas.microsoft.com/office/drawing/2014/main" id="{84E1BA83-E20F-406C-9AC3-DA4A189E87AC}"/>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840">
            <a:extLst>
              <a:ext uri="{FF2B5EF4-FFF2-40B4-BE49-F238E27FC236}">
                <a16:creationId xmlns:a16="http://schemas.microsoft.com/office/drawing/2014/main" id="{A4E088C1-625B-4A1A-8733-4344780D3EFE}"/>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841">
            <a:extLst>
              <a:ext uri="{FF2B5EF4-FFF2-40B4-BE49-F238E27FC236}">
                <a16:creationId xmlns:a16="http://schemas.microsoft.com/office/drawing/2014/main" id="{907331C4-1641-4FB9-97B2-7E7E29BF025F}"/>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highlight-842">
            <a:extLst>
              <a:ext uri="{FF2B5EF4-FFF2-40B4-BE49-F238E27FC236}">
                <a16:creationId xmlns:a16="http://schemas.microsoft.com/office/drawing/2014/main" id="{F0A4B6AB-9AB5-437C-AADD-1EE4D5478EDA}"/>
              </a:ext>
            </a:extLst>
          </p:cNvPr>
          <p:cNvSpPr>
            <a:spLocks noGrp="1"/>
          </p:cNvSpPr>
          <p:nvPr/>
        </p:nvSpPr>
        <p:spPr>
          <a:xfrm>
            <a:off x="971550" y="2162175"/>
            <a:ext cx="1657350" cy="1657350"/>
          </a:xfrm>
          <a:prstGeom prst="rect">
            <a:avLst/>
          </a:prstGeom>
          <a:noFill/>
          <a:ln w="47625">
            <a:solidFill>
              <a:srgbClr val="E58C22"/>
            </a:solidFill>
          </a:ln>
        </p:spPr>
      </p:sp>
      <p:sp>
        <p:nvSpPr>
          <p:cNvPr id="49" name="line-843">
            <a:extLst>
              <a:ext uri="{FF2B5EF4-FFF2-40B4-BE49-F238E27FC236}">
                <a16:creationId xmlns:a16="http://schemas.microsoft.com/office/drawing/2014/main" id="{A393831D-1814-41EE-8FA3-DA798B6B8EF7}"/>
              </a:ext>
            </a:extLst>
          </p:cNvPr>
          <p:cNvSpPr>
            <a:spLocks noGrp="1"/>
          </p:cNvSpPr>
          <p:nvPr/>
        </p:nvSpPr>
        <p:spPr>
          <a:xfrm>
            <a:off x="2619375" y="2162175"/>
            <a:ext cx="19050" cy="3314700"/>
          </a:xfrm>
          <a:prstGeom prst="rect">
            <a:avLst/>
          </a:prstGeom>
          <a:solidFill>
            <a:srgbClr val="146995"/>
          </a:solidFill>
          <a:ln w="0">
            <a:noFill/>
          </a:ln>
        </p:spPr>
      </p:sp>
      <p:sp>
        <p:nvSpPr>
          <p:cNvPr id="50" name="line-844">
            <a:extLst>
              <a:ext uri="{FF2B5EF4-FFF2-40B4-BE49-F238E27FC236}">
                <a16:creationId xmlns:a16="http://schemas.microsoft.com/office/drawing/2014/main" id="{F1FE35E3-74FB-4455-A1F2-1D27266BA675}"/>
              </a:ext>
            </a:extLst>
          </p:cNvPr>
          <p:cNvSpPr>
            <a:spLocks noGrp="1"/>
          </p:cNvSpPr>
          <p:nvPr/>
        </p:nvSpPr>
        <p:spPr>
          <a:xfrm>
            <a:off x="971550" y="3810000"/>
            <a:ext cx="3314700" cy="19050"/>
          </a:xfrm>
          <a:prstGeom prst="rect">
            <a:avLst/>
          </a:prstGeom>
          <a:solidFill>
            <a:srgbClr val="146995"/>
          </a:solidFill>
          <a:ln w="0">
            <a:noFill/>
          </a:ln>
        </p:spPr>
      </p:sp>
      <p:sp>
        <p:nvSpPr>
          <p:cNvPr id="51" name="prose-845">
            <a:extLst>
              <a:ext uri="{FF2B5EF4-FFF2-40B4-BE49-F238E27FC236}">
                <a16:creationId xmlns:a16="http://schemas.microsoft.com/office/drawing/2014/main" id="{C67D9752-8413-4609-9D2E-62D672757807}"/>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크기 2의 자식들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2): 혼합</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전부 0</a:t>
            </a:r>
          </a:p>
        </p:txBody>
      </p:sp>
      <p:sp>
        <p:nvSpPr>
          <p:cNvPr id="52" name="banner-846">
            <a:extLst>
              <a:ext uri="{FF2B5EF4-FFF2-40B4-BE49-F238E27FC236}">
                <a16:creationId xmlns:a16="http://schemas.microsoft.com/office/drawing/2014/main" id="{18921F81-C359-4268-B051-90C11E6E21F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3" name="banner-text-847">
            <a:extLst>
              <a:ext uri="{FF2B5EF4-FFF2-40B4-BE49-F238E27FC236}">
                <a16:creationId xmlns:a16="http://schemas.microsoft.com/office/drawing/2014/main" id="{A4DB5A42-AAA5-43BA-963D-DB9E080D678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먼저 (4, 0, 2)를 처리합니다.</a:t>
            </a:r>
          </a:p>
        </p:txBody>
      </p:sp>
      <p:sp>
        <p:nvSpPr>
          <p:cNvPr id="54" name="caption">
            <a:extLst>
              <a:ext uri="{FF2B5EF4-FFF2-40B4-BE49-F238E27FC236}">
                <a16:creationId xmlns:a16="http://schemas.microsoft.com/office/drawing/2014/main" id="{64FB06A2-EFD6-4A41-A33A-34FFCC087E5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116612952"/>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49D521B7-4C33-4465-99DD-59654FEEE22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D5B4C1F9-CF68-46A9-8374-E97FCB6804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F98554-4C67-4451-B2ED-D2CD093CDA2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혼합된 2×2: 네 픽셀을 순서대로 읽습니다</a:t>
            </a:r>
          </a:p>
        </p:txBody>
      </p:sp>
      <p:sp>
        <p:nvSpPr>
          <p:cNvPr id="4" name="line-848">
            <a:extLst>
              <a:ext uri="{FF2B5EF4-FFF2-40B4-BE49-F238E27FC236}">
                <a16:creationId xmlns:a16="http://schemas.microsoft.com/office/drawing/2014/main" id="{69DCECDF-0C68-479F-85AB-38FD8F7BBE1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3F71A0B-3F7B-455A-A119-CB4AD5220C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2FEF300-32AA-4F16-AAC4-EA2B5933105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191</a:t>
            </a:r>
            <a:endParaRPr sz="1050" b="0">
              <a:solidFill>
                <a:srgbClr val="151515"/>
              </a:solidFill>
              <a:latin typeface="Consolas"/>
              <a:ea typeface="Consolas"/>
              <a:cs typeface="Consolas"/>
            </a:endParaRPr>
          </a:p>
        </p:txBody>
      </p:sp>
      <p:sp>
        <p:nvSpPr>
          <p:cNvPr id="7" name="pixel-849">
            <a:extLst>
              <a:ext uri="{FF2B5EF4-FFF2-40B4-BE49-F238E27FC236}">
                <a16:creationId xmlns:a16="http://schemas.microsoft.com/office/drawing/2014/main" id="{50FADBD2-0875-4731-842C-34677EEEB146}"/>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50">
            <a:extLst>
              <a:ext uri="{FF2B5EF4-FFF2-40B4-BE49-F238E27FC236}">
                <a16:creationId xmlns:a16="http://schemas.microsoft.com/office/drawing/2014/main" id="{39F264D8-A269-4CBF-80BB-D65FE5D88FF4}"/>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51">
            <a:extLst>
              <a:ext uri="{FF2B5EF4-FFF2-40B4-BE49-F238E27FC236}">
                <a16:creationId xmlns:a16="http://schemas.microsoft.com/office/drawing/2014/main" id="{19FA9DE8-5804-4E6F-94EA-9220730B7B7D}"/>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52">
            <a:extLst>
              <a:ext uri="{FF2B5EF4-FFF2-40B4-BE49-F238E27FC236}">
                <a16:creationId xmlns:a16="http://schemas.microsoft.com/office/drawing/2014/main" id="{F2A5F442-3A18-42FF-9FA0-81B0BBAB88CA}"/>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53">
            <a:extLst>
              <a:ext uri="{FF2B5EF4-FFF2-40B4-BE49-F238E27FC236}">
                <a16:creationId xmlns:a16="http://schemas.microsoft.com/office/drawing/2014/main" id="{58B744FD-B002-4829-B3D5-D8CF895B7C76}"/>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54">
            <a:extLst>
              <a:ext uri="{FF2B5EF4-FFF2-40B4-BE49-F238E27FC236}">
                <a16:creationId xmlns:a16="http://schemas.microsoft.com/office/drawing/2014/main" id="{934BF4BC-03B1-481D-A6BF-77ADBB7F163E}"/>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55">
            <a:extLst>
              <a:ext uri="{FF2B5EF4-FFF2-40B4-BE49-F238E27FC236}">
                <a16:creationId xmlns:a16="http://schemas.microsoft.com/office/drawing/2014/main" id="{CB73B721-742A-4BD1-A31B-521A94A4B5E5}"/>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56">
            <a:extLst>
              <a:ext uri="{FF2B5EF4-FFF2-40B4-BE49-F238E27FC236}">
                <a16:creationId xmlns:a16="http://schemas.microsoft.com/office/drawing/2014/main" id="{DDCA8E68-41B2-4AC4-977A-5CDEC38412AC}"/>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57">
            <a:extLst>
              <a:ext uri="{FF2B5EF4-FFF2-40B4-BE49-F238E27FC236}">
                <a16:creationId xmlns:a16="http://schemas.microsoft.com/office/drawing/2014/main" id="{9C4EFDB9-621F-4B8E-8B4C-BD55D88934BA}"/>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58">
            <a:extLst>
              <a:ext uri="{FF2B5EF4-FFF2-40B4-BE49-F238E27FC236}">
                <a16:creationId xmlns:a16="http://schemas.microsoft.com/office/drawing/2014/main" id="{93D0DD8B-33DE-4244-9F54-E5EB87266A8D}"/>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59">
            <a:extLst>
              <a:ext uri="{FF2B5EF4-FFF2-40B4-BE49-F238E27FC236}">
                <a16:creationId xmlns:a16="http://schemas.microsoft.com/office/drawing/2014/main" id="{875D5374-E924-44AD-B2FF-459A19D9F8DE}"/>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60">
            <a:extLst>
              <a:ext uri="{FF2B5EF4-FFF2-40B4-BE49-F238E27FC236}">
                <a16:creationId xmlns:a16="http://schemas.microsoft.com/office/drawing/2014/main" id="{22726C0C-3BE2-4999-A977-E684F9D6CDAD}"/>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61">
            <a:extLst>
              <a:ext uri="{FF2B5EF4-FFF2-40B4-BE49-F238E27FC236}">
                <a16:creationId xmlns:a16="http://schemas.microsoft.com/office/drawing/2014/main" id="{9FF47FA7-F1CE-4CB0-BFEE-AFD0FDE7233F}"/>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62">
            <a:extLst>
              <a:ext uri="{FF2B5EF4-FFF2-40B4-BE49-F238E27FC236}">
                <a16:creationId xmlns:a16="http://schemas.microsoft.com/office/drawing/2014/main" id="{CFF0CFFA-7257-4EED-BDAB-758DA35FA466}"/>
              </a:ext>
            </a:extLst>
          </p:cNvPr>
          <p:cNvSpPr>
            <a:spLocks noGrp="1"/>
          </p:cNvSpPr>
          <p:nvPr/>
        </p:nvSpPr>
        <p:spPr>
          <a:xfrm>
            <a:off x="2619375" y="2314575"/>
            <a:ext cx="19050" cy="2743200"/>
          </a:xfrm>
          <a:prstGeom prst="rect">
            <a:avLst/>
          </a:prstGeom>
          <a:solidFill>
            <a:srgbClr val="146995"/>
          </a:solidFill>
          <a:ln w="0">
            <a:noFill/>
          </a:ln>
        </p:spPr>
      </p:sp>
      <p:sp>
        <p:nvSpPr>
          <p:cNvPr id="21" name="line-863">
            <a:extLst>
              <a:ext uri="{FF2B5EF4-FFF2-40B4-BE49-F238E27FC236}">
                <a16:creationId xmlns:a16="http://schemas.microsoft.com/office/drawing/2014/main" id="{0F879851-FC27-4A7A-8A4F-9A4A97CA205B}"/>
              </a:ext>
            </a:extLst>
          </p:cNvPr>
          <p:cNvSpPr>
            <a:spLocks noGrp="1"/>
          </p:cNvSpPr>
          <p:nvPr/>
        </p:nvSpPr>
        <p:spPr>
          <a:xfrm>
            <a:off x="1257300" y="3676650"/>
            <a:ext cx="2743200" cy="19050"/>
          </a:xfrm>
          <a:prstGeom prst="rect">
            <a:avLst/>
          </a:prstGeom>
          <a:solidFill>
            <a:srgbClr val="146995"/>
          </a:solidFill>
          <a:ln w="0">
            <a:noFill/>
          </a:ln>
        </p:spPr>
      </p:sp>
      <p:sp>
        <p:nvSpPr>
          <p:cNvPr id="22" name="prose-864">
            <a:extLst>
              <a:ext uri="{FF2B5EF4-FFF2-40B4-BE49-F238E27FC236}">
                <a16:creationId xmlns:a16="http://schemas.microsoft.com/office/drawing/2014/main" id="{40D7AE80-8F1C-42E4-8AE6-7228F5FAD01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2)</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1):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(5,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(5, 1): 1</a:t>
            </a:r>
          </a:p>
        </p:txBody>
      </p:sp>
      <p:sp>
        <p:nvSpPr>
          <p:cNvPr id="23" name="banner-865">
            <a:extLst>
              <a:ext uri="{FF2B5EF4-FFF2-40B4-BE49-F238E27FC236}">
                <a16:creationId xmlns:a16="http://schemas.microsoft.com/office/drawing/2014/main" id="{3B2BEB55-7ADC-43AF-B70F-14B2EFA022A5}"/>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66">
            <a:extLst>
              <a:ext uri="{FF2B5EF4-FFF2-40B4-BE49-F238E27FC236}">
                <a16:creationId xmlns:a16="http://schemas.microsoft.com/office/drawing/2014/main" id="{013A6098-B00E-4DBF-AD32-A4008EA913A7}"/>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자식의 색 순서: 0 → 0 → 0 → 1</a:t>
            </a:r>
          </a:p>
        </p:txBody>
      </p:sp>
      <p:sp>
        <p:nvSpPr>
          <p:cNvPr id="25" name="caption">
            <a:extLst>
              <a:ext uri="{FF2B5EF4-FFF2-40B4-BE49-F238E27FC236}">
                <a16:creationId xmlns:a16="http://schemas.microsoft.com/office/drawing/2014/main" id="{5742291E-C481-4EED-9E69-951C536C695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48717909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EBB70FD0-CA77-4135-A265-F0E339C77B3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F515A7C7-0730-4B54-9F5B-03B29C42917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2FD285A-065E-4744-89E5-E50E9C6D368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크기 1의 네 호출: 각각 즉시 끝납니다</a:t>
            </a:r>
          </a:p>
        </p:txBody>
      </p:sp>
      <p:sp>
        <p:nvSpPr>
          <p:cNvPr id="4" name="line-867">
            <a:extLst>
              <a:ext uri="{FF2B5EF4-FFF2-40B4-BE49-F238E27FC236}">
                <a16:creationId xmlns:a16="http://schemas.microsoft.com/office/drawing/2014/main" id="{6DE69822-3697-43B7-8A33-A268CDBC132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BBFE28-C25F-4FA0-8F61-6D764708DF0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C415B37-0607-4145-BB7C-8CF34462BA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192</a:t>
            </a:r>
            <a:endParaRPr sz="1050" b="0">
              <a:solidFill>
                <a:srgbClr val="151515"/>
              </a:solidFill>
              <a:latin typeface="Consolas"/>
              <a:ea typeface="Consolas"/>
              <a:cs typeface="Consolas"/>
            </a:endParaRPr>
          </a:p>
        </p:txBody>
      </p:sp>
      <p:sp>
        <p:nvSpPr>
          <p:cNvPr id="7" name="unit-0">
            <a:extLst>
              <a:ext uri="{FF2B5EF4-FFF2-40B4-BE49-F238E27FC236}">
                <a16:creationId xmlns:a16="http://schemas.microsoft.com/office/drawing/2014/main" id="{2B6541DB-4058-49EB-9BF2-BDD8A554A98D}"/>
              </a:ext>
            </a:extLst>
          </p:cNvPr>
          <p:cNvSpPr>
            <a:spLocks noGrp="1"/>
          </p:cNvSpPr>
          <p:nvPr/>
        </p:nvSpPr>
        <p:spPr>
          <a:xfrm>
            <a:off x="609600" y="2247900"/>
            <a:ext cx="2552700" cy="2609850"/>
          </a:xfrm>
          <a:prstGeom prst="rect">
            <a:avLst/>
          </a:prstGeom>
          <a:solidFill>
            <a:srgbClr val="F4F6F7"/>
          </a:solidFill>
          <a:ln w="9525">
            <a:solidFill>
              <a:srgbClr val="CCCCCC"/>
            </a:solidFill>
          </a:ln>
        </p:spPr>
      </p:sp>
      <p:sp>
        <p:nvSpPr>
          <p:cNvPr id="8" name="call-0">
            <a:extLst>
              <a:ext uri="{FF2B5EF4-FFF2-40B4-BE49-F238E27FC236}">
                <a16:creationId xmlns:a16="http://schemas.microsoft.com/office/drawing/2014/main" id="{5F1ABDA4-F3BA-4675-809F-7BD5CC33F995}"/>
              </a:ext>
            </a:extLst>
          </p:cNvPr>
          <p:cNvSpPr>
            <a:spLocks noGrp="1"/>
          </p:cNvSpPr>
          <p:nvPr/>
        </p:nvSpPr>
        <p:spPr>
          <a:xfrm>
            <a:off x="8001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(4, 0, 1)</a:t>
            </a:r>
          </a:p>
        </p:txBody>
      </p:sp>
      <p:sp>
        <p:nvSpPr>
          <p:cNvPr id="9" name="color-0">
            <a:extLst>
              <a:ext uri="{FF2B5EF4-FFF2-40B4-BE49-F238E27FC236}">
                <a16:creationId xmlns:a16="http://schemas.microsoft.com/office/drawing/2014/main" id="{FF3290DD-B089-4FC8-BAE8-7AE061EA267D}"/>
              </a:ext>
            </a:extLst>
          </p:cNvPr>
          <p:cNvSpPr>
            <a:spLocks noGrp="1"/>
          </p:cNvSpPr>
          <p:nvPr/>
        </p:nvSpPr>
        <p:spPr>
          <a:xfrm>
            <a:off x="1371600" y="3124200"/>
            <a:ext cx="1028700" cy="1028700"/>
          </a:xfrm>
          <a:prstGeom prst="rect">
            <a:avLst/>
          </a:prstGeom>
          <a:solidFill>
            <a:srgbClr val="FFFFFF"/>
          </a:solidFill>
          <a:ln w="9525">
            <a:solidFill>
              <a:srgbClr val="98A1AA"/>
            </a:solidFill>
          </a:ln>
        </p:spPr>
      </p:sp>
      <p:sp>
        <p:nvSpPr>
          <p:cNvPr id="10" name="color-text-0">
            <a:extLst>
              <a:ext uri="{FF2B5EF4-FFF2-40B4-BE49-F238E27FC236}">
                <a16:creationId xmlns:a16="http://schemas.microsoft.com/office/drawing/2014/main" id="{E8D1ACC6-C796-43CA-9DF3-D19AB0FED93C}"/>
              </a:ext>
            </a:extLst>
          </p:cNvPr>
          <p:cNvSpPr>
            <a:spLocks noGrp="1"/>
          </p:cNvSpPr>
          <p:nvPr/>
        </p:nvSpPr>
        <p:spPr>
          <a:xfrm>
            <a:off x="13716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1" name="return-0">
            <a:extLst>
              <a:ext uri="{FF2B5EF4-FFF2-40B4-BE49-F238E27FC236}">
                <a16:creationId xmlns:a16="http://schemas.microsoft.com/office/drawing/2014/main" id="{F430FBAC-D3B0-4A8A-8622-A407498A6F9A}"/>
              </a:ext>
            </a:extLst>
          </p:cNvPr>
          <p:cNvSpPr>
            <a:spLocks noGrp="1"/>
          </p:cNvSpPr>
          <p:nvPr/>
        </p:nvSpPr>
        <p:spPr>
          <a:xfrm>
            <a:off x="8001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2" name="unit-1">
            <a:extLst>
              <a:ext uri="{FF2B5EF4-FFF2-40B4-BE49-F238E27FC236}">
                <a16:creationId xmlns:a16="http://schemas.microsoft.com/office/drawing/2014/main" id="{6D0E1A32-7E3A-4D29-8640-1F6DCC5ABB71}"/>
              </a:ext>
            </a:extLst>
          </p:cNvPr>
          <p:cNvSpPr>
            <a:spLocks noGrp="1"/>
          </p:cNvSpPr>
          <p:nvPr/>
        </p:nvSpPr>
        <p:spPr>
          <a:xfrm>
            <a:off x="3409950" y="2247900"/>
            <a:ext cx="2552700" cy="2609850"/>
          </a:xfrm>
          <a:prstGeom prst="rect">
            <a:avLst/>
          </a:prstGeom>
          <a:solidFill>
            <a:srgbClr val="F4F6F7"/>
          </a:solidFill>
          <a:ln w="9525">
            <a:solidFill>
              <a:srgbClr val="CCCCCC"/>
            </a:solidFill>
          </a:ln>
        </p:spPr>
      </p:sp>
      <p:sp>
        <p:nvSpPr>
          <p:cNvPr id="13" name="call-1">
            <a:extLst>
              <a:ext uri="{FF2B5EF4-FFF2-40B4-BE49-F238E27FC236}">
                <a16:creationId xmlns:a16="http://schemas.microsoft.com/office/drawing/2014/main" id="{DFB1366B-F55C-4D4B-815F-1A6106DCC0EB}"/>
              </a:ext>
            </a:extLst>
          </p:cNvPr>
          <p:cNvSpPr>
            <a:spLocks noGrp="1"/>
          </p:cNvSpPr>
          <p:nvPr/>
        </p:nvSpPr>
        <p:spPr>
          <a:xfrm>
            <a:off x="36004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(4, 1, 1)</a:t>
            </a:r>
          </a:p>
        </p:txBody>
      </p:sp>
      <p:sp>
        <p:nvSpPr>
          <p:cNvPr id="14" name="color-1">
            <a:extLst>
              <a:ext uri="{FF2B5EF4-FFF2-40B4-BE49-F238E27FC236}">
                <a16:creationId xmlns:a16="http://schemas.microsoft.com/office/drawing/2014/main" id="{A691381D-6F0E-476B-B78F-FBAFBAABBDC5}"/>
              </a:ext>
            </a:extLst>
          </p:cNvPr>
          <p:cNvSpPr>
            <a:spLocks noGrp="1"/>
          </p:cNvSpPr>
          <p:nvPr/>
        </p:nvSpPr>
        <p:spPr>
          <a:xfrm>
            <a:off x="4171950" y="3124200"/>
            <a:ext cx="1028700" cy="1028700"/>
          </a:xfrm>
          <a:prstGeom prst="rect">
            <a:avLst/>
          </a:prstGeom>
          <a:solidFill>
            <a:srgbClr val="FFFFFF"/>
          </a:solidFill>
          <a:ln w="9525">
            <a:solidFill>
              <a:srgbClr val="98A1AA"/>
            </a:solidFill>
          </a:ln>
        </p:spPr>
      </p:sp>
      <p:sp>
        <p:nvSpPr>
          <p:cNvPr id="15" name="color-text-1">
            <a:extLst>
              <a:ext uri="{FF2B5EF4-FFF2-40B4-BE49-F238E27FC236}">
                <a16:creationId xmlns:a16="http://schemas.microsoft.com/office/drawing/2014/main" id="{EB24F0F0-B5AB-41C2-9F2D-0F75F3053287}"/>
              </a:ext>
            </a:extLst>
          </p:cNvPr>
          <p:cNvSpPr>
            <a:spLocks noGrp="1"/>
          </p:cNvSpPr>
          <p:nvPr/>
        </p:nvSpPr>
        <p:spPr>
          <a:xfrm>
            <a:off x="417195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6" name="return-1">
            <a:extLst>
              <a:ext uri="{FF2B5EF4-FFF2-40B4-BE49-F238E27FC236}">
                <a16:creationId xmlns:a16="http://schemas.microsoft.com/office/drawing/2014/main" id="{8C59C75C-3EEF-4E03-9A67-E40951AC1B99}"/>
              </a:ext>
            </a:extLst>
          </p:cNvPr>
          <p:cNvSpPr>
            <a:spLocks noGrp="1"/>
          </p:cNvSpPr>
          <p:nvPr/>
        </p:nvSpPr>
        <p:spPr>
          <a:xfrm>
            <a:off x="36004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7" name="unit-2">
            <a:extLst>
              <a:ext uri="{FF2B5EF4-FFF2-40B4-BE49-F238E27FC236}">
                <a16:creationId xmlns:a16="http://schemas.microsoft.com/office/drawing/2014/main" id="{93C10014-93A2-44F7-9654-47095821C57E}"/>
              </a:ext>
            </a:extLst>
          </p:cNvPr>
          <p:cNvSpPr>
            <a:spLocks noGrp="1"/>
          </p:cNvSpPr>
          <p:nvPr/>
        </p:nvSpPr>
        <p:spPr>
          <a:xfrm>
            <a:off x="6210300" y="2247900"/>
            <a:ext cx="2552700" cy="2609850"/>
          </a:xfrm>
          <a:prstGeom prst="rect">
            <a:avLst/>
          </a:prstGeom>
          <a:solidFill>
            <a:srgbClr val="F4F6F7"/>
          </a:solidFill>
          <a:ln w="9525">
            <a:solidFill>
              <a:srgbClr val="CCCCCC"/>
            </a:solidFill>
          </a:ln>
        </p:spPr>
      </p:sp>
      <p:sp>
        <p:nvSpPr>
          <p:cNvPr id="18" name="call-2">
            <a:extLst>
              <a:ext uri="{FF2B5EF4-FFF2-40B4-BE49-F238E27FC236}">
                <a16:creationId xmlns:a16="http://schemas.microsoft.com/office/drawing/2014/main" id="{F5B7AC4E-CC51-4419-9EE8-1CB0FBDC0AD7}"/>
              </a:ext>
            </a:extLst>
          </p:cNvPr>
          <p:cNvSpPr>
            <a:spLocks noGrp="1"/>
          </p:cNvSpPr>
          <p:nvPr/>
        </p:nvSpPr>
        <p:spPr>
          <a:xfrm>
            <a:off x="64008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(5, 0, 1)</a:t>
            </a:r>
          </a:p>
        </p:txBody>
      </p:sp>
      <p:sp>
        <p:nvSpPr>
          <p:cNvPr id="19" name="color-2">
            <a:extLst>
              <a:ext uri="{FF2B5EF4-FFF2-40B4-BE49-F238E27FC236}">
                <a16:creationId xmlns:a16="http://schemas.microsoft.com/office/drawing/2014/main" id="{3FEEF290-76B5-4BEF-BF13-107BE8BF3152}"/>
              </a:ext>
            </a:extLst>
          </p:cNvPr>
          <p:cNvSpPr>
            <a:spLocks noGrp="1"/>
          </p:cNvSpPr>
          <p:nvPr/>
        </p:nvSpPr>
        <p:spPr>
          <a:xfrm>
            <a:off x="6972300" y="3124200"/>
            <a:ext cx="1028700" cy="1028700"/>
          </a:xfrm>
          <a:prstGeom prst="rect">
            <a:avLst/>
          </a:prstGeom>
          <a:solidFill>
            <a:srgbClr val="FFFFFF"/>
          </a:solidFill>
          <a:ln w="9525">
            <a:solidFill>
              <a:srgbClr val="98A1AA"/>
            </a:solidFill>
          </a:ln>
        </p:spPr>
      </p:sp>
      <p:sp>
        <p:nvSpPr>
          <p:cNvPr id="20" name="color-text-2">
            <a:extLst>
              <a:ext uri="{FF2B5EF4-FFF2-40B4-BE49-F238E27FC236}">
                <a16:creationId xmlns:a16="http://schemas.microsoft.com/office/drawing/2014/main" id="{71481B45-C086-401F-9BE7-1C9ED0BA3303}"/>
              </a:ext>
            </a:extLst>
          </p:cNvPr>
          <p:cNvSpPr>
            <a:spLocks noGrp="1"/>
          </p:cNvSpPr>
          <p:nvPr/>
        </p:nvSpPr>
        <p:spPr>
          <a:xfrm>
            <a:off x="69723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21" name="return-2">
            <a:extLst>
              <a:ext uri="{FF2B5EF4-FFF2-40B4-BE49-F238E27FC236}">
                <a16:creationId xmlns:a16="http://schemas.microsoft.com/office/drawing/2014/main" id="{EC818768-5696-491B-85E4-508501408D03}"/>
              </a:ext>
            </a:extLst>
          </p:cNvPr>
          <p:cNvSpPr>
            <a:spLocks noGrp="1"/>
          </p:cNvSpPr>
          <p:nvPr/>
        </p:nvSpPr>
        <p:spPr>
          <a:xfrm>
            <a:off x="64008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22" name="unit-3">
            <a:extLst>
              <a:ext uri="{FF2B5EF4-FFF2-40B4-BE49-F238E27FC236}">
                <a16:creationId xmlns:a16="http://schemas.microsoft.com/office/drawing/2014/main" id="{226DDC8B-8E0E-49BE-8DC2-E4DA45D6BB8C}"/>
              </a:ext>
            </a:extLst>
          </p:cNvPr>
          <p:cNvSpPr>
            <a:spLocks noGrp="1"/>
          </p:cNvSpPr>
          <p:nvPr/>
        </p:nvSpPr>
        <p:spPr>
          <a:xfrm>
            <a:off x="9010650" y="2247900"/>
            <a:ext cx="2552700" cy="2609850"/>
          </a:xfrm>
          <a:prstGeom prst="rect">
            <a:avLst/>
          </a:prstGeom>
          <a:solidFill>
            <a:srgbClr val="F4F6F7"/>
          </a:solidFill>
          <a:ln w="9525">
            <a:solidFill>
              <a:srgbClr val="CCCCCC"/>
            </a:solidFill>
          </a:ln>
        </p:spPr>
      </p:sp>
      <p:sp>
        <p:nvSpPr>
          <p:cNvPr id="23" name="call-3">
            <a:extLst>
              <a:ext uri="{FF2B5EF4-FFF2-40B4-BE49-F238E27FC236}">
                <a16:creationId xmlns:a16="http://schemas.microsoft.com/office/drawing/2014/main" id="{AB0A68C8-80F0-4DBE-AA6F-A946E8F2B1B1}"/>
              </a:ext>
            </a:extLst>
          </p:cNvPr>
          <p:cNvSpPr>
            <a:spLocks noGrp="1"/>
          </p:cNvSpPr>
          <p:nvPr/>
        </p:nvSpPr>
        <p:spPr>
          <a:xfrm>
            <a:off x="92011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(5, 1, 1)</a:t>
            </a:r>
          </a:p>
        </p:txBody>
      </p:sp>
      <p:sp>
        <p:nvSpPr>
          <p:cNvPr id="24" name="color-3">
            <a:extLst>
              <a:ext uri="{FF2B5EF4-FFF2-40B4-BE49-F238E27FC236}">
                <a16:creationId xmlns:a16="http://schemas.microsoft.com/office/drawing/2014/main" id="{4A8BF89F-E8A1-405C-AE26-F4DCBB484824}"/>
              </a:ext>
            </a:extLst>
          </p:cNvPr>
          <p:cNvSpPr>
            <a:spLocks noGrp="1"/>
          </p:cNvSpPr>
          <p:nvPr/>
        </p:nvSpPr>
        <p:spPr>
          <a:xfrm>
            <a:off x="9772650" y="3124200"/>
            <a:ext cx="1028700" cy="1028700"/>
          </a:xfrm>
          <a:prstGeom prst="rect">
            <a:avLst/>
          </a:prstGeom>
          <a:solidFill>
            <a:srgbClr val="303841"/>
          </a:solidFill>
          <a:ln w="9525">
            <a:solidFill>
              <a:srgbClr val="98A1AA"/>
            </a:solidFill>
          </a:ln>
        </p:spPr>
      </p:sp>
      <p:sp>
        <p:nvSpPr>
          <p:cNvPr id="25" name="color-text-3">
            <a:extLst>
              <a:ext uri="{FF2B5EF4-FFF2-40B4-BE49-F238E27FC236}">
                <a16:creationId xmlns:a16="http://schemas.microsoft.com/office/drawing/2014/main" id="{EAA4DD09-A782-4321-A180-6C35143BB981}"/>
              </a:ext>
            </a:extLst>
          </p:cNvPr>
          <p:cNvSpPr>
            <a:spLocks noGrp="1"/>
          </p:cNvSpPr>
          <p:nvPr/>
        </p:nvSpPr>
        <p:spPr>
          <a:xfrm>
            <a:off x="9772650" y="3324225"/>
            <a:ext cx="1028700" cy="628650"/>
          </a:xfrm>
          <a:prstGeom prst="rect">
            <a:avLst/>
          </a:prstGeom>
          <a:noFill/>
          <a:ln w="0">
            <a:noFill/>
          </a:ln>
        </p:spPr>
        <p:txBody>
          <a:bodyPr wrap="none" lIns="0" tIns="0" rIns="0" bIns="0" anchor="t">
            <a:noAutofit/>
          </a:bodyPr>
          <a:lstStyle>
            <a:defPPr algn="ctr">
              <a:defRPr sz="3225" b="0">
                <a:solidFill>
                  <a:srgbClr val="FFFFFF"/>
                </a:solidFill>
                <a:latin typeface="Consolas"/>
                <a:ea typeface="Consolas"/>
                <a:cs typeface="Consolas"/>
              </a:defRPr>
            </a:defPPr>
          </a:lstStyle>
          <a:p>
            <a:pPr algn="ctr">
              <a:lnSpc>
                <a:spcPct val="112000"/>
              </a:lnSpc>
              <a:buNone/>
              <a:defRPr sz="3225" b="0">
                <a:solidFill>
                  <a:srgbClr val="FFFFFF"/>
                </a:solidFill>
                <a:latin typeface="Consolas"/>
                <a:ea typeface="Consolas"/>
                <a:cs typeface="Consolas"/>
              </a:defRPr>
            </a:pPr>
            <a:r>
              <a:rPr sz="3225" b="0">
                <a:solidFill>
                  <a:srgbClr val="FFFFFF"/>
                </a:solidFill>
                <a:latin typeface="Consolas"/>
                <a:ea typeface="Consolas"/>
                <a:cs typeface="Consolas"/>
              </a:rPr>
              <a:t>1</a:t>
            </a:r>
          </a:p>
        </p:txBody>
      </p:sp>
      <p:sp>
        <p:nvSpPr>
          <p:cNvPr id="26" name="return-3">
            <a:extLst>
              <a:ext uri="{FF2B5EF4-FFF2-40B4-BE49-F238E27FC236}">
                <a16:creationId xmlns:a16="http://schemas.microsoft.com/office/drawing/2014/main" id="{109C7225-E25B-4859-BCF2-F2D2228E1340}"/>
              </a:ext>
            </a:extLst>
          </p:cNvPr>
          <p:cNvSpPr>
            <a:spLocks noGrp="1"/>
          </p:cNvSpPr>
          <p:nvPr/>
        </p:nvSpPr>
        <p:spPr>
          <a:xfrm>
            <a:off x="92011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"1"</a:t>
            </a:r>
          </a:p>
        </p:txBody>
      </p:sp>
      <p:sp>
        <p:nvSpPr>
          <p:cNvPr id="27" name="caption">
            <a:extLst>
              <a:ext uri="{FF2B5EF4-FFF2-40B4-BE49-F238E27FC236}">
                <a16:creationId xmlns:a16="http://schemas.microsoft.com/office/drawing/2014/main" id="{A0BFA94F-7A2E-41A0-A9B3-3CA3B8718D0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한 칸은 반드시 균일합니다. 크기 1 아래로는 더 나누지 않습니다.</a:t>
            </a:r>
          </a:p>
        </p:txBody>
      </p:sp>
    </p:spTree>
    <p:extLst>
      <p:ext uri="{BB962C8B-B14F-4D97-AF65-F5344CB8AC3E}">
        <p14:creationId xmlns:p14="http://schemas.microsoft.com/office/powerpoint/2010/main" val="122788921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8A1F5467-9528-40B3-BE90-50879A2A5C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0D296599-1568-4742-8373-FC37FC8F27E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420D56-3B73-46BD-8575-78BCB461D6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2×2의 답: (0001)을 반환합니다</a:t>
            </a:r>
          </a:p>
        </p:txBody>
      </p:sp>
      <p:sp>
        <p:nvSpPr>
          <p:cNvPr id="4" name="line-868">
            <a:extLst>
              <a:ext uri="{FF2B5EF4-FFF2-40B4-BE49-F238E27FC236}">
                <a16:creationId xmlns:a16="http://schemas.microsoft.com/office/drawing/2014/main" id="{784DDFBF-EAE0-458A-B96B-098676C2F90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2E6D297-5092-4433-9F0F-5B1201CECA9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EB76BBE-C489-49E4-ADD6-86E6555D94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193</a:t>
            </a:r>
            <a:endParaRPr sz="1050" b="0">
              <a:solidFill>
                <a:srgbClr val="151515"/>
              </a:solidFill>
              <a:latin typeface="Consolas"/>
              <a:ea typeface="Consolas"/>
              <a:cs typeface="Consolas"/>
            </a:endParaRPr>
          </a:p>
        </p:txBody>
      </p:sp>
      <p:sp>
        <p:nvSpPr>
          <p:cNvPr id="7" name="pixel-869">
            <a:extLst>
              <a:ext uri="{FF2B5EF4-FFF2-40B4-BE49-F238E27FC236}">
                <a16:creationId xmlns:a16="http://schemas.microsoft.com/office/drawing/2014/main" id="{CFC00971-F49C-471D-AE2E-8D54E173A86C}"/>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70">
            <a:extLst>
              <a:ext uri="{FF2B5EF4-FFF2-40B4-BE49-F238E27FC236}">
                <a16:creationId xmlns:a16="http://schemas.microsoft.com/office/drawing/2014/main" id="{AF546359-5B7A-4E1E-80DB-AB838B366027}"/>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71">
            <a:extLst>
              <a:ext uri="{FF2B5EF4-FFF2-40B4-BE49-F238E27FC236}">
                <a16:creationId xmlns:a16="http://schemas.microsoft.com/office/drawing/2014/main" id="{39AB4227-A3BD-4F48-A476-27C9195159CB}"/>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72">
            <a:extLst>
              <a:ext uri="{FF2B5EF4-FFF2-40B4-BE49-F238E27FC236}">
                <a16:creationId xmlns:a16="http://schemas.microsoft.com/office/drawing/2014/main" id="{3BF8B347-B086-4FC8-A7C6-08DEF79927EB}"/>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73">
            <a:extLst>
              <a:ext uri="{FF2B5EF4-FFF2-40B4-BE49-F238E27FC236}">
                <a16:creationId xmlns:a16="http://schemas.microsoft.com/office/drawing/2014/main" id="{1E5F4E2C-EDA3-43B5-843C-AC64B27CED13}"/>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74">
            <a:extLst>
              <a:ext uri="{FF2B5EF4-FFF2-40B4-BE49-F238E27FC236}">
                <a16:creationId xmlns:a16="http://schemas.microsoft.com/office/drawing/2014/main" id="{6167CB09-3332-4739-9D67-85080E5E2B09}"/>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75">
            <a:extLst>
              <a:ext uri="{FF2B5EF4-FFF2-40B4-BE49-F238E27FC236}">
                <a16:creationId xmlns:a16="http://schemas.microsoft.com/office/drawing/2014/main" id="{57416E0D-634D-468B-AB23-885A29D0A3DC}"/>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76">
            <a:extLst>
              <a:ext uri="{FF2B5EF4-FFF2-40B4-BE49-F238E27FC236}">
                <a16:creationId xmlns:a16="http://schemas.microsoft.com/office/drawing/2014/main" id="{AF09E90A-B296-4606-9356-C4A6B058E87F}"/>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77">
            <a:extLst>
              <a:ext uri="{FF2B5EF4-FFF2-40B4-BE49-F238E27FC236}">
                <a16:creationId xmlns:a16="http://schemas.microsoft.com/office/drawing/2014/main" id="{B1F86BB2-5C0F-43C4-B83C-144677DE9939}"/>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78">
            <a:extLst>
              <a:ext uri="{FF2B5EF4-FFF2-40B4-BE49-F238E27FC236}">
                <a16:creationId xmlns:a16="http://schemas.microsoft.com/office/drawing/2014/main" id="{98636053-B7F0-45A0-A844-3C39F4D861EC}"/>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79">
            <a:extLst>
              <a:ext uri="{FF2B5EF4-FFF2-40B4-BE49-F238E27FC236}">
                <a16:creationId xmlns:a16="http://schemas.microsoft.com/office/drawing/2014/main" id="{1334C581-FC0C-4F1F-A9C2-3570A92AAED2}"/>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80">
            <a:extLst>
              <a:ext uri="{FF2B5EF4-FFF2-40B4-BE49-F238E27FC236}">
                <a16:creationId xmlns:a16="http://schemas.microsoft.com/office/drawing/2014/main" id="{A377EB71-67A0-4462-BFED-E7D1ED9B66E8}"/>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81">
            <a:extLst>
              <a:ext uri="{FF2B5EF4-FFF2-40B4-BE49-F238E27FC236}">
                <a16:creationId xmlns:a16="http://schemas.microsoft.com/office/drawing/2014/main" id="{E3A2DD68-380A-46B2-A7C5-A0963B586AA3}"/>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82">
            <a:extLst>
              <a:ext uri="{FF2B5EF4-FFF2-40B4-BE49-F238E27FC236}">
                <a16:creationId xmlns:a16="http://schemas.microsoft.com/office/drawing/2014/main" id="{61025307-FEFE-49B7-BCE9-76762199035F}"/>
              </a:ext>
            </a:extLst>
          </p:cNvPr>
          <p:cNvSpPr>
            <a:spLocks noGrp="1"/>
          </p:cNvSpPr>
          <p:nvPr/>
        </p:nvSpPr>
        <p:spPr>
          <a:xfrm>
            <a:off x="2619375" y="2314575"/>
            <a:ext cx="19050" cy="2743200"/>
          </a:xfrm>
          <a:prstGeom prst="rect">
            <a:avLst/>
          </a:prstGeom>
          <a:solidFill>
            <a:srgbClr val="146995"/>
          </a:solidFill>
          <a:ln w="0">
            <a:noFill/>
          </a:ln>
        </p:spPr>
      </p:sp>
      <p:sp>
        <p:nvSpPr>
          <p:cNvPr id="21" name="line-883">
            <a:extLst>
              <a:ext uri="{FF2B5EF4-FFF2-40B4-BE49-F238E27FC236}">
                <a16:creationId xmlns:a16="http://schemas.microsoft.com/office/drawing/2014/main" id="{118A0D78-4960-4DDA-AC74-4D41FFDCDF4D}"/>
              </a:ext>
            </a:extLst>
          </p:cNvPr>
          <p:cNvSpPr>
            <a:spLocks noGrp="1"/>
          </p:cNvSpPr>
          <p:nvPr/>
        </p:nvSpPr>
        <p:spPr>
          <a:xfrm>
            <a:off x="1257300" y="3676650"/>
            <a:ext cx="2743200" cy="19050"/>
          </a:xfrm>
          <a:prstGeom prst="rect">
            <a:avLst/>
          </a:prstGeom>
          <a:solidFill>
            <a:srgbClr val="146995"/>
          </a:solidFill>
          <a:ln w="0">
            <a:noFill/>
          </a:ln>
        </p:spPr>
      </p:sp>
      <p:sp>
        <p:nvSpPr>
          <p:cNvPr id="22" name="prose-884">
            <a:extLst>
              <a:ext uri="{FF2B5EF4-FFF2-40B4-BE49-F238E27FC236}">
                <a16:creationId xmlns:a16="http://schemas.microsoft.com/office/drawing/2014/main" id="{DE84D4EB-3710-422D-9934-E36284BD95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번째 층의 혼합 영역</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여는 괄호: (</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자식 결과: 0 0 0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닫는 괄호: )</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합치면 "(0001)"</a:t>
            </a:r>
          </a:p>
        </p:txBody>
      </p:sp>
      <p:sp>
        <p:nvSpPr>
          <p:cNvPr id="23" name="banner-885">
            <a:extLst>
              <a:ext uri="{FF2B5EF4-FFF2-40B4-BE49-F238E27FC236}">
                <a16:creationId xmlns:a16="http://schemas.microsoft.com/office/drawing/2014/main" id="{0C65639D-F7E4-4893-91C6-3EEC4ED7A336}"/>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86">
            <a:extLst>
              <a:ext uri="{FF2B5EF4-FFF2-40B4-BE49-F238E27FC236}">
                <a16:creationId xmlns:a16="http://schemas.microsoft.com/office/drawing/2014/main" id="{AB1B4242-E2E2-4655-A805-D23B4F01390D}"/>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좌하 4×4의 첫 자식 답: (0001)</a:t>
            </a:r>
          </a:p>
        </p:txBody>
      </p:sp>
      <p:sp>
        <p:nvSpPr>
          <p:cNvPr id="25" name="caption">
            <a:extLst>
              <a:ext uri="{FF2B5EF4-FFF2-40B4-BE49-F238E27FC236}">
                <a16:creationId xmlns:a16="http://schemas.microsoft.com/office/drawing/2014/main" id="{37A9409B-E0DA-4B58-A5B5-F2B2EC80CAF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92703919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541FD8D1-A14E-4F66-93B4-A017484A415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4848D2A-389E-4432-93E4-EC0AE110B3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9F88429-92C4-45B6-9D8A-E04019A836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나머지 세 영역은 모두 0입니다</a:t>
            </a:r>
          </a:p>
        </p:txBody>
      </p:sp>
      <p:sp>
        <p:nvSpPr>
          <p:cNvPr id="4" name="line-887">
            <a:extLst>
              <a:ext uri="{FF2B5EF4-FFF2-40B4-BE49-F238E27FC236}">
                <a16:creationId xmlns:a16="http://schemas.microsoft.com/office/drawing/2014/main" id="{3F536ACB-1891-4B1B-9272-93DF60B22F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62002-2169-42A9-810F-9B41E1015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9EFD9E9-EE4E-4D80-ABCD-1CB4C673CA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194</a:t>
            </a:r>
            <a:endParaRPr sz="1050" b="0">
              <a:solidFill>
                <a:srgbClr val="151515"/>
              </a:solidFill>
              <a:latin typeface="Consolas"/>
              <a:ea typeface="Consolas"/>
              <a:cs typeface="Consolas"/>
            </a:endParaRPr>
          </a:p>
        </p:txBody>
      </p:sp>
      <p:sp>
        <p:nvSpPr>
          <p:cNvPr id="7" name="pixel-888">
            <a:extLst>
              <a:ext uri="{FF2B5EF4-FFF2-40B4-BE49-F238E27FC236}">
                <a16:creationId xmlns:a16="http://schemas.microsoft.com/office/drawing/2014/main" id="{7A0AD835-B084-4C52-88C9-F12994D65173}"/>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89">
            <a:extLst>
              <a:ext uri="{FF2B5EF4-FFF2-40B4-BE49-F238E27FC236}">
                <a16:creationId xmlns:a16="http://schemas.microsoft.com/office/drawing/2014/main" id="{6E3831C4-753D-4FE3-A9BA-0316F2CDFAC0}"/>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90">
            <a:extLst>
              <a:ext uri="{FF2B5EF4-FFF2-40B4-BE49-F238E27FC236}">
                <a16:creationId xmlns:a16="http://schemas.microsoft.com/office/drawing/2014/main" id="{8A80BA8F-21F6-43F4-B713-FC44F26921D4}"/>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91">
            <a:extLst>
              <a:ext uri="{FF2B5EF4-FFF2-40B4-BE49-F238E27FC236}">
                <a16:creationId xmlns:a16="http://schemas.microsoft.com/office/drawing/2014/main" id="{65F2F3F4-8316-42E4-B670-60F0829A11A1}"/>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92">
            <a:extLst>
              <a:ext uri="{FF2B5EF4-FFF2-40B4-BE49-F238E27FC236}">
                <a16:creationId xmlns:a16="http://schemas.microsoft.com/office/drawing/2014/main" id="{10F94705-7EB7-4DAB-9215-E3AB8916C97A}"/>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93">
            <a:extLst>
              <a:ext uri="{FF2B5EF4-FFF2-40B4-BE49-F238E27FC236}">
                <a16:creationId xmlns:a16="http://schemas.microsoft.com/office/drawing/2014/main" id="{AE0A23F9-6D0F-4DD7-B5B7-B1ED932DAD05}"/>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94">
            <a:extLst>
              <a:ext uri="{FF2B5EF4-FFF2-40B4-BE49-F238E27FC236}">
                <a16:creationId xmlns:a16="http://schemas.microsoft.com/office/drawing/2014/main" id="{C675E688-CC5E-416B-90F4-BC6CB1784DBA}"/>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95">
            <a:extLst>
              <a:ext uri="{FF2B5EF4-FFF2-40B4-BE49-F238E27FC236}">
                <a16:creationId xmlns:a16="http://schemas.microsoft.com/office/drawing/2014/main" id="{5210C01D-D599-49D1-B2E3-66951C7F113B}"/>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96">
            <a:extLst>
              <a:ext uri="{FF2B5EF4-FFF2-40B4-BE49-F238E27FC236}">
                <a16:creationId xmlns:a16="http://schemas.microsoft.com/office/drawing/2014/main" id="{C8F0B9F1-89E0-4605-B8FF-1F553E650579}"/>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97">
            <a:extLst>
              <a:ext uri="{FF2B5EF4-FFF2-40B4-BE49-F238E27FC236}">
                <a16:creationId xmlns:a16="http://schemas.microsoft.com/office/drawing/2014/main" id="{F895CFD8-435C-4C74-B330-54A488CFDC86}"/>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98">
            <a:extLst>
              <a:ext uri="{FF2B5EF4-FFF2-40B4-BE49-F238E27FC236}">
                <a16:creationId xmlns:a16="http://schemas.microsoft.com/office/drawing/2014/main" id="{C799682C-66C1-4CEE-8215-11D931E1D7AF}"/>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99">
            <a:extLst>
              <a:ext uri="{FF2B5EF4-FFF2-40B4-BE49-F238E27FC236}">
                <a16:creationId xmlns:a16="http://schemas.microsoft.com/office/drawing/2014/main" id="{7218F127-8BC3-45B9-9211-99BE0163A596}"/>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00">
            <a:extLst>
              <a:ext uri="{FF2B5EF4-FFF2-40B4-BE49-F238E27FC236}">
                <a16:creationId xmlns:a16="http://schemas.microsoft.com/office/drawing/2014/main" id="{B137C50A-4674-4190-BE9F-B740F1243C2A}"/>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01">
            <a:extLst>
              <a:ext uri="{FF2B5EF4-FFF2-40B4-BE49-F238E27FC236}">
                <a16:creationId xmlns:a16="http://schemas.microsoft.com/office/drawing/2014/main" id="{2D14B01D-D440-4468-A13B-08296FF55DA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02">
            <a:extLst>
              <a:ext uri="{FF2B5EF4-FFF2-40B4-BE49-F238E27FC236}">
                <a16:creationId xmlns:a16="http://schemas.microsoft.com/office/drawing/2014/main" id="{9B15B22E-3AD9-4D0A-AD81-8D6C67B0FB0B}"/>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03">
            <a:extLst>
              <a:ext uri="{FF2B5EF4-FFF2-40B4-BE49-F238E27FC236}">
                <a16:creationId xmlns:a16="http://schemas.microsoft.com/office/drawing/2014/main" id="{07D6153A-F428-44CC-B9F3-C7AE8624EB64}"/>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04">
            <a:extLst>
              <a:ext uri="{FF2B5EF4-FFF2-40B4-BE49-F238E27FC236}">
                <a16:creationId xmlns:a16="http://schemas.microsoft.com/office/drawing/2014/main" id="{0927D6EC-CA71-434F-B98D-37F449CD4B3C}"/>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05">
            <a:extLst>
              <a:ext uri="{FF2B5EF4-FFF2-40B4-BE49-F238E27FC236}">
                <a16:creationId xmlns:a16="http://schemas.microsoft.com/office/drawing/2014/main" id="{3AA76532-119D-4174-8C78-98817E717F3B}"/>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06">
            <a:extLst>
              <a:ext uri="{FF2B5EF4-FFF2-40B4-BE49-F238E27FC236}">
                <a16:creationId xmlns:a16="http://schemas.microsoft.com/office/drawing/2014/main" id="{8F6E6A8D-27EE-40F4-AC7D-7D03AEEC00E0}"/>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07">
            <a:extLst>
              <a:ext uri="{FF2B5EF4-FFF2-40B4-BE49-F238E27FC236}">
                <a16:creationId xmlns:a16="http://schemas.microsoft.com/office/drawing/2014/main" id="{F2FFD67F-AC9A-44DC-B066-0EA71126C4C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08">
            <a:extLst>
              <a:ext uri="{FF2B5EF4-FFF2-40B4-BE49-F238E27FC236}">
                <a16:creationId xmlns:a16="http://schemas.microsoft.com/office/drawing/2014/main" id="{495A392C-1E46-41E1-BDFC-5C1721D24431}"/>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09">
            <a:extLst>
              <a:ext uri="{FF2B5EF4-FFF2-40B4-BE49-F238E27FC236}">
                <a16:creationId xmlns:a16="http://schemas.microsoft.com/office/drawing/2014/main" id="{8352E553-D13C-420E-B6AB-AABF0458EC8E}"/>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10">
            <a:extLst>
              <a:ext uri="{FF2B5EF4-FFF2-40B4-BE49-F238E27FC236}">
                <a16:creationId xmlns:a16="http://schemas.microsoft.com/office/drawing/2014/main" id="{DAD5AD97-1770-47F5-ABFB-C289E2BAFA57}"/>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11">
            <a:extLst>
              <a:ext uri="{FF2B5EF4-FFF2-40B4-BE49-F238E27FC236}">
                <a16:creationId xmlns:a16="http://schemas.microsoft.com/office/drawing/2014/main" id="{25D4E98B-B1C5-4DE4-821C-07214A75111E}"/>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12">
            <a:extLst>
              <a:ext uri="{FF2B5EF4-FFF2-40B4-BE49-F238E27FC236}">
                <a16:creationId xmlns:a16="http://schemas.microsoft.com/office/drawing/2014/main" id="{64BC6FB6-3A86-477F-A367-CEC9DB288E0B}"/>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13">
            <a:extLst>
              <a:ext uri="{FF2B5EF4-FFF2-40B4-BE49-F238E27FC236}">
                <a16:creationId xmlns:a16="http://schemas.microsoft.com/office/drawing/2014/main" id="{C63C91DE-5713-4868-AFC6-E6E80E941C75}"/>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14">
            <a:extLst>
              <a:ext uri="{FF2B5EF4-FFF2-40B4-BE49-F238E27FC236}">
                <a16:creationId xmlns:a16="http://schemas.microsoft.com/office/drawing/2014/main" id="{6B6B51B2-7931-4396-A1E6-9D84E4AAC54C}"/>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15">
            <a:extLst>
              <a:ext uri="{FF2B5EF4-FFF2-40B4-BE49-F238E27FC236}">
                <a16:creationId xmlns:a16="http://schemas.microsoft.com/office/drawing/2014/main" id="{75C13B50-3646-43F0-B2F4-2FC1D65CE23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16">
            <a:extLst>
              <a:ext uri="{FF2B5EF4-FFF2-40B4-BE49-F238E27FC236}">
                <a16:creationId xmlns:a16="http://schemas.microsoft.com/office/drawing/2014/main" id="{93B7CF56-8315-4597-B61C-525D238A0EC3}"/>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17">
            <a:extLst>
              <a:ext uri="{FF2B5EF4-FFF2-40B4-BE49-F238E27FC236}">
                <a16:creationId xmlns:a16="http://schemas.microsoft.com/office/drawing/2014/main" id="{546EFA5C-CEEA-465D-827C-948BDAEDB5B8}"/>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18">
            <a:extLst>
              <a:ext uri="{FF2B5EF4-FFF2-40B4-BE49-F238E27FC236}">
                <a16:creationId xmlns:a16="http://schemas.microsoft.com/office/drawing/2014/main" id="{1A58974E-18BA-4BE9-8A6D-A4BE29C2C518}"/>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19">
            <a:extLst>
              <a:ext uri="{FF2B5EF4-FFF2-40B4-BE49-F238E27FC236}">
                <a16:creationId xmlns:a16="http://schemas.microsoft.com/office/drawing/2014/main" id="{21E155AB-B19F-4169-A10C-F4840EF9F91F}"/>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20">
            <a:extLst>
              <a:ext uri="{FF2B5EF4-FFF2-40B4-BE49-F238E27FC236}">
                <a16:creationId xmlns:a16="http://schemas.microsoft.com/office/drawing/2014/main" id="{33DE1FA9-3C81-4117-825A-C96D39DF0BB8}"/>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21">
            <a:extLst>
              <a:ext uri="{FF2B5EF4-FFF2-40B4-BE49-F238E27FC236}">
                <a16:creationId xmlns:a16="http://schemas.microsoft.com/office/drawing/2014/main" id="{F5BC124F-8895-460B-8B1C-FA61FF84D6D5}"/>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22">
            <a:extLst>
              <a:ext uri="{FF2B5EF4-FFF2-40B4-BE49-F238E27FC236}">
                <a16:creationId xmlns:a16="http://schemas.microsoft.com/office/drawing/2014/main" id="{2AE01536-FE8E-4994-A860-E44FBE79726F}"/>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23">
            <a:extLst>
              <a:ext uri="{FF2B5EF4-FFF2-40B4-BE49-F238E27FC236}">
                <a16:creationId xmlns:a16="http://schemas.microsoft.com/office/drawing/2014/main" id="{1E5EB77F-58D4-4CD4-B4D9-9A3B9862A55A}"/>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24">
            <a:extLst>
              <a:ext uri="{FF2B5EF4-FFF2-40B4-BE49-F238E27FC236}">
                <a16:creationId xmlns:a16="http://schemas.microsoft.com/office/drawing/2014/main" id="{D521CCD7-BC87-4570-A83B-39C6AB7C5249}"/>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25">
            <a:extLst>
              <a:ext uri="{FF2B5EF4-FFF2-40B4-BE49-F238E27FC236}">
                <a16:creationId xmlns:a16="http://schemas.microsoft.com/office/drawing/2014/main" id="{769D8F33-CC48-4498-8E04-40D5FB2BB048}"/>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26">
            <a:extLst>
              <a:ext uri="{FF2B5EF4-FFF2-40B4-BE49-F238E27FC236}">
                <a16:creationId xmlns:a16="http://schemas.microsoft.com/office/drawing/2014/main" id="{0AFFE5B3-F373-4029-AF3F-98CF88B6D4CB}"/>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27">
            <a:extLst>
              <a:ext uri="{FF2B5EF4-FFF2-40B4-BE49-F238E27FC236}">
                <a16:creationId xmlns:a16="http://schemas.microsoft.com/office/drawing/2014/main" id="{8B468956-E324-4626-8946-0EC885C4FD39}"/>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28">
            <a:extLst>
              <a:ext uri="{FF2B5EF4-FFF2-40B4-BE49-F238E27FC236}">
                <a16:creationId xmlns:a16="http://schemas.microsoft.com/office/drawing/2014/main" id="{A8156B6B-C565-4C2A-AB69-ADAD58BDB6E1}"/>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29">
            <a:extLst>
              <a:ext uri="{FF2B5EF4-FFF2-40B4-BE49-F238E27FC236}">
                <a16:creationId xmlns:a16="http://schemas.microsoft.com/office/drawing/2014/main" id="{A5D6D794-0C6C-4BB8-BE16-4C9A8859239D}"/>
              </a:ext>
            </a:extLst>
          </p:cNvPr>
          <p:cNvSpPr>
            <a:spLocks noGrp="1"/>
          </p:cNvSpPr>
          <p:nvPr/>
        </p:nvSpPr>
        <p:spPr>
          <a:xfrm>
            <a:off x="2619375" y="2162175"/>
            <a:ext cx="19050" cy="3314700"/>
          </a:xfrm>
          <a:prstGeom prst="rect">
            <a:avLst/>
          </a:prstGeom>
          <a:solidFill>
            <a:srgbClr val="146995"/>
          </a:solidFill>
          <a:ln w="0">
            <a:noFill/>
          </a:ln>
        </p:spPr>
      </p:sp>
      <p:sp>
        <p:nvSpPr>
          <p:cNvPr id="49" name="line-930">
            <a:extLst>
              <a:ext uri="{FF2B5EF4-FFF2-40B4-BE49-F238E27FC236}">
                <a16:creationId xmlns:a16="http://schemas.microsoft.com/office/drawing/2014/main" id="{18CC3C72-57A4-4908-8DB4-8E7EA80F0DD8}"/>
              </a:ext>
            </a:extLst>
          </p:cNvPr>
          <p:cNvSpPr>
            <a:spLocks noGrp="1"/>
          </p:cNvSpPr>
          <p:nvPr/>
        </p:nvSpPr>
        <p:spPr>
          <a:xfrm>
            <a:off x="971550" y="3810000"/>
            <a:ext cx="3314700" cy="19050"/>
          </a:xfrm>
          <a:prstGeom prst="rect">
            <a:avLst/>
          </a:prstGeom>
          <a:solidFill>
            <a:srgbClr val="146995"/>
          </a:solidFill>
          <a:ln w="0">
            <a:noFill/>
          </a:ln>
        </p:spPr>
      </p:sp>
      <p:sp>
        <p:nvSpPr>
          <p:cNvPr id="50" name="prose-931">
            <a:extLst>
              <a:ext uri="{FF2B5EF4-FFF2-40B4-BE49-F238E27FC236}">
                <a16:creationId xmlns:a16="http://schemas.microsoft.com/office/drawing/2014/main" id="{AD0F9273-4FC0-441B-81CB-C74AB01995E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자식: (0001)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 "0"</a:t>
            </a:r>
          </a:p>
        </p:txBody>
      </p:sp>
      <p:sp>
        <p:nvSpPr>
          <p:cNvPr id="51" name="banner-932">
            <a:extLst>
              <a:ext uri="{FF2B5EF4-FFF2-40B4-BE49-F238E27FC236}">
                <a16:creationId xmlns:a16="http://schemas.microsoft.com/office/drawing/2014/main" id="{1CD94C77-D01E-47CB-8283-E248DF6B2F49}"/>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33">
            <a:extLst>
              <a:ext uri="{FF2B5EF4-FFF2-40B4-BE49-F238E27FC236}">
                <a16:creationId xmlns:a16="http://schemas.microsoft.com/office/drawing/2014/main" id="{2E263340-78E9-410B-96ED-1E4C850007B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답을 모두 받았습니다.</a:t>
            </a:r>
          </a:p>
        </p:txBody>
      </p:sp>
      <p:sp>
        <p:nvSpPr>
          <p:cNvPr id="53" name="caption">
            <a:extLst>
              <a:ext uri="{FF2B5EF4-FFF2-40B4-BE49-F238E27FC236}">
                <a16:creationId xmlns:a16="http://schemas.microsoft.com/office/drawing/2014/main" id="{00191B00-D910-4791-AECA-2C84E832B600}"/>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20615312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6A40B0D-366E-41A7-9988-B4C10D0E41C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16BC19E6-2B11-4647-857D-8D3EFCF901D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78461F4-9E8D-47D3-BCCB-7692A67675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 4×4의 답: ((0001)000)</a:t>
            </a:r>
          </a:p>
        </p:txBody>
      </p:sp>
      <p:sp>
        <p:nvSpPr>
          <p:cNvPr id="4" name="line-934">
            <a:extLst>
              <a:ext uri="{FF2B5EF4-FFF2-40B4-BE49-F238E27FC236}">
                <a16:creationId xmlns:a16="http://schemas.microsoft.com/office/drawing/2014/main" id="{6FEF0381-448A-45BD-BEA0-5F0E4801178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AC4A0E4-C0BA-411A-BACC-F8AEA3119AF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4F2CA1F-7DC5-47B6-9576-127C2E0849D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195</a:t>
            </a:r>
            <a:endParaRPr sz="1050" b="0">
              <a:solidFill>
                <a:srgbClr val="151515"/>
              </a:solidFill>
              <a:latin typeface="Consolas"/>
              <a:ea typeface="Consolas"/>
              <a:cs typeface="Consolas"/>
            </a:endParaRPr>
          </a:p>
        </p:txBody>
      </p:sp>
      <p:sp>
        <p:nvSpPr>
          <p:cNvPr id="7" name="pixel-935">
            <a:extLst>
              <a:ext uri="{FF2B5EF4-FFF2-40B4-BE49-F238E27FC236}">
                <a16:creationId xmlns:a16="http://schemas.microsoft.com/office/drawing/2014/main" id="{F4DC1227-AE9F-4EB0-A8AF-BA85A665BBDF}"/>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936">
            <a:extLst>
              <a:ext uri="{FF2B5EF4-FFF2-40B4-BE49-F238E27FC236}">
                <a16:creationId xmlns:a16="http://schemas.microsoft.com/office/drawing/2014/main" id="{E04F6B2B-9706-4192-AF70-DB77E6277E0C}"/>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937">
            <a:extLst>
              <a:ext uri="{FF2B5EF4-FFF2-40B4-BE49-F238E27FC236}">
                <a16:creationId xmlns:a16="http://schemas.microsoft.com/office/drawing/2014/main" id="{44C2235E-639E-431E-B49D-A83F7039A580}"/>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938">
            <a:extLst>
              <a:ext uri="{FF2B5EF4-FFF2-40B4-BE49-F238E27FC236}">
                <a16:creationId xmlns:a16="http://schemas.microsoft.com/office/drawing/2014/main" id="{0B207A8B-157B-4DD8-8932-6DE7ADB34F9E}"/>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939">
            <a:extLst>
              <a:ext uri="{FF2B5EF4-FFF2-40B4-BE49-F238E27FC236}">
                <a16:creationId xmlns:a16="http://schemas.microsoft.com/office/drawing/2014/main" id="{2E1ED3F0-0CEA-427E-B9E9-1540150FBF1B}"/>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940">
            <a:extLst>
              <a:ext uri="{FF2B5EF4-FFF2-40B4-BE49-F238E27FC236}">
                <a16:creationId xmlns:a16="http://schemas.microsoft.com/office/drawing/2014/main" id="{C41C86D9-6591-4D3E-B110-1459C44BC42A}"/>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941">
            <a:extLst>
              <a:ext uri="{FF2B5EF4-FFF2-40B4-BE49-F238E27FC236}">
                <a16:creationId xmlns:a16="http://schemas.microsoft.com/office/drawing/2014/main" id="{FE296893-8C0E-4ADB-A21C-0611AF0B1346}"/>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942">
            <a:extLst>
              <a:ext uri="{FF2B5EF4-FFF2-40B4-BE49-F238E27FC236}">
                <a16:creationId xmlns:a16="http://schemas.microsoft.com/office/drawing/2014/main" id="{7509E92D-E0C7-4EBA-85A1-37685F638227}"/>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943">
            <a:extLst>
              <a:ext uri="{FF2B5EF4-FFF2-40B4-BE49-F238E27FC236}">
                <a16:creationId xmlns:a16="http://schemas.microsoft.com/office/drawing/2014/main" id="{46458D29-2C2F-4223-8955-48DEE477D7E1}"/>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944">
            <a:extLst>
              <a:ext uri="{FF2B5EF4-FFF2-40B4-BE49-F238E27FC236}">
                <a16:creationId xmlns:a16="http://schemas.microsoft.com/office/drawing/2014/main" id="{5E7548A5-9BD6-48B9-9FB3-1299CFD8E31D}"/>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945">
            <a:extLst>
              <a:ext uri="{FF2B5EF4-FFF2-40B4-BE49-F238E27FC236}">
                <a16:creationId xmlns:a16="http://schemas.microsoft.com/office/drawing/2014/main" id="{FD6BF189-878D-47D8-BD23-E034CC916630}"/>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946">
            <a:extLst>
              <a:ext uri="{FF2B5EF4-FFF2-40B4-BE49-F238E27FC236}">
                <a16:creationId xmlns:a16="http://schemas.microsoft.com/office/drawing/2014/main" id="{E9CEECB5-7BEA-4FF2-BB44-E1F599F3924B}"/>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47">
            <a:extLst>
              <a:ext uri="{FF2B5EF4-FFF2-40B4-BE49-F238E27FC236}">
                <a16:creationId xmlns:a16="http://schemas.microsoft.com/office/drawing/2014/main" id="{69AC0E98-2DB9-4166-A493-16959064247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48">
            <a:extLst>
              <a:ext uri="{FF2B5EF4-FFF2-40B4-BE49-F238E27FC236}">
                <a16:creationId xmlns:a16="http://schemas.microsoft.com/office/drawing/2014/main" id="{99A6A76A-8ED9-417A-A217-BF73F31C43C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49">
            <a:extLst>
              <a:ext uri="{FF2B5EF4-FFF2-40B4-BE49-F238E27FC236}">
                <a16:creationId xmlns:a16="http://schemas.microsoft.com/office/drawing/2014/main" id="{1774373A-6CB3-4204-BD4D-0A7BC64FA663}"/>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50">
            <a:extLst>
              <a:ext uri="{FF2B5EF4-FFF2-40B4-BE49-F238E27FC236}">
                <a16:creationId xmlns:a16="http://schemas.microsoft.com/office/drawing/2014/main" id="{91E87A78-73BB-42C7-84BC-8EB9E135FE4C}"/>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51">
            <a:extLst>
              <a:ext uri="{FF2B5EF4-FFF2-40B4-BE49-F238E27FC236}">
                <a16:creationId xmlns:a16="http://schemas.microsoft.com/office/drawing/2014/main" id="{18D01F58-6BD8-4063-AFA0-59E1B3008AE9}"/>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52">
            <a:extLst>
              <a:ext uri="{FF2B5EF4-FFF2-40B4-BE49-F238E27FC236}">
                <a16:creationId xmlns:a16="http://schemas.microsoft.com/office/drawing/2014/main" id="{1F58A3D6-231D-4E45-AB36-CCF1791D9E17}"/>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53">
            <a:extLst>
              <a:ext uri="{FF2B5EF4-FFF2-40B4-BE49-F238E27FC236}">
                <a16:creationId xmlns:a16="http://schemas.microsoft.com/office/drawing/2014/main" id="{C89195B9-8CAB-4174-8966-D9099BFA700E}"/>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54">
            <a:extLst>
              <a:ext uri="{FF2B5EF4-FFF2-40B4-BE49-F238E27FC236}">
                <a16:creationId xmlns:a16="http://schemas.microsoft.com/office/drawing/2014/main" id="{F3151B67-DB64-49C0-B5B2-38E1306EBC3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55">
            <a:extLst>
              <a:ext uri="{FF2B5EF4-FFF2-40B4-BE49-F238E27FC236}">
                <a16:creationId xmlns:a16="http://schemas.microsoft.com/office/drawing/2014/main" id="{EF761B50-4FC9-401B-AB5B-1834A9903C55}"/>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56">
            <a:extLst>
              <a:ext uri="{FF2B5EF4-FFF2-40B4-BE49-F238E27FC236}">
                <a16:creationId xmlns:a16="http://schemas.microsoft.com/office/drawing/2014/main" id="{81AE220A-6FBF-4041-AA09-F589962C8A82}"/>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57">
            <a:extLst>
              <a:ext uri="{FF2B5EF4-FFF2-40B4-BE49-F238E27FC236}">
                <a16:creationId xmlns:a16="http://schemas.microsoft.com/office/drawing/2014/main" id="{3A8B9A35-8AFE-46E9-A122-A7A877D056EA}"/>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58">
            <a:extLst>
              <a:ext uri="{FF2B5EF4-FFF2-40B4-BE49-F238E27FC236}">
                <a16:creationId xmlns:a16="http://schemas.microsoft.com/office/drawing/2014/main" id="{E22709B5-09C4-488D-92E9-6A9A3D66A495}"/>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59">
            <a:extLst>
              <a:ext uri="{FF2B5EF4-FFF2-40B4-BE49-F238E27FC236}">
                <a16:creationId xmlns:a16="http://schemas.microsoft.com/office/drawing/2014/main" id="{103D4A8F-A1D1-42B9-BBFF-FE3C9C850FB9}"/>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60">
            <a:extLst>
              <a:ext uri="{FF2B5EF4-FFF2-40B4-BE49-F238E27FC236}">
                <a16:creationId xmlns:a16="http://schemas.microsoft.com/office/drawing/2014/main" id="{418941F2-B8FC-481E-AF30-C9BC8CF1887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61">
            <a:extLst>
              <a:ext uri="{FF2B5EF4-FFF2-40B4-BE49-F238E27FC236}">
                <a16:creationId xmlns:a16="http://schemas.microsoft.com/office/drawing/2014/main" id="{BCD41A28-A354-4D21-87D5-6189D34137FD}"/>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62">
            <a:extLst>
              <a:ext uri="{FF2B5EF4-FFF2-40B4-BE49-F238E27FC236}">
                <a16:creationId xmlns:a16="http://schemas.microsoft.com/office/drawing/2014/main" id="{8C99D499-20A4-420B-8A9A-9CD495B045A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63">
            <a:extLst>
              <a:ext uri="{FF2B5EF4-FFF2-40B4-BE49-F238E27FC236}">
                <a16:creationId xmlns:a16="http://schemas.microsoft.com/office/drawing/2014/main" id="{8D997423-0817-4340-BCB3-88A0B72BDC96}"/>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64">
            <a:extLst>
              <a:ext uri="{FF2B5EF4-FFF2-40B4-BE49-F238E27FC236}">
                <a16:creationId xmlns:a16="http://schemas.microsoft.com/office/drawing/2014/main" id="{1CE22F94-AEC5-45A6-B563-8C80C03C36D2}"/>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65">
            <a:extLst>
              <a:ext uri="{FF2B5EF4-FFF2-40B4-BE49-F238E27FC236}">
                <a16:creationId xmlns:a16="http://schemas.microsoft.com/office/drawing/2014/main" id="{A98B709F-4199-4375-8CE8-9B23EBDA8C64}"/>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66">
            <a:extLst>
              <a:ext uri="{FF2B5EF4-FFF2-40B4-BE49-F238E27FC236}">
                <a16:creationId xmlns:a16="http://schemas.microsoft.com/office/drawing/2014/main" id="{27C0A786-FC22-4117-8B19-B9FA8E125E93}"/>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67">
            <a:extLst>
              <a:ext uri="{FF2B5EF4-FFF2-40B4-BE49-F238E27FC236}">
                <a16:creationId xmlns:a16="http://schemas.microsoft.com/office/drawing/2014/main" id="{128A989E-9CF3-4C2F-B631-F91991FAD3B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68">
            <a:extLst>
              <a:ext uri="{FF2B5EF4-FFF2-40B4-BE49-F238E27FC236}">
                <a16:creationId xmlns:a16="http://schemas.microsoft.com/office/drawing/2014/main" id="{5F158B26-4BC6-4624-B65F-6EAFAEE9739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69">
            <a:extLst>
              <a:ext uri="{FF2B5EF4-FFF2-40B4-BE49-F238E27FC236}">
                <a16:creationId xmlns:a16="http://schemas.microsoft.com/office/drawing/2014/main" id="{254D3333-42AB-4CC1-A982-66D668D192E0}"/>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70">
            <a:extLst>
              <a:ext uri="{FF2B5EF4-FFF2-40B4-BE49-F238E27FC236}">
                <a16:creationId xmlns:a16="http://schemas.microsoft.com/office/drawing/2014/main" id="{48D9AE6E-CCFF-45F6-95E0-88791C7D59F4}"/>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71">
            <a:extLst>
              <a:ext uri="{FF2B5EF4-FFF2-40B4-BE49-F238E27FC236}">
                <a16:creationId xmlns:a16="http://schemas.microsoft.com/office/drawing/2014/main" id="{23B02DCB-9EC6-4CA0-8A94-1008DCC6D46F}"/>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72">
            <a:extLst>
              <a:ext uri="{FF2B5EF4-FFF2-40B4-BE49-F238E27FC236}">
                <a16:creationId xmlns:a16="http://schemas.microsoft.com/office/drawing/2014/main" id="{0CDC353F-1812-41D8-B83B-EB632941F1A0}"/>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73">
            <a:extLst>
              <a:ext uri="{FF2B5EF4-FFF2-40B4-BE49-F238E27FC236}">
                <a16:creationId xmlns:a16="http://schemas.microsoft.com/office/drawing/2014/main" id="{98CC8F0D-D8CD-49C9-8A38-CF9AEB254ED7}"/>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74">
            <a:extLst>
              <a:ext uri="{FF2B5EF4-FFF2-40B4-BE49-F238E27FC236}">
                <a16:creationId xmlns:a16="http://schemas.microsoft.com/office/drawing/2014/main" id="{25D76CA5-10DF-4C8A-802A-7958B21D3FED}"/>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75">
            <a:extLst>
              <a:ext uri="{FF2B5EF4-FFF2-40B4-BE49-F238E27FC236}">
                <a16:creationId xmlns:a16="http://schemas.microsoft.com/office/drawing/2014/main" id="{9383FE7A-F3B1-4A29-9A3A-7BA772731D25}"/>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76">
            <a:extLst>
              <a:ext uri="{FF2B5EF4-FFF2-40B4-BE49-F238E27FC236}">
                <a16:creationId xmlns:a16="http://schemas.microsoft.com/office/drawing/2014/main" id="{BC1B1F0F-D0C6-4985-A4CB-B0009B6A354F}"/>
              </a:ext>
            </a:extLst>
          </p:cNvPr>
          <p:cNvSpPr>
            <a:spLocks noGrp="1"/>
          </p:cNvSpPr>
          <p:nvPr/>
        </p:nvSpPr>
        <p:spPr>
          <a:xfrm>
            <a:off x="2619375" y="2162175"/>
            <a:ext cx="19050" cy="3314700"/>
          </a:xfrm>
          <a:prstGeom prst="rect">
            <a:avLst/>
          </a:prstGeom>
          <a:solidFill>
            <a:srgbClr val="146995"/>
          </a:solidFill>
          <a:ln w="0">
            <a:noFill/>
          </a:ln>
        </p:spPr>
      </p:sp>
      <p:sp>
        <p:nvSpPr>
          <p:cNvPr id="49" name="line-977">
            <a:extLst>
              <a:ext uri="{FF2B5EF4-FFF2-40B4-BE49-F238E27FC236}">
                <a16:creationId xmlns:a16="http://schemas.microsoft.com/office/drawing/2014/main" id="{874861DF-B29A-45A0-9132-B69B5A3077CB}"/>
              </a:ext>
            </a:extLst>
          </p:cNvPr>
          <p:cNvSpPr>
            <a:spLocks noGrp="1"/>
          </p:cNvSpPr>
          <p:nvPr/>
        </p:nvSpPr>
        <p:spPr>
          <a:xfrm>
            <a:off x="971550" y="3810000"/>
            <a:ext cx="3314700" cy="19050"/>
          </a:xfrm>
          <a:prstGeom prst="rect">
            <a:avLst/>
          </a:prstGeom>
          <a:solidFill>
            <a:srgbClr val="146995"/>
          </a:solidFill>
          <a:ln w="0">
            <a:noFill/>
          </a:ln>
        </p:spPr>
      </p:sp>
      <p:sp>
        <p:nvSpPr>
          <p:cNvPr id="50" name="prose-978">
            <a:extLst>
              <a:ext uri="{FF2B5EF4-FFF2-40B4-BE49-F238E27FC236}">
                <a16:creationId xmlns:a16="http://schemas.microsoft.com/office/drawing/2014/main" id="{1FD89F90-C7E5-4055-BD2E-CFB435E1DF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4×4가 받은 네 결과</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(0001) / 0 / 0 /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자기 괄호로 한 번 더 묶습니다.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"((0001)000)"</a:t>
            </a:r>
          </a:p>
        </p:txBody>
      </p:sp>
      <p:sp>
        <p:nvSpPr>
          <p:cNvPr id="51" name="banner-979">
            <a:extLst>
              <a:ext uri="{FF2B5EF4-FFF2-40B4-BE49-F238E27FC236}">
                <a16:creationId xmlns:a16="http://schemas.microsoft.com/office/drawing/2014/main" id="{65FB461B-0995-49B6-A5C8-BF0B2EA9BEB4}"/>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80">
            <a:extLst>
              <a:ext uri="{FF2B5EF4-FFF2-40B4-BE49-F238E27FC236}">
                <a16:creationId xmlns:a16="http://schemas.microsoft.com/office/drawing/2014/main" id="{9B9F2529-8D39-492C-9F76-17BB77D355E5}"/>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 ( 0 1 ((0001)000) ? )</a:t>
            </a:r>
          </a:p>
        </p:txBody>
      </p:sp>
      <p:sp>
        <p:nvSpPr>
          <p:cNvPr id="53" name="caption">
            <a:extLst>
              <a:ext uri="{FF2B5EF4-FFF2-40B4-BE49-F238E27FC236}">
                <a16:creationId xmlns:a16="http://schemas.microsoft.com/office/drawing/2014/main" id="{E829E4B7-703E-46F2-824F-1902359D8D36}"/>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3273725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0111E4B-0FF2-45E7-9FF2-0BB293FF5DD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6055661-C357-4D70-B395-988711E1E4D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FCC3DA-CDC8-4FEA-9967-B4ADF8E8A9A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우하: 마지막 16칸도 0 하나</a:t>
            </a:r>
          </a:p>
        </p:txBody>
      </p:sp>
      <p:sp>
        <p:nvSpPr>
          <p:cNvPr id="4" name="line-981">
            <a:extLst>
              <a:ext uri="{FF2B5EF4-FFF2-40B4-BE49-F238E27FC236}">
                <a16:creationId xmlns:a16="http://schemas.microsoft.com/office/drawing/2014/main" id="{D1DAFF3C-6689-4BE2-A3A5-682B0B6FFF3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836F95C-E377-4459-A41E-B4680EE417D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B1D4B05-C493-4F9E-856A-930FF6A86A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196</a:t>
            </a:r>
            <a:endParaRPr sz="1050" b="0">
              <a:solidFill>
                <a:srgbClr val="151515"/>
              </a:solidFill>
              <a:latin typeface="Consolas"/>
              <a:ea typeface="Consolas"/>
              <a:cs typeface="Consolas"/>
            </a:endParaRPr>
          </a:p>
        </p:txBody>
      </p:sp>
      <p:sp>
        <p:nvSpPr>
          <p:cNvPr id="7" name="pixel-982">
            <a:extLst>
              <a:ext uri="{FF2B5EF4-FFF2-40B4-BE49-F238E27FC236}">
                <a16:creationId xmlns:a16="http://schemas.microsoft.com/office/drawing/2014/main" id="{1AD35F28-06CF-4AC6-926F-9408C9EA9EC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983">
            <a:extLst>
              <a:ext uri="{FF2B5EF4-FFF2-40B4-BE49-F238E27FC236}">
                <a16:creationId xmlns:a16="http://schemas.microsoft.com/office/drawing/2014/main" id="{662AEECD-FC7A-47C2-96EB-16E1B6CB16AB}"/>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984">
            <a:extLst>
              <a:ext uri="{FF2B5EF4-FFF2-40B4-BE49-F238E27FC236}">
                <a16:creationId xmlns:a16="http://schemas.microsoft.com/office/drawing/2014/main" id="{BF5266F7-5A2A-4422-A972-25971EF4351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985">
            <a:extLst>
              <a:ext uri="{FF2B5EF4-FFF2-40B4-BE49-F238E27FC236}">
                <a16:creationId xmlns:a16="http://schemas.microsoft.com/office/drawing/2014/main" id="{50464146-3245-45A4-84C7-5EBBE8EA1103}"/>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986">
            <a:extLst>
              <a:ext uri="{FF2B5EF4-FFF2-40B4-BE49-F238E27FC236}">
                <a16:creationId xmlns:a16="http://schemas.microsoft.com/office/drawing/2014/main" id="{559746B7-BD7B-48A0-A358-8396D1318B72}"/>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987">
            <a:extLst>
              <a:ext uri="{FF2B5EF4-FFF2-40B4-BE49-F238E27FC236}">
                <a16:creationId xmlns:a16="http://schemas.microsoft.com/office/drawing/2014/main" id="{95ADFC0B-B15A-4ECC-BE67-817C652FABB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988">
            <a:extLst>
              <a:ext uri="{FF2B5EF4-FFF2-40B4-BE49-F238E27FC236}">
                <a16:creationId xmlns:a16="http://schemas.microsoft.com/office/drawing/2014/main" id="{506015C8-98C7-436A-909D-F8A906A91D3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989">
            <a:extLst>
              <a:ext uri="{FF2B5EF4-FFF2-40B4-BE49-F238E27FC236}">
                <a16:creationId xmlns:a16="http://schemas.microsoft.com/office/drawing/2014/main" id="{06A659F5-3B8A-4DAF-91A4-3DF216E30F5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990">
            <a:extLst>
              <a:ext uri="{FF2B5EF4-FFF2-40B4-BE49-F238E27FC236}">
                <a16:creationId xmlns:a16="http://schemas.microsoft.com/office/drawing/2014/main" id="{B0E76AEC-DCFC-4419-A0E5-9DA0CCFAC479}"/>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991">
            <a:extLst>
              <a:ext uri="{FF2B5EF4-FFF2-40B4-BE49-F238E27FC236}">
                <a16:creationId xmlns:a16="http://schemas.microsoft.com/office/drawing/2014/main" id="{98BCE6A0-45D6-4E2B-81BB-189DAEB9BCC2}"/>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992">
            <a:extLst>
              <a:ext uri="{FF2B5EF4-FFF2-40B4-BE49-F238E27FC236}">
                <a16:creationId xmlns:a16="http://schemas.microsoft.com/office/drawing/2014/main" id="{3E82A568-4D1D-4194-A9CC-575728CAB52B}"/>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993">
            <a:extLst>
              <a:ext uri="{FF2B5EF4-FFF2-40B4-BE49-F238E27FC236}">
                <a16:creationId xmlns:a16="http://schemas.microsoft.com/office/drawing/2014/main" id="{163DB628-FE9B-441F-8702-3861CB4CC63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994">
            <a:extLst>
              <a:ext uri="{FF2B5EF4-FFF2-40B4-BE49-F238E27FC236}">
                <a16:creationId xmlns:a16="http://schemas.microsoft.com/office/drawing/2014/main" id="{FE6559CD-E68A-4207-9179-BA2EF0D9F16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995">
            <a:extLst>
              <a:ext uri="{FF2B5EF4-FFF2-40B4-BE49-F238E27FC236}">
                <a16:creationId xmlns:a16="http://schemas.microsoft.com/office/drawing/2014/main" id="{94EF4341-9E83-4E4F-B855-8264DF297E7E}"/>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996">
            <a:extLst>
              <a:ext uri="{FF2B5EF4-FFF2-40B4-BE49-F238E27FC236}">
                <a16:creationId xmlns:a16="http://schemas.microsoft.com/office/drawing/2014/main" id="{961A4012-C070-4B4B-BDB5-6AE8FFAE70BC}"/>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997">
            <a:extLst>
              <a:ext uri="{FF2B5EF4-FFF2-40B4-BE49-F238E27FC236}">
                <a16:creationId xmlns:a16="http://schemas.microsoft.com/office/drawing/2014/main" id="{67DAD5BE-F41D-4574-A8B2-873AFA8BA3BD}"/>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998">
            <a:extLst>
              <a:ext uri="{FF2B5EF4-FFF2-40B4-BE49-F238E27FC236}">
                <a16:creationId xmlns:a16="http://schemas.microsoft.com/office/drawing/2014/main" id="{336D82A1-A86E-41BD-901A-B7A577B1F93C}"/>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999">
            <a:extLst>
              <a:ext uri="{FF2B5EF4-FFF2-40B4-BE49-F238E27FC236}">
                <a16:creationId xmlns:a16="http://schemas.microsoft.com/office/drawing/2014/main" id="{A639A5E0-BCD1-4E65-9FE0-234F78F6A09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000">
            <a:extLst>
              <a:ext uri="{FF2B5EF4-FFF2-40B4-BE49-F238E27FC236}">
                <a16:creationId xmlns:a16="http://schemas.microsoft.com/office/drawing/2014/main" id="{B89EB9C9-15F3-46BB-A398-989EC7AD513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001">
            <a:extLst>
              <a:ext uri="{FF2B5EF4-FFF2-40B4-BE49-F238E27FC236}">
                <a16:creationId xmlns:a16="http://schemas.microsoft.com/office/drawing/2014/main" id="{49CF461E-41CB-4C6B-8B57-B35EA7E48FC5}"/>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002">
            <a:extLst>
              <a:ext uri="{FF2B5EF4-FFF2-40B4-BE49-F238E27FC236}">
                <a16:creationId xmlns:a16="http://schemas.microsoft.com/office/drawing/2014/main" id="{86FFDFD3-A083-446F-9C28-D7AD98A59540}"/>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003">
            <a:extLst>
              <a:ext uri="{FF2B5EF4-FFF2-40B4-BE49-F238E27FC236}">
                <a16:creationId xmlns:a16="http://schemas.microsoft.com/office/drawing/2014/main" id="{E501F492-D8C5-48AF-9880-4AB048C7826F}"/>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004">
            <a:extLst>
              <a:ext uri="{FF2B5EF4-FFF2-40B4-BE49-F238E27FC236}">
                <a16:creationId xmlns:a16="http://schemas.microsoft.com/office/drawing/2014/main" id="{1E1F7974-773A-4F6D-8316-9360A8FC03B3}"/>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005">
            <a:extLst>
              <a:ext uri="{FF2B5EF4-FFF2-40B4-BE49-F238E27FC236}">
                <a16:creationId xmlns:a16="http://schemas.microsoft.com/office/drawing/2014/main" id="{777CB1BC-E529-4D71-9415-14B8FFEBE10D}"/>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006">
            <a:extLst>
              <a:ext uri="{FF2B5EF4-FFF2-40B4-BE49-F238E27FC236}">
                <a16:creationId xmlns:a16="http://schemas.microsoft.com/office/drawing/2014/main" id="{69528A49-C2A1-4CF9-8ED3-555C41757A1D}"/>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007">
            <a:extLst>
              <a:ext uri="{FF2B5EF4-FFF2-40B4-BE49-F238E27FC236}">
                <a16:creationId xmlns:a16="http://schemas.microsoft.com/office/drawing/2014/main" id="{FD1388E6-1106-47CF-A58A-6FFB2F967F94}"/>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008">
            <a:extLst>
              <a:ext uri="{FF2B5EF4-FFF2-40B4-BE49-F238E27FC236}">
                <a16:creationId xmlns:a16="http://schemas.microsoft.com/office/drawing/2014/main" id="{955FD4F8-527C-48A1-9F62-758DEA0E776E}"/>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009">
            <a:extLst>
              <a:ext uri="{FF2B5EF4-FFF2-40B4-BE49-F238E27FC236}">
                <a16:creationId xmlns:a16="http://schemas.microsoft.com/office/drawing/2014/main" id="{A34912D1-656A-4226-A5E0-625E940E7A05}"/>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010">
            <a:extLst>
              <a:ext uri="{FF2B5EF4-FFF2-40B4-BE49-F238E27FC236}">
                <a16:creationId xmlns:a16="http://schemas.microsoft.com/office/drawing/2014/main" id="{C92D60F1-A5C1-4D7F-B814-F7CC41871F6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011">
            <a:extLst>
              <a:ext uri="{FF2B5EF4-FFF2-40B4-BE49-F238E27FC236}">
                <a16:creationId xmlns:a16="http://schemas.microsoft.com/office/drawing/2014/main" id="{1232BB1E-055A-4E81-B711-695DC3C9B139}"/>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012">
            <a:extLst>
              <a:ext uri="{FF2B5EF4-FFF2-40B4-BE49-F238E27FC236}">
                <a16:creationId xmlns:a16="http://schemas.microsoft.com/office/drawing/2014/main" id="{794FCAD2-87A0-4661-BB2E-BCE1CD38A0F4}"/>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013">
            <a:extLst>
              <a:ext uri="{FF2B5EF4-FFF2-40B4-BE49-F238E27FC236}">
                <a16:creationId xmlns:a16="http://schemas.microsoft.com/office/drawing/2014/main" id="{76A11792-FAA8-4370-B365-4D722C8EC842}"/>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014">
            <a:extLst>
              <a:ext uri="{FF2B5EF4-FFF2-40B4-BE49-F238E27FC236}">
                <a16:creationId xmlns:a16="http://schemas.microsoft.com/office/drawing/2014/main" id="{971080B6-5D47-45C8-B4B0-2326B71927B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015">
            <a:extLst>
              <a:ext uri="{FF2B5EF4-FFF2-40B4-BE49-F238E27FC236}">
                <a16:creationId xmlns:a16="http://schemas.microsoft.com/office/drawing/2014/main" id="{784D6BD8-12AE-4144-9814-0434FC73934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016">
            <a:extLst>
              <a:ext uri="{FF2B5EF4-FFF2-40B4-BE49-F238E27FC236}">
                <a16:creationId xmlns:a16="http://schemas.microsoft.com/office/drawing/2014/main" id="{1C425218-99C5-429C-939F-4C88E57D491C}"/>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017">
            <a:extLst>
              <a:ext uri="{FF2B5EF4-FFF2-40B4-BE49-F238E27FC236}">
                <a16:creationId xmlns:a16="http://schemas.microsoft.com/office/drawing/2014/main" id="{CBAB9626-C6EE-484C-872B-D7DBF3835A22}"/>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018">
            <a:extLst>
              <a:ext uri="{FF2B5EF4-FFF2-40B4-BE49-F238E27FC236}">
                <a16:creationId xmlns:a16="http://schemas.microsoft.com/office/drawing/2014/main" id="{2DB8B4B9-46BF-482C-B364-7FD39A5EC59C}"/>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019">
            <a:extLst>
              <a:ext uri="{FF2B5EF4-FFF2-40B4-BE49-F238E27FC236}">
                <a16:creationId xmlns:a16="http://schemas.microsoft.com/office/drawing/2014/main" id="{CC3D046F-8B48-4101-8E78-0971615CDB80}"/>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020">
            <a:extLst>
              <a:ext uri="{FF2B5EF4-FFF2-40B4-BE49-F238E27FC236}">
                <a16:creationId xmlns:a16="http://schemas.microsoft.com/office/drawing/2014/main" id="{324A4923-4350-43D1-94BC-9791459FC919}"/>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021">
            <a:extLst>
              <a:ext uri="{FF2B5EF4-FFF2-40B4-BE49-F238E27FC236}">
                <a16:creationId xmlns:a16="http://schemas.microsoft.com/office/drawing/2014/main" id="{2C273ACD-87EF-4016-8027-CEB84A08F49E}"/>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022">
            <a:extLst>
              <a:ext uri="{FF2B5EF4-FFF2-40B4-BE49-F238E27FC236}">
                <a16:creationId xmlns:a16="http://schemas.microsoft.com/office/drawing/2014/main" id="{DF37EF12-2873-466A-ADEF-B30116A76974}"/>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023">
            <a:extLst>
              <a:ext uri="{FF2B5EF4-FFF2-40B4-BE49-F238E27FC236}">
                <a16:creationId xmlns:a16="http://schemas.microsoft.com/office/drawing/2014/main" id="{C0DD1210-6AD5-4B26-BBC7-1501B323475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024">
            <a:extLst>
              <a:ext uri="{FF2B5EF4-FFF2-40B4-BE49-F238E27FC236}">
                <a16:creationId xmlns:a16="http://schemas.microsoft.com/office/drawing/2014/main" id="{29E44DC5-0186-4B08-B35D-97DD05730D3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025">
            <a:extLst>
              <a:ext uri="{FF2B5EF4-FFF2-40B4-BE49-F238E27FC236}">
                <a16:creationId xmlns:a16="http://schemas.microsoft.com/office/drawing/2014/main" id="{834B0CED-0F76-4C47-A003-DEE8F1D006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026">
            <a:extLst>
              <a:ext uri="{FF2B5EF4-FFF2-40B4-BE49-F238E27FC236}">
                <a16:creationId xmlns:a16="http://schemas.microsoft.com/office/drawing/2014/main" id="{3B4FF5EA-F91F-41E6-AE6E-A5CE3A41C45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027">
            <a:extLst>
              <a:ext uri="{FF2B5EF4-FFF2-40B4-BE49-F238E27FC236}">
                <a16:creationId xmlns:a16="http://schemas.microsoft.com/office/drawing/2014/main" id="{2AA3CEF8-6CF3-4E58-BD74-F78F55EF125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028">
            <a:extLst>
              <a:ext uri="{FF2B5EF4-FFF2-40B4-BE49-F238E27FC236}">
                <a16:creationId xmlns:a16="http://schemas.microsoft.com/office/drawing/2014/main" id="{881F1040-D76F-4BBD-9D49-5458A3062B8C}"/>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029">
            <a:extLst>
              <a:ext uri="{FF2B5EF4-FFF2-40B4-BE49-F238E27FC236}">
                <a16:creationId xmlns:a16="http://schemas.microsoft.com/office/drawing/2014/main" id="{0347EA44-B970-46E6-9370-E300F1D33D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030">
            <a:extLst>
              <a:ext uri="{FF2B5EF4-FFF2-40B4-BE49-F238E27FC236}">
                <a16:creationId xmlns:a16="http://schemas.microsoft.com/office/drawing/2014/main" id="{B0C3BC7E-A4EF-46D7-A12E-DD3E28CD7CB2}"/>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31">
            <a:extLst>
              <a:ext uri="{FF2B5EF4-FFF2-40B4-BE49-F238E27FC236}">
                <a16:creationId xmlns:a16="http://schemas.microsoft.com/office/drawing/2014/main" id="{5B72CD04-C0AE-4971-8190-0C57C6019A5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32">
            <a:extLst>
              <a:ext uri="{FF2B5EF4-FFF2-40B4-BE49-F238E27FC236}">
                <a16:creationId xmlns:a16="http://schemas.microsoft.com/office/drawing/2014/main" id="{2D1AF4E5-FE5B-44CA-987E-778BFFD5CB96}"/>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33">
            <a:extLst>
              <a:ext uri="{FF2B5EF4-FFF2-40B4-BE49-F238E27FC236}">
                <a16:creationId xmlns:a16="http://schemas.microsoft.com/office/drawing/2014/main" id="{2AEA1597-A01D-4658-A399-4A71FA9FA090}"/>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4">
            <a:extLst>
              <a:ext uri="{FF2B5EF4-FFF2-40B4-BE49-F238E27FC236}">
                <a16:creationId xmlns:a16="http://schemas.microsoft.com/office/drawing/2014/main" id="{A0BB4245-205F-4BD9-94F3-87D77FCE4A4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35">
            <a:extLst>
              <a:ext uri="{FF2B5EF4-FFF2-40B4-BE49-F238E27FC236}">
                <a16:creationId xmlns:a16="http://schemas.microsoft.com/office/drawing/2014/main" id="{026C854B-6596-439B-8D82-969B78730D39}"/>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36">
            <a:extLst>
              <a:ext uri="{FF2B5EF4-FFF2-40B4-BE49-F238E27FC236}">
                <a16:creationId xmlns:a16="http://schemas.microsoft.com/office/drawing/2014/main" id="{275D8698-D63B-41A1-B354-64805C56250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37">
            <a:extLst>
              <a:ext uri="{FF2B5EF4-FFF2-40B4-BE49-F238E27FC236}">
                <a16:creationId xmlns:a16="http://schemas.microsoft.com/office/drawing/2014/main" id="{FF076814-C5FC-4460-A628-12F15DB6B89D}"/>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38">
            <a:extLst>
              <a:ext uri="{FF2B5EF4-FFF2-40B4-BE49-F238E27FC236}">
                <a16:creationId xmlns:a16="http://schemas.microsoft.com/office/drawing/2014/main" id="{2F220B96-0503-4BD8-BC55-980B84387BD4}"/>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39">
            <a:extLst>
              <a:ext uri="{FF2B5EF4-FFF2-40B4-BE49-F238E27FC236}">
                <a16:creationId xmlns:a16="http://schemas.microsoft.com/office/drawing/2014/main" id="{F796C12B-5B40-494E-8CE6-FE6888BD6B75}"/>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40">
            <a:extLst>
              <a:ext uri="{FF2B5EF4-FFF2-40B4-BE49-F238E27FC236}">
                <a16:creationId xmlns:a16="http://schemas.microsoft.com/office/drawing/2014/main" id="{C81E505F-FA3A-47EA-AF61-04D80BE6B63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041">
            <a:extLst>
              <a:ext uri="{FF2B5EF4-FFF2-40B4-BE49-F238E27FC236}">
                <a16:creationId xmlns:a16="http://schemas.microsoft.com/office/drawing/2014/main" id="{DEAC5669-B506-4A90-96DC-2474F6F2EFFF}"/>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042">
            <a:extLst>
              <a:ext uri="{FF2B5EF4-FFF2-40B4-BE49-F238E27FC236}">
                <a16:creationId xmlns:a16="http://schemas.microsoft.com/office/drawing/2014/main" id="{D8CEFAB4-AD1E-4B66-A2CB-A24B829F6BE6}"/>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043">
            <a:extLst>
              <a:ext uri="{FF2B5EF4-FFF2-40B4-BE49-F238E27FC236}">
                <a16:creationId xmlns:a16="http://schemas.microsoft.com/office/drawing/2014/main" id="{963C0D07-9F57-4665-88AD-CFCAEFCE04BF}"/>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044">
            <a:extLst>
              <a:ext uri="{FF2B5EF4-FFF2-40B4-BE49-F238E27FC236}">
                <a16:creationId xmlns:a16="http://schemas.microsoft.com/office/drawing/2014/main" id="{B003D29C-AC2C-423D-B8D5-E075DA200BBC}"/>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045">
            <a:extLst>
              <a:ext uri="{FF2B5EF4-FFF2-40B4-BE49-F238E27FC236}">
                <a16:creationId xmlns:a16="http://schemas.microsoft.com/office/drawing/2014/main" id="{762EBFBB-D3F3-4387-89B6-7EBD59E155B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046">
            <a:extLst>
              <a:ext uri="{FF2B5EF4-FFF2-40B4-BE49-F238E27FC236}">
                <a16:creationId xmlns:a16="http://schemas.microsoft.com/office/drawing/2014/main" id="{E96F5A63-CDA4-4AFE-9AD1-383DCE403FF3}"/>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047">
            <a:extLst>
              <a:ext uri="{FF2B5EF4-FFF2-40B4-BE49-F238E27FC236}">
                <a16:creationId xmlns:a16="http://schemas.microsoft.com/office/drawing/2014/main" id="{95902C90-4BD3-479D-B503-84225FF182E8}"/>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048">
            <a:extLst>
              <a:ext uri="{FF2B5EF4-FFF2-40B4-BE49-F238E27FC236}">
                <a16:creationId xmlns:a16="http://schemas.microsoft.com/office/drawing/2014/main" id="{DDE9A7A8-5BBE-4527-A631-A4E335D629E6}"/>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049">
            <a:extLst>
              <a:ext uri="{FF2B5EF4-FFF2-40B4-BE49-F238E27FC236}">
                <a16:creationId xmlns:a16="http://schemas.microsoft.com/office/drawing/2014/main" id="{9C329776-C775-4AC1-B295-B364F42E96FC}"/>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050">
            <a:extLst>
              <a:ext uri="{FF2B5EF4-FFF2-40B4-BE49-F238E27FC236}">
                <a16:creationId xmlns:a16="http://schemas.microsoft.com/office/drawing/2014/main" id="{8C9F1FAB-9EC3-498C-A94B-13D6C60594B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051">
            <a:extLst>
              <a:ext uri="{FF2B5EF4-FFF2-40B4-BE49-F238E27FC236}">
                <a16:creationId xmlns:a16="http://schemas.microsoft.com/office/drawing/2014/main" id="{D02BD140-D466-45D9-A1F1-61B1FFAB9918}"/>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052">
            <a:extLst>
              <a:ext uri="{FF2B5EF4-FFF2-40B4-BE49-F238E27FC236}">
                <a16:creationId xmlns:a16="http://schemas.microsoft.com/office/drawing/2014/main" id="{81304DFA-9090-49AE-8CB6-69699350F4C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053">
            <a:extLst>
              <a:ext uri="{FF2B5EF4-FFF2-40B4-BE49-F238E27FC236}">
                <a16:creationId xmlns:a16="http://schemas.microsoft.com/office/drawing/2014/main" id="{8B8314BE-7F8E-4897-B234-542C6308CB51}"/>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054">
            <a:extLst>
              <a:ext uri="{FF2B5EF4-FFF2-40B4-BE49-F238E27FC236}">
                <a16:creationId xmlns:a16="http://schemas.microsoft.com/office/drawing/2014/main" id="{B033BF76-DD1C-4B64-A5B0-BFA5ACC1A34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055">
            <a:extLst>
              <a:ext uri="{FF2B5EF4-FFF2-40B4-BE49-F238E27FC236}">
                <a16:creationId xmlns:a16="http://schemas.microsoft.com/office/drawing/2014/main" id="{198734D4-104F-4D3E-8988-82BE8DBEEE1F}"/>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056">
            <a:extLst>
              <a:ext uri="{FF2B5EF4-FFF2-40B4-BE49-F238E27FC236}">
                <a16:creationId xmlns:a16="http://schemas.microsoft.com/office/drawing/2014/main" id="{FA29A9DA-1373-46AA-AC19-F427ED2EE65D}"/>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057">
            <a:extLst>
              <a:ext uri="{FF2B5EF4-FFF2-40B4-BE49-F238E27FC236}">
                <a16:creationId xmlns:a16="http://schemas.microsoft.com/office/drawing/2014/main" id="{D1FD7452-7FFD-4C82-BDE2-9AC22EDFD919}"/>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058">
            <a:extLst>
              <a:ext uri="{FF2B5EF4-FFF2-40B4-BE49-F238E27FC236}">
                <a16:creationId xmlns:a16="http://schemas.microsoft.com/office/drawing/2014/main" id="{8861D18A-3155-4CFF-B819-2597CB5B6FFB}"/>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059">
            <a:extLst>
              <a:ext uri="{FF2B5EF4-FFF2-40B4-BE49-F238E27FC236}">
                <a16:creationId xmlns:a16="http://schemas.microsoft.com/office/drawing/2014/main" id="{5ADF1EB6-C9C2-48A5-A45D-3A64FDAEFED2}"/>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060">
            <a:extLst>
              <a:ext uri="{FF2B5EF4-FFF2-40B4-BE49-F238E27FC236}">
                <a16:creationId xmlns:a16="http://schemas.microsoft.com/office/drawing/2014/main" id="{880AF3E1-7A23-476E-936E-4C937E95D2B6}"/>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061">
            <a:extLst>
              <a:ext uri="{FF2B5EF4-FFF2-40B4-BE49-F238E27FC236}">
                <a16:creationId xmlns:a16="http://schemas.microsoft.com/office/drawing/2014/main" id="{57F196A1-708E-488E-8D08-BD12FE747A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062">
            <a:extLst>
              <a:ext uri="{FF2B5EF4-FFF2-40B4-BE49-F238E27FC236}">
                <a16:creationId xmlns:a16="http://schemas.microsoft.com/office/drawing/2014/main" id="{5351443E-C188-4D1B-A7B3-F8379D4B231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063">
            <a:extLst>
              <a:ext uri="{FF2B5EF4-FFF2-40B4-BE49-F238E27FC236}">
                <a16:creationId xmlns:a16="http://schemas.microsoft.com/office/drawing/2014/main" id="{3A8B15B0-15E0-4BD7-B422-03954D4202AD}"/>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064">
            <a:extLst>
              <a:ext uri="{FF2B5EF4-FFF2-40B4-BE49-F238E27FC236}">
                <a16:creationId xmlns:a16="http://schemas.microsoft.com/office/drawing/2014/main" id="{DBF84D1B-D171-4789-99E1-28957E13D3A9}"/>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065">
            <a:extLst>
              <a:ext uri="{FF2B5EF4-FFF2-40B4-BE49-F238E27FC236}">
                <a16:creationId xmlns:a16="http://schemas.microsoft.com/office/drawing/2014/main" id="{9C39B817-004B-4EBB-8C8D-A5F58AD773A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066">
            <a:extLst>
              <a:ext uri="{FF2B5EF4-FFF2-40B4-BE49-F238E27FC236}">
                <a16:creationId xmlns:a16="http://schemas.microsoft.com/office/drawing/2014/main" id="{0772FF90-9B60-46D7-9500-75A17855EA4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067">
            <a:extLst>
              <a:ext uri="{FF2B5EF4-FFF2-40B4-BE49-F238E27FC236}">
                <a16:creationId xmlns:a16="http://schemas.microsoft.com/office/drawing/2014/main" id="{23AFA5DA-B53F-4BAE-B73A-5B1FDAE4BA3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068">
            <a:extLst>
              <a:ext uri="{FF2B5EF4-FFF2-40B4-BE49-F238E27FC236}">
                <a16:creationId xmlns:a16="http://schemas.microsoft.com/office/drawing/2014/main" id="{AC3EF7E6-DD48-4369-A779-89E5E075915A}"/>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069">
            <a:extLst>
              <a:ext uri="{FF2B5EF4-FFF2-40B4-BE49-F238E27FC236}">
                <a16:creationId xmlns:a16="http://schemas.microsoft.com/office/drawing/2014/main" id="{4C47553C-ADF9-4A92-860B-5A2C2219A703}"/>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070">
            <a:extLst>
              <a:ext uri="{FF2B5EF4-FFF2-40B4-BE49-F238E27FC236}">
                <a16:creationId xmlns:a16="http://schemas.microsoft.com/office/drawing/2014/main" id="{467695E8-37CD-4B98-AD12-DA8C193542B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071">
            <a:extLst>
              <a:ext uri="{FF2B5EF4-FFF2-40B4-BE49-F238E27FC236}">
                <a16:creationId xmlns:a16="http://schemas.microsoft.com/office/drawing/2014/main" id="{97786905-C607-4283-8923-CB4184089203}"/>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072">
            <a:extLst>
              <a:ext uri="{FF2B5EF4-FFF2-40B4-BE49-F238E27FC236}">
                <a16:creationId xmlns:a16="http://schemas.microsoft.com/office/drawing/2014/main" id="{551CD405-9715-4689-883E-A9AA0795D626}"/>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073">
            <a:extLst>
              <a:ext uri="{FF2B5EF4-FFF2-40B4-BE49-F238E27FC236}">
                <a16:creationId xmlns:a16="http://schemas.microsoft.com/office/drawing/2014/main" id="{01F334F4-AE86-4915-9E32-BCD45FC9F7AB}"/>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074">
            <a:extLst>
              <a:ext uri="{FF2B5EF4-FFF2-40B4-BE49-F238E27FC236}">
                <a16:creationId xmlns:a16="http://schemas.microsoft.com/office/drawing/2014/main" id="{E98C95F9-C251-46D0-8C14-4348EEE00788}"/>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075">
            <a:extLst>
              <a:ext uri="{FF2B5EF4-FFF2-40B4-BE49-F238E27FC236}">
                <a16:creationId xmlns:a16="http://schemas.microsoft.com/office/drawing/2014/main" id="{5CA28FF6-BAC6-40CA-8E38-970FADEEEFEA}"/>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076">
            <a:extLst>
              <a:ext uri="{FF2B5EF4-FFF2-40B4-BE49-F238E27FC236}">
                <a16:creationId xmlns:a16="http://schemas.microsoft.com/office/drawing/2014/main" id="{3B0DCAE4-CAC4-4481-909E-1FB62F3CF3AD}"/>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077">
            <a:extLst>
              <a:ext uri="{FF2B5EF4-FFF2-40B4-BE49-F238E27FC236}">
                <a16:creationId xmlns:a16="http://schemas.microsoft.com/office/drawing/2014/main" id="{EBA39C04-859F-4120-9486-91661E0A9CBC}"/>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078">
            <a:extLst>
              <a:ext uri="{FF2B5EF4-FFF2-40B4-BE49-F238E27FC236}">
                <a16:creationId xmlns:a16="http://schemas.microsoft.com/office/drawing/2014/main" id="{9CE2BBBE-FF52-42D9-82A6-D4D58B87232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079">
            <a:extLst>
              <a:ext uri="{FF2B5EF4-FFF2-40B4-BE49-F238E27FC236}">
                <a16:creationId xmlns:a16="http://schemas.microsoft.com/office/drawing/2014/main" id="{213A4545-6501-4A57-919E-28085FED43E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080">
            <a:extLst>
              <a:ext uri="{FF2B5EF4-FFF2-40B4-BE49-F238E27FC236}">
                <a16:creationId xmlns:a16="http://schemas.microsoft.com/office/drawing/2014/main" id="{A7AFDE10-051E-4322-BD6C-4AC1B8D0B13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081">
            <a:extLst>
              <a:ext uri="{FF2B5EF4-FFF2-40B4-BE49-F238E27FC236}">
                <a16:creationId xmlns:a16="http://schemas.microsoft.com/office/drawing/2014/main" id="{C925A4E8-4A24-4CC3-8D01-FBA5395C8DE0}"/>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082">
            <a:extLst>
              <a:ext uri="{FF2B5EF4-FFF2-40B4-BE49-F238E27FC236}">
                <a16:creationId xmlns:a16="http://schemas.microsoft.com/office/drawing/2014/main" id="{85FFDE40-7A4B-436A-8519-4F1D080970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083">
            <a:extLst>
              <a:ext uri="{FF2B5EF4-FFF2-40B4-BE49-F238E27FC236}">
                <a16:creationId xmlns:a16="http://schemas.microsoft.com/office/drawing/2014/main" id="{74E4E2C0-0808-4B5F-AF9E-7235414673E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084">
            <a:extLst>
              <a:ext uri="{FF2B5EF4-FFF2-40B4-BE49-F238E27FC236}">
                <a16:creationId xmlns:a16="http://schemas.microsoft.com/office/drawing/2014/main" id="{D65E1220-43ED-4304-9122-41ECD5D61B8E}"/>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085">
            <a:extLst>
              <a:ext uri="{FF2B5EF4-FFF2-40B4-BE49-F238E27FC236}">
                <a16:creationId xmlns:a16="http://schemas.microsoft.com/office/drawing/2014/main" id="{7DDFD916-77F7-4B73-8487-528296D9276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086">
            <a:extLst>
              <a:ext uri="{FF2B5EF4-FFF2-40B4-BE49-F238E27FC236}">
                <a16:creationId xmlns:a16="http://schemas.microsoft.com/office/drawing/2014/main" id="{80DBEBE1-558B-4BD2-A23C-09767707837C}"/>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087">
            <a:extLst>
              <a:ext uri="{FF2B5EF4-FFF2-40B4-BE49-F238E27FC236}">
                <a16:creationId xmlns:a16="http://schemas.microsoft.com/office/drawing/2014/main" id="{D0FB1C87-29A2-40C4-83B7-19EEF4C73230}"/>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088">
            <a:extLst>
              <a:ext uri="{FF2B5EF4-FFF2-40B4-BE49-F238E27FC236}">
                <a16:creationId xmlns:a16="http://schemas.microsoft.com/office/drawing/2014/main" id="{344711E3-A733-4F69-B03A-DA82115DF50F}"/>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089">
            <a:extLst>
              <a:ext uri="{FF2B5EF4-FFF2-40B4-BE49-F238E27FC236}">
                <a16:creationId xmlns:a16="http://schemas.microsoft.com/office/drawing/2014/main" id="{166FEE09-7A7C-473A-B8FE-B9533377AD1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090">
            <a:extLst>
              <a:ext uri="{FF2B5EF4-FFF2-40B4-BE49-F238E27FC236}">
                <a16:creationId xmlns:a16="http://schemas.microsoft.com/office/drawing/2014/main" id="{359A98EE-B474-4B2C-9292-8748184C5E86}"/>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091">
            <a:extLst>
              <a:ext uri="{FF2B5EF4-FFF2-40B4-BE49-F238E27FC236}">
                <a16:creationId xmlns:a16="http://schemas.microsoft.com/office/drawing/2014/main" id="{B7D873FB-6487-440C-B53E-4F78AD7F1333}"/>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092">
            <a:extLst>
              <a:ext uri="{FF2B5EF4-FFF2-40B4-BE49-F238E27FC236}">
                <a16:creationId xmlns:a16="http://schemas.microsoft.com/office/drawing/2014/main" id="{DDB6C373-8D64-456D-AC75-D2B76F6A7F1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093">
            <a:extLst>
              <a:ext uri="{FF2B5EF4-FFF2-40B4-BE49-F238E27FC236}">
                <a16:creationId xmlns:a16="http://schemas.microsoft.com/office/drawing/2014/main" id="{F80FB672-A50C-4A6E-BA8A-CAF0259235EA}"/>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094">
            <a:extLst>
              <a:ext uri="{FF2B5EF4-FFF2-40B4-BE49-F238E27FC236}">
                <a16:creationId xmlns:a16="http://schemas.microsoft.com/office/drawing/2014/main" id="{D9077D0C-F5A7-486F-8694-F99BBA92F79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095">
            <a:extLst>
              <a:ext uri="{FF2B5EF4-FFF2-40B4-BE49-F238E27FC236}">
                <a16:creationId xmlns:a16="http://schemas.microsoft.com/office/drawing/2014/main" id="{F53E496B-014D-4299-897E-520BE2AD8106}"/>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096">
            <a:extLst>
              <a:ext uri="{FF2B5EF4-FFF2-40B4-BE49-F238E27FC236}">
                <a16:creationId xmlns:a16="http://schemas.microsoft.com/office/drawing/2014/main" id="{DA2B4CBF-F079-40E2-B80F-4B830F0C5422}"/>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097">
            <a:extLst>
              <a:ext uri="{FF2B5EF4-FFF2-40B4-BE49-F238E27FC236}">
                <a16:creationId xmlns:a16="http://schemas.microsoft.com/office/drawing/2014/main" id="{8830D004-9024-449E-AA05-0897A0FFC9E6}"/>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098">
            <a:extLst>
              <a:ext uri="{FF2B5EF4-FFF2-40B4-BE49-F238E27FC236}">
                <a16:creationId xmlns:a16="http://schemas.microsoft.com/office/drawing/2014/main" id="{0CE99B95-94E4-408C-B973-ECCCEBE682AE}"/>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099">
            <a:extLst>
              <a:ext uri="{FF2B5EF4-FFF2-40B4-BE49-F238E27FC236}">
                <a16:creationId xmlns:a16="http://schemas.microsoft.com/office/drawing/2014/main" id="{25CAEB16-72A7-4C45-9EDA-FC6CB02C4558}"/>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100">
            <a:extLst>
              <a:ext uri="{FF2B5EF4-FFF2-40B4-BE49-F238E27FC236}">
                <a16:creationId xmlns:a16="http://schemas.microsoft.com/office/drawing/2014/main" id="{8291890E-7501-4515-858C-393491F0B72A}"/>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101">
            <a:extLst>
              <a:ext uri="{FF2B5EF4-FFF2-40B4-BE49-F238E27FC236}">
                <a16:creationId xmlns:a16="http://schemas.microsoft.com/office/drawing/2014/main" id="{4D610FDE-A37C-4972-BCCD-5AB70199257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102">
            <a:extLst>
              <a:ext uri="{FF2B5EF4-FFF2-40B4-BE49-F238E27FC236}">
                <a16:creationId xmlns:a16="http://schemas.microsoft.com/office/drawing/2014/main" id="{5652C022-9CEA-4FAE-BF93-E4FFFD7B1FF5}"/>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103">
            <a:extLst>
              <a:ext uri="{FF2B5EF4-FFF2-40B4-BE49-F238E27FC236}">
                <a16:creationId xmlns:a16="http://schemas.microsoft.com/office/drawing/2014/main" id="{C964A7D3-C937-4AB6-8ABB-8B6A05D42F1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104">
            <a:extLst>
              <a:ext uri="{FF2B5EF4-FFF2-40B4-BE49-F238E27FC236}">
                <a16:creationId xmlns:a16="http://schemas.microsoft.com/office/drawing/2014/main" id="{BB2F57C6-E4C6-4369-B7A5-6564AF06C31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105">
            <a:extLst>
              <a:ext uri="{FF2B5EF4-FFF2-40B4-BE49-F238E27FC236}">
                <a16:creationId xmlns:a16="http://schemas.microsoft.com/office/drawing/2014/main" id="{D977C1B0-18B3-4973-A2FE-E4E62B6637E6}"/>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106">
            <a:extLst>
              <a:ext uri="{FF2B5EF4-FFF2-40B4-BE49-F238E27FC236}">
                <a16:creationId xmlns:a16="http://schemas.microsoft.com/office/drawing/2014/main" id="{FCDD48D1-E409-4C37-B858-9A8B051F2CB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107">
            <a:extLst>
              <a:ext uri="{FF2B5EF4-FFF2-40B4-BE49-F238E27FC236}">
                <a16:creationId xmlns:a16="http://schemas.microsoft.com/office/drawing/2014/main" id="{C7FB2920-83BF-40DF-8F57-1771D50939A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108">
            <a:extLst>
              <a:ext uri="{FF2B5EF4-FFF2-40B4-BE49-F238E27FC236}">
                <a16:creationId xmlns:a16="http://schemas.microsoft.com/office/drawing/2014/main" id="{55AE6331-8DD8-43BB-97E8-640EB100906D}"/>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109">
            <a:extLst>
              <a:ext uri="{FF2B5EF4-FFF2-40B4-BE49-F238E27FC236}">
                <a16:creationId xmlns:a16="http://schemas.microsoft.com/office/drawing/2014/main" id="{B4148C8D-500E-475C-A40A-B8DC00BEB79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110">
            <a:extLst>
              <a:ext uri="{FF2B5EF4-FFF2-40B4-BE49-F238E27FC236}">
                <a16:creationId xmlns:a16="http://schemas.microsoft.com/office/drawing/2014/main" id="{D0997029-CC8E-46EA-8E63-64C92B861224}"/>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111">
            <a:extLst>
              <a:ext uri="{FF2B5EF4-FFF2-40B4-BE49-F238E27FC236}">
                <a16:creationId xmlns:a16="http://schemas.microsoft.com/office/drawing/2014/main" id="{0504DDC2-C565-4E60-AE8B-9F5AA6085DF1}"/>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112">
            <a:extLst>
              <a:ext uri="{FF2B5EF4-FFF2-40B4-BE49-F238E27FC236}">
                <a16:creationId xmlns:a16="http://schemas.microsoft.com/office/drawing/2014/main" id="{86B68F23-E5B2-4C6F-A5CB-7DE9F6644EAA}"/>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113">
            <a:extLst>
              <a:ext uri="{FF2B5EF4-FFF2-40B4-BE49-F238E27FC236}">
                <a16:creationId xmlns:a16="http://schemas.microsoft.com/office/drawing/2014/main" id="{58AA73BF-E722-4A9D-9CC2-C4A5782F5C8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114">
            <a:extLst>
              <a:ext uri="{FF2B5EF4-FFF2-40B4-BE49-F238E27FC236}">
                <a16:creationId xmlns:a16="http://schemas.microsoft.com/office/drawing/2014/main" id="{996C76C9-F887-4363-91F0-17064C3BD990}"/>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115">
            <a:extLst>
              <a:ext uri="{FF2B5EF4-FFF2-40B4-BE49-F238E27FC236}">
                <a16:creationId xmlns:a16="http://schemas.microsoft.com/office/drawing/2014/main" id="{290DCF47-CFBB-452B-BEE2-6AF6E9EA5F47}"/>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116">
            <a:extLst>
              <a:ext uri="{FF2B5EF4-FFF2-40B4-BE49-F238E27FC236}">
                <a16:creationId xmlns:a16="http://schemas.microsoft.com/office/drawing/2014/main" id="{36F1A94C-A2E9-4442-8DA5-5F4393D9087B}"/>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117">
            <a:extLst>
              <a:ext uri="{FF2B5EF4-FFF2-40B4-BE49-F238E27FC236}">
                <a16:creationId xmlns:a16="http://schemas.microsoft.com/office/drawing/2014/main" id="{FD149656-3C27-4AE0-A0FB-0D6C709EA682}"/>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118">
            <a:extLst>
              <a:ext uri="{FF2B5EF4-FFF2-40B4-BE49-F238E27FC236}">
                <a16:creationId xmlns:a16="http://schemas.microsoft.com/office/drawing/2014/main" id="{520768E5-0358-4A31-8E6D-73093F8292B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119">
            <a:extLst>
              <a:ext uri="{FF2B5EF4-FFF2-40B4-BE49-F238E27FC236}">
                <a16:creationId xmlns:a16="http://schemas.microsoft.com/office/drawing/2014/main" id="{A06A8F92-E5F6-4015-9CE2-89BBE9101809}"/>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120">
            <a:extLst>
              <a:ext uri="{FF2B5EF4-FFF2-40B4-BE49-F238E27FC236}">
                <a16:creationId xmlns:a16="http://schemas.microsoft.com/office/drawing/2014/main" id="{CC885FBF-32DA-4C2E-BD96-6051D8768CB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121">
            <a:extLst>
              <a:ext uri="{FF2B5EF4-FFF2-40B4-BE49-F238E27FC236}">
                <a16:creationId xmlns:a16="http://schemas.microsoft.com/office/drawing/2014/main" id="{771EF779-8122-4DCE-8D87-538999782C7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122">
            <a:extLst>
              <a:ext uri="{FF2B5EF4-FFF2-40B4-BE49-F238E27FC236}">
                <a16:creationId xmlns:a16="http://schemas.microsoft.com/office/drawing/2014/main" id="{BF349832-169F-4F5C-9C7B-6F272AFE602C}"/>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123">
            <a:extLst>
              <a:ext uri="{FF2B5EF4-FFF2-40B4-BE49-F238E27FC236}">
                <a16:creationId xmlns:a16="http://schemas.microsoft.com/office/drawing/2014/main" id="{1054839B-8395-4EBD-9BE1-2C7FDB6AA992}"/>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124">
            <a:extLst>
              <a:ext uri="{FF2B5EF4-FFF2-40B4-BE49-F238E27FC236}">
                <a16:creationId xmlns:a16="http://schemas.microsoft.com/office/drawing/2014/main" id="{FDEF893C-195D-480B-9CF7-1865DAC25FD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125">
            <a:extLst>
              <a:ext uri="{FF2B5EF4-FFF2-40B4-BE49-F238E27FC236}">
                <a16:creationId xmlns:a16="http://schemas.microsoft.com/office/drawing/2014/main" id="{2A96D563-22E2-4916-AA3B-7D94B220C2EF}"/>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126">
            <a:extLst>
              <a:ext uri="{FF2B5EF4-FFF2-40B4-BE49-F238E27FC236}">
                <a16:creationId xmlns:a16="http://schemas.microsoft.com/office/drawing/2014/main" id="{D867DD87-608A-48C1-838C-103D4532E996}"/>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1127">
            <a:extLst>
              <a:ext uri="{FF2B5EF4-FFF2-40B4-BE49-F238E27FC236}">
                <a16:creationId xmlns:a16="http://schemas.microsoft.com/office/drawing/2014/main" id="{B28C9DA4-E5D8-4A4D-A872-2C8CEB8C84FE}"/>
              </a:ext>
            </a:extLst>
          </p:cNvPr>
          <p:cNvSpPr>
            <a:spLocks noGrp="1"/>
          </p:cNvSpPr>
          <p:nvPr/>
        </p:nvSpPr>
        <p:spPr>
          <a:xfrm>
            <a:off x="2724150" y="3848100"/>
            <a:ext cx="1752600" cy="1752600"/>
          </a:xfrm>
          <a:prstGeom prst="rect">
            <a:avLst/>
          </a:prstGeom>
          <a:noFill/>
          <a:ln w="47625">
            <a:solidFill>
              <a:srgbClr val="E58C22"/>
            </a:solidFill>
          </a:ln>
        </p:spPr>
      </p:sp>
      <p:sp>
        <p:nvSpPr>
          <p:cNvPr id="153" name="prose-1128">
            <a:extLst>
              <a:ext uri="{FF2B5EF4-FFF2-40B4-BE49-F238E27FC236}">
                <a16:creationId xmlns:a16="http://schemas.microsoft.com/office/drawing/2014/main" id="{93E83125-59AE-434F-BAF7-346E4954FF99}"/>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1129">
            <a:extLst>
              <a:ext uri="{FF2B5EF4-FFF2-40B4-BE49-F238E27FC236}">
                <a16:creationId xmlns:a16="http://schemas.microsoft.com/office/drawing/2014/main" id="{63CABECE-D4BC-4D7B-8A4E-10DF034195A1}"/>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1130">
            <a:extLst>
              <a:ext uri="{FF2B5EF4-FFF2-40B4-BE49-F238E27FC236}">
                <a16:creationId xmlns:a16="http://schemas.microsoft.com/office/drawing/2014/main" id="{590ABDDF-2325-4DAC-9CCD-B01B9FC7F31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루트의 네 자식 결과가 완성되었습니다.</a:t>
            </a:r>
          </a:p>
        </p:txBody>
      </p:sp>
      <p:sp>
        <p:nvSpPr>
          <p:cNvPr id="156" name="caption">
            <a:extLst>
              <a:ext uri="{FF2B5EF4-FFF2-40B4-BE49-F238E27FC236}">
                <a16:creationId xmlns:a16="http://schemas.microsoft.com/office/drawing/2014/main" id="{D777D746-999F-481F-95B5-877D42919EB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80451490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560ABE41-2EC1-4A13-A9F8-AD9DAC54917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3A9607CC-E30F-4840-9CFA-2BE7BCA564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2854B5-EA54-4127-B1C4-F0C9A236CD5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결과: (01((0001)000)0)</a:t>
            </a:r>
          </a:p>
        </p:txBody>
      </p:sp>
      <p:sp>
        <p:nvSpPr>
          <p:cNvPr id="4" name="line-1131">
            <a:extLst>
              <a:ext uri="{FF2B5EF4-FFF2-40B4-BE49-F238E27FC236}">
                <a16:creationId xmlns:a16="http://schemas.microsoft.com/office/drawing/2014/main" id="{FC06DAAD-428F-44BF-B386-AFB3DEEBB09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AC3E8F3-6194-4B53-B105-0A5231F5D3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F62960-11B6-4806-8DFE-66E85A884E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197</a:t>
            </a:r>
            <a:endParaRPr sz="1050" b="0">
              <a:solidFill>
                <a:srgbClr val="151515"/>
              </a:solidFill>
              <a:latin typeface="Consolas"/>
              <a:ea typeface="Consolas"/>
              <a:cs typeface="Consolas"/>
            </a:endParaRPr>
          </a:p>
        </p:txBody>
      </p:sp>
      <p:sp>
        <p:nvSpPr>
          <p:cNvPr id="7" name="pixel-1132">
            <a:extLst>
              <a:ext uri="{FF2B5EF4-FFF2-40B4-BE49-F238E27FC236}">
                <a16:creationId xmlns:a16="http://schemas.microsoft.com/office/drawing/2014/main" id="{F22AFCA8-B4FF-49B6-8796-E939F4B6471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133">
            <a:extLst>
              <a:ext uri="{FF2B5EF4-FFF2-40B4-BE49-F238E27FC236}">
                <a16:creationId xmlns:a16="http://schemas.microsoft.com/office/drawing/2014/main" id="{1E552679-0D86-4ADA-883B-4343CE03D9A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134">
            <a:extLst>
              <a:ext uri="{FF2B5EF4-FFF2-40B4-BE49-F238E27FC236}">
                <a16:creationId xmlns:a16="http://schemas.microsoft.com/office/drawing/2014/main" id="{4C56BE81-E245-49AA-934B-41C32B5E7941}"/>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135">
            <a:extLst>
              <a:ext uri="{FF2B5EF4-FFF2-40B4-BE49-F238E27FC236}">
                <a16:creationId xmlns:a16="http://schemas.microsoft.com/office/drawing/2014/main" id="{CFF46A06-F26D-44A3-8476-BE583372F43D}"/>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136">
            <a:extLst>
              <a:ext uri="{FF2B5EF4-FFF2-40B4-BE49-F238E27FC236}">
                <a16:creationId xmlns:a16="http://schemas.microsoft.com/office/drawing/2014/main" id="{C808AC1A-A6E9-4D40-AE58-465FF026413E}"/>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137">
            <a:extLst>
              <a:ext uri="{FF2B5EF4-FFF2-40B4-BE49-F238E27FC236}">
                <a16:creationId xmlns:a16="http://schemas.microsoft.com/office/drawing/2014/main" id="{894FAFA3-5B52-46AA-A187-3FF22F7663C4}"/>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138">
            <a:extLst>
              <a:ext uri="{FF2B5EF4-FFF2-40B4-BE49-F238E27FC236}">
                <a16:creationId xmlns:a16="http://schemas.microsoft.com/office/drawing/2014/main" id="{C4A60A6B-C93B-4591-97EF-3E7DEE6CBBA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139">
            <a:extLst>
              <a:ext uri="{FF2B5EF4-FFF2-40B4-BE49-F238E27FC236}">
                <a16:creationId xmlns:a16="http://schemas.microsoft.com/office/drawing/2014/main" id="{223AF9C6-E9DB-466A-A5EA-762E5D6680A5}"/>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140">
            <a:extLst>
              <a:ext uri="{FF2B5EF4-FFF2-40B4-BE49-F238E27FC236}">
                <a16:creationId xmlns:a16="http://schemas.microsoft.com/office/drawing/2014/main" id="{9F1816FD-05AD-4283-A4F1-F37E900E27F4}"/>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141">
            <a:extLst>
              <a:ext uri="{FF2B5EF4-FFF2-40B4-BE49-F238E27FC236}">
                <a16:creationId xmlns:a16="http://schemas.microsoft.com/office/drawing/2014/main" id="{58210E9B-0AAA-418D-9992-1BE78175796F}"/>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142">
            <a:extLst>
              <a:ext uri="{FF2B5EF4-FFF2-40B4-BE49-F238E27FC236}">
                <a16:creationId xmlns:a16="http://schemas.microsoft.com/office/drawing/2014/main" id="{FAC08D70-C357-4C2D-AFBF-5CD3F6FE6AEC}"/>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143">
            <a:extLst>
              <a:ext uri="{FF2B5EF4-FFF2-40B4-BE49-F238E27FC236}">
                <a16:creationId xmlns:a16="http://schemas.microsoft.com/office/drawing/2014/main" id="{C4F4FB1F-C2FA-4400-86DE-2E67C623940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144">
            <a:extLst>
              <a:ext uri="{FF2B5EF4-FFF2-40B4-BE49-F238E27FC236}">
                <a16:creationId xmlns:a16="http://schemas.microsoft.com/office/drawing/2014/main" id="{15CA122E-28AE-45C9-B1C3-7A9E0F336F79}"/>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145">
            <a:extLst>
              <a:ext uri="{FF2B5EF4-FFF2-40B4-BE49-F238E27FC236}">
                <a16:creationId xmlns:a16="http://schemas.microsoft.com/office/drawing/2014/main" id="{7778DB69-EB60-4F58-832C-08365AD5A55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146">
            <a:extLst>
              <a:ext uri="{FF2B5EF4-FFF2-40B4-BE49-F238E27FC236}">
                <a16:creationId xmlns:a16="http://schemas.microsoft.com/office/drawing/2014/main" id="{5F4B3FCF-78DE-4E13-8289-44F323FD8B4F}"/>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147">
            <a:extLst>
              <a:ext uri="{FF2B5EF4-FFF2-40B4-BE49-F238E27FC236}">
                <a16:creationId xmlns:a16="http://schemas.microsoft.com/office/drawing/2014/main" id="{3ECB4A55-EC89-49F9-B239-C72CB6BDCD25}"/>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148">
            <a:extLst>
              <a:ext uri="{FF2B5EF4-FFF2-40B4-BE49-F238E27FC236}">
                <a16:creationId xmlns:a16="http://schemas.microsoft.com/office/drawing/2014/main" id="{08FB8C27-4BB2-4FD1-8669-CF163F1903E6}"/>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149">
            <a:extLst>
              <a:ext uri="{FF2B5EF4-FFF2-40B4-BE49-F238E27FC236}">
                <a16:creationId xmlns:a16="http://schemas.microsoft.com/office/drawing/2014/main" id="{CC458A32-65AE-4DDE-9C24-503C76B0ABDE}"/>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150">
            <a:extLst>
              <a:ext uri="{FF2B5EF4-FFF2-40B4-BE49-F238E27FC236}">
                <a16:creationId xmlns:a16="http://schemas.microsoft.com/office/drawing/2014/main" id="{C0078993-CADC-4968-B19D-5A7A1E0AE446}"/>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151">
            <a:extLst>
              <a:ext uri="{FF2B5EF4-FFF2-40B4-BE49-F238E27FC236}">
                <a16:creationId xmlns:a16="http://schemas.microsoft.com/office/drawing/2014/main" id="{0E2C235A-4621-465C-B927-FD1ED153FF92}"/>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152">
            <a:extLst>
              <a:ext uri="{FF2B5EF4-FFF2-40B4-BE49-F238E27FC236}">
                <a16:creationId xmlns:a16="http://schemas.microsoft.com/office/drawing/2014/main" id="{E5B59C37-7E71-4CAC-83FC-741605049D11}"/>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153">
            <a:extLst>
              <a:ext uri="{FF2B5EF4-FFF2-40B4-BE49-F238E27FC236}">
                <a16:creationId xmlns:a16="http://schemas.microsoft.com/office/drawing/2014/main" id="{A1447C35-7370-4E77-AE90-396CEE368A43}"/>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154">
            <a:extLst>
              <a:ext uri="{FF2B5EF4-FFF2-40B4-BE49-F238E27FC236}">
                <a16:creationId xmlns:a16="http://schemas.microsoft.com/office/drawing/2014/main" id="{5D2502A1-EF9A-4117-8A15-2051CEC0CB69}"/>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155">
            <a:extLst>
              <a:ext uri="{FF2B5EF4-FFF2-40B4-BE49-F238E27FC236}">
                <a16:creationId xmlns:a16="http://schemas.microsoft.com/office/drawing/2014/main" id="{EE7945A3-8C53-4D53-BCA8-1860EF0F0619}"/>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156">
            <a:extLst>
              <a:ext uri="{FF2B5EF4-FFF2-40B4-BE49-F238E27FC236}">
                <a16:creationId xmlns:a16="http://schemas.microsoft.com/office/drawing/2014/main" id="{7D41E04C-16CA-44B1-BB06-188CF7250F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157">
            <a:extLst>
              <a:ext uri="{FF2B5EF4-FFF2-40B4-BE49-F238E27FC236}">
                <a16:creationId xmlns:a16="http://schemas.microsoft.com/office/drawing/2014/main" id="{D385EE1D-8552-47C9-9B6F-6CA6AFC701DA}"/>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158">
            <a:extLst>
              <a:ext uri="{FF2B5EF4-FFF2-40B4-BE49-F238E27FC236}">
                <a16:creationId xmlns:a16="http://schemas.microsoft.com/office/drawing/2014/main" id="{5B1851E8-40F9-4979-9B3F-B55798B25173}"/>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159">
            <a:extLst>
              <a:ext uri="{FF2B5EF4-FFF2-40B4-BE49-F238E27FC236}">
                <a16:creationId xmlns:a16="http://schemas.microsoft.com/office/drawing/2014/main" id="{8EF692A6-99ED-40C2-9921-3D348C4334BF}"/>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160">
            <a:extLst>
              <a:ext uri="{FF2B5EF4-FFF2-40B4-BE49-F238E27FC236}">
                <a16:creationId xmlns:a16="http://schemas.microsoft.com/office/drawing/2014/main" id="{BF1F8B2A-5190-483D-A445-7A164D124A0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161">
            <a:extLst>
              <a:ext uri="{FF2B5EF4-FFF2-40B4-BE49-F238E27FC236}">
                <a16:creationId xmlns:a16="http://schemas.microsoft.com/office/drawing/2014/main" id="{23F72CA0-9D94-436E-A381-7F54FA074B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162">
            <a:extLst>
              <a:ext uri="{FF2B5EF4-FFF2-40B4-BE49-F238E27FC236}">
                <a16:creationId xmlns:a16="http://schemas.microsoft.com/office/drawing/2014/main" id="{0ED9F073-9543-43F8-8310-1419CD3C74C7}"/>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163">
            <a:extLst>
              <a:ext uri="{FF2B5EF4-FFF2-40B4-BE49-F238E27FC236}">
                <a16:creationId xmlns:a16="http://schemas.microsoft.com/office/drawing/2014/main" id="{9BD9A187-D286-4240-90C4-41E35410603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164">
            <a:extLst>
              <a:ext uri="{FF2B5EF4-FFF2-40B4-BE49-F238E27FC236}">
                <a16:creationId xmlns:a16="http://schemas.microsoft.com/office/drawing/2014/main" id="{17D838C5-6091-49FD-9579-0AF8A5312440}"/>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165">
            <a:extLst>
              <a:ext uri="{FF2B5EF4-FFF2-40B4-BE49-F238E27FC236}">
                <a16:creationId xmlns:a16="http://schemas.microsoft.com/office/drawing/2014/main" id="{44A7A245-668B-4870-BA43-ED40AF63DB88}"/>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166">
            <a:extLst>
              <a:ext uri="{FF2B5EF4-FFF2-40B4-BE49-F238E27FC236}">
                <a16:creationId xmlns:a16="http://schemas.microsoft.com/office/drawing/2014/main" id="{F3FB5C48-9D1A-4DA3-8337-BE2E1778534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167">
            <a:extLst>
              <a:ext uri="{FF2B5EF4-FFF2-40B4-BE49-F238E27FC236}">
                <a16:creationId xmlns:a16="http://schemas.microsoft.com/office/drawing/2014/main" id="{463DB1DA-394C-4230-A4AD-1D9ED720836A}"/>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168">
            <a:extLst>
              <a:ext uri="{FF2B5EF4-FFF2-40B4-BE49-F238E27FC236}">
                <a16:creationId xmlns:a16="http://schemas.microsoft.com/office/drawing/2014/main" id="{78132C08-1D08-431B-A53F-E2EE0D0FB88B}"/>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169">
            <a:extLst>
              <a:ext uri="{FF2B5EF4-FFF2-40B4-BE49-F238E27FC236}">
                <a16:creationId xmlns:a16="http://schemas.microsoft.com/office/drawing/2014/main" id="{8F95DB41-8071-4B58-968E-F462250A6F5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170">
            <a:extLst>
              <a:ext uri="{FF2B5EF4-FFF2-40B4-BE49-F238E27FC236}">
                <a16:creationId xmlns:a16="http://schemas.microsoft.com/office/drawing/2014/main" id="{02C7E09F-FC23-48C7-AABC-F8E25C95603E}"/>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171">
            <a:extLst>
              <a:ext uri="{FF2B5EF4-FFF2-40B4-BE49-F238E27FC236}">
                <a16:creationId xmlns:a16="http://schemas.microsoft.com/office/drawing/2014/main" id="{894A9326-2F5F-4AF1-9A92-03566435425B}"/>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172">
            <a:extLst>
              <a:ext uri="{FF2B5EF4-FFF2-40B4-BE49-F238E27FC236}">
                <a16:creationId xmlns:a16="http://schemas.microsoft.com/office/drawing/2014/main" id="{91049F80-A355-43E7-B6E5-BC27DFE0C75F}"/>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173">
            <a:extLst>
              <a:ext uri="{FF2B5EF4-FFF2-40B4-BE49-F238E27FC236}">
                <a16:creationId xmlns:a16="http://schemas.microsoft.com/office/drawing/2014/main" id="{E38B1D1A-2C3D-4E3B-B8F9-0706EC58A66E}"/>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174">
            <a:extLst>
              <a:ext uri="{FF2B5EF4-FFF2-40B4-BE49-F238E27FC236}">
                <a16:creationId xmlns:a16="http://schemas.microsoft.com/office/drawing/2014/main" id="{9699FF27-DF7D-453C-AF84-A2D61F3CBC5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175">
            <a:extLst>
              <a:ext uri="{FF2B5EF4-FFF2-40B4-BE49-F238E27FC236}">
                <a16:creationId xmlns:a16="http://schemas.microsoft.com/office/drawing/2014/main" id="{EE1F370A-71C5-497B-832D-EC04BDC0C0E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176">
            <a:extLst>
              <a:ext uri="{FF2B5EF4-FFF2-40B4-BE49-F238E27FC236}">
                <a16:creationId xmlns:a16="http://schemas.microsoft.com/office/drawing/2014/main" id="{83C48263-D389-4567-A21B-863043E8DF82}"/>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177">
            <a:extLst>
              <a:ext uri="{FF2B5EF4-FFF2-40B4-BE49-F238E27FC236}">
                <a16:creationId xmlns:a16="http://schemas.microsoft.com/office/drawing/2014/main" id="{EA05CC54-8F66-4DDF-A773-61438814670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178">
            <a:extLst>
              <a:ext uri="{FF2B5EF4-FFF2-40B4-BE49-F238E27FC236}">
                <a16:creationId xmlns:a16="http://schemas.microsoft.com/office/drawing/2014/main" id="{9977D112-32E7-45ED-B827-C1D819CF2C0D}"/>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179">
            <a:extLst>
              <a:ext uri="{FF2B5EF4-FFF2-40B4-BE49-F238E27FC236}">
                <a16:creationId xmlns:a16="http://schemas.microsoft.com/office/drawing/2014/main" id="{1AC9C297-E16C-4680-A89D-47FFF79A23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180">
            <a:extLst>
              <a:ext uri="{FF2B5EF4-FFF2-40B4-BE49-F238E27FC236}">
                <a16:creationId xmlns:a16="http://schemas.microsoft.com/office/drawing/2014/main" id="{8477F7BD-7FCB-45E6-B849-E9792F9CA44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181">
            <a:extLst>
              <a:ext uri="{FF2B5EF4-FFF2-40B4-BE49-F238E27FC236}">
                <a16:creationId xmlns:a16="http://schemas.microsoft.com/office/drawing/2014/main" id="{271183C3-9B45-4496-9274-40C4C3C8B68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182">
            <a:extLst>
              <a:ext uri="{FF2B5EF4-FFF2-40B4-BE49-F238E27FC236}">
                <a16:creationId xmlns:a16="http://schemas.microsoft.com/office/drawing/2014/main" id="{D393ADE9-8183-4C96-B1A5-52C2544F2BE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183">
            <a:extLst>
              <a:ext uri="{FF2B5EF4-FFF2-40B4-BE49-F238E27FC236}">
                <a16:creationId xmlns:a16="http://schemas.microsoft.com/office/drawing/2014/main" id="{69C3FECC-AA5A-4824-BA43-63DDC1AE1A1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184">
            <a:extLst>
              <a:ext uri="{FF2B5EF4-FFF2-40B4-BE49-F238E27FC236}">
                <a16:creationId xmlns:a16="http://schemas.microsoft.com/office/drawing/2014/main" id="{6EA55100-E73C-4760-B0A7-3498D36020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185">
            <a:extLst>
              <a:ext uri="{FF2B5EF4-FFF2-40B4-BE49-F238E27FC236}">
                <a16:creationId xmlns:a16="http://schemas.microsoft.com/office/drawing/2014/main" id="{22D10D6E-87D3-4FA7-BCB3-F03289196F1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186">
            <a:extLst>
              <a:ext uri="{FF2B5EF4-FFF2-40B4-BE49-F238E27FC236}">
                <a16:creationId xmlns:a16="http://schemas.microsoft.com/office/drawing/2014/main" id="{D8079D9F-6C50-4875-8EB2-9DA3770723B7}"/>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187">
            <a:extLst>
              <a:ext uri="{FF2B5EF4-FFF2-40B4-BE49-F238E27FC236}">
                <a16:creationId xmlns:a16="http://schemas.microsoft.com/office/drawing/2014/main" id="{D4A0C885-C3C5-4856-818D-DDB43C709292}"/>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188">
            <a:extLst>
              <a:ext uri="{FF2B5EF4-FFF2-40B4-BE49-F238E27FC236}">
                <a16:creationId xmlns:a16="http://schemas.microsoft.com/office/drawing/2014/main" id="{F68207DC-BF80-4359-9280-586A3D1FA8A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189">
            <a:extLst>
              <a:ext uri="{FF2B5EF4-FFF2-40B4-BE49-F238E27FC236}">
                <a16:creationId xmlns:a16="http://schemas.microsoft.com/office/drawing/2014/main" id="{E23E94CE-526D-4AA5-BC6C-5EE68D432BCA}"/>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190">
            <a:extLst>
              <a:ext uri="{FF2B5EF4-FFF2-40B4-BE49-F238E27FC236}">
                <a16:creationId xmlns:a16="http://schemas.microsoft.com/office/drawing/2014/main" id="{99DDB061-8DDC-4B9A-B614-2B3F4CFF6115}"/>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91">
            <a:extLst>
              <a:ext uri="{FF2B5EF4-FFF2-40B4-BE49-F238E27FC236}">
                <a16:creationId xmlns:a16="http://schemas.microsoft.com/office/drawing/2014/main" id="{0B5FD203-D5AA-47A8-9F16-23ECACA511C0}"/>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92">
            <a:extLst>
              <a:ext uri="{FF2B5EF4-FFF2-40B4-BE49-F238E27FC236}">
                <a16:creationId xmlns:a16="http://schemas.microsoft.com/office/drawing/2014/main" id="{4FEDD265-6761-432C-AA42-0BD35F18E694}"/>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93">
            <a:extLst>
              <a:ext uri="{FF2B5EF4-FFF2-40B4-BE49-F238E27FC236}">
                <a16:creationId xmlns:a16="http://schemas.microsoft.com/office/drawing/2014/main" id="{7A509BBB-611F-4ECD-B761-AB33A10DAC14}"/>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94">
            <a:extLst>
              <a:ext uri="{FF2B5EF4-FFF2-40B4-BE49-F238E27FC236}">
                <a16:creationId xmlns:a16="http://schemas.microsoft.com/office/drawing/2014/main" id="{12CB07CA-003A-419A-8EBA-60454264DC14}"/>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95">
            <a:extLst>
              <a:ext uri="{FF2B5EF4-FFF2-40B4-BE49-F238E27FC236}">
                <a16:creationId xmlns:a16="http://schemas.microsoft.com/office/drawing/2014/main" id="{1FB1DB2A-8710-4A0F-B603-B4A843FEF696}"/>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96">
            <a:extLst>
              <a:ext uri="{FF2B5EF4-FFF2-40B4-BE49-F238E27FC236}">
                <a16:creationId xmlns:a16="http://schemas.microsoft.com/office/drawing/2014/main" id="{E8F31BAB-ED3F-4A6F-9607-117AB17761B4}"/>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97">
            <a:extLst>
              <a:ext uri="{FF2B5EF4-FFF2-40B4-BE49-F238E27FC236}">
                <a16:creationId xmlns:a16="http://schemas.microsoft.com/office/drawing/2014/main" id="{2B5682A3-1D68-4AF5-BA10-63098740877D}"/>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98">
            <a:extLst>
              <a:ext uri="{FF2B5EF4-FFF2-40B4-BE49-F238E27FC236}">
                <a16:creationId xmlns:a16="http://schemas.microsoft.com/office/drawing/2014/main" id="{8975127C-81DF-45F1-AA0E-6F8C95749A25}"/>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99">
            <a:extLst>
              <a:ext uri="{FF2B5EF4-FFF2-40B4-BE49-F238E27FC236}">
                <a16:creationId xmlns:a16="http://schemas.microsoft.com/office/drawing/2014/main" id="{8A8FB74E-451F-405E-BD98-DF6C01F1CAA8}"/>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200">
            <a:extLst>
              <a:ext uri="{FF2B5EF4-FFF2-40B4-BE49-F238E27FC236}">
                <a16:creationId xmlns:a16="http://schemas.microsoft.com/office/drawing/2014/main" id="{34CEB82B-F6A4-4284-B0D1-E6A59E4A9E0A}"/>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1">
            <a:extLst>
              <a:ext uri="{FF2B5EF4-FFF2-40B4-BE49-F238E27FC236}">
                <a16:creationId xmlns:a16="http://schemas.microsoft.com/office/drawing/2014/main" id="{D09CED29-96AF-4C26-9750-8F50488F8189}"/>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02">
            <a:extLst>
              <a:ext uri="{FF2B5EF4-FFF2-40B4-BE49-F238E27FC236}">
                <a16:creationId xmlns:a16="http://schemas.microsoft.com/office/drawing/2014/main" id="{386828A6-E486-4DA3-BD8F-351A0C4C5462}"/>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03">
            <a:extLst>
              <a:ext uri="{FF2B5EF4-FFF2-40B4-BE49-F238E27FC236}">
                <a16:creationId xmlns:a16="http://schemas.microsoft.com/office/drawing/2014/main" id="{EC0F6194-361A-4F63-A04F-220517A1A833}"/>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04">
            <a:extLst>
              <a:ext uri="{FF2B5EF4-FFF2-40B4-BE49-F238E27FC236}">
                <a16:creationId xmlns:a16="http://schemas.microsoft.com/office/drawing/2014/main" id="{F5E03F90-AB1E-44F8-99EA-CE6C566B29A0}"/>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05">
            <a:extLst>
              <a:ext uri="{FF2B5EF4-FFF2-40B4-BE49-F238E27FC236}">
                <a16:creationId xmlns:a16="http://schemas.microsoft.com/office/drawing/2014/main" id="{4F016184-95AC-4FE9-AED4-5F1303B4BB46}"/>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06">
            <a:extLst>
              <a:ext uri="{FF2B5EF4-FFF2-40B4-BE49-F238E27FC236}">
                <a16:creationId xmlns:a16="http://schemas.microsoft.com/office/drawing/2014/main" id="{046FA6DF-9F24-40B1-A218-687CCF1F972C}"/>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07">
            <a:extLst>
              <a:ext uri="{FF2B5EF4-FFF2-40B4-BE49-F238E27FC236}">
                <a16:creationId xmlns:a16="http://schemas.microsoft.com/office/drawing/2014/main" id="{E8C4B924-38A1-438D-9C4A-C4791E7B2196}"/>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08">
            <a:extLst>
              <a:ext uri="{FF2B5EF4-FFF2-40B4-BE49-F238E27FC236}">
                <a16:creationId xmlns:a16="http://schemas.microsoft.com/office/drawing/2014/main" id="{F5EAFB8C-8B54-4423-80F4-D6E29751B26C}"/>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09">
            <a:extLst>
              <a:ext uri="{FF2B5EF4-FFF2-40B4-BE49-F238E27FC236}">
                <a16:creationId xmlns:a16="http://schemas.microsoft.com/office/drawing/2014/main" id="{977E9C60-8D85-41D7-BD5A-79C54501296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10">
            <a:extLst>
              <a:ext uri="{FF2B5EF4-FFF2-40B4-BE49-F238E27FC236}">
                <a16:creationId xmlns:a16="http://schemas.microsoft.com/office/drawing/2014/main" id="{59787DA6-479A-445E-AFAE-B63D2B42037E}"/>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211">
            <a:extLst>
              <a:ext uri="{FF2B5EF4-FFF2-40B4-BE49-F238E27FC236}">
                <a16:creationId xmlns:a16="http://schemas.microsoft.com/office/drawing/2014/main" id="{54F664F0-5DDA-415B-880C-514988DF2947}"/>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212">
            <a:extLst>
              <a:ext uri="{FF2B5EF4-FFF2-40B4-BE49-F238E27FC236}">
                <a16:creationId xmlns:a16="http://schemas.microsoft.com/office/drawing/2014/main" id="{239A838E-A304-461D-99FF-0C38DE385B3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213">
            <a:extLst>
              <a:ext uri="{FF2B5EF4-FFF2-40B4-BE49-F238E27FC236}">
                <a16:creationId xmlns:a16="http://schemas.microsoft.com/office/drawing/2014/main" id="{B0D55A6E-1B37-482A-9E5C-76726F73FA4E}"/>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214">
            <a:extLst>
              <a:ext uri="{FF2B5EF4-FFF2-40B4-BE49-F238E27FC236}">
                <a16:creationId xmlns:a16="http://schemas.microsoft.com/office/drawing/2014/main" id="{4EDD4ABA-3FB4-4DC1-8919-199E4BF9898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215">
            <a:extLst>
              <a:ext uri="{FF2B5EF4-FFF2-40B4-BE49-F238E27FC236}">
                <a16:creationId xmlns:a16="http://schemas.microsoft.com/office/drawing/2014/main" id="{2F41ABE7-85A1-4EF3-BC3F-90982183BC01}"/>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216">
            <a:extLst>
              <a:ext uri="{FF2B5EF4-FFF2-40B4-BE49-F238E27FC236}">
                <a16:creationId xmlns:a16="http://schemas.microsoft.com/office/drawing/2014/main" id="{DD638AEF-CBAE-46E5-A9BB-34BBAC5417C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217">
            <a:extLst>
              <a:ext uri="{FF2B5EF4-FFF2-40B4-BE49-F238E27FC236}">
                <a16:creationId xmlns:a16="http://schemas.microsoft.com/office/drawing/2014/main" id="{7709FB6F-6923-4AEB-9C08-9FED747CCBB8}"/>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218">
            <a:extLst>
              <a:ext uri="{FF2B5EF4-FFF2-40B4-BE49-F238E27FC236}">
                <a16:creationId xmlns:a16="http://schemas.microsoft.com/office/drawing/2014/main" id="{A46ACFA4-4562-439B-B389-842C8E947837}"/>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219">
            <a:extLst>
              <a:ext uri="{FF2B5EF4-FFF2-40B4-BE49-F238E27FC236}">
                <a16:creationId xmlns:a16="http://schemas.microsoft.com/office/drawing/2014/main" id="{711F158D-90A2-4E87-9001-1B3FEA47BB96}"/>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220">
            <a:extLst>
              <a:ext uri="{FF2B5EF4-FFF2-40B4-BE49-F238E27FC236}">
                <a16:creationId xmlns:a16="http://schemas.microsoft.com/office/drawing/2014/main" id="{2CD8546A-F626-4AD9-9205-55C9A52F92C4}"/>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221">
            <a:extLst>
              <a:ext uri="{FF2B5EF4-FFF2-40B4-BE49-F238E27FC236}">
                <a16:creationId xmlns:a16="http://schemas.microsoft.com/office/drawing/2014/main" id="{0804D375-5698-4AC7-BA39-38A425762A4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222">
            <a:extLst>
              <a:ext uri="{FF2B5EF4-FFF2-40B4-BE49-F238E27FC236}">
                <a16:creationId xmlns:a16="http://schemas.microsoft.com/office/drawing/2014/main" id="{DE085ED4-4971-471E-8ACC-47F455F35E27}"/>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223">
            <a:extLst>
              <a:ext uri="{FF2B5EF4-FFF2-40B4-BE49-F238E27FC236}">
                <a16:creationId xmlns:a16="http://schemas.microsoft.com/office/drawing/2014/main" id="{0FCCAD0F-EFF8-4C89-9F75-9228C200EDDE}"/>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224">
            <a:extLst>
              <a:ext uri="{FF2B5EF4-FFF2-40B4-BE49-F238E27FC236}">
                <a16:creationId xmlns:a16="http://schemas.microsoft.com/office/drawing/2014/main" id="{5243AF25-D218-4E42-B6A6-7765C72CC88F}"/>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225">
            <a:extLst>
              <a:ext uri="{FF2B5EF4-FFF2-40B4-BE49-F238E27FC236}">
                <a16:creationId xmlns:a16="http://schemas.microsoft.com/office/drawing/2014/main" id="{5B9B487A-E0A9-42C2-8FDB-C6B20D81B2C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226">
            <a:extLst>
              <a:ext uri="{FF2B5EF4-FFF2-40B4-BE49-F238E27FC236}">
                <a16:creationId xmlns:a16="http://schemas.microsoft.com/office/drawing/2014/main" id="{97F30891-3C9C-4E8D-AA3F-E25C05E17ED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227">
            <a:extLst>
              <a:ext uri="{FF2B5EF4-FFF2-40B4-BE49-F238E27FC236}">
                <a16:creationId xmlns:a16="http://schemas.microsoft.com/office/drawing/2014/main" id="{41632EAA-AEEC-4EDA-8673-5DC2C2DC8172}"/>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228">
            <a:extLst>
              <a:ext uri="{FF2B5EF4-FFF2-40B4-BE49-F238E27FC236}">
                <a16:creationId xmlns:a16="http://schemas.microsoft.com/office/drawing/2014/main" id="{ABA13E7E-4AAC-4F3E-A9E2-3959F99A4FFD}"/>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229">
            <a:extLst>
              <a:ext uri="{FF2B5EF4-FFF2-40B4-BE49-F238E27FC236}">
                <a16:creationId xmlns:a16="http://schemas.microsoft.com/office/drawing/2014/main" id="{4514820E-5F8A-40C3-A32D-F963A11C228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230">
            <a:extLst>
              <a:ext uri="{FF2B5EF4-FFF2-40B4-BE49-F238E27FC236}">
                <a16:creationId xmlns:a16="http://schemas.microsoft.com/office/drawing/2014/main" id="{B068DA32-76E6-41DB-9883-6B03EA96B41C}"/>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231">
            <a:extLst>
              <a:ext uri="{FF2B5EF4-FFF2-40B4-BE49-F238E27FC236}">
                <a16:creationId xmlns:a16="http://schemas.microsoft.com/office/drawing/2014/main" id="{EFDD0FC4-BF5D-4462-8E99-D9B68D574337}"/>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232">
            <a:extLst>
              <a:ext uri="{FF2B5EF4-FFF2-40B4-BE49-F238E27FC236}">
                <a16:creationId xmlns:a16="http://schemas.microsoft.com/office/drawing/2014/main" id="{76A3B80F-707A-42B8-823B-CC66D8B0255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233">
            <a:extLst>
              <a:ext uri="{FF2B5EF4-FFF2-40B4-BE49-F238E27FC236}">
                <a16:creationId xmlns:a16="http://schemas.microsoft.com/office/drawing/2014/main" id="{AA6D0734-D420-42B4-895D-2B41A9271728}"/>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234">
            <a:extLst>
              <a:ext uri="{FF2B5EF4-FFF2-40B4-BE49-F238E27FC236}">
                <a16:creationId xmlns:a16="http://schemas.microsoft.com/office/drawing/2014/main" id="{9BE98807-F012-4195-9DB0-79852D235EF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235">
            <a:extLst>
              <a:ext uri="{FF2B5EF4-FFF2-40B4-BE49-F238E27FC236}">
                <a16:creationId xmlns:a16="http://schemas.microsoft.com/office/drawing/2014/main" id="{D67D5709-B17A-4D27-B1F8-3A5FA74CC95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236">
            <a:extLst>
              <a:ext uri="{FF2B5EF4-FFF2-40B4-BE49-F238E27FC236}">
                <a16:creationId xmlns:a16="http://schemas.microsoft.com/office/drawing/2014/main" id="{0D9A64BA-360D-441A-B001-CFDCDB489196}"/>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237">
            <a:extLst>
              <a:ext uri="{FF2B5EF4-FFF2-40B4-BE49-F238E27FC236}">
                <a16:creationId xmlns:a16="http://schemas.microsoft.com/office/drawing/2014/main" id="{E1A5D427-E71C-40AE-87A7-B89B2A73323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238">
            <a:extLst>
              <a:ext uri="{FF2B5EF4-FFF2-40B4-BE49-F238E27FC236}">
                <a16:creationId xmlns:a16="http://schemas.microsoft.com/office/drawing/2014/main" id="{E7D411A5-E7FE-46D7-AD5C-64D94CEB43E7}"/>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239">
            <a:extLst>
              <a:ext uri="{FF2B5EF4-FFF2-40B4-BE49-F238E27FC236}">
                <a16:creationId xmlns:a16="http://schemas.microsoft.com/office/drawing/2014/main" id="{E143FA16-294D-4FDA-BFD9-72042C415892}"/>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240">
            <a:extLst>
              <a:ext uri="{FF2B5EF4-FFF2-40B4-BE49-F238E27FC236}">
                <a16:creationId xmlns:a16="http://schemas.microsoft.com/office/drawing/2014/main" id="{9BDFD3BF-03F1-4A17-B146-1A9DDA99803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241">
            <a:extLst>
              <a:ext uri="{FF2B5EF4-FFF2-40B4-BE49-F238E27FC236}">
                <a16:creationId xmlns:a16="http://schemas.microsoft.com/office/drawing/2014/main" id="{576705BD-2DF0-45E8-A292-A8CAD472AED8}"/>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242">
            <a:extLst>
              <a:ext uri="{FF2B5EF4-FFF2-40B4-BE49-F238E27FC236}">
                <a16:creationId xmlns:a16="http://schemas.microsoft.com/office/drawing/2014/main" id="{FEFC03E1-F5A3-4367-B306-87C4C8434DA9}"/>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243">
            <a:extLst>
              <a:ext uri="{FF2B5EF4-FFF2-40B4-BE49-F238E27FC236}">
                <a16:creationId xmlns:a16="http://schemas.microsoft.com/office/drawing/2014/main" id="{0B3CFD34-4228-4A2C-8C8B-6171D6423599}"/>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244">
            <a:extLst>
              <a:ext uri="{FF2B5EF4-FFF2-40B4-BE49-F238E27FC236}">
                <a16:creationId xmlns:a16="http://schemas.microsoft.com/office/drawing/2014/main" id="{6842623D-5E28-4344-9114-989E9BE104B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245">
            <a:extLst>
              <a:ext uri="{FF2B5EF4-FFF2-40B4-BE49-F238E27FC236}">
                <a16:creationId xmlns:a16="http://schemas.microsoft.com/office/drawing/2014/main" id="{A4785D1D-547C-44CA-9B56-672B015F6AA8}"/>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246">
            <a:extLst>
              <a:ext uri="{FF2B5EF4-FFF2-40B4-BE49-F238E27FC236}">
                <a16:creationId xmlns:a16="http://schemas.microsoft.com/office/drawing/2014/main" id="{9610CF38-696E-4770-928B-16C99EE51FDC}"/>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247">
            <a:extLst>
              <a:ext uri="{FF2B5EF4-FFF2-40B4-BE49-F238E27FC236}">
                <a16:creationId xmlns:a16="http://schemas.microsoft.com/office/drawing/2014/main" id="{D4321FBA-7E00-4587-A7A4-53D1BC5C1FE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248">
            <a:extLst>
              <a:ext uri="{FF2B5EF4-FFF2-40B4-BE49-F238E27FC236}">
                <a16:creationId xmlns:a16="http://schemas.microsoft.com/office/drawing/2014/main" id="{8B1667EF-8497-4DD1-A1A5-892A0CD68B3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249">
            <a:extLst>
              <a:ext uri="{FF2B5EF4-FFF2-40B4-BE49-F238E27FC236}">
                <a16:creationId xmlns:a16="http://schemas.microsoft.com/office/drawing/2014/main" id="{46E01022-182F-4376-9815-C86AF87DE0C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250">
            <a:extLst>
              <a:ext uri="{FF2B5EF4-FFF2-40B4-BE49-F238E27FC236}">
                <a16:creationId xmlns:a16="http://schemas.microsoft.com/office/drawing/2014/main" id="{1422A69A-68AB-429A-9F0C-3E9047A3B1EC}"/>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251">
            <a:extLst>
              <a:ext uri="{FF2B5EF4-FFF2-40B4-BE49-F238E27FC236}">
                <a16:creationId xmlns:a16="http://schemas.microsoft.com/office/drawing/2014/main" id="{12B2C5D3-424A-4B3D-940B-95A14C3DC100}"/>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252">
            <a:extLst>
              <a:ext uri="{FF2B5EF4-FFF2-40B4-BE49-F238E27FC236}">
                <a16:creationId xmlns:a16="http://schemas.microsoft.com/office/drawing/2014/main" id="{5B258F8D-78A9-4242-A751-73F097855BC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253">
            <a:extLst>
              <a:ext uri="{FF2B5EF4-FFF2-40B4-BE49-F238E27FC236}">
                <a16:creationId xmlns:a16="http://schemas.microsoft.com/office/drawing/2014/main" id="{6893FC9A-C407-45D2-9D16-46D77060712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254">
            <a:extLst>
              <a:ext uri="{FF2B5EF4-FFF2-40B4-BE49-F238E27FC236}">
                <a16:creationId xmlns:a16="http://schemas.microsoft.com/office/drawing/2014/main" id="{06523E7A-F493-4CE9-8993-288984FA4D6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255">
            <a:extLst>
              <a:ext uri="{FF2B5EF4-FFF2-40B4-BE49-F238E27FC236}">
                <a16:creationId xmlns:a16="http://schemas.microsoft.com/office/drawing/2014/main" id="{EF680933-BCF8-4FBC-BE17-449DB9CEAC94}"/>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256">
            <a:extLst>
              <a:ext uri="{FF2B5EF4-FFF2-40B4-BE49-F238E27FC236}">
                <a16:creationId xmlns:a16="http://schemas.microsoft.com/office/drawing/2014/main" id="{F22B5BEE-0ADC-4C2D-8C2B-D0414A2ED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257">
            <a:extLst>
              <a:ext uri="{FF2B5EF4-FFF2-40B4-BE49-F238E27FC236}">
                <a16:creationId xmlns:a16="http://schemas.microsoft.com/office/drawing/2014/main" id="{13F56E11-4D30-45F2-9873-8F159C5F846D}"/>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258">
            <a:extLst>
              <a:ext uri="{FF2B5EF4-FFF2-40B4-BE49-F238E27FC236}">
                <a16:creationId xmlns:a16="http://schemas.microsoft.com/office/drawing/2014/main" id="{A40286B0-C4E8-4B89-94EE-1E6E4D585358}"/>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259">
            <a:extLst>
              <a:ext uri="{FF2B5EF4-FFF2-40B4-BE49-F238E27FC236}">
                <a16:creationId xmlns:a16="http://schemas.microsoft.com/office/drawing/2014/main" id="{8CE6D36E-7C80-4CA5-A006-F896425D1FE1}"/>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260">
            <a:extLst>
              <a:ext uri="{FF2B5EF4-FFF2-40B4-BE49-F238E27FC236}">
                <a16:creationId xmlns:a16="http://schemas.microsoft.com/office/drawing/2014/main" id="{099B6D8B-6D87-40DA-A595-7F3740CD2B3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261">
            <a:extLst>
              <a:ext uri="{FF2B5EF4-FFF2-40B4-BE49-F238E27FC236}">
                <a16:creationId xmlns:a16="http://schemas.microsoft.com/office/drawing/2014/main" id="{F38A6DBD-4AF2-4BF2-A201-C4B5762D0CF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262">
            <a:extLst>
              <a:ext uri="{FF2B5EF4-FFF2-40B4-BE49-F238E27FC236}">
                <a16:creationId xmlns:a16="http://schemas.microsoft.com/office/drawing/2014/main" id="{EB0A9C4D-DFEF-47C0-9034-EBC4E37A263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263">
            <a:extLst>
              <a:ext uri="{FF2B5EF4-FFF2-40B4-BE49-F238E27FC236}">
                <a16:creationId xmlns:a16="http://schemas.microsoft.com/office/drawing/2014/main" id="{2853A3B1-D641-466F-B9CA-B8B13308E6D6}"/>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264">
            <a:extLst>
              <a:ext uri="{FF2B5EF4-FFF2-40B4-BE49-F238E27FC236}">
                <a16:creationId xmlns:a16="http://schemas.microsoft.com/office/drawing/2014/main" id="{4472CCEA-4046-40B3-A844-C96979F2D185}"/>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265">
            <a:extLst>
              <a:ext uri="{FF2B5EF4-FFF2-40B4-BE49-F238E27FC236}">
                <a16:creationId xmlns:a16="http://schemas.microsoft.com/office/drawing/2014/main" id="{46A0C656-E776-484D-A574-83F04229BB6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266">
            <a:extLst>
              <a:ext uri="{FF2B5EF4-FFF2-40B4-BE49-F238E27FC236}">
                <a16:creationId xmlns:a16="http://schemas.microsoft.com/office/drawing/2014/main" id="{6E3ACAAE-3CA3-43F9-83D7-7C485191D146}"/>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267">
            <a:extLst>
              <a:ext uri="{FF2B5EF4-FFF2-40B4-BE49-F238E27FC236}">
                <a16:creationId xmlns:a16="http://schemas.microsoft.com/office/drawing/2014/main" id="{10CE9021-C4C1-4F2C-9048-7F601B4621FE}"/>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268">
            <a:extLst>
              <a:ext uri="{FF2B5EF4-FFF2-40B4-BE49-F238E27FC236}">
                <a16:creationId xmlns:a16="http://schemas.microsoft.com/office/drawing/2014/main" id="{8C80C66C-3A16-47AB-9FB4-492D56A113DF}"/>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269">
            <a:extLst>
              <a:ext uri="{FF2B5EF4-FFF2-40B4-BE49-F238E27FC236}">
                <a16:creationId xmlns:a16="http://schemas.microsoft.com/office/drawing/2014/main" id="{25863472-C924-4BEC-9D50-E698C5FE5FD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270">
            <a:extLst>
              <a:ext uri="{FF2B5EF4-FFF2-40B4-BE49-F238E27FC236}">
                <a16:creationId xmlns:a16="http://schemas.microsoft.com/office/drawing/2014/main" id="{0CF3E1AE-D481-472F-94A4-BB42564814E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271">
            <a:extLst>
              <a:ext uri="{FF2B5EF4-FFF2-40B4-BE49-F238E27FC236}">
                <a16:creationId xmlns:a16="http://schemas.microsoft.com/office/drawing/2014/main" id="{77BC3C4D-5176-4921-AC99-48FCBCB197F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272">
            <a:extLst>
              <a:ext uri="{FF2B5EF4-FFF2-40B4-BE49-F238E27FC236}">
                <a16:creationId xmlns:a16="http://schemas.microsoft.com/office/drawing/2014/main" id="{6F55FD7E-A66B-49B7-9B21-970C5C2DBF2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273">
            <a:extLst>
              <a:ext uri="{FF2B5EF4-FFF2-40B4-BE49-F238E27FC236}">
                <a16:creationId xmlns:a16="http://schemas.microsoft.com/office/drawing/2014/main" id="{6BA54969-7C68-45AB-B510-868AF4DFBA40}"/>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274">
            <a:extLst>
              <a:ext uri="{FF2B5EF4-FFF2-40B4-BE49-F238E27FC236}">
                <a16:creationId xmlns:a16="http://schemas.microsoft.com/office/drawing/2014/main" id="{97C25503-94A2-4551-98B3-45B11399115D}"/>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275">
            <a:extLst>
              <a:ext uri="{FF2B5EF4-FFF2-40B4-BE49-F238E27FC236}">
                <a16:creationId xmlns:a16="http://schemas.microsoft.com/office/drawing/2014/main" id="{F2FE52F6-A9D8-4690-8A70-5E90BA675E22}"/>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276">
            <a:extLst>
              <a:ext uri="{FF2B5EF4-FFF2-40B4-BE49-F238E27FC236}">
                <a16:creationId xmlns:a16="http://schemas.microsoft.com/office/drawing/2014/main" id="{0184CC10-2515-48F5-82EF-711BDAC2C41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277">
            <a:extLst>
              <a:ext uri="{FF2B5EF4-FFF2-40B4-BE49-F238E27FC236}">
                <a16:creationId xmlns:a16="http://schemas.microsoft.com/office/drawing/2014/main" id="{6805F3C4-D5BB-42B7-8FD5-342EA550773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((0001)000)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전체를 괄호로 묶습니다.</a:t>
            </a:r>
          </a:p>
        </p:txBody>
      </p:sp>
      <p:sp>
        <p:nvSpPr>
          <p:cNvPr id="153" name="banner-1278">
            <a:extLst>
              <a:ext uri="{FF2B5EF4-FFF2-40B4-BE49-F238E27FC236}">
                <a16:creationId xmlns:a16="http://schemas.microsoft.com/office/drawing/2014/main" id="{6A2FC1E6-5D8C-4584-9E2D-70F9DDB4E66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279">
            <a:extLst>
              <a:ext uri="{FF2B5EF4-FFF2-40B4-BE49-F238E27FC236}">
                <a16:creationId xmlns:a16="http://schemas.microsoft.com/office/drawing/2014/main" id="{AB6A6953-E41B-4C72-98B3-E3428B414493}"/>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완성: (01((0001)000)0)</a:t>
            </a:r>
          </a:p>
        </p:txBody>
      </p:sp>
      <p:sp>
        <p:nvSpPr>
          <p:cNvPr id="155" name="caption">
            <a:extLst>
              <a:ext uri="{FF2B5EF4-FFF2-40B4-BE49-F238E27FC236}">
                <a16:creationId xmlns:a16="http://schemas.microsoft.com/office/drawing/2014/main" id="{99ADCC02-709D-447C-8E88-678B2ACEC4C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96624532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ection">
            <a:extLst>
              <a:ext uri="{FF2B5EF4-FFF2-40B4-BE49-F238E27FC236}">
                <a16:creationId xmlns:a16="http://schemas.microsoft.com/office/drawing/2014/main" id="{0A826A89-6983-4137-B5F8-1E43605F6E1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B65D864-B68F-465B-A1A1-472D83E09E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005ECB-DC12-40B0-B55F-349E30813C3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재귀 트리: 나눈 곳만 자식 네 개</a:t>
            </a:r>
          </a:p>
        </p:txBody>
      </p:sp>
      <p:sp>
        <p:nvSpPr>
          <p:cNvPr id="4" name="line-1280">
            <a:extLst>
              <a:ext uri="{FF2B5EF4-FFF2-40B4-BE49-F238E27FC236}">
                <a16:creationId xmlns:a16="http://schemas.microsoft.com/office/drawing/2014/main" id="{E202FD35-26E4-44B9-88C6-E6C87B0BE3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C2D0244-8A8D-4154-A4F2-D1A4A926D74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9CBD2C-7916-48BF-9713-868F6572CC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198</a:t>
            </a:r>
            <a:endParaRPr sz="1050" b="0">
              <a:solidFill>
                <a:srgbClr val="151515"/>
              </a:solidFill>
              <a:latin typeface="Consolas"/>
              <a:ea typeface="Consolas"/>
              <a:cs typeface="Consolas"/>
            </a:endParaRPr>
          </a:p>
        </p:txBody>
      </p:sp>
      <p:sp>
        <p:nvSpPr>
          <p:cNvPr id="7" name="line-1281">
            <a:extLst>
              <a:ext uri="{FF2B5EF4-FFF2-40B4-BE49-F238E27FC236}">
                <a16:creationId xmlns:a16="http://schemas.microsoft.com/office/drawing/2014/main" id="{D55A219C-5EA5-4B20-8752-DFA7BCD312C8}"/>
              </a:ext>
            </a:extLst>
          </p:cNvPr>
          <p:cNvSpPr>
            <a:spLocks noGrp="1"/>
          </p:cNvSpPr>
          <p:nvPr/>
        </p:nvSpPr>
        <p:spPr>
          <a:xfrm>
            <a:off x="6096000" y="2228850"/>
            <a:ext cx="19050" cy="242888"/>
          </a:xfrm>
          <a:prstGeom prst="rect">
            <a:avLst/>
          </a:prstGeom>
          <a:solidFill>
            <a:srgbClr val="146995"/>
          </a:solidFill>
          <a:ln w="0">
            <a:noFill/>
          </a:ln>
        </p:spPr>
      </p:sp>
      <p:sp>
        <p:nvSpPr>
          <p:cNvPr id="8" name="line-1282">
            <a:extLst>
              <a:ext uri="{FF2B5EF4-FFF2-40B4-BE49-F238E27FC236}">
                <a16:creationId xmlns:a16="http://schemas.microsoft.com/office/drawing/2014/main" id="{7FDAA4B3-1D69-4ACD-90E5-65276509D63D}"/>
              </a:ext>
            </a:extLst>
          </p:cNvPr>
          <p:cNvSpPr>
            <a:spLocks noGrp="1"/>
          </p:cNvSpPr>
          <p:nvPr/>
        </p:nvSpPr>
        <p:spPr>
          <a:xfrm>
            <a:off x="1905000" y="2471738"/>
            <a:ext cx="8382000" cy="19050"/>
          </a:xfrm>
          <a:prstGeom prst="rect">
            <a:avLst/>
          </a:prstGeom>
          <a:solidFill>
            <a:srgbClr val="146995"/>
          </a:solidFill>
          <a:ln w="0">
            <a:noFill/>
          </a:ln>
        </p:spPr>
      </p:sp>
      <p:sp>
        <p:nvSpPr>
          <p:cNvPr id="9" name="line-1283">
            <a:extLst>
              <a:ext uri="{FF2B5EF4-FFF2-40B4-BE49-F238E27FC236}">
                <a16:creationId xmlns:a16="http://schemas.microsoft.com/office/drawing/2014/main" id="{5A3D4D6E-4A0E-44FA-8027-630ADC910C28}"/>
              </a:ext>
            </a:extLst>
          </p:cNvPr>
          <p:cNvSpPr>
            <a:spLocks noGrp="1"/>
          </p:cNvSpPr>
          <p:nvPr/>
        </p:nvSpPr>
        <p:spPr>
          <a:xfrm>
            <a:off x="1905000" y="2471738"/>
            <a:ext cx="19050" cy="242888"/>
          </a:xfrm>
          <a:prstGeom prst="rect">
            <a:avLst/>
          </a:prstGeom>
          <a:solidFill>
            <a:srgbClr val="146995"/>
          </a:solidFill>
          <a:ln w="0">
            <a:noFill/>
          </a:ln>
        </p:spPr>
      </p:sp>
      <p:sp>
        <p:nvSpPr>
          <p:cNvPr id="10" name="line-1284">
            <a:extLst>
              <a:ext uri="{FF2B5EF4-FFF2-40B4-BE49-F238E27FC236}">
                <a16:creationId xmlns:a16="http://schemas.microsoft.com/office/drawing/2014/main" id="{A2CFBBD9-4BC4-4BBC-BFC9-617FBD656F94}"/>
              </a:ext>
            </a:extLst>
          </p:cNvPr>
          <p:cNvSpPr>
            <a:spLocks noGrp="1"/>
          </p:cNvSpPr>
          <p:nvPr/>
        </p:nvSpPr>
        <p:spPr>
          <a:xfrm>
            <a:off x="4381500" y="2471738"/>
            <a:ext cx="19050" cy="242888"/>
          </a:xfrm>
          <a:prstGeom prst="rect">
            <a:avLst/>
          </a:prstGeom>
          <a:solidFill>
            <a:srgbClr val="146995"/>
          </a:solidFill>
          <a:ln w="0">
            <a:noFill/>
          </a:ln>
        </p:spPr>
      </p:sp>
      <p:sp>
        <p:nvSpPr>
          <p:cNvPr id="11" name="line-1285">
            <a:extLst>
              <a:ext uri="{FF2B5EF4-FFF2-40B4-BE49-F238E27FC236}">
                <a16:creationId xmlns:a16="http://schemas.microsoft.com/office/drawing/2014/main" id="{4D1EA08A-802B-4642-A866-4A7F5935EF67}"/>
              </a:ext>
            </a:extLst>
          </p:cNvPr>
          <p:cNvSpPr>
            <a:spLocks noGrp="1"/>
          </p:cNvSpPr>
          <p:nvPr/>
        </p:nvSpPr>
        <p:spPr>
          <a:xfrm>
            <a:off x="7429500" y="2471738"/>
            <a:ext cx="19050" cy="242888"/>
          </a:xfrm>
          <a:prstGeom prst="rect">
            <a:avLst/>
          </a:prstGeom>
          <a:solidFill>
            <a:srgbClr val="146995"/>
          </a:solidFill>
          <a:ln w="0">
            <a:noFill/>
          </a:ln>
        </p:spPr>
      </p:sp>
      <p:sp>
        <p:nvSpPr>
          <p:cNvPr id="12" name="line-1286">
            <a:extLst>
              <a:ext uri="{FF2B5EF4-FFF2-40B4-BE49-F238E27FC236}">
                <a16:creationId xmlns:a16="http://schemas.microsoft.com/office/drawing/2014/main" id="{80EFC03E-630B-4240-BAF7-279A55C2301D}"/>
              </a:ext>
            </a:extLst>
          </p:cNvPr>
          <p:cNvSpPr>
            <a:spLocks noGrp="1"/>
          </p:cNvSpPr>
          <p:nvPr/>
        </p:nvSpPr>
        <p:spPr>
          <a:xfrm>
            <a:off x="10287000" y="2471738"/>
            <a:ext cx="19050" cy="242888"/>
          </a:xfrm>
          <a:prstGeom prst="rect">
            <a:avLst/>
          </a:prstGeom>
          <a:solidFill>
            <a:srgbClr val="146995"/>
          </a:solidFill>
          <a:ln w="0">
            <a:noFill/>
          </a:ln>
        </p:spPr>
      </p:sp>
      <p:sp>
        <p:nvSpPr>
          <p:cNvPr id="13" name="line-1287">
            <a:extLst>
              <a:ext uri="{FF2B5EF4-FFF2-40B4-BE49-F238E27FC236}">
                <a16:creationId xmlns:a16="http://schemas.microsoft.com/office/drawing/2014/main" id="{5B6100B9-4265-44DE-8288-EE743FCAD008}"/>
              </a:ext>
            </a:extLst>
          </p:cNvPr>
          <p:cNvSpPr>
            <a:spLocks noGrp="1"/>
          </p:cNvSpPr>
          <p:nvPr/>
        </p:nvSpPr>
        <p:spPr>
          <a:xfrm>
            <a:off x="7429500" y="3248025"/>
            <a:ext cx="19050" cy="266700"/>
          </a:xfrm>
          <a:prstGeom prst="rect">
            <a:avLst/>
          </a:prstGeom>
          <a:solidFill>
            <a:srgbClr val="146995"/>
          </a:solidFill>
          <a:ln w="0">
            <a:noFill/>
          </a:ln>
        </p:spPr>
      </p:sp>
      <p:sp>
        <p:nvSpPr>
          <p:cNvPr id="14" name="line-1288">
            <a:extLst>
              <a:ext uri="{FF2B5EF4-FFF2-40B4-BE49-F238E27FC236}">
                <a16:creationId xmlns:a16="http://schemas.microsoft.com/office/drawing/2014/main" id="{1830C838-1458-43FF-A2A0-0B3A7F1CF29D}"/>
              </a:ext>
            </a:extLst>
          </p:cNvPr>
          <p:cNvSpPr>
            <a:spLocks noGrp="1"/>
          </p:cNvSpPr>
          <p:nvPr/>
        </p:nvSpPr>
        <p:spPr>
          <a:xfrm>
            <a:off x="6191250" y="3514725"/>
            <a:ext cx="4286250" cy="19050"/>
          </a:xfrm>
          <a:prstGeom prst="rect">
            <a:avLst/>
          </a:prstGeom>
          <a:solidFill>
            <a:srgbClr val="146995"/>
          </a:solidFill>
          <a:ln w="0">
            <a:noFill/>
          </a:ln>
        </p:spPr>
      </p:sp>
      <p:sp>
        <p:nvSpPr>
          <p:cNvPr id="15" name="line-1289">
            <a:extLst>
              <a:ext uri="{FF2B5EF4-FFF2-40B4-BE49-F238E27FC236}">
                <a16:creationId xmlns:a16="http://schemas.microsoft.com/office/drawing/2014/main" id="{A1215098-4EA8-4E0F-A628-C56E2634B006}"/>
              </a:ext>
            </a:extLst>
          </p:cNvPr>
          <p:cNvSpPr>
            <a:spLocks noGrp="1"/>
          </p:cNvSpPr>
          <p:nvPr/>
        </p:nvSpPr>
        <p:spPr>
          <a:xfrm>
            <a:off x="6191250" y="3514725"/>
            <a:ext cx="19050" cy="266700"/>
          </a:xfrm>
          <a:prstGeom prst="rect">
            <a:avLst/>
          </a:prstGeom>
          <a:solidFill>
            <a:srgbClr val="146995"/>
          </a:solidFill>
          <a:ln w="0">
            <a:noFill/>
          </a:ln>
        </p:spPr>
      </p:sp>
      <p:sp>
        <p:nvSpPr>
          <p:cNvPr id="16" name="line-1290">
            <a:extLst>
              <a:ext uri="{FF2B5EF4-FFF2-40B4-BE49-F238E27FC236}">
                <a16:creationId xmlns:a16="http://schemas.microsoft.com/office/drawing/2014/main" id="{2338A9AC-A156-480A-A0DA-359ADDE212CA}"/>
              </a:ext>
            </a:extLst>
          </p:cNvPr>
          <p:cNvSpPr>
            <a:spLocks noGrp="1"/>
          </p:cNvSpPr>
          <p:nvPr/>
        </p:nvSpPr>
        <p:spPr>
          <a:xfrm>
            <a:off x="7620000" y="3514725"/>
            <a:ext cx="19050" cy="266700"/>
          </a:xfrm>
          <a:prstGeom prst="rect">
            <a:avLst/>
          </a:prstGeom>
          <a:solidFill>
            <a:srgbClr val="146995"/>
          </a:solidFill>
          <a:ln w="0">
            <a:noFill/>
          </a:ln>
        </p:spPr>
      </p:sp>
      <p:sp>
        <p:nvSpPr>
          <p:cNvPr id="17" name="line-1291">
            <a:extLst>
              <a:ext uri="{FF2B5EF4-FFF2-40B4-BE49-F238E27FC236}">
                <a16:creationId xmlns:a16="http://schemas.microsoft.com/office/drawing/2014/main" id="{CC60DCD9-1AC9-4FE7-83DE-EB27DC267301}"/>
              </a:ext>
            </a:extLst>
          </p:cNvPr>
          <p:cNvSpPr>
            <a:spLocks noGrp="1"/>
          </p:cNvSpPr>
          <p:nvPr/>
        </p:nvSpPr>
        <p:spPr>
          <a:xfrm>
            <a:off x="9048750" y="3514725"/>
            <a:ext cx="19050" cy="266700"/>
          </a:xfrm>
          <a:prstGeom prst="rect">
            <a:avLst/>
          </a:prstGeom>
          <a:solidFill>
            <a:srgbClr val="146995"/>
          </a:solidFill>
          <a:ln w="0">
            <a:noFill/>
          </a:ln>
        </p:spPr>
      </p:sp>
      <p:sp>
        <p:nvSpPr>
          <p:cNvPr id="18" name="line-1292">
            <a:extLst>
              <a:ext uri="{FF2B5EF4-FFF2-40B4-BE49-F238E27FC236}">
                <a16:creationId xmlns:a16="http://schemas.microsoft.com/office/drawing/2014/main" id="{E55AB377-8C71-4904-95BE-335466CA4415}"/>
              </a:ext>
            </a:extLst>
          </p:cNvPr>
          <p:cNvSpPr>
            <a:spLocks noGrp="1"/>
          </p:cNvSpPr>
          <p:nvPr/>
        </p:nvSpPr>
        <p:spPr>
          <a:xfrm>
            <a:off x="10477500" y="3514725"/>
            <a:ext cx="19050" cy="266700"/>
          </a:xfrm>
          <a:prstGeom prst="rect">
            <a:avLst/>
          </a:prstGeom>
          <a:solidFill>
            <a:srgbClr val="146995"/>
          </a:solidFill>
          <a:ln w="0">
            <a:noFill/>
          </a:ln>
        </p:spPr>
      </p:sp>
      <p:sp>
        <p:nvSpPr>
          <p:cNvPr id="19" name="line-1293">
            <a:extLst>
              <a:ext uri="{FF2B5EF4-FFF2-40B4-BE49-F238E27FC236}">
                <a16:creationId xmlns:a16="http://schemas.microsoft.com/office/drawing/2014/main" id="{80F6FF35-4D8C-4CB4-BB30-A3DF1CA30B36}"/>
              </a:ext>
            </a:extLst>
          </p:cNvPr>
          <p:cNvSpPr>
            <a:spLocks noGrp="1"/>
          </p:cNvSpPr>
          <p:nvPr/>
        </p:nvSpPr>
        <p:spPr>
          <a:xfrm>
            <a:off x="6191250" y="4314825"/>
            <a:ext cx="19050" cy="247650"/>
          </a:xfrm>
          <a:prstGeom prst="rect">
            <a:avLst/>
          </a:prstGeom>
          <a:solidFill>
            <a:srgbClr val="146995"/>
          </a:solidFill>
          <a:ln w="0">
            <a:noFill/>
          </a:ln>
        </p:spPr>
      </p:sp>
      <p:sp>
        <p:nvSpPr>
          <p:cNvPr id="20" name="line-1294">
            <a:extLst>
              <a:ext uri="{FF2B5EF4-FFF2-40B4-BE49-F238E27FC236}">
                <a16:creationId xmlns:a16="http://schemas.microsoft.com/office/drawing/2014/main" id="{031F4177-A42F-47A3-953A-23377D32AB8F}"/>
              </a:ext>
            </a:extLst>
          </p:cNvPr>
          <p:cNvSpPr>
            <a:spLocks noGrp="1"/>
          </p:cNvSpPr>
          <p:nvPr/>
        </p:nvSpPr>
        <p:spPr>
          <a:xfrm>
            <a:off x="5619750" y="4562475"/>
            <a:ext cx="2571750" cy="19050"/>
          </a:xfrm>
          <a:prstGeom prst="rect">
            <a:avLst/>
          </a:prstGeom>
          <a:solidFill>
            <a:srgbClr val="146995"/>
          </a:solidFill>
          <a:ln w="0">
            <a:noFill/>
          </a:ln>
        </p:spPr>
      </p:sp>
      <p:sp>
        <p:nvSpPr>
          <p:cNvPr id="21" name="line-1295">
            <a:extLst>
              <a:ext uri="{FF2B5EF4-FFF2-40B4-BE49-F238E27FC236}">
                <a16:creationId xmlns:a16="http://schemas.microsoft.com/office/drawing/2014/main" id="{3A4A86D0-1A3A-4603-8DEA-C7FECC94BBAC}"/>
              </a:ext>
            </a:extLst>
          </p:cNvPr>
          <p:cNvSpPr>
            <a:spLocks noGrp="1"/>
          </p:cNvSpPr>
          <p:nvPr/>
        </p:nvSpPr>
        <p:spPr>
          <a:xfrm>
            <a:off x="5619750" y="4562475"/>
            <a:ext cx="19050" cy="247650"/>
          </a:xfrm>
          <a:prstGeom prst="rect">
            <a:avLst/>
          </a:prstGeom>
          <a:solidFill>
            <a:srgbClr val="146995"/>
          </a:solidFill>
          <a:ln w="0">
            <a:noFill/>
          </a:ln>
        </p:spPr>
      </p:sp>
      <p:sp>
        <p:nvSpPr>
          <p:cNvPr id="22" name="line-1296">
            <a:extLst>
              <a:ext uri="{FF2B5EF4-FFF2-40B4-BE49-F238E27FC236}">
                <a16:creationId xmlns:a16="http://schemas.microsoft.com/office/drawing/2014/main" id="{C8898C01-F0A4-430E-8732-C02E71E6EB9F}"/>
              </a:ext>
            </a:extLst>
          </p:cNvPr>
          <p:cNvSpPr>
            <a:spLocks noGrp="1"/>
          </p:cNvSpPr>
          <p:nvPr/>
        </p:nvSpPr>
        <p:spPr>
          <a:xfrm>
            <a:off x="6477000" y="4562475"/>
            <a:ext cx="19050" cy="247650"/>
          </a:xfrm>
          <a:prstGeom prst="rect">
            <a:avLst/>
          </a:prstGeom>
          <a:solidFill>
            <a:srgbClr val="146995"/>
          </a:solidFill>
          <a:ln w="0">
            <a:noFill/>
          </a:ln>
        </p:spPr>
      </p:sp>
      <p:sp>
        <p:nvSpPr>
          <p:cNvPr id="23" name="line-1297">
            <a:extLst>
              <a:ext uri="{FF2B5EF4-FFF2-40B4-BE49-F238E27FC236}">
                <a16:creationId xmlns:a16="http://schemas.microsoft.com/office/drawing/2014/main" id="{271478BC-D83B-4E23-9755-B39AEF8FA6F2}"/>
              </a:ext>
            </a:extLst>
          </p:cNvPr>
          <p:cNvSpPr>
            <a:spLocks noGrp="1"/>
          </p:cNvSpPr>
          <p:nvPr/>
        </p:nvSpPr>
        <p:spPr>
          <a:xfrm>
            <a:off x="7334250" y="4562475"/>
            <a:ext cx="19050" cy="247650"/>
          </a:xfrm>
          <a:prstGeom prst="rect">
            <a:avLst/>
          </a:prstGeom>
          <a:solidFill>
            <a:srgbClr val="146995"/>
          </a:solidFill>
          <a:ln w="0">
            <a:noFill/>
          </a:ln>
        </p:spPr>
      </p:sp>
      <p:sp>
        <p:nvSpPr>
          <p:cNvPr id="24" name="line-1298">
            <a:extLst>
              <a:ext uri="{FF2B5EF4-FFF2-40B4-BE49-F238E27FC236}">
                <a16:creationId xmlns:a16="http://schemas.microsoft.com/office/drawing/2014/main" id="{B96E37AF-0D54-4829-9D56-FE08D7B0A0D4}"/>
              </a:ext>
            </a:extLst>
          </p:cNvPr>
          <p:cNvSpPr>
            <a:spLocks noGrp="1"/>
          </p:cNvSpPr>
          <p:nvPr/>
        </p:nvSpPr>
        <p:spPr>
          <a:xfrm>
            <a:off x="8191500" y="4562475"/>
            <a:ext cx="19050" cy="247650"/>
          </a:xfrm>
          <a:prstGeom prst="rect">
            <a:avLst/>
          </a:prstGeom>
          <a:solidFill>
            <a:srgbClr val="146995"/>
          </a:solidFill>
          <a:ln w="0">
            <a:noFill/>
          </a:ln>
        </p:spPr>
      </p:sp>
      <p:sp>
        <p:nvSpPr>
          <p:cNvPr id="25" name="tree-node-1299">
            <a:extLst>
              <a:ext uri="{FF2B5EF4-FFF2-40B4-BE49-F238E27FC236}">
                <a16:creationId xmlns:a16="http://schemas.microsoft.com/office/drawing/2014/main" id="{986B81E6-D22B-4D52-903D-F0BA35D4E5A3}"/>
              </a:ext>
            </a:extLst>
          </p:cNvPr>
          <p:cNvSpPr>
            <a:spLocks noGrp="1"/>
          </p:cNvSpPr>
          <p:nvPr/>
        </p:nvSpPr>
        <p:spPr>
          <a:xfrm>
            <a:off x="4905375" y="1695450"/>
            <a:ext cx="2381250" cy="533400"/>
          </a:xfrm>
          <a:prstGeom prst="rect">
            <a:avLst/>
          </a:prstGeom>
          <a:solidFill>
            <a:srgbClr val="D5E6EF"/>
          </a:solidFill>
          <a:ln w="9525">
            <a:solidFill>
              <a:srgbClr val="146995"/>
            </a:solidFill>
          </a:ln>
        </p:spPr>
      </p:sp>
      <p:sp>
        <p:nvSpPr>
          <p:cNvPr id="26" name="tree-label-1300">
            <a:extLst>
              <a:ext uri="{FF2B5EF4-FFF2-40B4-BE49-F238E27FC236}">
                <a16:creationId xmlns:a16="http://schemas.microsoft.com/office/drawing/2014/main" id="{ACFDDE02-F513-44D0-8DA3-9219CA7310FA}"/>
              </a:ext>
            </a:extLst>
          </p:cNvPr>
          <p:cNvSpPr>
            <a:spLocks noGrp="1"/>
          </p:cNvSpPr>
          <p:nvPr/>
        </p:nvSpPr>
        <p:spPr>
          <a:xfrm>
            <a:off x="4905375" y="1828800"/>
            <a:ext cx="23812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전체 8×8</a:t>
            </a:r>
          </a:p>
        </p:txBody>
      </p:sp>
      <p:sp>
        <p:nvSpPr>
          <p:cNvPr id="27" name="tree-node-1301">
            <a:extLst>
              <a:ext uri="{FF2B5EF4-FFF2-40B4-BE49-F238E27FC236}">
                <a16:creationId xmlns:a16="http://schemas.microsoft.com/office/drawing/2014/main" id="{43E0C47E-3462-470F-9611-299678971E00}"/>
              </a:ext>
            </a:extLst>
          </p:cNvPr>
          <p:cNvSpPr>
            <a:spLocks noGrp="1"/>
          </p:cNvSpPr>
          <p:nvPr/>
        </p:nvSpPr>
        <p:spPr>
          <a:xfrm>
            <a:off x="1000125" y="2714625"/>
            <a:ext cx="1809750" cy="533400"/>
          </a:xfrm>
          <a:prstGeom prst="rect">
            <a:avLst/>
          </a:prstGeom>
          <a:solidFill>
            <a:srgbClr val="F5F5F5"/>
          </a:solidFill>
          <a:ln w="9525">
            <a:solidFill>
              <a:srgbClr val="999999"/>
            </a:solidFill>
          </a:ln>
        </p:spPr>
      </p:sp>
      <p:sp>
        <p:nvSpPr>
          <p:cNvPr id="28" name="tree-label-1302">
            <a:extLst>
              <a:ext uri="{FF2B5EF4-FFF2-40B4-BE49-F238E27FC236}">
                <a16:creationId xmlns:a16="http://schemas.microsoft.com/office/drawing/2014/main" id="{1B2D5E75-4236-42F6-BD52-5A63645C89B6}"/>
              </a:ext>
            </a:extLst>
          </p:cNvPr>
          <p:cNvSpPr>
            <a:spLocks noGrp="1"/>
          </p:cNvSpPr>
          <p:nvPr/>
        </p:nvSpPr>
        <p:spPr>
          <a:xfrm>
            <a:off x="1000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좌상: 0</a:t>
            </a:r>
          </a:p>
        </p:txBody>
      </p:sp>
      <p:sp>
        <p:nvSpPr>
          <p:cNvPr id="29" name="tree-node-1303">
            <a:extLst>
              <a:ext uri="{FF2B5EF4-FFF2-40B4-BE49-F238E27FC236}">
                <a16:creationId xmlns:a16="http://schemas.microsoft.com/office/drawing/2014/main" id="{E6C19B4A-0841-4AD6-9CEA-5A76C2FE349E}"/>
              </a:ext>
            </a:extLst>
          </p:cNvPr>
          <p:cNvSpPr>
            <a:spLocks noGrp="1"/>
          </p:cNvSpPr>
          <p:nvPr/>
        </p:nvSpPr>
        <p:spPr>
          <a:xfrm>
            <a:off x="3476625" y="2714625"/>
            <a:ext cx="1809750" cy="533400"/>
          </a:xfrm>
          <a:prstGeom prst="rect">
            <a:avLst/>
          </a:prstGeom>
          <a:solidFill>
            <a:srgbClr val="F5F5F5"/>
          </a:solidFill>
          <a:ln w="9525">
            <a:solidFill>
              <a:srgbClr val="999999"/>
            </a:solidFill>
          </a:ln>
        </p:spPr>
      </p:sp>
      <p:sp>
        <p:nvSpPr>
          <p:cNvPr id="30" name="tree-label-1304">
            <a:extLst>
              <a:ext uri="{FF2B5EF4-FFF2-40B4-BE49-F238E27FC236}">
                <a16:creationId xmlns:a16="http://schemas.microsoft.com/office/drawing/2014/main" id="{5A353E79-AE6F-436F-9B85-FCB28FAB42C0}"/>
              </a:ext>
            </a:extLst>
          </p:cNvPr>
          <p:cNvSpPr>
            <a:spLocks noGrp="1"/>
          </p:cNvSpPr>
          <p:nvPr/>
        </p:nvSpPr>
        <p:spPr>
          <a:xfrm>
            <a:off x="34766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우상: 1</a:t>
            </a:r>
          </a:p>
        </p:txBody>
      </p:sp>
      <p:sp>
        <p:nvSpPr>
          <p:cNvPr id="31" name="tree-node-1305">
            <a:extLst>
              <a:ext uri="{FF2B5EF4-FFF2-40B4-BE49-F238E27FC236}">
                <a16:creationId xmlns:a16="http://schemas.microsoft.com/office/drawing/2014/main" id="{0C6380E7-22CC-4ED9-941C-B6834DA3A95B}"/>
              </a:ext>
            </a:extLst>
          </p:cNvPr>
          <p:cNvSpPr>
            <a:spLocks noGrp="1"/>
          </p:cNvSpPr>
          <p:nvPr/>
        </p:nvSpPr>
        <p:spPr>
          <a:xfrm>
            <a:off x="6524625" y="2714625"/>
            <a:ext cx="1809750" cy="533400"/>
          </a:xfrm>
          <a:prstGeom prst="rect">
            <a:avLst/>
          </a:prstGeom>
          <a:solidFill>
            <a:srgbClr val="D5E6EF"/>
          </a:solidFill>
          <a:ln w="9525">
            <a:solidFill>
              <a:srgbClr val="146995"/>
            </a:solidFill>
          </a:ln>
        </p:spPr>
      </p:sp>
      <p:sp>
        <p:nvSpPr>
          <p:cNvPr id="32" name="tree-label-1306">
            <a:extLst>
              <a:ext uri="{FF2B5EF4-FFF2-40B4-BE49-F238E27FC236}">
                <a16:creationId xmlns:a16="http://schemas.microsoft.com/office/drawing/2014/main" id="{1A319BA9-42FB-4536-893E-097CD7510E7E}"/>
              </a:ext>
            </a:extLst>
          </p:cNvPr>
          <p:cNvSpPr>
            <a:spLocks noGrp="1"/>
          </p:cNvSpPr>
          <p:nvPr/>
        </p:nvSpPr>
        <p:spPr>
          <a:xfrm>
            <a:off x="6524625" y="2847975"/>
            <a:ext cx="18097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좌하 4×4</a:t>
            </a:r>
          </a:p>
        </p:txBody>
      </p:sp>
      <p:sp>
        <p:nvSpPr>
          <p:cNvPr id="33" name="tree-node-1307">
            <a:extLst>
              <a:ext uri="{FF2B5EF4-FFF2-40B4-BE49-F238E27FC236}">
                <a16:creationId xmlns:a16="http://schemas.microsoft.com/office/drawing/2014/main" id="{3699800C-0199-411F-912F-083AF8189ED2}"/>
              </a:ext>
            </a:extLst>
          </p:cNvPr>
          <p:cNvSpPr>
            <a:spLocks noGrp="1"/>
          </p:cNvSpPr>
          <p:nvPr/>
        </p:nvSpPr>
        <p:spPr>
          <a:xfrm>
            <a:off x="9382125" y="2714625"/>
            <a:ext cx="1809750" cy="533400"/>
          </a:xfrm>
          <a:prstGeom prst="rect">
            <a:avLst/>
          </a:prstGeom>
          <a:solidFill>
            <a:srgbClr val="F5F5F5"/>
          </a:solidFill>
          <a:ln w="9525">
            <a:solidFill>
              <a:srgbClr val="999999"/>
            </a:solidFill>
          </a:ln>
        </p:spPr>
      </p:sp>
      <p:sp>
        <p:nvSpPr>
          <p:cNvPr id="34" name="tree-label-1308">
            <a:extLst>
              <a:ext uri="{FF2B5EF4-FFF2-40B4-BE49-F238E27FC236}">
                <a16:creationId xmlns:a16="http://schemas.microsoft.com/office/drawing/2014/main" id="{B8AEE778-3CE1-445D-860E-B34D1F94E9F7}"/>
              </a:ext>
            </a:extLst>
          </p:cNvPr>
          <p:cNvSpPr>
            <a:spLocks noGrp="1"/>
          </p:cNvSpPr>
          <p:nvPr/>
        </p:nvSpPr>
        <p:spPr>
          <a:xfrm>
            <a:off x="9382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우하: 0</a:t>
            </a:r>
          </a:p>
        </p:txBody>
      </p:sp>
      <p:sp>
        <p:nvSpPr>
          <p:cNvPr id="35" name="tree-node-1309">
            <a:extLst>
              <a:ext uri="{FF2B5EF4-FFF2-40B4-BE49-F238E27FC236}">
                <a16:creationId xmlns:a16="http://schemas.microsoft.com/office/drawing/2014/main" id="{FAB10415-F304-44FC-AAB6-BB7D0EFFFCA5}"/>
              </a:ext>
            </a:extLst>
          </p:cNvPr>
          <p:cNvSpPr>
            <a:spLocks noGrp="1"/>
          </p:cNvSpPr>
          <p:nvPr/>
        </p:nvSpPr>
        <p:spPr>
          <a:xfrm>
            <a:off x="5543550" y="3781425"/>
            <a:ext cx="1295400" cy="533400"/>
          </a:xfrm>
          <a:prstGeom prst="rect">
            <a:avLst/>
          </a:prstGeom>
          <a:solidFill>
            <a:srgbClr val="D5E6EF"/>
          </a:solidFill>
          <a:ln w="9525">
            <a:solidFill>
              <a:srgbClr val="146995"/>
            </a:solidFill>
          </a:ln>
        </p:spPr>
      </p:sp>
      <p:sp>
        <p:nvSpPr>
          <p:cNvPr id="36" name="tree-label-1310">
            <a:extLst>
              <a:ext uri="{FF2B5EF4-FFF2-40B4-BE49-F238E27FC236}">
                <a16:creationId xmlns:a16="http://schemas.microsoft.com/office/drawing/2014/main" id="{73A248B4-A4A8-4104-92D0-264CD5C4BBCD}"/>
              </a:ext>
            </a:extLst>
          </p:cNvPr>
          <p:cNvSpPr>
            <a:spLocks noGrp="1"/>
          </p:cNvSpPr>
          <p:nvPr/>
        </p:nvSpPr>
        <p:spPr>
          <a:xfrm>
            <a:off x="5543550" y="3914775"/>
            <a:ext cx="1295400" cy="371475"/>
          </a:xfrm>
          <a:prstGeom prst="rect">
            <a:avLst/>
          </a:prstGeom>
          <a:noFill/>
          <a:ln w="0">
            <a:noFill/>
          </a:ln>
        </p:spPr>
        <p:txBody>
          <a:bodyPr wrap="none" lIns="0" tIns="0" rIns="0" bIns="0" anchor="t">
            <a:noAutofit/>
          </a:bodyPr>
          <a:lstStyle>
            <a:defPPr algn="ctr">
              <a:defRPr sz="1650" b="1">
                <a:solidFill>
                  <a:srgbClr val="146995"/>
                </a:solidFill>
                <a:latin typeface="Malgun Gothic"/>
                <a:ea typeface="Malgun Gothic"/>
                <a:cs typeface="Malgun Gothic"/>
              </a:defRPr>
            </a:defPPr>
          </a:lstStyle>
          <a:p>
            <a:pPr algn="ctr">
              <a:lnSpc>
                <a:spcPct val="112000"/>
              </a:lnSpc>
              <a:buNone/>
              <a:defRPr sz="1650" b="1">
                <a:solidFill>
                  <a:srgbClr val="146995"/>
                </a:solidFill>
                <a:latin typeface="Malgun Gothic"/>
                <a:ea typeface="Malgun Gothic"/>
                <a:cs typeface="Malgun Gothic"/>
              </a:defRPr>
            </a:pPr>
            <a:r>
              <a:rPr sz="1650" b="1">
                <a:solidFill>
                  <a:srgbClr val="146995"/>
                </a:solidFill>
                <a:latin typeface="Malgun Gothic"/>
                <a:ea typeface="Malgun Gothic"/>
                <a:cs typeface="Malgun Gothic"/>
              </a:rPr>
              <a:t>좌상 2×2</a:t>
            </a:r>
          </a:p>
        </p:txBody>
      </p:sp>
      <p:sp>
        <p:nvSpPr>
          <p:cNvPr id="37" name="tree-node-1311">
            <a:extLst>
              <a:ext uri="{FF2B5EF4-FFF2-40B4-BE49-F238E27FC236}">
                <a16:creationId xmlns:a16="http://schemas.microsoft.com/office/drawing/2014/main" id="{4E59EA4D-3D2D-47F7-B6CF-23BC4CCFC9F5}"/>
              </a:ext>
            </a:extLst>
          </p:cNvPr>
          <p:cNvSpPr>
            <a:spLocks noGrp="1"/>
          </p:cNvSpPr>
          <p:nvPr/>
        </p:nvSpPr>
        <p:spPr>
          <a:xfrm>
            <a:off x="6972300" y="3781425"/>
            <a:ext cx="1295400" cy="533400"/>
          </a:xfrm>
          <a:prstGeom prst="rect">
            <a:avLst/>
          </a:prstGeom>
          <a:solidFill>
            <a:srgbClr val="F5F5F5"/>
          </a:solidFill>
          <a:ln w="9525">
            <a:solidFill>
              <a:srgbClr val="999999"/>
            </a:solidFill>
          </a:ln>
        </p:spPr>
      </p:sp>
      <p:sp>
        <p:nvSpPr>
          <p:cNvPr id="38" name="tree-label-1312">
            <a:extLst>
              <a:ext uri="{FF2B5EF4-FFF2-40B4-BE49-F238E27FC236}">
                <a16:creationId xmlns:a16="http://schemas.microsoft.com/office/drawing/2014/main" id="{47FF70E5-FBD6-4DDE-904D-3096FA18076D}"/>
              </a:ext>
            </a:extLst>
          </p:cNvPr>
          <p:cNvSpPr>
            <a:spLocks noGrp="1"/>
          </p:cNvSpPr>
          <p:nvPr/>
        </p:nvSpPr>
        <p:spPr>
          <a:xfrm>
            <a:off x="69723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우상: 0</a:t>
            </a:r>
          </a:p>
        </p:txBody>
      </p:sp>
      <p:sp>
        <p:nvSpPr>
          <p:cNvPr id="39" name="tree-node-1313">
            <a:extLst>
              <a:ext uri="{FF2B5EF4-FFF2-40B4-BE49-F238E27FC236}">
                <a16:creationId xmlns:a16="http://schemas.microsoft.com/office/drawing/2014/main" id="{648F4F07-6CBD-48D0-8666-D069B097678A}"/>
              </a:ext>
            </a:extLst>
          </p:cNvPr>
          <p:cNvSpPr>
            <a:spLocks noGrp="1"/>
          </p:cNvSpPr>
          <p:nvPr/>
        </p:nvSpPr>
        <p:spPr>
          <a:xfrm>
            <a:off x="8401050" y="3781425"/>
            <a:ext cx="1295400" cy="533400"/>
          </a:xfrm>
          <a:prstGeom prst="rect">
            <a:avLst/>
          </a:prstGeom>
          <a:solidFill>
            <a:srgbClr val="F5F5F5"/>
          </a:solidFill>
          <a:ln w="9525">
            <a:solidFill>
              <a:srgbClr val="999999"/>
            </a:solidFill>
          </a:ln>
        </p:spPr>
      </p:sp>
      <p:sp>
        <p:nvSpPr>
          <p:cNvPr id="40" name="tree-label-1314">
            <a:extLst>
              <a:ext uri="{FF2B5EF4-FFF2-40B4-BE49-F238E27FC236}">
                <a16:creationId xmlns:a16="http://schemas.microsoft.com/office/drawing/2014/main" id="{0A18EC98-B50B-4754-80DA-97A6E6402E06}"/>
              </a:ext>
            </a:extLst>
          </p:cNvPr>
          <p:cNvSpPr>
            <a:spLocks noGrp="1"/>
          </p:cNvSpPr>
          <p:nvPr/>
        </p:nvSpPr>
        <p:spPr>
          <a:xfrm>
            <a:off x="840105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좌하: 0</a:t>
            </a:r>
          </a:p>
        </p:txBody>
      </p:sp>
      <p:sp>
        <p:nvSpPr>
          <p:cNvPr id="41" name="tree-node-1315">
            <a:extLst>
              <a:ext uri="{FF2B5EF4-FFF2-40B4-BE49-F238E27FC236}">
                <a16:creationId xmlns:a16="http://schemas.microsoft.com/office/drawing/2014/main" id="{9A468068-0228-4DD2-B9F5-BFE249F6739D}"/>
              </a:ext>
            </a:extLst>
          </p:cNvPr>
          <p:cNvSpPr>
            <a:spLocks noGrp="1"/>
          </p:cNvSpPr>
          <p:nvPr/>
        </p:nvSpPr>
        <p:spPr>
          <a:xfrm>
            <a:off x="9829800" y="3781425"/>
            <a:ext cx="1295400" cy="533400"/>
          </a:xfrm>
          <a:prstGeom prst="rect">
            <a:avLst/>
          </a:prstGeom>
          <a:solidFill>
            <a:srgbClr val="F5F5F5"/>
          </a:solidFill>
          <a:ln w="9525">
            <a:solidFill>
              <a:srgbClr val="999999"/>
            </a:solidFill>
          </a:ln>
        </p:spPr>
      </p:sp>
      <p:sp>
        <p:nvSpPr>
          <p:cNvPr id="42" name="tree-label-1316">
            <a:extLst>
              <a:ext uri="{FF2B5EF4-FFF2-40B4-BE49-F238E27FC236}">
                <a16:creationId xmlns:a16="http://schemas.microsoft.com/office/drawing/2014/main" id="{5D1A674A-41A6-4E51-96D5-375CCF73F92D}"/>
              </a:ext>
            </a:extLst>
          </p:cNvPr>
          <p:cNvSpPr>
            <a:spLocks noGrp="1"/>
          </p:cNvSpPr>
          <p:nvPr/>
        </p:nvSpPr>
        <p:spPr>
          <a:xfrm>
            <a:off x="98298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우하: 0</a:t>
            </a:r>
          </a:p>
        </p:txBody>
      </p:sp>
      <p:sp>
        <p:nvSpPr>
          <p:cNvPr id="43" name="tree-node-1317">
            <a:extLst>
              <a:ext uri="{FF2B5EF4-FFF2-40B4-BE49-F238E27FC236}">
                <a16:creationId xmlns:a16="http://schemas.microsoft.com/office/drawing/2014/main" id="{CF26A9D5-3831-4C9D-89A9-BD4671B0F9D6}"/>
              </a:ext>
            </a:extLst>
          </p:cNvPr>
          <p:cNvSpPr>
            <a:spLocks noGrp="1"/>
          </p:cNvSpPr>
          <p:nvPr/>
        </p:nvSpPr>
        <p:spPr>
          <a:xfrm>
            <a:off x="5314950" y="4810125"/>
            <a:ext cx="609600" cy="533400"/>
          </a:xfrm>
          <a:prstGeom prst="rect">
            <a:avLst/>
          </a:prstGeom>
          <a:solidFill>
            <a:srgbClr val="F5F5F5"/>
          </a:solidFill>
          <a:ln w="9525">
            <a:solidFill>
              <a:srgbClr val="999999"/>
            </a:solidFill>
          </a:ln>
        </p:spPr>
      </p:sp>
      <p:sp>
        <p:nvSpPr>
          <p:cNvPr id="44" name="tree-label-1318">
            <a:extLst>
              <a:ext uri="{FF2B5EF4-FFF2-40B4-BE49-F238E27FC236}">
                <a16:creationId xmlns:a16="http://schemas.microsoft.com/office/drawing/2014/main" id="{23A84F71-31D4-4592-8D1E-1407F298C945}"/>
              </a:ext>
            </a:extLst>
          </p:cNvPr>
          <p:cNvSpPr>
            <a:spLocks noGrp="1"/>
          </p:cNvSpPr>
          <p:nvPr/>
        </p:nvSpPr>
        <p:spPr>
          <a:xfrm>
            <a:off x="53149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5" name="tree-node-1319">
            <a:extLst>
              <a:ext uri="{FF2B5EF4-FFF2-40B4-BE49-F238E27FC236}">
                <a16:creationId xmlns:a16="http://schemas.microsoft.com/office/drawing/2014/main" id="{EA5D9FF1-65DE-46D0-A24A-1E5E9E4CAA33}"/>
              </a:ext>
            </a:extLst>
          </p:cNvPr>
          <p:cNvSpPr>
            <a:spLocks noGrp="1"/>
          </p:cNvSpPr>
          <p:nvPr/>
        </p:nvSpPr>
        <p:spPr>
          <a:xfrm>
            <a:off x="6172200" y="4810125"/>
            <a:ext cx="609600" cy="533400"/>
          </a:xfrm>
          <a:prstGeom prst="rect">
            <a:avLst/>
          </a:prstGeom>
          <a:solidFill>
            <a:srgbClr val="F5F5F5"/>
          </a:solidFill>
          <a:ln w="9525">
            <a:solidFill>
              <a:srgbClr val="999999"/>
            </a:solidFill>
          </a:ln>
        </p:spPr>
      </p:sp>
      <p:sp>
        <p:nvSpPr>
          <p:cNvPr id="46" name="tree-label-1320">
            <a:extLst>
              <a:ext uri="{FF2B5EF4-FFF2-40B4-BE49-F238E27FC236}">
                <a16:creationId xmlns:a16="http://schemas.microsoft.com/office/drawing/2014/main" id="{1144D424-19F3-43C3-9F25-CC9424E92F4F}"/>
              </a:ext>
            </a:extLst>
          </p:cNvPr>
          <p:cNvSpPr>
            <a:spLocks noGrp="1"/>
          </p:cNvSpPr>
          <p:nvPr/>
        </p:nvSpPr>
        <p:spPr>
          <a:xfrm>
            <a:off x="61722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7" name="tree-node-1321">
            <a:extLst>
              <a:ext uri="{FF2B5EF4-FFF2-40B4-BE49-F238E27FC236}">
                <a16:creationId xmlns:a16="http://schemas.microsoft.com/office/drawing/2014/main" id="{B174C0F1-2B41-4A02-AF00-16224496B29B}"/>
              </a:ext>
            </a:extLst>
          </p:cNvPr>
          <p:cNvSpPr>
            <a:spLocks noGrp="1"/>
          </p:cNvSpPr>
          <p:nvPr/>
        </p:nvSpPr>
        <p:spPr>
          <a:xfrm>
            <a:off x="7029450" y="4810125"/>
            <a:ext cx="609600" cy="533400"/>
          </a:xfrm>
          <a:prstGeom prst="rect">
            <a:avLst/>
          </a:prstGeom>
          <a:solidFill>
            <a:srgbClr val="F5F5F5"/>
          </a:solidFill>
          <a:ln w="9525">
            <a:solidFill>
              <a:srgbClr val="999999"/>
            </a:solidFill>
          </a:ln>
        </p:spPr>
      </p:sp>
      <p:sp>
        <p:nvSpPr>
          <p:cNvPr id="48" name="tree-label-1322">
            <a:extLst>
              <a:ext uri="{FF2B5EF4-FFF2-40B4-BE49-F238E27FC236}">
                <a16:creationId xmlns:a16="http://schemas.microsoft.com/office/drawing/2014/main" id="{65051962-0C25-4DAA-87BB-F0872475121F}"/>
              </a:ext>
            </a:extLst>
          </p:cNvPr>
          <p:cNvSpPr>
            <a:spLocks noGrp="1"/>
          </p:cNvSpPr>
          <p:nvPr/>
        </p:nvSpPr>
        <p:spPr>
          <a:xfrm>
            <a:off x="70294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9" name="tree-node-1323">
            <a:extLst>
              <a:ext uri="{FF2B5EF4-FFF2-40B4-BE49-F238E27FC236}">
                <a16:creationId xmlns:a16="http://schemas.microsoft.com/office/drawing/2014/main" id="{B86B8018-9561-4F57-9304-753D1DF1C5A1}"/>
              </a:ext>
            </a:extLst>
          </p:cNvPr>
          <p:cNvSpPr>
            <a:spLocks noGrp="1"/>
          </p:cNvSpPr>
          <p:nvPr/>
        </p:nvSpPr>
        <p:spPr>
          <a:xfrm>
            <a:off x="7886700" y="4810125"/>
            <a:ext cx="609600" cy="533400"/>
          </a:xfrm>
          <a:prstGeom prst="rect">
            <a:avLst/>
          </a:prstGeom>
          <a:solidFill>
            <a:srgbClr val="F5F5F5"/>
          </a:solidFill>
          <a:ln w="9525">
            <a:solidFill>
              <a:srgbClr val="999999"/>
            </a:solidFill>
          </a:ln>
        </p:spPr>
      </p:sp>
      <p:sp>
        <p:nvSpPr>
          <p:cNvPr id="50" name="tree-label-1324">
            <a:extLst>
              <a:ext uri="{FF2B5EF4-FFF2-40B4-BE49-F238E27FC236}">
                <a16:creationId xmlns:a16="http://schemas.microsoft.com/office/drawing/2014/main" id="{0228AC62-5E88-4E1F-89A6-55115FB04696}"/>
              </a:ext>
            </a:extLst>
          </p:cNvPr>
          <p:cNvSpPr>
            <a:spLocks noGrp="1"/>
          </p:cNvSpPr>
          <p:nvPr/>
        </p:nvSpPr>
        <p:spPr>
          <a:xfrm>
            <a:off x="78867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a:t>
            </a:r>
          </a:p>
        </p:txBody>
      </p:sp>
      <p:sp>
        <p:nvSpPr>
          <p:cNvPr id="51" name="counts">
            <a:extLst>
              <a:ext uri="{FF2B5EF4-FFF2-40B4-BE49-F238E27FC236}">
                <a16:creationId xmlns:a16="http://schemas.microsoft.com/office/drawing/2014/main" id="{81068D32-6159-4902-8144-A1A2F7C1C547}"/>
              </a:ext>
            </a:extLst>
          </p:cNvPr>
          <p:cNvSpPr>
            <a:spLocks noGrp="1"/>
          </p:cNvSpPr>
          <p:nvPr/>
        </p:nvSpPr>
        <p:spPr>
          <a:xfrm>
            <a:off x="609600" y="5667375"/>
            <a:ext cx="10972800" cy="37147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혼합 노드 3개 + 단색 리프 10개 = 총 13회 호출</a:t>
            </a:r>
          </a:p>
        </p:txBody>
      </p:sp>
      <p:sp>
        <p:nvSpPr>
          <p:cNvPr id="52" name="caption">
            <a:extLst>
              <a:ext uri="{FF2B5EF4-FFF2-40B4-BE49-F238E27FC236}">
                <a16:creationId xmlns:a16="http://schemas.microsoft.com/office/drawing/2014/main" id="{BA065C5B-1C8C-4E7C-9322-D9D7998028F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선이 이어진 부모만 네 자식으로 나눕니다. 파란 상자 3개는 각각 괄호 1쌍입니다.</a:t>
            </a:r>
          </a:p>
        </p:txBody>
      </p:sp>
    </p:spTree>
    <p:extLst>
      <p:ext uri="{BB962C8B-B14F-4D97-AF65-F5344CB8AC3E}">
        <p14:creationId xmlns:p14="http://schemas.microsoft.com/office/powerpoint/2010/main" val="23953295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E7BB730-340A-4F93-91DA-4D6549614EC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A7D7538C-C95F-4B0D-B6F0-F0B958F2C2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CD786E0-9659-4E03-885F-B8C93D55358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①: 괄호를 만나면 네 영역으로</a:t>
            </a:r>
          </a:p>
        </p:txBody>
      </p:sp>
      <p:sp>
        <p:nvSpPr>
          <p:cNvPr id="4" name="line-1325">
            <a:extLst>
              <a:ext uri="{FF2B5EF4-FFF2-40B4-BE49-F238E27FC236}">
                <a16:creationId xmlns:a16="http://schemas.microsoft.com/office/drawing/2014/main" id="{082D91C2-3B5C-4043-9417-B24D8D511C1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2461F71-E9B1-4D91-BCCE-0C2B6A6DB69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5DB8610-E823-4C54-9B00-6C37E9F613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199</a:t>
            </a:r>
            <a:endParaRPr sz="1050" b="0">
              <a:solidFill>
                <a:srgbClr val="151515"/>
              </a:solidFill>
              <a:latin typeface="Consolas"/>
              <a:ea typeface="Consolas"/>
              <a:cs typeface="Consolas"/>
            </a:endParaRPr>
          </a:p>
        </p:txBody>
      </p:sp>
      <p:sp>
        <p:nvSpPr>
          <p:cNvPr id="7" name="encoded">
            <a:extLst>
              <a:ext uri="{FF2B5EF4-FFF2-40B4-BE49-F238E27FC236}">
                <a16:creationId xmlns:a16="http://schemas.microsoft.com/office/drawing/2014/main" id="{CC593A02-DEC6-4CFC-B612-F796C6AC8DFC}"/>
              </a:ext>
            </a:extLst>
          </p:cNvPr>
          <p:cNvSpPr>
            <a:spLocks noGrp="1"/>
          </p:cNvSpPr>
          <p:nvPr/>
        </p:nvSpPr>
        <p:spPr>
          <a:xfrm>
            <a:off x="609600" y="1943100"/>
            <a:ext cx="10972800" cy="542925"/>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( 0 1 ((0001)000) 0 )</a:t>
            </a:r>
          </a:p>
        </p:txBody>
      </p:sp>
      <p:graphicFrame>
        <p:nvGraphicFramePr>
          <p:cNvPr id="8" name="표 7">
            <a:extLst>
              <a:ext uri="{FF2B5EF4-FFF2-40B4-BE49-F238E27FC236}">
                <a16:creationId xmlns:a16="http://schemas.microsoft.com/office/drawing/2014/main" id="{3651987F-D01A-403A-80AF-FB6A3FBC4FDC}"/>
              </a:ext>
            </a:extLst>
          </p:cNvPr>
          <p:cNvGraphicFramePr/>
          <p:nvPr/>
        </p:nvGraphicFramePr>
        <p:xfrm>
          <a:off x="609600" y="2800350"/>
          <a:ext cx="10972800" cy="2800350"/>
        </p:xfrm>
        <a:graphic>
          <a:graphicData uri="http://schemas.openxmlformats.org/drawingml/2006/table">
            <a:tbl>
              <a:tblPr/>
              <a:tblGrid>
                <a:gridCol w="219075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5638800">
                  <a:extLst>
                    <a:ext uri="{9D8B030D-6E8A-4147-A177-3AD203B41FA5}">
                      <a16:colId xmlns:a16="http://schemas.microsoft.com/office/drawing/2014/main" val="20002"/>
                    </a:ext>
                  </a:extLst>
                </a:gridCol>
              </a:tblGrid>
              <a:tr h="560070">
                <a:tc>
                  <a:txBody>
                    <a:bodyPr/>
                    <a:lstStyle/>
                    <a:p>
                      <a:pPr algn="ctr"/>
                      <a:r>
                        <a:rPr sz="1800" b="1">
                          <a:solidFill>
                            <a:srgbClr val="FFFFFF"/>
                          </a:solidFill>
                          <a:latin typeface="Malgun Gothic"/>
                          <a:ea typeface="Malgun Gothic"/>
                          <a:cs typeface="Malgun Gothic"/>
                        </a:rPr>
                        <a:t>읽은 표현</a:t>
                      </a:r>
                    </a:p>
                  </a:txBody>
                  <a:tcPr anchor="ctr">
                    <a:solidFill>
                      <a:srgbClr val="151515"/>
                    </a:solidFill>
                  </a:tcPr>
                </a:tc>
                <a:tc>
                  <a:txBody>
                    <a:bodyPr/>
                    <a:lstStyle/>
                    <a:p>
                      <a:pPr algn="ctr"/>
                      <a:r>
                        <a:rPr sz="1800" b="1">
                          <a:solidFill>
                            <a:srgbClr val="FFFFFF"/>
                          </a:solidFill>
                          <a:latin typeface="Malgun Gothic"/>
                          <a:ea typeface="Malgun Gothic"/>
                          <a:cs typeface="Malgun Gothic"/>
                        </a:rPr>
                        <a:t>복원할 위치</a:t>
                      </a:r>
                    </a:p>
                  </a:txBody>
                  <a:tcPr anchor="ctr">
                    <a:solidFill>
                      <a:srgbClr val="151515"/>
                    </a:solidFill>
                  </a:tcPr>
                </a:tc>
                <a:tc>
                  <a:txBody>
                    <a:bodyPr/>
                    <a:lstStyle/>
                    <a:p>
                      <a:pPr algn="ctr"/>
                      <a:r>
                        <a:rPr sz="1800" b="1">
                          <a:solidFill>
                            <a:srgbClr val="FFFFFF"/>
                          </a:solidFill>
                          <a:latin typeface="Malgun Gothic"/>
                          <a:ea typeface="Malgun Gothic"/>
                          <a:cs typeface="Malgun Gothic"/>
                        </a:rPr>
                        <a:t>하는 일</a:t>
                      </a:r>
                    </a:p>
                  </a:txBody>
                  <a:tcPr anchor="ctr">
                    <a:solidFill>
                      <a:srgbClr val="151515"/>
                    </a:solidFill>
                  </a:tcPr>
                </a:tc>
                <a:extLst>
                  <a:ext uri="{0D108BD9-81ED-4DB2-BD59-A6C34878D82A}">
                    <a16:rowId xmlns:a16="http://schemas.microsoft.com/office/drawing/2014/main" val="10000"/>
                  </a:ext>
                </a:extLst>
              </a:tr>
              <a:tr h="560070">
                <a:tc>
                  <a:txBody>
                    <a:bodyPr/>
                    <a:lstStyle/>
                    <a:p>
                      <a:pPr algn="ctr"/>
                      <a:r>
                        <a:rPr sz="1800" b="0">
                          <a:solidFill>
                            <a:srgbClr val="151515"/>
                          </a:solidFill>
                          <a:latin typeface="Malgun Gothic"/>
                          <a:ea typeface="Malgun Gothic"/>
                          <a:cs typeface="Malgun Gothic"/>
                        </a:rPr>
                        <a:t>첫 (</a:t>
                      </a:r>
                    </a:p>
                  </a:txBody>
                  <a:tcPr anchor="ctr">
                    <a:solidFill>
                      <a:srgbClr val="FFFFFF"/>
                    </a:solidFill>
                  </a:tcPr>
                </a:tc>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크기 4의 네 자식으로 내려감</a:t>
                      </a:r>
                    </a:p>
                  </a:txBody>
                  <a:tcPr anchor="ctr">
                    <a:solidFill>
                      <a:srgbClr val="FFFFFF"/>
                    </a:solidFill>
                  </a:tcPr>
                </a:tc>
                <a:extLst>
                  <a:ext uri="{0D108BD9-81ED-4DB2-BD59-A6C34878D82A}">
                    <a16:rowId xmlns:a16="http://schemas.microsoft.com/office/drawing/2014/main" val="10001"/>
                  </a:ext>
                </a:extLst>
              </a:tr>
              <a:tr h="560070">
                <a:tc>
                  <a:txBody>
                    <a:bodyPr/>
                    <a:lstStyle/>
                    <a:p>
                      <a:pPr algn="ctr"/>
                      <a:r>
                        <a:rPr sz="1800" b="0">
                          <a:solidFill>
                            <a:srgbClr val="151515"/>
                          </a:solidFill>
                          <a:latin typeface="Malgun Gothic"/>
                          <a:ea typeface="Malgun Gothic"/>
                          <a:cs typeface="Malgun Gothic"/>
                        </a:rPr>
                        <a:t>0</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좌상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16칸을 모두 0으로 채움</a:t>
                      </a:r>
                    </a:p>
                  </a:txBody>
                  <a:tcPr anchor="ctr">
                    <a:solidFill>
                      <a:srgbClr val="F1F4F6"/>
                    </a:solidFill>
                  </a:tcPr>
                </a:tc>
                <a:extLst>
                  <a:ext uri="{0D108BD9-81ED-4DB2-BD59-A6C34878D82A}">
                    <a16:rowId xmlns:a16="http://schemas.microsoft.com/office/drawing/2014/main" val="10002"/>
                  </a:ext>
                </a:extLst>
              </a:tr>
              <a:tr h="560070">
                <a:tc>
                  <a:txBody>
                    <a:bodyPr/>
                    <a:lstStyle/>
                    <a:p>
                      <a:pPr algn="ctr"/>
                      <a:r>
                        <a:rPr sz="1800" b="0">
                          <a:solidFill>
                            <a:srgbClr val="151515"/>
                          </a:solidFill>
                          <a:latin typeface="Malgun Gothic"/>
                          <a:ea typeface="Malgun Gothic"/>
                          <a:cs typeface="Malgun Gothic"/>
                        </a:rPr>
                        <a:t>1</a:t>
                      </a:r>
                    </a:p>
                  </a:txBody>
                  <a:tcPr anchor="ctr">
                    <a:solidFill>
                      <a:srgbClr val="FFFFFF"/>
                    </a:solidFill>
                  </a:tcPr>
                </a:tc>
                <a:tc>
                  <a:txBody>
                    <a:bodyPr/>
                    <a:lstStyle/>
                    <a:p>
                      <a:pPr algn="ctr"/>
                      <a:r>
                        <a:rPr sz="1800" b="0">
                          <a:solidFill>
                            <a:srgbClr val="151515"/>
                          </a:solidFill>
                          <a:latin typeface="Malgun Gothic"/>
                          <a:ea typeface="Malgun Gothic"/>
                          <a:cs typeface="Malgun Gothic"/>
                        </a:rPr>
                        <a:t>우상 4×4</a:t>
                      </a:r>
                    </a:p>
                  </a:txBody>
                  <a:tcPr anchor="ctr">
                    <a:solidFill>
                      <a:srgbClr val="FFFFFF"/>
                    </a:solidFill>
                  </a:tcPr>
                </a:tc>
                <a:tc>
                  <a:txBody>
                    <a:bodyPr/>
                    <a:lstStyle/>
                    <a:p>
                      <a:pPr algn="ctr"/>
                      <a:r>
                        <a:rPr sz="1800" b="0">
                          <a:solidFill>
                            <a:srgbClr val="151515"/>
                          </a:solidFill>
                          <a:latin typeface="Malgun Gothic"/>
                          <a:ea typeface="Malgun Gothic"/>
                          <a:cs typeface="Malgun Gothic"/>
                        </a:rPr>
                        <a:t>16칸을 모두 1로 채움</a:t>
                      </a:r>
                    </a:p>
                  </a:txBody>
                  <a:tcPr anchor="ctr">
                    <a:solidFill>
                      <a:srgbClr val="FFFFFF"/>
                    </a:solidFill>
                  </a:tcPr>
                </a:tc>
                <a:extLst>
                  <a:ext uri="{0D108BD9-81ED-4DB2-BD59-A6C34878D82A}">
                    <a16:rowId xmlns:a16="http://schemas.microsoft.com/office/drawing/2014/main" val="10003"/>
                  </a:ext>
                </a:extLst>
              </a:tr>
              <a:tr h="560070">
                <a:tc>
                  <a:txBody>
                    <a:bodyPr/>
                    <a:lstStyle/>
                    <a:p>
                      <a:pPr algn="ctr"/>
                      <a:r>
                        <a:rPr sz="1800" b="0">
                          <a:solidFill>
                            <a:srgbClr val="151515"/>
                          </a:solidFill>
                          <a:latin typeface="Malgun Gothic"/>
                          <a:ea typeface="Malgun Gothic"/>
                          <a:cs typeface="Malgun Gothic"/>
                        </a:rPr>
                        <a:t>다음 (</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좌하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크기 2의 네 자식으로 내려감</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caption">
            <a:extLst>
              <a:ext uri="{FF2B5EF4-FFF2-40B4-BE49-F238E27FC236}">
                <a16:creationId xmlns:a16="http://schemas.microsoft.com/office/drawing/2014/main" id="{2E36E388-03A9-4D4F-8F97-8A028579D7E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복원은 위치와 크기를 함께 전달합니다. 색 한 글자는 현재 영역 전체를 채웁니다.</a:t>
            </a:r>
          </a:p>
        </p:txBody>
      </p:sp>
    </p:spTree>
    <p:extLst>
      <p:ext uri="{BB962C8B-B14F-4D97-AF65-F5344CB8AC3E}">
        <p14:creationId xmlns:p14="http://schemas.microsoft.com/office/powerpoint/2010/main" val="318634082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C6D8F59-5B3C-4F7D-AFC8-2F627EDC4EB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6311358-1424-4E78-8969-EB9C36A962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D843F7A-5223-4F37-8A6C-FED2DA464DF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②: 좌하의 겹친 괄호를 읽습니다</a:t>
            </a:r>
          </a:p>
        </p:txBody>
      </p:sp>
      <p:sp>
        <p:nvSpPr>
          <p:cNvPr id="4" name="line-1327">
            <a:extLst>
              <a:ext uri="{FF2B5EF4-FFF2-40B4-BE49-F238E27FC236}">
                <a16:creationId xmlns:a16="http://schemas.microsoft.com/office/drawing/2014/main" id="{3970C897-3A9D-4B4C-8678-CAB2A9BDD6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2432EEE-F5D2-4332-BAA9-57F610CC8CB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48527C-07FC-4D39-9C41-FE7E9B33E44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200</a:t>
            </a:r>
            <a:endParaRPr sz="1050" b="0">
              <a:solidFill>
                <a:srgbClr val="151515"/>
              </a:solidFill>
              <a:latin typeface="Consolas"/>
              <a:ea typeface="Consolas"/>
              <a:cs typeface="Consolas"/>
            </a:endParaRPr>
          </a:p>
        </p:txBody>
      </p:sp>
      <p:sp>
        <p:nvSpPr>
          <p:cNvPr id="7" name="pixel-1328">
            <a:extLst>
              <a:ext uri="{FF2B5EF4-FFF2-40B4-BE49-F238E27FC236}">
                <a16:creationId xmlns:a16="http://schemas.microsoft.com/office/drawing/2014/main" id="{A6CCA17E-F08D-49DC-8EEB-477958610949}"/>
              </a:ext>
            </a:extLst>
          </p:cNvPr>
          <p:cNvSpPr>
            <a:spLocks noGrp="1"/>
          </p:cNvSpPr>
          <p:nvPr/>
        </p:nvSpPr>
        <p:spPr>
          <a:xfrm>
            <a:off x="971550" y="2276475"/>
            <a:ext cx="809625" cy="809625"/>
          </a:xfrm>
          <a:prstGeom prst="rect">
            <a:avLst/>
          </a:prstGeom>
          <a:solidFill>
            <a:srgbClr val="FFFFFF"/>
          </a:solidFill>
          <a:ln w="7144">
            <a:solidFill>
              <a:srgbClr val="98A1AA"/>
            </a:solidFill>
          </a:ln>
        </p:spPr>
      </p:sp>
      <p:sp>
        <p:nvSpPr>
          <p:cNvPr id="8" name="pixel-value-1329">
            <a:extLst>
              <a:ext uri="{FF2B5EF4-FFF2-40B4-BE49-F238E27FC236}">
                <a16:creationId xmlns:a16="http://schemas.microsoft.com/office/drawing/2014/main" id="{8D06277E-DC6D-44F6-83F4-17A65957E3C3}"/>
              </a:ext>
            </a:extLst>
          </p:cNvPr>
          <p:cNvSpPr>
            <a:spLocks noGrp="1"/>
          </p:cNvSpPr>
          <p:nvPr/>
        </p:nvSpPr>
        <p:spPr>
          <a:xfrm>
            <a:off x="97155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330">
            <a:extLst>
              <a:ext uri="{FF2B5EF4-FFF2-40B4-BE49-F238E27FC236}">
                <a16:creationId xmlns:a16="http://schemas.microsoft.com/office/drawing/2014/main" id="{9C8F4EC3-BF62-41A6-BC4F-6609CE1260B3}"/>
              </a:ext>
            </a:extLst>
          </p:cNvPr>
          <p:cNvSpPr>
            <a:spLocks noGrp="1"/>
          </p:cNvSpPr>
          <p:nvPr/>
        </p:nvSpPr>
        <p:spPr>
          <a:xfrm>
            <a:off x="1781175" y="2276475"/>
            <a:ext cx="809625" cy="809625"/>
          </a:xfrm>
          <a:prstGeom prst="rect">
            <a:avLst/>
          </a:prstGeom>
          <a:solidFill>
            <a:srgbClr val="FFFFFF"/>
          </a:solidFill>
          <a:ln w="7144">
            <a:solidFill>
              <a:srgbClr val="98A1AA"/>
            </a:solidFill>
          </a:ln>
        </p:spPr>
      </p:sp>
      <p:sp>
        <p:nvSpPr>
          <p:cNvPr id="10" name="pixel-value-1331">
            <a:extLst>
              <a:ext uri="{FF2B5EF4-FFF2-40B4-BE49-F238E27FC236}">
                <a16:creationId xmlns:a16="http://schemas.microsoft.com/office/drawing/2014/main" id="{5AC9CDA3-D5DA-4ED9-BF6E-7175029E33E5}"/>
              </a:ext>
            </a:extLst>
          </p:cNvPr>
          <p:cNvSpPr>
            <a:spLocks noGrp="1"/>
          </p:cNvSpPr>
          <p:nvPr/>
        </p:nvSpPr>
        <p:spPr>
          <a:xfrm>
            <a:off x="178117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332">
            <a:extLst>
              <a:ext uri="{FF2B5EF4-FFF2-40B4-BE49-F238E27FC236}">
                <a16:creationId xmlns:a16="http://schemas.microsoft.com/office/drawing/2014/main" id="{6CE12FEF-35DB-4C9F-9218-080BFD9CDA9D}"/>
              </a:ext>
            </a:extLst>
          </p:cNvPr>
          <p:cNvSpPr>
            <a:spLocks noGrp="1"/>
          </p:cNvSpPr>
          <p:nvPr/>
        </p:nvSpPr>
        <p:spPr>
          <a:xfrm>
            <a:off x="2590800" y="2276475"/>
            <a:ext cx="809625" cy="809625"/>
          </a:xfrm>
          <a:prstGeom prst="rect">
            <a:avLst/>
          </a:prstGeom>
          <a:solidFill>
            <a:srgbClr val="FFFFFF"/>
          </a:solidFill>
          <a:ln w="7144">
            <a:solidFill>
              <a:srgbClr val="98A1AA"/>
            </a:solidFill>
          </a:ln>
        </p:spPr>
      </p:sp>
      <p:sp>
        <p:nvSpPr>
          <p:cNvPr id="12" name="pixel-value-1333">
            <a:extLst>
              <a:ext uri="{FF2B5EF4-FFF2-40B4-BE49-F238E27FC236}">
                <a16:creationId xmlns:a16="http://schemas.microsoft.com/office/drawing/2014/main" id="{5DA4F46D-3CCF-44C4-9552-6518A32B50CF}"/>
              </a:ext>
            </a:extLst>
          </p:cNvPr>
          <p:cNvSpPr>
            <a:spLocks noGrp="1"/>
          </p:cNvSpPr>
          <p:nvPr/>
        </p:nvSpPr>
        <p:spPr>
          <a:xfrm>
            <a:off x="259080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334">
            <a:extLst>
              <a:ext uri="{FF2B5EF4-FFF2-40B4-BE49-F238E27FC236}">
                <a16:creationId xmlns:a16="http://schemas.microsoft.com/office/drawing/2014/main" id="{04D1FEE3-A62F-4CE5-8313-4E7F8C05D6A9}"/>
              </a:ext>
            </a:extLst>
          </p:cNvPr>
          <p:cNvSpPr>
            <a:spLocks noGrp="1"/>
          </p:cNvSpPr>
          <p:nvPr/>
        </p:nvSpPr>
        <p:spPr>
          <a:xfrm>
            <a:off x="3400425" y="2276475"/>
            <a:ext cx="809625" cy="809625"/>
          </a:xfrm>
          <a:prstGeom prst="rect">
            <a:avLst/>
          </a:prstGeom>
          <a:solidFill>
            <a:srgbClr val="FFFFFF"/>
          </a:solidFill>
          <a:ln w="7144">
            <a:solidFill>
              <a:srgbClr val="98A1AA"/>
            </a:solidFill>
          </a:ln>
        </p:spPr>
      </p:sp>
      <p:sp>
        <p:nvSpPr>
          <p:cNvPr id="14" name="pixel-value-1335">
            <a:extLst>
              <a:ext uri="{FF2B5EF4-FFF2-40B4-BE49-F238E27FC236}">
                <a16:creationId xmlns:a16="http://schemas.microsoft.com/office/drawing/2014/main" id="{4DA604AF-1E86-444F-A989-414E3B3621A4}"/>
              </a:ext>
            </a:extLst>
          </p:cNvPr>
          <p:cNvSpPr>
            <a:spLocks noGrp="1"/>
          </p:cNvSpPr>
          <p:nvPr/>
        </p:nvSpPr>
        <p:spPr>
          <a:xfrm>
            <a:off x="340042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336">
            <a:extLst>
              <a:ext uri="{FF2B5EF4-FFF2-40B4-BE49-F238E27FC236}">
                <a16:creationId xmlns:a16="http://schemas.microsoft.com/office/drawing/2014/main" id="{643760E1-2A5D-4C04-B0BE-8C4ED7269A2F}"/>
              </a:ext>
            </a:extLst>
          </p:cNvPr>
          <p:cNvSpPr>
            <a:spLocks noGrp="1"/>
          </p:cNvSpPr>
          <p:nvPr/>
        </p:nvSpPr>
        <p:spPr>
          <a:xfrm>
            <a:off x="971550" y="3086100"/>
            <a:ext cx="809625" cy="809625"/>
          </a:xfrm>
          <a:prstGeom prst="rect">
            <a:avLst/>
          </a:prstGeom>
          <a:solidFill>
            <a:srgbClr val="FFFFFF"/>
          </a:solidFill>
          <a:ln w="7144">
            <a:solidFill>
              <a:srgbClr val="98A1AA"/>
            </a:solidFill>
          </a:ln>
        </p:spPr>
      </p:sp>
      <p:sp>
        <p:nvSpPr>
          <p:cNvPr id="16" name="pixel-value-1337">
            <a:extLst>
              <a:ext uri="{FF2B5EF4-FFF2-40B4-BE49-F238E27FC236}">
                <a16:creationId xmlns:a16="http://schemas.microsoft.com/office/drawing/2014/main" id="{AEFF7FFE-522B-425C-9884-D9F65EEB79E3}"/>
              </a:ext>
            </a:extLst>
          </p:cNvPr>
          <p:cNvSpPr>
            <a:spLocks noGrp="1"/>
          </p:cNvSpPr>
          <p:nvPr/>
        </p:nvSpPr>
        <p:spPr>
          <a:xfrm>
            <a:off x="97155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338">
            <a:extLst>
              <a:ext uri="{FF2B5EF4-FFF2-40B4-BE49-F238E27FC236}">
                <a16:creationId xmlns:a16="http://schemas.microsoft.com/office/drawing/2014/main" id="{505A37D6-BA9B-4733-9F8C-4CC5BBEC2D7C}"/>
              </a:ext>
            </a:extLst>
          </p:cNvPr>
          <p:cNvSpPr>
            <a:spLocks noGrp="1"/>
          </p:cNvSpPr>
          <p:nvPr/>
        </p:nvSpPr>
        <p:spPr>
          <a:xfrm>
            <a:off x="1781175" y="3086100"/>
            <a:ext cx="809625" cy="809625"/>
          </a:xfrm>
          <a:prstGeom prst="rect">
            <a:avLst/>
          </a:prstGeom>
          <a:solidFill>
            <a:srgbClr val="303841"/>
          </a:solidFill>
          <a:ln w="7144">
            <a:solidFill>
              <a:srgbClr val="98A1AA"/>
            </a:solidFill>
          </a:ln>
        </p:spPr>
      </p:sp>
      <p:sp>
        <p:nvSpPr>
          <p:cNvPr id="18" name="pixel-value-1339">
            <a:extLst>
              <a:ext uri="{FF2B5EF4-FFF2-40B4-BE49-F238E27FC236}">
                <a16:creationId xmlns:a16="http://schemas.microsoft.com/office/drawing/2014/main" id="{6CD1BB34-7CC0-49E1-814D-A24C19E778CB}"/>
              </a:ext>
            </a:extLst>
          </p:cNvPr>
          <p:cNvSpPr>
            <a:spLocks noGrp="1"/>
          </p:cNvSpPr>
          <p:nvPr/>
        </p:nvSpPr>
        <p:spPr>
          <a:xfrm>
            <a:off x="1781175" y="3248025"/>
            <a:ext cx="809625" cy="48577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340">
            <a:extLst>
              <a:ext uri="{FF2B5EF4-FFF2-40B4-BE49-F238E27FC236}">
                <a16:creationId xmlns:a16="http://schemas.microsoft.com/office/drawing/2014/main" id="{419BB7B1-BD59-49CB-9A5D-090B6F6BC397}"/>
              </a:ext>
            </a:extLst>
          </p:cNvPr>
          <p:cNvSpPr>
            <a:spLocks noGrp="1"/>
          </p:cNvSpPr>
          <p:nvPr/>
        </p:nvSpPr>
        <p:spPr>
          <a:xfrm>
            <a:off x="2590800" y="3086100"/>
            <a:ext cx="809625" cy="809625"/>
          </a:xfrm>
          <a:prstGeom prst="rect">
            <a:avLst/>
          </a:prstGeom>
          <a:solidFill>
            <a:srgbClr val="FFFFFF"/>
          </a:solidFill>
          <a:ln w="7144">
            <a:solidFill>
              <a:srgbClr val="98A1AA"/>
            </a:solidFill>
          </a:ln>
        </p:spPr>
      </p:sp>
      <p:sp>
        <p:nvSpPr>
          <p:cNvPr id="20" name="pixel-value-1341">
            <a:extLst>
              <a:ext uri="{FF2B5EF4-FFF2-40B4-BE49-F238E27FC236}">
                <a16:creationId xmlns:a16="http://schemas.microsoft.com/office/drawing/2014/main" id="{346F34D5-C80A-4DBF-AE34-CD262E015124}"/>
              </a:ext>
            </a:extLst>
          </p:cNvPr>
          <p:cNvSpPr>
            <a:spLocks noGrp="1"/>
          </p:cNvSpPr>
          <p:nvPr/>
        </p:nvSpPr>
        <p:spPr>
          <a:xfrm>
            <a:off x="259080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342">
            <a:extLst>
              <a:ext uri="{FF2B5EF4-FFF2-40B4-BE49-F238E27FC236}">
                <a16:creationId xmlns:a16="http://schemas.microsoft.com/office/drawing/2014/main" id="{80DC14E6-55E7-466A-993D-C951F753BAC9}"/>
              </a:ext>
            </a:extLst>
          </p:cNvPr>
          <p:cNvSpPr>
            <a:spLocks noGrp="1"/>
          </p:cNvSpPr>
          <p:nvPr/>
        </p:nvSpPr>
        <p:spPr>
          <a:xfrm>
            <a:off x="3400425" y="3086100"/>
            <a:ext cx="809625" cy="809625"/>
          </a:xfrm>
          <a:prstGeom prst="rect">
            <a:avLst/>
          </a:prstGeom>
          <a:solidFill>
            <a:srgbClr val="FFFFFF"/>
          </a:solidFill>
          <a:ln w="7144">
            <a:solidFill>
              <a:srgbClr val="98A1AA"/>
            </a:solidFill>
          </a:ln>
        </p:spPr>
      </p:sp>
      <p:sp>
        <p:nvSpPr>
          <p:cNvPr id="22" name="pixel-value-1343">
            <a:extLst>
              <a:ext uri="{FF2B5EF4-FFF2-40B4-BE49-F238E27FC236}">
                <a16:creationId xmlns:a16="http://schemas.microsoft.com/office/drawing/2014/main" id="{2B410542-2DE6-4148-A56B-11BBD5FE547F}"/>
              </a:ext>
            </a:extLst>
          </p:cNvPr>
          <p:cNvSpPr>
            <a:spLocks noGrp="1"/>
          </p:cNvSpPr>
          <p:nvPr/>
        </p:nvSpPr>
        <p:spPr>
          <a:xfrm>
            <a:off x="3400425"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344">
            <a:extLst>
              <a:ext uri="{FF2B5EF4-FFF2-40B4-BE49-F238E27FC236}">
                <a16:creationId xmlns:a16="http://schemas.microsoft.com/office/drawing/2014/main" id="{1ED1F170-20F7-4EFD-841D-9E00D7FFD438}"/>
              </a:ext>
            </a:extLst>
          </p:cNvPr>
          <p:cNvSpPr>
            <a:spLocks noGrp="1"/>
          </p:cNvSpPr>
          <p:nvPr/>
        </p:nvSpPr>
        <p:spPr>
          <a:xfrm>
            <a:off x="971550" y="3895725"/>
            <a:ext cx="809625" cy="809625"/>
          </a:xfrm>
          <a:prstGeom prst="rect">
            <a:avLst/>
          </a:prstGeom>
          <a:solidFill>
            <a:srgbClr val="FFFFFF"/>
          </a:solidFill>
          <a:ln w="7144">
            <a:solidFill>
              <a:srgbClr val="98A1AA"/>
            </a:solidFill>
          </a:ln>
        </p:spPr>
      </p:sp>
      <p:sp>
        <p:nvSpPr>
          <p:cNvPr id="24" name="pixel-value-1345">
            <a:extLst>
              <a:ext uri="{FF2B5EF4-FFF2-40B4-BE49-F238E27FC236}">
                <a16:creationId xmlns:a16="http://schemas.microsoft.com/office/drawing/2014/main" id="{4CD0CE9C-F91F-42E2-A489-B2C18A21647C}"/>
              </a:ext>
            </a:extLst>
          </p:cNvPr>
          <p:cNvSpPr>
            <a:spLocks noGrp="1"/>
          </p:cNvSpPr>
          <p:nvPr/>
        </p:nvSpPr>
        <p:spPr>
          <a:xfrm>
            <a:off x="97155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346">
            <a:extLst>
              <a:ext uri="{FF2B5EF4-FFF2-40B4-BE49-F238E27FC236}">
                <a16:creationId xmlns:a16="http://schemas.microsoft.com/office/drawing/2014/main" id="{714C4E05-5435-45B2-B284-B3A2916A1202}"/>
              </a:ext>
            </a:extLst>
          </p:cNvPr>
          <p:cNvSpPr>
            <a:spLocks noGrp="1"/>
          </p:cNvSpPr>
          <p:nvPr/>
        </p:nvSpPr>
        <p:spPr>
          <a:xfrm>
            <a:off x="1781175" y="3895725"/>
            <a:ext cx="809625" cy="809625"/>
          </a:xfrm>
          <a:prstGeom prst="rect">
            <a:avLst/>
          </a:prstGeom>
          <a:solidFill>
            <a:srgbClr val="FFFFFF"/>
          </a:solidFill>
          <a:ln w="7144">
            <a:solidFill>
              <a:srgbClr val="98A1AA"/>
            </a:solidFill>
          </a:ln>
        </p:spPr>
      </p:sp>
      <p:sp>
        <p:nvSpPr>
          <p:cNvPr id="26" name="pixel-value-1347">
            <a:extLst>
              <a:ext uri="{FF2B5EF4-FFF2-40B4-BE49-F238E27FC236}">
                <a16:creationId xmlns:a16="http://schemas.microsoft.com/office/drawing/2014/main" id="{020404F8-71CB-4862-8518-794909CCB71C}"/>
              </a:ext>
            </a:extLst>
          </p:cNvPr>
          <p:cNvSpPr>
            <a:spLocks noGrp="1"/>
          </p:cNvSpPr>
          <p:nvPr/>
        </p:nvSpPr>
        <p:spPr>
          <a:xfrm>
            <a:off x="178117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348">
            <a:extLst>
              <a:ext uri="{FF2B5EF4-FFF2-40B4-BE49-F238E27FC236}">
                <a16:creationId xmlns:a16="http://schemas.microsoft.com/office/drawing/2014/main" id="{36AC8315-A92C-4BBB-9C54-7EF4987BCE0F}"/>
              </a:ext>
            </a:extLst>
          </p:cNvPr>
          <p:cNvSpPr>
            <a:spLocks noGrp="1"/>
          </p:cNvSpPr>
          <p:nvPr/>
        </p:nvSpPr>
        <p:spPr>
          <a:xfrm>
            <a:off x="2590800" y="3895725"/>
            <a:ext cx="809625" cy="809625"/>
          </a:xfrm>
          <a:prstGeom prst="rect">
            <a:avLst/>
          </a:prstGeom>
          <a:solidFill>
            <a:srgbClr val="FFFFFF"/>
          </a:solidFill>
          <a:ln w="7144">
            <a:solidFill>
              <a:srgbClr val="98A1AA"/>
            </a:solidFill>
          </a:ln>
        </p:spPr>
      </p:sp>
      <p:sp>
        <p:nvSpPr>
          <p:cNvPr id="28" name="pixel-value-1349">
            <a:extLst>
              <a:ext uri="{FF2B5EF4-FFF2-40B4-BE49-F238E27FC236}">
                <a16:creationId xmlns:a16="http://schemas.microsoft.com/office/drawing/2014/main" id="{F0028CB2-E0AB-4838-9C0D-BE836C7691FF}"/>
              </a:ext>
            </a:extLst>
          </p:cNvPr>
          <p:cNvSpPr>
            <a:spLocks noGrp="1"/>
          </p:cNvSpPr>
          <p:nvPr/>
        </p:nvSpPr>
        <p:spPr>
          <a:xfrm>
            <a:off x="259080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350">
            <a:extLst>
              <a:ext uri="{FF2B5EF4-FFF2-40B4-BE49-F238E27FC236}">
                <a16:creationId xmlns:a16="http://schemas.microsoft.com/office/drawing/2014/main" id="{ACE89C3B-21DB-4623-9CA2-2A46153B72FB}"/>
              </a:ext>
            </a:extLst>
          </p:cNvPr>
          <p:cNvSpPr>
            <a:spLocks noGrp="1"/>
          </p:cNvSpPr>
          <p:nvPr/>
        </p:nvSpPr>
        <p:spPr>
          <a:xfrm>
            <a:off x="3400425" y="3895725"/>
            <a:ext cx="809625" cy="809625"/>
          </a:xfrm>
          <a:prstGeom prst="rect">
            <a:avLst/>
          </a:prstGeom>
          <a:solidFill>
            <a:srgbClr val="FFFFFF"/>
          </a:solidFill>
          <a:ln w="7144">
            <a:solidFill>
              <a:srgbClr val="98A1AA"/>
            </a:solidFill>
          </a:ln>
        </p:spPr>
      </p:sp>
      <p:sp>
        <p:nvSpPr>
          <p:cNvPr id="30" name="pixel-value-1351">
            <a:extLst>
              <a:ext uri="{FF2B5EF4-FFF2-40B4-BE49-F238E27FC236}">
                <a16:creationId xmlns:a16="http://schemas.microsoft.com/office/drawing/2014/main" id="{90AB7B15-E9CB-4A44-B0C4-48F6317B5DEF}"/>
              </a:ext>
            </a:extLst>
          </p:cNvPr>
          <p:cNvSpPr>
            <a:spLocks noGrp="1"/>
          </p:cNvSpPr>
          <p:nvPr/>
        </p:nvSpPr>
        <p:spPr>
          <a:xfrm>
            <a:off x="340042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352">
            <a:extLst>
              <a:ext uri="{FF2B5EF4-FFF2-40B4-BE49-F238E27FC236}">
                <a16:creationId xmlns:a16="http://schemas.microsoft.com/office/drawing/2014/main" id="{C282F9E4-9665-48C9-A2D6-681D650A9FAD}"/>
              </a:ext>
            </a:extLst>
          </p:cNvPr>
          <p:cNvSpPr>
            <a:spLocks noGrp="1"/>
          </p:cNvSpPr>
          <p:nvPr/>
        </p:nvSpPr>
        <p:spPr>
          <a:xfrm>
            <a:off x="971550" y="4705350"/>
            <a:ext cx="809625" cy="809625"/>
          </a:xfrm>
          <a:prstGeom prst="rect">
            <a:avLst/>
          </a:prstGeom>
          <a:solidFill>
            <a:srgbClr val="FFFFFF"/>
          </a:solidFill>
          <a:ln w="7144">
            <a:solidFill>
              <a:srgbClr val="98A1AA"/>
            </a:solidFill>
          </a:ln>
        </p:spPr>
      </p:sp>
      <p:sp>
        <p:nvSpPr>
          <p:cNvPr id="32" name="pixel-value-1353">
            <a:extLst>
              <a:ext uri="{FF2B5EF4-FFF2-40B4-BE49-F238E27FC236}">
                <a16:creationId xmlns:a16="http://schemas.microsoft.com/office/drawing/2014/main" id="{2EC1DDDD-132A-4AEE-A861-3C3AA28373B9}"/>
              </a:ext>
            </a:extLst>
          </p:cNvPr>
          <p:cNvSpPr>
            <a:spLocks noGrp="1"/>
          </p:cNvSpPr>
          <p:nvPr/>
        </p:nvSpPr>
        <p:spPr>
          <a:xfrm>
            <a:off x="97155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354">
            <a:extLst>
              <a:ext uri="{FF2B5EF4-FFF2-40B4-BE49-F238E27FC236}">
                <a16:creationId xmlns:a16="http://schemas.microsoft.com/office/drawing/2014/main" id="{EB0E5599-4D7D-4580-9DE7-6D7373206A3E}"/>
              </a:ext>
            </a:extLst>
          </p:cNvPr>
          <p:cNvSpPr>
            <a:spLocks noGrp="1"/>
          </p:cNvSpPr>
          <p:nvPr/>
        </p:nvSpPr>
        <p:spPr>
          <a:xfrm>
            <a:off x="1781175" y="4705350"/>
            <a:ext cx="809625" cy="809625"/>
          </a:xfrm>
          <a:prstGeom prst="rect">
            <a:avLst/>
          </a:prstGeom>
          <a:solidFill>
            <a:srgbClr val="FFFFFF"/>
          </a:solidFill>
          <a:ln w="7144">
            <a:solidFill>
              <a:srgbClr val="98A1AA"/>
            </a:solidFill>
          </a:ln>
        </p:spPr>
      </p:sp>
      <p:sp>
        <p:nvSpPr>
          <p:cNvPr id="34" name="pixel-value-1355">
            <a:extLst>
              <a:ext uri="{FF2B5EF4-FFF2-40B4-BE49-F238E27FC236}">
                <a16:creationId xmlns:a16="http://schemas.microsoft.com/office/drawing/2014/main" id="{3FCA7679-982C-4E82-A350-26C99793AC97}"/>
              </a:ext>
            </a:extLst>
          </p:cNvPr>
          <p:cNvSpPr>
            <a:spLocks noGrp="1"/>
          </p:cNvSpPr>
          <p:nvPr/>
        </p:nvSpPr>
        <p:spPr>
          <a:xfrm>
            <a:off x="178117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356">
            <a:extLst>
              <a:ext uri="{FF2B5EF4-FFF2-40B4-BE49-F238E27FC236}">
                <a16:creationId xmlns:a16="http://schemas.microsoft.com/office/drawing/2014/main" id="{D13AA3C2-2222-48F1-A998-3154D9BAABE6}"/>
              </a:ext>
            </a:extLst>
          </p:cNvPr>
          <p:cNvSpPr>
            <a:spLocks noGrp="1"/>
          </p:cNvSpPr>
          <p:nvPr/>
        </p:nvSpPr>
        <p:spPr>
          <a:xfrm>
            <a:off x="2590800" y="4705350"/>
            <a:ext cx="809625" cy="809625"/>
          </a:xfrm>
          <a:prstGeom prst="rect">
            <a:avLst/>
          </a:prstGeom>
          <a:solidFill>
            <a:srgbClr val="FFFFFF"/>
          </a:solidFill>
          <a:ln w="7144">
            <a:solidFill>
              <a:srgbClr val="98A1AA"/>
            </a:solidFill>
          </a:ln>
        </p:spPr>
      </p:sp>
      <p:sp>
        <p:nvSpPr>
          <p:cNvPr id="36" name="pixel-value-1357">
            <a:extLst>
              <a:ext uri="{FF2B5EF4-FFF2-40B4-BE49-F238E27FC236}">
                <a16:creationId xmlns:a16="http://schemas.microsoft.com/office/drawing/2014/main" id="{0EA20FCA-3268-4FEF-99A9-F0C999FED23F}"/>
              </a:ext>
            </a:extLst>
          </p:cNvPr>
          <p:cNvSpPr>
            <a:spLocks noGrp="1"/>
          </p:cNvSpPr>
          <p:nvPr/>
        </p:nvSpPr>
        <p:spPr>
          <a:xfrm>
            <a:off x="259080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358">
            <a:extLst>
              <a:ext uri="{FF2B5EF4-FFF2-40B4-BE49-F238E27FC236}">
                <a16:creationId xmlns:a16="http://schemas.microsoft.com/office/drawing/2014/main" id="{26ABC5AE-2B3C-4E1E-9D45-5F57B1259760}"/>
              </a:ext>
            </a:extLst>
          </p:cNvPr>
          <p:cNvSpPr>
            <a:spLocks noGrp="1"/>
          </p:cNvSpPr>
          <p:nvPr/>
        </p:nvSpPr>
        <p:spPr>
          <a:xfrm>
            <a:off x="3400425" y="4705350"/>
            <a:ext cx="809625" cy="809625"/>
          </a:xfrm>
          <a:prstGeom prst="rect">
            <a:avLst/>
          </a:prstGeom>
          <a:solidFill>
            <a:srgbClr val="FFFFFF"/>
          </a:solidFill>
          <a:ln w="7144">
            <a:solidFill>
              <a:srgbClr val="98A1AA"/>
            </a:solidFill>
          </a:ln>
        </p:spPr>
      </p:sp>
      <p:sp>
        <p:nvSpPr>
          <p:cNvPr id="38" name="pixel-value-1359">
            <a:extLst>
              <a:ext uri="{FF2B5EF4-FFF2-40B4-BE49-F238E27FC236}">
                <a16:creationId xmlns:a16="http://schemas.microsoft.com/office/drawing/2014/main" id="{347C289E-0FF6-41B7-AD58-193C43651115}"/>
              </a:ext>
            </a:extLst>
          </p:cNvPr>
          <p:cNvSpPr>
            <a:spLocks noGrp="1"/>
          </p:cNvSpPr>
          <p:nvPr/>
        </p:nvSpPr>
        <p:spPr>
          <a:xfrm>
            <a:off x="340042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1360">
            <a:extLst>
              <a:ext uri="{FF2B5EF4-FFF2-40B4-BE49-F238E27FC236}">
                <a16:creationId xmlns:a16="http://schemas.microsoft.com/office/drawing/2014/main" id="{5B53E337-8346-42BE-81EA-EC890C601F10}"/>
              </a:ext>
            </a:extLst>
          </p:cNvPr>
          <p:cNvSpPr>
            <a:spLocks noGrp="1"/>
          </p:cNvSpPr>
          <p:nvPr/>
        </p:nvSpPr>
        <p:spPr>
          <a:xfrm>
            <a:off x="666750" y="24545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1361">
            <a:extLst>
              <a:ext uri="{FF2B5EF4-FFF2-40B4-BE49-F238E27FC236}">
                <a16:creationId xmlns:a16="http://schemas.microsoft.com/office/drawing/2014/main" id="{5312C84B-2E65-458A-BE6F-668E1A2E6058}"/>
              </a:ext>
            </a:extLst>
          </p:cNvPr>
          <p:cNvSpPr>
            <a:spLocks noGrp="1"/>
          </p:cNvSpPr>
          <p:nvPr/>
        </p:nvSpPr>
        <p:spPr>
          <a:xfrm>
            <a:off x="97155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1362">
            <a:extLst>
              <a:ext uri="{FF2B5EF4-FFF2-40B4-BE49-F238E27FC236}">
                <a16:creationId xmlns:a16="http://schemas.microsoft.com/office/drawing/2014/main" id="{53AD322E-C1BD-4DCC-A25B-95D574FC61BF}"/>
              </a:ext>
            </a:extLst>
          </p:cNvPr>
          <p:cNvSpPr>
            <a:spLocks noGrp="1"/>
          </p:cNvSpPr>
          <p:nvPr/>
        </p:nvSpPr>
        <p:spPr>
          <a:xfrm>
            <a:off x="666750" y="326421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1363">
            <a:extLst>
              <a:ext uri="{FF2B5EF4-FFF2-40B4-BE49-F238E27FC236}">
                <a16:creationId xmlns:a16="http://schemas.microsoft.com/office/drawing/2014/main" id="{8DBA63BB-4BC7-4A30-9606-C8F57A44C823}"/>
              </a:ext>
            </a:extLst>
          </p:cNvPr>
          <p:cNvSpPr>
            <a:spLocks noGrp="1"/>
          </p:cNvSpPr>
          <p:nvPr/>
        </p:nvSpPr>
        <p:spPr>
          <a:xfrm>
            <a:off x="178117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1364">
            <a:extLst>
              <a:ext uri="{FF2B5EF4-FFF2-40B4-BE49-F238E27FC236}">
                <a16:creationId xmlns:a16="http://schemas.microsoft.com/office/drawing/2014/main" id="{4341DA65-C7FB-4DDC-84C9-19F0BEF1172E}"/>
              </a:ext>
            </a:extLst>
          </p:cNvPr>
          <p:cNvSpPr>
            <a:spLocks noGrp="1"/>
          </p:cNvSpPr>
          <p:nvPr/>
        </p:nvSpPr>
        <p:spPr>
          <a:xfrm>
            <a:off x="666750" y="40738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1365">
            <a:extLst>
              <a:ext uri="{FF2B5EF4-FFF2-40B4-BE49-F238E27FC236}">
                <a16:creationId xmlns:a16="http://schemas.microsoft.com/office/drawing/2014/main" id="{0CA13BDD-D7BD-4858-82C6-3C2CE6BE077B}"/>
              </a:ext>
            </a:extLst>
          </p:cNvPr>
          <p:cNvSpPr>
            <a:spLocks noGrp="1"/>
          </p:cNvSpPr>
          <p:nvPr/>
        </p:nvSpPr>
        <p:spPr>
          <a:xfrm>
            <a:off x="259080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1366">
            <a:extLst>
              <a:ext uri="{FF2B5EF4-FFF2-40B4-BE49-F238E27FC236}">
                <a16:creationId xmlns:a16="http://schemas.microsoft.com/office/drawing/2014/main" id="{7F16D50F-892D-49B1-A524-93910D166B80}"/>
              </a:ext>
            </a:extLst>
          </p:cNvPr>
          <p:cNvSpPr>
            <a:spLocks noGrp="1"/>
          </p:cNvSpPr>
          <p:nvPr/>
        </p:nvSpPr>
        <p:spPr>
          <a:xfrm>
            <a:off x="666750" y="488346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1367">
            <a:extLst>
              <a:ext uri="{FF2B5EF4-FFF2-40B4-BE49-F238E27FC236}">
                <a16:creationId xmlns:a16="http://schemas.microsoft.com/office/drawing/2014/main" id="{FAF0F423-6F33-4F8B-9F88-B54952F7C0CE}"/>
              </a:ext>
            </a:extLst>
          </p:cNvPr>
          <p:cNvSpPr>
            <a:spLocks noGrp="1"/>
          </p:cNvSpPr>
          <p:nvPr/>
        </p:nvSpPr>
        <p:spPr>
          <a:xfrm>
            <a:off x="340042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1368">
            <a:extLst>
              <a:ext uri="{FF2B5EF4-FFF2-40B4-BE49-F238E27FC236}">
                <a16:creationId xmlns:a16="http://schemas.microsoft.com/office/drawing/2014/main" id="{71B0B2DB-C4B0-4592-8BBE-9725E299A590}"/>
              </a:ext>
            </a:extLst>
          </p:cNvPr>
          <p:cNvSpPr>
            <a:spLocks noGrp="1"/>
          </p:cNvSpPr>
          <p:nvPr/>
        </p:nvSpPr>
        <p:spPr>
          <a:xfrm>
            <a:off x="971550" y="5705475"/>
            <a:ext cx="32385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1369">
            <a:extLst>
              <a:ext uri="{FF2B5EF4-FFF2-40B4-BE49-F238E27FC236}">
                <a16:creationId xmlns:a16="http://schemas.microsoft.com/office/drawing/2014/main" id="{B47C5A77-B826-4420-AA1C-378A26E979F0}"/>
              </a:ext>
            </a:extLst>
          </p:cNvPr>
          <p:cNvSpPr>
            <a:spLocks noGrp="1"/>
          </p:cNvSpPr>
          <p:nvPr/>
        </p:nvSpPr>
        <p:spPr>
          <a:xfrm>
            <a:off x="2581275" y="2276475"/>
            <a:ext cx="19050" cy="3238500"/>
          </a:xfrm>
          <a:prstGeom prst="rect">
            <a:avLst/>
          </a:prstGeom>
          <a:solidFill>
            <a:srgbClr val="146995"/>
          </a:solidFill>
          <a:ln w="0">
            <a:noFill/>
          </a:ln>
        </p:spPr>
      </p:sp>
      <p:sp>
        <p:nvSpPr>
          <p:cNvPr id="49" name="line-1370">
            <a:extLst>
              <a:ext uri="{FF2B5EF4-FFF2-40B4-BE49-F238E27FC236}">
                <a16:creationId xmlns:a16="http://schemas.microsoft.com/office/drawing/2014/main" id="{005E94E7-81B4-4657-A14A-69AA1619D74C}"/>
              </a:ext>
            </a:extLst>
          </p:cNvPr>
          <p:cNvSpPr>
            <a:spLocks noGrp="1"/>
          </p:cNvSpPr>
          <p:nvPr/>
        </p:nvSpPr>
        <p:spPr>
          <a:xfrm>
            <a:off x="971550" y="3886200"/>
            <a:ext cx="3238500" cy="19050"/>
          </a:xfrm>
          <a:prstGeom prst="rect">
            <a:avLst/>
          </a:prstGeom>
          <a:solidFill>
            <a:srgbClr val="146995"/>
          </a:solidFill>
          <a:ln w="0">
            <a:noFill/>
          </a:ln>
        </p:spPr>
      </p:sp>
      <p:sp>
        <p:nvSpPr>
          <p:cNvPr id="50" name="prose-1371">
            <a:extLst>
              <a:ext uri="{FF2B5EF4-FFF2-40B4-BE49-F238E27FC236}">
                <a16:creationId xmlns:a16="http://schemas.microsoft.com/office/drawing/2014/main" id="{8AAAE4D1-B1A2-4B78-9F29-22CC887E29F8}"/>
              </a:ext>
            </a:extLst>
          </p:cNvPr>
          <p:cNvSpPr>
            <a:spLocks noGrp="1"/>
          </p:cNvSpPr>
          <p:nvPr/>
        </p:nvSpPr>
        <p:spPr>
          <a:xfrm>
            <a:off x="6229350" y="2057400"/>
            <a:ext cx="5353050" cy="37338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 표현: ((0001)000)</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첫 2×2: (0001)</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네 픽셀을 0, 0, 0, 1로</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나머지 2×2 세 영역: 0, 0, 0</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각 영역 전체를 흰색으로</a:t>
            </a:r>
          </a:p>
        </p:txBody>
      </p:sp>
      <p:sp>
        <p:nvSpPr>
          <p:cNvPr id="51" name="banner-1372">
            <a:extLst>
              <a:ext uri="{FF2B5EF4-FFF2-40B4-BE49-F238E27FC236}">
                <a16:creationId xmlns:a16="http://schemas.microsoft.com/office/drawing/2014/main" id="{9C5F8D37-9FBF-4691-B198-015703376ABD}"/>
              </a:ext>
            </a:extLst>
          </p:cNvPr>
          <p:cNvSpPr>
            <a:spLocks noGrp="1"/>
          </p:cNvSpPr>
          <p:nvPr/>
        </p:nvSpPr>
        <p:spPr>
          <a:xfrm>
            <a:off x="6229350" y="5334000"/>
            <a:ext cx="5353050" cy="628650"/>
          </a:xfrm>
          <a:prstGeom prst="rect">
            <a:avLst/>
          </a:prstGeom>
          <a:solidFill>
            <a:srgbClr val="ECF5FA"/>
          </a:solidFill>
          <a:ln w="9525">
            <a:solidFill>
              <a:srgbClr val="146995"/>
            </a:solidFill>
          </a:ln>
        </p:spPr>
      </p:sp>
      <p:sp>
        <p:nvSpPr>
          <p:cNvPr id="52" name="banner-text-1373">
            <a:extLst>
              <a:ext uri="{FF2B5EF4-FFF2-40B4-BE49-F238E27FC236}">
                <a16:creationId xmlns:a16="http://schemas.microsoft.com/office/drawing/2014/main" id="{7E41E2A8-1B1E-4954-A73F-F03B5D32D4AF}"/>
              </a:ext>
            </a:extLst>
          </p:cNvPr>
          <p:cNvSpPr>
            <a:spLocks noGrp="1"/>
          </p:cNvSpPr>
          <p:nvPr/>
        </p:nvSpPr>
        <p:spPr>
          <a:xfrm>
            <a:off x="6400800" y="5486400"/>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행 5, 열 1의 검은 칸도 복원!</a:t>
            </a:r>
          </a:p>
        </p:txBody>
      </p:sp>
      <p:sp>
        <p:nvSpPr>
          <p:cNvPr id="53" name="caption">
            <a:extLst>
              <a:ext uri="{FF2B5EF4-FFF2-40B4-BE49-F238E27FC236}">
                <a16:creationId xmlns:a16="http://schemas.microsoft.com/office/drawing/2014/main" id="{74BE481F-7A62-4518-AEE9-28E1B3A1D77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닫는 괄호를 만나면, 그 괄호가 시작한 부모 영역으로 돌아옵니다.</a:t>
            </a:r>
          </a:p>
        </p:txBody>
      </p:sp>
    </p:spTree>
    <p:extLst>
      <p:ext uri="{BB962C8B-B14F-4D97-AF65-F5344CB8AC3E}">
        <p14:creationId xmlns:p14="http://schemas.microsoft.com/office/powerpoint/2010/main" val="22843376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0F4BDE7A-C39F-40C6-83CA-17843DA109E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9688ED3C-54C1-43C8-8267-3A02B8F7A2B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50AD2E0-4ABF-4EB9-A650-767FB664E5E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③: 마지막 0을 채우면 원본과 같습니다</a:t>
            </a:r>
          </a:p>
        </p:txBody>
      </p:sp>
      <p:sp>
        <p:nvSpPr>
          <p:cNvPr id="4" name="line-1374">
            <a:extLst>
              <a:ext uri="{FF2B5EF4-FFF2-40B4-BE49-F238E27FC236}">
                <a16:creationId xmlns:a16="http://schemas.microsoft.com/office/drawing/2014/main" id="{1AEA888B-3D55-442D-9436-048496A6759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127940BC-C3E5-4371-96AF-8566F050CD7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ECD76E-CAB6-4E1C-9FD0-5F4CF101C2B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201</a:t>
            </a:r>
            <a:endParaRPr sz="1050" b="0">
              <a:solidFill>
                <a:srgbClr val="151515"/>
              </a:solidFill>
              <a:latin typeface="Consolas"/>
              <a:ea typeface="Consolas"/>
              <a:cs typeface="Consolas"/>
            </a:endParaRPr>
          </a:p>
        </p:txBody>
      </p:sp>
      <p:sp>
        <p:nvSpPr>
          <p:cNvPr id="7" name="pixel-1375">
            <a:extLst>
              <a:ext uri="{FF2B5EF4-FFF2-40B4-BE49-F238E27FC236}">
                <a16:creationId xmlns:a16="http://schemas.microsoft.com/office/drawing/2014/main" id="{E4FE421C-F726-4137-AE15-D9F708B80D6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376">
            <a:extLst>
              <a:ext uri="{FF2B5EF4-FFF2-40B4-BE49-F238E27FC236}">
                <a16:creationId xmlns:a16="http://schemas.microsoft.com/office/drawing/2014/main" id="{6FD5456B-A011-4BEC-BB44-071ED747CD82}"/>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377">
            <a:extLst>
              <a:ext uri="{FF2B5EF4-FFF2-40B4-BE49-F238E27FC236}">
                <a16:creationId xmlns:a16="http://schemas.microsoft.com/office/drawing/2014/main" id="{4E0DEC81-39CA-4074-9D8F-A18F7E5DA566}"/>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378">
            <a:extLst>
              <a:ext uri="{FF2B5EF4-FFF2-40B4-BE49-F238E27FC236}">
                <a16:creationId xmlns:a16="http://schemas.microsoft.com/office/drawing/2014/main" id="{6015CF96-033C-4DAE-AEA1-DF4C1F5A031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379">
            <a:extLst>
              <a:ext uri="{FF2B5EF4-FFF2-40B4-BE49-F238E27FC236}">
                <a16:creationId xmlns:a16="http://schemas.microsoft.com/office/drawing/2014/main" id="{19C4B598-D1DC-42A9-A553-23B4985DA19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380">
            <a:extLst>
              <a:ext uri="{FF2B5EF4-FFF2-40B4-BE49-F238E27FC236}">
                <a16:creationId xmlns:a16="http://schemas.microsoft.com/office/drawing/2014/main" id="{272C7EC0-B623-468F-AE06-323A3497515A}"/>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381">
            <a:extLst>
              <a:ext uri="{FF2B5EF4-FFF2-40B4-BE49-F238E27FC236}">
                <a16:creationId xmlns:a16="http://schemas.microsoft.com/office/drawing/2014/main" id="{27B1D5AA-2F33-44A5-B6FE-77B2D51ACAC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382">
            <a:extLst>
              <a:ext uri="{FF2B5EF4-FFF2-40B4-BE49-F238E27FC236}">
                <a16:creationId xmlns:a16="http://schemas.microsoft.com/office/drawing/2014/main" id="{2B351846-7837-423E-857B-0ED6A447E598}"/>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383">
            <a:extLst>
              <a:ext uri="{FF2B5EF4-FFF2-40B4-BE49-F238E27FC236}">
                <a16:creationId xmlns:a16="http://schemas.microsoft.com/office/drawing/2014/main" id="{6D028EE5-306A-4392-8CF0-AA6F87FF3B4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384">
            <a:extLst>
              <a:ext uri="{FF2B5EF4-FFF2-40B4-BE49-F238E27FC236}">
                <a16:creationId xmlns:a16="http://schemas.microsoft.com/office/drawing/2014/main" id="{7F03F297-3DFE-452A-BAD9-F3EC28FBDAEE}"/>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385">
            <a:extLst>
              <a:ext uri="{FF2B5EF4-FFF2-40B4-BE49-F238E27FC236}">
                <a16:creationId xmlns:a16="http://schemas.microsoft.com/office/drawing/2014/main" id="{A90306C5-6A0E-4D78-A91D-5F56C26F54DD}"/>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386">
            <a:extLst>
              <a:ext uri="{FF2B5EF4-FFF2-40B4-BE49-F238E27FC236}">
                <a16:creationId xmlns:a16="http://schemas.microsoft.com/office/drawing/2014/main" id="{9D371552-E737-48D1-926C-6C11B9C30BF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387">
            <a:extLst>
              <a:ext uri="{FF2B5EF4-FFF2-40B4-BE49-F238E27FC236}">
                <a16:creationId xmlns:a16="http://schemas.microsoft.com/office/drawing/2014/main" id="{A5684160-7E7C-481E-B50B-541FF10A8FC0}"/>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388">
            <a:extLst>
              <a:ext uri="{FF2B5EF4-FFF2-40B4-BE49-F238E27FC236}">
                <a16:creationId xmlns:a16="http://schemas.microsoft.com/office/drawing/2014/main" id="{FC8A8A35-11A8-4EBB-9FA8-897F2CC56919}"/>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389">
            <a:extLst>
              <a:ext uri="{FF2B5EF4-FFF2-40B4-BE49-F238E27FC236}">
                <a16:creationId xmlns:a16="http://schemas.microsoft.com/office/drawing/2014/main" id="{08DCCF02-8488-44F6-BB84-FA6064C826F8}"/>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390">
            <a:extLst>
              <a:ext uri="{FF2B5EF4-FFF2-40B4-BE49-F238E27FC236}">
                <a16:creationId xmlns:a16="http://schemas.microsoft.com/office/drawing/2014/main" id="{4444284D-8C18-4D33-98B2-14E00DA98BC0}"/>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391">
            <a:extLst>
              <a:ext uri="{FF2B5EF4-FFF2-40B4-BE49-F238E27FC236}">
                <a16:creationId xmlns:a16="http://schemas.microsoft.com/office/drawing/2014/main" id="{D7CF2A5B-C158-4A6C-B9EA-ED263288CF0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392">
            <a:extLst>
              <a:ext uri="{FF2B5EF4-FFF2-40B4-BE49-F238E27FC236}">
                <a16:creationId xmlns:a16="http://schemas.microsoft.com/office/drawing/2014/main" id="{4E7801BC-1CB7-4922-AF30-D2BBD83CF44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393">
            <a:extLst>
              <a:ext uri="{FF2B5EF4-FFF2-40B4-BE49-F238E27FC236}">
                <a16:creationId xmlns:a16="http://schemas.microsoft.com/office/drawing/2014/main" id="{677898B3-E55F-43D1-9508-D85285D9E4D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394">
            <a:extLst>
              <a:ext uri="{FF2B5EF4-FFF2-40B4-BE49-F238E27FC236}">
                <a16:creationId xmlns:a16="http://schemas.microsoft.com/office/drawing/2014/main" id="{CEE95288-A1BF-43D0-B5D4-E3AC24050761}"/>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395">
            <a:extLst>
              <a:ext uri="{FF2B5EF4-FFF2-40B4-BE49-F238E27FC236}">
                <a16:creationId xmlns:a16="http://schemas.microsoft.com/office/drawing/2014/main" id="{56DCED29-4569-4EA7-9F96-50E42BC9A8B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396">
            <a:extLst>
              <a:ext uri="{FF2B5EF4-FFF2-40B4-BE49-F238E27FC236}">
                <a16:creationId xmlns:a16="http://schemas.microsoft.com/office/drawing/2014/main" id="{701F60E6-3982-4FF2-9E38-F8327EC6E2D8}"/>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397">
            <a:extLst>
              <a:ext uri="{FF2B5EF4-FFF2-40B4-BE49-F238E27FC236}">
                <a16:creationId xmlns:a16="http://schemas.microsoft.com/office/drawing/2014/main" id="{8F853BFE-F1A2-4357-A5D3-29E78911D3F0}"/>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398">
            <a:extLst>
              <a:ext uri="{FF2B5EF4-FFF2-40B4-BE49-F238E27FC236}">
                <a16:creationId xmlns:a16="http://schemas.microsoft.com/office/drawing/2014/main" id="{34809349-D7C9-4751-96CA-5B9B9EB73FA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399">
            <a:extLst>
              <a:ext uri="{FF2B5EF4-FFF2-40B4-BE49-F238E27FC236}">
                <a16:creationId xmlns:a16="http://schemas.microsoft.com/office/drawing/2014/main" id="{ADA64B75-5FEA-4112-9EC7-2D43CACE0B76}"/>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400">
            <a:extLst>
              <a:ext uri="{FF2B5EF4-FFF2-40B4-BE49-F238E27FC236}">
                <a16:creationId xmlns:a16="http://schemas.microsoft.com/office/drawing/2014/main" id="{A15A085F-A420-4DE2-A7BA-E09B1F83F5DB}"/>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401">
            <a:extLst>
              <a:ext uri="{FF2B5EF4-FFF2-40B4-BE49-F238E27FC236}">
                <a16:creationId xmlns:a16="http://schemas.microsoft.com/office/drawing/2014/main" id="{672AD654-1BC5-4A3B-AEE9-1AD13118B19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402">
            <a:extLst>
              <a:ext uri="{FF2B5EF4-FFF2-40B4-BE49-F238E27FC236}">
                <a16:creationId xmlns:a16="http://schemas.microsoft.com/office/drawing/2014/main" id="{1727D7A4-9200-4091-9092-BBF194E652A1}"/>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403">
            <a:extLst>
              <a:ext uri="{FF2B5EF4-FFF2-40B4-BE49-F238E27FC236}">
                <a16:creationId xmlns:a16="http://schemas.microsoft.com/office/drawing/2014/main" id="{0D085812-20BB-4A2C-A809-E7EFE215779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404">
            <a:extLst>
              <a:ext uri="{FF2B5EF4-FFF2-40B4-BE49-F238E27FC236}">
                <a16:creationId xmlns:a16="http://schemas.microsoft.com/office/drawing/2014/main" id="{3DD4EAE5-9439-409A-AF6D-31EFADEF0BBE}"/>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405">
            <a:extLst>
              <a:ext uri="{FF2B5EF4-FFF2-40B4-BE49-F238E27FC236}">
                <a16:creationId xmlns:a16="http://schemas.microsoft.com/office/drawing/2014/main" id="{163EE53B-CBF9-4B81-A70A-EB0479068A92}"/>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406">
            <a:extLst>
              <a:ext uri="{FF2B5EF4-FFF2-40B4-BE49-F238E27FC236}">
                <a16:creationId xmlns:a16="http://schemas.microsoft.com/office/drawing/2014/main" id="{A09A719D-F055-4326-AC54-2B0674D368B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407">
            <a:extLst>
              <a:ext uri="{FF2B5EF4-FFF2-40B4-BE49-F238E27FC236}">
                <a16:creationId xmlns:a16="http://schemas.microsoft.com/office/drawing/2014/main" id="{3CA2A8A1-6B59-4671-86BF-0733BAE818E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408">
            <a:extLst>
              <a:ext uri="{FF2B5EF4-FFF2-40B4-BE49-F238E27FC236}">
                <a16:creationId xmlns:a16="http://schemas.microsoft.com/office/drawing/2014/main" id="{FD1210BB-9228-4532-9702-3EBCFAB23FCF}"/>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409">
            <a:extLst>
              <a:ext uri="{FF2B5EF4-FFF2-40B4-BE49-F238E27FC236}">
                <a16:creationId xmlns:a16="http://schemas.microsoft.com/office/drawing/2014/main" id="{0562A174-981F-4069-929D-756D362E3D58}"/>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410">
            <a:extLst>
              <a:ext uri="{FF2B5EF4-FFF2-40B4-BE49-F238E27FC236}">
                <a16:creationId xmlns:a16="http://schemas.microsoft.com/office/drawing/2014/main" id="{E9792644-22AC-484E-A185-D7CEE0AE899B}"/>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411">
            <a:extLst>
              <a:ext uri="{FF2B5EF4-FFF2-40B4-BE49-F238E27FC236}">
                <a16:creationId xmlns:a16="http://schemas.microsoft.com/office/drawing/2014/main" id="{A080C8A8-3148-4992-BF74-FC80A1A7702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412">
            <a:extLst>
              <a:ext uri="{FF2B5EF4-FFF2-40B4-BE49-F238E27FC236}">
                <a16:creationId xmlns:a16="http://schemas.microsoft.com/office/drawing/2014/main" id="{613FF85D-D52A-46D0-8E51-063579B6AA3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413">
            <a:extLst>
              <a:ext uri="{FF2B5EF4-FFF2-40B4-BE49-F238E27FC236}">
                <a16:creationId xmlns:a16="http://schemas.microsoft.com/office/drawing/2014/main" id="{C8D49896-597B-4792-B150-9566D351C0A2}"/>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414">
            <a:extLst>
              <a:ext uri="{FF2B5EF4-FFF2-40B4-BE49-F238E27FC236}">
                <a16:creationId xmlns:a16="http://schemas.microsoft.com/office/drawing/2014/main" id="{F2AFEC7C-DB9A-4691-BEBD-C475A5948102}"/>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415">
            <a:extLst>
              <a:ext uri="{FF2B5EF4-FFF2-40B4-BE49-F238E27FC236}">
                <a16:creationId xmlns:a16="http://schemas.microsoft.com/office/drawing/2014/main" id="{52DCC5B2-59DE-49FA-9EEA-26ABA410C689}"/>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416">
            <a:extLst>
              <a:ext uri="{FF2B5EF4-FFF2-40B4-BE49-F238E27FC236}">
                <a16:creationId xmlns:a16="http://schemas.microsoft.com/office/drawing/2014/main" id="{4213BCED-C4BD-44D5-8685-F559A6A3F18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417">
            <a:extLst>
              <a:ext uri="{FF2B5EF4-FFF2-40B4-BE49-F238E27FC236}">
                <a16:creationId xmlns:a16="http://schemas.microsoft.com/office/drawing/2014/main" id="{E1F9A732-6584-491C-B776-98CC28CCBF4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418">
            <a:extLst>
              <a:ext uri="{FF2B5EF4-FFF2-40B4-BE49-F238E27FC236}">
                <a16:creationId xmlns:a16="http://schemas.microsoft.com/office/drawing/2014/main" id="{97AB2919-C7F0-4A27-8C10-F38C72D33C6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419">
            <a:extLst>
              <a:ext uri="{FF2B5EF4-FFF2-40B4-BE49-F238E27FC236}">
                <a16:creationId xmlns:a16="http://schemas.microsoft.com/office/drawing/2014/main" id="{A0148860-930E-49D9-BEFB-468FC0AC076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420">
            <a:extLst>
              <a:ext uri="{FF2B5EF4-FFF2-40B4-BE49-F238E27FC236}">
                <a16:creationId xmlns:a16="http://schemas.microsoft.com/office/drawing/2014/main" id="{0966634E-7AB2-42A3-B097-72A49A8F4C1E}"/>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421">
            <a:extLst>
              <a:ext uri="{FF2B5EF4-FFF2-40B4-BE49-F238E27FC236}">
                <a16:creationId xmlns:a16="http://schemas.microsoft.com/office/drawing/2014/main" id="{5E8DE08B-5C0B-49EF-89A3-0C57C7A74B0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422">
            <a:extLst>
              <a:ext uri="{FF2B5EF4-FFF2-40B4-BE49-F238E27FC236}">
                <a16:creationId xmlns:a16="http://schemas.microsoft.com/office/drawing/2014/main" id="{3B6A8E92-0790-41E1-9F93-2C87ECD6598E}"/>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423">
            <a:extLst>
              <a:ext uri="{FF2B5EF4-FFF2-40B4-BE49-F238E27FC236}">
                <a16:creationId xmlns:a16="http://schemas.microsoft.com/office/drawing/2014/main" id="{EDFC6DEF-E4CB-46C0-8E8E-13564C63DDD5}"/>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424">
            <a:extLst>
              <a:ext uri="{FF2B5EF4-FFF2-40B4-BE49-F238E27FC236}">
                <a16:creationId xmlns:a16="http://schemas.microsoft.com/office/drawing/2014/main" id="{A04AF00D-5BAA-4ED2-822D-1338E796B53C}"/>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425">
            <a:extLst>
              <a:ext uri="{FF2B5EF4-FFF2-40B4-BE49-F238E27FC236}">
                <a16:creationId xmlns:a16="http://schemas.microsoft.com/office/drawing/2014/main" id="{238E8B01-B185-4D3C-BDEB-8B39F62B373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426">
            <a:extLst>
              <a:ext uri="{FF2B5EF4-FFF2-40B4-BE49-F238E27FC236}">
                <a16:creationId xmlns:a16="http://schemas.microsoft.com/office/drawing/2014/main" id="{141022EF-DAC9-4C4C-A999-83B3B518D33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427">
            <a:extLst>
              <a:ext uri="{FF2B5EF4-FFF2-40B4-BE49-F238E27FC236}">
                <a16:creationId xmlns:a16="http://schemas.microsoft.com/office/drawing/2014/main" id="{B4917AE2-B266-4458-9B0B-5DF3E6ACE3C5}"/>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428">
            <a:extLst>
              <a:ext uri="{FF2B5EF4-FFF2-40B4-BE49-F238E27FC236}">
                <a16:creationId xmlns:a16="http://schemas.microsoft.com/office/drawing/2014/main" id="{FE655E95-1CF0-4630-A22C-DC5C94689EA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429">
            <a:extLst>
              <a:ext uri="{FF2B5EF4-FFF2-40B4-BE49-F238E27FC236}">
                <a16:creationId xmlns:a16="http://schemas.microsoft.com/office/drawing/2014/main" id="{A33D4B51-6A94-49AC-9BE5-9E0DA84D50C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430">
            <a:extLst>
              <a:ext uri="{FF2B5EF4-FFF2-40B4-BE49-F238E27FC236}">
                <a16:creationId xmlns:a16="http://schemas.microsoft.com/office/drawing/2014/main" id="{43A8B1D0-3DF3-4C00-8860-432589EBF806}"/>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431">
            <a:extLst>
              <a:ext uri="{FF2B5EF4-FFF2-40B4-BE49-F238E27FC236}">
                <a16:creationId xmlns:a16="http://schemas.microsoft.com/office/drawing/2014/main" id="{ACFDF5CA-5189-4F1C-9F88-2B8DDD3A8162}"/>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432">
            <a:extLst>
              <a:ext uri="{FF2B5EF4-FFF2-40B4-BE49-F238E27FC236}">
                <a16:creationId xmlns:a16="http://schemas.microsoft.com/office/drawing/2014/main" id="{B27AA409-7502-4793-BBED-F4913AD38142}"/>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433">
            <a:extLst>
              <a:ext uri="{FF2B5EF4-FFF2-40B4-BE49-F238E27FC236}">
                <a16:creationId xmlns:a16="http://schemas.microsoft.com/office/drawing/2014/main" id="{EDDCF59B-B3E4-4EA4-835D-B32C9413667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434">
            <a:extLst>
              <a:ext uri="{FF2B5EF4-FFF2-40B4-BE49-F238E27FC236}">
                <a16:creationId xmlns:a16="http://schemas.microsoft.com/office/drawing/2014/main" id="{511FDAF0-8F21-4F67-BE3F-A3D939705A8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435">
            <a:extLst>
              <a:ext uri="{FF2B5EF4-FFF2-40B4-BE49-F238E27FC236}">
                <a16:creationId xmlns:a16="http://schemas.microsoft.com/office/drawing/2014/main" id="{0530F2D6-15F4-4423-BA7B-C0C61B1A9C6A}"/>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436">
            <a:extLst>
              <a:ext uri="{FF2B5EF4-FFF2-40B4-BE49-F238E27FC236}">
                <a16:creationId xmlns:a16="http://schemas.microsoft.com/office/drawing/2014/main" id="{F1FFD498-39AE-4976-A126-EA8FD62E49F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437">
            <a:extLst>
              <a:ext uri="{FF2B5EF4-FFF2-40B4-BE49-F238E27FC236}">
                <a16:creationId xmlns:a16="http://schemas.microsoft.com/office/drawing/2014/main" id="{62B2AA16-EF72-4B18-A306-92968DA2CE2A}"/>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438">
            <a:extLst>
              <a:ext uri="{FF2B5EF4-FFF2-40B4-BE49-F238E27FC236}">
                <a16:creationId xmlns:a16="http://schemas.microsoft.com/office/drawing/2014/main" id="{D6D6F2B8-588B-482A-BB57-11FDD3453203}"/>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439">
            <a:extLst>
              <a:ext uri="{FF2B5EF4-FFF2-40B4-BE49-F238E27FC236}">
                <a16:creationId xmlns:a16="http://schemas.microsoft.com/office/drawing/2014/main" id="{88DF2772-BD18-4662-B4DE-7FDDFD5834F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440">
            <a:extLst>
              <a:ext uri="{FF2B5EF4-FFF2-40B4-BE49-F238E27FC236}">
                <a16:creationId xmlns:a16="http://schemas.microsoft.com/office/drawing/2014/main" id="{4F364EC8-28D5-4A23-AD9A-E28857470AB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441">
            <a:extLst>
              <a:ext uri="{FF2B5EF4-FFF2-40B4-BE49-F238E27FC236}">
                <a16:creationId xmlns:a16="http://schemas.microsoft.com/office/drawing/2014/main" id="{AD9D9BEE-6282-46C1-ACBA-99CCEBAF125E}"/>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442">
            <a:extLst>
              <a:ext uri="{FF2B5EF4-FFF2-40B4-BE49-F238E27FC236}">
                <a16:creationId xmlns:a16="http://schemas.microsoft.com/office/drawing/2014/main" id="{7A8677C6-0355-4678-BD24-E8BCFC47A43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443">
            <a:extLst>
              <a:ext uri="{FF2B5EF4-FFF2-40B4-BE49-F238E27FC236}">
                <a16:creationId xmlns:a16="http://schemas.microsoft.com/office/drawing/2014/main" id="{586FB51E-A3EB-4387-B87D-2EA81760B1A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444">
            <a:extLst>
              <a:ext uri="{FF2B5EF4-FFF2-40B4-BE49-F238E27FC236}">
                <a16:creationId xmlns:a16="http://schemas.microsoft.com/office/drawing/2014/main" id="{9C678F93-61BE-4C32-B08D-9C437D6721DA}"/>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445">
            <a:extLst>
              <a:ext uri="{FF2B5EF4-FFF2-40B4-BE49-F238E27FC236}">
                <a16:creationId xmlns:a16="http://schemas.microsoft.com/office/drawing/2014/main" id="{89D20120-98C3-46C6-AAAC-018A1A990E29}"/>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446">
            <a:extLst>
              <a:ext uri="{FF2B5EF4-FFF2-40B4-BE49-F238E27FC236}">
                <a16:creationId xmlns:a16="http://schemas.microsoft.com/office/drawing/2014/main" id="{3D48785C-739D-4D98-9CA5-8CA1F53D087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447">
            <a:extLst>
              <a:ext uri="{FF2B5EF4-FFF2-40B4-BE49-F238E27FC236}">
                <a16:creationId xmlns:a16="http://schemas.microsoft.com/office/drawing/2014/main" id="{19673C42-03FC-49F1-B991-4F7E99D3885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448">
            <a:extLst>
              <a:ext uri="{FF2B5EF4-FFF2-40B4-BE49-F238E27FC236}">
                <a16:creationId xmlns:a16="http://schemas.microsoft.com/office/drawing/2014/main" id="{E32C6970-B624-4568-9B6C-C9D79CFD0CD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449">
            <a:extLst>
              <a:ext uri="{FF2B5EF4-FFF2-40B4-BE49-F238E27FC236}">
                <a16:creationId xmlns:a16="http://schemas.microsoft.com/office/drawing/2014/main" id="{BC9ECAAA-3BBE-4706-A586-0B32DECFDE0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450">
            <a:extLst>
              <a:ext uri="{FF2B5EF4-FFF2-40B4-BE49-F238E27FC236}">
                <a16:creationId xmlns:a16="http://schemas.microsoft.com/office/drawing/2014/main" id="{167F5EF8-4167-4009-B366-249917399AB1}"/>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451">
            <a:extLst>
              <a:ext uri="{FF2B5EF4-FFF2-40B4-BE49-F238E27FC236}">
                <a16:creationId xmlns:a16="http://schemas.microsoft.com/office/drawing/2014/main" id="{CE0D8655-606F-4173-9AF0-1964D463F02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452">
            <a:extLst>
              <a:ext uri="{FF2B5EF4-FFF2-40B4-BE49-F238E27FC236}">
                <a16:creationId xmlns:a16="http://schemas.microsoft.com/office/drawing/2014/main" id="{35D6C241-CF04-4E84-8633-F1025F79C1A7}"/>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453">
            <a:extLst>
              <a:ext uri="{FF2B5EF4-FFF2-40B4-BE49-F238E27FC236}">
                <a16:creationId xmlns:a16="http://schemas.microsoft.com/office/drawing/2014/main" id="{E1CF60E0-7BFB-4CCF-A75F-BC8B4DDCF705}"/>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454">
            <a:extLst>
              <a:ext uri="{FF2B5EF4-FFF2-40B4-BE49-F238E27FC236}">
                <a16:creationId xmlns:a16="http://schemas.microsoft.com/office/drawing/2014/main" id="{0FFBE5BA-D9C2-4A14-BC3C-1CEC12011F4A}"/>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455">
            <a:extLst>
              <a:ext uri="{FF2B5EF4-FFF2-40B4-BE49-F238E27FC236}">
                <a16:creationId xmlns:a16="http://schemas.microsoft.com/office/drawing/2014/main" id="{C6D34212-A15A-4EB5-8490-C0F46B19AE6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456">
            <a:extLst>
              <a:ext uri="{FF2B5EF4-FFF2-40B4-BE49-F238E27FC236}">
                <a16:creationId xmlns:a16="http://schemas.microsoft.com/office/drawing/2014/main" id="{800D9894-0B65-47C4-BA51-3592E334A571}"/>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457">
            <a:extLst>
              <a:ext uri="{FF2B5EF4-FFF2-40B4-BE49-F238E27FC236}">
                <a16:creationId xmlns:a16="http://schemas.microsoft.com/office/drawing/2014/main" id="{718B8F60-3FCD-45BC-8077-9E40C855D16D}"/>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458">
            <a:extLst>
              <a:ext uri="{FF2B5EF4-FFF2-40B4-BE49-F238E27FC236}">
                <a16:creationId xmlns:a16="http://schemas.microsoft.com/office/drawing/2014/main" id="{4CA29860-9B90-4CEA-828F-F0A6DB49AFFB}"/>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459">
            <a:extLst>
              <a:ext uri="{FF2B5EF4-FFF2-40B4-BE49-F238E27FC236}">
                <a16:creationId xmlns:a16="http://schemas.microsoft.com/office/drawing/2014/main" id="{033041D5-B3CB-4BCE-A55E-FC4A0A1ED89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460">
            <a:extLst>
              <a:ext uri="{FF2B5EF4-FFF2-40B4-BE49-F238E27FC236}">
                <a16:creationId xmlns:a16="http://schemas.microsoft.com/office/drawing/2014/main" id="{ED6662D4-914C-4E8B-830E-49029CD905CC}"/>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461">
            <a:extLst>
              <a:ext uri="{FF2B5EF4-FFF2-40B4-BE49-F238E27FC236}">
                <a16:creationId xmlns:a16="http://schemas.microsoft.com/office/drawing/2014/main" id="{1D8949BF-8FC4-4559-BADD-E8F87456E18D}"/>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462">
            <a:extLst>
              <a:ext uri="{FF2B5EF4-FFF2-40B4-BE49-F238E27FC236}">
                <a16:creationId xmlns:a16="http://schemas.microsoft.com/office/drawing/2014/main" id="{D4D95588-F1CB-4503-82A6-BB8893B501D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463">
            <a:extLst>
              <a:ext uri="{FF2B5EF4-FFF2-40B4-BE49-F238E27FC236}">
                <a16:creationId xmlns:a16="http://schemas.microsoft.com/office/drawing/2014/main" id="{DE28B2F9-6B17-445B-BB92-E485767A42F8}"/>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64">
            <a:extLst>
              <a:ext uri="{FF2B5EF4-FFF2-40B4-BE49-F238E27FC236}">
                <a16:creationId xmlns:a16="http://schemas.microsoft.com/office/drawing/2014/main" id="{05360BD7-3883-4C45-A3F7-188A2C778C3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65">
            <a:extLst>
              <a:ext uri="{FF2B5EF4-FFF2-40B4-BE49-F238E27FC236}">
                <a16:creationId xmlns:a16="http://schemas.microsoft.com/office/drawing/2014/main" id="{E0E7A2D2-B39D-4BCF-B66B-81DB2112F2C3}"/>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66">
            <a:extLst>
              <a:ext uri="{FF2B5EF4-FFF2-40B4-BE49-F238E27FC236}">
                <a16:creationId xmlns:a16="http://schemas.microsoft.com/office/drawing/2014/main" id="{D2D8499F-370B-4BD6-8257-A43425AD183F}"/>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67">
            <a:extLst>
              <a:ext uri="{FF2B5EF4-FFF2-40B4-BE49-F238E27FC236}">
                <a16:creationId xmlns:a16="http://schemas.microsoft.com/office/drawing/2014/main" id="{902B5FBA-52FF-41CB-AE7F-F226CF73E773}"/>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68">
            <a:extLst>
              <a:ext uri="{FF2B5EF4-FFF2-40B4-BE49-F238E27FC236}">
                <a16:creationId xmlns:a16="http://schemas.microsoft.com/office/drawing/2014/main" id="{D256EAA1-BC27-4C39-ADE5-C08E9331310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69">
            <a:extLst>
              <a:ext uri="{FF2B5EF4-FFF2-40B4-BE49-F238E27FC236}">
                <a16:creationId xmlns:a16="http://schemas.microsoft.com/office/drawing/2014/main" id="{077EC530-2D79-4277-845E-97ECEAE64A57}"/>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70">
            <a:extLst>
              <a:ext uri="{FF2B5EF4-FFF2-40B4-BE49-F238E27FC236}">
                <a16:creationId xmlns:a16="http://schemas.microsoft.com/office/drawing/2014/main" id="{FEE7D8A9-CB05-4A6C-BEE5-BF1950BEC82B}"/>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1">
            <a:extLst>
              <a:ext uri="{FF2B5EF4-FFF2-40B4-BE49-F238E27FC236}">
                <a16:creationId xmlns:a16="http://schemas.microsoft.com/office/drawing/2014/main" id="{2CBFED33-1D3A-4304-B10D-DD8863773901}"/>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72">
            <a:extLst>
              <a:ext uri="{FF2B5EF4-FFF2-40B4-BE49-F238E27FC236}">
                <a16:creationId xmlns:a16="http://schemas.microsoft.com/office/drawing/2014/main" id="{8210DFC0-E0F1-47B1-8360-82DE9C2137B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73">
            <a:extLst>
              <a:ext uri="{FF2B5EF4-FFF2-40B4-BE49-F238E27FC236}">
                <a16:creationId xmlns:a16="http://schemas.microsoft.com/office/drawing/2014/main" id="{976A598F-67B3-4BF0-8CEE-D846D9FEC67A}"/>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474">
            <a:extLst>
              <a:ext uri="{FF2B5EF4-FFF2-40B4-BE49-F238E27FC236}">
                <a16:creationId xmlns:a16="http://schemas.microsoft.com/office/drawing/2014/main" id="{3CA91BDF-EE27-49ED-AFF0-2E5FBE0122AB}"/>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475">
            <a:extLst>
              <a:ext uri="{FF2B5EF4-FFF2-40B4-BE49-F238E27FC236}">
                <a16:creationId xmlns:a16="http://schemas.microsoft.com/office/drawing/2014/main" id="{DF9B4815-71C0-4530-8824-4490FA506CB3}"/>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476">
            <a:extLst>
              <a:ext uri="{FF2B5EF4-FFF2-40B4-BE49-F238E27FC236}">
                <a16:creationId xmlns:a16="http://schemas.microsoft.com/office/drawing/2014/main" id="{290016BD-0F92-455C-B74B-8E4E0071893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477">
            <a:extLst>
              <a:ext uri="{FF2B5EF4-FFF2-40B4-BE49-F238E27FC236}">
                <a16:creationId xmlns:a16="http://schemas.microsoft.com/office/drawing/2014/main" id="{AE70A60E-460D-4B8B-9580-613823EA289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478">
            <a:extLst>
              <a:ext uri="{FF2B5EF4-FFF2-40B4-BE49-F238E27FC236}">
                <a16:creationId xmlns:a16="http://schemas.microsoft.com/office/drawing/2014/main" id="{763EBD2B-5542-4783-A5C8-A038756BE37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479">
            <a:extLst>
              <a:ext uri="{FF2B5EF4-FFF2-40B4-BE49-F238E27FC236}">
                <a16:creationId xmlns:a16="http://schemas.microsoft.com/office/drawing/2014/main" id="{3F2B63A5-F8B6-428C-B53D-A79B256C7FB3}"/>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480">
            <a:extLst>
              <a:ext uri="{FF2B5EF4-FFF2-40B4-BE49-F238E27FC236}">
                <a16:creationId xmlns:a16="http://schemas.microsoft.com/office/drawing/2014/main" id="{913C68E8-EDAF-466D-8A5F-0AF53FD4194E}"/>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481">
            <a:extLst>
              <a:ext uri="{FF2B5EF4-FFF2-40B4-BE49-F238E27FC236}">
                <a16:creationId xmlns:a16="http://schemas.microsoft.com/office/drawing/2014/main" id="{594EFD50-A167-454F-ABFF-4A46410EF5E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482">
            <a:extLst>
              <a:ext uri="{FF2B5EF4-FFF2-40B4-BE49-F238E27FC236}">
                <a16:creationId xmlns:a16="http://schemas.microsoft.com/office/drawing/2014/main" id="{73146720-E896-4096-A946-A7AF3AFDD1D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483">
            <a:extLst>
              <a:ext uri="{FF2B5EF4-FFF2-40B4-BE49-F238E27FC236}">
                <a16:creationId xmlns:a16="http://schemas.microsoft.com/office/drawing/2014/main" id="{75F8CEAF-600A-47F1-881D-F375D57DE01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484">
            <a:extLst>
              <a:ext uri="{FF2B5EF4-FFF2-40B4-BE49-F238E27FC236}">
                <a16:creationId xmlns:a16="http://schemas.microsoft.com/office/drawing/2014/main" id="{B58FA4F6-6D6B-44DD-8244-DE8A6804A1C1}"/>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485">
            <a:extLst>
              <a:ext uri="{FF2B5EF4-FFF2-40B4-BE49-F238E27FC236}">
                <a16:creationId xmlns:a16="http://schemas.microsoft.com/office/drawing/2014/main" id="{E4D72C14-1C57-4BB1-B05F-7880AB13060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486">
            <a:extLst>
              <a:ext uri="{FF2B5EF4-FFF2-40B4-BE49-F238E27FC236}">
                <a16:creationId xmlns:a16="http://schemas.microsoft.com/office/drawing/2014/main" id="{7108A7DD-3C49-48EF-8C44-A27E7704300B}"/>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487">
            <a:extLst>
              <a:ext uri="{FF2B5EF4-FFF2-40B4-BE49-F238E27FC236}">
                <a16:creationId xmlns:a16="http://schemas.microsoft.com/office/drawing/2014/main" id="{F9A5C4B9-7042-449F-9AF1-850CB42DF09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488">
            <a:extLst>
              <a:ext uri="{FF2B5EF4-FFF2-40B4-BE49-F238E27FC236}">
                <a16:creationId xmlns:a16="http://schemas.microsoft.com/office/drawing/2014/main" id="{22163943-E664-4A69-9483-497288FB3F8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489">
            <a:extLst>
              <a:ext uri="{FF2B5EF4-FFF2-40B4-BE49-F238E27FC236}">
                <a16:creationId xmlns:a16="http://schemas.microsoft.com/office/drawing/2014/main" id="{81CAA3FC-6550-497D-9068-583DB221F409}"/>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490">
            <a:extLst>
              <a:ext uri="{FF2B5EF4-FFF2-40B4-BE49-F238E27FC236}">
                <a16:creationId xmlns:a16="http://schemas.microsoft.com/office/drawing/2014/main" id="{33CBDFDF-F963-44D6-8675-A8C72B6253D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491">
            <a:extLst>
              <a:ext uri="{FF2B5EF4-FFF2-40B4-BE49-F238E27FC236}">
                <a16:creationId xmlns:a16="http://schemas.microsoft.com/office/drawing/2014/main" id="{6050E492-5D85-47CC-8702-AB548BD01DA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492">
            <a:extLst>
              <a:ext uri="{FF2B5EF4-FFF2-40B4-BE49-F238E27FC236}">
                <a16:creationId xmlns:a16="http://schemas.microsoft.com/office/drawing/2014/main" id="{96B12126-066C-4E61-B2FD-45980769B293}"/>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493">
            <a:extLst>
              <a:ext uri="{FF2B5EF4-FFF2-40B4-BE49-F238E27FC236}">
                <a16:creationId xmlns:a16="http://schemas.microsoft.com/office/drawing/2014/main" id="{8A2C5938-5FC1-4670-A4C8-D5161F890C1B}"/>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494">
            <a:extLst>
              <a:ext uri="{FF2B5EF4-FFF2-40B4-BE49-F238E27FC236}">
                <a16:creationId xmlns:a16="http://schemas.microsoft.com/office/drawing/2014/main" id="{41EE3626-EB1F-439F-8A6D-C9EC855FB281}"/>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495">
            <a:extLst>
              <a:ext uri="{FF2B5EF4-FFF2-40B4-BE49-F238E27FC236}">
                <a16:creationId xmlns:a16="http://schemas.microsoft.com/office/drawing/2014/main" id="{625B9076-7768-407E-85C5-F41998E454FE}"/>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496">
            <a:extLst>
              <a:ext uri="{FF2B5EF4-FFF2-40B4-BE49-F238E27FC236}">
                <a16:creationId xmlns:a16="http://schemas.microsoft.com/office/drawing/2014/main" id="{17CF8CA2-9B24-4663-8C2D-5D1AE4F3D83F}"/>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497">
            <a:extLst>
              <a:ext uri="{FF2B5EF4-FFF2-40B4-BE49-F238E27FC236}">
                <a16:creationId xmlns:a16="http://schemas.microsoft.com/office/drawing/2014/main" id="{91D7ABED-ED6C-4E88-B689-BA69DDD9D0AA}"/>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498">
            <a:extLst>
              <a:ext uri="{FF2B5EF4-FFF2-40B4-BE49-F238E27FC236}">
                <a16:creationId xmlns:a16="http://schemas.microsoft.com/office/drawing/2014/main" id="{DFDFE59B-8A23-437A-9F90-8763EAE28F61}"/>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499">
            <a:extLst>
              <a:ext uri="{FF2B5EF4-FFF2-40B4-BE49-F238E27FC236}">
                <a16:creationId xmlns:a16="http://schemas.microsoft.com/office/drawing/2014/main" id="{61AE5865-AFF5-44A7-AE9E-3F9CFF78D82E}"/>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500">
            <a:extLst>
              <a:ext uri="{FF2B5EF4-FFF2-40B4-BE49-F238E27FC236}">
                <a16:creationId xmlns:a16="http://schemas.microsoft.com/office/drawing/2014/main" id="{E0E0E39D-C084-4BD9-801B-FEA4731B10C5}"/>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501">
            <a:extLst>
              <a:ext uri="{FF2B5EF4-FFF2-40B4-BE49-F238E27FC236}">
                <a16:creationId xmlns:a16="http://schemas.microsoft.com/office/drawing/2014/main" id="{B653C999-1DCF-4518-813F-A2E1F808C045}"/>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502">
            <a:extLst>
              <a:ext uri="{FF2B5EF4-FFF2-40B4-BE49-F238E27FC236}">
                <a16:creationId xmlns:a16="http://schemas.microsoft.com/office/drawing/2014/main" id="{B9B2C64C-FCFF-43CF-8F36-F40C33BA8D15}"/>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503">
            <a:extLst>
              <a:ext uri="{FF2B5EF4-FFF2-40B4-BE49-F238E27FC236}">
                <a16:creationId xmlns:a16="http://schemas.microsoft.com/office/drawing/2014/main" id="{0AF649BF-4D2D-4FCB-AA1B-2A6A462DE930}"/>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504">
            <a:extLst>
              <a:ext uri="{FF2B5EF4-FFF2-40B4-BE49-F238E27FC236}">
                <a16:creationId xmlns:a16="http://schemas.microsoft.com/office/drawing/2014/main" id="{2CC7499B-661C-40B5-9539-62657A595DCC}"/>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505">
            <a:extLst>
              <a:ext uri="{FF2B5EF4-FFF2-40B4-BE49-F238E27FC236}">
                <a16:creationId xmlns:a16="http://schemas.microsoft.com/office/drawing/2014/main" id="{9C8AE604-4020-482B-B56B-9DE4117EA36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506">
            <a:extLst>
              <a:ext uri="{FF2B5EF4-FFF2-40B4-BE49-F238E27FC236}">
                <a16:creationId xmlns:a16="http://schemas.microsoft.com/office/drawing/2014/main" id="{29D8967B-311D-4165-9049-37F152B13EB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507">
            <a:extLst>
              <a:ext uri="{FF2B5EF4-FFF2-40B4-BE49-F238E27FC236}">
                <a16:creationId xmlns:a16="http://schemas.microsoft.com/office/drawing/2014/main" id="{87355A9E-FDC7-4C53-8638-C7702FE7E33D}"/>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508">
            <a:extLst>
              <a:ext uri="{FF2B5EF4-FFF2-40B4-BE49-F238E27FC236}">
                <a16:creationId xmlns:a16="http://schemas.microsoft.com/office/drawing/2014/main" id="{E453BDE6-3674-40F7-B689-F23868D1D09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509">
            <a:extLst>
              <a:ext uri="{FF2B5EF4-FFF2-40B4-BE49-F238E27FC236}">
                <a16:creationId xmlns:a16="http://schemas.microsoft.com/office/drawing/2014/main" id="{25C76134-90A5-4DA8-BC72-59B5B9E1950C}"/>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510">
            <a:extLst>
              <a:ext uri="{FF2B5EF4-FFF2-40B4-BE49-F238E27FC236}">
                <a16:creationId xmlns:a16="http://schemas.microsoft.com/office/drawing/2014/main" id="{92304684-19FE-4DC0-BD2F-E52C1C9984FA}"/>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511">
            <a:extLst>
              <a:ext uri="{FF2B5EF4-FFF2-40B4-BE49-F238E27FC236}">
                <a16:creationId xmlns:a16="http://schemas.microsoft.com/office/drawing/2014/main" id="{CAB184E0-A9BD-49EC-BB49-D02C5107D9FE}"/>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512">
            <a:extLst>
              <a:ext uri="{FF2B5EF4-FFF2-40B4-BE49-F238E27FC236}">
                <a16:creationId xmlns:a16="http://schemas.microsoft.com/office/drawing/2014/main" id="{197C3CD8-E002-4760-91E4-C8D0DEB5A5B7}"/>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513">
            <a:extLst>
              <a:ext uri="{FF2B5EF4-FFF2-40B4-BE49-F238E27FC236}">
                <a16:creationId xmlns:a16="http://schemas.microsoft.com/office/drawing/2014/main" id="{E1239262-C5F6-4D86-BA25-AA224890690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514">
            <a:extLst>
              <a:ext uri="{FF2B5EF4-FFF2-40B4-BE49-F238E27FC236}">
                <a16:creationId xmlns:a16="http://schemas.microsoft.com/office/drawing/2014/main" id="{3F014BCD-18E4-4D26-BCE1-F497880D9AB5}"/>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515">
            <a:extLst>
              <a:ext uri="{FF2B5EF4-FFF2-40B4-BE49-F238E27FC236}">
                <a16:creationId xmlns:a16="http://schemas.microsoft.com/office/drawing/2014/main" id="{79BF02FA-6CD9-4789-8ABC-4782951CD426}"/>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516">
            <a:extLst>
              <a:ext uri="{FF2B5EF4-FFF2-40B4-BE49-F238E27FC236}">
                <a16:creationId xmlns:a16="http://schemas.microsoft.com/office/drawing/2014/main" id="{A5852F93-BD2C-40D6-AE75-71D692544405}"/>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517">
            <a:extLst>
              <a:ext uri="{FF2B5EF4-FFF2-40B4-BE49-F238E27FC236}">
                <a16:creationId xmlns:a16="http://schemas.microsoft.com/office/drawing/2014/main" id="{6C346CB5-B714-43BD-B493-C6D3AB1D2F5C}"/>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518">
            <a:extLst>
              <a:ext uri="{FF2B5EF4-FFF2-40B4-BE49-F238E27FC236}">
                <a16:creationId xmlns:a16="http://schemas.microsoft.com/office/drawing/2014/main" id="{FB741D86-CA27-4126-BBA2-F7B620BDB505}"/>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519">
            <a:extLst>
              <a:ext uri="{FF2B5EF4-FFF2-40B4-BE49-F238E27FC236}">
                <a16:creationId xmlns:a16="http://schemas.microsoft.com/office/drawing/2014/main" id="{C84D6D6C-FA03-4F69-9A0A-BCD1201BD03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520">
            <a:extLst>
              <a:ext uri="{FF2B5EF4-FFF2-40B4-BE49-F238E27FC236}">
                <a16:creationId xmlns:a16="http://schemas.microsoft.com/office/drawing/2014/main" id="{CF830966-7F27-49F9-9A11-E8DD773370AE}"/>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우하의 "0" → 16칸을 흰색으로</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루트의 ")" → 전체 복원 종료</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검은 칸 위치가 원본과 같습니다.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저장·복원의 자식 순서는 동일!</a:t>
            </a:r>
          </a:p>
        </p:txBody>
      </p:sp>
      <p:sp>
        <p:nvSpPr>
          <p:cNvPr id="153" name="banner-1521">
            <a:extLst>
              <a:ext uri="{FF2B5EF4-FFF2-40B4-BE49-F238E27FC236}">
                <a16:creationId xmlns:a16="http://schemas.microsoft.com/office/drawing/2014/main" id="{D141B49E-D752-4D42-A2C1-F9518E2DDE07}"/>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522">
            <a:extLst>
              <a:ext uri="{FF2B5EF4-FFF2-40B4-BE49-F238E27FC236}">
                <a16:creationId xmlns:a16="http://schemas.microsoft.com/office/drawing/2014/main" id="{E804B028-C3C2-4C1F-9197-61EDC2CFD59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64개 픽셀의 색이 모두 복원됩니다.</a:t>
            </a:r>
          </a:p>
        </p:txBody>
      </p:sp>
      <p:sp>
        <p:nvSpPr>
          <p:cNvPr id="155" name="caption">
            <a:extLst>
              <a:ext uri="{FF2B5EF4-FFF2-40B4-BE49-F238E27FC236}">
                <a16:creationId xmlns:a16="http://schemas.microsoft.com/office/drawing/2014/main" id="{D846776D-878E-4F4E-ACB6-79648ED8E84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2816530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ection">
            <a:extLst>
              <a:ext uri="{FF2B5EF4-FFF2-40B4-BE49-F238E27FC236}">
                <a16:creationId xmlns:a16="http://schemas.microsoft.com/office/drawing/2014/main" id="{FA079F66-24B3-49D0-B5AC-2EF4DD9A4418}"/>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217A958-4E1B-4E9A-A3EF-2FA518D23D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7F6DB56-6B28-4E7D-90C5-44E4582FEC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그림이 더 작아지는 것은 아닙니다</a:t>
            </a:r>
          </a:p>
        </p:txBody>
      </p:sp>
      <p:sp>
        <p:nvSpPr>
          <p:cNvPr id="4" name="line-1523">
            <a:extLst>
              <a:ext uri="{FF2B5EF4-FFF2-40B4-BE49-F238E27FC236}">
                <a16:creationId xmlns:a16="http://schemas.microsoft.com/office/drawing/2014/main" id="{80D89417-89BA-43E5-975A-41CEB0F953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DB04ACC-2423-4B5F-B733-3BD7E9E23A2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689EA81-453E-4869-B74B-0F38FF77E7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202</a:t>
            </a:r>
            <a:endParaRPr sz="1050" b="0">
              <a:solidFill>
                <a:srgbClr val="151515"/>
              </a:solidFill>
              <a:latin typeface="Consolas"/>
              <a:ea typeface="Consolas"/>
              <a:cs typeface="Consolas"/>
            </a:endParaRPr>
          </a:p>
        </p:txBody>
      </p:sp>
      <p:sp>
        <p:nvSpPr>
          <p:cNvPr id="7" name="pixel-1524">
            <a:extLst>
              <a:ext uri="{FF2B5EF4-FFF2-40B4-BE49-F238E27FC236}">
                <a16:creationId xmlns:a16="http://schemas.microsoft.com/office/drawing/2014/main" id="{5045D520-5840-40BB-8F0C-707B588BE606}"/>
              </a:ext>
            </a:extLst>
          </p:cNvPr>
          <p:cNvSpPr>
            <a:spLocks noGrp="1"/>
          </p:cNvSpPr>
          <p:nvPr/>
        </p:nvSpPr>
        <p:spPr>
          <a:xfrm>
            <a:off x="990600" y="2476500"/>
            <a:ext cx="647700" cy="647700"/>
          </a:xfrm>
          <a:prstGeom prst="rect">
            <a:avLst/>
          </a:prstGeom>
          <a:solidFill>
            <a:srgbClr val="FFFFFF"/>
          </a:solidFill>
          <a:ln w="7144">
            <a:solidFill>
              <a:srgbClr val="98A1AA"/>
            </a:solidFill>
          </a:ln>
        </p:spPr>
      </p:sp>
      <p:sp>
        <p:nvSpPr>
          <p:cNvPr id="8" name="pixel-value-1525">
            <a:extLst>
              <a:ext uri="{FF2B5EF4-FFF2-40B4-BE49-F238E27FC236}">
                <a16:creationId xmlns:a16="http://schemas.microsoft.com/office/drawing/2014/main" id="{E75499AF-90AA-4B54-A151-2AB44B02D997}"/>
              </a:ext>
            </a:extLst>
          </p:cNvPr>
          <p:cNvSpPr>
            <a:spLocks noGrp="1"/>
          </p:cNvSpPr>
          <p:nvPr/>
        </p:nvSpPr>
        <p:spPr>
          <a:xfrm>
            <a:off x="9906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526">
            <a:extLst>
              <a:ext uri="{FF2B5EF4-FFF2-40B4-BE49-F238E27FC236}">
                <a16:creationId xmlns:a16="http://schemas.microsoft.com/office/drawing/2014/main" id="{06597D75-E634-453D-901D-EF12632399F8}"/>
              </a:ext>
            </a:extLst>
          </p:cNvPr>
          <p:cNvSpPr>
            <a:spLocks noGrp="1"/>
          </p:cNvSpPr>
          <p:nvPr/>
        </p:nvSpPr>
        <p:spPr>
          <a:xfrm>
            <a:off x="1638300" y="2476500"/>
            <a:ext cx="647700" cy="647700"/>
          </a:xfrm>
          <a:prstGeom prst="rect">
            <a:avLst/>
          </a:prstGeom>
          <a:solidFill>
            <a:srgbClr val="FFFFFF"/>
          </a:solidFill>
          <a:ln w="7144">
            <a:solidFill>
              <a:srgbClr val="98A1AA"/>
            </a:solidFill>
          </a:ln>
        </p:spPr>
      </p:sp>
      <p:sp>
        <p:nvSpPr>
          <p:cNvPr id="10" name="pixel-value-1527">
            <a:extLst>
              <a:ext uri="{FF2B5EF4-FFF2-40B4-BE49-F238E27FC236}">
                <a16:creationId xmlns:a16="http://schemas.microsoft.com/office/drawing/2014/main" id="{E8338C37-74E5-420C-BB52-E71CB44EF0C5}"/>
              </a:ext>
            </a:extLst>
          </p:cNvPr>
          <p:cNvSpPr>
            <a:spLocks noGrp="1"/>
          </p:cNvSpPr>
          <p:nvPr/>
        </p:nvSpPr>
        <p:spPr>
          <a:xfrm>
            <a:off x="16383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528">
            <a:extLst>
              <a:ext uri="{FF2B5EF4-FFF2-40B4-BE49-F238E27FC236}">
                <a16:creationId xmlns:a16="http://schemas.microsoft.com/office/drawing/2014/main" id="{F9905141-EDB2-4BB1-B44A-83F2722723E1}"/>
              </a:ext>
            </a:extLst>
          </p:cNvPr>
          <p:cNvSpPr>
            <a:spLocks noGrp="1"/>
          </p:cNvSpPr>
          <p:nvPr/>
        </p:nvSpPr>
        <p:spPr>
          <a:xfrm>
            <a:off x="2286000" y="2476500"/>
            <a:ext cx="647700" cy="647700"/>
          </a:xfrm>
          <a:prstGeom prst="rect">
            <a:avLst/>
          </a:prstGeom>
          <a:solidFill>
            <a:srgbClr val="FFFFFF"/>
          </a:solidFill>
          <a:ln w="7144">
            <a:solidFill>
              <a:srgbClr val="98A1AA"/>
            </a:solidFill>
          </a:ln>
        </p:spPr>
      </p:sp>
      <p:sp>
        <p:nvSpPr>
          <p:cNvPr id="12" name="pixel-value-1529">
            <a:extLst>
              <a:ext uri="{FF2B5EF4-FFF2-40B4-BE49-F238E27FC236}">
                <a16:creationId xmlns:a16="http://schemas.microsoft.com/office/drawing/2014/main" id="{409286BF-CFB7-44A9-904A-A43545F50305}"/>
              </a:ext>
            </a:extLst>
          </p:cNvPr>
          <p:cNvSpPr>
            <a:spLocks noGrp="1"/>
          </p:cNvSpPr>
          <p:nvPr/>
        </p:nvSpPr>
        <p:spPr>
          <a:xfrm>
            <a:off x="22860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530">
            <a:extLst>
              <a:ext uri="{FF2B5EF4-FFF2-40B4-BE49-F238E27FC236}">
                <a16:creationId xmlns:a16="http://schemas.microsoft.com/office/drawing/2014/main" id="{A051D5CD-A6DE-47D6-8297-64992A0CD4C4}"/>
              </a:ext>
            </a:extLst>
          </p:cNvPr>
          <p:cNvSpPr>
            <a:spLocks noGrp="1"/>
          </p:cNvSpPr>
          <p:nvPr/>
        </p:nvSpPr>
        <p:spPr>
          <a:xfrm>
            <a:off x="2933700" y="2476500"/>
            <a:ext cx="647700" cy="647700"/>
          </a:xfrm>
          <a:prstGeom prst="rect">
            <a:avLst/>
          </a:prstGeom>
          <a:solidFill>
            <a:srgbClr val="FFFFFF"/>
          </a:solidFill>
          <a:ln w="7144">
            <a:solidFill>
              <a:srgbClr val="98A1AA"/>
            </a:solidFill>
          </a:ln>
        </p:spPr>
      </p:sp>
      <p:sp>
        <p:nvSpPr>
          <p:cNvPr id="14" name="pixel-value-1531">
            <a:extLst>
              <a:ext uri="{FF2B5EF4-FFF2-40B4-BE49-F238E27FC236}">
                <a16:creationId xmlns:a16="http://schemas.microsoft.com/office/drawing/2014/main" id="{E5159CCA-7894-4E71-A91D-F66E2CB22E0B}"/>
              </a:ext>
            </a:extLst>
          </p:cNvPr>
          <p:cNvSpPr>
            <a:spLocks noGrp="1"/>
          </p:cNvSpPr>
          <p:nvPr/>
        </p:nvSpPr>
        <p:spPr>
          <a:xfrm>
            <a:off x="29337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532">
            <a:extLst>
              <a:ext uri="{FF2B5EF4-FFF2-40B4-BE49-F238E27FC236}">
                <a16:creationId xmlns:a16="http://schemas.microsoft.com/office/drawing/2014/main" id="{529DA0C2-59EC-4C39-A9CF-01547F5B135A}"/>
              </a:ext>
            </a:extLst>
          </p:cNvPr>
          <p:cNvSpPr>
            <a:spLocks noGrp="1"/>
          </p:cNvSpPr>
          <p:nvPr/>
        </p:nvSpPr>
        <p:spPr>
          <a:xfrm>
            <a:off x="990600" y="3124200"/>
            <a:ext cx="647700" cy="647700"/>
          </a:xfrm>
          <a:prstGeom prst="rect">
            <a:avLst/>
          </a:prstGeom>
          <a:solidFill>
            <a:srgbClr val="FFFFFF"/>
          </a:solidFill>
          <a:ln w="7144">
            <a:solidFill>
              <a:srgbClr val="98A1AA"/>
            </a:solidFill>
          </a:ln>
        </p:spPr>
      </p:sp>
      <p:sp>
        <p:nvSpPr>
          <p:cNvPr id="16" name="pixel-value-1533">
            <a:extLst>
              <a:ext uri="{FF2B5EF4-FFF2-40B4-BE49-F238E27FC236}">
                <a16:creationId xmlns:a16="http://schemas.microsoft.com/office/drawing/2014/main" id="{E633D77B-5481-4528-8EB3-D5178AA73234}"/>
              </a:ext>
            </a:extLst>
          </p:cNvPr>
          <p:cNvSpPr>
            <a:spLocks noGrp="1"/>
          </p:cNvSpPr>
          <p:nvPr/>
        </p:nvSpPr>
        <p:spPr>
          <a:xfrm>
            <a:off x="9906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534">
            <a:extLst>
              <a:ext uri="{FF2B5EF4-FFF2-40B4-BE49-F238E27FC236}">
                <a16:creationId xmlns:a16="http://schemas.microsoft.com/office/drawing/2014/main" id="{CCEB045F-F750-46A6-8F86-529BB267FE19}"/>
              </a:ext>
            </a:extLst>
          </p:cNvPr>
          <p:cNvSpPr>
            <a:spLocks noGrp="1"/>
          </p:cNvSpPr>
          <p:nvPr/>
        </p:nvSpPr>
        <p:spPr>
          <a:xfrm>
            <a:off x="1638300" y="3124200"/>
            <a:ext cx="647700" cy="647700"/>
          </a:xfrm>
          <a:prstGeom prst="rect">
            <a:avLst/>
          </a:prstGeom>
          <a:solidFill>
            <a:srgbClr val="FFFFFF"/>
          </a:solidFill>
          <a:ln w="7144">
            <a:solidFill>
              <a:srgbClr val="98A1AA"/>
            </a:solidFill>
          </a:ln>
        </p:spPr>
      </p:sp>
      <p:sp>
        <p:nvSpPr>
          <p:cNvPr id="18" name="pixel-value-1535">
            <a:extLst>
              <a:ext uri="{FF2B5EF4-FFF2-40B4-BE49-F238E27FC236}">
                <a16:creationId xmlns:a16="http://schemas.microsoft.com/office/drawing/2014/main" id="{E383E1AE-ACE6-4246-9E07-26E8BBFD6C10}"/>
              </a:ext>
            </a:extLst>
          </p:cNvPr>
          <p:cNvSpPr>
            <a:spLocks noGrp="1"/>
          </p:cNvSpPr>
          <p:nvPr/>
        </p:nvSpPr>
        <p:spPr>
          <a:xfrm>
            <a:off x="16383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9" name="pixel-1536">
            <a:extLst>
              <a:ext uri="{FF2B5EF4-FFF2-40B4-BE49-F238E27FC236}">
                <a16:creationId xmlns:a16="http://schemas.microsoft.com/office/drawing/2014/main" id="{C142AD5F-FA02-4013-8E86-497FE58F39A3}"/>
              </a:ext>
            </a:extLst>
          </p:cNvPr>
          <p:cNvSpPr>
            <a:spLocks noGrp="1"/>
          </p:cNvSpPr>
          <p:nvPr/>
        </p:nvSpPr>
        <p:spPr>
          <a:xfrm>
            <a:off x="2286000" y="3124200"/>
            <a:ext cx="647700" cy="647700"/>
          </a:xfrm>
          <a:prstGeom prst="rect">
            <a:avLst/>
          </a:prstGeom>
          <a:solidFill>
            <a:srgbClr val="FFFFFF"/>
          </a:solidFill>
          <a:ln w="7144">
            <a:solidFill>
              <a:srgbClr val="98A1AA"/>
            </a:solidFill>
          </a:ln>
        </p:spPr>
      </p:sp>
      <p:sp>
        <p:nvSpPr>
          <p:cNvPr id="20" name="pixel-value-1537">
            <a:extLst>
              <a:ext uri="{FF2B5EF4-FFF2-40B4-BE49-F238E27FC236}">
                <a16:creationId xmlns:a16="http://schemas.microsoft.com/office/drawing/2014/main" id="{AFC1729F-21D2-4A68-9467-4428B677D735}"/>
              </a:ext>
            </a:extLst>
          </p:cNvPr>
          <p:cNvSpPr>
            <a:spLocks noGrp="1"/>
          </p:cNvSpPr>
          <p:nvPr/>
        </p:nvSpPr>
        <p:spPr>
          <a:xfrm>
            <a:off x="22860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538">
            <a:extLst>
              <a:ext uri="{FF2B5EF4-FFF2-40B4-BE49-F238E27FC236}">
                <a16:creationId xmlns:a16="http://schemas.microsoft.com/office/drawing/2014/main" id="{219B4166-EA1F-4D07-A7DB-8CA8800C39CD}"/>
              </a:ext>
            </a:extLst>
          </p:cNvPr>
          <p:cNvSpPr>
            <a:spLocks noGrp="1"/>
          </p:cNvSpPr>
          <p:nvPr/>
        </p:nvSpPr>
        <p:spPr>
          <a:xfrm>
            <a:off x="2933700" y="3124200"/>
            <a:ext cx="647700" cy="647700"/>
          </a:xfrm>
          <a:prstGeom prst="rect">
            <a:avLst/>
          </a:prstGeom>
          <a:solidFill>
            <a:srgbClr val="FFFFFF"/>
          </a:solidFill>
          <a:ln w="7144">
            <a:solidFill>
              <a:srgbClr val="98A1AA"/>
            </a:solidFill>
          </a:ln>
        </p:spPr>
      </p:sp>
      <p:sp>
        <p:nvSpPr>
          <p:cNvPr id="22" name="pixel-value-1539">
            <a:extLst>
              <a:ext uri="{FF2B5EF4-FFF2-40B4-BE49-F238E27FC236}">
                <a16:creationId xmlns:a16="http://schemas.microsoft.com/office/drawing/2014/main" id="{4CF83D08-0E90-4E57-86D8-A44E12B5DEFA}"/>
              </a:ext>
            </a:extLst>
          </p:cNvPr>
          <p:cNvSpPr>
            <a:spLocks noGrp="1"/>
          </p:cNvSpPr>
          <p:nvPr/>
        </p:nvSpPr>
        <p:spPr>
          <a:xfrm>
            <a:off x="29337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540">
            <a:extLst>
              <a:ext uri="{FF2B5EF4-FFF2-40B4-BE49-F238E27FC236}">
                <a16:creationId xmlns:a16="http://schemas.microsoft.com/office/drawing/2014/main" id="{2B7EA437-3B59-480A-A8E8-1546B6F6D3DB}"/>
              </a:ext>
            </a:extLst>
          </p:cNvPr>
          <p:cNvSpPr>
            <a:spLocks noGrp="1"/>
          </p:cNvSpPr>
          <p:nvPr/>
        </p:nvSpPr>
        <p:spPr>
          <a:xfrm>
            <a:off x="990600" y="3771900"/>
            <a:ext cx="647700" cy="647700"/>
          </a:xfrm>
          <a:prstGeom prst="rect">
            <a:avLst/>
          </a:prstGeom>
          <a:solidFill>
            <a:srgbClr val="FFFFFF"/>
          </a:solidFill>
          <a:ln w="7144">
            <a:solidFill>
              <a:srgbClr val="98A1AA"/>
            </a:solidFill>
          </a:ln>
        </p:spPr>
      </p:sp>
      <p:sp>
        <p:nvSpPr>
          <p:cNvPr id="24" name="pixel-value-1541">
            <a:extLst>
              <a:ext uri="{FF2B5EF4-FFF2-40B4-BE49-F238E27FC236}">
                <a16:creationId xmlns:a16="http://schemas.microsoft.com/office/drawing/2014/main" id="{F9CBE619-B85E-4ED3-B2E4-3D7387186BAE}"/>
              </a:ext>
            </a:extLst>
          </p:cNvPr>
          <p:cNvSpPr>
            <a:spLocks noGrp="1"/>
          </p:cNvSpPr>
          <p:nvPr/>
        </p:nvSpPr>
        <p:spPr>
          <a:xfrm>
            <a:off x="9906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542">
            <a:extLst>
              <a:ext uri="{FF2B5EF4-FFF2-40B4-BE49-F238E27FC236}">
                <a16:creationId xmlns:a16="http://schemas.microsoft.com/office/drawing/2014/main" id="{CB30DE5A-FED5-4DD5-8AB5-D2965C52CFC1}"/>
              </a:ext>
            </a:extLst>
          </p:cNvPr>
          <p:cNvSpPr>
            <a:spLocks noGrp="1"/>
          </p:cNvSpPr>
          <p:nvPr/>
        </p:nvSpPr>
        <p:spPr>
          <a:xfrm>
            <a:off x="1638300" y="3771900"/>
            <a:ext cx="647700" cy="647700"/>
          </a:xfrm>
          <a:prstGeom prst="rect">
            <a:avLst/>
          </a:prstGeom>
          <a:solidFill>
            <a:srgbClr val="FFFFFF"/>
          </a:solidFill>
          <a:ln w="7144">
            <a:solidFill>
              <a:srgbClr val="98A1AA"/>
            </a:solidFill>
          </a:ln>
        </p:spPr>
      </p:sp>
      <p:sp>
        <p:nvSpPr>
          <p:cNvPr id="26" name="pixel-value-1543">
            <a:extLst>
              <a:ext uri="{FF2B5EF4-FFF2-40B4-BE49-F238E27FC236}">
                <a16:creationId xmlns:a16="http://schemas.microsoft.com/office/drawing/2014/main" id="{EF966757-77A4-4A8D-AF56-4FDF396C4598}"/>
              </a:ext>
            </a:extLst>
          </p:cNvPr>
          <p:cNvSpPr>
            <a:spLocks noGrp="1"/>
          </p:cNvSpPr>
          <p:nvPr/>
        </p:nvSpPr>
        <p:spPr>
          <a:xfrm>
            <a:off x="16383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544">
            <a:extLst>
              <a:ext uri="{FF2B5EF4-FFF2-40B4-BE49-F238E27FC236}">
                <a16:creationId xmlns:a16="http://schemas.microsoft.com/office/drawing/2014/main" id="{78E867DE-1020-4959-94C7-80FC62B166D1}"/>
              </a:ext>
            </a:extLst>
          </p:cNvPr>
          <p:cNvSpPr>
            <a:spLocks noGrp="1"/>
          </p:cNvSpPr>
          <p:nvPr/>
        </p:nvSpPr>
        <p:spPr>
          <a:xfrm>
            <a:off x="2286000" y="3771900"/>
            <a:ext cx="647700" cy="647700"/>
          </a:xfrm>
          <a:prstGeom prst="rect">
            <a:avLst/>
          </a:prstGeom>
          <a:solidFill>
            <a:srgbClr val="FFFFFF"/>
          </a:solidFill>
          <a:ln w="7144">
            <a:solidFill>
              <a:srgbClr val="98A1AA"/>
            </a:solidFill>
          </a:ln>
        </p:spPr>
      </p:sp>
      <p:sp>
        <p:nvSpPr>
          <p:cNvPr id="28" name="pixel-value-1545">
            <a:extLst>
              <a:ext uri="{FF2B5EF4-FFF2-40B4-BE49-F238E27FC236}">
                <a16:creationId xmlns:a16="http://schemas.microsoft.com/office/drawing/2014/main" id="{DD948326-D3A7-4BFC-BC29-DC9CB1329964}"/>
              </a:ext>
            </a:extLst>
          </p:cNvPr>
          <p:cNvSpPr>
            <a:spLocks noGrp="1"/>
          </p:cNvSpPr>
          <p:nvPr/>
        </p:nvSpPr>
        <p:spPr>
          <a:xfrm>
            <a:off x="22860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546">
            <a:extLst>
              <a:ext uri="{FF2B5EF4-FFF2-40B4-BE49-F238E27FC236}">
                <a16:creationId xmlns:a16="http://schemas.microsoft.com/office/drawing/2014/main" id="{0CDE9AEF-4C52-47FE-81DA-B15A38FEDDB3}"/>
              </a:ext>
            </a:extLst>
          </p:cNvPr>
          <p:cNvSpPr>
            <a:spLocks noGrp="1"/>
          </p:cNvSpPr>
          <p:nvPr/>
        </p:nvSpPr>
        <p:spPr>
          <a:xfrm>
            <a:off x="2933700" y="3771900"/>
            <a:ext cx="647700" cy="647700"/>
          </a:xfrm>
          <a:prstGeom prst="rect">
            <a:avLst/>
          </a:prstGeom>
          <a:solidFill>
            <a:srgbClr val="FFFFFF"/>
          </a:solidFill>
          <a:ln w="7144">
            <a:solidFill>
              <a:srgbClr val="98A1AA"/>
            </a:solidFill>
          </a:ln>
        </p:spPr>
      </p:sp>
      <p:sp>
        <p:nvSpPr>
          <p:cNvPr id="30" name="pixel-value-1547">
            <a:extLst>
              <a:ext uri="{FF2B5EF4-FFF2-40B4-BE49-F238E27FC236}">
                <a16:creationId xmlns:a16="http://schemas.microsoft.com/office/drawing/2014/main" id="{FA80AA50-8D75-423D-847F-71F1375D5892}"/>
              </a:ext>
            </a:extLst>
          </p:cNvPr>
          <p:cNvSpPr>
            <a:spLocks noGrp="1"/>
          </p:cNvSpPr>
          <p:nvPr/>
        </p:nvSpPr>
        <p:spPr>
          <a:xfrm>
            <a:off x="29337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548">
            <a:extLst>
              <a:ext uri="{FF2B5EF4-FFF2-40B4-BE49-F238E27FC236}">
                <a16:creationId xmlns:a16="http://schemas.microsoft.com/office/drawing/2014/main" id="{601A86FA-C881-4D4D-B9E2-1DF06C211543}"/>
              </a:ext>
            </a:extLst>
          </p:cNvPr>
          <p:cNvSpPr>
            <a:spLocks noGrp="1"/>
          </p:cNvSpPr>
          <p:nvPr/>
        </p:nvSpPr>
        <p:spPr>
          <a:xfrm>
            <a:off x="990600" y="4419600"/>
            <a:ext cx="647700" cy="647700"/>
          </a:xfrm>
          <a:prstGeom prst="rect">
            <a:avLst/>
          </a:prstGeom>
          <a:solidFill>
            <a:srgbClr val="FFFFFF"/>
          </a:solidFill>
          <a:ln w="7144">
            <a:solidFill>
              <a:srgbClr val="98A1AA"/>
            </a:solidFill>
          </a:ln>
        </p:spPr>
      </p:sp>
      <p:sp>
        <p:nvSpPr>
          <p:cNvPr id="32" name="pixel-value-1549">
            <a:extLst>
              <a:ext uri="{FF2B5EF4-FFF2-40B4-BE49-F238E27FC236}">
                <a16:creationId xmlns:a16="http://schemas.microsoft.com/office/drawing/2014/main" id="{1230CB6D-94C7-4F19-8DE8-35C8D525470F}"/>
              </a:ext>
            </a:extLst>
          </p:cNvPr>
          <p:cNvSpPr>
            <a:spLocks noGrp="1"/>
          </p:cNvSpPr>
          <p:nvPr/>
        </p:nvSpPr>
        <p:spPr>
          <a:xfrm>
            <a:off x="9906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550">
            <a:extLst>
              <a:ext uri="{FF2B5EF4-FFF2-40B4-BE49-F238E27FC236}">
                <a16:creationId xmlns:a16="http://schemas.microsoft.com/office/drawing/2014/main" id="{E0D17471-064D-43C0-A3BA-DF820ABE2217}"/>
              </a:ext>
            </a:extLst>
          </p:cNvPr>
          <p:cNvSpPr>
            <a:spLocks noGrp="1"/>
          </p:cNvSpPr>
          <p:nvPr/>
        </p:nvSpPr>
        <p:spPr>
          <a:xfrm>
            <a:off x="1638300" y="4419600"/>
            <a:ext cx="647700" cy="647700"/>
          </a:xfrm>
          <a:prstGeom prst="rect">
            <a:avLst/>
          </a:prstGeom>
          <a:solidFill>
            <a:srgbClr val="FFFFFF"/>
          </a:solidFill>
          <a:ln w="7144">
            <a:solidFill>
              <a:srgbClr val="98A1AA"/>
            </a:solidFill>
          </a:ln>
        </p:spPr>
      </p:sp>
      <p:sp>
        <p:nvSpPr>
          <p:cNvPr id="34" name="pixel-value-1551">
            <a:extLst>
              <a:ext uri="{FF2B5EF4-FFF2-40B4-BE49-F238E27FC236}">
                <a16:creationId xmlns:a16="http://schemas.microsoft.com/office/drawing/2014/main" id="{26063D76-6CBF-4765-9BB7-650B9D1340E2}"/>
              </a:ext>
            </a:extLst>
          </p:cNvPr>
          <p:cNvSpPr>
            <a:spLocks noGrp="1"/>
          </p:cNvSpPr>
          <p:nvPr/>
        </p:nvSpPr>
        <p:spPr>
          <a:xfrm>
            <a:off x="16383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552">
            <a:extLst>
              <a:ext uri="{FF2B5EF4-FFF2-40B4-BE49-F238E27FC236}">
                <a16:creationId xmlns:a16="http://schemas.microsoft.com/office/drawing/2014/main" id="{E272BA20-6B11-4E20-9E16-9A291EA23C7B}"/>
              </a:ext>
            </a:extLst>
          </p:cNvPr>
          <p:cNvSpPr>
            <a:spLocks noGrp="1"/>
          </p:cNvSpPr>
          <p:nvPr/>
        </p:nvSpPr>
        <p:spPr>
          <a:xfrm>
            <a:off x="2286000" y="4419600"/>
            <a:ext cx="647700" cy="647700"/>
          </a:xfrm>
          <a:prstGeom prst="rect">
            <a:avLst/>
          </a:prstGeom>
          <a:solidFill>
            <a:srgbClr val="FFFFFF"/>
          </a:solidFill>
          <a:ln w="7144">
            <a:solidFill>
              <a:srgbClr val="98A1AA"/>
            </a:solidFill>
          </a:ln>
        </p:spPr>
      </p:sp>
      <p:sp>
        <p:nvSpPr>
          <p:cNvPr id="36" name="pixel-value-1553">
            <a:extLst>
              <a:ext uri="{FF2B5EF4-FFF2-40B4-BE49-F238E27FC236}">
                <a16:creationId xmlns:a16="http://schemas.microsoft.com/office/drawing/2014/main" id="{A6386C97-7709-4630-BED6-25A48E226C70}"/>
              </a:ext>
            </a:extLst>
          </p:cNvPr>
          <p:cNvSpPr>
            <a:spLocks noGrp="1"/>
          </p:cNvSpPr>
          <p:nvPr/>
        </p:nvSpPr>
        <p:spPr>
          <a:xfrm>
            <a:off x="22860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554">
            <a:extLst>
              <a:ext uri="{FF2B5EF4-FFF2-40B4-BE49-F238E27FC236}">
                <a16:creationId xmlns:a16="http://schemas.microsoft.com/office/drawing/2014/main" id="{353E1B93-39F8-49FB-B983-842833733C0A}"/>
              </a:ext>
            </a:extLst>
          </p:cNvPr>
          <p:cNvSpPr>
            <a:spLocks noGrp="1"/>
          </p:cNvSpPr>
          <p:nvPr/>
        </p:nvSpPr>
        <p:spPr>
          <a:xfrm>
            <a:off x="2933700" y="4419600"/>
            <a:ext cx="647700" cy="647700"/>
          </a:xfrm>
          <a:prstGeom prst="rect">
            <a:avLst/>
          </a:prstGeom>
          <a:solidFill>
            <a:srgbClr val="FFFFFF"/>
          </a:solidFill>
          <a:ln w="7144">
            <a:solidFill>
              <a:srgbClr val="98A1AA"/>
            </a:solidFill>
          </a:ln>
        </p:spPr>
      </p:sp>
      <p:sp>
        <p:nvSpPr>
          <p:cNvPr id="38" name="pixel-value-1555">
            <a:extLst>
              <a:ext uri="{FF2B5EF4-FFF2-40B4-BE49-F238E27FC236}">
                <a16:creationId xmlns:a16="http://schemas.microsoft.com/office/drawing/2014/main" id="{3C681FE5-1AF2-4AF9-98E5-4AE7CC60A52C}"/>
              </a:ext>
            </a:extLst>
          </p:cNvPr>
          <p:cNvSpPr>
            <a:spLocks noGrp="1"/>
          </p:cNvSpPr>
          <p:nvPr/>
        </p:nvSpPr>
        <p:spPr>
          <a:xfrm>
            <a:off x="29337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pixel-1556">
            <a:extLst>
              <a:ext uri="{FF2B5EF4-FFF2-40B4-BE49-F238E27FC236}">
                <a16:creationId xmlns:a16="http://schemas.microsoft.com/office/drawing/2014/main" id="{2C5ADBEC-CDA0-4F73-8E2C-4E3A7137B9BF}"/>
              </a:ext>
            </a:extLst>
          </p:cNvPr>
          <p:cNvSpPr>
            <a:spLocks noGrp="1"/>
          </p:cNvSpPr>
          <p:nvPr/>
        </p:nvSpPr>
        <p:spPr>
          <a:xfrm>
            <a:off x="6991350" y="2476500"/>
            <a:ext cx="647700" cy="647700"/>
          </a:xfrm>
          <a:prstGeom prst="rect">
            <a:avLst/>
          </a:prstGeom>
          <a:solidFill>
            <a:srgbClr val="FFFFFF"/>
          </a:solidFill>
          <a:ln w="7144">
            <a:solidFill>
              <a:srgbClr val="98A1AA"/>
            </a:solidFill>
          </a:ln>
        </p:spPr>
      </p:sp>
      <p:sp>
        <p:nvSpPr>
          <p:cNvPr id="40" name="pixel-value-1557">
            <a:extLst>
              <a:ext uri="{FF2B5EF4-FFF2-40B4-BE49-F238E27FC236}">
                <a16:creationId xmlns:a16="http://schemas.microsoft.com/office/drawing/2014/main" id="{745CA72D-403E-4B3F-9717-5783791270D1}"/>
              </a:ext>
            </a:extLst>
          </p:cNvPr>
          <p:cNvSpPr>
            <a:spLocks noGrp="1"/>
          </p:cNvSpPr>
          <p:nvPr/>
        </p:nvSpPr>
        <p:spPr>
          <a:xfrm>
            <a:off x="69913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1" name="pixel-1558">
            <a:extLst>
              <a:ext uri="{FF2B5EF4-FFF2-40B4-BE49-F238E27FC236}">
                <a16:creationId xmlns:a16="http://schemas.microsoft.com/office/drawing/2014/main" id="{F5D5AB44-041A-469E-8D6E-A8BACF052054}"/>
              </a:ext>
            </a:extLst>
          </p:cNvPr>
          <p:cNvSpPr>
            <a:spLocks noGrp="1"/>
          </p:cNvSpPr>
          <p:nvPr/>
        </p:nvSpPr>
        <p:spPr>
          <a:xfrm>
            <a:off x="7639050" y="2476500"/>
            <a:ext cx="647700" cy="647700"/>
          </a:xfrm>
          <a:prstGeom prst="rect">
            <a:avLst/>
          </a:prstGeom>
          <a:solidFill>
            <a:srgbClr val="303841"/>
          </a:solidFill>
          <a:ln w="7144">
            <a:solidFill>
              <a:srgbClr val="98A1AA"/>
            </a:solidFill>
          </a:ln>
        </p:spPr>
      </p:sp>
      <p:sp>
        <p:nvSpPr>
          <p:cNvPr id="42" name="pixel-value-1559">
            <a:extLst>
              <a:ext uri="{FF2B5EF4-FFF2-40B4-BE49-F238E27FC236}">
                <a16:creationId xmlns:a16="http://schemas.microsoft.com/office/drawing/2014/main" id="{765A6789-A83D-4036-9812-D100C9523636}"/>
              </a:ext>
            </a:extLst>
          </p:cNvPr>
          <p:cNvSpPr>
            <a:spLocks noGrp="1"/>
          </p:cNvSpPr>
          <p:nvPr/>
        </p:nvSpPr>
        <p:spPr>
          <a:xfrm>
            <a:off x="76390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3" name="pixel-1560">
            <a:extLst>
              <a:ext uri="{FF2B5EF4-FFF2-40B4-BE49-F238E27FC236}">
                <a16:creationId xmlns:a16="http://schemas.microsoft.com/office/drawing/2014/main" id="{DF1151BA-2FC9-427B-95BF-464CECD421DE}"/>
              </a:ext>
            </a:extLst>
          </p:cNvPr>
          <p:cNvSpPr>
            <a:spLocks noGrp="1"/>
          </p:cNvSpPr>
          <p:nvPr/>
        </p:nvSpPr>
        <p:spPr>
          <a:xfrm>
            <a:off x="8286750" y="2476500"/>
            <a:ext cx="647700" cy="647700"/>
          </a:xfrm>
          <a:prstGeom prst="rect">
            <a:avLst/>
          </a:prstGeom>
          <a:solidFill>
            <a:srgbClr val="FFFFFF"/>
          </a:solidFill>
          <a:ln w="7144">
            <a:solidFill>
              <a:srgbClr val="98A1AA"/>
            </a:solidFill>
          </a:ln>
        </p:spPr>
      </p:sp>
      <p:sp>
        <p:nvSpPr>
          <p:cNvPr id="44" name="pixel-value-1561">
            <a:extLst>
              <a:ext uri="{FF2B5EF4-FFF2-40B4-BE49-F238E27FC236}">
                <a16:creationId xmlns:a16="http://schemas.microsoft.com/office/drawing/2014/main" id="{BC4C7BE7-20B9-4893-88DA-EAF489342F08}"/>
              </a:ext>
            </a:extLst>
          </p:cNvPr>
          <p:cNvSpPr>
            <a:spLocks noGrp="1"/>
          </p:cNvSpPr>
          <p:nvPr/>
        </p:nvSpPr>
        <p:spPr>
          <a:xfrm>
            <a:off x="82867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5" name="pixel-1562">
            <a:extLst>
              <a:ext uri="{FF2B5EF4-FFF2-40B4-BE49-F238E27FC236}">
                <a16:creationId xmlns:a16="http://schemas.microsoft.com/office/drawing/2014/main" id="{1A4F5531-6C15-41A5-8142-012B8C1E6FDC}"/>
              </a:ext>
            </a:extLst>
          </p:cNvPr>
          <p:cNvSpPr>
            <a:spLocks noGrp="1"/>
          </p:cNvSpPr>
          <p:nvPr/>
        </p:nvSpPr>
        <p:spPr>
          <a:xfrm>
            <a:off x="8934450" y="2476500"/>
            <a:ext cx="647700" cy="647700"/>
          </a:xfrm>
          <a:prstGeom prst="rect">
            <a:avLst/>
          </a:prstGeom>
          <a:solidFill>
            <a:srgbClr val="303841"/>
          </a:solidFill>
          <a:ln w="7144">
            <a:solidFill>
              <a:srgbClr val="98A1AA"/>
            </a:solidFill>
          </a:ln>
        </p:spPr>
      </p:sp>
      <p:sp>
        <p:nvSpPr>
          <p:cNvPr id="46" name="pixel-value-1563">
            <a:extLst>
              <a:ext uri="{FF2B5EF4-FFF2-40B4-BE49-F238E27FC236}">
                <a16:creationId xmlns:a16="http://schemas.microsoft.com/office/drawing/2014/main" id="{E842CF52-C435-42D7-ABC3-143666260CF9}"/>
              </a:ext>
            </a:extLst>
          </p:cNvPr>
          <p:cNvSpPr>
            <a:spLocks noGrp="1"/>
          </p:cNvSpPr>
          <p:nvPr/>
        </p:nvSpPr>
        <p:spPr>
          <a:xfrm>
            <a:off x="89344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7" name="pixel-1564">
            <a:extLst>
              <a:ext uri="{FF2B5EF4-FFF2-40B4-BE49-F238E27FC236}">
                <a16:creationId xmlns:a16="http://schemas.microsoft.com/office/drawing/2014/main" id="{0DBC42A3-3DBF-4BE1-87EF-D0B1234D5774}"/>
              </a:ext>
            </a:extLst>
          </p:cNvPr>
          <p:cNvSpPr>
            <a:spLocks noGrp="1"/>
          </p:cNvSpPr>
          <p:nvPr/>
        </p:nvSpPr>
        <p:spPr>
          <a:xfrm>
            <a:off x="6991350" y="3124200"/>
            <a:ext cx="647700" cy="647700"/>
          </a:xfrm>
          <a:prstGeom prst="rect">
            <a:avLst/>
          </a:prstGeom>
          <a:solidFill>
            <a:srgbClr val="303841"/>
          </a:solidFill>
          <a:ln w="7144">
            <a:solidFill>
              <a:srgbClr val="98A1AA"/>
            </a:solidFill>
          </a:ln>
        </p:spPr>
      </p:sp>
      <p:sp>
        <p:nvSpPr>
          <p:cNvPr id="48" name="pixel-value-1565">
            <a:extLst>
              <a:ext uri="{FF2B5EF4-FFF2-40B4-BE49-F238E27FC236}">
                <a16:creationId xmlns:a16="http://schemas.microsoft.com/office/drawing/2014/main" id="{82E1E9C8-4342-49EB-A6B7-7D298316B80E}"/>
              </a:ext>
            </a:extLst>
          </p:cNvPr>
          <p:cNvSpPr>
            <a:spLocks noGrp="1"/>
          </p:cNvSpPr>
          <p:nvPr/>
        </p:nvSpPr>
        <p:spPr>
          <a:xfrm>
            <a:off x="69913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9" name="pixel-1566">
            <a:extLst>
              <a:ext uri="{FF2B5EF4-FFF2-40B4-BE49-F238E27FC236}">
                <a16:creationId xmlns:a16="http://schemas.microsoft.com/office/drawing/2014/main" id="{7EEE5B1B-B58C-4FD9-93CF-1C4664C9BBC5}"/>
              </a:ext>
            </a:extLst>
          </p:cNvPr>
          <p:cNvSpPr>
            <a:spLocks noGrp="1"/>
          </p:cNvSpPr>
          <p:nvPr/>
        </p:nvSpPr>
        <p:spPr>
          <a:xfrm>
            <a:off x="7639050" y="3124200"/>
            <a:ext cx="647700" cy="647700"/>
          </a:xfrm>
          <a:prstGeom prst="rect">
            <a:avLst/>
          </a:prstGeom>
          <a:solidFill>
            <a:srgbClr val="FFFFFF"/>
          </a:solidFill>
          <a:ln w="7144">
            <a:solidFill>
              <a:srgbClr val="98A1AA"/>
            </a:solidFill>
          </a:ln>
        </p:spPr>
      </p:sp>
      <p:sp>
        <p:nvSpPr>
          <p:cNvPr id="50" name="pixel-value-1567">
            <a:extLst>
              <a:ext uri="{FF2B5EF4-FFF2-40B4-BE49-F238E27FC236}">
                <a16:creationId xmlns:a16="http://schemas.microsoft.com/office/drawing/2014/main" id="{83834A23-D754-4C87-88A8-826540D1E973}"/>
              </a:ext>
            </a:extLst>
          </p:cNvPr>
          <p:cNvSpPr>
            <a:spLocks noGrp="1"/>
          </p:cNvSpPr>
          <p:nvPr/>
        </p:nvSpPr>
        <p:spPr>
          <a:xfrm>
            <a:off x="76390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1" name="pixel-1568">
            <a:extLst>
              <a:ext uri="{FF2B5EF4-FFF2-40B4-BE49-F238E27FC236}">
                <a16:creationId xmlns:a16="http://schemas.microsoft.com/office/drawing/2014/main" id="{5F4F2E53-F262-468D-89BC-4958CDFE3353}"/>
              </a:ext>
            </a:extLst>
          </p:cNvPr>
          <p:cNvSpPr>
            <a:spLocks noGrp="1"/>
          </p:cNvSpPr>
          <p:nvPr/>
        </p:nvSpPr>
        <p:spPr>
          <a:xfrm>
            <a:off x="8286750" y="3124200"/>
            <a:ext cx="647700" cy="647700"/>
          </a:xfrm>
          <a:prstGeom prst="rect">
            <a:avLst/>
          </a:prstGeom>
          <a:solidFill>
            <a:srgbClr val="303841"/>
          </a:solidFill>
          <a:ln w="7144">
            <a:solidFill>
              <a:srgbClr val="98A1AA"/>
            </a:solidFill>
          </a:ln>
        </p:spPr>
      </p:sp>
      <p:sp>
        <p:nvSpPr>
          <p:cNvPr id="52" name="pixel-value-1569">
            <a:extLst>
              <a:ext uri="{FF2B5EF4-FFF2-40B4-BE49-F238E27FC236}">
                <a16:creationId xmlns:a16="http://schemas.microsoft.com/office/drawing/2014/main" id="{553F90CE-A7EB-4F64-8FB6-AD93EF425810}"/>
              </a:ext>
            </a:extLst>
          </p:cNvPr>
          <p:cNvSpPr>
            <a:spLocks noGrp="1"/>
          </p:cNvSpPr>
          <p:nvPr/>
        </p:nvSpPr>
        <p:spPr>
          <a:xfrm>
            <a:off x="82867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3" name="pixel-1570">
            <a:extLst>
              <a:ext uri="{FF2B5EF4-FFF2-40B4-BE49-F238E27FC236}">
                <a16:creationId xmlns:a16="http://schemas.microsoft.com/office/drawing/2014/main" id="{CC593FB1-0A6C-41A9-82E1-F338B8739F5A}"/>
              </a:ext>
            </a:extLst>
          </p:cNvPr>
          <p:cNvSpPr>
            <a:spLocks noGrp="1"/>
          </p:cNvSpPr>
          <p:nvPr/>
        </p:nvSpPr>
        <p:spPr>
          <a:xfrm>
            <a:off x="8934450" y="3124200"/>
            <a:ext cx="647700" cy="647700"/>
          </a:xfrm>
          <a:prstGeom prst="rect">
            <a:avLst/>
          </a:prstGeom>
          <a:solidFill>
            <a:srgbClr val="FFFFFF"/>
          </a:solidFill>
          <a:ln w="7144">
            <a:solidFill>
              <a:srgbClr val="98A1AA"/>
            </a:solidFill>
          </a:ln>
        </p:spPr>
      </p:sp>
      <p:sp>
        <p:nvSpPr>
          <p:cNvPr id="54" name="pixel-value-1571">
            <a:extLst>
              <a:ext uri="{FF2B5EF4-FFF2-40B4-BE49-F238E27FC236}">
                <a16:creationId xmlns:a16="http://schemas.microsoft.com/office/drawing/2014/main" id="{16DD82AE-7F73-4334-9B37-0713FB7251FD}"/>
              </a:ext>
            </a:extLst>
          </p:cNvPr>
          <p:cNvSpPr>
            <a:spLocks noGrp="1"/>
          </p:cNvSpPr>
          <p:nvPr/>
        </p:nvSpPr>
        <p:spPr>
          <a:xfrm>
            <a:off x="89344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5" name="pixel-1572">
            <a:extLst>
              <a:ext uri="{FF2B5EF4-FFF2-40B4-BE49-F238E27FC236}">
                <a16:creationId xmlns:a16="http://schemas.microsoft.com/office/drawing/2014/main" id="{46A55340-0C42-4BA3-9CD2-1F23544E52DB}"/>
              </a:ext>
            </a:extLst>
          </p:cNvPr>
          <p:cNvSpPr>
            <a:spLocks noGrp="1"/>
          </p:cNvSpPr>
          <p:nvPr/>
        </p:nvSpPr>
        <p:spPr>
          <a:xfrm>
            <a:off x="6991350" y="3771900"/>
            <a:ext cx="647700" cy="647700"/>
          </a:xfrm>
          <a:prstGeom prst="rect">
            <a:avLst/>
          </a:prstGeom>
          <a:solidFill>
            <a:srgbClr val="FFFFFF"/>
          </a:solidFill>
          <a:ln w="7144">
            <a:solidFill>
              <a:srgbClr val="98A1AA"/>
            </a:solidFill>
          </a:ln>
        </p:spPr>
      </p:sp>
      <p:sp>
        <p:nvSpPr>
          <p:cNvPr id="56" name="pixel-value-1573">
            <a:extLst>
              <a:ext uri="{FF2B5EF4-FFF2-40B4-BE49-F238E27FC236}">
                <a16:creationId xmlns:a16="http://schemas.microsoft.com/office/drawing/2014/main" id="{7A47A1FB-2D08-4BF5-9FC0-F6B3AE392684}"/>
              </a:ext>
            </a:extLst>
          </p:cNvPr>
          <p:cNvSpPr>
            <a:spLocks noGrp="1"/>
          </p:cNvSpPr>
          <p:nvPr/>
        </p:nvSpPr>
        <p:spPr>
          <a:xfrm>
            <a:off x="69913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7" name="pixel-1574">
            <a:extLst>
              <a:ext uri="{FF2B5EF4-FFF2-40B4-BE49-F238E27FC236}">
                <a16:creationId xmlns:a16="http://schemas.microsoft.com/office/drawing/2014/main" id="{FB98D433-E228-4A62-89CD-F3E998C3800C}"/>
              </a:ext>
            </a:extLst>
          </p:cNvPr>
          <p:cNvSpPr>
            <a:spLocks noGrp="1"/>
          </p:cNvSpPr>
          <p:nvPr/>
        </p:nvSpPr>
        <p:spPr>
          <a:xfrm>
            <a:off x="7639050" y="3771900"/>
            <a:ext cx="647700" cy="647700"/>
          </a:xfrm>
          <a:prstGeom prst="rect">
            <a:avLst/>
          </a:prstGeom>
          <a:solidFill>
            <a:srgbClr val="303841"/>
          </a:solidFill>
          <a:ln w="7144">
            <a:solidFill>
              <a:srgbClr val="98A1AA"/>
            </a:solidFill>
          </a:ln>
        </p:spPr>
      </p:sp>
      <p:sp>
        <p:nvSpPr>
          <p:cNvPr id="58" name="pixel-value-1575">
            <a:extLst>
              <a:ext uri="{FF2B5EF4-FFF2-40B4-BE49-F238E27FC236}">
                <a16:creationId xmlns:a16="http://schemas.microsoft.com/office/drawing/2014/main" id="{314DFB5B-4156-49AF-9262-DE3F7BF1E399}"/>
              </a:ext>
            </a:extLst>
          </p:cNvPr>
          <p:cNvSpPr>
            <a:spLocks noGrp="1"/>
          </p:cNvSpPr>
          <p:nvPr/>
        </p:nvSpPr>
        <p:spPr>
          <a:xfrm>
            <a:off x="76390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9" name="pixel-1576">
            <a:extLst>
              <a:ext uri="{FF2B5EF4-FFF2-40B4-BE49-F238E27FC236}">
                <a16:creationId xmlns:a16="http://schemas.microsoft.com/office/drawing/2014/main" id="{24DCD66C-39F7-42C8-9D13-8822937EEED6}"/>
              </a:ext>
            </a:extLst>
          </p:cNvPr>
          <p:cNvSpPr>
            <a:spLocks noGrp="1"/>
          </p:cNvSpPr>
          <p:nvPr/>
        </p:nvSpPr>
        <p:spPr>
          <a:xfrm>
            <a:off x="8286750" y="3771900"/>
            <a:ext cx="647700" cy="647700"/>
          </a:xfrm>
          <a:prstGeom prst="rect">
            <a:avLst/>
          </a:prstGeom>
          <a:solidFill>
            <a:srgbClr val="FFFFFF"/>
          </a:solidFill>
          <a:ln w="7144">
            <a:solidFill>
              <a:srgbClr val="98A1AA"/>
            </a:solidFill>
          </a:ln>
        </p:spPr>
      </p:sp>
      <p:sp>
        <p:nvSpPr>
          <p:cNvPr id="60" name="pixel-value-1577">
            <a:extLst>
              <a:ext uri="{FF2B5EF4-FFF2-40B4-BE49-F238E27FC236}">
                <a16:creationId xmlns:a16="http://schemas.microsoft.com/office/drawing/2014/main" id="{B2C657FD-EE5E-47F8-BFA3-A448906059B3}"/>
              </a:ext>
            </a:extLst>
          </p:cNvPr>
          <p:cNvSpPr>
            <a:spLocks noGrp="1"/>
          </p:cNvSpPr>
          <p:nvPr/>
        </p:nvSpPr>
        <p:spPr>
          <a:xfrm>
            <a:off x="82867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1" name="pixel-1578">
            <a:extLst>
              <a:ext uri="{FF2B5EF4-FFF2-40B4-BE49-F238E27FC236}">
                <a16:creationId xmlns:a16="http://schemas.microsoft.com/office/drawing/2014/main" id="{308032CC-B4B9-4292-8B2E-EBC8A84E0D0F}"/>
              </a:ext>
            </a:extLst>
          </p:cNvPr>
          <p:cNvSpPr>
            <a:spLocks noGrp="1"/>
          </p:cNvSpPr>
          <p:nvPr/>
        </p:nvSpPr>
        <p:spPr>
          <a:xfrm>
            <a:off x="8934450" y="3771900"/>
            <a:ext cx="647700" cy="647700"/>
          </a:xfrm>
          <a:prstGeom prst="rect">
            <a:avLst/>
          </a:prstGeom>
          <a:solidFill>
            <a:srgbClr val="303841"/>
          </a:solidFill>
          <a:ln w="7144">
            <a:solidFill>
              <a:srgbClr val="98A1AA"/>
            </a:solidFill>
          </a:ln>
        </p:spPr>
      </p:sp>
      <p:sp>
        <p:nvSpPr>
          <p:cNvPr id="62" name="pixel-value-1579">
            <a:extLst>
              <a:ext uri="{FF2B5EF4-FFF2-40B4-BE49-F238E27FC236}">
                <a16:creationId xmlns:a16="http://schemas.microsoft.com/office/drawing/2014/main" id="{1A52AAAC-8190-4BD4-B693-52A5A4ECA54F}"/>
              </a:ext>
            </a:extLst>
          </p:cNvPr>
          <p:cNvSpPr>
            <a:spLocks noGrp="1"/>
          </p:cNvSpPr>
          <p:nvPr/>
        </p:nvSpPr>
        <p:spPr>
          <a:xfrm>
            <a:off x="89344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3" name="pixel-1580">
            <a:extLst>
              <a:ext uri="{FF2B5EF4-FFF2-40B4-BE49-F238E27FC236}">
                <a16:creationId xmlns:a16="http://schemas.microsoft.com/office/drawing/2014/main" id="{7A39D309-6954-4BB0-B40F-23AE442081D2}"/>
              </a:ext>
            </a:extLst>
          </p:cNvPr>
          <p:cNvSpPr>
            <a:spLocks noGrp="1"/>
          </p:cNvSpPr>
          <p:nvPr/>
        </p:nvSpPr>
        <p:spPr>
          <a:xfrm>
            <a:off x="6991350" y="4419600"/>
            <a:ext cx="647700" cy="647700"/>
          </a:xfrm>
          <a:prstGeom prst="rect">
            <a:avLst/>
          </a:prstGeom>
          <a:solidFill>
            <a:srgbClr val="303841"/>
          </a:solidFill>
          <a:ln w="7144">
            <a:solidFill>
              <a:srgbClr val="98A1AA"/>
            </a:solidFill>
          </a:ln>
        </p:spPr>
      </p:sp>
      <p:sp>
        <p:nvSpPr>
          <p:cNvPr id="64" name="pixel-value-1581">
            <a:extLst>
              <a:ext uri="{FF2B5EF4-FFF2-40B4-BE49-F238E27FC236}">
                <a16:creationId xmlns:a16="http://schemas.microsoft.com/office/drawing/2014/main" id="{495F35B4-0E11-42DF-B8F2-1EF6108292C1}"/>
              </a:ext>
            </a:extLst>
          </p:cNvPr>
          <p:cNvSpPr>
            <a:spLocks noGrp="1"/>
          </p:cNvSpPr>
          <p:nvPr/>
        </p:nvSpPr>
        <p:spPr>
          <a:xfrm>
            <a:off x="69913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5" name="pixel-1582">
            <a:extLst>
              <a:ext uri="{FF2B5EF4-FFF2-40B4-BE49-F238E27FC236}">
                <a16:creationId xmlns:a16="http://schemas.microsoft.com/office/drawing/2014/main" id="{C9F36B76-D5F8-4CF4-8AE6-EE2B49B744FD}"/>
              </a:ext>
            </a:extLst>
          </p:cNvPr>
          <p:cNvSpPr>
            <a:spLocks noGrp="1"/>
          </p:cNvSpPr>
          <p:nvPr/>
        </p:nvSpPr>
        <p:spPr>
          <a:xfrm>
            <a:off x="7639050" y="4419600"/>
            <a:ext cx="647700" cy="647700"/>
          </a:xfrm>
          <a:prstGeom prst="rect">
            <a:avLst/>
          </a:prstGeom>
          <a:solidFill>
            <a:srgbClr val="FFFFFF"/>
          </a:solidFill>
          <a:ln w="7144">
            <a:solidFill>
              <a:srgbClr val="98A1AA"/>
            </a:solidFill>
          </a:ln>
        </p:spPr>
      </p:sp>
      <p:sp>
        <p:nvSpPr>
          <p:cNvPr id="66" name="pixel-value-1583">
            <a:extLst>
              <a:ext uri="{FF2B5EF4-FFF2-40B4-BE49-F238E27FC236}">
                <a16:creationId xmlns:a16="http://schemas.microsoft.com/office/drawing/2014/main" id="{BF5CD616-AD90-464F-846D-CDDF83023916}"/>
              </a:ext>
            </a:extLst>
          </p:cNvPr>
          <p:cNvSpPr>
            <a:spLocks noGrp="1"/>
          </p:cNvSpPr>
          <p:nvPr/>
        </p:nvSpPr>
        <p:spPr>
          <a:xfrm>
            <a:off x="76390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7" name="pixel-1584">
            <a:extLst>
              <a:ext uri="{FF2B5EF4-FFF2-40B4-BE49-F238E27FC236}">
                <a16:creationId xmlns:a16="http://schemas.microsoft.com/office/drawing/2014/main" id="{0F8A9D60-4897-44C0-B2F8-C5D97758861D}"/>
              </a:ext>
            </a:extLst>
          </p:cNvPr>
          <p:cNvSpPr>
            <a:spLocks noGrp="1"/>
          </p:cNvSpPr>
          <p:nvPr/>
        </p:nvSpPr>
        <p:spPr>
          <a:xfrm>
            <a:off x="8286750" y="4419600"/>
            <a:ext cx="647700" cy="647700"/>
          </a:xfrm>
          <a:prstGeom prst="rect">
            <a:avLst/>
          </a:prstGeom>
          <a:solidFill>
            <a:srgbClr val="303841"/>
          </a:solidFill>
          <a:ln w="7144">
            <a:solidFill>
              <a:srgbClr val="98A1AA"/>
            </a:solidFill>
          </a:ln>
        </p:spPr>
      </p:sp>
      <p:sp>
        <p:nvSpPr>
          <p:cNvPr id="68" name="pixel-value-1585">
            <a:extLst>
              <a:ext uri="{FF2B5EF4-FFF2-40B4-BE49-F238E27FC236}">
                <a16:creationId xmlns:a16="http://schemas.microsoft.com/office/drawing/2014/main" id="{5491BA63-A905-47E5-8540-D2E4EEE10D54}"/>
              </a:ext>
            </a:extLst>
          </p:cNvPr>
          <p:cNvSpPr>
            <a:spLocks noGrp="1"/>
          </p:cNvSpPr>
          <p:nvPr/>
        </p:nvSpPr>
        <p:spPr>
          <a:xfrm>
            <a:off x="82867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9" name="pixel-1586">
            <a:extLst>
              <a:ext uri="{FF2B5EF4-FFF2-40B4-BE49-F238E27FC236}">
                <a16:creationId xmlns:a16="http://schemas.microsoft.com/office/drawing/2014/main" id="{382439B4-968D-4951-BBBC-71C010795D01}"/>
              </a:ext>
            </a:extLst>
          </p:cNvPr>
          <p:cNvSpPr>
            <a:spLocks noGrp="1"/>
          </p:cNvSpPr>
          <p:nvPr/>
        </p:nvSpPr>
        <p:spPr>
          <a:xfrm>
            <a:off x="8934450" y="4419600"/>
            <a:ext cx="647700" cy="647700"/>
          </a:xfrm>
          <a:prstGeom prst="rect">
            <a:avLst/>
          </a:prstGeom>
          <a:solidFill>
            <a:srgbClr val="FFFFFF"/>
          </a:solidFill>
          <a:ln w="7144">
            <a:solidFill>
              <a:srgbClr val="98A1AA"/>
            </a:solidFill>
          </a:ln>
        </p:spPr>
      </p:sp>
      <p:sp>
        <p:nvSpPr>
          <p:cNvPr id="70" name="pixel-value-1587">
            <a:extLst>
              <a:ext uri="{FF2B5EF4-FFF2-40B4-BE49-F238E27FC236}">
                <a16:creationId xmlns:a16="http://schemas.microsoft.com/office/drawing/2014/main" id="{E5D42775-BFF6-44C9-AED2-6941C4C6581B}"/>
              </a:ext>
            </a:extLst>
          </p:cNvPr>
          <p:cNvSpPr>
            <a:spLocks noGrp="1"/>
          </p:cNvSpPr>
          <p:nvPr/>
        </p:nvSpPr>
        <p:spPr>
          <a:xfrm>
            <a:off x="89344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71" name="uniform-title">
            <a:extLst>
              <a:ext uri="{FF2B5EF4-FFF2-40B4-BE49-F238E27FC236}">
                <a16:creationId xmlns:a16="http://schemas.microsoft.com/office/drawing/2014/main" id="{F63732FF-6431-409D-BCA6-64CD36C680DE}"/>
              </a:ext>
            </a:extLst>
          </p:cNvPr>
          <p:cNvSpPr>
            <a:spLocks noGrp="1"/>
          </p:cNvSpPr>
          <p:nvPr/>
        </p:nvSpPr>
        <p:spPr>
          <a:xfrm>
            <a:off x="99060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checker-title">
            <a:extLst>
              <a:ext uri="{FF2B5EF4-FFF2-40B4-BE49-F238E27FC236}">
                <a16:creationId xmlns:a16="http://schemas.microsoft.com/office/drawing/2014/main" id="{E9677403-6B28-47E6-AD1F-87C508D38D22}"/>
              </a:ext>
            </a:extLst>
          </p:cNvPr>
          <p:cNvSpPr>
            <a:spLocks noGrp="1"/>
          </p:cNvSpPr>
          <p:nvPr/>
        </p:nvSpPr>
        <p:spPr>
          <a:xfrm>
            <a:off x="699135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체커보드 4×4</a:t>
            </a:r>
          </a:p>
        </p:txBody>
      </p:sp>
      <p:sp>
        <p:nvSpPr>
          <p:cNvPr id="73" name="uniform-size">
            <a:extLst>
              <a:ext uri="{FF2B5EF4-FFF2-40B4-BE49-F238E27FC236}">
                <a16:creationId xmlns:a16="http://schemas.microsoft.com/office/drawing/2014/main" id="{73B80F8C-735B-40DF-B1EA-C325E3FA3A2C}"/>
              </a:ext>
            </a:extLst>
          </p:cNvPr>
          <p:cNvSpPr>
            <a:spLocks noGrp="1"/>
          </p:cNvSpPr>
          <p:nvPr/>
        </p:nvSpPr>
        <p:spPr>
          <a:xfrm>
            <a:off x="990600" y="5372100"/>
            <a:ext cx="4762500" cy="447675"/>
          </a:xfrm>
          <a:prstGeom prst="rect">
            <a:avLst/>
          </a:prstGeom>
          <a:noFill/>
          <a:ln w="0">
            <a:noFill/>
          </a:ln>
        </p:spPr>
        <p:txBody>
          <a:bodyPr wrap="none" lIns="0" tIns="0" rIns="0" bIns="0" anchor="t">
            <a:noAutofit/>
          </a:bodyPr>
          <a:lstStyle>
            <a:defPPr algn="l">
              <a:defRPr sz="2175" b="1">
                <a:solidFill>
                  <a:srgbClr val="21744F"/>
                </a:solidFill>
                <a:latin typeface="Malgun Gothic"/>
                <a:ea typeface="Malgun Gothic"/>
                <a:cs typeface="Malgun Gothic"/>
              </a:defRPr>
            </a:defPPr>
          </a:lstStyle>
          <a:p>
            <a:pPr algn="l">
              <a:lnSpc>
                <a:spcPct val="112000"/>
              </a:lnSpc>
              <a:buNone/>
              <a:defRPr sz="2175" b="1">
                <a:solidFill>
                  <a:srgbClr val="21744F"/>
                </a:solidFill>
                <a:latin typeface="Malgun Gothic"/>
                <a:ea typeface="Malgun Gothic"/>
                <a:cs typeface="Malgun Gothic"/>
              </a:defRPr>
            </a:pPr>
            <a:r>
              <a:rPr sz="2175" b="1">
                <a:solidFill>
                  <a:srgbClr val="21744F"/>
                </a:solidFill>
                <a:latin typeface="Malgun Gothic"/>
                <a:ea typeface="Malgun Gothic"/>
                <a:cs typeface="Malgun Gothic"/>
              </a:rPr>
              <a:t>16개 값 → 1글자</a:t>
            </a:r>
          </a:p>
        </p:txBody>
      </p:sp>
      <p:sp>
        <p:nvSpPr>
          <p:cNvPr id="74" name="checker-size">
            <a:extLst>
              <a:ext uri="{FF2B5EF4-FFF2-40B4-BE49-F238E27FC236}">
                <a16:creationId xmlns:a16="http://schemas.microsoft.com/office/drawing/2014/main" id="{CFBF1538-BF5F-4B2B-8522-25A609723DFD}"/>
              </a:ext>
            </a:extLst>
          </p:cNvPr>
          <p:cNvSpPr>
            <a:spLocks noGrp="1"/>
          </p:cNvSpPr>
          <p:nvPr/>
        </p:nvSpPr>
        <p:spPr>
          <a:xfrm>
            <a:off x="6991350" y="5372100"/>
            <a:ext cx="4591050" cy="447675"/>
          </a:xfrm>
          <a:prstGeom prst="rect">
            <a:avLst/>
          </a:prstGeom>
          <a:noFill/>
          <a:ln w="0">
            <a:noFill/>
          </a:ln>
        </p:spPr>
        <p:txBody>
          <a:bodyPr wrap="none" lIns="0" tIns="0" rIns="0" bIns="0" anchor="t">
            <a:noAutofit/>
          </a:bodyPr>
          <a:lstStyle>
            <a:defPPr algn="l">
              <a:defRPr sz="2175" b="1">
                <a:solidFill>
                  <a:srgbClr val="AD630C"/>
                </a:solidFill>
                <a:latin typeface="Malgun Gothic"/>
                <a:ea typeface="Malgun Gothic"/>
                <a:cs typeface="Malgun Gothic"/>
              </a:defRPr>
            </a:defPPr>
          </a:lstStyle>
          <a:p>
            <a:pPr algn="l">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16개 값 → 26글자</a:t>
            </a:r>
          </a:p>
        </p:txBody>
      </p:sp>
      <p:sp>
        <p:nvSpPr>
          <p:cNvPr id="75" name="caption">
            <a:extLst>
              <a:ext uri="{FF2B5EF4-FFF2-40B4-BE49-F238E27FC236}">
                <a16:creationId xmlns:a16="http://schemas.microsoft.com/office/drawing/2014/main" id="{808AFAC6-551D-49EC-8017-C2CB2B86D17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균일 영역은 유리하고, 끝까지 섞인 무늬는 괄호 때문에 표현이 더 길어질 수 있습니다.</a:t>
            </a:r>
          </a:p>
        </p:txBody>
      </p:sp>
    </p:spTree>
    <p:extLst>
      <p:ext uri="{BB962C8B-B14F-4D97-AF65-F5344CB8AC3E}">
        <p14:creationId xmlns:p14="http://schemas.microsoft.com/office/powerpoint/2010/main" val="268898097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lang="ko-KR" altLang="en-US" sz="1150" i="0">
                <a:solidFill>
                  <a:srgbClr val="606060"/>
                </a:solidFill>
                <a:latin typeface="Malgun Gothic"/>
                <a:ea typeface="Malgun Gothic"/>
                <a:cs typeface="Malgun Gothic"/>
              </a:rPr>
              <a:t>리프 노드는 균일한 영역을</a:t>
            </a:r>
            <a:r>
              <a:rPr lang="en-US" altLang="ko-KR" sz="1150" i="0">
                <a:solidFill>
                  <a:srgbClr val="606060"/>
                </a:solidFill>
                <a:latin typeface="Malgun Gothic"/>
                <a:ea typeface="Malgun Gothic"/>
                <a:cs typeface="Malgun Gothic"/>
              </a:rPr>
              <a:t>, </a:t>
            </a:r>
            <a:r>
              <a:rPr lang="ko-KR" altLang="en-US" sz="1150" i="0">
                <a:solidFill>
                  <a:srgbClr val="606060"/>
                </a:solidFill>
                <a:latin typeface="Malgun Gothic"/>
                <a:ea typeface="Malgun Gothic"/>
                <a:cs typeface="Malgun Gothic"/>
              </a:rPr>
              <a:t>내부 노드는 </a:t>
            </a:r>
            <a:r>
              <a:rPr lang="en-US" altLang="ko-KR" sz="1150" i="0">
                <a:solidFill>
                  <a:srgbClr val="606060"/>
                </a:solidFill>
                <a:latin typeface="Malgun Gothic"/>
                <a:ea typeface="Malgun Gothic"/>
                <a:cs typeface="Malgun Gothic"/>
              </a:rPr>
              <a:t>4</a:t>
            </a:r>
            <a:r>
              <a:rPr lang="ko-KR" altLang="en-US" sz="1150" i="0">
                <a:solidFill>
                  <a:srgbClr val="606060"/>
                </a:solidFill>
                <a:latin typeface="Malgun Gothic"/>
                <a:ea typeface="Malgun Gothic"/>
                <a:cs typeface="Malgun Gothic"/>
              </a:rPr>
              <a:t>개의 자식으로 쪼개진 영역을 뜻한다</a:t>
            </a:r>
            <a:r>
              <a:rPr lang="en-US" altLang="ko-KR" sz="1150" i="0">
                <a:solidFill>
                  <a:srgbClr val="606060"/>
                </a:solidFill>
                <a:latin typeface="Malgun Gothic"/>
                <a:ea typeface="Malgun Gothic"/>
                <a:cs typeface="Malgun Gothic"/>
              </a:rPr>
              <a:t>. </a:t>
            </a:r>
            <a:r>
              <a:rPr lang="ko-KR" altLang="en-US" sz="1150" i="0">
                <a:solidFill>
                  <a:srgbClr val="606060"/>
                </a:solidFill>
                <a:latin typeface="Malgun Gothic"/>
                <a:ea typeface="Malgun Gothic"/>
                <a:cs typeface="Malgun Gothic"/>
              </a:rPr>
              <a:t>트리의 깊이는 최대 </a:t>
            </a:r>
            <a:r>
              <a:rPr lang="en-US" altLang="ko-KR" sz="1150" i="0">
                <a:solidFill>
                  <a:srgbClr val="606060"/>
                </a:solidFill>
                <a:latin typeface="Malgun Gothic"/>
                <a:ea typeface="Malgun Gothic"/>
                <a:cs typeface="Malgun Gothic"/>
              </a:rPr>
              <a:t>log₂(size)</a:t>
            </a:r>
            <a:r>
              <a:rPr lang="ko-KR" altLang="en-US" sz="1150" i="0">
                <a:solidFill>
                  <a:srgbClr val="606060"/>
                </a:solidFill>
                <a:latin typeface="Malgun Gothic"/>
                <a:ea typeface="Malgun Gothic"/>
                <a:cs typeface="Malgun Gothic"/>
              </a:rPr>
              <a:t>이다</a:t>
            </a:r>
            <a:r>
              <a:rPr lang="en-US" altLang="ko-KR" sz="1150" i="0">
                <a:solidFill>
                  <a:srgbClr val="606060"/>
                </a:solidFill>
                <a:latin typeface="Malgun Gothic"/>
                <a:ea typeface="Malgun Gothic"/>
                <a:cs typeface="Malgun Gothic"/>
              </a:rPr>
              <a:t>.</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lang="ko-KR" altLang="en-US" sz="1500" b="1" i="0">
                <a:solidFill>
                  <a:srgbClr val="171717"/>
                </a:solidFill>
                <a:latin typeface="Malgun Gothic"/>
                <a:ea typeface="Malgun Gothic"/>
                <a:cs typeface="Malgun Gothic"/>
              </a:rPr>
              <a:t>트리 깊이 ≤ </a:t>
            </a:r>
            <a:r>
              <a:rPr lang="en-US" altLang="ko-KR" sz="1500" b="1" i="0">
                <a:solidFill>
                  <a:srgbClr val="171717"/>
                </a:solidFill>
                <a:latin typeface="Malgun Gothic"/>
                <a:ea typeface="Malgun Gothic"/>
                <a:cs typeface="Malgun Gothic"/>
              </a:rPr>
              <a:t>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CreateLeafNode(initialValue)</a:t>
            </a:r>
            <a:endParaRPr sz="150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return root</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쿼드 트리 알고리즘 </a:t>
            </a:r>
            <a:r>
              <a:rPr lang="en-US" altLang="ko-KR" sz="3000" b="1" i="0">
                <a:solidFill>
                  <a:srgbClr val="171717"/>
                </a:solidFill>
                <a:latin typeface="Malgun Gothic"/>
                <a:ea typeface="Malgun Gothic"/>
                <a:cs typeface="Malgun Gothic"/>
              </a:rPr>
              <a:t>(</a:t>
            </a:r>
            <a:r>
              <a:rPr lang="ko-KR" altLang="en-US" sz="3000" b="1" i="0">
                <a:solidFill>
                  <a:srgbClr val="171717"/>
                </a:solidFill>
                <a:latin typeface="Malgun Gothic"/>
                <a:ea typeface="Malgun Gothic"/>
                <a:cs typeface="Malgun Gothic"/>
              </a:rPr>
              <a:t>의사코드</a:t>
            </a:r>
            <a:r>
              <a:rPr lang="en-US" altLang="ko-KR" sz="3000" b="1" i="0">
                <a:solidFill>
                  <a:srgbClr val="171717"/>
                </a:solidFill>
                <a:latin typeface="Malgun Gothic"/>
                <a:ea typeface="Malgun Gothic"/>
                <a:cs typeface="Malgun Gothic"/>
              </a:rPr>
              <a:t>)</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altLang="ko-K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lang="ko-KR" altLang="en-US" sz="1150" i="0">
                <a:solidFill>
                  <a:srgbClr val="171717"/>
                </a:solidFill>
                <a:latin typeface="Malgun Gothic"/>
                <a:ea typeface="Malgun Gothic"/>
                <a:cs typeface="Malgun Gothic"/>
              </a:rPr>
              <a:t>픽셀 </a:t>
            </a:r>
            <a:r>
              <a:rPr lang="en-US" altLang="ko-KR" sz="1150" i="0">
                <a:solidFill>
                  <a:srgbClr val="171717"/>
                </a:solidFill>
                <a:latin typeface="Malgun Gothic"/>
                <a:ea typeface="Malgun Gothic"/>
                <a:cs typeface="Malgun Gothic"/>
              </a:rPr>
              <a:t>64</a:t>
            </a:r>
            <a:r>
              <a:rPr lang="ko-KR" altLang="en-US" sz="1150" i="0">
                <a:solidFill>
                  <a:srgbClr val="171717"/>
                </a:solidFill>
                <a:latin typeface="Malgun Gothic"/>
                <a:ea typeface="Malgun Gothic"/>
                <a:cs typeface="Malgun Gothic"/>
              </a:rPr>
              <a:t>개 → 문자 </a:t>
            </a:r>
            <a:r>
              <a:rPr lang="en-US" altLang="ko-KR" sz="1150" i="0">
                <a:solidFill>
                  <a:srgbClr val="171717"/>
                </a:solidFill>
                <a:latin typeface="Malgun Gothic"/>
                <a:ea typeface="Malgun Gothic"/>
                <a:cs typeface="Malgun Gothic"/>
              </a:rPr>
              <a:t>16</a:t>
            </a:r>
            <a:r>
              <a:rPr lang="ko-KR" altLang="en-US" sz="1150" i="0">
                <a:solidFill>
                  <a:srgbClr val="171717"/>
                </a:solidFill>
                <a:latin typeface="Malgun Gothic"/>
                <a:ea typeface="Malgun Gothic"/>
                <a:cs typeface="Malgun Gothic"/>
              </a:rPr>
              <a:t>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result</a:t>
            </a:r>
            <a:endParaRPr sz="105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print(quadtree_compress(0, 0, 8, example_image))</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파이썬 구현 </a:t>
            </a:r>
            <a:r>
              <a:rPr lang="en-US" altLang="ko-KR" sz="3000" b="1" i="0">
                <a:solidFill>
                  <a:srgbClr val="171717"/>
                </a:solidFill>
                <a:latin typeface="Malgun Gothic"/>
                <a:ea typeface="Malgun Gothic"/>
                <a:cs typeface="Malgun Gothic"/>
              </a:rPr>
              <a:t>— 8×8 </a:t>
            </a:r>
            <a:r>
              <a:rPr lang="ko-KR" altLang="en-US" sz="3000" b="1" i="0">
                <a:solidFill>
                  <a:srgbClr val="171717"/>
                </a:solidFill>
                <a:latin typeface="Malgun Gothic"/>
                <a:ea typeface="Malgun Gothic"/>
                <a:cs typeface="Malgun Gothic"/>
              </a:rPr>
              <a:t>이미지 압축</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FB62F7F-2E6D-4820-9A88-F0E60CDE2A3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09BC9D1-8334-4B04-84D4-F2B26488F6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FC340B4-90AB-4E21-8236-F1EB8EB614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트리 깊이와 픽셀 검사 횟수는 다릅니다</a:t>
            </a:r>
          </a:p>
        </p:txBody>
      </p:sp>
      <p:sp>
        <p:nvSpPr>
          <p:cNvPr id="4" name="line-1588">
            <a:extLst>
              <a:ext uri="{FF2B5EF4-FFF2-40B4-BE49-F238E27FC236}">
                <a16:creationId xmlns:a16="http://schemas.microsoft.com/office/drawing/2014/main" id="{8512784C-CE6A-4B7F-B534-E32703EC127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946DB3B-FB73-4A7E-AA9B-5E3D0E88D23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D84E8B1-F52B-4DFA-B2ED-FA4D691FDA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205</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9279C31E-73CA-445A-B573-CFA1807D5D35}"/>
              </a:ext>
            </a:extLst>
          </p:cNvPr>
          <p:cNvGraphicFramePr/>
          <p:nvPr/>
        </p:nvGraphicFramePr>
        <p:xfrm>
          <a:off x="609600" y="2019300"/>
          <a:ext cx="10972800" cy="3095625"/>
        </p:xfrm>
        <a:graphic>
          <a:graphicData uri="http://schemas.openxmlformats.org/drawingml/2006/table">
            <a:tbl>
              <a:tblPr/>
              <a:tblGrid>
                <a:gridCol w="5334000">
                  <a:extLst>
                    <a:ext uri="{9D8B030D-6E8A-4147-A177-3AD203B41FA5}">
                      <a16:colId xmlns:a16="http://schemas.microsoft.com/office/drawing/2014/main" val="20000"/>
                    </a:ext>
                  </a:extLst>
                </a:gridCol>
                <a:gridCol w="5638800">
                  <a:extLst>
                    <a:ext uri="{9D8B030D-6E8A-4147-A177-3AD203B41FA5}">
                      <a16:colId xmlns:a16="http://schemas.microsoft.com/office/drawing/2014/main" val="20001"/>
                    </a:ext>
                  </a:extLst>
                </a:gridCol>
              </a:tblGrid>
              <a:tr h="619125">
                <a:tc>
                  <a:txBody>
                    <a:bodyPr/>
                    <a:lstStyle/>
                    <a:p>
                      <a:pPr algn="ctr"/>
                      <a:r>
                        <a:rPr sz="1800" b="1">
                          <a:solidFill>
                            <a:srgbClr val="FFFFFF"/>
                          </a:solidFill>
                          <a:latin typeface="Malgun Gothic"/>
                          <a:ea typeface="Malgun Gothic"/>
                          <a:cs typeface="Malgun Gothic"/>
                        </a:rPr>
                        <a:t>호출 영역</a:t>
                      </a:r>
                    </a:p>
                  </a:txBody>
                  <a:tcPr anchor="ctr">
                    <a:solidFill>
                      <a:srgbClr val="151515"/>
                    </a:solidFill>
                  </a:tcPr>
                </a:tc>
                <a:tc>
                  <a:txBody>
                    <a:bodyPr/>
                    <a:lstStyle/>
                    <a:p>
                      <a:pPr algn="ctr"/>
                      <a:r>
                        <a:rPr sz="1800" b="1">
                          <a:solidFill>
                            <a:srgbClr val="FFFFFF"/>
                          </a:solidFill>
                          <a:latin typeface="Malgun Gothic"/>
                          <a:ea typeface="Malgun Gothic"/>
                          <a:cs typeface="Malgun Gothic"/>
                        </a:rPr>
                        <a:t>그 영역의 검사 횟수</a:t>
                      </a:r>
                    </a:p>
                  </a:txBody>
                  <a:tcPr anchor="ctr">
                    <a:solidFill>
                      <a:srgbClr val="151515"/>
                    </a:solidFill>
                  </a:tcPr>
                </a:tc>
                <a:extLst>
                  <a:ext uri="{0D108BD9-81ED-4DB2-BD59-A6C34878D82A}">
                    <a16:rowId xmlns:a16="http://schemas.microsoft.com/office/drawing/2014/main" val="10000"/>
                  </a:ext>
                </a:extLst>
              </a:tr>
              <a:tr h="619125">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다른 색까지 5</a:t>
                      </a:r>
                    </a:p>
                  </a:txBody>
                  <a:tcPr anchor="ctr">
                    <a:solidFill>
                      <a:srgbClr val="FFFFFF"/>
                    </a:solidFill>
                  </a:tcPr>
                </a:tc>
                <a:extLst>
                  <a:ext uri="{0D108BD9-81ED-4DB2-BD59-A6C34878D82A}">
                    <a16:rowId xmlns:a16="http://schemas.microsoft.com/office/drawing/2014/main" val="10001"/>
                  </a:ext>
                </a:extLst>
              </a:tr>
              <a:tr h="619125">
                <a:tc>
                  <a:txBody>
                    <a:bodyPr/>
                    <a:lstStyle/>
                    <a:p>
                      <a:pPr algn="ctr"/>
                      <a:r>
                        <a:rPr sz="1800" b="0">
                          <a:solidFill>
                            <a:srgbClr val="151515"/>
                          </a:solidFill>
                          <a:latin typeface="Malgun Gothic"/>
                          <a:ea typeface="Malgun Gothic"/>
                          <a:cs typeface="Malgun Gothic"/>
                        </a:rPr>
                        <a:t>균일한 4×4 세 영역</a:t>
                      </a:r>
                    </a:p>
                  </a:txBody>
                  <a:tcPr anchor="ctr">
                    <a:solidFill>
                      <a:srgbClr val="F1F4F6"/>
                    </a:solidFill>
                  </a:tcPr>
                </a:tc>
                <a:tc>
                  <a:txBody>
                    <a:bodyPr/>
                    <a:lstStyle/>
                    <a:p>
                      <a:pPr algn="ctr"/>
                      <a:r>
                        <a:rPr sz="1800" b="0">
                          <a:solidFill>
                            <a:srgbClr val="151515"/>
                          </a:solidFill>
                          <a:latin typeface="Malgun Gothic"/>
                          <a:ea typeface="Malgun Gothic"/>
                          <a:cs typeface="Malgun Gothic"/>
                        </a:rPr>
                        <a:t>16 × 3 = 48</a:t>
                      </a:r>
                    </a:p>
                  </a:txBody>
                  <a:tcPr anchor="ctr">
                    <a:solidFill>
                      <a:srgbClr val="F1F4F6"/>
                    </a:solidFill>
                  </a:tcPr>
                </a:tc>
                <a:extLst>
                  <a:ext uri="{0D108BD9-81ED-4DB2-BD59-A6C34878D82A}">
                    <a16:rowId xmlns:a16="http://schemas.microsoft.com/office/drawing/2014/main" val="10002"/>
                  </a:ext>
                </a:extLst>
              </a:tr>
              <a:tr h="619125">
                <a:tc>
                  <a:txBody>
                    <a:bodyPr/>
                    <a:lstStyle/>
                    <a:p>
                      <a:pPr algn="ctr"/>
                      <a:r>
                        <a:rPr sz="1800" b="0">
                          <a:solidFill>
                            <a:srgbClr val="151515"/>
                          </a:solidFill>
                          <a:latin typeface="Malgun Gothic"/>
                          <a:ea typeface="Malgun Gothic"/>
                          <a:cs typeface="Malgun Gothic"/>
                        </a:rPr>
                        <a:t>혼합 4×4 / 혼합 2×2</a:t>
                      </a:r>
                    </a:p>
                  </a:txBody>
                  <a:tcPr anchor="ctr">
                    <a:solidFill>
                      <a:srgbClr val="FFFFFF"/>
                    </a:solidFill>
                  </a:tcPr>
                </a:tc>
                <a:tc>
                  <a:txBody>
                    <a:bodyPr/>
                    <a:lstStyle/>
                    <a:p>
                      <a:pPr algn="ctr"/>
                      <a:r>
                        <a:rPr sz="1800" b="0">
                          <a:solidFill>
                            <a:srgbClr val="151515"/>
                          </a:solidFill>
                          <a:latin typeface="Malgun Gothic"/>
                          <a:ea typeface="Malgun Gothic"/>
                          <a:cs typeface="Malgun Gothic"/>
                        </a:rPr>
                        <a:t>6 + 4 = 10</a:t>
                      </a:r>
                    </a:p>
                  </a:txBody>
                  <a:tcPr anchor="ctr">
                    <a:solidFill>
                      <a:srgbClr val="FFFFFF"/>
                    </a:solidFill>
                  </a:tcPr>
                </a:tc>
                <a:extLst>
                  <a:ext uri="{0D108BD9-81ED-4DB2-BD59-A6C34878D82A}">
                    <a16:rowId xmlns:a16="http://schemas.microsoft.com/office/drawing/2014/main" val="10003"/>
                  </a:ext>
                </a:extLst>
              </a:tr>
              <a:tr h="619125">
                <a:tc>
                  <a:txBody>
                    <a:bodyPr/>
                    <a:lstStyle/>
                    <a:p>
                      <a:pPr algn="ctr"/>
                      <a:r>
                        <a:rPr sz="1800" b="0">
                          <a:solidFill>
                            <a:srgbClr val="151515"/>
                          </a:solidFill>
                          <a:latin typeface="Malgun Gothic"/>
                          <a:ea typeface="Malgun Gothic"/>
                          <a:cs typeface="Malgun Gothic"/>
                        </a:rPr>
                        <a:t>균일한 2×2 세 영역 / 픽셀 네 개</a:t>
                      </a:r>
                    </a:p>
                  </a:txBody>
                  <a:tcPr anchor="ctr">
                    <a:solidFill>
                      <a:srgbClr val="F1F4F6"/>
                    </a:solidFill>
                  </a:tcPr>
                </a:tc>
                <a:tc>
                  <a:txBody>
                    <a:bodyPr/>
                    <a:lstStyle/>
                    <a:p>
                      <a:pPr algn="ctr"/>
                      <a:r>
                        <a:rPr sz="1800" b="0">
                          <a:solidFill>
                            <a:srgbClr val="151515"/>
                          </a:solidFill>
                          <a:latin typeface="Malgun Gothic"/>
                          <a:ea typeface="Malgun Gothic"/>
                          <a:cs typeface="Malgun Gothic"/>
                        </a:rPr>
                        <a:t>4 × 3 + 1 × 4 = 16</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sum">
            <a:extLst>
              <a:ext uri="{FF2B5EF4-FFF2-40B4-BE49-F238E27FC236}">
                <a16:creationId xmlns:a16="http://schemas.microsoft.com/office/drawing/2014/main" id="{083609C6-0927-4318-8A44-A768D0D57088}"/>
              </a:ext>
            </a:extLst>
          </p:cNvPr>
          <p:cNvSpPr>
            <a:spLocks noGrp="1"/>
          </p:cNvSpPr>
          <p:nvPr/>
        </p:nvSpPr>
        <p:spPr>
          <a:xfrm>
            <a:off x="609600" y="5353050"/>
            <a:ext cx="10972800" cy="447675"/>
          </a:xfrm>
          <a:prstGeom prst="rect">
            <a:avLst/>
          </a:prstGeom>
          <a:noFill/>
          <a:ln w="0">
            <a:noFill/>
          </a:ln>
        </p:spPr>
        <p:txBody>
          <a:bodyPr wrap="none" lIns="0" tIns="0" rIns="0" bIns="0" anchor="t">
            <a:noAutofit/>
          </a:bodyPr>
          <a:lstStyle>
            <a:defPPr algn="l">
              <a:defRPr sz="2325" b="1">
                <a:solidFill>
                  <a:srgbClr val="146995"/>
                </a:solidFill>
                <a:latin typeface="Malgun Gothic"/>
                <a:ea typeface="Malgun Gothic"/>
                <a:cs typeface="Malgun Gothic"/>
              </a:defRPr>
            </a:defPPr>
          </a:lstStyle>
          <a:p>
            <a:pPr algn="l">
              <a:lnSpc>
                <a:spcPct val="112000"/>
              </a:lnSpc>
              <a:buNone/>
              <a:defRPr sz="2325" b="1">
                <a:solidFill>
                  <a:srgbClr val="146995"/>
                </a:solidFill>
                <a:latin typeface="Malgun Gothic"/>
                <a:ea typeface="Malgun Gothic"/>
                <a:cs typeface="Malgun Gothic"/>
              </a:defRPr>
            </a:pPr>
            <a:r>
              <a:rPr sz="2325" b="1">
                <a:solidFill>
                  <a:srgbClr val="146995"/>
                </a:solidFill>
                <a:latin typeface="Malgun Gothic"/>
                <a:ea typeface="Malgun Gothic"/>
                <a:cs typeface="Malgun Gothic"/>
              </a:rPr>
              <a:t>실제 예제: 5 + 48 + 10 + 16 = 79회 검사</a:t>
            </a:r>
          </a:p>
        </p:txBody>
      </p:sp>
      <p:sp>
        <p:nvSpPr>
          <p:cNvPr id="9" name="caption">
            <a:extLst>
              <a:ext uri="{FF2B5EF4-FFF2-40B4-BE49-F238E27FC236}">
                <a16:creationId xmlns:a16="http://schemas.microsoft.com/office/drawing/2014/main" id="{9142EFBC-B88B-49E3-B337-C6FC4475211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현재 Python의 조기 종료를 포함한 값입니다. 출력 문자열을 붙이는 비용은 별도로 있습니다.</a:t>
            </a:r>
          </a:p>
        </p:txBody>
      </p:sp>
    </p:spTree>
    <p:extLst>
      <p:ext uri="{BB962C8B-B14F-4D97-AF65-F5344CB8AC3E}">
        <p14:creationId xmlns:p14="http://schemas.microsoft.com/office/powerpoint/2010/main" val="1347520552"/>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D38F8870-1338-4184-B2E6-34FB1D3A938C}"/>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1B6932A-25AB-4003-9731-DE413368A7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6633A9-57AF-4D6A-B38A-50E44DB3940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영상 전체를 매번 검사할 때의 시간 상한</a:t>
            </a:r>
          </a:p>
        </p:txBody>
      </p:sp>
      <p:sp>
        <p:nvSpPr>
          <p:cNvPr id="4" name="line-1590">
            <a:extLst>
              <a:ext uri="{FF2B5EF4-FFF2-40B4-BE49-F238E27FC236}">
                <a16:creationId xmlns:a16="http://schemas.microsoft.com/office/drawing/2014/main" id="{45491C32-F40F-49FF-B6D0-BD0E67E2769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AA6B1-3538-4D14-8107-31B9B19920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35ACC74-8CA7-4D5F-A214-9AEFCE8F041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206</a:t>
            </a:r>
            <a:endParaRPr sz="1050" b="0">
              <a:solidFill>
                <a:srgbClr val="151515"/>
              </a:solidFill>
              <a:latin typeface="Consolas"/>
              <a:ea typeface="Consolas"/>
              <a:cs typeface="Consolas"/>
            </a:endParaRPr>
          </a:p>
        </p:txBody>
      </p:sp>
      <p:sp>
        <p:nvSpPr>
          <p:cNvPr id="7" name="units">
            <a:extLst>
              <a:ext uri="{FF2B5EF4-FFF2-40B4-BE49-F238E27FC236}">
                <a16:creationId xmlns:a16="http://schemas.microsoft.com/office/drawing/2014/main" id="{860C1D39-B085-445A-9898-457540F84C80}"/>
              </a:ext>
            </a:extLst>
          </p:cNvPr>
          <p:cNvSpPr>
            <a:spLocks noGrp="1"/>
          </p:cNvSpPr>
          <p:nvPr/>
        </p:nvSpPr>
        <p:spPr>
          <a:xfrm>
            <a:off x="609600" y="1781175"/>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한 변 S = 8 / 전체 픽셀 N = S² = 64</a:t>
            </a:r>
          </a:p>
        </p:txBody>
      </p:sp>
      <p:sp>
        <p:nvSpPr>
          <p:cNvPr id="8" name="cost-label-1591">
            <a:extLst>
              <a:ext uri="{FF2B5EF4-FFF2-40B4-BE49-F238E27FC236}">
                <a16:creationId xmlns:a16="http://schemas.microsoft.com/office/drawing/2014/main" id="{921A5558-6AAE-4CC7-9394-DBDF30A4D152}"/>
              </a:ext>
            </a:extLst>
          </p:cNvPr>
          <p:cNvSpPr>
            <a:spLocks noGrp="1"/>
          </p:cNvSpPr>
          <p:nvPr/>
        </p:nvSpPr>
        <p:spPr>
          <a:xfrm>
            <a:off x="609600" y="2600325"/>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8: 1개</a:t>
            </a:r>
          </a:p>
        </p:txBody>
      </p:sp>
      <p:sp>
        <p:nvSpPr>
          <p:cNvPr id="9" name="cost-bar-1592">
            <a:extLst>
              <a:ext uri="{FF2B5EF4-FFF2-40B4-BE49-F238E27FC236}">
                <a16:creationId xmlns:a16="http://schemas.microsoft.com/office/drawing/2014/main" id="{9B892CAE-3DF9-46CC-9BAF-D8586C9CAECC}"/>
              </a:ext>
            </a:extLst>
          </p:cNvPr>
          <p:cNvSpPr>
            <a:spLocks noGrp="1"/>
          </p:cNvSpPr>
          <p:nvPr/>
        </p:nvSpPr>
        <p:spPr>
          <a:xfrm>
            <a:off x="2667000" y="2486025"/>
            <a:ext cx="6048375" cy="514350"/>
          </a:xfrm>
          <a:prstGeom prst="rect">
            <a:avLst/>
          </a:prstGeom>
          <a:solidFill>
            <a:srgbClr val="D5E6EF"/>
          </a:solidFill>
          <a:ln w="9525">
            <a:solidFill>
              <a:srgbClr val="146995"/>
            </a:solidFill>
          </a:ln>
        </p:spPr>
      </p:sp>
      <p:sp>
        <p:nvSpPr>
          <p:cNvPr id="10" name="cost-value-1593">
            <a:extLst>
              <a:ext uri="{FF2B5EF4-FFF2-40B4-BE49-F238E27FC236}">
                <a16:creationId xmlns:a16="http://schemas.microsoft.com/office/drawing/2014/main" id="{A4F5BB0A-AEAD-4F88-A8A8-0E36EEF611DB}"/>
              </a:ext>
            </a:extLst>
          </p:cNvPr>
          <p:cNvSpPr>
            <a:spLocks noGrp="1"/>
          </p:cNvSpPr>
          <p:nvPr/>
        </p:nvSpPr>
        <p:spPr>
          <a:xfrm>
            <a:off x="8886825" y="2600325"/>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64칸</a:t>
            </a:r>
          </a:p>
        </p:txBody>
      </p:sp>
      <p:sp>
        <p:nvSpPr>
          <p:cNvPr id="11" name="cost-label-1594">
            <a:extLst>
              <a:ext uri="{FF2B5EF4-FFF2-40B4-BE49-F238E27FC236}">
                <a16:creationId xmlns:a16="http://schemas.microsoft.com/office/drawing/2014/main" id="{8625ECFF-457E-4FF0-B92D-6A87D1AEE4F8}"/>
              </a:ext>
            </a:extLst>
          </p:cNvPr>
          <p:cNvSpPr>
            <a:spLocks noGrp="1"/>
          </p:cNvSpPr>
          <p:nvPr/>
        </p:nvSpPr>
        <p:spPr>
          <a:xfrm>
            <a:off x="609600" y="342900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4: 4개</a:t>
            </a:r>
          </a:p>
        </p:txBody>
      </p:sp>
      <p:sp>
        <p:nvSpPr>
          <p:cNvPr id="12" name="cost-bar-1595">
            <a:extLst>
              <a:ext uri="{FF2B5EF4-FFF2-40B4-BE49-F238E27FC236}">
                <a16:creationId xmlns:a16="http://schemas.microsoft.com/office/drawing/2014/main" id="{8AFF161A-CA86-4C2D-9398-2FF33F188E06}"/>
              </a:ext>
            </a:extLst>
          </p:cNvPr>
          <p:cNvSpPr>
            <a:spLocks noGrp="1"/>
          </p:cNvSpPr>
          <p:nvPr/>
        </p:nvSpPr>
        <p:spPr>
          <a:xfrm>
            <a:off x="2667000" y="3314700"/>
            <a:ext cx="6048375" cy="514350"/>
          </a:xfrm>
          <a:prstGeom prst="rect">
            <a:avLst/>
          </a:prstGeom>
          <a:solidFill>
            <a:srgbClr val="D5E6EF"/>
          </a:solidFill>
          <a:ln w="9525">
            <a:solidFill>
              <a:srgbClr val="146995"/>
            </a:solidFill>
          </a:ln>
        </p:spPr>
      </p:sp>
      <p:sp>
        <p:nvSpPr>
          <p:cNvPr id="13" name="cost-value-1596">
            <a:extLst>
              <a:ext uri="{FF2B5EF4-FFF2-40B4-BE49-F238E27FC236}">
                <a16:creationId xmlns:a16="http://schemas.microsoft.com/office/drawing/2014/main" id="{CA91B024-07CB-4194-904E-641DA0C3B2AF}"/>
              </a:ext>
            </a:extLst>
          </p:cNvPr>
          <p:cNvSpPr>
            <a:spLocks noGrp="1"/>
          </p:cNvSpPr>
          <p:nvPr/>
        </p:nvSpPr>
        <p:spPr>
          <a:xfrm>
            <a:off x="8886825" y="342900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4 × 16 = 64칸</a:t>
            </a:r>
          </a:p>
        </p:txBody>
      </p:sp>
      <p:sp>
        <p:nvSpPr>
          <p:cNvPr id="14" name="cost-label-1597">
            <a:extLst>
              <a:ext uri="{FF2B5EF4-FFF2-40B4-BE49-F238E27FC236}">
                <a16:creationId xmlns:a16="http://schemas.microsoft.com/office/drawing/2014/main" id="{3D202698-B83A-4AE6-ACE0-AB56A5D482F8}"/>
              </a:ext>
            </a:extLst>
          </p:cNvPr>
          <p:cNvSpPr>
            <a:spLocks noGrp="1"/>
          </p:cNvSpPr>
          <p:nvPr/>
        </p:nvSpPr>
        <p:spPr>
          <a:xfrm>
            <a:off x="609600" y="4257675"/>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2: 16개</a:t>
            </a:r>
          </a:p>
        </p:txBody>
      </p:sp>
      <p:sp>
        <p:nvSpPr>
          <p:cNvPr id="15" name="cost-bar-1598">
            <a:extLst>
              <a:ext uri="{FF2B5EF4-FFF2-40B4-BE49-F238E27FC236}">
                <a16:creationId xmlns:a16="http://schemas.microsoft.com/office/drawing/2014/main" id="{6DC7EAD1-E14E-474F-BC3A-E761BE50D4E1}"/>
              </a:ext>
            </a:extLst>
          </p:cNvPr>
          <p:cNvSpPr>
            <a:spLocks noGrp="1"/>
          </p:cNvSpPr>
          <p:nvPr/>
        </p:nvSpPr>
        <p:spPr>
          <a:xfrm>
            <a:off x="2667000" y="4143375"/>
            <a:ext cx="6048375" cy="514350"/>
          </a:xfrm>
          <a:prstGeom prst="rect">
            <a:avLst/>
          </a:prstGeom>
          <a:solidFill>
            <a:srgbClr val="D5E6EF"/>
          </a:solidFill>
          <a:ln w="9525">
            <a:solidFill>
              <a:srgbClr val="146995"/>
            </a:solidFill>
          </a:ln>
        </p:spPr>
      </p:sp>
      <p:sp>
        <p:nvSpPr>
          <p:cNvPr id="16" name="cost-value-1599">
            <a:extLst>
              <a:ext uri="{FF2B5EF4-FFF2-40B4-BE49-F238E27FC236}">
                <a16:creationId xmlns:a16="http://schemas.microsoft.com/office/drawing/2014/main" id="{DFF4D183-AADD-49BF-9FBE-25A776F219BA}"/>
              </a:ext>
            </a:extLst>
          </p:cNvPr>
          <p:cNvSpPr>
            <a:spLocks noGrp="1"/>
          </p:cNvSpPr>
          <p:nvPr/>
        </p:nvSpPr>
        <p:spPr>
          <a:xfrm>
            <a:off x="8886825" y="4257675"/>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16 × 4 = 64칸</a:t>
            </a:r>
          </a:p>
        </p:txBody>
      </p:sp>
      <p:sp>
        <p:nvSpPr>
          <p:cNvPr id="17" name="cost-label-1600">
            <a:extLst>
              <a:ext uri="{FF2B5EF4-FFF2-40B4-BE49-F238E27FC236}">
                <a16:creationId xmlns:a16="http://schemas.microsoft.com/office/drawing/2014/main" id="{F12E62D4-EAE0-4141-A4E3-A802B6FEAF3B}"/>
              </a:ext>
            </a:extLst>
          </p:cNvPr>
          <p:cNvSpPr>
            <a:spLocks noGrp="1"/>
          </p:cNvSpPr>
          <p:nvPr/>
        </p:nvSpPr>
        <p:spPr>
          <a:xfrm>
            <a:off x="609600" y="508635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1: 64개</a:t>
            </a:r>
          </a:p>
        </p:txBody>
      </p:sp>
      <p:sp>
        <p:nvSpPr>
          <p:cNvPr id="18" name="cost-bar-1601">
            <a:extLst>
              <a:ext uri="{FF2B5EF4-FFF2-40B4-BE49-F238E27FC236}">
                <a16:creationId xmlns:a16="http://schemas.microsoft.com/office/drawing/2014/main" id="{181C9E99-FC9D-4AD1-A3C0-BFE36E4657B6}"/>
              </a:ext>
            </a:extLst>
          </p:cNvPr>
          <p:cNvSpPr>
            <a:spLocks noGrp="1"/>
          </p:cNvSpPr>
          <p:nvPr/>
        </p:nvSpPr>
        <p:spPr>
          <a:xfrm>
            <a:off x="2667000" y="4972050"/>
            <a:ext cx="6048375" cy="514350"/>
          </a:xfrm>
          <a:prstGeom prst="rect">
            <a:avLst/>
          </a:prstGeom>
          <a:solidFill>
            <a:srgbClr val="D5E6EF"/>
          </a:solidFill>
          <a:ln w="9525">
            <a:solidFill>
              <a:srgbClr val="146995"/>
            </a:solidFill>
          </a:ln>
        </p:spPr>
      </p:sp>
      <p:sp>
        <p:nvSpPr>
          <p:cNvPr id="19" name="cost-value-1602">
            <a:extLst>
              <a:ext uri="{FF2B5EF4-FFF2-40B4-BE49-F238E27FC236}">
                <a16:creationId xmlns:a16="http://schemas.microsoft.com/office/drawing/2014/main" id="{3BDB9CA2-8399-4211-902F-EA8C1148CF1D}"/>
              </a:ext>
            </a:extLst>
          </p:cNvPr>
          <p:cNvSpPr>
            <a:spLocks noGrp="1"/>
          </p:cNvSpPr>
          <p:nvPr/>
        </p:nvSpPr>
        <p:spPr>
          <a:xfrm>
            <a:off x="8886825" y="508635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64 × 1 = 64칸</a:t>
            </a:r>
          </a:p>
        </p:txBody>
      </p:sp>
      <p:sp>
        <p:nvSpPr>
          <p:cNvPr id="20" name="caption">
            <a:extLst>
              <a:ext uri="{FF2B5EF4-FFF2-40B4-BE49-F238E27FC236}">
                <a16:creationId xmlns:a16="http://schemas.microsoft.com/office/drawing/2014/main" id="{45A19FDD-EA5B-4B9E-819B-ED301551064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전체 검사 모델: O(N log S) 상한. 조기 종료를 하는 실제 코드는 더 적게 검사할 수 있습니다.</a:t>
            </a:r>
          </a:p>
        </p:txBody>
      </p:sp>
    </p:spTree>
    <p:extLst>
      <p:ext uri="{BB962C8B-B14F-4D97-AF65-F5344CB8AC3E}">
        <p14:creationId xmlns:p14="http://schemas.microsoft.com/office/powerpoint/2010/main" val="382393511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화면 속에는 수십 명의 캐릭터</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수백 발의 총알</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수천 개의 지형지물이 움직인다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게임 엔진은 이 객체들이 서로 부딪혔는지 판별하는 충돌 감지</a:t>
            </a:r>
            <a:r>
              <a:rPr lang="en-US" altLang="ko-KR" sz="1500" i="0">
                <a:solidFill>
                  <a:srgbClr val="606060"/>
                </a:solidFill>
                <a:latin typeface="Malgun Gothic"/>
                <a:ea typeface="Malgun Gothic"/>
                <a:cs typeface="Malgun Gothic"/>
              </a:rPr>
              <a:t>(collision detection)</a:t>
            </a:r>
            <a:r>
              <a:rPr lang="ko-KR" altLang="en-US" sz="1500" i="0">
                <a:solidFill>
                  <a:srgbClr val="606060"/>
                </a:solidFill>
                <a:latin typeface="Malgun Gothic"/>
                <a:ea typeface="Malgun Gothic"/>
                <a:cs typeface="Malgun Gothic"/>
              </a:rPr>
              <a:t>를 매 프레임</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0.016</a:t>
            </a:r>
            <a:r>
              <a:rPr lang="ko-KR" altLang="en-US" sz="1500" i="0">
                <a:solidFill>
                  <a:srgbClr val="606060"/>
                </a:solidFill>
                <a:latin typeface="Malgun Gothic"/>
                <a:ea typeface="Malgun Gothic"/>
                <a:cs typeface="Malgun Gothic"/>
              </a:rPr>
              <a:t>초</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마다 수행해야 한다</a:t>
            </a:r>
            <a:r>
              <a:rPr lang="en-US" altLang="ko-KR" sz="1500" i="0">
                <a:solidFill>
                  <a:srgbClr val="606060"/>
                </a:solidFill>
                <a:latin typeface="Malgun Gothic"/>
                <a:ea typeface="Malgun Gothic"/>
                <a:cs typeface="Malgun Gothic"/>
              </a:rPr>
              <a:t>.</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무식한 접근 </a:t>
            </a:r>
            <a:r>
              <a:rPr lang="en-US" altLang="ko-KR" sz="1300" b="1" i="0">
                <a:solidFill>
                  <a:srgbClr val="171717"/>
                </a:solidFill>
                <a:latin typeface="Malgun Gothic"/>
                <a:ea typeface="Malgun Gothic"/>
                <a:cs typeface="Malgun Gothic"/>
              </a:rPr>
              <a:t>— </a:t>
            </a:r>
            <a:r>
              <a:rPr lang="ko-KR" altLang="en-US" sz="1300" b="1" i="0">
                <a:solidFill>
                  <a:srgbClr val="171717"/>
                </a:solidFill>
                <a:latin typeface="Malgun Gothic"/>
                <a:ea typeface="Malgun Gothic"/>
                <a:cs typeface="Malgun Gothic"/>
              </a:rPr>
              <a:t>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pt-B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i="0">
                <a:solidFill>
                  <a:srgbClr val="171717"/>
                </a:solidFill>
                <a:latin typeface="Malgun Gothic"/>
                <a:ea typeface="Malgun Gothic"/>
                <a:cs typeface="Malgun Gothic"/>
              </a:rPr>
              <a:t>객체 </a:t>
            </a:r>
            <a:r>
              <a:rPr lang="en-US" altLang="ko-KR" sz="1050" i="0">
                <a:solidFill>
                  <a:srgbClr val="171717"/>
                </a:solidFill>
                <a:latin typeface="Malgun Gothic"/>
                <a:ea typeface="Malgun Gothic"/>
                <a:cs typeface="Malgun Gothic"/>
              </a:rPr>
              <a:t>1,000</a:t>
            </a:r>
            <a:r>
              <a:rPr lang="ko-KR" altLang="en-US" sz="1050" i="0">
                <a:solidFill>
                  <a:srgbClr val="171717"/>
                </a:solidFill>
                <a:latin typeface="Malgun Gothic"/>
                <a:ea typeface="Malgun Gothic"/>
                <a:cs typeface="Malgun Gothic"/>
              </a:rPr>
              <a:t>개 → 매 프레임 약 </a:t>
            </a:r>
            <a:r>
              <a:rPr lang="en-US" altLang="ko-KR" sz="1050" i="0">
                <a:solidFill>
                  <a:srgbClr val="171717"/>
                </a:solidFill>
                <a:latin typeface="Malgun Gothic"/>
                <a:ea typeface="Malgun Gothic"/>
                <a:cs typeface="Malgun Gothic"/>
              </a:rPr>
              <a:t>50</a:t>
            </a:r>
            <a:r>
              <a:rPr lang="ko-KR" altLang="en-US" sz="1050" i="0">
                <a:solidFill>
                  <a:srgbClr val="171717"/>
                </a:solidFill>
                <a:latin typeface="Malgun Gothic"/>
                <a:ea typeface="Malgun Gothic"/>
                <a:cs typeface="Malgun Gothic"/>
              </a:rPr>
              <a:t>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전체 맵을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개의 사분면으로 나눈다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한 구역에 오브젝트가 너무 많으면 그 구역을 다시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개로 쪼갠다</a:t>
            </a:r>
            <a:r>
              <a:rPr lang="en-US" altLang="ko-KR" sz="920" i="0">
                <a:solidFill>
                  <a:srgbClr val="171717"/>
                </a:solidFill>
                <a:latin typeface="Malgun Gothic"/>
                <a:ea typeface="Malgun Gothic"/>
                <a:cs typeface="Malgun Gothic"/>
              </a:rPr>
              <a:t>.</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모든 오브젝트는 자신의 위치에 따라 트리의 특정 노드</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구역</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에 등록된다</a:t>
            </a:r>
            <a:r>
              <a:rPr lang="en-US" altLang="ko-KR" sz="920" i="0">
                <a:solidFill>
                  <a:srgbClr val="171717"/>
                </a:solidFill>
                <a:latin typeface="Malgun Gothic"/>
                <a:ea typeface="Malgun Gothic"/>
                <a:cs typeface="Malgun Gothic"/>
              </a:rPr>
              <a:t>.</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현재 객체와 겹칠 수 있는 영역만 조회한다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경계를 걸친 객체와 이웃 영역도 포함해 충돌 후보를 빠짐없이 검사한다</a:t>
            </a:r>
            <a:r>
              <a:rPr lang="en-US" altLang="ko-KR" sz="920" i="0">
                <a:solidFill>
                  <a:srgbClr val="171717"/>
                </a:solidFill>
                <a:latin typeface="Malgun Gothic"/>
                <a:ea typeface="Malgun Gothic"/>
                <a:cs typeface="Malgun Gothic"/>
              </a:rPr>
              <a:t>.</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lang="en-US" altLang="ko-KR" sz="1200" i="0">
                <a:solidFill>
                  <a:srgbClr val="171717"/>
                </a:solidFill>
                <a:latin typeface="Malgun Gothic"/>
                <a:ea typeface="Malgun Gothic"/>
                <a:cs typeface="Malgun Gothic"/>
              </a:rPr>
              <a:t>"</a:t>
            </a:r>
            <a:r>
              <a:rPr lang="ko-KR" altLang="en-US" sz="1200" i="0">
                <a:solidFill>
                  <a:srgbClr val="171717"/>
                </a:solidFill>
                <a:latin typeface="Malgun Gothic"/>
                <a:ea typeface="Malgun Gothic"/>
                <a:cs typeface="Malgun Gothic"/>
              </a:rPr>
              <a:t>서로 멀리 떨어져 있는 물체끼리는 충돌 검사를 할 필요가 없다</a:t>
            </a:r>
            <a:r>
              <a:rPr lang="en-US" altLang="ko-KR" sz="1200" i="0">
                <a:solidFill>
                  <a:srgbClr val="171717"/>
                </a:solidFill>
                <a:latin typeface="Malgun Gothic"/>
                <a:ea typeface="Malgun Gothic"/>
                <a:cs typeface="Malgun Gothic"/>
              </a:rPr>
              <a:t>"</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응용 ② 게임 개발과 충돌 감지</a:t>
            </a:r>
            <a:endParaRPr sz="3000" b="1" i="0">
              <a:solidFill>
                <a:srgbClr val="171717"/>
              </a:solidFill>
              <a:latin typeface="Malgun Gothic"/>
              <a:ea typeface="Malgun Gothic"/>
              <a:cs typeface="Malgun Gothic"/>
            </a:endParaRP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207</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쿼드 트리는 지형의 </a:t>
            </a:r>
            <a:r>
              <a:rPr lang="en-US" altLang="ko-KR" sz="1500" i="0">
                <a:solidFill>
                  <a:srgbClr val="606060"/>
                </a:solidFill>
                <a:latin typeface="Malgun Gothic"/>
                <a:ea typeface="Malgun Gothic"/>
                <a:cs typeface="Malgun Gothic"/>
              </a:rPr>
              <a:t>LOD(Level of Detail)</a:t>
            </a:r>
            <a:r>
              <a:rPr lang="ko-KR" altLang="en-US" sz="1500" i="0">
                <a:solidFill>
                  <a:srgbClr val="606060"/>
                </a:solidFill>
                <a:latin typeface="Malgun Gothic"/>
                <a:ea typeface="Malgun Gothic"/>
                <a:cs typeface="Malgun Gothic"/>
              </a:rPr>
              <a:t>를 관리하는 데 활용할 수 있다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가까운 영역은 작은 격자로</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먼 영역은 큰 격자로 표현한다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화면에 필요한 세밀함을 판단하는 로직과 함께 사용한다</a:t>
            </a:r>
            <a:r>
              <a:rPr lang="en-US" altLang="ko-KR" sz="15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성능의 혁신과 </a:t>
            </a:r>
            <a:r>
              <a:rPr lang="en-US" sz="3000" b="1" i="0">
                <a:solidFill>
                  <a:srgbClr val="171717"/>
                </a:solidFill>
                <a:latin typeface="Malgun Gothic"/>
                <a:ea typeface="Malgun Gothic"/>
                <a:cs typeface="Malgun Gothic"/>
              </a:rPr>
              <a:t>LOD (Level of Detail)</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lang="ko-KR" altLang="en-US" sz="1200">
                <a:solidFill>
                  <a:srgbClr val="171717"/>
                </a:solidFill>
                <a:latin typeface="Malgun Gothic"/>
                <a:ea typeface="Malgun Gothic"/>
                <a:cs typeface="Malgun Gothic"/>
              </a:rPr>
              <a:t>점이 밀집된 영역을 더 세밀하게 분할</a:t>
            </a:r>
            <a:endParaRPr sz="1200">
              <a:solidFill>
                <a:srgbClr val="171717"/>
              </a:solidFill>
              <a:latin typeface="Malgun Gothic"/>
              <a:ea typeface="Malgun Gothic"/>
              <a:cs typeface="Malgun Gothic"/>
            </a:endParaRPr>
          </a:p>
        </p:txBody>
      </p:sp>
    </p:spTree>
    <p:extLst>
      <p:ext uri="{BB962C8B-B14F-4D97-AF65-F5344CB8AC3E}">
        <p14:creationId xmlns:p14="http://schemas.microsoft.com/office/powerpoint/2010/main" val="72880699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box-281">
            <a:extLst>
              <a:ext uri="{FF2B5EF4-FFF2-40B4-BE49-F238E27FC236}">
                <a16:creationId xmlns:a16="http://schemas.microsoft.com/office/drawing/2014/main" id="{1C61FB77-2BEB-4060-9C50-C3E937B4D6B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282">
            <a:extLst>
              <a:ext uri="{FF2B5EF4-FFF2-40B4-BE49-F238E27FC236}">
                <a16:creationId xmlns:a16="http://schemas.microsoft.com/office/drawing/2014/main" id="{E6AEEB23-3A6A-4384-9559-0DB6A1F6DAD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83">
            <a:extLst>
              <a:ext uri="{FF2B5EF4-FFF2-40B4-BE49-F238E27FC236}">
                <a16:creationId xmlns:a16="http://schemas.microsoft.com/office/drawing/2014/main" id="{89DFC3DD-A6B1-4F52-9C6B-8DCC74B8CA5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마스터 정리: 세어 본 작업을 식과 연결</a:t>
            </a:r>
          </a:p>
        </p:txBody>
      </p:sp>
      <p:sp>
        <p:nvSpPr>
          <p:cNvPr id="4" name="box-284">
            <a:extLst>
              <a:ext uri="{FF2B5EF4-FFF2-40B4-BE49-F238E27FC236}">
                <a16:creationId xmlns:a16="http://schemas.microsoft.com/office/drawing/2014/main" id="{B4C13115-DC34-4FAD-A477-5BC9D8EDE7ED}"/>
              </a:ext>
            </a:extLst>
          </p:cNvPr>
          <p:cNvSpPr>
            <a:spLocks noGrp="1"/>
          </p:cNvSpPr>
          <p:nvPr/>
        </p:nvSpPr>
        <p:spPr>
          <a:xfrm>
            <a:off x="609600" y="1381125"/>
            <a:ext cx="10972800" cy="9525"/>
          </a:xfrm>
          <a:prstGeom prst="rect">
            <a:avLst/>
          </a:prstGeom>
          <a:solidFill>
            <a:srgbClr val="151515"/>
          </a:solidFill>
          <a:ln w="0">
            <a:noFill/>
          </a:ln>
        </p:spPr>
      </p:sp>
      <p:sp>
        <p:nvSpPr>
          <p:cNvPr id="5" name="box-285">
            <a:extLst>
              <a:ext uri="{FF2B5EF4-FFF2-40B4-BE49-F238E27FC236}">
                <a16:creationId xmlns:a16="http://schemas.microsoft.com/office/drawing/2014/main" id="{A064B997-66A7-45AF-A541-26FDB95631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9632FA6-5B66-44DF-B3D4-FE2C4873671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209</a:t>
            </a:r>
            <a:endParaRPr sz="1050" b="0">
              <a:solidFill>
                <a:srgbClr val="151515"/>
              </a:solidFill>
              <a:latin typeface="Consolas"/>
              <a:ea typeface="Consolas"/>
              <a:cs typeface="Consolas"/>
            </a:endParaRPr>
          </a:p>
        </p:txBody>
      </p:sp>
      <p:sp>
        <p:nvSpPr>
          <p:cNvPr id="7" name="box-287">
            <a:extLst>
              <a:ext uri="{FF2B5EF4-FFF2-40B4-BE49-F238E27FC236}">
                <a16:creationId xmlns:a16="http://schemas.microsoft.com/office/drawing/2014/main" id="{64FFE578-A7EB-4C4C-8E0F-F1176C9764B7}"/>
              </a:ext>
            </a:extLst>
          </p:cNvPr>
          <p:cNvSpPr>
            <a:spLocks noGrp="1"/>
          </p:cNvSpPr>
          <p:nvPr/>
        </p:nvSpPr>
        <p:spPr>
          <a:xfrm>
            <a:off x="609600" y="1895475"/>
            <a:ext cx="6143625" cy="4000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12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먼저 그림에서 센 내용</a:t>
            </a:r>
          </a:p>
        </p:txBody>
      </p:sp>
      <p:sp>
        <p:nvSpPr>
          <p:cNvPr id="8" name="box-288">
            <a:extLst>
              <a:ext uri="{FF2B5EF4-FFF2-40B4-BE49-F238E27FC236}">
                <a16:creationId xmlns:a16="http://schemas.microsoft.com/office/drawing/2014/main" id="{9F9C91CE-4E4D-4D74-8805-5F2585DA1970}"/>
              </a:ext>
            </a:extLst>
          </p:cNvPr>
          <p:cNvSpPr>
            <a:spLocks noGrp="1"/>
          </p:cNvSpPr>
          <p:nvPr/>
        </p:nvSpPr>
        <p:spPr>
          <a:xfrm>
            <a:off x="609600" y="2647950"/>
            <a:ext cx="6143625"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한 층에서 하는 일</a:t>
            </a:r>
          </a:p>
        </p:txBody>
      </p:sp>
      <p:sp>
        <p:nvSpPr>
          <p:cNvPr id="9" name="box-289">
            <a:extLst>
              <a:ext uri="{FF2B5EF4-FFF2-40B4-BE49-F238E27FC236}">
                <a16:creationId xmlns:a16="http://schemas.microsoft.com/office/drawing/2014/main" id="{94F9FED2-6770-4E69-BAE7-52E0ADFE4492}"/>
              </a:ext>
            </a:extLst>
          </p:cNvPr>
          <p:cNvSpPr>
            <a:spLocks noGrp="1"/>
          </p:cNvSpPr>
          <p:nvPr/>
        </p:nvSpPr>
        <p:spPr>
          <a:xfrm>
            <a:off x="609600" y="3257550"/>
            <a:ext cx="6143625" cy="4286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2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병합·중앙 스캔: n에 비례</a:t>
            </a:r>
          </a:p>
        </p:txBody>
      </p:sp>
      <p:sp>
        <p:nvSpPr>
          <p:cNvPr id="10" name="box-290">
            <a:extLst>
              <a:ext uri="{FF2B5EF4-FFF2-40B4-BE49-F238E27FC236}">
                <a16:creationId xmlns:a16="http://schemas.microsoft.com/office/drawing/2014/main" id="{767BC1D5-A3E8-4714-AD15-4876DB32EE3C}"/>
              </a:ext>
            </a:extLst>
          </p:cNvPr>
          <p:cNvSpPr>
            <a:spLocks noGrp="1"/>
          </p:cNvSpPr>
          <p:nvPr/>
        </p:nvSpPr>
        <p:spPr>
          <a:xfrm>
            <a:off x="609600" y="4010025"/>
            <a:ext cx="6143625" cy="466725"/>
          </a:xfrm>
          <a:prstGeom prst="rect">
            <a:avLst/>
          </a:prstGeom>
          <a:noFill/>
          <a:ln w="0">
            <a:noFill/>
          </a:ln>
        </p:spPr>
        <p:txBody>
          <a:bodyPr wrap="none" lIns="0" tIns="0" rIns="0" bIns="0" anchor="t">
            <a:noAutofit/>
          </a:bodyPr>
          <a:lstStyle>
            <a:defPPr algn="l">
              <a:defRPr sz="2550" b="1">
                <a:solidFill>
                  <a:srgbClr val="21744F"/>
                </a:solidFill>
                <a:latin typeface="Malgun Gothic"/>
                <a:ea typeface="Malgun Gothic"/>
                <a:cs typeface="Malgun Gothic"/>
              </a:defRPr>
            </a:defPPr>
          </a:lstStyle>
          <a:p>
            <a:pPr algn="l">
              <a:lnSpc>
                <a:spcPct val="112000"/>
              </a:lnSpc>
              <a:buNone/>
              <a:defRPr sz="2550" b="1">
                <a:solidFill>
                  <a:srgbClr val="21744F"/>
                </a:solidFill>
                <a:latin typeface="Malgun Gothic"/>
                <a:ea typeface="Malgun Gothic"/>
                <a:cs typeface="Malgun Gothic"/>
              </a:defRPr>
            </a:pPr>
            <a:r>
              <a:rPr sz="2550" b="1">
                <a:solidFill>
                  <a:srgbClr val="21744F"/>
                </a:solidFill>
                <a:latin typeface="Malgun Gothic"/>
                <a:ea typeface="Malgun Gothic"/>
                <a:cs typeface="Malgun Gothic"/>
              </a:rPr>
              <a:t>그런 층의 개수</a:t>
            </a:r>
          </a:p>
        </p:txBody>
      </p:sp>
      <p:sp>
        <p:nvSpPr>
          <p:cNvPr id="11" name="box-291">
            <a:extLst>
              <a:ext uri="{FF2B5EF4-FFF2-40B4-BE49-F238E27FC236}">
                <a16:creationId xmlns:a16="http://schemas.microsoft.com/office/drawing/2014/main" id="{29BD094E-9E93-46F4-969D-CA5B763D1A7D}"/>
              </a:ext>
            </a:extLst>
          </p:cNvPr>
          <p:cNvSpPr>
            <a:spLocks noGrp="1"/>
          </p:cNvSpPr>
          <p:nvPr/>
        </p:nvSpPr>
        <p:spPr>
          <a:xfrm>
            <a:off x="609600" y="4619625"/>
            <a:ext cx="6143625" cy="428625"/>
          </a:xfrm>
          <a:prstGeom prst="rect">
            <a:avLst/>
          </a:prstGeom>
          <a:noFill/>
          <a:ln w="0">
            <a:noFill/>
          </a:ln>
        </p:spPr>
        <p:txBody>
          <a:bodyPr wrap="none" lIns="0" tIns="0" rIns="0" bIns="0" anchor="t">
            <a:noAutofit/>
          </a:bodyPr>
          <a:lstStyle>
            <a:defPPr algn="l">
              <a:defRPr sz="2100" b="0">
                <a:solidFill>
                  <a:srgbClr val="151515"/>
                </a:solidFill>
                <a:latin typeface="Malgun Gothic"/>
                <a:ea typeface="Malgun Gothic"/>
                <a:cs typeface="Malgun Gothic"/>
              </a:defRPr>
            </a:defPPr>
          </a:lstStyle>
          <a:p>
            <a:pPr algn="l">
              <a:lnSpc>
                <a:spcPct val="112000"/>
              </a:lnSpc>
              <a:buNone/>
              <a:defRPr sz="2100" b="0">
                <a:solidFill>
                  <a:srgbClr val="151515"/>
                </a:solidFill>
                <a:latin typeface="Malgun Gothic"/>
                <a:ea typeface="Malgun Gothic"/>
                <a:cs typeface="Malgun Gothic"/>
              </a:defRPr>
            </a:pPr>
            <a:r>
              <a:rPr sz="2100" b="0">
                <a:solidFill>
                  <a:srgbClr val="151515"/>
                </a:solidFill>
                <a:latin typeface="Malgun Gothic"/>
                <a:ea typeface="Malgun Gothic"/>
                <a:cs typeface="Malgun Gothic"/>
              </a:rPr>
              <a:t>반씩 줄이면: log₂n에 비례</a:t>
            </a:r>
          </a:p>
        </p:txBody>
      </p:sp>
      <p:sp>
        <p:nvSpPr>
          <p:cNvPr id="12" name="box-292">
            <a:extLst>
              <a:ext uri="{FF2B5EF4-FFF2-40B4-BE49-F238E27FC236}">
                <a16:creationId xmlns:a16="http://schemas.microsoft.com/office/drawing/2014/main" id="{78D88033-E974-43BF-B6DF-ED070BFBC216}"/>
              </a:ext>
            </a:extLst>
          </p:cNvPr>
          <p:cNvSpPr>
            <a:spLocks noGrp="1"/>
          </p:cNvSpPr>
          <p:nvPr/>
        </p:nvSpPr>
        <p:spPr>
          <a:xfrm>
            <a:off x="609600" y="5372100"/>
            <a:ext cx="6143625" cy="457200"/>
          </a:xfrm>
          <a:prstGeom prst="rect">
            <a:avLst/>
          </a:prstGeom>
          <a:noFill/>
          <a:ln w="0">
            <a:noFill/>
          </a:ln>
        </p:spPr>
        <p:txBody>
          <a:bodyPr wrap="none" lIns="0" tIns="0" rIns="0" bIns="0" anchor="t">
            <a:noAutofit/>
          </a:bodyPr>
          <a:lstStyle>
            <a:defPPr algn="l">
              <a:defRPr sz="2400" b="1">
                <a:solidFill>
                  <a:srgbClr val="151515"/>
                </a:solidFill>
                <a:latin typeface="Malgun Gothic"/>
                <a:ea typeface="Malgun Gothic"/>
                <a:cs typeface="Malgun Gothic"/>
              </a:defRPr>
            </a:defPPr>
          </a:lstStyle>
          <a:p>
            <a:pPr algn="l">
              <a:lnSpc>
                <a:spcPct val="112000"/>
              </a:lnSpc>
              <a:buNone/>
              <a:defRPr sz="2400" b="1">
                <a:solidFill>
                  <a:srgbClr val="151515"/>
                </a:solidFill>
                <a:latin typeface="Malgun Gothic"/>
                <a:ea typeface="Malgun Gothic"/>
                <a:cs typeface="Malgun Gothic"/>
              </a:defRPr>
            </a:pPr>
            <a:r>
              <a:rPr sz="2400" b="1">
                <a:solidFill>
                  <a:srgbClr val="151515"/>
                </a:solidFill>
                <a:latin typeface="Malgun Gothic"/>
                <a:ea typeface="Malgun Gothic"/>
                <a:cs typeface="Malgun Gothic"/>
              </a:rPr>
              <a:t>전체: n × log₂n에 비례</a:t>
            </a:r>
          </a:p>
        </p:txBody>
      </p:sp>
      <p:pic>
        <p:nvPicPr>
          <p:cNvPr id="13" name="그림 12">
            <a:extLst>
              <a:ext uri="{FF2B5EF4-FFF2-40B4-BE49-F238E27FC236}">
                <a16:creationId xmlns:a16="http://schemas.microsoft.com/office/drawing/2014/main" id="{7B974716-C529-4B13-B402-EC9BFC2A4EA7}"/>
              </a:ext>
            </a:extLst>
          </p:cNvPr>
          <p:cNvPicPr>
            <a:picLocks noChangeAspect="1"/>
          </p:cNvPicPr>
          <p:nvPr/>
        </p:nvPicPr>
        <p:blipFill>
          <a:blip r:embed="rId3"/>
          <a:stretch/>
        </p:blipFill>
        <p:spPr>
          <a:xfrm>
            <a:off x="7485014" y="1905000"/>
            <a:ext cx="3698971" cy="3895725"/>
          </a:xfrm>
          <a:prstGeom prst="rect">
            <a:avLst/>
          </a:prstGeom>
        </p:spPr>
      </p:pic>
      <p:sp>
        <p:nvSpPr>
          <p:cNvPr id="14" name="box-293">
            <a:extLst>
              <a:ext uri="{FF2B5EF4-FFF2-40B4-BE49-F238E27FC236}">
                <a16:creationId xmlns:a16="http://schemas.microsoft.com/office/drawing/2014/main" id="{F54A7A26-6EA9-4353-B638-BA7F197DC71A}"/>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오른쪽은 절반씩 나뉘는 호출 구조입니다. 각 층의 작업량을 함께 세어 전체 시간을 구합니다.</a:t>
            </a:r>
          </a:p>
        </p:txBody>
      </p:sp>
    </p:spTree>
    <p:extLst>
      <p:ext uri="{BB962C8B-B14F-4D97-AF65-F5344CB8AC3E}">
        <p14:creationId xmlns:p14="http://schemas.microsoft.com/office/powerpoint/2010/main" val="199742760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294">
            <a:extLst>
              <a:ext uri="{FF2B5EF4-FFF2-40B4-BE49-F238E27FC236}">
                <a16:creationId xmlns:a16="http://schemas.microsoft.com/office/drawing/2014/main" id="{2C1BB114-E161-4D74-AA61-8E8DADDA56C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295">
            <a:extLst>
              <a:ext uri="{FF2B5EF4-FFF2-40B4-BE49-F238E27FC236}">
                <a16:creationId xmlns:a16="http://schemas.microsoft.com/office/drawing/2014/main" id="{F7B6958A-8AE5-4D2F-8EC2-641A2D3A3B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296">
            <a:extLst>
              <a:ext uri="{FF2B5EF4-FFF2-40B4-BE49-F238E27FC236}">
                <a16:creationId xmlns:a16="http://schemas.microsoft.com/office/drawing/2014/main" id="{44086D13-8B3D-47A5-B3E3-B1ABCC8FA4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시간식의 T, 2, n/2, O(n)을 하나씩 읽습니다</a:t>
            </a:r>
          </a:p>
        </p:txBody>
      </p:sp>
      <p:sp>
        <p:nvSpPr>
          <p:cNvPr id="4" name="box-297">
            <a:extLst>
              <a:ext uri="{FF2B5EF4-FFF2-40B4-BE49-F238E27FC236}">
                <a16:creationId xmlns:a16="http://schemas.microsoft.com/office/drawing/2014/main" id="{BAD02D2C-0F12-491C-827E-27A6F9804925}"/>
              </a:ext>
            </a:extLst>
          </p:cNvPr>
          <p:cNvSpPr>
            <a:spLocks noGrp="1"/>
          </p:cNvSpPr>
          <p:nvPr/>
        </p:nvSpPr>
        <p:spPr>
          <a:xfrm>
            <a:off x="609600" y="1381125"/>
            <a:ext cx="10972800" cy="9525"/>
          </a:xfrm>
          <a:prstGeom prst="rect">
            <a:avLst/>
          </a:prstGeom>
          <a:solidFill>
            <a:srgbClr val="151515"/>
          </a:solidFill>
          <a:ln w="0">
            <a:noFill/>
          </a:ln>
        </p:spPr>
      </p:sp>
      <p:sp>
        <p:nvSpPr>
          <p:cNvPr id="5" name="box-298">
            <a:extLst>
              <a:ext uri="{FF2B5EF4-FFF2-40B4-BE49-F238E27FC236}">
                <a16:creationId xmlns:a16="http://schemas.microsoft.com/office/drawing/2014/main" id="{97713C27-DF4F-4B8E-9E7D-4DEE53C0517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AA80E97-9EE2-4E7C-AAF7-D9140A9A28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210</a:t>
            </a:r>
            <a:endParaRPr sz="1050" b="0">
              <a:solidFill>
                <a:srgbClr val="151515"/>
              </a:solidFill>
              <a:latin typeface="Consolas"/>
              <a:ea typeface="Consolas"/>
              <a:cs typeface="Consolas"/>
            </a:endParaRPr>
          </a:p>
        </p:txBody>
      </p:sp>
      <p:sp>
        <p:nvSpPr>
          <p:cNvPr id="7" name="box-300">
            <a:extLst>
              <a:ext uri="{FF2B5EF4-FFF2-40B4-BE49-F238E27FC236}">
                <a16:creationId xmlns:a16="http://schemas.microsoft.com/office/drawing/2014/main" id="{FA15160B-D28F-479E-B2CD-A916899C667C}"/>
              </a:ext>
            </a:extLst>
          </p:cNvPr>
          <p:cNvSpPr>
            <a:spLocks noGrp="1"/>
          </p:cNvSpPr>
          <p:nvPr/>
        </p:nvSpPr>
        <p:spPr>
          <a:xfrm>
            <a:off x="609600" y="1914525"/>
            <a:ext cx="10972800" cy="581025"/>
          </a:xfrm>
          <a:prstGeom prst="rect">
            <a:avLst/>
          </a:prstGeom>
          <a:noFill/>
          <a:ln w="0">
            <a:noFill/>
          </a:ln>
        </p:spPr>
        <p:txBody>
          <a:bodyPr wrap="none" lIns="0" tIns="0" rIns="0" bIns="0" anchor="t">
            <a:noAutofit/>
          </a:bodyPr>
          <a:lstStyle>
            <a:defPPr algn="l">
              <a:defRPr sz="3300" b="1">
                <a:solidFill>
                  <a:srgbClr val="146995"/>
                </a:solidFill>
                <a:latin typeface="Consolas"/>
                <a:ea typeface="Consolas"/>
                <a:cs typeface="Consolas"/>
              </a:defRPr>
            </a:defPPr>
          </a:lstStyle>
          <a:p>
            <a:pPr algn="l">
              <a:lnSpc>
                <a:spcPct val="112000"/>
              </a:lnSpc>
              <a:buNone/>
              <a:defRPr sz="3300" b="1">
                <a:solidFill>
                  <a:srgbClr val="146995"/>
                </a:solidFill>
                <a:latin typeface="Consolas"/>
                <a:ea typeface="Consolas"/>
                <a:cs typeface="Consolas"/>
              </a:defRPr>
            </a:pPr>
            <a:r>
              <a:rPr sz="3300" b="1">
                <a:solidFill>
                  <a:srgbClr val="146995"/>
                </a:solidFill>
                <a:latin typeface="Consolas"/>
                <a:ea typeface="Consolas"/>
                <a:cs typeface="Consolas"/>
              </a:rPr>
              <a:t>T(n) = 2T(n/2) + O(n)</a:t>
            </a:r>
          </a:p>
        </p:txBody>
      </p:sp>
      <p:graphicFrame>
        <p:nvGraphicFramePr>
          <p:cNvPr id="8" name="표 7">
            <a:extLst>
              <a:ext uri="{FF2B5EF4-FFF2-40B4-BE49-F238E27FC236}">
                <a16:creationId xmlns:a16="http://schemas.microsoft.com/office/drawing/2014/main" id="{CBD06919-BD76-48B3-8916-20A160CE74E5}"/>
              </a:ext>
            </a:extLst>
          </p:cNvPr>
          <p:cNvGraphicFramePr/>
          <p:nvPr/>
        </p:nvGraphicFramePr>
        <p:xfrm>
          <a:off x="609600" y="3009900"/>
          <a:ext cx="10972800" cy="2857500"/>
        </p:xfrm>
        <a:graphic>
          <a:graphicData uri="http://schemas.openxmlformats.org/drawingml/2006/table">
            <a:tbl>
              <a:tblPr/>
              <a:tblGrid>
                <a:gridCol w="2905125">
                  <a:extLst>
                    <a:ext uri="{9D8B030D-6E8A-4147-A177-3AD203B41FA5}">
                      <a16:colId xmlns:a16="http://schemas.microsoft.com/office/drawing/2014/main" val="20000"/>
                    </a:ext>
                  </a:extLst>
                </a:gridCol>
                <a:gridCol w="8067675">
                  <a:extLst>
                    <a:ext uri="{9D8B030D-6E8A-4147-A177-3AD203B41FA5}">
                      <a16:colId xmlns:a16="http://schemas.microsoft.com/office/drawing/2014/main" val="20001"/>
                    </a:ext>
                  </a:extLst>
                </a:gridCol>
              </a:tblGrid>
              <a:tr h="571500">
                <a:tc>
                  <a:txBody>
                    <a:bodyPr/>
                    <a:lstStyle/>
                    <a:p>
                      <a:pPr algn="ctr"/>
                      <a:r>
                        <a:rPr sz="1875" b="1">
                          <a:solidFill>
                            <a:srgbClr val="FFFFFF"/>
                          </a:solidFill>
                          <a:latin typeface="Malgun Gothic"/>
                          <a:ea typeface="Malgun Gothic"/>
                          <a:cs typeface="Malgun Gothic"/>
                        </a:rPr>
                        <a:t>식의 부분</a:t>
                      </a:r>
                    </a:p>
                  </a:txBody>
                  <a:tcPr anchor="ctr">
                    <a:solidFill>
                      <a:srgbClr val="151515"/>
                    </a:solidFill>
                  </a:tcPr>
                </a:tc>
                <a:tc>
                  <a:txBody>
                    <a:bodyPr/>
                    <a:lstStyle/>
                    <a:p>
                      <a:pPr algn="ctr"/>
                      <a:r>
                        <a:rPr sz="1875" b="1">
                          <a:solidFill>
                            <a:srgbClr val="FFFFFF"/>
                          </a:solidFill>
                          <a:latin typeface="Malgun Gothic"/>
                          <a:ea typeface="Malgun Gothic"/>
                          <a:cs typeface="Malgun Gothic"/>
                        </a:rPr>
                        <a:t>우리말로 읽기</a:t>
                      </a:r>
                    </a:p>
                  </a:txBody>
                  <a:tcPr anchor="ctr">
                    <a:solidFill>
                      <a:srgbClr val="151515"/>
                    </a:solidFill>
                  </a:tcPr>
                </a:tc>
                <a:extLst>
                  <a:ext uri="{0D108BD9-81ED-4DB2-BD59-A6C34878D82A}">
                    <a16:rowId xmlns:a16="http://schemas.microsoft.com/office/drawing/2014/main" val="10000"/>
                  </a:ext>
                </a:extLst>
              </a:tr>
              <a:tr h="571500">
                <a:tc>
                  <a:txBody>
                    <a:bodyPr/>
                    <a:lstStyle/>
                    <a:p>
                      <a:pPr algn="ctr"/>
                      <a:r>
                        <a:rPr sz="1875" b="0">
                          <a:solidFill>
                            <a:srgbClr val="151515"/>
                          </a:solidFill>
                          <a:latin typeface="Malgun Gothic"/>
                          <a:ea typeface="Malgun Gothic"/>
                          <a:cs typeface="Malgun Gothic"/>
                        </a:rPr>
                        <a:t>T(n)</a:t>
                      </a:r>
                    </a:p>
                  </a:txBody>
                  <a:tcPr anchor="ctr">
                    <a:solidFill>
                      <a:srgbClr val="FFFFFF"/>
                    </a:solidFill>
                  </a:tcPr>
                </a:tc>
                <a:tc>
                  <a:txBody>
                    <a:bodyPr/>
                    <a:lstStyle/>
                    <a:p>
                      <a:pPr algn="ctr"/>
                      <a:r>
                        <a:rPr sz="1875" b="0">
                          <a:solidFill>
                            <a:srgbClr val="151515"/>
                          </a:solidFill>
                          <a:latin typeface="Malgun Gothic"/>
                          <a:ea typeface="Malgun Gothic"/>
                          <a:cs typeface="Malgun Gothic"/>
                        </a:rPr>
                        <a:t>n개 입력을 끝까지 푸는 전체 시간</a:t>
                      </a:r>
                    </a:p>
                  </a:txBody>
                  <a:tcPr anchor="ctr">
                    <a:solidFill>
                      <a:srgbClr val="FFFFFF"/>
                    </a:solidFill>
                  </a:tcPr>
                </a:tc>
                <a:extLst>
                  <a:ext uri="{0D108BD9-81ED-4DB2-BD59-A6C34878D82A}">
                    <a16:rowId xmlns:a16="http://schemas.microsoft.com/office/drawing/2014/main" val="10001"/>
                  </a:ext>
                </a:extLst>
              </a:tr>
              <a:tr h="571500">
                <a:tc>
                  <a:txBody>
                    <a:bodyPr/>
                    <a:lstStyle/>
                    <a:p>
                      <a:pPr algn="ctr"/>
                      <a:r>
                        <a:rPr sz="1875" b="0">
                          <a:solidFill>
                            <a:srgbClr val="151515"/>
                          </a:solidFill>
                          <a:latin typeface="Malgun Gothic"/>
                          <a:ea typeface="Malgun Gothic"/>
                          <a:cs typeface="Malgun Gothic"/>
                        </a:rPr>
                        <a:t>T(n/2)</a:t>
                      </a:r>
                    </a:p>
                  </a:txBody>
                  <a:tcPr anchor="ctr">
                    <a:solidFill>
                      <a:srgbClr val="F1F4F6"/>
                    </a:solidFill>
                  </a:tcPr>
                </a:tc>
                <a:tc>
                  <a:txBody>
                    <a:bodyPr/>
                    <a:lstStyle/>
                    <a:p>
                      <a:pPr algn="ctr"/>
                      <a:r>
                        <a:rPr sz="1875" b="0">
                          <a:solidFill>
                            <a:srgbClr val="151515"/>
                          </a:solidFill>
                          <a:latin typeface="Malgun Gothic"/>
                          <a:ea typeface="Malgun Gothic"/>
                          <a:cs typeface="Malgun Gothic"/>
                        </a:rPr>
                        <a:t>절반 크기의 작은 문제 하나를 푸는 시간</a:t>
                      </a:r>
                    </a:p>
                  </a:txBody>
                  <a:tcPr anchor="ctr">
                    <a:solidFill>
                      <a:srgbClr val="F1F4F6"/>
                    </a:solidFill>
                  </a:tcPr>
                </a:tc>
                <a:extLst>
                  <a:ext uri="{0D108BD9-81ED-4DB2-BD59-A6C34878D82A}">
                    <a16:rowId xmlns:a16="http://schemas.microsoft.com/office/drawing/2014/main" val="10002"/>
                  </a:ext>
                </a:extLst>
              </a:tr>
              <a:tr h="571500">
                <a:tc>
                  <a:txBody>
                    <a:bodyPr/>
                    <a:lstStyle/>
                    <a:p>
                      <a:pPr algn="ctr"/>
                      <a:r>
                        <a:rPr sz="1875" b="0">
                          <a:solidFill>
                            <a:srgbClr val="151515"/>
                          </a:solidFill>
                          <a:latin typeface="Malgun Gothic"/>
                          <a:ea typeface="Malgun Gothic"/>
                          <a:cs typeface="Malgun Gothic"/>
                        </a:rPr>
                        <a:t>앞의 2</a:t>
                      </a:r>
                    </a:p>
                  </a:txBody>
                  <a:tcPr anchor="ctr">
                    <a:solidFill>
                      <a:srgbClr val="FFFFFF"/>
                    </a:solidFill>
                  </a:tcPr>
                </a:tc>
                <a:tc>
                  <a:txBody>
                    <a:bodyPr/>
                    <a:lstStyle/>
                    <a:p>
                      <a:pPr algn="ctr"/>
                      <a:r>
                        <a:rPr sz="1875" b="0">
                          <a:solidFill>
                            <a:srgbClr val="151515"/>
                          </a:solidFill>
                          <a:latin typeface="Malgun Gothic"/>
                          <a:ea typeface="Malgun Gothic"/>
                          <a:cs typeface="Malgun Gothic"/>
                        </a:rPr>
                        <a:t>왼쪽과 오른쪽, 작은 문제를 두 개 풂</a:t>
                      </a:r>
                    </a:p>
                  </a:txBody>
                  <a:tcPr anchor="ctr">
                    <a:solidFill>
                      <a:srgbClr val="FFFFFF"/>
                    </a:solidFill>
                  </a:tcPr>
                </a:tc>
                <a:extLst>
                  <a:ext uri="{0D108BD9-81ED-4DB2-BD59-A6C34878D82A}">
                    <a16:rowId xmlns:a16="http://schemas.microsoft.com/office/drawing/2014/main" val="10003"/>
                  </a:ext>
                </a:extLst>
              </a:tr>
              <a:tr h="571500">
                <a:tc>
                  <a:txBody>
                    <a:bodyPr/>
                    <a:lstStyle/>
                    <a:p>
                      <a:pPr algn="ctr"/>
                      <a:r>
                        <a:rPr sz="1875" b="0">
                          <a:solidFill>
                            <a:srgbClr val="151515"/>
                          </a:solidFill>
                          <a:latin typeface="Malgun Gothic"/>
                          <a:ea typeface="Malgun Gothic"/>
                          <a:cs typeface="Malgun Gothic"/>
                        </a:rPr>
                        <a:t>+ O(n)</a:t>
                      </a:r>
                    </a:p>
                  </a:txBody>
                  <a:tcPr anchor="ctr">
                    <a:solidFill>
                      <a:srgbClr val="F1F4F6"/>
                    </a:solidFill>
                  </a:tcPr>
                </a:tc>
                <a:tc>
                  <a:txBody>
                    <a:bodyPr/>
                    <a:lstStyle/>
                    <a:p>
                      <a:pPr algn="ctr"/>
                      <a:r>
                        <a:rPr sz="1875" b="0">
                          <a:solidFill>
                            <a:srgbClr val="151515"/>
                          </a:solidFill>
                          <a:latin typeface="Malgun Gothic"/>
                          <a:ea typeface="Malgun Gothic"/>
                          <a:cs typeface="Malgun Gothic"/>
                        </a:rPr>
                        <a:t>현재 구간의 n개 값에 비례하는 추가 작업</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box-302">
            <a:extLst>
              <a:ext uri="{FF2B5EF4-FFF2-40B4-BE49-F238E27FC236}">
                <a16:creationId xmlns:a16="http://schemas.microsoft.com/office/drawing/2014/main" id="{DA69A66C-908F-4639-919E-6F77DEC56286}"/>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2T(n/2)와 O(n)을 더한 뒤, 이 구조가 몇 층 반복되는지 계산해야 합니다.</a:t>
            </a:r>
          </a:p>
        </p:txBody>
      </p:sp>
    </p:spTree>
    <p:extLst>
      <p:ext uri="{BB962C8B-B14F-4D97-AF65-F5344CB8AC3E}">
        <p14:creationId xmlns:p14="http://schemas.microsoft.com/office/powerpoint/2010/main" val="220772718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box-303">
            <a:extLst>
              <a:ext uri="{FF2B5EF4-FFF2-40B4-BE49-F238E27FC236}">
                <a16:creationId xmlns:a16="http://schemas.microsoft.com/office/drawing/2014/main" id="{CAE5981A-F39F-40C0-BB61-52F7CDE8CF2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304">
            <a:extLst>
              <a:ext uri="{FF2B5EF4-FFF2-40B4-BE49-F238E27FC236}">
                <a16:creationId xmlns:a16="http://schemas.microsoft.com/office/drawing/2014/main" id="{7E36D7B6-3010-4651-870B-14ACCACAF71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305">
            <a:extLst>
              <a:ext uri="{FF2B5EF4-FFF2-40B4-BE49-F238E27FC236}">
                <a16:creationId xmlns:a16="http://schemas.microsoft.com/office/drawing/2014/main" id="{2FEED055-6F59-4359-A924-100C25C649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이진 탐색: 절반 두 개 중 한쪽만 계속 봅니다</a:t>
            </a:r>
          </a:p>
        </p:txBody>
      </p:sp>
      <p:sp>
        <p:nvSpPr>
          <p:cNvPr id="4" name="box-306">
            <a:extLst>
              <a:ext uri="{FF2B5EF4-FFF2-40B4-BE49-F238E27FC236}">
                <a16:creationId xmlns:a16="http://schemas.microsoft.com/office/drawing/2014/main" id="{2268A8BF-1D14-485C-A1B7-AA1260AFF9D8}"/>
              </a:ext>
            </a:extLst>
          </p:cNvPr>
          <p:cNvSpPr>
            <a:spLocks noGrp="1"/>
          </p:cNvSpPr>
          <p:nvPr/>
        </p:nvSpPr>
        <p:spPr>
          <a:xfrm>
            <a:off x="609600" y="1381125"/>
            <a:ext cx="10972800" cy="9525"/>
          </a:xfrm>
          <a:prstGeom prst="rect">
            <a:avLst/>
          </a:prstGeom>
          <a:solidFill>
            <a:srgbClr val="151515"/>
          </a:solidFill>
          <a:ln w="0">
            <a:noFill/>
          </a:ln>
        </p:spPr>
      </p:sp>
      <p:sp>
        <p:nvSpPr>
          <p:cNvPr id="5" name="box-307">
            <a:extLst>
              <a:ext uri="{FF2B5EF4-FFF2-40B4-BE49-F238E27FC236}">
                <a16:creationId xmlns:a16="http://schemas.microsoft.com/office/drawing/2014/main" id="{E46AFB22-59FF-4636-974D-4472275436B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81559F3-0523-4B2A-AC2B-EA9B4DAE785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211</a:t>
            </a:r>
            <a:endParaRPr sz="1050" b="0">
              <a:solidFill>
                <a:srgbClr val="151515"/>
              </a:solidFill>
              <a:latin typeface="Consolas"/>
              <a:ea typeface="Consolas"/>
              <a:cs typeface="Consolas"/>
            </a:endParaRPr>
          </a:p>
        </p:txBody>
      </p:sp>
      <p:sp>
        <p:nvSpPr>
          <p:cNvPr id="7" name="box-309">
            <a:extLst>
              <a:ext uri="{FF2B5EF4-FFF2-40B4-BE49-F238E27FC236}">
                <a16:creationId xmlns:a16="http://schemas.microsoft.com/office/drawing/2014/main" id="{A3CC0549-FC4A-4B56-8138-2A12932404F0}"/>
              </a:ext>
            </a:extLst>
          </p:cNvPr>
          <p:cNvSpPr>
            <a:spLocks noGrp="1"/>
          </p:cNvSpPr>
          <p:nvPr/>
        </p:nvSpPr>
        <p:spPr>
          <a:xfrm>
            <a:off x="990600" y="2400300"/>
            <a:ext cx="1695450" cy="790575"/>
          </a:xfrm>
          <a:prstGeom prst="rect">
            <a:avLst/>
          </a:prstGeom>
          <a:solidFill>
            <a:srgbClr val="EEF5F8"/>
          </a:solidFill>
          <a:ln w="9525">
            <a:solidFill>
              <a:srgbClr val="146995"/>
            </a:solidFill>
          </a:ln>
        </p:spPr>
      </p:sp>
      <p:sp>
        <p:nvSpPr>
          <p:cNvPr id="8" name="box-310">
            <a:extLst>
              <a:ext uri="{FF2B5EF4-FFF2-40B4-BE49-F238E27FC236}">
                <a16:creationId xmlns:a16="http://schemas.microsoft.com/office/drawing/2014/main" id="{9AC664F2-130E-4B03-BB67-8703AD7BFD99}"/>
              </a:ext>
            </a:extLst>
          </p:cNvPr>
          <p:cNvSpPr>
            <a:spLocks noGrp="1"/>
          </p:cNvSpPr>
          <p:nvPr/>
        </p:nvSpPr>
        <p:spPr>
          <a:xfrm>
            <a:off x="990600" y="2609850"/>
            <a:ext cx="1695450" cy="409575"/>
          </a:xfrm>
          <a:prstGeom prst="rect">
            <a:avLst/>
          </a:prstGeom>
          <a:noFill/>
          <a:ln w="0">
            <a:noFill/>
          </a:ln>
        </p:spPr>
        <p:txBody>
          <a:bodyPr wrap="none" lIns="0" tIns="0" rIns="0" bIns="0" anchor="t">
            <a:noAutofit/>
          </a:bodyPr>
          <a:lstStyle>
            <a:defPPr algn="ctr">
              <a:defRPr sz="2025" b="1">
                <a:solidFill>
                  <a:srgbClr val="146995"/>
                </a:solidFill>
                <a:latin typeface="Malgun Gothic"/>
                <a:ea typeface="Malgun Gothic"/>
                <a:cs typeface="Malgun Gothic"/>
              </a:defRPr>
            </a:defPPr>
          </a:lstStyle>
          <a:p>
            <a:pPr algn="ctr">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8개 이하</a:t>
            </a:r>
          </a:p>
        </p:txBody>
      </p:sp>
      <p:sp>
        <p:nvSpPr>
          <p:cNvPr id="9" name="box-311">
            <a:extLst>
              <a:ext uri="{FF2B5EF4-FFF2-40B4-BE49-F238E27FC236}">
                <a16:creationId xmlns:a16="http://schemas.microsoft.com/office/drawing/2014/main" id="{E082BF46-C2D9-4601-B49D-FC6B8463EC78}"/>
              </a:ext>
            </a:extLst>
          </p:cNvPr>
          <p:cNvSpPr>
            <a:spLocks noGrp="1"/>
          </p:cNvSpPr>
          <p:nvPr/>
        </p:nvSpPr>
        <p:spPr>
          <a:xfrm>
            <a:off x="2695575" y="2609850"/>
            <a:ext cx="1114425" cy="381000"/>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한쪽만</a:t>
            </a:r>
          </a:p>
        </p:txBody>
      </p:sp>
      <p:sp>
        <p:nvSpPr>
          <p:cNvPr id="10" name="box-312">
            <a:extLst>
              <a:ext uri="{FF2B5EF4-FFF2-40B4-BE49-F238E27FC236}">
                <a16:creationId xmlns:a16="http://schemas.microsoft.com/office/drawing/2014/main" id="{5EF759DB-605E-49CA-B734-C7F4B2EC1ACF}"/>
              </a:ext>
            </a:extLst>
          </p:cNvPr>
          <p:cNvSpPr>
            <a:spLocks noGrp="1"/>
          </p:cNvSpPr>
          <p:nvPr/>
        </p:nvSpPr>
        <p:spPr>
          <a:xfrm>
            <a:off x="3829050" y="2400300"/>
            <a:ext cx="1695450" cy="790575"/>
          </a:xfrm>
          <a:prstGeom prst="rect">
            <a:avLst/>
          </a:prstGeom>
          <a:solidFill>
            <a:srgbClr val="EEF5F8"/>
          </a:solidFill>
          <a:ln w="9525">
            <a:solidFill>
              <a:srgbClr val="146995"/>
            </a:solidFill>
          </a:ln>
        </p:spPr>
      </p:sp>
      <p:sp>
        <p:nvSpPr>
          <p:cNvPr id="11" name="box-313">
            <a:extLst>
              <a:ext uri="{FF2B5EF4-FFF2-40B4-BE49-F238E27FC236}">
                <a16:creationId xmlns:a16="http://schemas.microsoft.com/office/drawing/2014/main" id="{33120235-EBFE-4C64-8A0C-B82C4E1A8168}"/>
              </a:ext>
            </a:extLst>
          </p:cNvPr>
          <p:cNvSpPr>
            <a:spLocks noGrp="1"/>
          </p:cNvSpPr>
          <p:nvPr/>
        </p:nvSpPr>
        <p:spPr>
          <a:xfrm>
            <a:off x="3829050" y="2609850"/>
            <a:ext cx="1695450" cy="409575"/>
          </a:xfrm>
          <a:prstGeom prst="rect">
            <a:avLst/>
          </a:prstGeom>
          <a:noFill/>
          <a:ln w="0">
            <a:noFill/>
          </a:ln>
        </p:spPr>
        <p:txBody>
          <a:bodyPr wrap="none" lIns="0" tIns="0" rIns="0" bIns="0" anchor="t">
            <a:noAutofit/>
          </a:bodyPr>
          <a:lstStyle>
            <a:defPPr algn="ctr">
              <a:defRPr sz="2025" b="1">
                <a:solidFill>
                  <a:srgbClr val="146995"/>
                </a:solidFill>
                <a:latin typeface="Malgun Gothic"/>
                <a:ea typeface="Malgun Gothic"/>
                <a:cs typeface="Malgun Gothic"/>
              </a:defRPr>
            </a:defPPr>
          </a:lstStyle>
          <a:p>
            <a:pPr algn="ctr">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4개 이하</a:t>
            </a:r>
          </a:p>
        </p:txBody>
      </p:sp>
      <p:sp>
        <p:nvSpPr>
          <p:cNvPr id="12" name="box-314">
            <a:extLst>
              <a:ext uri="{FF2B5EF4-FFF2-40B4-BE49-F238E27FC236}">
                <a16:creationId xmlns:a16="http://schemas.microsoft.com/office/drawing/2014/main" id="{2C9460AB-D8E8-440F-A344-ED942150AFF4}"/>
              </a:ext>
            </a:extLst>
          </p:cNvPr>
          <p:cNvSpPr>
            <a:spLocks noGrp="1"/>
          </p:cNvSpPr>
          <p:nvPr/>
        </p:nvSpPr>
        <p:spPr>
          <a:xfrm>
            <a:off x="5534025" y="2609850"/>
            <a:ext cx="1114425" cy="381000"/>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한쪽만</a:t>
            </a:r>
          </a:p>
        </p:txBody>
      </p:sp>
      <p:sp>
        <p:nvSpPr>
          <p:cNvPr id="13" name="box-315">
            <a:extLst>
              <a:ext uri="{FF2B5EF4-FFF2-40B4-BE49-F238E27FC236}">
                <a16:creationId xmlns:a16="http://schemas.microsoft.com/office/drawing/2014/main" id="{FB46314D-C48D-421C-AF06-8A83D4E75E99}"/>
              </a:ext>
            </a:extLst>
          </p:cNvPr>
          <p:cNvSpPr>
            <a:spLocks noGrp="1"/>
          </p:cNvSpPr>
          <p:nvPr/>
        </p:nvSpPr>
        <p:spPr>
          <a:xfrm>
            <a:off x="6667500" y="2400300"/>
            <a:ext cx="1695450" cy="790575"/>
          </a:xfrm>
          <a:prstGeom prst="rect">
            <a:avLst/>
          </a:prstGeom>
          <a:solidFill>
            <a:srgbClr val="EEF5F8"/>
          </a:solidFill>
          <a:ln w="9525">
            <a:solidFill>
              <a:srgbClr val="146995"/>
            </a:solidFill>
          </a:ln>
        </p:spPr>
      </p:sp>
      <p:sp>
        <p:nvSpPr>
          <p:cNvPr id="14" name="box-316">
            <a:extLst>
              <a:ext uri="{FF2B5EF4-FFF2-40B4-BE49-F238E27FC236}">
                <a16:creationId xmlns:a16="http://schemas.microsoft.com/office/drawing/2014/main" id="{DB48A2C5-63C5-49D6-A466-7896AFD68369}"/>
              </a:ext>
            </a:extLst>
          </p:cNvPr>
          <p:cNvSpPr>
            <a:spLocks noGrp="1"/>
          </p:cNvSpPr>
          <p:nvPr/>
        </p:nvSpPr>
        <p:spPr>
          <a:xfrm>
            <a:off x="6667500" y="2609850"/>
            <a:ext cx="1695450" cy="409575"/>
          </a:xfrm>
          <a:prstGeom prst="rect">
            <a:avLst/>
          </a:prstGeom>
          <a:noFill/>
          <a:ln w="0">
            <a:noFill/>
          </a:ln>
        </p:spPr>
        <p:txBody>
          <a:bodyPr wrap="none" lIns="0" tIns="0" rIns="0" bIns="0" anchor="t">
            <a:noAutofit/>
          </a:bodyPr>
          <a:lstStyle>
            <a:defPPr algn="ctr">
              <a:defRPr sz="2025" b="1">
                <a:solidFill>
                  <a:srgbClr val="146995"/>
                </a:solidFill>
                <a:latin typeface="Malgun Gothic"/>
                <a:ea typeface="Malgun Gothic"/>
                <a:cs typeface="Malgun Gothic"/>
              </a:defRPr>
            </a:defPPr>
          </a:lstStyle>
          <a:p>
            <a:pPr algn="ctr">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2개 이하</a:t>
            </a:r>
          </a:p>
        </p:txBody>
      </p:sp>
      <p:sp>
        <p:nvSpPr>
          <p:cNvPr id="15" name="box-317">
            <a:extLst>
              <a:ext uri="{FF2B5EF4-FFF2-40B4-BE49-F238E27FC236}">
                <a16:creationId xmlns:a16="http://schemas.microsoft.com/office/drawing/2014/main" id="{DCC06A7D-A3C8-4C43-B8A4-BADD820D1A3E}"/>
              </a:ext>
            </a:extLst>
          </p:cNvPr>
          <p:cNvSpPr>
            <a:spLocks noGrp="1"/>
          </p:cNvSpPr>
          <p:nvPr/>
        </p:nvSpPr>
        <p:spPr>
          <a:xfrm>
            <a:off x="8372475" y="2609850"/>
            <a:ext cx="1114425" cy="381000"/>
          </a:xfrm>
          <a:prstGeom prst="rect">
            <a:avLst/>
          </a:prstGeom>
          <a:noFill/>
          <a:ln w="0">
            <a:noFill/>
          </a:ln>
        </p:spPr>
        <p:txBody>
          <a:bodyPr wrap="none" lIns="0" tIns="0" rIns="0" bIns="0" anchor="t">
            <a:noAutofit/>
          </a:bodyPr>
          <a:lstStyle>
            <a:defPPr algn="ctr">
              <a:defRPr sz="1650" b="0">
                <a:solidFill>
                  <a:srgbClr val="151515"/>
                </a:solidFill>
                <a:latin typeface="Malgun Gothic"/>
                <a:ea typeface="Malgun Gothic"/>
                <a:cs typeface="Malgun Gothic"/>
              </a:defRPr>
            </a:defPPr>
          </a:lstStyle>
          <a:p>
            <a:pPr algn="ctr">
              <a:lnSpc>
                <a:spcPct val="112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한쪽만</a:t>
            </a:r>
          </a:p>
        </p:txBody>
      </p:sp>
      <p:sp>
        <p:nvSpPr>
          <p:cNvPr id="16" name="box-318">
            <a:extLst>
              <a:ext uri="{FF2B5EF4-FFF2-40B4-BE49-F238E27FC236}">
                <a16:creationId xmlns:a16="http://schemas.microsoft.com/office/drawing/2014/main" id="{BADA2CF3-8FA8-430E-819F-AA21BDB4FED4}"/>
              </a:ext>
            </a:extLst>
          </p:cNvPr>
          <p:cNvSpPr>
            <a:spLocks noGrp="1"/>
          </p:cNvSpPr>
          <p:nvPr/>
        </p:nvSpPr>
        <p:spPr>
          <a:xfrm>
            <a:off x="9505950" y="2400300"/>
            <a:ext cx="1695450" cy="790575"/>
          </a:xfrm>
          <a:prstGeom prst="rect">
            <a:avLst/>
          </a:prstGeom>
          <a:solidFill>
            <a:srgbClr val="EEF5F8"/>
          </a:solidFill>
          <a:ln w="9525">
            <a:solidFill>
              <a:srgbClr val="146995"/>
            </a:solidFill>
          </a:ln>
        </p:spPr>
      </p:sp>
      <p:sp>
        <p:nvSpPr>
          <p:cNvPr id="17" name="box-319">
            <a:extLst>
              <a:ext uri="{FF2B5EF4-FFF2-40B4-BE49-F238E27FC236}">
                <a16:creationId xmlns:a16="http://schemas.microsoft.com/office/drawing/2014/main" id="{AED0E55A-56D2-46E9-98DA-701D47F3D664}"/>
              </a:ext>
            </a:extLst>
          </p:cNvPr>
          <p:cNvSpPr>
            <a:spLocks noGrp="1"/>
          </p:cNvSpPr>
          <p:nvPr/>
        </p:nvSpPr>
        <p:spPr>
          <a:xfrm>
            <a:off x="9505950" y="2609850"/>
            <a:ext cx="1695450" cy="409575"/>
          </a:xfrm>
          <a:prstGeom prst="rect">
            <a:avLst/>
          </a:prstGeom>
          <a:noFill/>
          <a:ln w="0">
            <a:noFill/>
          </a:ln>
        </p:spPr>
        <p:txBody>
          <a:bodyPr wrap="none" lIns="0" tIns="0" rIns="0" bIns="0" anchor="t">
            <a:noAutofit/>
          </a:bodyPr>
          <a:lstStyle>
            <a:defPPr algn="ctr">
              <a:defRPr sz="2025" b="1">
                <a:solidFill>
                  <a:srgbClr val="146995"/>
                </a:solidFill>
                <a:latin typeface="Malgun Gothic"/>
                <a:ea typeface="Malgun Gothic"/>
                <a:cs typeface="Malgun Gothic"/>
              </a:defRPr>
            </a:defPPr>
          </a:lstStyle>
          <a:p>
            <a:pPr algn="ctr">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1개 이하</a:t>
            </a:r>
          </a:p>
        </p:txBody>
      </p:sp>
      <p:sp>
        <p:nvSpPr>
          <p:cNvPr id="18" name="box-320">
            <a:extLst>
              <a:ext uri="{FF2B5EF4-FFF2-40B4-BE49-F238E27FC236}">
                <a16:creationId xmlns:a16="http://schemas.microsoft.com/office/drawing/2014/main" id="{EC3B04C6-C830-4CFA-A26C-25FE6391F02A}"/>
              </a:ext>
            </a:extLst>
          </p:cNvPr>
          <p:cNvSpPr>
            <a:spLocks noGrp="1"/>
          </p:cNvSpPr>
          <p:nvPr/>
        </p:nvSpPr>
        <p:spPr>
          <a:xfrm>
            <a:off x="609600" y="4000500"/>
            <a:ext cx="10972800" cy="4286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각 단계에서 가운데 값 하나를 비교</a:t>
            </a:r>
          </a:p>
        </p:txBody>
      </p:sp>
      <p:sp>
        <p:nvSpPr>
          <p:cNvPr id="19" name="box-321">
            <a:extLst>
              <a:ext uri="{FF2B5EF4-FFF2-40B4-BE49-F238E27FC236}">
                <a16:creationId xmlns:a16="http://schemas.microsoft.com/office/drawing/2014/main" id="{F479D8AE-F968-4F67-AB79-C086C0738999}"/>
              </a:ext>
            </a:extLst>
          </p:cNvPr>
          <p:cNvSpPr>
            <a:spLocks noGrp="1"/>
          </p:cNvSpPr>
          <p:nvPr/>
        </p:nvSpPr>
        <p:spPr>
          <a:xfrm>
            <a:off x="609600" y="4733925"/>
            <a:ext cx="10972800" cy="428625"/>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여러 갈래 전체를 함께 탐색하지 않습니다.</a:t>
            </a:r>
          </a:p>
        </p:txBody>
      </p:sp>
      <p:sp>
        <p:nvSpPr>
          <p:cNvPr id="20" name="box-322">
            <a:extLst>
              <a:ext uri="{FF2B5EF4-FFF2-40B4-BE49-F238E27FC236}">
                <a16:creationId xmlns:a16="http://schemas.microsoft.com/office/drawing/2014/main" id="{3D1D1DD6-D5A6-46A2-BC55-E7C81D72F08A}"/>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일찍 찾으면 끝납니다. 최대 단계 수는 log₂n에 비례하고, 전체 시간은 O(log n)입니다.</a:t>
            </a:r>
          </a:p>
        </p:txBody>
      </p:sp>
    </p:spTree>
    <p:extLst>
      <p:ext uri="{BB962C8B-B14F-4D97-AF65-F5344CB8AC3E}">
        <p14:creationId xmlns:p14="http://schemas.microsoft.com/office/powerpoint/2010/main" val="2627408150"/>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box-323">
            <a:extLst>
              <a:ext uri="{FF2B5EF4-FFF2-40B4-BE49-F238E27FC236}">
                <a16:creationId xmlns:a16="http://schemas.microsoft.com/office/drawing/2014/main" id="{29070D54-A6A4-4135-9D4F-A6CCAE9E8EC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324">
            <a:extLst>
              <a:ext uri="{FF2B5EF4-FFF2-40B4-BE49-F238E27FC236}">
                <a16:creationId xmlns:a16="http://schemas.microsoft.com/office/drawing/2014/main" id="{2594C193-F3B8-43C6-8CE7-2C3545B453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325">
            <a:extLst>
              <a:ext uri="{FF2B5EF4-FFF2-40B4-BE49-F238E27FC236}">
                <a16:creationId xmlns:a16="http://schemas.microsoft.com/office/drawing/2014/main" id="{BFCF5FF1-8803-4651-AE2A-3DC4B1E711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이진 탐색은 한 단계에 n개를 훑지 않습니다</a:t>
            </a:r>
          </a:p>
        </p:txBody>
      </p:sp>
      <p:sp>
        <p:nvSpPr>
          <p:cNvPr id="4" name="box-326">
            <a:extLst>
              <a:ext uri="{FF2B5EF4-FFF2-40B4-BE49-F238E27FC236}">
                <a16:creationId xmlns:a16="http://schemas.microsoft.com/office/drawing/2014/main" id="{78CB3920-B97A-43F9-81ED-6BF839D4218A}"/>
              </a:ext>
            </a:extLst>
          </p:cNvPr>
          <p:cNvSpPr>
            <a:spLocks noGrp="1"/>
          </p:cNvSpPr>
          <p:nvPr/>
        </p:nvSpPr>
        <p:spPr>
          <a:xfrm>
            <a:off x="609600" y="1381125"/>
            <a:ext cx="10972800" cy="9525"/>
          </a:xfrm>
          <a:prstGeom prst="rect">
            <a:avLst/>
          </a:prstGeom>
          <a:solidFill>
            <a:srgbClr val="151515"/>
          </a:solidFill>
          <a:ln w="0">
            <a:noFill/>
          </a:ln>
        </p:spPr>
      </p:sp>
      <p:sp>
        <p:nvSpPr>
          <p:cNvPr id="5" name="box-327">
            <a:extLst>
              <a:ext uri="{FF2B5EF4-FFF2-40B4-BE49-F238E27FC236}">
                <a16:creationId xmlns:a16="http://schemas.microsoft.com/office/drawing/2014/main" id="{E7832FBE-853C-411F-B89B-C82371F259E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122DADE-E93A-4A62-B744-FAC7273F7E1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212</a:t>
            </a:r>
            <a:endParaRPr sz="1050" b="0">
              <a:solidFill>
                <a:srgbClr val="151515"/>
              </a:solidFill>
              <a:latin typeface="Consolas"/>
              <a:ea typeface="Consolas"/>
              <a:cs typeface="Consolas"/>
            </a:endParaRPr>
          </a:p>
        </p:txBody>
      </p:sp>
      <p:sp>
        <p:nvSpPr>
          <p:cNvPr id="7" name="box-329">
            <a:extLst>
              <a:ext uri="{FF2B5EF4-FFF2-40B4-BE49-F238E27FC236}">
                <a16:creationId xmlns:a16="http://schemas.microsoft.com/office/drawing/2014/main" id="{B77816D9-B044-4C24-9781-D64112815CCD}"/>
              </a:ext>
            </a:extLst>
          </p:cNvPr>
          <p:cNvSpPr>
            <a:spLocks noGrp="1"/>
          </p:cNvSpPr>
          <p:nvPr/>
        </p:nvSpPr>
        <p:spPr>
          <a:xfrm>
            <a:off x="609600" y="2076450"/>
            <a:ext cx="10972800" cy="571500"/>
          </a:xfrm>
          <a:prstGeom prst="rect">
            <a:avLst/>
          </a:prstGeom>
          <a:noFill/>
          <a:ln w="0">
            <a:noFill/>
          </a:ln>
        </p:spPr>
        <p:txBody>
          <a:bodyPr wrap="none" lIns="0" tIns="0" rIns="0" bIns="0" anchor="t">
            <a:noAutofit/>
          </a:bodyPr>
          <a:lstStyle>
            <a:defPPr algn="l">
              <a:defRPr sz="3150" b="1">
                <a:solidFill>
                  <a:srgbClr val="146995"/>
                </a:solidFill>
                <a:latin typeface="Consolas"/>
                <a:ea typeface="Consolas"/>
                <a:cs typeface="Consolas"/>
              </a:defRPr>
            </a:defPPr>
          </a:lstStyle>
          <a:p>
            <a:pPr algn="l">
              <a:lnSpc>
                <a:spcPct val="112000"/>
              </a:lnSpc>
              <a:buNone/>
              <a:defRPr sz="3150" b="1">
                <a:solidFill>
                  <a:srgbClr val="146995"/>
                </a:solidFill>
                <a:latin typeface="Consolas"/>
                <a:ea typeface="Consolas"/>
                <a:cs typeface="Consolas"/>
              </a:defRPr>
            </a:pPr>
            <a:r>
              <a:rPr sz="3150" b="1">
                <a:solidFill>
                  <a:srgbClr val="146995"/>
                </a:solidFill>
                <a:latin typeface="Consolas"/>
                <a:ea typeface="Consolas"/>
                <a:cs typeface="Consolas"/>
              </a:rPr>
              <a:t>T(n) = T(n/2) + O(1)</a:t>
            </a:r>
          </a:p>
        </p:txBody>
      </p:sp>
      <p:sp>
        <p:nvSpPr>
          <p:cNvPr id="8" name="box-330">
            <a:extLst>
              <a:ext uri="{FF2B5EF4-FFF2-40B4-BE49-F238E27FC236}">
                <a16:creationId xmlns:a16="http://schemas.microsoft.com/office/drawing/2014/main" id="{997CB006-ACDC-4008-A417-C776EA29ACC1}"/>
              </a:ext>
            </a:extLst>
          </p:cNvPr>
          <p:cNvSpPr>
            <a:spLocks noGrp="1"/>
          </p:cNvSpPr>
          <p:nvPr/>
        </p:nvSpPr>
        <p:spPr>
          <a:xfrm>
            <a:off x="609600" y="3371850"/>
            <a:ext cx="5153025" cy="476250"/>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절반 크기의 문제 한 개</a:t>
            </a:r>
          </a:p>
        </p:txBody>
      </p:sp>
      <p:sp>
        <p:nvSpPr>
          <p:cNvPr id="9" name="box-331">
            <a:extLst>
              <a:ext uri="{FF2B5EF4-FFF2-40B4-BE49-F238E27FC236}">
                <a16:creationId xmlns:a16="http://schemas.microsoft.com/office/drawing/2014/main" id="{E32A2A58-DAAB-448F-80ED-D315343C905A}"/>
              </a:ext>
            </a:extLst>
          </p:cNvPr>
          <p:cNvSpPr>
            <a:spLocks noGrp="1"/>
          </p:cNvSpPr>
          <p:nvPr/>
        </p:nvSpPr>
        <p:spPr>
          <a:xfrm>
            <a:off x="6419850" y="3371850"/>
            <a:ext cx="5162550" cy="476250"/>
          </a:xfrm>
          <a:prstGeom prst="rect">
            <a:avLst/>
          </a:prstGeom>
          <a:noFill/>
          <a:ln w="0">
            <a:noFill/>
          </a:ln>
        </p:spPr>
        <p:txBody>
          <a:bodyPr wrap="none" lIns="0" tIns="0" rIns="0" bIns="0" anchor="t">
            <a:noAutofit/>
          </a:bodyPr>
          <a:lstStyle>
            <a:defPPr algn="l">
              <a:defRPr sz="2325" b="1">
                <a:solidFill>
                  <a:srgbClr val="AD630C"/>
                </a:solidFill>
                <a:latin typeface="Malgun Gothic"/>
                <a:ea typeface="Malgun Gothic"/>
                <a:cs typeface="Malgun Gothic"/>
              </a:defRPr>
            </a:defPPr>
          </a:lstStyle>
          <a:p>
            <a:pPr algn="l">
              <a:lnSpc>
                <a:spcPct val="112000"/>
              </a:lnSpc>
              <a:buNone/>
              <a:defRPr sz="2325" b="1">
                <a:solidFill>
                  <a:srgbClr val="AD630C"/>
                </a:solidFill>
                <a:latin typeface="Malgun Gothic"/>
                <a:ea typeface="Malgun Gothic"/>
                <a:cs typeface="Malgun Gothic"/>
              </a:defRPr>
            </a:pPr>
            <a:r>
              <a:rPr sz="2325" b="1">
                <a:solidFill>
                  <a:srgbClr val="AD630C"/>
                </a:solidFill>
                <a:latin typeface="Malgun Gothic"/>
                <a:ea typeface="Malgun Gothic"/>
                <a:cs typeface="Malgun Gothic"/>
              </a:rPr>
              <a:t>가운데 값 비교와 경계 변경</a:t>
            </a:r>
          </a:p>
        </p:txBody>
      </p:sp>
      <p:sp>
        <p:nvSpPr>
          <p:cNvPr id="10" name="box-332">
            <a:extLst>
              <a:ext uri="{FF2B5EF4-FFF2-40B4-BE49-F238E27FC236}">
                <a16:creationId xmlns:a16="http://schemas.microsoft.com/office/drawing/2014/main" id="{EF5E4DE0-64C2-4AA1-87E8-95F3A9580FBB}"/>
              </a:ext>
            </a:extLst>
          </p:cNvPr>
          <p:cNvSpPr>
            <a:spLocks noGrp="1"/>
          </p:cNvSpPr>
          <p:nvPr/>
        </p:nvSpPr>
        <p:spPr>
          <a:xfrm>
            <a:off x="609600" y="4667250"/>
            <a:ext cx="10972800" cy="495300"/>
          </a:xfrm>
          <a:prstGeom prst="rect">
            <a:avLst/>
          </a:prstGeom>
          <a:noFill/>
          <a:ln w="0">
            <a:noFill/>
          </a:ln>
        </p:spPr>
        <p:txBody>
          <a:bodyPr wrap="none" lIns="0" tIns="0" rIns="0" bIns="0" anchor="t">
            <a:noAutofit/>
          </a:bodyPr>
          <a:lstStyle>
            <a:defPPr algn="l">
              <a:defRPr sz="2475" b="1">
                <a:solidFill>
                  <a:srgbClr val="151515"/>
                </a:solidFill>
                <a:latin typeface="Malgun Gothic"/>
                <a:ea typeface="Malgun Gothic"/>
                <a:cs typeface="Malgun Gothic"/>
              </a:defRPr>
            </a:defPPr>
          </a:lstStyle>
          <a:p>
            <a:pPr algn="l">
              <a:lnSpc>
                <a:spcPct val="112000"/>
              </a:lnSpc>
              <a:buNone/>
              <a:defRPr sz="2475" b="1">
                <a:solidFill>
                  <a:srgbClr val="151515"/>
                </a:solidFill>
                <a:latin typeface="Malgun Gothic"/>
                <a:ea typeface="Malgun Gothic"/>
                <a:cs typeface="Malgun Gothic"/>
              </a:defRPr>
            </a:pPr>
            <a:r>
              <a:rPr sz="2475" b="1">
                <a:solidFill>
                  <a:srgbClr val="151515"/>
                </a:solidFill>
                <a:latin typeface="Malgun Gothic"/>
                <a:ea typeface="Malgun Gothic"/>
                <a:cs typeface="Malgun Gothic"/>
              </a:rPr>
              <a:t>한 단계의 일정한 작업 × 약 log₂n단계</a:t>
            </a:r>
          </a:p>
        </p:txBody>
      </p:sp>
      <p:sp>
        <p:nvSpPr>
          <p:cNvPr id="11" name="box-333">
            <a:extLst>
              <a:ext uri="{FF2B5EF4-FFF2-40B4-BE49-F238E27FC236}">
                <a16:creationId xmlns:a16="http://schemas.microsoft.com/office/drawing/2014/main" id="{13E2B259-389C-4084-836E-EC5C2C03B28D}"/>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O(1)은 입력 길이에 따라 늘어나지 않는 작업량입니다. 전체 시간은 O(log n)입니다.</a:t>
            </a:r>
          </a:p>
        </p:txBody>
      </p:sp>
    </p:spTree>
    <p:extLst>
      <p:ext uri="{BB962C8B-B14F-4D97-AF65-F5344CB8AC3E}">
        <p14:creationId xmlns:p14="http://schemas.microsoft.com/office/powerpoint/2010/main" val="363839531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box-334">
            <a:extLst>
              <a:ext uri="{FF2B5EF4-FFF2-40B4-BE49-F238E27FC236}">
                <a16:creationId xmlns:a16="http://schemas.microsoft.com/office/drawing/2014/main" id="{200403B3-72CA-4C6D-A931-7B3A087CC6D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335">
            <a:extLst>
              <a:ext uri="{FF2B5EF4-FFF2-40B4-BE49-F238E27FC236}">
                <a16:creationId xmlns:a16="http://schemas.microsoft.com/office/drawing/2014/main" id="{56D20DA0-F40F-46C1-A02B-7BB29735BE3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336">
            <a:extLst>
              <a:ext uri="{FF2B5EF4-FFF2-40B4-BE49-F238E27FC236}">
                <a16:creationId xmlns:a16="http://schemas.microsoft.com/office/drawing/2014/main" id="{442A9879-C4AB-400D-B6D8-1FD68FA656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정렬은 양쪽 절반을 모두 풉니다</a:t>
            </a:r>
          </a:p>
        </p:txBody>
      </p:sp>
      <p:sp>
        <p:nvSpPr>
          <p:cNvPr id="4" name="box-337">
            <a:extLst>
              <a:ext uri="{FF2B5EF4-FFF2-40B4-BE49-F238E27FC236}">
                <a16:creationId xmlns:a16="http://schemas.microsoft.com/office/drawing/2014/main" id="{41C0BF8E-ECBC-4FC6-9906-B7B5B81F4FC5}"/>
              </a:ext>
            </a:extLst>
          </p:cNvPr>
          <p:cNvSpPr>
            <a:spLocks noGrp="1"/>
          </p:cNvSpPr>
          <p:nvPr/>
        </p:nvSpPr>
        <p:spPr>
          <a:xfrm>
            <a:off x="609600" y="1381125"/>
            <a:ext cx="10972800" cy="9525"/>
          </a:xfrm>
          <a:prstGeom prst="rect">
            <a:avLst/>
          </a:prstGeom>
          <a:solidFill>
            <a:srgbClr val="151515"/>
          </a:solidFill>
          <a:ln w="0">
            <a:noFill/>
          </a:ln>
        </p:spPr>
      </p:sp>
      <p:sp>
        <p:nvSpPr>
          <p:cNvPr id="5" name="box-338">
            <a:extLst>
              <a:ext uri="{FF2B5EF4-FFF2-40B4-BE49-F238E27FC236}">
                <a16:creationId xmlns:a16="http://schemas.microsoft.com/office/drawing/2014/main" id="{4DA86255-66FD-4DF8-BAB3-FEFA7CD8F87F}"/>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8A1C7E6-1F7C-45F2-AA75-D467C4D6870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213</a:t>
            </a:r>
            <a:endParaRPr sz="1050" b="0">
              <a:solidFill>
                <a:srgbClr val="151515"/>
              </a:solidFill>
              <a:latin typeface="Consolas"/>
              <a:ea typeface="Consolas"/>
              <a:cs typeface="Consolas"/>
            </a:endParaRPr>
          </a:p>
        </p:txBody>
      </p:sp>
      <p:sp>
        <p:nvSpPr>
          <p:cNvPr id="7" name="box-340">
            <a:extLst>
              <a:ext uri="{FF2B5EF4-FFF2-40B4-BE49-F238E27FC236}">
                <a16:creationId xmlns:a16="http://schemas.microsoft.com/office/drawing/2014/main" id="{22C1C14E-D9DC-4DAB-9217-137D1B5D0BA5}"/>
              </a:ext>
            </a:extLst>
          </p:cNvPr>
          <p:cNvSpPr>
            <a:spLocks noGrp="1"/>
          </p:cNvSpPr>
          <p:nvPr/>
        </p:nvSpPr>
        <p:spPr>
          <a:xfrm>
            <a:off x="609600" y="227647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2개짜리 4개</a:t>
            </a:r>
          </a:p>
        </p:txBody>
      </p:sp>
      <p:sp>
        <p:nvSpPr>
          <p:cNvPr id="8" name="box-341">
            <a:extLst>
              <a:ext uri="{FF2B5EF4-FFF2-40B4-BE49-F238E27FC236}">
                <a16:creationId xmlns:a16="http://schemas.microsoft.com/office/drawing/2014/main" id="{C343E53F-7FB1-4698-AEC5-0A06CF3DAAAE}"/>
              </a:ext>
            </a:extLst>
          </p:cNvPr>
          <p:cNvSpPr>
            <a:spLocks noGrp="1"/>
          </p:cNvSpPr>
          <p:nvPr/>
        </p:nvSpPr>
        <p:spPr>
          <a:xfrm>
            <a:off x="2333625" y="2143125"/>
            <a:ext cx="619125" cy="619125"/>
          </a:xfrm>
          <a:prstGeom prst="rect">
            <a:avLst/>
          </a:prstGeom>
          <a:solidFill>
            <a:srgbClr val="EEF5F8"/>
          </a:solidFill>
          <a:ln w="9525">
            <a:solidFill>
              <a:srgbClr val="146995"/>
            </a:solidFill>
          </a:ln>
        </p:spPr>
      </p:sp>
      <p:sp>
        <p:nvSpPr>
          <p:cNvPr id="9" name="box-342">
            <a:extLst>
              <a:ext uri="{FF2B5EF4-FFF2-40B4-BE49-F238E27FC236}">
                <a16:creationId xmlns:a16="http://schemas.microsoft.com/office/drawing/2014/main" id="{82453831-D584-4D31-B063-238D05378759}"/>
              </a:ext>
            </a:extLst>
          </p:cNvPr>
          <p:cNvSpPr>
            <a:spLocks noGrp="1"/>
          </p:cNvSpPr>
          <p:nvPr/>
        </p:nvSpPr>
        <p:spPr>
          <a:xfrm>
            <a:off x="2333625"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10" name="box-343">
            <a:extLst>
              <a:ext uri="{FF2B5EF4-FFF2-40B4-BE49-F238E27FC236}">
                <a16:creationId xmlns:a16="http://schemas.microsoft.com/office/drawing/2014/main" id="{5750CA3A-4054-4142-87CF-D5FB7C189291}"/>
              </a:ext>
            </a:extLst>
          </p:cNvPr>
          <p:cNvSpPr>
            <a:spLocks noGrp="1"/>
          </p:cNvSpPr>
          <p:nvPr/>
        </p:nvSpPr>
        <p:spPr>
          <a:xfrm>
            <a:off x="2952750" y="2143125"/>
            <a:ext cx="619125" cy="619125"/>
          </a:xfrm>
          <a:prstGeom prst="rect">
            <a:avLst/>
          </a:prstGeom>
          <a:solidFill>
            <a:srgbClr val="EEF5F8"/>
          </a:solidFill>
          <a:ln w="9525">
            <a:solidFill>
              <a:srgbClr val="146995"/>
            </a:solidFill>
          </a:ln>
        </p:spPr>
      </p:sp>
      <p:sp>
        <p:nvSpPr>
          <p:cNvPr id="11" name="box-344">
            <a:extLst>
              <a:ext uri="{FF2B5EF4-FFF2-40B4-BE49-F238E27FC236}">
                <a16:creationId xmlns:a16="http://schemas.microsoft.com/office/drawing/2014/main" id="{E0EADC0D-0566-4FC8-AF7C-E068C94C7DFD}"/>
              </a:ext>
            </a:extLst>
          </p:cNvPr>
          <p:cNvSpPr>
            <a:spLocks noGrp="1"/>
          </p:cNvSpPr>
          <p:nvPr/>
        </p:nvSpPr>
        <p:spPr>
          <a:xfrm>
            <a:off x="2952750"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12" name="box-345">
            <a:extLst>
              <a:ext uri="{FF2B5EF4-FFF2-40B4-BE49-F238E27FC236}">
                <a16:creationId xmlns:a16="http://schemas.microsoft.com/office/drawing/2014/main" id="{A916D1EE-68F4-446C-AC5E-2D802AF90AB3}"/>
              </a:ext>
            </a:extLst>
          </p:cNvPr>
          <p:cNvSpPr>
            <a:spLocks noGrp="1"/>
          </p:cNvSpPr>
          <p:nvPr/>
        </p:nvSpPr>
        <p:spPr>
          <a:xfrm>
            <a:off x="3762375" y="2143125"/>
            <a:ext cx="619125" cy="619125"/>
          </a:xfrm>
          <a:prstGeom prst="rect">
            <a:avLst/>
          </a:prstGeom>
          <a:solidFill>
            <a:srgbClr val="EEF5F8"/>
          </a:solidFill>
          <a:ln w="9525">
            <a:solidFill>
              <a:srgbClr val="146995"/>
            </a:solidFill>
          </a:ln>
        </p:spPr>
      </p:sp>
      <p:sp>
        <p:nvSpPr>
          <p:cNvPr id="13" name="box-346">
            <a:extLst>
              <a:ext uri="{FF2B5EF4-FFF2-40B4-BE49-F238E27FC236}">
                <a16:creationId xmlns:a16="http://schemas.microsoft.com/office/drawing/2014/main" id="{DA20DA63-E09B-4F32-9D07-7469D695D72A}"/>
              </a:ext>
            </a:extLst>
          </p:cNvPr>
          <p:cNvSpPr>
            <a:spLocks noGrp="1"/>
          </p:cNvSpPr>
          <p:nvPr/>
        </p:nvSpPr>
        <p:spPr>
          <a:xfrm>
            <a:off x="3762375"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14" name="box-347">
            <a:extLst>
              <a:ext uri="{FF2B5EF4-FFF2-40B4-BE49-F238E27FC236}">
                <a16:creationId xmlns:a16="http://schemas.microsoft.com/office/drawing/2014/main" id="{4FB221D4-775C-48BA-A192-6978E37BC584}"/>
              </a:ext>
            </a:extLst>
          </p:cNvPr>
          <p:cNvSpPr>
            <a:spLocks noGrp="1"/>
          </p:cNvSpPr>
          <p:nvPr/>
        </p:nvSpPr>
        <p:spPr>
          <a:xfrm>
            <a:off x="4381500" y="2143125"/>
            <a:ext cx="619125" cy="619125"/>
          </a:xfrm>
          <a:prstGeom prst="rect">
            <a:avLst/>
          </a:prstGeom>
          <a:solidFill>
            <a:srgbClr val="EEF5F8"/>
          </a:solidFill>
          <a:ln w="9525">
            <a:solidFill>
              <a:srgbClr val="146995"/>
            </a:solidFill>
          </a:ln>
        </p:spPr>
      </p:sp>
      <p:sp>
        <p:nvSpPr>
          <p:cNvPr id="15" name="box-348">
            <a:extLst>
              <a:ext uri="{FF2B5EF4-FFF2-40B4-BE49-F238E27FC236}">
                <a16:creationId xmlns:a16="http://schemas.microsoft.com/office/drawing/2014/main" id="{8FFE3245-2FAB-4A17-83CE-668AF6832EBB}"/>
              </a:ext>
            </a:extLst>
          </p:cNvPr>
          <p:cNvSpPr>
            <a:spLocks noGrp="1"/>
          </p:cNvSpPr>
          <p:nvPr/>
        </p:nvSpPr>
        <p:spPr>
          <a:xfrm>
            <a:off x="4381500"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16" name="box-349">
            <a:extLst>
              <a:ext uri="{FF2B5EF4-FFF2-40B4-BE49-F238E27FC236}">
                <a16:creationId xmlns:a16="http://schemas.microsoft.com/office/drawing/2014/main" id="{580ADEC6-465E-48C8-A5C4-871CF9D8D3B8}"/>
              </a:ext>
            </a:extLst>
          </p:cNvPr>
          <p:cNvSpPr>
            <a:spLocks noGrp="1"/>
          </p:cNvSpPr>
          <p:nvPr/>
        </p:nvSpPr>
        <p:spPr>
          <a:xfrm>
            <a:off x="5191125" y="2143125"/>
            <a:ext cx="619125" cy="619125"/>
          </a:xfrm>
          <a:prstGeom prst="rect">
            <a:avLst/>
          </a:prstGeom>
          <a:solidFill>
            <a:srgbClr val="EEF5F8"/>
          </a:solidFill>
          <a:ln w="9525">
            <a:solidFill>
              <a:srgbClr val="146995"/>
            </a:solidFill>
          </a:ln>
        </p:spPr>
      </p:sp>
      <p:sp>
        <p:nvSpPr>
          <p:cNvPr id="17" name="box-350">
            <a:extLst>
              <a:ext uri="{FF2B5EF4-FFF2-40B4-BE49-F238E27FC236}">
                <a16:creationId xmlns:a16="http://schemas.microsoft.com/office/drawing/2014/main" id="{4D621BCE-B9F2-4B0F-BF95-7ECC20216A5A}"/>
              </a:ext>
            </a:extLst>
          </p:cNvPr>
          <p:cNvSpPr>
            <a:spLocks noGrp="1"/>
          </p:cNvSpPr>
          <p:nvPr/>
        </p:nvSpPr>
        <p:spPr>
          <a:xfrm>
            <a:off x="5191125"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18" name="box-351">
            <a:extLst>
              <a:ext uri="{FF2B5EF4-FFF2-40B4-BE49-F238E27FC236}">
                <a16:creationId xmlns:a16="http://schemas.microsoft.com/office/drawing/2014/main" id="{91BB8627-342C-44B3-A813-3CD0BAA3B3F3}"/>
              </a:ext>
            </a:extLst>
          </p:cNvPr>
          <p:cNvSpPr>
            <a:spLocks noGrp="1"/>
          </p:cNvSpPr>
          <p:nvPr/>
        </p:nvSpPr>
        <p:spPr>
          <a:xfrm>
            <a:off x="5810250" y="2143125"/>
            <a:ext cx="619125" cy="619125"/>
          </a:xfrm>
          <a:prstGeom prst="rect">
            <a:avLst/>
          </a:prstGeom>
          <a:solidFill>
            <a:srgbClr val="EEF5F8"/>
          </a:solidFill>
          <a:ln w="9525">
            <a:solidFill>
              <a:srgbClr val="146995"/>
            </a:solidFill>
          </a:ln>
        </p:spPr>
      </p:sp>
      <p:sp>
        <p:nvSpPr>
          <p:cNvPr id="19" name="box-352">
            <a:extLst>
              <a:ext uri="{FF2B5EF4-FFF2-40B4-BE49-F238E27FC236}">
                <a16:creationId xmlns:a16="http://schemas.microsoft.com/office/drawing/2014/main" id="{D9736866-2D6A-4878-9AAD-A593E85CD2DD}"/>
              </a:ext>
            </a:extLst>
          </p:cNvPr>
          <p:cNvSpPr>
            <a:spLocks noGrp="1"/>
          </p:cNvSpPr>
          <p:nvPr/>
        </p:nvSpPr>
        <p:spPr>
          <a:xfrm>
            <a:off x="5810250"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20" name="box-353">
            <a:extLst>
              <a:ext uri="{FF2B5EF4-FFF2-40B4-BE49-F238E27FC236}">
                <a16:creationId xmlns:a16="http://schemas.microsoft.com/office/drawing/2014/main" id="{B84E21F8-AC21-4D78-8398-92928BAF6B43}"/>
              </a:ext>
            </a:extLst>
          </p:cNvPr>
          <p:cNvSpPr>
            <a:spLocks noGrp="1"/>
          </p:cNvSpPr>
          <p:nvPr/>
        </p:nvSpPr>
        <p:spPr>
          <a:xfrm>
            <a:off x="6619875" y="2143125"/>
            <a:ext cx="619125" cy="619125"/>
          </a:xfrm>
          <a:prstGeom prst="rect">
            <a:avLst/>
          </a:prstGeom>
          <a:solidFill>
            <a:srgbClr val="EEF5F8"/>
          </a:solidFill>
          <a:ln w="9525">
            <a:solidFill>
              <a:srgbClr val="146995"/>
            </a:solidFill>
          </a:ln>
        </p:spPr>
      </p:sp>
      <p:sp>
        <p:nvSpPr>
          <p:cNvPr id="21" name="box-354">
            <a:extLst>
              <a:ext uri="{FF2B5EF4-FFF2-40B4-BE49-F238E27FC236}">
                <a16:creationId xmlns:a16="http://schemas.microsoft.com/office/drawing/2014/main" id="{3FDF9ACC-05FC-4AF7-87DC-02043CF93949}"/>
              </a:ext>
            </a:extLst>
          </p:cNvPr>
          <p:cNvSpPr>
            <a:spLocks noGrp="1"/>
          </p:cNvSpPr>
          <p:nvPr/>
        </p:nvSpPr>
        <p:spPr>
          <a:xfrm>
            <a:off x="6619875"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22" name="box-355">
            <a:extLst>
              <a:ext uri="{FF2B5EF4-FFF2-40B4-BE49-F238E27FC236}">
                <a16:creationId xmlns:a16="http://schemas.microsoft.com/office/drawing/2014/main" id="{5B7672DC-18DB-45F4-83E3-E49EAADA6D4E}"/>
              </a:ext>
            </a:extLst>
          </p:cNvPr>
          <p:cNvSpPr>
            <a:spLocks noGrp="1"/>
          </p:cNvSpPr>
          <p:nvPr/>
        </p:nvSpPr>
        <p:spPr>
          <a:xfrm>
            <a:off x="7239000" y="2143125"/>
            <a:ext cx="619125" cy="619125"/>
          </a:xfrm>
          <a:prstGeom prst="rect">
            <a:avLst/>
          </a:prstGeom>
          <a:solidFill>
            <a:srgbClr val="EEF5F8"/>
          </a:solidFill>
          <a:ln w="9525">
            <a:solidFill>
              <a:srgbClr val="146995"/>
            </a:solidFill>
          </a:ln>
        </p:spPr>
      </p:sp>
      <p:sp>
        <p:nvSpPr>
          <p:cNvPr id="23" name="box-356">
            <a:extLst>
              <a:ext uri="{FF2B5EF4-FFF2-40B4-BE49-F238E27FC236}">
                <a16:creationId xmlns:a16="http://schemas.microsoft.com/office/drawing/2014/main" id="{C75181E3-BFE4-4B5E-986D-9E82696320F9}"/>
              </a:ext>
            </a:extLst>
          </p:cNvPr>
          <p:cNvSpPr>
            <a:spLocks noGrp="1"/>
          </p:cNvSpPr>
          <p:nvPr/>
        </p:nvSpPr>
        <p:spPr>
          <a:xfrm>
            <a:off x="7239000" y="226695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24" name="box-357">
            <a:extLst>
              <a:ext uri="{FF2B5EF4-FFF2-40B4-BE49-F238E27FC236}">
                <a16:creationId xmlns:a16="http://schemas.microsoft.com/office/drawing/2014/main" id="{A4E5765A-75C1-4F9F-903D-3C5DDF87C02C}"/>
              </a:ext>
            </a:extLst>
          </p:cNvPr>
          <p:cNvSpPr>
            <a:spLocks noGrp="1"/>
          </p:cNvSpPr>
          <p:nvPr/>
        </p:nvSpPr>
        <p:spPr>
          <a:xfrm>
            <a:off x="9105900" y="227647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총 8개</a:t>
            </a:r>
          </a:p>
        </p:txBody>
      </p:sp>
      <p:sp>
        <p:nvSpPr>
          <p:cNvPr id="25" name="box-358">
            <a:extLst>
              <a:ext uri="{FF2B5EF4-FFF2-40B4-BE49-F238E27FC236}">
                <a16:creationId xmlns:a16="http://schemas.microsoft.com/office/drawing/2014/main" id="{9C874B8A-850A-429F-A40D-B7CA807952D7}"/>
              </a:ext>
            </a:extLst>
          </p:cNvPr>
          <p:cNvSpPr>
            <a:spLocks noGrp="1"/>
          </p:cNvSpPr>
          <p:nvPr/>
        </p:nvSpPr>
        <p:spPr>
          <a:xfrm>
            <a:off x="609600" y="3390900"/>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4개짜리 2개</a:t>
            </a:r>
          </a:p>
        </p:txBody>
      </p:sp>
      <p:sp>
        <p:nvSpPr>
          <p:cNvPr id="26" name="box-359">
            <a:extLst>
              <a:ext uri="{FF2B5EF4-FFF2-40B4-BE49-F238E27FC236}">
                <a16:creationId xmlns:a16="http://schemas.microsoft.com/office/drawing/2014/main" id="{B7B9F50C-4CAC-4AEB-A0E5-2C8F7CFE74BF}"/>
              </a:ext>
            </a:extLst>
          </p:cNvPr>
          <p:cNvSpPr>
            <a:spLocks noGrp="1"/>
          </p:cNvSpPr>
          <p:nvPr/>
        </p:nvSpPr>
        <p:spPr>
          <a:xfrm>
            <a:off x="2333625" y="3257550"/>
            <a:ext cx="619125" cy="619125"/>
          </a:xfrm>
          <a:prstGeom prst="rect">
            <a:avLst/>
          </a:prstGeom>
          <a:solidFill>
            <a:srgbClr val="EEF5F8"/>
          </a:solidFill>
          <a:ln w="9525">
            <a:solidFill>
              <a:srgbClr val="146995"/>
            </a:solidFill>
          </a:ln>
        </p:spPr>
      </p:sp>
      <p:sp>
        <p:nvSpPr>
          <p:cNvPr id="27" name="box-360">
            <a:extLst>
              <a:ext uri="{FF2B5EF4-FFF2-40B4-BE49-F238E27FC236}">
                <a16:creationId xmlns:a16="http://schemas.microsoft.com/office/drawing/2014/main" id="{622AC231-710A-4EB8-82BE-1EB5361E3440}"/>
              </a:ext>
            </a:extLst>
          </p:cNvPr>
          <p:cNvSpPr>
            <a:spLocks noGrp="1"/>
          </p:cNvSpPr>
          <p:nvPr/>
        </p:nvSpPr>
        <p:spPr>
          <a:xfrm>
            <a:off x="2333625"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28" name="box-361">
            <a:extLst>
              <a:ext uri="{FF2B5EF4-FFF2-40B4-BE49-F238E27FC236}">
                <a16:creationId xmlns:a16="http://schemas.microsoft.com/office/drawing/2014/main" id="{F4E1436B-B746-41E0-A010-253BD7702B9C}"/>
              </a:ext>
            </a:extLst>
          </p:cNvPr>
          <p:cNvSpPr>
            <a:spLocks noGrp="1"/>
          </p:cNvSpPr>
          <p:nvPr/>
        </p:nvSpPr>
        <p:spPr>
          <a:xfrm>
            <a:off x="2952750" y="3257550"/>
            <a:ext cx="619125" cy="619125"/>
          </a:xfrm>
          <a:prstGeom prst="rect">
            <a:avLst/>
          </a:prstGeom>
          <a:solidFill>
            <a:srgbClr val="EEF5F8"/>
          </a:solidFill>
          <a:ln w="9525">
            <a:solidFill>
              <a:srgbClr val="146995"/>
            </a:solidFill>
          </a:ln>
        </p:spPr>
      </p:sp>
      <p:sp>
        <p:nvSpPr>
          <p:cNvPr id="29" name="box-362">
            <a:extLst>
              <a:ext uri="{FF2B5EF4-FFF2-40B4-BE49-F238E27FC236}">
                <a16:creationId xmlns:a16="http://schemas.microsoft.com/office/drawing/2014/main" id="{1D19ED89-1ABC-4910-88F7-B44D7F2BDF83}"/>
              </a:ext>
            </a:extLst>
          </p:cNvPr>
          <p:cNvSpPr>
            <a:spLocks noGrp="1"/>
          </p:cNvSpPr>
          <p:nvPr/>
        </p:nvSpPr>
        <p:spPr>
          <a:xfrm>
            <a:off x="2952750"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30" name="box-363">
            <a:extLst>
              <a:ext uri="{FF2B5EF4-FFF2-40B4-BE49-F238E27FC236}">
                <a16:creationId xmlns:a16="http://schemas.microsoft.com/office/drawing/2014/main" id="{39D4FE23-992D-4BB0-9531-B484082052B0}"/>
              </a:ext>
            </a:extLst>
          </p:cNvPr>
          <p:cNvSpPr>
            <a:spLocks noGrp="1"/>
          </p:cNvSpPr>
          <p:nvPr/>
        </p:nvSpPr>
        <p:spPr>
          <a:xfrm>
            <a:off x="3571875" y="3257550"/>
            <a:ext cx="619125" cy="619125"/>
          </a:xfrm>
          <a:prstGeom prst="rect">
            <a:avLst/>
          </a:prstGeom>
          <a:solidFill>
            <a:srgbClr val="EEF5F8"/>
          </a:solidFill>
          <a:ln w="9525">
            <a:solidFill>
              <a:srgbClr val="146995"/>
            </a:solidFill>
          </a:ln>
        </p:spPr>
      </p:sp>
      <p:sp>
        <p:nvSpPr>
          <p:cNvPr id="31" name="box-364">
            <a:extLst>
              <a:ext uri="{FF2B5EF4-FFF2-40B4-BE49-F238E27FC236}">
                <a16:creationId xmlns:a16="http://schemas.microsoft.com/office/drawing/2014/main" id="{30A39114-71DD-4D13-A113-CB81D6DE5265}"/>
              </a:ext>
            </a:extLst>
          </p:cNvPr>
          <p:cNvSpPr>
            <a:spLocks noGrp="1"/>
          </p:cNvSpPr>
          <p:nvPr/>
        </p:nvSpPr>
        <p:spPr>
          <a:xfrm>
            <a:off x="3571875"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32" name="box-365">
            <a:extLst>
              <a:ext uri="{FF2B5EF4-FFF2-40B4-BE49-F238E27FC236}">
                <a16:creationId xmlns:a16="http://schemas.microsoft.com/office/drawing/2014/main" id="{4BD38985-66F7-4DB4-8EF7-3B5F439D0597}"/>
              </a:ext>
            </a:extLst>
          </p:cNvPr>
          <p:cNvSpPr>
            <a:spLocks noGrp="1"/>
          </p:cNvSpPr>
          <p:nvPr/>
        </p:nvSpPr>
        <p:spPr>
          <a:xfrm>
            <a:off x="4191000" y="3257550"/>
            <a:ext cx="619125" cy="619125"/>
          </a:xfrm>
          <a:prstGeom prst="rect">
            <a:avLst/>
          </a:prstGeom>
          <a:solidFill>
            <a:srgbClr val="EEF5F8"/>
          </a:solidFill>
          <a:ln w="9525">
            <a:solidFill>
              <a:srgbClr val="146995"/>
            </a:solidFill>
          </a:ln>
        </p:spPr>
      </p:sp>
      <p:sp>
        <p:nvSpPr>
          <p:cNvPr id="33" name="box-366">
            <a:extLst>
              <a:ext uri="{FF2B5EF4-FFF2-40B4-BE49-F238E27FC236}">
                <a16:creationId xmlns:a16="http://schemas.microsoft.com/office/drawing/2014/main" id="{AFFCF4D7-E67C-429A-B087-A95E5EEED8AA}"/>
              </a:ext>
            </a:extLst>
          </p:cNvPr>
          <p:cNvSpPr>
            <a:spLocks noGrp="1"/>
          </p:cNvSpPr>
          <p:nvPr/>
        </p:nvSpPr>
        <p:spPr>
          <a:xfrm>
            <a:off x="4191000"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34" name="box-367">
            <a:extLst>
              <a:ext uri="{FF2B5EF4-FFF2-40B4-BE49-F238E27FC236}">
                <a16:creationId xmlns:a16="http://schemas.microsoft.com/office/drawing/2014/main" id="{D099490E-1F6A-4D87-936F-A155302920D8}"/>
              </a:ext>
            </a:extLst>
          </p:cNvPr>
          <p:cNvSpPr>
            <a:spLocks noGrp="1"/>
          </p:cNvSpPr>
          <p:nvPr/>
        </p:nvSpPr>
        <p:spPr>
          <a:xfrm>
            <a:off x="5000625" y="3257550"/>
            <a:ext cx="619125" cy="619125"/>
          </a:xfrm>
          <a:prstGeom prst="rect">
            <a:avLst/>
          </a:prstGeom>
          <a:solidFill>
            <a:srgbClr val="EEF5F8"/>
          </a:solidFill>
          <a:ln w="9525">
            <a:solidFill>
              <a:srgbClr val="146995"/>
            </a:solidFill>
          </a:ln>
        </p:spPr>
      </p:sp>
      <p:sp>
        <p:nvSpPr>
          <p:cNvPr id="35" name="box-368">
            <a:extLst>
              <a:ext uri="{FF2B5EF4-FFF2-40B4-BE49-F238E27FC236}">
                <a16:creationId xmlns:a16="http://schemas.microsoft.com/office/drawing/2014/main" id="{4D5AA310-30A4-4B8A-95A6-3C074009AD88}"/>
              </a:ext>
            </a:extLst>
          </p:cNvPr>
          <p:cNvSpPr>
            <a:spLocks noGrp="1"/>
          </p:cNvSpPr>
          <p:nvPr/>
        </p:nvSpPr>
        <p:spPr>
          <a:xfrm>
            <a:off x="5000625"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36" name="box-369">
            <a:extLst>
              <a:ext uri="{FF2B5EF4-FFF2-40B4-BE49-F238E27FC236}">
                <a16:creationId xmlns:a16="http://schemas.microsoft.com/office/drawing/2014/main" id="{27405FCA-BD54-47F3-807B-02DE2F326B19}"/>
              </a:ext>
            </a:extLst>
          </p:cNvPr>
          <p:cNvSpPr>
            <a:spLocks noGrp="1"/>
          </p:cNvSpPr>
          <p:nvPr/>
        </p:nvSpPr>
        <p:spPr>
          <a:xfrm>
            <a:off x="5619750" y="3257550"/>
            <a:ext cx="619125" cy="619125"/>
          </a:xfrm>
          <a:prstGeom prst="rect">
            <a:avLst/>
          </a:prstGeom>
          <a:solidFill>
            <a:srgbClr val="EEF5F8"/>
          </a:solidFill>
          <a:ln w="9525">
            <a:solidFill>
              <a:srgbClr val="146995"/>
            </a:solidFill>
          </a:ln>
        </p:spPr>
      </p:sp>
      <p:sp>
        <p:nvSpPr>
          <p:cNvPr id="37" name="box-370">
            <a:extLst>
              <a:ext uri="{FF2B5EF4-FFF2-40B4-BE49-F238E27FC236}">
                <a16:creationId xmlns:a16="http://schemas.microsoft.com/office/drawing/2014/main" id="{ACEE2338-8E47-4B30-B3FD-EA2BBB25E0E3}"/>
              </a:ext>
            </a:extLst>
          </p:cNvPr>
          <p:cNvSpPr>
            <a:spLocks noGrp="1"/>
          </p:cNvSpPr>
          <p:nvPr/>
        </p:nvSpPr>
        <p:spPr>
          <a:xfrm>
            <a:off x="5619750"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38" name="box-371">
            <a:extLst>
              <a:ext uri="{FF2B5EF4-FFF2-40B4-BE49-F238E27FC236}">
                <a16:creationId xmlns:a16="http://schemas.microsoft.com/office/drawing/2014/main" id="{715ABDD5-373F-4CF5-8AE8-9F20931FB9BF}"/>
              </a:ext>
            </a:extLst>
          </p:cNvPr>
          <p:cNvSpPr>
            <a:spLocks noGrp="1"/>
          </p:cNvSpPr>
          <p:nvPr/>
        </p:nvSpPr>
        <p:spPr>
          <a:xfrm>
            <a:off x="6238875" y="3257550"/>
            <a:ext cx="619125" cy="619125"/>
          </a:xfrm>
          <a:prstGeom prst="rect">
            <a:avLst/>
          </a:prstGeom>
          <a:solidFill>
            <a:srgbClr val="EEF5F8"/>
          </a:solidFill>
          <a:ln w="9525">
            <a:solidFill>
              <a:srgbClr val="146995"/>
            </a:solidFill>
          </a:ln>
        </p:spPr>
      </p:sp>
      <p:sp>
        <p:nvSpPr>
          <p:cNvPr id="39" name="box-372">
            <a:extLst>
              <a:ext uri="{FF2B5EF4-FFF2-40B4-BE49-F238E27FC236}">
                <a16:creationId xmlns:a16="http://schemas.microsoft.com/office/drawing/2014/main" id="{FBC0897F-1C81-4EBB-A350-A474EFBFE14E}"/>
              </a:ext>
            </a:extLst>
          </p:cNvPr>
          <p:cNvSpPr>
            <a:spLocks noGrp="1"/>
          </p:cNvSpPr>
          <p:nvPr/>
        </p:nvSpPr>
        <p:spPr>
          <a:xfrm>
            <a:off x="6238875"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40" name="box-373">
            <a:extLst>
              <a:ext uri="{FF2B5EF4-FFF2-40B4-BE49-F238E27FC236}">
                <a16:creationId xmlns:a16="http://schemas.microsoft.com/office/drawing/2014/main" id="{CA49DC74-2CC4-45F5-9302-C873AF4A0FAE}"/>
              </a:ext>
            </a:extLst>
          </p:cNvPr>
          <p:cNvSpPr>
            <a:spLocks noGrp="1"/>
          </p:cNvSpPr>
          <p:nvPr/>
        </p:nvSpPr>
        <p:spPr>
          <a:xfrm>
            <a:off x="6858000" y="3257550"/>
            <a:ext cx="619125" cy="619125"/>
          </a:xfrm>
          <a:prstGeom prst="rect">
            <a:avLst/>
          </a:prstGeom>
          <a:solidFill>
            <a:srgbClr val="EEF5F8"/>
          </a:solidFill>
          <a:ln w="9525">
            <a:solidFill>
              <a:srgbClr val="146995"/>
            </a:solidFill>
          </a:ln>
        </p:spPr>
      </p:sp>
      <p:sp>
        <p:nvSpPr>
          <p:cNvPr id="41" name="box-374">
            <a:extLst>
              <a:ext uri="{FF2B5EF4-FFF2-40B4-BE49-F238E27FC236}">
                <a16:creationId xmlns:a16="http://schemas.microsoft.com/office/drawing/2014/main" id="{00340728-7545-4686-A4F4-C60A3507D04C}"/>
              </a:ext>
            </a:extLst>
          </p:cNvPr>
          <p:cNvSpPr>
            <a:spLocks noGrp="1"/>
          </p:cNvSpPr>
          <p:nvPr/>
        </p:nvSpPr>
        <p:spPr>
          <a:xfrm>
            <a:off x="6858000" y="3381375"/>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42" name="box-375">
            <a:extLst>
              <a:ext uri="{FF2B5EF4-FFF2-40B4-BE49-F238E27FC236}">
                <a16:creationId xmlns:a16="http://schemas.microsoft.com/office/drawing/2014/main" id="{7A4C190E-A8FB-4A78-A6ED-CDDE380AA1D8}"/>
              </a:ext>
            </a:extLst>
          </p:cNvPr>
          <p:cNvSpPr>
            <a:spLocks noGrp="1"/>
          </p:cNvSpPr>
          <p:nvPr/>
        </p:nvSpPr>
        <p:spPr>
          <a:xfrm>
            <a:off x="9105900" y="3390900"/>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총 8개</a:t>
            </a:r>
          </a:p>
        </p:txBody>
      </p:sp>
      <p:sp>
        <p:nvSpPr>
          <p:cNvPr id="43" name="box-376">
            <a:extLst>
              <a:ext uri="{FF2B5EF4-FFF2-40B4-BE49-F238E27FC236}">
                <a16:creationId xmlns:a16="http://schemas.microsoft.com/office/drawing/2014/main" id="{732690BE-E984-46BE-AAE6-70620D48060D}"/>
              </a:ext>
            </a:extLst>
          </p:cNvPr>
          <p:cNvSpPr>
            <a:spLocks noGrp="1"/>
          </p:cNvSpPr>
          <p:nvPr/>
        </p:nvSpPr>
        <p:spPr>
          <a:xfrm>
            <a:off x="609600" y="4505325"/>
            <a:ext cx="1657350" cy="45720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8개짜리 1개</a:t>
            </a:r>
          </a:p>
        </p:txBody>
      </p:sp>
      <p:sp>
        <p:nvSpPr>
          <p:cNvPr id="44" name="box-377">
            <a:extLst>
              <a:ext uri="{FF2B5EF4-FFF2-40B4-BE49-F238E27FC236}">
                <a16:creationId xmlns:a16="http://schemas.microsoft.com/office/drawing/2014/main" id="{604331E9-C950-4868-B572-8EDF3740A63B}"/>
              </a:ext>
            </a:extLst>
          </p:cNvPr>
          <p:cNvSpPr>
            <a:spLocks noGrp="1"/>
          </p:cNvSpPr>
          <p:nvPr/>
        </p:nvSpPr>
        <p:spPr>
          <a:xfrm>
            <a:off x="2333625" y="4371975"/>
            <a:ext cx="619125" cy="619125"/>
          </a:xfrm>
          <a:prstGeom prst="rect">
            <a:avLst/>
          </a:prstGeom>
          <a:solidFill>
            <a:srgbClr val="EEF5F8"/>
          </a:solidFill>
          <a:ln w="9525">
            <a:solidFill>
              <a:srgbClr val="146995"/>
            </a:solidFill>
          </a:ln>
        </p:spPr>
      </p:sp>
      <p:sp>
        <p:nvSpPr>
          <p:cNvPr id="45" name="box-378">
            <a:extLst>
              <a:ext uri="{FF2B5EF4-FFF2-40B4-BE49-F238E27FC236}">
                <a16:creationId xmlns:a16="http://schemas.microsoft.com/office/drawing/2014/main" id="{BC5AD390-C293-4967-A92B-71D87F7DDA78}"/>
              </a:ext>
            </a:extLst>
          </p:cNvPr>
          <p:cNvSpPr>
            <a:spLocks noGrp="1"/>
          </p:cNvSpPr>
          <p:nvPr/>
        </p:nvSpPr>
        <p:spPr>
          <a:xfrm>
            <a:off x="2333625"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1</a:t>
            </a:r>
          </a:p>
        </p:txBody>
      </p:sp>
      <p:sp>
        <p:nvSpPr>
          <p:cNvPr id="46" name="box-379">
            <a:extLst>
              <a:ext uri="{FF2B5EF4-FFF2-40B4-BE49-F238E27FC236}">
                <a16:creationId xmlns:a16="http://schemas.microsoft.com/office/drawing/2014/main" id="{564E6BAE-626B-43DC-B6BD-493013432582}"/>
              </a:ext>
            </a:extLst>
          </p:cNvPr>
          <p:cNvSpPr>
            <a:spLocks noGrp="1"/>
          </p:cNvSpPr>
          <p:nvPr/>
        </p:nvSpPr>
        <p:spPr>
          <a:xfrm>
            <a:off x="2952750" y="4371975"/>
            <a:ext cx="619125" cy="619125"/>
          </a:xfrm>
          <a:prstGeom prst="rect">
            <a:avLst/>
          </a:prstGeom>
          <a:solidFill>
            <a:srgbClr val="EEF5F8"/>
          </a:solidFill>
          <a:ln w="9525">
            <a:solidFill>
              <a:srgbClr val="146995"/>
            </a:solidFill>
          </a:ln>
        </p:spPr>
      </p:sp>
      <p:sp>
        <p:nvSpPr>
          <p:cNvPr id="47" name="box-380">
            <a:extLst>
              <a:ext uri="{FF2B5EF4-FFF2-40B4-BE49-F238E27FC236}">
                <a16:creationId xmlns:a16="http://schemas.microsoft.com/office/drawing/2014/main" id="{AB0C1C73-D12E-4895-B55E-6624C0FC6EEA}"/>
              </a:ext>
            </a:extLst>
          </p:cNvPr>
          <p:cNvSpPr>
            <a:spLocks noGrp="1"/>
          </p:cNvSpPr>
          <p:nvPr/>
        </p:nvSpPr>
        <p:spPr>
          <a:xfrm>
            <a:off x="2952750"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2</a:t>
            </a:r>
          </a:p>
        </p:txBody>
      </p:sp>
      <p:sp>
        <p:nvSpPr>
          <p:cNvPr id="48" name="box-381">
            <a:extLst>
              <a:ext uri="{FF2B5EF4-FFF2-40B4-BE49-F238E27FC236}">
                <a16:creationId xmlns:a16="http://schemas.microsoft.com/office/drawing/2014/main" id="{AE8389F3-B0E6-4026-9F02-A0D8CB7E562E}"/>
              </a:ext>
            </a:extLst>
          </p:cNvPr>
          <p:cNvSpPr>
            <a:spLocks noGrp="1"/>
          </p:cNvSpPr>
          <p:nvPr/>
        </p:nvSpPr>
        <p:spPr>
          <a:xfrm>
            <a:off x="3571875" y="4371975"/>
            <a:ext cx="619125" cy="619125"/>
          </a:xfrm>
          <a:prstGeom prst="rect">
            <a:avLst/>
          </a:prstGeom>
          <a:solidFill>
            <a:srgbClr val="EEF5F8"/>
          </a:solidFill>
          <a:ln w="9525">
            <a:solidFill>
              <a:srgbClr val="146995"/>
            </a:solidFill>
          </a:ln>
        </p:spPr>
      </p:sp>
      <p:sp>
        <p:nvSpPr>
          <p:cNvPr id="49" name="box-382">
            <a:extLst>
              <a:ext uri="{FF2B5EF4-FFF2-40B4-BE49-F238E27FC236}">
                <a16:creationId xmlns:a16="http://schemas.microsoft.com/office/drawing/2014/main" id="{A6A068F6-7C8C-4BA2-88E7-C55D6CE34DEF}"/>
              </a:ext>
            </a:extLst>
          </p:cNvPr>
          <p:cNvSpPr>
            <a:spLocks noGrp="1"/>
          </p:cNvSpPr>
          <p:nvPr/>
        </p:nvSpPr>
        <p:spPr>
          <a:xfrm>
            <a:off x="3571875"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3</a:t>
            </a:r>
          </a:p>
        </p:txBody>
      </p:sp>
      <p:sp>
        <p:nvSpPr>
          <p:cNvPr id="50" name="box-383">
            <a:extLst>
              <a:ext uri="{FF2B5EF4-FFF2-40B4-BE49-F238E27FC236}">
                <a16:creationId xmlns:a16="http://schemas.microsoft.com/office/drawing/2014/main" id="{67AE9B0F-68B2-47F5-A4BE-6CF3DA773EF7}"/>
              </a:ext>
            </a:extLst>
          </p:cNvPr>
          <p:cNvSpPr>
            <a:spLocks noGrp="1"/>
          </p:cNvSpPr>
          <p:nvPr/>
        </p:nvSpPr>
        <p:spPr>
          <a:xfrm>
            <a:off x="4191000" y="4371975"/>
            <a:ext cx="619125" cy="619125"/>
          </a:xfrm>
          <a:prstGeom prst="rect">
            <a:avLst/>
          </a:prstGeom>
          <a:solidFill>
            <a:srgbClr val="EEF5F8"/>
          </a:solidFill>
          <a:ln w="9525">
            <a:solidFill>
              <a:srgbClr val="146995"/>
            </a:solidFill>
          </a:ln>
        </p:spPr>
      </p:sp>
      <p:sp>
        <p:nvSpPr>
          <p:cNvPr id="51" name="box-384">
            <a:extLst>
              <a:ext uri="{FF2B5EF4-FFF2-40B4-BE49-F238E27FC236}">
                <a16:creationId xmlns:a16="http://schemas.microsoft.com/office/drawing/2014/main" id="{152A0B20-3F05-4901-99EB-7BD5F130CFAF}"/>
              </a:ext>
            </a:extLst>
          </p:cNvPr>
          <p:cNvSpPr>
            <a:spLocks noGrp="1"/>
          </p:cNvSpPr>
          <p:nvPr/>
        </p:nvSpPr>
        <p:spPr>
          <a:xfrm>
            <a:off x="4191000"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4</a:t>
            </a:r>
          </a:p>
        </p:txBody>
      </p:sp>
      <p:sp>
        <p:nvSpPr>
          <p:cNvPr id="52" name="box-385">
            <a:extLst>
              <a:ext uri="{FF2B5EF4-FFF2-40B4-BE49-F238E27FC236}">
                <a16:creationId xmlns:a16="http://schemas.microsoft.com/office/drawing/2014/main" id="{9E43038E-D71C-4091-8DCF-383F0FF4AF93}"/>
              </a:ext>
            </a:extLst>
          </p:cNvPr>
          <p:cNvSpPr>
            <a:spLocks noGrp="1"/>
          </p:cNvSpPr>
          <p:nvPr/>
        </p:nvSpPr>
        <p:spPr>
          <a:xfrm>
            <a:off x="4810125" y="4371975"/>
            <a:ext cx="619125" cy="619125"/>
          </a:xfrm>
          <a:prstGeom prst="rect">
            <a:avLst/>
          </a:prstGeom>
          <a:solidFill>
            <a:srgbClr val="EEF5F8"/>
          </a:solidFill>
          <a:ln w="9525">
            <a:solidFill>
              <a:srgbClr val="146995"/>
            </a:solidFill>
          </a:ln>
        </p:spPr>
      </p:sp>
      <p:sp>
        <p:nvSpPr>
          <p:cNvPr id="53" name="box-386">
            <a:extLst>
              <a:ext uri="{FF2B5EF4-FFF2-40B4-BE49-F238E27FC236}">
                <a16:creationId xmlns:a16="http://schemas.microsoft.com/office/drawing/2014/main" id="{1FD079D0-C3A5-4722-9E7E-8E3750882E2E}"/>
              </a:ext>
            </a:extLst>
          </p:cNvPr>
          <p:cNvSpPr>
            <a:spLocks noGrp="1"/>
          </p:cNvSpPr>
          <p:nvPr/>
        </p:nvSpPr>
        <p:spPr>
          <a:xfrm>
            <a:off x="4810125"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5</a:t>
            </a:r>
          </a:p>
        </p:txBody>
      </p:sp>
      <p:sp>
        <p:nvSpPr>
          <p:cNvPr id="54" name="box-387">
            <a:extLst>
              <a:ext uri="{FF2B5EF4-FFF2-40B4-BE49-F238E27FC236}">
                <a16:creationId xmlns:a16="http://schemas.microsoft.com/office/drawing/2014/main" id="{86F3E113-D059-4CEC-BEAE-AE5ED453BD8E}"/>
              </a:ext>
            </a:extLst>
          </p:cNvPr>
          <p:cNvSpPr>
            <a:spLocks noGrp="1"/>
          </p:cNvSpPr>
          <p:nvPr/>
        </p:nvSpPr>
        <p:spPr>
          <a:xfrm>
            <a:off x="5429250" y="4371975"/>
            <a:ext cx="619125" cy="619125"/>
          </a:xfrm>
          <a:prstGeom prst="rect">
            <a:avLst/>
          </a:prstGeom>
          <a:solidFill>
            <a:srgbClr val="EEF5F8"/>
          </a:solidFill>
          <a:ln w="9525">
            <a:solidFill>
              <a:srgbClr val="146995"/>
            </a:solidFill>
          </a:ln>
        </p:spPr>
      </p:sp>
      <p:sp>
        <p:nvSpPr>
          <p:cNvPr id="55" name="box-388">
            <a:extLst>
              <a:ext uri="{FF2B5EF4-FFF2-40B4-BE49-F238E27FC236}">
                <a16:creationId xmlns:a16="http://schemas.microsoft.com/office/drawing/2014/main" id="{A03F4460-9D20-4093-91E3-DD74B11FE6F2}"/>
              </a:ext>
            </a:extLst>
          </p:cNvPr>
          <p:cNvSpPr>
            <a:spLocks noGrp="1"/>
          </p:cNvSpPr>
          <p:nvPr/>
        </p:nvSpPr>
        <p:spPr>
          <a:xfrm>
            <a:off x="5429250"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6</a:t>
            </a:r>
          </a:p>
        </p:txBody>
      </p:sp>
      <p:sp>
        <p:nvSpPr>
          <p:cNvPr id="56" name="box-389">
            <a:extLst>
              <a:ext uri="{FF2B5EF4-FFF2-40B4-BE49-F238E27FC236}">
                <a16:creationId xmlns:a16="http://schemas.microsoft.com/office/drawing/2014/main" id="{D210B181-C350-41CC-8DB5-4E6F8DAE8167}"/>
              </a:ext>
            </a:extLst>
          </p:cNvPr>
          <p:cNvSpPr>
            <a:spLocks noGrp="1"/>
          </p:cNvSpPr>
          <p:nvPr/>
        </p:nvSpPr>
        <p:spPr>
          <a:xfrm>
            <a:off x="6048375" y="4371975"/>
            <a:ext cx="619125" cy="619125"/>
          </a:xfrm>
          <a:prstGeom prst="rect">
            <a:avLst/>
          </a:prstGeom>
          <a:solidFill>
            <a:srgbClr val="EEF5F8"/>
          </a:solidFill>
          <a:ln w="9525">
            <a:solidFill>
              <a:srgbClr val="146995"/>
            </a:solidFill>
          </a:ln>
        </p:spPr>
      </p:sp>
      <p:sp>
        <p:nvSpPr>
          <p:cNvPr id="57" name="box-390">
            <a:extLst>
              <a:ext uri="{FF2B5EF4-FFF2-40B4-BE49-F238E27FC236}">
                <a16:creationId xmlns:a16="http://schemas.microsoft.com/office/drawing/2014/main" id="{37C60914-4B49-4D41-8FD8-01BEDC9C532B}"/>
              </a:ext>
            </a:extLst>
          </p:cNvPr>
          <p:cNvSpPr>
            <a:spLocks noGrp="1"/>
          </p:cNvSpPr>
          <p:nvPr/>
        </p:nvSpPr>
        <p:spPr>
          <a:xfrm>
            <a:off x="6048375"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7</a:t>
            </a:r>
          </a:p>
        </p:txBody>
      </p:sp>
      <p:sp>
        <p:nvSpPr>
          <p:cNvPr id="58" name="box-391">
            <a:extLst>
              <a:ext uri="{FF2B5EF4-FFF2-40B4-BE49-F238E27FC236}">
                <a16:creationId xmlns:a16="http://schemas.microsoft.com/office/drawing/2014/main" id="{957D27D0-941A-458C-9A82-551224436862}"/>
              </a:ext>
            </a:extLst>
          </p:cNvPr>
          <p:cNvSpPr>
            <a:spLocks noGrp="1"/>
          </p:cNvSpPr>
          <p:nvPr/>
        </p:nvSpPr>
        <p:spPr>
          <a:xfrm>
            <a:off x="6667500" y="4371975"/>
            <a:ext cx="619125" cy="619125"/>
          </a:xfrm>
          <a:prstGeom prst="rect">
            <a:avLst/>
          </a:prstGeom>
          <a:solidFill>
            <a:srgbClr val="EEF5F8"/>
          </a:solidFill>
          <a:ln w="9525">
            <a:solidFill>
              <a:srgbClr val="146995"/>
            </a:solidFill>
          </a:ln>
        </p:spPr>
      </p:sp>
      <p:sp>
        <p:nvSpPr>
          <p:cNvPr id="59" name="box-392">
            <a:extLst>
              <a:ext uri="{FF2B5EF4-FFF2-40B4-BE49-F238E27FC236}">
                <a16:creationId xmlns:a16="http://schemas.microsoft.com/office/drawing/2014/main" id="{3A077447-CEFF-49EA-A3E6-638B2BB23CA2}"/>
              </a:ext>
            </a:extLst>
          </p:cNvPr>
          <p:cNvSpPr>
            <a:spLocks noGrp="1"/>
          </p:cNvSpPr>
          <p:nvPr/>
        </p:nvSpPr>
        <p:spPr>
          <a:xfrm>
            <a:off x="6667500" y="4495800"/>
            <a:ext cx="619125" cy="409575"/>
          </a:xfrm>
          <a:prstGeom prst="rect">
            <a:avLst/>
          </a:prstGeom>
          <a:noFill/>
          <a:ln w="0">
            <a:noFill/>
          </a:ln>
        </p:spPr>
        <p:txBody>
          <a:bodyPr wrap="none" lIns="0" tIns="0" rIns="0" bIns="0" anchor="t">
            <a:noAutofit/>
          </a:bodyPr>
          <a:lstStyle>
            <a:defPPr algn="ctr">
              <a:defRPr sz="2100" b="0">
                <a:solidFill>
                  <a:srgbClr val="146995"/>
                </a:solidFill>
                <a:latin typeface="Consolas"/>
                <a:ea typeface="Consolas"/>
                <a:cs typeface="Consolas"/>
              </a:defRPr>
            </a:defPPr>
          </a:lstStyle>
          <a:p>
            <a:pPr algn="ctr">
              <a:lnSpc>
                <a:spcPct val="112000"/>
              </a:lnSpc>
              <a:buNone/>
              <a:defRPr sz="2100" b="0">
                <a:solidFill>
                  <a:srgbClr val="146995"/>
                </a:solidFill>
                <a:latin typeface="Consolas"/>
                <a:ea typeface="Consolas"/>
                <a:cs typeface="Consolas"/>
              </a:defRPr>
            </a:pPr>
            <a:r>
              <a:rPr sz="2100" b="0">
                <a:solidFill>
                  <a:srgbClr val="146995"/>
                </a:solidFill>
                <a:latin typeface="Consolas"/>
                <a:ea typeface="Consolas"/>
                <a:cs typeface="Consolas"/>
              </a:rPr>
              <a:t>8</a:t>
            </a:r>
          </a:p>
        </p:txBody>
      </p:sp>
      <p:sp>
        <p:nvSpPr>
          <p:cNvPr id="60" name="box-393">
            <a:extLst>
              <a:ext uri="{FF2B5EF4-FFF2-40B4-BE49-F238E27FC236}">
                <a16:creationId xmlns:a16="http://schemas.microsoft.com/office/drawing/2014/main" id="{D215E2CE-1767-458B-8B60-757C212ABF85}"/>
              </a:ext>
            </a:extLst>
          </p:cNvPr>
          <p:cNvSpPr>
            <a:spLocks noGrp="1"/>
          </p:cNvSpPr>
          <p:nvPr/>
        </p:nvSpPr>
        <p:spPr>
          <a:xfrm>
            <a:off x="9105900" y="4505325"/>
            <a:ext cx="2476500" cy="457200"/>
          </a:xfrm>
          <a:prstGeom prst="rect">
            <a:avLst/>
          </a:prstGeom>
          <a:noFill/>
          <a:ln w="0">
            <a:noFill/>
          </a:ln>
        </p:spPr>
        <p:txBody>
          <a:bodyPr wrap="none" lIns="0" tIns="0" rIns="0" bIns="0" anchor="t">
            <a:noAutofit/>
          </a:bodyPr>
          <a:lstStyle>
            <a:defPPr algn="l">
              <a:defRPr sz="2100" b="1">
                <a:solidFill>
                  <a:srgbClr val="146995"/>
                </a:solidFill>
                <a:latin typeface="Malgun Gothic"/>
                <a:ea typeface="Malgun Gothic"/>
                <a:cs typeface="Malgun Gothic"/>
              </a:defRPr>
            </a:defPPr>
          </a:lstStyle>
          <a:p>
            <a:pPr algn="l">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총 8개</a:t>
            </a:r>
          </a:p>
        </p:txBody>
      </p:sp>
      <p:sp>
        <p:nvSpPr>
          <p:cNvPr id="61" name="box-394">
            <a:extLst>
              <a:ext uri="{FF2B5EF4-FFF2-40B4-BE49-F238E27FC236}">
                <a16:creationId xmlns:a16="http://schemas.microsoft.com/office/drawing/2014/main" id="{22045DE8-7007-4DA7-8465-E4B8DBF890A2}"/>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모든 갈래를 풉니다. 한 층은 O(n), 병합 층 수는 O(log n), 전체는 O(n log n)입니다.</a:t>
            </a:r>
          </a:p>
        </p:txBody>
      </p:sp>
    </p:spTree>
    <p:extLst>
      <p:ext uri="{BB962C8B-B14F-4D97-AF65-F5344CB8AC3E}">
        <p14:creationId xmlns:p14="http://schemas.microsoft.com/office/powerpoint/2010/main" val="3093103755"/>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box-395">
            <a:extLst>
              <a:ext uri="{FF2B5EF4-FFF2-40B4-BE49-F238E27FC236}">
                <a16:creationId xmlns:a16="http://schemas.microsoft.com/office/drawing/2014/main" id="{BF680AEA-EB7B-4995-B837-59A13FEE903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396">
            <a:extLst>
              <a:ext uri="{FF2B5EF4-FFF2-40B4-BE49-F238E27FC236}">
                <a16:creationId xmlns:a16="http://schemas.microsoft.com/office/drawing/2014/main" id="{80019138-0E6B-4D51-8560-E9268C1ADA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397">
            <a:extLst>
              <a:ext uri="{FF2B5EF4-FFF2-40B4-BE49-F238E27FC236}">
                <a16:creationId xmlns:a16="http://schemas.microsoft.com/office/drawing/2014/main" id="{90DF935E-B9B8-4079-9C29-19386AD49D9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마스터 정리의 a, b, f(n)은 코드에서 찾습니다</a:t>
            </a:r>
          </a:p>
        </p:txBody>
      </p:sp>
      <p:sp>
        <p:nvSpPr>
          <p:cNvPr id="4" name="box-398">
            <a:extLst>
              <a:ext uri="{FF2B5EF4-FFF2-40B4-BE49-F238E27FC236}">
                <a16:creationId xmlns:a16="http://schemas.microsoft.com/office/drawing/2014/main" id="{50C587AE-8BD4-4B9F-8484-92A262E6F703}"/>
              </a:ext>
            </a:extLst>
          </p:cNvPr>
          <p:cNvSpPr>
            <a:spLocks noGrp="1"/>
          </p:cNvSpPr>
          <p:nvPr/>
        </p:nvSpPr>
        <p:spPr>
          <a:xfrm>
            <a:off x="609600" y="1381125"/>
            <a:ext cx="10972800" cy="9525"/>
          </a:xfrm>
          <a:prstGeom prst="rect">
            <a:avLst/>
          </a:prstGeom>
          <a:solidFill>
            <a:srgbClr val="151515"/>
          </a:solidFill>
          <a:ln w="0">
            <a:noFill/>
          </a:ln>
        </p:spPr>
      </p:sp>
      <p:sp>
        <p:nvSpPr>
          <p:cNvPr id="5" name="box-399">
            <a:extLst>
              <a:ext uri="{FF2B5EF4-FFF2-40B4-BE49-F238E27FC236}">
                <a16:creationId xmlns:a16="http://schemas.microsoft.com/office/drawing/2014/main" id="{336B16BF-C59F-4D41-AE64-45758543BCA1}"/>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93CE961-C941-4696-A534-FF851E01C4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214</a:t>
            </a:r>
            <a:endParaRPr sz="1050" b="0">
              <a:solidFill>
                <a:srgbClr val="151515"/>
              </a:solidFill>
              <a:latin typeface="Consolas"/>
              <a:ea typeface="Consolas"/>
              <a:cs typeface="Consolas"/>
            </a:endParaRPr>
          </a:p>
        </p:txBody>
      </p:sp>
      <p:sp>
        <p:nvSpPr>
          <p:cNvPr id="7" name="box-401">
            <a:extLst>
              <a:ext uri="{FF2B5EF4-FFF2-40B4-BE49-F238E27FC236}">
                <a16:creationId xmlns:a16="http://schemas.microsoft.com/office/drawing/2014/main" id="{776BB37F-471F-4371-9F1C-48E82D316BE4}"/>
              </a:ext>
            </a:extLst>
          </p:cNvPr>
          <p:cNvSpPr>
            <a:spLocks noGrp="1"/>
          </p:cNvSpPr>
          <p:nvPr/>
        </p:nvSpPr>
        <p:spPr>
          <a:xfrm>
            <a:off x="609600" y="1924050"/>
            <a:ext cx="10972800" cy="571500"/>
          </a:xfrm>
          <a:prstGeom prst="rect">
            <a:avLst/>
          </a:prstGeom>
          <a:noFill/>
          <a:ln w="0">
            <a:noFill/>
          </a:ln>
        </p:spPr>
        <p:txBody>
          <a:bodyPr wrap="none" lIns="0" tIns="0" rIns="0" bIns="0" anchor="t">
            <a:noAutofit/>
          </a:bodyPr>
          <a:lstStyle>
            <a:defPPr algn="l">
              <a:defRPr sz="3075" b="1">
                <a:solidFill>
                  <a:srgbClr val="146995"/>
                </a:solidFill>
                <a:latin typeface="Consolas"/>
                <a:ea typeface="Consolas"/>
                <a:cs typeface="Consolas"/>
              </a:defRPr>
            </a:defPPr>
          </a:lstStyle>
          <a:p>
            <a:pPr algn="l">
              <a:lnSpc>
                <a:spcPct val="112000"/>
              </a:lnSpc>
              <a:buNone/>
              <a:defRPr sz="3075" b="1">
                <a:solidFill>
                  <a:srgbClr val="146995"/>
                </a:solidFill>
                <a:latin typeface="Consolas"/>
                <a:ea typeface="Consolas"/>
                <a:cs typeface="Consolas"/>
              </a:defRPr>
            </a:pPr>
            <a:r>
              <a:rPr sz="3075" b="1">
                <a:solidFill>
                  <a:srgbClr val="146995"/>
                </a:solidFill>
                <a:latin typeface="Consolas"/>
                <a:ea typeface="Consolas"/>
                <a:cs typeface="Consolas"/>
              </a:rPr>
              <a:t>T(n) = a × T(n/b) + f(n)</a:t>
            </a:r>
          </a:p>
        </p:txBody>
      </p:sp>
      <p:graphicFrame>
        <p:nvGraphicFramePr>
          <p:cNvPr id="8" name="표 7">
            <a:extLst>
              <a:ext uri="{FF2B5EF4-FFF2-40B4-BE49-F238E27FC236}">
                <a16:creationId xmlns:a16="http://schemas.microsoft.com/office/drawing/2014/main" id="{B4F063E5-D080-4F9F-A2E8-471AC33112F6}"/>
              </a:ext>
            </a:extLst>
          </p:cNvPr>
          <p:cNvGraphicFramePr/>
          <p:nvPr/>
        </p:nvGraphicFramePr>
        <p:xfrm>
          <a:off x="609600" y="3000375"/>
          <a:ext cx="10972800" cy="2447925"/>
        </p:xfrm>
        <a:graphic>
          <a:graphicData uri="http://schemas.openxmlformats.org/drawingml/2006/table">
            <a:tbl>
              <a:tblPr/>
              <a:tblGrid>
                <a:gridCol w="2762250">
                  <a:extLst>
                    <a:ext uri="{9D8B030D-6E8A-4147-A177-3AD203B41FA5}">
                      <a16:colId xmlns:a16="http://schemas.microsoft.com/office/drawing/2014/main" val="20000"/>
                    </a:ext>
                  </a:extLst>
                </a:gridCol>
                <a:gridCol w="8210550">
                  <a:extLst>
                    <a:ext uri="{9D8B030D-6E8A-4147-A177-3AD203B41FA5}">
                      <a16:colId xmlns:a16="http://schemas.microsoft.com/office/drawing/2014/main" val="20001"/>
                    </a:ext>
                  </a:extLst>
                </a:gridCol>
              </a:tblGrid>
              <a:tr h="611981">
                <a:tc>
                  <a:txBody>
                    <a:bodyPr/>
                    <a:lstStyle/>
                    <a:p>
                      <a:pPr algn="ctr"/>
                      <a:r>
                        <a:rPr sz="1950" b="1">
                          <a:solidFill>
                            <a:srgbClr val="FFFFFF"/>
                          </a:solidFill>
                          <a:latin typeface="Malgun Gothic"/>
                          <a:ea typeface="Malgun Gothic"/>
                          <a:cs typeface="Malgun Gothic"/>
                        </a:rPr>
                        <a:t>기호</a:t>
                      </a:r>
                    </a:p>
                  </a:txBody>
                  <a:tcPr anchor="ctr">
                    <a:solidFill>
                      <a:srgbClr val="151515"/>
                    </a:solidFill>
                  </a:tcPr>
                </a:tc>
                <a:tc>
                  <a:txBody>
                    <a:bodyPr/>
                    <a:lstStyle/>
                    <a:p>
                      <a:pPr algn="ctr"/>
                      <a:r>
                        <a:rPr sz="1950" b="1">
                          <a:solidFill>
                            <a:srgbClr val="FFFFFF"/>
                          </a:solidFill>
                          <a:latin typeface="Malgun Gothic"/>
                          <a:ea typeface="Malgun Gothic"/>
                          <a:cs typeface="Malgun Gothic"/>
                        </a:rPr>
                        <a:t>병합 정렬 코드에서의 뜻</a:t>
                      </a:r>
                    </a:p>
                  </a:txBody>
                  <a:tcPr anchor="ctr">
                    <a:solidFill>
                      <a:srgbClr val="151515"/>
                    </a:solidFill>
                  </a:tcPr>
                </a:tc>
                <a:extLst>
                  <a:ext uri="{0D108BD9-81ED-4DB2-BD59-A6C34878D82A}">
                    <a16:rowId xmlns:a16="http://schemas.microsoft.com/office/drawing/2014/main" val="10000"/>
                  </a:ext>
                </a:extLst>
              </a:tr>
              <a:tr h="611981">
                <a:tc>
                  <a:txBody>
                    <a:bodyPr/>
                    <a:lstStyle/>
                    <a:p>
                      <a:pPr algn="ctr"/>
                      <a:r>
                        <a:rPr sz="1950" b="0">
                          <a:solidFill>
                            <a:srgbClr val="151515"/>
                          </a:solidFill>
                          <a:latin typeface="Malgun Gothic"/>
                          <a:ea typeface="Malgun Gothic"/>
                          <a:cs typeface="Malgun Gothic"/>
                        </a:rPr>
                        <a:t>a = 2</a:t>
                      </a:r>
                    </a:p>
                  </a:txBody>
                  <a:tcPr anchor="ctr">
                    <a:solidFill>
                      <a:srgbClr val="FFFFFF"/>
                    </a:solidFill>
                  </a:tcPr>
                </a:tc>
                <a:tc>
                  <a:txBody>
                    <a:bodyPr/>
                    <a:lstStyle/>
                    <a:p>
                      <a:pPr algn="ctr"/>
                      <a:r>
                        <a:rPr sz="1950" b="0">
                          <a:solidFill>
                            <a:srgbClr val="151515"/>
                          </a:solidFill>
                          <a:latin typeface="Malgun Gothic"/>
                          <a:ea typeface="Malgun Gothic"/>
                          <a:cs typeface="Malgun Gothic"/>
                        </a:rPr>
                        <a:t>왼쪽과 오른쪽, 작은 문제 두 개</a:t>
                      </a:r>
                    </a:p>
                  </a:txBody>
                  <a:tcPr anchor="ctr">
                    <a:solidFill>
                      <a:srgbClr val="FFFFFF"/>
                    </a:solidFill>
                  </a:tcPr>
                </a:tc>
                <a:extLst>
                  <a:ext uri="{0D108BD9-81ED-4DB2-BD59-A6C34878D82A}">
                    <a16:rowId xmlns:a16="http://schemas.microsoft.com/office/drawing/2014/main" val="10001"/>
                  </a:ext>
                </a:extLst>
              </a:tr>
              <a:tr h="611981">
                <a:tc>
                  <a:txBody>
                    <a:bodyPr/>
                    <a:lstStyle/>
                    <a:p>
                      <a:pPr algn="ctr"/>
                      <a:r>
                        <a:rPr sz="1950" b="0">
                          <a:solidFill>
                            <a:srgbClr val="151515"/>
                          </a:solidFill>
                          <a:latin typeface="Malgun Gothic"/>
                          <a:ea typeface="Malgun Gothic"/>
                          <a:cs typeface="Malgun Gothic"/>
                        </a:rPr>
                        <a:t>b = 2</a:t>
                      </a:r>
                    </a:p>
                  </a:txBody>
                  <a:tcPr anchor="ctr">
                    <a:solidFill>
                      <a:srgbClr val="F1F4F6"/>
                    </a:solidFill>
                  </a:tcPr>
                </a:tc>
                <a:tc>
                  <a:txBody>
                    <a:bodyPr/>
                    <a:lstStyle/>
                    <a:p>
                      <a:pPr algn="ctr"/>
                      <a:r>
                        <a:rPr sz="1950" b="0">
                          <a:solidFill>
                            <a:srgbClr val="151515"/>
                          </a:solidFill>
                          <a:latin typeface="Malgun Gothic"/>
                          <a:ea typeface="Malgun Gothic"/>
                          <a:cs typeface="Malgun Gothic"/>
                        </a:rPr>
                        <a:t>각 작은 문제의 길이는 원래 길이의 절반</a:t>
                      </a:r>
                    </a:p>
                  </a:txBody>
                  <a:tcPr anchor="ctr">
                    <a:solidFill>
                      <a:srgbClr val="F1F4F6"/>
                    </a:solidFill>
                  </a:tcPr>
                </a:tc>
                <a:extLst>
                  <a:ext uri="{0D108BD9-81ED-4DB2-BD59-A6C34878D82A}">
                    <a16:rowId xmlns:a16="http://schemas.microsoft.com/office/drawing/2014/main" val="10002"/>
                  </a:ext>
                </a:extLst>
              </a:tr>
              <a:tr h="611981">
                <a:tc>
                  <a:txBody>
                    <a:bodyPr/>
                    <a:lstStyle/>
                    <a:p>
                      <a:pPr algn="ctr"/>
                      <a:r>
                        <a:rPr sz="1950" b="0">
                          <a:solidFill>
                            <a:srgbClr val="151515"/>
                          </a:solidFill>
                          <a:latin typeface="Malgun Gothic"/>
                          <a:ea typeface="Malgun Gothic"/>
                          <a:cs typeface="Malgun Gothic"/>
                        </a:rPr>
                        <a:t>f(n)</a:t>
                      </a:r>
                    </a:p>
                  </a:txBody>
                  <a:tcPr anchor="ctr">
                    <a:solidFill>
                      <a:srgbClr val="FFFFFF"/>
                    </a:solidFill>
                  </a:tcPr>
                </a:tc>
                <a:tc>
                  <a:txBody>
                    <a:bodyPr/>
                    <a:lstStyle/>
                    <a:p>
                      <a:pPr algn="ctr"/>
                      <a:r>
                        <a:rPr sz="1950" b="0">
                          <a:solidFill>
                            <a:srgbClr val="151515"/>
                          </a:solidFill>
                          <a:latin typeface="Malgun Gothic"/>
                          <a:ea typeface="Malgun Gothic"/>
                          <a:cs typeface="Malgun Gothic"/>
                        </a:rPr>
                        <a:t>정렬된 두 결과를 합치는 작업: n에 비례</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9" name="box-403">
            <a:extLst>
              <a:ext uri="{FF2B5EF4-FFF2-40B4-BE49-F238E27FC236}">
                <a16:creationId xmlns:a16="http://schemas.microsoft.com/office/drawing/2014/main" id="{B1C49600-CC50-4EFC-AD72-9B0A67C201B4}"/>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일반 정리의 적용 조건은 뒤의 참고 페이지에 있습니다. 호출 개수와 크기 감소율을 구분합니다.</a:t>
            </a:r>
          </a:p>
        </p:txBody>
      </p:sp>
    </p:spTree>
    <p:extLst>
      <p:ext uri="{BB962C8B-B14F-4D97-AF65-F5344CB8AC3E}">
        <p14:creationId xmlns:p14="http://schemas.microsoft.com/office/powerpoint/2010/main" val="10907825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box-404">
            <a:extLst>
              <a:ext uri="{FF2B5EF4-FFF2-40B4-BE49-F238E27FC236}">
                <a16:creationId xmlns:a16="http://schemas.microsoft.com/office/drawing/2014/main" id="{1B2A3446-8AF6-4F3E-8183-30EC30583A44}"/>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ox-405">
            <a:extLst>
              <a:ext uri="{FF2B5EF4-FFF2-40B4-BE49-F238E27FC236}">
                <a16:creationId xmlns:a16="http://schemas.microsoft.com/office/drawing/2014/main" id="{B201A3AD-A4CA-451A-ADC6-1C0880BA8B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box-406">
            <a:extLst>
              <a:ext uri="{FF2B5EF4-FFF2-40B4-BE49-F238E27FC236}">
                <a16:creationId xmlns:a16="http://schemas.microsoft.com/office/drawing/2014/main" id="{861B1C54-4AD3-4561-BB24-632DFB80F7C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시간은 작업량과 호출 구조를 함께 봅니다</a:t>
            </a:r>
          </a:p>
        </p:txBody>
      </p:sp>
      <p:sp>
        <p:nvSpPr>
          <p:cNvPr id="4" name="box-407">
            <a:extLst>
              <a:ext uri="{FF2B5EF4-FFF2-40B4-BE49-F238E27FC236}">
                <a16:creationId xmlns:a16="http://schemas.microsoft.com/office/drawing/2014/main" id="{8845BA1F-2210-4C84-810B-F562A3F29FAF}"/>
              </a:ext>
            </a:extLst>
          </p:cNvPr>
          <p:cNvSpPr>
            <a:spLocks noGrp="1"/>
          </p:cNvSpPr>
          <p:nvPr/>
        </p:nvSpPr>
        <p:spPr>
          <a:xfrm>
            <a:off x="609600" y="1381125"/>
            <a:ext cx="10972800" cy="9525"/>
          </a:xfrm>
          <a:prstGeom prst="rect">
            <a:avLst/>
          </a:prstGeom>
          <a:solidFill>
            <a:srgbClr val="151515"/>
          </a:solidFill>
          <a:ln w="0">
            <a:noFill/>
          </a:ln>
        </p:spPr>
      </p:sp>
      <p:sp>
        <p:nvSpPr>
          <p:cNvPr id="5" name="box-408">
            <a:extLst>
              <a:ext uri="{FF2B5EF4-FFF2-40B4-BE49-F238E27FC236}">
                <a16:creationId xmlns:a16="http://schemas.microsoft.com/office/drawing/2014/main" id="{07CB1784-3AB9-46E0-A227-9A6573A4A18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217D114-F707-4E6B-8ABD-80C9452BF6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215</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5260204D-6D9C-4817-8AFE-23190C39B5E1}"/>
              </a:ext>
            </a:extLst>
          </p:cNvPr>
          <p:cNvGraphicFramePr/>
          <p:nvPr/>
        </p:nvGraphicFramePr>
        <p:xfrm>
          <a:off x="609600" y="2076450"/>
          <a:ext cx="10972800" cy="3209925"/>
        </p:xfrm>
        <a:graphic>
          <a:graphicData uri="http://schemas.openxmlformats.org/drawingml/2006/table">
            <a:tbl>
              <a:tblPr/>
              <a:tblGrid>
                <a:gridCol w="2247900">
                  <a:extLst>
                    <a:ext uri="{9D8B030D-6E8A-4147-A177-3AD203B41FA5}">
                      <a16:colId xmlns:a16="http://schemas.microsoft.com/office/drawing/2014/main" val="20000"/>
                    </a:ext>
                  </a:extLst>
                </a:gridCol>
                <a:gridCol w="62484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tblGrid>
              <a:tr h="641985">
                <a:tc>
                  <a:txBody>
                    <a:bodyPr/>
                    <a:lstStyle/>
                    <a:p>
                      <a:pPr algn="ctr"/>
                      <a:r>
                        <a:rPr sz="1800" b="1">
                          <a:solidFill>
                            <a:srgbClr val="FFFFFF"/>
                          </a:solidFill>
                          <a:latin typeface="Malgun Gothic"/>
                          <a:ea typeface="Malgun Gothic"/>
                          <a:cs typeface="Malgun Gothic"/>
                        </a:rPr>
                        <a:t>알고리즘</a:t>
                      </a:r>
                    </a:p>
                  </a:txBody>
                  <a:tcPr anchor="ctr">
                    <a:solidFill>
                      <a:srgbClr val="151515"/>
                    </a:solidFill>
                  </a:tcPr>
                </a:tc>
                <a:tc>
                  <a:txBody>
                    <a:bodyPr/>
                    <a:lstStyle/>
                    <a:p>
                      <a:pPr algn="ctr"/>
                      <a:r>
                        <a:rPr sz="1800" b="1">
                          <a:solidFill>
                            <a:srgbClr val="FFFFFF"/>
                          </a:solidFill>
                          <a:latin typeface="Malgun Gothic"/>
                          <a:ea typeface="Malgun Gothic"/>
                          <a:cs typeface="Malgun Gothic"/>
                        </a:rPr>
                        <a:t>현재 호출과 다음 호출</a:t>
                      </a:r>
                    </a:p>
                  </a:txBody>
                  <a:tcPr anchor="ctr">
                    <a:solidFill>
                      <a:srgbClr val="151515"/>
                    </a:solidFill>
                  </a:tcPr>
                </a:tc>
                <a:tc>
                  <a:txBody>
                    <a:bodyPr/>
                    <a:lstStyle/>
                    <a:p>
                      <a:pPr algn="ctr"/>
                      <a:r>
                        <a:rPr sz="1800" b="1">
                          <a:solidFill>
                            <a:srgbClr val="FFFFFF"/>
                          </a:solidFill>
                          <a:latin typeface="Malgun Gothic"/>
                          <a:ea typeface="Malgun Gothic"/>
                          <a:cs typeface="Malgun Gothic"/>
                        </a:rPr>
                        <a:t>전체 시간</a:t>
                      </a:r>
                    </a:p>
                  </a:txBody>
                  <a:tcPr anchor="ctr">
                    <a:solidFill>
                      <a:srgbClr val="151515"/>
                    </a:solidFill>
                  </a:tcPr>
                </a:tc>
                <a:extLst>
                  <a:ext uri="{0D108BD9-81ED-4DB2-BD59-A6C34878D82A}">
                    <a16:rowId xmlns:a16="http://schemas.microsoft.com/office/drawing/2014/main" val="10000"/>
                  </a:ext>
                </a:extLst>
              </a:tr>
              <a:tr h="641985">
                <a:tc>
                  <a:txBody>
                    <a:bodyPr/>
                    <a:lstStyle/>
                    <a:p>
                      <a:pPr algn="ctr"/>
                      <a:r>
                        <a:rPr sz="1800" b="0">
                          <a:solidFill>
                            <a:srgbClr val="151515"/>
                          </a:solidFill>
                          <a:latin typeface="Malgun Gothic"/>
                          <a:ea typeface="Malgun Gothic"/>
                          <a:cs typeface="Malgun Gothic"/>
                        </a:rPr>
                        <a:t>이진 탐색</a:t>
                      </a:r>
                    </a:p>
                  </a:txBody>
                  <a:tcPr anchor="ctr">
                    <a:solidFill>
                      <a:srgbClr val="FFFFFF"/>
                    </a:solidFill>
                  </a:tcPr>
                </a:tc>
                <a:tc>
                  <a:txBody>
                    <a:bodyPr/>
                    <a:lstStyle/>
                    <a:p>
                      <a:pPr algn="ctr"/>
                      <a:r>
                        <a:rPr sz="1800" b="0">
                          <a:solidFill>
                            <a:srgbClr val="151515"/>
                          </a:solidFill>
                          <a:latin typeface="Malgun Gothic"/>
                          <a:ea typeface="Malgun Gothic"/>
                          <a:cs typeface="Malgun Gothic"/>
                        </a:rPr>
                        <a:t>한 값 비교 + 한쪽 절반만 탐색</a:t>
                      </a:r>
                    </a:p>
                  </a:txBody>
                  <a:tcPr anchor="ctr">
                    <a:solidFill>
                      <a:srgbClr val="FFFFFF"/>
                    </a:solidFill>
                  </a:tcPr>
                </a:tc>
                <a:tc>
                  <a:txBody>
                    <a:bodyPr/>
                    <a:lstStyle/>
                    <a:p>
                      <a:pPr algn="ctr"/>
                      <a:r>
                        <a:rPr sz="1800"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641985">
                <a:tc>
                  <a:txBody>
                    <a:bodyPr/>
                    <a:lstStyle/>
                    <a:p>
                      <a:pPr algn="ctr"/>
                      <a:r>
                        <a:rPr sz="1800" b="0">
                          <a:solidFill>
                            <a:srgbClr val="151515"/>
                          </a:solidFill>
                          <a:latin typeface="Malgun Gothic"/>
                          <a:ea typeface="Malgun Gothic"/>
                          <a:cs typeface="Malgun Gothic"/>
                        </a:rPr>
                        <a:t>병합 정렬</a:t>
                      </a:r>
                    </a:p>
                  </a:txBody>
                  <a:tcPr anchor="ctr">
                    <a:solidFill>
                      <a:srgbClr val="F1F4F6"/>
                    </a:solidFill>
                  </a:tcPr>
                </a:tc>
                <a:tc>
                  <a:txBody>
                    <a:bodyPr/>
                    <a:lstStyle/>
                    <a:p>
                      <a:pPr algn="ctr"/>
                      <a:r>
                        <a:rPr sz="1800" b="0">
                          <a:solidFill>
                            <a:srgbClr val="151515"/>
                          </a:solidFill>
                          <a:latin typeface="Malgun Gothic"/>
                          <a:ea typeface="Malgun Gothic"/>
                          <a:cs typeface="Malgun Gothic"/>
                        </a:rPr>
                        <a:t>현재 구간 병합 + 양쪽 절반 정렬</a:t>
                      </a:r>
                    </a:p>
                  </a:txBody>
                  <a:tcPr anchor="ctr">
                    <a:solidFill>
                      <a:srgbClr val="F1F4F6"/>
                    </a:solidFill>
                  </a:tcPr>
                </a:tc>
                <a:tc>
                  <a:txBody>
                    <a:bodyPr/>
                    <a:lstStyle/>
                    <a:p>
                      <a:pPr algn="ctr"/>
                      <a:r>
                        <a:rPr sz="1800" b="0">
                          <a:solidFill>
                            <a:srgbClr val="151515"/>
                          </a:solidFill>
                          <a:latin typeface="Malgun Gothic"/>
                          <a:ea typeface="Malgun Gothic"/>
                          <a:cs typeface="Malgun Gothic"/>
                        </a:rPr>
                        <a:t>O(n log n)</a:t>
                      </a:r>
                    </a:p>
                  </a:txBody>
                  <a:tcPr anchor="ctr">
                    <a:solidFill>
                      <a:srgbClr val="F1F4F6"/>
                    </a:solidFill>
                  </a:tcPr>
                </a:tc>
                <a:extLst>
                  <a:ext uri="{0D108BD9-81ED-4DB2-BD59-A6C34878D82A}">
                    <a16:rowId xmlns:a16="http://schemas.microsoft.com/office/drawing/2014/main" val="10002"/>
                  </a:ext>
                </a:extLst>
              </a:tr>
              <a:tr h="641985">
                <a:tc>
                  <a:txBody>
                    <a:bodyPr/>
                    <a:lstStyle/>
                    <a:p>
                      <a:pPr algn="ctr"/>
                      <a:r>
                        <a:rPr sz="1800" b="0">
                          <a:solidFill>
                            <a:srgbClr val="151515"/>
                          </a:solidFill>
                          <a:latin typeface="Malgun Gothic"/>
                          <a:ea typeface="Malgun Gothic"/>
                          <a:cs typeface="Malgun Gothic"/>
                        </a:rPr>
                        <a:t>최대 구간 합</a:t>
                      </a:r>
                    </a:p>
                  </a:txBody>
                  <a:tcPr anchor="ctr">
                    <a:solidFill>
                      <a:srgbClr val="FFFFFF"/>
                    </a:solidFill>
                  </a:tcPr>
                </a:tc>
                <a:tc>
                  <a:txBody>
                    <a:bodyPr/>
                    <a:lstStyle/>
                    <a:p>
                      <a:pPr algn="ctr"/>
                      <a:r>
                        <a:rPr sz="1800" b="0">
                          <a:solidFill>
                            <a:srgbClr val="151515"/>
                          </a:solidFill>
                          <a:latin typeface="Malgun Gothic"/>
                          <a:ea typeface="Malgun Gothic"/>
                          <a:cs typeface="Malgun Gothic"/>
                        </a:rPr>
                        <a:t>중앙 스캔 + 양쪽 절반의 답 계산</a:t>
                      </a:r>
                    </a:p>
                  </a:txBody>
                  <a:tcPr anchor="ctr">
                    <a:solidFill>
                      <a:srgbClr val="FFFFFF"/>
                    </a:solidFill>
                  </a:tcPr>
                </a:tc>
                <a:tc>
                  <a:txBody>
                    <a:bodyPr/>
                    <a:lstStyle/>
                    <a:p>
                      <a:pPr algn="ctr"/>
                      <a:r>
                        <a:rPr sz="1800"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641985">
                <a:tc>
                  <a:txBody>
                    <a:bodyPr/>
                    <a:lstStyle/>
                    <a:p>
                      <a:pPr algn="ctr"/>
                      <a:r>
                        <a:rPr sz="1800" b="0">
                          <a:solidFill>
                            <a:srgbClr val="151515"/>
                          </a:solidFill>
                          <a:latin typeface="Malgun Gothic"/>
                          <a:ea typeface="Malgun Gothic"/>
                          <a:cs typeface="Malgun Gothic"/>
                        </a:rPr>
                        <a:t>빠른 거듭제곱</a:t>
                      </a:r>
                    </a:p>
                  </a:txBody>
                  <a:tcPr anchor="ctr">
                    <a:solidFill>
                      <a:srgbClr val="F1F4F6"/>
                    </a:solidFill>
                  </a:tcPr>
                </a:tc>
                <a:tc>
                  <a:txBody>
                    <a:bodyPr/>
                    <a:lstStyle/>
                    <a:p>
                      <a:pPr algn="ctr"/>
                      <a:r>
                        <a:rPr sz="1800" b="0">
                          <a:solidFill>
                            <a:srgbClr val="151515"/>
                          </a:solidFill>
                          <a:latin typeface="Malgun Gothic"/>
                          <a:ea typeface="Malgun Gothic"/>
                          <a:cs typeface="Malgun Gothic"/>
                        </a:rPr>
                        <a:t>일정한 곱셈 + 절반 지수 호출 한 번</a:t>
                      </a:r>
                    </a:p>
                  </a:txBody>
                  <a:tcPr anchor="ctr">
                    <a:solidFill>
                      <a:srgbClr val="F1F4F6"/>
                    </a:solidFill>
                  </a:tcPr>
                </a:tc>
                <a:tc>
                  <a:txBody>
                    <a:bodyPr/>
                    <a:lstStyle/>
                    <a:p>
                      <a:pPr algn="ctr"/>
                      <a:r>
                        <a:rPr sz="1800" b="0">
                          <a:solidFill>
                            <a:srgbClr val="151515"/>
                          </a:solidFill>
                          <a:latin typeface="Malgun Gothic"/>
                          <a:ea typeface="Malgun Gothic"/>
                          <a:cs typeface="Malgun Gothic"/>
                        </a:rPr>
                        <a:t>O(log(b+1))</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box-411">
            <a:extLst>
              <a:ext uri="{FF2B5EF4-FFF2-40B4-BE49-F238E27FC236}">
                <a16:creationId xmlns:a16="http://schemas.microsoft.com/office/drawing/2014/main" id="{8B1547EE-BE29-4928-BF00-F85EA5A0CBB2}"/>
              </a:ext>
            </a:extLst>
          </p:cNvPr>
          <p:cNvSpPr>
            <a:spLocks noGrp="1"/>
          </p:cNvSpPr>
          <p:nvPr/>
        </p:nvSpPr>
        <p:spPr>
          <a:xfrm>
            <a:off x="609600" y="6134100"/>
            <a:ext cx="10972800" cy="333375"/>
          </a:xfrm>
          <a:prstGeom prst="rect">
            <a:avLst/>
          </a:prstGeom>
          <a:noFill/>
          <a:ln w="0">
            <a:noFill/>
          </a:ln>
        </p:spPr>
        <p:txBody>
          <a:bodyPr wrap="none" lIns="0" tIns="0" rIns="0" bIns="0" anchor="t">
            <a:noAutofit/>
          </a:bodyPr>
          <a:lstStyle>
            <a:defPPr algn="l">
              <a:defRPr sz="1575" b="0">
                <a:solidFill>
                  <a:srgbClr val="3F3F3F"/>
                </a:solidFill>
                <a:latin typeface="Malgun Gothic"/>
                <a:ea typeface="Malgun Gothic"/>
                <a:cs typeface="Malgun Gothic"/>
              </a:defRPr>
            </a:defPPr>
          </a:lstStyle>
          <a:p>
            <a:pPr algn="l">
              <a:lnSpc>
                <a:spcPct val="112000"/>
              </a:lnSpc>
              <a:buNone/>
              <a:defRPr sz="1575" b="0">
                <a:solidFill>
                  <a:srgbClr val="3F3F3F"/>
                </a:solidFill>
                <a:latin typeface="Malgun Gothic"/>
                <a:ea typeface="Malgun Gothic"/>
                <a:cs typeface="Malgun Gothic"/>
              </a:defRPr>
            </a:pPr>
            <a:r>
              <a:rPr sz="1575" b="0">
                <a:solidFill>
                  <a:srgbClr val="3F3F3F"/>
                </a:solidFill>
                <a:latin typeface="Malgun Gothic"/>
                <a:ea typeface="Malgun Gothic"/>
                <a:cs typeface="Malgun Gothic"/>
              </a:rPr>
              <a:t>퀵 정렬: 균형 있는 분할은 O(n log n), 최악의 치우친 분할은 O(n²)입니다.</a:t>
            </a:r>
          </a:p>
        </p:txBody>
      </p:sp>
    </p:spTree>
    <p:extLst>
      <p:ext uri="{BB962C8B-B14F-4D97-AF65-F5344CB8AC3E}">
        <p14:creationId xmlns:p14="http://schemas.microsoft.com/office/powerpoint/2010/main" val="170232121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참고</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마스터 정리의 일반 조건</a:t>
            </a:r>
            <a:endParaRPr sz="3000" b="1" i="0">
              <a:solidFill>
                <a:srgbClr val="171717"/>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216</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4357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기준 지수 </a:t>
            </a:r>
            <a:r>
              <a:rPr lang="en-US" altLang="ko-KR" sz="1650">
                <a:solidFill>
                  <a:srgbClr val="171717"/>
                </a:solidFill>
                <a:latin typeface="Malgun Gothic"/>
                <a:ea typeface="Malgun Gothic"/>
                <a:cs typeface="Malgun Gothic"/>
              </a:rPr>
              <a:t>p = log_b a, ε &gt; 0</a:t>
            </a:r>
            <a:r>
              <a:rPr lang="ko-KR" altLang="en-US" sz="1650">
                <a:solidFill>
                  <a:srgbClr val="171717"/>
                </a:solidFill>
                <a:latin typeface="Malgun Gothic"/>
                <a:ea typeface="Malgun Gothic"/>
                <a:cs typeface="Malgun Gothic"/>
              </a:rPr>
              <a:t>으로 두고 비교한다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하위 문제의 비용이 지배 → </a:t>
            </a:r>
            <a:r>
              <a:rPr lang="en-US" altLang="ko-KR" sz="1650">
                <a:solidFill>
                  <a:srgbClr val="171717"/>
                </a:solidFill>
                <a:latin typeface="Malgun Gothic"/>
                <a:ea typeface="Malgun Gothic"/>
                <a:cs typeface="Malgun Gothic"/>
              </a:rPr>
              <a:t>T(n) = Θ(n^p)</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각 층의 비용이 비슷 → </a:t>
            </a:r>
            <a:r>
              <a:rPr lang="en-US" altLang="ko-KR" sz="1650">
                <a:solidFill>
                  <a:srgbClr val="171717"/>
                </a:solidFill>
                <a:latin typeface="Malgun Gothic"/>
                <a:ea typeface="Malgun Gothic"/>
                <a:cs typeface="Malgun Gothic"/>
              </a:rPr>
              <a:t>T(n) = Θ(n^p log n)</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현재 단계의 비용이 지배 → </a:t>
            </a:r>
            <a:r>
              <a:rPr lang="en-US" altLang="ko-KR" sz="1650">
                <a:solidFill>
                  <a:srgbClr val="171717"/>
                </a:solidFill>
                <a:latin typeface="Malgun Gothic"/>
                <a:ea typeface="Malgun Gothic"/>
                <a:cs typeface="Malgun Gothic"/>
              </a:rPr>
              <a:t>T(n) = Θ(f(n))</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a:t>
            </a:r>
            <a:r>
              <a:rPr lang="ko-KR" altLang="en-US" sz="1650">
                <a:solidFill>
                  <a:srgbClr val="171717"/>
                </a:solidFill>
                <a:latin typeface="Malgun Gothic"/>
                <a:ea typeface="Malgun Gothic"/>
                <a:cs typeface="Malgun Gothic"/>
              </a:rPr>
              <a:t>은 </a:t>
            </a:r>
            <a:r>
              <a:rPr lang="en-US" altLang="ko-KR" sz="1650">
                <a:solidFill>
                  <a:srgbClr val="171717"/>
                </a:solidFill>
                <a:latin typeface="Malgun Gothic"/>
                <a:ea typeface="Malgun Gothic"/>
                <a:cs typeface="Malgun Gothic"/>
              </a:rPr>
              <a:t>a·f(n/b) ≤ c·f(n), c &lt; 1</a:t>
            </a:r>
            <a:r>
              <a:rPr lang="ko-KR" altLang="en-US" sz="1650">
                <a:solidFill>
                  <a:srgbClr val="171717"/>
                </a:solidFill>
                <a:latin typeface="Malgun Gothic"/>
                <a:ea typeface="Malgun Gothic"/>
                <a:cs typeface="Malgun Gothic"/>
              </a:rPr>
              <a:t>인 정규성 조건도 필요하다</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조건에 맞지 않으면 다른 분석을 사용한다</a:t>
            </a:r>
            <a:r>
              <a:rPr lang="en-US" altLang="ko-KR" sz="1650">
                <a:solidFill>
                  <a:srgbClr val="171717"/>
                </a:solidFill>
                <a:latin typeface="Malgun Gothic"/>
                <a:ea typeface="Malgun Gothic"/>
                <a:cs typeface="Malgun Gothic"/>
              </a:rPr>
              <a:t>.</a:t>
            </a:r>
            <a:endParaRPr sz="1650">
              <a:solidFill>
                <a:srgbClr val="171717"/>
              </a:solidFill>
              <a:latin typeface="Malgun Gothic"/>
              <a:ea typeface="Malgun Gothic"/>
              <a:cs typeface="Malgun Gothic"/>
            </a:endParaRP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371345677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코딩 테스트</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분할 정복으로 실전 문제 두 개를 직접 풀어본다</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217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여러 개의 정사각형 칸</a:t>
            </a:r>
            <a:r>
              <a:rPr lang="en-US" altLang="ko-KR" sz="1300" i="0">
                <a:solidFill>
                  <a:srgbClr val="606060"/>
                </a:solidFill>
                <a:latin typeface="Malgun Gothic"/>
                <a:ea typeface="Malgun Gothic"/>
                <a:cs typeface="Malgun Gothic"/>
              </a:rPr>
              <a:t>(N × N)</a:t>
            </a:r>
            <a:r>
              <a:rPr lang="ko-KR" altLang="en-US" sz="1300" i="0">
                <a:solidFill>
                  <a:srgbClr val="606060"/>
                </a:solidFill>
                <a:latin typeface="Malgun Gothic"/>
                <a:ea typeface="Malgun Gothic"/>
                <a:cs typeface="Malgun Gothic"/>
              </a:rPr>
              <a:t>으로 이루어진 종이가 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각 칸은 하얀색 아니면 파란색이다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전체 종이가 모두 같은 색이 아니면</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가로와 세로의 중앙을 잘라 똑같은 크기의 네 개의 </a:t>
            </a:r>
            <a:r>
              <a:rPr lang="en-US" altLang="ko-KR" sz="1300" i="0">
                <a:solidFill>
                  <a:srgbClr val="606060"/>
                </a:solidFill>
                <a:latin typeface="Malgun Gothic"/>
                <a:ea typeface="Malgun Gothic"/>
                <a:cs typeface="Malgun Gothic"/>
              </a:rPr>
              <a:t>N/2 × N/2 </a:t>
            </a:r>
            <a:r>
              <a:rPr lang="ko-KR" altLang="en-US" sz="1300" i="0">
                <a:solidFill>
                  <a:srgbClr val="606060"/>
                </a:solidFill>
                <a:latin typeface="Malgun Gothic"/>
                <a:ea typeface="Malgun Gothic"/>
                <a:cs typeface="Malgun Gothic"/>
              </a:rPr>
              <a:t>색종이로 나눈다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이 과정을 잘라진 종이가 모두 같은 색이 되거나 한 칸이 될 때까지 반복한다</a:t>
            </a:r>
            <a:r>
              <a:rPr lang="en-US" altLang="ko-KR" sz="13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최종적으로 하얀색 색종이와 파란색 색종이가 각각 몇 장인지 구하라</a:t>
            </a:r>
            <a:r>
              <a:rPr lang="en-US" altLang="ko-KR" sz="1500" i="0">
                <a:solidFill>
                  <a:srgbClr val="171717"/>
                </a:solidFill>
                <a:latin typeface="Malgun Gothic"/>
                <a:ea typeface="Malgun Gothic"/>
                <a:cs typeface="Malgun Gothic"/>
              </a:rPr>
              <a:t>.</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검사</a:t>
            </a:r>
            <a:r>
              <a:rPr lang="en-US" altLang="ko-KR" sz="1500" i="0">
                <a:solidFill>
                  <a:srgbClr val="171717"/>
                </a:solidFill>
                <a:latin typeface="Malgun Gothic"/>
                <a:ea typeface="Malgun Gothic"/>
                <a:cs typeface="Malgun Gothic"/>
              </a:rPr>
              <a:t>(check) → </a:t>
            </a:r>
            <a:r>
              <a:rPr lang="ko-KR" altLang="en-US" sz="1500" i="0">
                <a:solidFill>
                  <a:srgbClr val="171717"/>
                </a:solidFill>
                <a:latin typeface="Malgun Gothic"/>
                <a:ea typeface="Malgun Gothic"/>
                <a:cs typeface="Malgun Gothic"/>
              </a:rPr>
              <a:t>균일하면 카운트</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아니면 </a:t>
            </a:r>
            <a:r>
              <a:rPr lang="en-US" altLang="ko-KR" sz="1500" i="0">
                <a:solidFill>
                  <a:srgbClr val="171717"/>
                </a:solidFill>
                <a:latin typeface="Malgun Gothic"/>
                <a:ea typeface="Malgun Gothic"/>
                <a:cs typeface="Malgun Gothic"/>
              </a:rPr>
              <a:t>4</a:t>
            </a:r>
            <a:r>
              <a:rPr lang="ko-KR" altLang="en-US" sz="1500" i="0">
                <a:solidFill>
                  <a:srgbClr val="171717"/>
                </a:solidFill>
                <a:latin typeface="Malgun Gothic"/>
                <a:ea typeface="Malgun Gothic"/>
                <a:cs typeface="Malgun Gothic"/>
              </a:rPr>
              <a:t>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한 칸</a:t>
            </a:r>
            <a:r>
              <a:rPr lang="en-US" altLang="ko-KR" sz="1500" i="0">
                <a:solidFill>
                  <a:srgbClr val="171717"/>
                </a:solidFill>
                <a:latin typeface="Malgun Gothic"/>
                <a:ea typeface="Malgun Gothic"/>
                <a:cs typeface="Malgun Gothic"/>
              </a:rPr>
              <a:t>(n = 1)</a:t>
            </a:r>
            <a:r>
              <a:rPr lang="ko-KR" altLang="en-US" sz="1500" i="0">
                <a:solidFill>
                  <a:srgbClr val="171717"/>
                </a:solidFill>
                <a:latin typeface="Malgun Gothic"/>
                <a:ea typeface="Malgun Gothic"/>
                <a:cs typeface="Malgun Gothic"/>
              </a:rPr>
              <a:t>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입력 </a:t>
            </a:r>
            <a:r>
              <a:rPr lang="en-US" altLang="ko-KR" sz="1100" b="1" i="0">
                <a:solidFill>
                  <a:srgbClr val="171717"/>
                </a:solidFill>
                <a:latin typeface="Malgun Gothic"/>
                <a:ea typeface="Malgun Gothic"/>
                <a:cs typeface="Malgun Gothic"/>
              </a:rPr>
              <a:t>(</a:t>
            </a:r>
            <a:r>
              <a:rPr lang="en-US" sz="1100" b="1" i="0">
                <a:solidFill>
                  <a:srgbClr val="171717"/>
                </a:solidFill>
                <a:latin typeface="Malgun Gothic"/>
                <a:ea typeface="Malgun Gothic"/>
                <a:cs typeface="Malgun Gothic"/>
              </a:rPr>
              <a:t>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lang="en-US" altLang="ko-K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lang="ko-KR" altLang="en-US" sz="1150" b="1" i="0">
                <a:solidFill>
                  <a:srgbClr val="171717"/>
                </a:solidFill>
                <a:latin typeface="Consolas"/>
                <a:ea typeface="Consolas"/>
                <a:cs typeface="Consolas"/>
              </a:rPr>
              <a:t>하얀색 </a:t>
            </a:r>
            <a:r>
              <a:rPr lang="en-US" altLang="ko-KR" sz="1150" b="1" i="0">
                <a:solidFill>
                  <a:srgbClr val="171717"/>
                </a:solidFill>
                <a:latin typeface="Consolas"/>
                <a:ea typeface="Consolas"/>
                <a:cs typeface="Consolas"/>
              </a:rPr>
              <a:t>9</a:t>
            </a:r>
            <a:r>
              <a:rPr lang="ko-KR" altLang="en-US" sz="1150" b="1" i="0">
                <a:solidFill>
                  <a:srgbClr val="171717"/>
                </a:solidFill>
                <a:latin typeface="Consolas"/>
                <a:ea typeface="Consolas"/>
                <a:cs typeface="Consolas"/>
              </a:rPr>
              <a:t>장</a:t>
            </a:r>
            <a:r>
              <a:rPr lang="en-US" altLang="ko-KR" sz="1150" b="1" i="0">
                <a:solidFill>
                  <a:srgbClr val="171717"/>
                </a:solidFill>
                <a:latin typeface="Consolas"/>
                <a:ea typeface="Consolas"/>
                <a:cs typeface="Consolas"/>
              </a:rPr>
              <a:t>, </a:t>
            </a:r>
            <a:r>
              <a:rPr lang="ko-KR" altLang="en-US" sz="1150" b="1" i="0">
                <a:solidFill>
                  <a:srgbClr val="171717"/>
                </a:solidFill>
                <a:latin typeface="Consolas"/>
                <a:ea typeface="Consolas"/>
                <a:cs typeface="Consolas"/>
              </a:rPr>
              <a:t>파란색 </a:t>
            </a:r>
            <a:r>
              <a:rPr lang="en-US" altLang="ko-KR" sz="1150" b="1" i="0">
                <a:solidFill>
                  <a:srgbClr val="171717"/>
                </a:solidFill>
                <a:latin typeface="Consolas"/>
                <a:ea typeface="Consolas"/>
                <a:cs typeface="Consolas"/>
              </a:rPr>
              <a:t>7</a:t>
            </a:r>
            <a:r>
              <a:rPr lang="ko-KR" altLang="en-US" sz="1150" b="1" i="0">
                <a:solidFill>
                  <a:srgbClr val="171717"/>
                </a:solidFill>
                <a:latin typeface="Consolas"/>
                <a:ea typeface="Consolas"/>
                <a:cs typeface="Consolas"/>
              </a:rPr>
              <a:t>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색종이 만들기</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218</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하얀색 색종이</a:t>
            </a:r>
            <a:r>
              <a:rPr lang="en-US" altLang="ko-KR" sz="1500" i="0">
                <a:solidFill>
                  <a:srgbClr val="171717"/>
                </a:solidFill>
                <a:latin typeface="Consolas"/>
                <a:ea typeface="Consolas"/>
                <a:cs typeface="Consolas"/>
              </a:rPr>
              <a:t>: 9</a:t>
            </a:r>
          </a:p>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파란색 색종이</a:t>
            </a:r>
            <a:r>
              <a:rPr lang="en-US" altLang="ko-KR" sz="1500" i="0">
                <a:solidFill>
                  <a:srgbClr val="171717"/>
                </a:solidFill>
                <a:latin typeface="Consolas"/>
                <a:ea typeface="Consolas"/>
                <a:cs typeface="Consolas"/>
              </a:rPr>
              <a:t>: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en-US" sz="1230" b="1" i="0">
                <a:solidFill>
                  <a:srgbClr val="171717"/>
                </a:solidFill>
                <a:latin typeface="Malgun Gothic"/>
                <a:ea typeface="Malgun Gothic"/>
                <a:cs typeface="Malgun Gothic"/>
              </a:rPr>
              <a:t>return </a:t>
            </a:r>
            <a:r>
              <a:rPr lang="ko-KR" altLang="en-US" sz="1230" b="1" i="0">
                <a:solidFill>
                  <a:srgbClr val="171717"/>
                </a:solidFill>
                <a:latin typeface="Malgun Gothic"/>
                <a:ea typeface="Malgun Gothic"/>
                <a:cs typeface="Malgun Gothic"/>
              </a:rPr>
              <a:t>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lang="ko-KR" altLang="en-US" sz="1100" i="0">
                <a:solidFill>
                  <a:srgbClr val="606060"/>
                </a:solidFill>
                <a:latin typeface="Malgun Gothic"/>
                <a:ea typeface="Malgun Gothic"/>
                <a:cs typeface="Malgun Gothic"/>
              </a:rPr>
              <a:t>다른 색을 만나는 즉시 </a:t>
            </a:r>
            <a:r>
              <a:rPr lang="en-US" altLang="ko-KR" sz="1100" i="0">
                <a:solidFill>
                  <a:srgbClr val="606060"/>
                </a:solidFill>
                <a:latin typeface="Malgun Gothic"/>
                <a:ea typeface="Malgun Gothic"/>
                <a:cs typeface="Malgun Gothic"/>
              </a:rPr>
              <a:t>4</a:t>
            </a:r>
            <a:r>
              <a:rPr lang="ko-KR" altLang="en-US" sz="1100" i="0">
                <a:solidFill>
                  <a:srgbClr val="606060"/>
                </a:solidFill>
                <a:latin typeface="Malgun Gothic"/>
                <a:ea typeface="Malgun Gothic"/>
                <a:cs typeface="Malgun Gothic"/>
              </a:rPr>
              <a:t>등분 후 </a:t>
            </a:r>
            <a:r>
              <a:rPr lang="en-US" altLang="ko-KR" sz="1100" i="0">
                <a:solidFill>
                  <a:srgbClr val="606060"/>
                </a:solidFill>
                <a:latin typeface="Malgun Gothic"/>
                <a:ea typeface="Malgun Gothic"/>
                <a:cs typeface="Malgun Gothic"/>
              </a:rPr>
              <a:t>return </a:t>
            </a:r>
            <a:r>
              <a:rPr lang="ko-KR" altLang="en-US" sz="1100" i="0">
                <a:solidFill>
                  <a:srgbClr val="606060"/>
                </a:solidFill>
                <a:latin typeface="Malgun Gothic"/>
                <a:ea typeface="Malgun Gothic"/>
                <a:cs typeface="Malgun Gothic"/>
              </a:rPr>
              <a:t>해야 한다</a:t>
            </a:r>
            <a:r>
              <a:rPr lang="en-US" altLang="ko-KR" sz="1100" i="0">
                <a:solidFill>
                  <a:srgbClr val="606060"/>
                </a:solidFill>
                <a:latin typeface="Malgun Gothic"/>
                <a:ea typeface="Malgun Gothic"/>
                <a:cs typeface="Malgun Gothic"/>
              </a:rPr>
              <a:t>. </a:t>
            </a:r>
            <a:r>
              <a:rPr lang="ko-KR" altLang="en-US" sz="1100" i="0">
                <a:solidFill>
                  <a:srgbClr val="606060"/>
                </a:solidFill>
                <a:latin typeface="Malgun Gothic"/>
                <a:ea typeface="Malgun Gothic"/>
                <a:cs typeface="Malgun Gothic"/>
              </a:rPr>
              <a:t>그러지 않으면 아래의 카운트 코드까지 실행되어 잘못된 답이 나온다</a:t>
            </a:r>
            <a:r>
              <a:rPr lang="en-US" altLang="ko-KR" sz="1100" i="0">
                <a:solidFill>
                  <a:srgbClr val="606060"/>
                </a:solidFill>
                <a:latin typeface="Malgun Gothic"/>
                <a:ea typeface="Malgun Gothic"/>
                <a:cs typeface="Malgun Gothic"/>
              </a:rPr>
              <a:t>.</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blue_cnt += 1</a:t>
            </a:r>
            <a:endParaRPr sz="1050" b="0" i="0">
              <a:solidFill>
                <a:srgbClr val="FFFFFF"/>
              </a:solidFill>
              <a:latin typeface="Consolas"/>
              <a:ea typeface="Consolas"/>
              <a:cs typeface="Consolas"/>
            </a:endParaRP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하얀색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white_cnt}")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파란색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blue_cnt}")</a:t>
            </a:r>
            <a:endParaRPr sz="900" b="0" i="0">
              <a:solidFill>
                <a:srgbClr val="FFFFFF"/>
              </a:solidFill>
              <a:latin typeface="Consolas"/>
              <a:ea typeface="Consolas"/>
              <a:cs typeface="Consolas"/>
            </a:endParaRP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재귀적으로 </a:t>
            </a: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등분하며 세기</a:t>
            </a:r>
            <a:endParaRPr sz="3000" b="1" i="0">
              <a:solidFill>
                <a:srgbClr val="171717"/>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ection">
            <a:extLst>
              <a:ext uri="{FF2B5EF4-FFF2-40B4-BE49-F238E27FC236}">
                <a16:creationId xmlns:a16="http://schemas.microsoft.com/office/drawing/2014/main" id="{380DBCD5-F8EB-4AE9-9DD0-2916613C2E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9ED1E4FD-0A9C-4E21-9450-8477B19BF38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4384D23-F627-430A-BBA1-428DE86F03C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색종이 만들기: 넓이와 조각 수를 구분</a:t>
            </a:r>
          </a:p>
        </p:txBody>
      </p:sp>
      <p:sp>
        <p:nvSpPr>
          <p:cNvPr id="4" name="line-1614">
            <a:extLst>
              <a:ext uri="{FF2B5EF4-FFF2-40B4-BE49-F238E27FC236}">
                <a16:creationId xmlns:a16="http://schemas.microsoft.com/office/drawing/2014/main" id="{EF8AEFC8-E350-4040-B124-14608EDE7E0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E0AC004-83DB-4B52-A76D-CCA642ED40F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601FE6A-96D5-4466-A143-17B821C20E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220</a:t>
            </a:r>
            <a:endParaRPr sz="1050" b="0">
              <a:solidFill>
                <a:srgbClr val="151515"/>
              </a:solidFill>
              <a:latin typeface="Consolas"/>
              <a:ea typeface="Consolas"/>
              <a:cs typeface="Consolas"/>
            </a:endParaRPr>
          </a:p>
        </p:txBody>
      </p:sp>
      <p:sp>
        <p:nvSpPr>
          <p:cNvPr id="7" name="pixel-1615">
            <a:extLst>
              <a:ext uri="{FF2B5EF4-FFF2-40B4-BE49-F238E27FC236}">
                <a16:creationId xmlns:a16="http://schemas.microsoft.com/office/drawing/2014/main" id="{33BBFC4E-2DFB-4617-9AF8-814B00AF7BAC}"/>
              </a:ext>
            </a:extLst>
          </p:cNvPr>
          <p:cNvSpPr>
            <a:spLocks noGrp="1"/>
          </p:cNvSpPr>
          <p:nvPr/>
        </p:nvSpPr>
        <p:spPr>
          <a:xfrm>
            <a:off x="1066800" y="2371725"/>
            <a:ext cx="695325" cy="695325"/>
          </a:xfrm>
          <a:prstGeom prst="rect">
            <a:avLst/>
          </a:prstGeom>
          <a:solidFill>
            <a:srgbClr val="303841"/>
          </a:solidFill>
          <a:ln w="7144">
            <a:solidFill>
              <a:srgbClr val="98A1AA"/>
            </a:solidFill>
          </a:ln>
        </p:spPr>
      </p:sp>
      <p:sp>
        <p:nvSpPr>
          <p:cNvPr id="8" name="pixel-value-1616">
            <a:extLst>
              <a:ext uri="{FF2B5EF4-FFF2-40B4-BE49-F238E27FC236}">
                <a16:creationId xmlns:a16="http://schemas.microsoft.com/office/drawing/2014/main" id="{7A1CEB33-D8B8-433E-BAAC-3F097505971C}"/>
              </a:ext>
            </a:extLst>
          </p:cNvPr>
          <p:cNvSpPr>
            <a:spLocks noGrp="1"/>
          </p:cNvSpPr>
          <p:nvPr/>
        </p:nvSpPr>
        <p:spPr>
          <a:xfrm>
            <a:off x="106680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9" name="pixel-1617">
            <a:extLst>
              <a:ext uri="{FF2B5EF4-FFF2-40B4-BE49-F238E27FC236}">
                <a16:creationId xmlns:a16="http://schemas.microsoft.com/office/drawing/2014/main" id="{F0D5424A-93A6-4013-8EBE-A25421F5FFB8}"/>
              </a:ext>
            </a:extLst>
          </p:cNvPr>
          <p:cNvSpPr>
            <a:spLocks noGrp="1"/>
          </p:cNvSpPr>
          <p:nvPr/>
        </p:nvSpPr>
        <p:spPr>
          <a:xfrm>
            <a:off x="1762125" y="2371725"/>
            <a:ext cx="695325" cy="695325"/>
          </a:xfrm>
          <a:prstGeom prst="rect">
            <a:avLst/>
          </a:prstGeom>
          <a:solidFill>
            <a:srgbClr val="303841"/>
          </a:solidFill>
          <a:ln w="7144">
            <a:solidFill>
              <a:srgbClr val="98A1AA"/>
            </a:solidFill>
          </a:ln>
        </p:spPr>
      </p:sp>
      <p:sp>
        <p:nvSpPr>
          <p:cNvPr id="10" name="pixel-value-1618">
            <a:extLst>
              <a:ext uri="{FF2B5EF4-FFF2-40B4-BE49-F238E27FC236}">
                <a16:creationId xmlns:a16="http://schemas.microsoft.com/office/drawing/2014/main" id="{E987C902-326B-484C-AA06-621A2AC24F82}"/>
              </a:ext>
            </a:extLst>
          </p:cNvPr>
          <p:cNvSpPr>
            <a:spLocks noGrp="1"/>
          </p:cNvSpPr>
          <p:nvPr/>
        </p:nvSpPr>
        <p:spPr>
          <a:xfrm>
            <a:off x="176212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1" name="pixel-1619">
            <a:extLst>
              <a:ext uri="{FF2B5EF4-FFF2-40B4-BE49-F238E27FC236}">
                <a16:creationId xmlns:a16="http://schemas.microsoft.com/office/drawing/2014/main" id="{0206E464-0C40-462B-94D7-C3FCAFB71E8B}"/>
              </a:ext>
            </a:extLst>
          </p:cNvPr>
          <p:cNvSpPr>
            <a:spLocks noGrp="1"/>
          </p:cNvSpPr>
          <p:nvPr/>
        </p:nvSpPr>
        <p:spPr>
          <a:xfrm>
            <a:off x="2457450" y="2371725"/>
            <a:ext cx="695325" cy="695325"/>
          </a:xfrm>
          <a:prstGeom prst="rect">
            <a:avLst/>
          </a:prstGeom>
          <a:solidFill>
            <a:srgbClr val="303841"/>
          </a:solidFill>
          <a:ln w="7144">
            <a:solidFill>
              <a:srgbClr val="98A1AA"/>
            </a:solidFill>
          </a:ln>
        </p:spPr>
      </p:sp>
      <p:sp>
        <p:nvSpPr>
          <p:cNvPr id="12" name="pixel-value-1620">
            <a:extLst>
              <a:ext uri="{FF2B5EF4-FFF2-40B4-BE49-F238E27FC236}">
                <a16:creationId xmlns:a16="http://schemas.microsoft.com/office/drawing/2014/main" id="{31D90A9A-5941-4693-A08C-1582B7F25D2D}"/>
              </a:ext>
            </a:extLst>
          </p:cNvPr>
          <p:cNvSpPr>
            <a:spLocks noGrp="1"/>
          </p:cNvSpPr>
          <p:nvPr/>
        </p:nvSpPr>
        <p:spPr>
          <a:xfrm>
            <a:off x="245745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3" name="pixel-1621">
            <a:extLst>
              <a:ext uri="{FF2B5EF4-FFF2-40B4-BE49-F238E27FC236}">
                <a16:creationId xmlns:a16="http://schemas.microsoft.com/office/drawing/2014/main" id="{26479DD9-03C6-4476-B23B-5D3D0E259FB2}"/>
              </a:ext>
            </a:extLst>
          </p:cNvPr>
          <p:cNvSpPr>
            <a:spLocks noGrp="1"/>
          </p:cNvSpPr>
          <p:nvPr/>
        </p:nvSpPr>
        <p:spPr>
          <a:xfrm>
            <a:off x="3152775" y="2371725"/>
            <a:ext cx="695325" cy="695325"/>
          </a:xfrm>
          <a:prstGeom prst="rect">
            <a:avLst/>
          </a:prstGeom>
          <a:solidFill>
            <a:srgbClr val="303841"/>
          </a:solidFill>
          <a:ln w="7144">
            <a:solidFill>
              <a:srgbClr val="98A1AA"/>
            </a:solidFill>
          </a:ln>
        </p:spPr>
      </p:sp>
      <p:sp>
        <p:nvSpPr>
          <p:cNvPr id="14" name="pixel-value-1622">
            <a:extLst>
              <a:ext uri="{FF2B5EF4-FFF2-40B4-BE49-F238E27FC236}">
                <a16:creationId xmlns:a16="http://schemas.microsoft.com/office/drawing/2014/main" id="{951B6D0E-2567-4F28-AC8F-C114D9485367}"/>
              </a:ext>
            </a:extLst>
          </p:cNvPr>
          <p:cNvSpPr>
            <a:spLocks noGrp="1"/>
          </p:cNvSpPr>
          <p:nvPr/>
        </p:nvSpPr>
        <p:spPr>
          <a:xfrm>
            <a:off x="315277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pixel-1623">
            <a:extLst>
              <a:ext uri="{FF2B5EF4-FFF2-40B4-BE49-F238E27FC236}">
                <a16:creationId xmlns:a16="http://schemas.microsoft.com/office/drawing/2014/main" id="{5AA92915-F388-4B0A-B080-A89DBCFA8DB6}"/>
              </a:ext>
            </a:extLst>
          </p:cNvPr>
          <p:cNvSpPr>
            <a:spLocks noGrp="1"/>
          </p:cNvSpPr>
          <p:nvPr/>
        </p:nvSpPr>
        <p:spPr>
          <a:xfrm>
            <a:off x="1066800" y="3067050"/>
            <a:ext cx="695325" cy="695325"/>
          </a:xfrm>
          <a:prstGeom prst="rect">
            <a:avLst/>
          </a:prstGeom>
          <a:solidFill>
            <a:srgbClr val="303841"/>
          </a:solidFill>
          <a:ln w="7144">
            <a:solidFill>
              <a:srgbClr val="98A1AA"/>
            </a:solidFill>
          </a:ln>
        </p:spPr>
      </p:sp>
      <p:sp>
        <p:nvSpPr>
          <p:cNvPr id="16" name="pixel-value-1624">
            <a:extLst>
              <a:ext uri="{FF2B5EF4-FFF2-40B4-BE49-F238E27FC236}">
                <a16:creationId xmlns:a16="http://schemas.microsoft.com/office/drawing/2014/main" id="{7C161D27-E1AE-4526-BE84-D9A9E81361B4}"/>
              </a:ext>
            </a:extLst>
          </p:cNvPr>
          <p:cNvSpPr>
            <a:spLocks noGrp="1"/>
          </p:cNvSpPr>
          <p:nvPr/>
        </p:nvSpPr>
        <p:spPr>
          <a:xfrm>
            <a:off x="106680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7" name="pixel-1625">
            <a:extLst>
              <a:ext uri="{FF2B5EF4-FFF2-40B4-BE49-F238E27FC236}">
                <a16:creationId xmlns:a16="http://schemas.microsoft.com/office/drawing/2014/main" id="{93DC3951-F698-432E-A200-F731AD31D0B7}"/>
              </a:ext>
            </a:extLst>
          </p:cNvPr>
          <p:cNvSpPr>
            <a:spLocks noGrp="1"/>
          </p:cNvSpPr>
          <p:nvPr/>
        </p:nvSpPr>
        <p:spPr>
          <a:xfrm>
            <a:off x="1762125" y="3067050"/>
            <a:ext cx="695325" cy="695325"/>
          </a:xfrm>
          <a:prstGeom prst="rect">
            <a:avLst/>
          </a:prstGeom>
          <a:solidFill>
            <a:srgbClr val="303841"/>
          </a:solidFill>
          <a:ln w="7144">
            <a:solidFill>
              <a:srgbClr val="98A1AA"/>
            </a:solidFill>
          </a:ln>
        </p:spPr>
      </p:sp>
      <p:sp>
        <p:nvSpPr>
          <p:cNvPr id="18" name="pixel-value-1626">
            <a:extLst>
              <a:ext uri="{FF2B5EF4-FFF2-40B4-BE49-F238E27FC236}">
                <a16:creationId xmlns:a16="http://schemas.microsoft.com/office/drawing/2014/main" id="{3AA6BE4F-D563-4BC2-96C4-E7F16DE843EC}"/>
              </a:ext>
            </a:extLst>
          </p:cNvPr>
          <p:cNvSpPr>
            <a:spLocks noGrp="1"/>
          </p:cNvSpPr>
          <p:nvPr/>
        </p:nvSpPr>
        <p:spPr>
          <a:xfrm>
            <a:off x="176212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627">
            <a:extLst>
              <a:ext uri="{FF2B5EF4-FFF2-40B4-BE49-F238E27FC236}">
                <a16:creationId xmlns:a16="http://schemas.microsoft.com/office/drawing/2014/main" id="{74186284-36C8-459B-A2FB-08B5EA111335}"/>
              </a:ext>
            </a:extLst>
          </p:cNvPr>
          <p:cNvSpPr>
            <a:spLocks noGrp="1"/>
          </p:cNvSpPr>
          <p:nvPr/>
        </p:nvSpPr>
        <p:spPr>
          <a:xfrm>
            <a:off x="2457450" y="3067050"/>
            <a:ext cx="695325" cy="695325"/>
          </a:xfrm>
          <a:prstGeom prst="rect">
            <a:avLst/>
          </a:prstGeom>
          <a:solidFill>
            <a:srgbClr val="303841"/>
          </a:solidFill>
          <a:ln w="7144">
            <a:solidFill>
              <a:srgbClr val="98A1AA"/>
            </a:solidFill>
          </a:ln>
        </p:spPr>
      </p:sp>
      <p:sp>
        <p:nvSpPr>
          <p:cNvPr id="20" name="pixel-value-1628">
            <a:extLst>
              <a:ext uri="{FF2B5EF4-FFF2-40B4-BE49-F238E27FC236}">
                <a16:creationId xmlns:a16="http://schemas.microsoft.com/office/drawing/2014/main" id="{0012B0EA-643F-464B-8843-BBC7850C707E}"/>
              </a:ext>
            </a:extLst>
          </p:cNvPr>
          <p:cNvSpPr>
            <a:spLocks noGrp="1"/>
          </p:cNvSpPr>
          <p:nvPr/>
        </p:nvSpPr>
        <p:spPr>
          <a:xfrm>
            <a:off x="245745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1" name="pixel-1629">
            <a:extLst>
              <a:ext uri="{FF2B5EF4-FFF2-40B4-BE49-F238E27FC236}">
                <a16:creationId xmlns:a16="http://schemas.microsoft.com/office/drawing/2014/main" id="{947CE195-9FDA-459E-A4BB-3676E7E2CE17}"/>
              </a:ext>
            </a:extLst>
          </p:cNvPr>
          <p:cNvSpPr>
            <a:spLocks noGrp="1"/>
          </p:cNvSpPr>
          <p:nvPr/>
        </p:nvSpPr>
        <p:spPr>
          <a:xfrm>
            <a:off x="3152775" y="3067050"/>
            <a:ext cx="695325" cy="695325"/>
          </a:xfrm>
          <a:prstGeom prst="rect">
            <a:avLst/>
          </a:prstGeom>
          <a:solidFill>
            <a:srgbClr val="303841"/>
          </a:solidFill>
          <a:ln w="7144">
            <a:solidFill>
              <a:srgbClr val="98A1AA"/>
            </a:solidFill>
          </a:ln>
        </p:spPr>
      </p:sp>
      <p:sp>
        <p:nvSpPr>
          <p:cNvPr id="22" name="pixel-value-1630">
            <a:extLst>
              <a:ext uri="{FF2B5EF4-FFF2-40B4-BE49-F238E27FC236}">
                <a16:creationId xmlns:a16="http://schemas.microsoft.com/office/drawing/2014/main" id="{E6697AA2-2730-484A-874B-AE840FC4D177}"/>
              </a:ext>
            </a:extLst>
          </p:cNvPr>
          <p:cNvSpPr>
            <a:spLocks noGrp="1"/>
          </p:cNvSpPr>
          <p:nvPr/>
        </p:nvSpPr>
        <p:spPr>
          <a:xfrm>
            <a:off x="315277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3" name="pixel-1631">
            <a:extLst>
              <a:ext uri="{FF2B5EF4-FFF2-40B4-BE49-F238E27FC236}">
                <a16:creationId xmlns:a16="http://schemas.microsoft.com/office/drawing/2014/main" id="{25C5E24D-6EF0-48C4-8BDC-E20DB99F3CAA}"/>
              </a:ext>
            </a:extLst>
          </p:cNvPr>
          <p:cNvSpPr>
            <a:spLocks noGrp="1"/>
          </p:cNvSpPr>
          <p:nvPr/>
        </p:nvSpPr>
        <p:spPr>
          <a:xfrm>
            <a:off x="1066800" y="3762375"/>
            <a:ext cx="695325" cy="695325"/>
          </a:xfrm>
          <a:prstGeom prst="rect">
            <a:avLst/>
          </a:prstGeom>
          <a:solidFill>
            <a:srgbClr val="303841"/>
          </a:solidFill>
          <a:ln w="7144">
            <a:solidFill>
              <a:srgbClr val="98A1AA"/>
            </a:solidFill>
          </a:ln>
        </p:spPr>
      </p:sp>
      <p:sp>
        <p:nvSpPr>
          <p:cNvPr id="24" name="pixel-value-1632">
            <a:extLst>
              <a:ext uri="{FF2B5EF4-FFF2-40B4-BE49-F238E27FC236}">
                <a16:creationId xmlns:a16="http://schemas.microsoft.com/office/drawing/2014/main" id="{809E09B0-5034-4AC3-BFFF-4CB474DF5E0C}"/>
              </a:ext>
            </a:extLst>
          </p:cNvPr>
          <p:cNvSpPr>
            <a:spLocks noGrp="1"/>
          </p:cNvSpPr>
          <p:nvPr/>
        </p:nvSpPr>
        <p:spPr>
          <a:xfrm>
            <a:off x="106680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5" name="pixel-1633">
            <a:extLst>
              <a:ext uri="{FF2B5EF4-FFF2-40B4-BE49-F238E27FC236}">
                <a16:creationId xmlns:a16="http://schemas.microsoft.com/office/drawing/2014/main" id="{0566DE16-5026-445D-BBCF-C3C3295DC6FD}"/>
              </a:ext>
            </a:extLst>
          </p:cNvPr>
          <p:cNvSpPr>
            <a:spLocks noGrp="1"/>
          </p:cNvSpPr>
          <p:nvPr/>
        </p:nvSpPr>
        <p:spPr>
          <a:xfrm>
            <a:off x="1762125" y="3762375"/>
            <a:ext cx="695325" cy="695325"/>
          </a:xfrm>
          <a:prstGeom prst="rect">
            <a:avLst/>
          </a:prstGeom>
          <a:solidFill>
            <a:srgbClr val="303841"/>
          </a:solidFill>
          <a:ln w="7144">
            <a:solidFill>
              <a:srgbClr val="98A1AA"/>
            </a:solidFill>
          </a:ln>
        </p:spPr>
      </p:sp>
      <p:sp>
        <p:nvSpPr>
          <p:cNvPr id="26" name="pixel-value-1634">
            <a:extLst>
              <a:ext uri="{FF2B5EF4-FFF2-40B4-BE49-F238E27FC236}">
                <a16:creationId xmlns:a16="http://schemas.microsoft.com/office/drawing/2014/main" id="{AC45C56E-FFBB-45AB-A96B-77E9BB552D63}"/>
              </a:ext>
            </a:extLst>
          </p:cNvPr>
          <p:cNvSpPr>
            <a:spLocks noGrp="1"/>
          </p:cNvSpPr>
          <p:nvPr/>
        </p:nvSpPr>
        <p:spPr>
          <a:xfrm>
            <a:off x="176212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7" name="pixel-1635">
            <a:extLst>
              <a:ext uri="{FF2B5EF4-FFF2-40B4-BE49-F238E27FC236}">
                <a16:creationId xmlns:a16="http://schemas.microsoft.com/office/drawing/2014/main" id="{CFED3BC6-E4AD-431B-BE57-94ED1C309317}"/>
              </a:ext>
            </a:extLst>
          </p:cNvPr>
          <p:cNvSpPr>
            <a:spLocks noGrp="1"/>
          </p:cNvSpPr>
          <p:nvPr/>
        </p:nvSpPr>
        <p:spPr>
          <a:xfrm>
            <a:off x="2457450" y="3762375"/>
            <a:ext cx="695325" cy="695325"/>
          </a:xfrm>
          <a:prstGeom prst="rect">
            <a:avLst/>
          </a:prstGeom>
          <a:solidFill>
            <a:srgbClr val="303841"/>
          </a:solidFill>
          <a:ln w="7144">
            <a:solidFill>
              <a:srgbClr val="98A1AA"/>
            </a:solidFill>
          </a:ln>
        </p:spPr>
      </p:sp>
      <p:sp>
        <p:nvSpPr>
          <p:cNvPr id="28" name="pixel-value-1636">
            <a:extLst>
              <a:ext uri="{FF2B5EF4-FFF2-40B4-BE49-F238E27FC236}">
                <a16:creationId xmlns:a16="http://schemas.microsoft.com/office/drawing/2014/main" id="{C9C74A22-C6ED-4658-8A75-AD92B83BC999}"/>
              </a:ext>
            </a:extLst>
          </p:cNvPr>
          <p:cNvSpPr>
            <a:spLocks noGrp="1"/>
          </p:cNvSpPr>
          <p:nvPr/>
        </p:nvSpPr>
        <p:spPr>
          <a:xfrm>
            <a:off x="245745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9" name="pixel-1637">
            <a:extLst>
              <a:ext uri="{FF2B5EF4-FFF2-40B4-BE49-F238E27FC236}">
                <a16:creationId xmlns:a16="http://schemas.microsoft.com/office/drawing/2014/main" id="{692571D7-BB5B-4530-BBBC-2F5B2A6AB078}"/>
              </a:ext>
            </a:extLst>
          </p:cNvPr>
          <p:cNvSpPr>
            <a:spLocks noGrp="1"/>
          </p:cNvSpPr>
          <p:nvPr/>
        </p:nvSpPr>
        <p:spPr>
          <a:xfrm>
            <a:off x="3152775" y="3762375"/>
            <a:ext cx="695325" cy="695325"/>
          </a:xfrm>
          <a:prstGeom prst="rect">
            <a:avLst/>
          </a:prstGeom>
          <a:solidFill>
            <a:srgbClr val="303841"/>
          </a:solidFill>
          <a:ln w="7144">
            <a:solidFill>
              <a:srgbClr val="98A1AA"/>
            </a:solidFill>
          </a:ln>
        </p:spPr>
      </p:sp>
      <p:sp>
        <p:nvSpPr>
          <p:cNvPr id="30" name="pixel-value-1638">
            <a:extLst>
              <a:ext uri="{FF2B5EF4-FFF2-40B4-BE49-F238E27FC236}">
                <a16:creationId xmlns:a16="http://schemas.microsoft.com/office/drawing/2014/main" id="{86AA6E8A-AFD2-4194-9E27-3AFDB72164E8}"/>
              </a:ext>
            </a:extLst>
          </p:cNvPr>
          <p:cNvSpPr>
            <a:spLocks noGrp="1"/>
          </p:cNvSpPr>
          <p:nvPr/>
        </p:nvSpPr>
        <p:spPr>
          <a:xfrm>
            <a:off x="315277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1" name="pixel-1639">
            <a:extLst>
              <a:ext uri="{FF2B5EF4-FFF2-40B4-BE49-F238E27FC236}">
                <a16:creationId xmlns:a16="http://schemas.microsoft.com/office/drawing/2014/main" id="{E684797C-781B-4E13-A6C6-2387A7400B84}"/>
              </a:ext>
            </a:extLst>
          </p:cNvPr>
          <p:cNvSpPr>
            <a:spLocks noGrp="1"/>
          </p:cNvSpPr>
          <p:nvPr/>
        </p:nvSpPr>
        <p:spPr>
          <a:xfrm>
            <a:off x="1066800" y="4457700"/>
            <a:ext cx="695325" cy="695325"/>
          </a:xfrm>
          <a:prstGeom prst="rect">
            <a:avLst/>
          </a:prstGeom>
          <a:solidFill>
            <a:srgbClr val="303841"/>
          </a:solidFill>
          <a:ln w="7144">
            <a:solidFill>
              <a:srgbClr val="98A1AA"/>
            </a:solidFill>
          </a:ln>
        </p:spPr>
      </p:sp>
      <p:sp>
        <p:nvSpPr>
          <p:cNvPr id="32" name="pixel-value-1640">
            <a:extLst>
              <a:ext uri="{FF2B5EF4-FFF2-40B4-BE49-F238E27FC236}">
                <a16:creationId xmlns:a16="http://schemas.microsoft.com/office/drawing/2014/main" id="{C2EFCAA2-C90F-42BC-93D5-BB9A7DCA2FAF}"/>
              </a:ext>
            </a:extLst>
          </p:cNvPr>
          <p:cNvSpPr>
            <a:spLocks noGrp="1"/>
          </p:cNvSpPr>
          <p:nvPr/>
        </p:nvSpPr>
        <p:spPr>
          <a:xfrm>
            <a:off x="106680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3" name="pixel-1641">
            <a:extLst>
              <a:ext uri="{FF2B5EF4-FFF2-40B4-BE49-F238E27FC236}">
                <a16:creationId xmlns:a16="http://schemas.microsoft.com/office/drawing/2014/main" id="{5A869BA3-5306-4524-8400-5E97DD90FF38}"/>
              </a:ext>
            </a:extLst>
          </p:cNvPr>
          <p:cNvSpPr>
            <a:spLocks noGrp="1"/>
          </p:cNvSpPr>
          <p:nvPr/>
        </p:nvSpPr>
        <p:spPr>
          <a:xfrm>
            <a:off x="1762125" y="4457700"/>
            <a:ext cx="695325" cy="695325"/>
          </a:xfrm>
          <a:prstGeom prst="rect">
            <a:avLst/>
          </a:prstGeom>
          <a:solidFill>
            <a:srgbClr val="303841"/>
          </a:solidFill>
          <a:ln w="7144">
            <a:solidFill>
              <a:srgbClr val="98A1AA"/>
            </a:solidFill>
          </a:ln>
        </p:spPr>
      </p:sp>
      <p:sp>
        <p:nvSpPr>
          <p:cNvPr id="34" name="pixel-value-1642">
            <a:extLst>
              <a:ext uri="{FF2B5EF4-FFF2-40B4-BE49-F238E27FC236}">
                <a16:creationId xmlns:a16="http://schemas.microsoft.com/office/drawing/2014/main" id="{D70EE03D-CB35-40B7-937F-A0485F4CBBD8}"/>
              </a:ext>
            </a:extLst>
          </p:cNvPr>
          <p:cNvSpPr>
            <a:spLocks noGrp="1"/>
          </p:cNvSpPr>
          <p:nvPr/>
        </p:nvSpPr>
        <p:spPr>
          <a:xfrm>
            <a:off x="176212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5" name="pixel-1643">
            <a:extLst>
              <a:ext uri="{FF2B5EF4-FFF2-40B4-BE49-F238E27FC236}">
                <a16:creationId xmlns:a16="http://schemas.microsoft.com/office/drawing/2014/main" id="{ECE4B976-5150-41AC-B878-E904D78AD2B3}"/>
              </a:ext>
            </a:extLst>
          </p:cNvPr>
          <p:cNvSpPr>
            <a:spLocks noGrp="1"/>
          </p:cNvSpPr>
          <p:nvPr/>
        </p:nvSpPr>
        <p:spPr>
          <a:xfrm>
            <a:off x="2457450" y="4457700"/>
            <a:ext cx="695325" cy="695325"/>
          </a:xfrm>
          <a:prstGeom prst="rect">
            <a:avLst/>
          </a:prstGeom>
          <a:solidFill>
            <a:srgbClr val="303841"/>
          </a:solidFill>
          <a:ln w="7144">
            <a:solidFill>
              <a:srgbClr val="98A1AA"/>
            </a:solidFill>
          </a:ln>
        </p:spPr>
      </p:sp>
      <p:sp>
        <p:nvSpPr>
          <p:cNvPr id="36" name="pixel-value-1644">
            <a:extLst>
              <a:ext uri="{FF2B5EF4-FFF2-40B4-BE49-F238E27FC236}">
                <a16:creationId xmlns:a16="http://schemas.microsoft.com/office/drawing/2014/main" id="{5B131462-DAF2-4E58-991C-C5A22428B909}"/>
              </a:ext>
            </a:extLst>
          </p:cNvPr>
          <p:cNvSpPr>
            <a:spLocks noGrp="1"/>
          </p:cNvSpPr>
          <p:nvPr/>
        </p:nvSpPr>
        <p:spPr>
          <a:xfrm>
            <a:off x="245745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7" name="pixel-1645">
            <a:extLst>
              <a:ext uri="{FF2B5EF4-FFF2-40B4-BE49-F238E27FC236}">
                <a16:creationId xmlns:a16="http://schemas.microsoft.com/office/drawing/2014/main" id="{870F3C0C-5D1C-430B-A01E-F45AB5E563D2}"/>
              </a:ext>
            </a:extLst>
          </p:cNvPr>
          <p:cNvSpPr>
            <a:spLocks noGrp="1"/>
          </p:cNvSpPr>
          <p:nvPr/>
        </p:nvSpPr>
        <p:spPr>
          <a:xfrm>
            <a:off x="3152775" y="4457700"/>
            <a:ext cx="695325" cy="695325"/>
          </a:xfrm>
          <a:prstGeom prst="rect">
            <a:avLst/>
          </a:prstGeom>
          <a:solidFill>
            <a:srgbClr val="303841"/>
          </a:solidFill>
          <a:ln w="7144">
            <a:solidFill>
              <a:srgbClr val="98A1AA"/>
            </a:solidFill>
          </a:ln>
        </p:spPr>
      </p:sp>
      <p:sp>
        <p:nvSpPr>
          <p:cNvPr id="38" name="pixel-value-1646">
            <a:extLst>
              <a:ext uri="{FF2B5EF4-FFF2-40B4-BE49-F238E27FC236}">
                <a16:creationId xmlns:a16="http://schemas.microsoft.com/office/drawing/2014/main" id="{B89FAC63-5F91-498F-9A53-50E7625E1ED1}"/>
              </a:ext>
            </a:extLst>
          </p:cNvPr>
          <p:cNvSpPr>
            <a:spLocks noGrp="1"/>
          </p:cNvSpPr>
          <p:nvPr/>
        </p:nvSpPr>
        <p:spPr>
          <a:xfrm>
            <a:off x="315277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9" name="prose-1647">
            <a:extLst>
              <a:ext uri="{FF2B5EF4-FFF2-40B4-BE49-F238E27FC236}">
                <a16:creationId xmlns:a16="http://schemas.microsoft.com/office/drawing/2014/main" id="{4DF9BBC6-1E61-47B9-A628-869137AF48B0}"/>
              </a:ext>
            </a:extLst>
          </p:cNvPr>
          <p:cNvSpPr>
            <a:spLocks noGrp="1"/>
          </p:cNvSpPr>
          <p:nvPr/>
        </p:nvSpPr>
        <p:spPr>
          <a:xfrm>
            <a:off x="6229350" y="2019300"/>
            <a:ext cx="5353050" cy="373380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4×4</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1인 픽셀: 16개</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최종 종이 조각: 1개</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확인은 16칸 검사</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분할 재귀는 필요 없습니다.</a:t>
            </a:r>
          </a:p>
        </p:txBody>
      </p:sp>
      <p:sp>
        <p:nvSpPr>
          <p:cNvPr id="40" name="banner-1648">
            <a:extLst>
              <a:ext uri="{FF2B5EF4-FFF2-40B4-BE49-F238E27FC236}">
                <a16:creationId xmlns:a16="http://schemas.microsoft.com/office/drawing/2014/main" id="{489EADC7-E437-4E30-AD30-B09902C0C92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41" name="banner-text-1649">
            <a:extLst>
              <a:ext uri="{FF2B5EF4-FFF2-40B4-BE49-F238E27FC236}">
                <a16:creationId xmlns:a16="http://schemas.microsoft.com/office/drawing/2014/main" id="{DB5AEC53-2734-4D67-9BFB-B3E2B561821B}"/>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한 변과 픽셀 수를 구분하세요.</a:t>
            </a:r>
          </a:p>
        </p:txBody>
      </p:sp>
      <p:sp>
        <p:nvSpPr>
          <p:cNvPr id="42" name="caption">
            <a:extLst>
              <a:ext uri="{FF2B5EF4-FFF2-40B4-BE49-F238E27FC236}">
                <a16:creationId xmlns:a16="http://schemas.microsoft.com/office/drawing/2014/main" id="{923B8F4A-C5EC-4A12-BD1F-9FC0181FEF4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검사 비용: 단색 Θ(N). 반복 전체 검사 모델 O(N log S) 상한, N = S².</a:t>
            </a:r>
          </a:p>
        </p:txBody>
      </p:sp>
    </p:spTree>
    <p:extLst>
      <p:ext uri="{BB962C8B-B14F-4D97-AF65-F5344CB8AC3E}">
        <p14:creationId xmlns:p14="http://schemas.microsoft.com/office/powerpoint/2010/main" val="28841157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세 개의 자연수 </a:t>
            </a:r>
            <a:r>
              <a:rPr lang="en-US" altLang="ko-KR" sz="1500" i="0">
                <a:solidFill>
                  <a:srgbClr val="606060"/>
                </a:solidFill>
                <a:latin typeface="Malgun Gothic"/>
                <a:ea typeface="Malgun Gothic"/>
                <a:cs typeface="Malgun Gothic"/>
              </a:rPr>
              <a:t>A, B, C</a:t>
            </a:r>
            <a:r>
              <a:rPr lang="ko-KR" altLang="en-US" sz="1500" i="0">
                <a:solidFill>
                  <a:srgbClr val="606060"/>
                </a:solidFill>
                <a:latin typeface="Malgun Gothic"/>
                <a:ea typeface="Malgun Gothic"/>
                <a:cs typeface="Malgun Gothic"/>
              </a:rPr>
              <a:t>가 주어진다</a:t>
            </a:r>
            <a:r>
              <a:rPr lang="en-US" altLang="ko-KR" sz="1500" i="0">
                <a:solidFill>
                  <a:srgbClr val="606060"/>
                </a:solidFill>
                <a:latin typeface="Malgun Gothic"/>
                <a:ea typeface="Malgun Gothic"/>
                <a:cs typeface="Malgun Gothic"/>
              </a:rPr>
              <a:t>. A</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번 곱한 수</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즉 </a:t>
            </a:r>
            <a:r>
              <a:rPr lang="en-US" altLang="ko-KR" sz="1500" i="0">
                <a:solidFill>
                  <a:srgbClr val="606060"/>
                </a:solidFill>
                <a:latin typeface="Malgun Gothic"/>
                <a:ea typeface="Malgun Gothic"/>
                <a:cs typeface="Malgun Gothic"/>
              </a:rPr>
              <a:t>A^B</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C</a:t>
            </a:r>
            <a:r>
              <a:rPr lang="ko-KR" altLang="en-US" sz="1500" i="0">
                <a:solidFill>
                  <a:srgbClr val="606060"/>
                </a:solidFill>
                <a:latin typeface="Malgun Gothic"/>
                <a:ea typeface="Malgun Gothic"/>
                <a:cs typeface="Malgun Gothic"/>
              </a:rPr>
              <a:t>로 나눈 나머지를 구하라</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문제는 </a:t>
            </a:r>
            <a:r>
              <a:rPr lang="en-US" altLang="ko-KR" sz="1500" i="0">
                <a:solidFill>
                  <a:srgbClr val="606060"/>
                </a:solidFill>
                <a:latin typeface="Malgun Gothic"/>
                <a:ea typeface="Malgun Gothic"/>
                <a:cs typeface="Malgun Gothic"/>
              </a:rPr>
              <a:t>A</a:t>
            </a:r>
            <a:r>
              <a:rPr lang="ko-KR" altLang="en-US" sz="1500" i="0">
                <a:solidFill>
                  <a:srgbClr val="606060"/>
                </a:solidFill>
                <a:latin typeface="Malgun Gothic"/>
                <a:ea typeface="Malgun Gothic"/>
                <a:cs typeface="Malgun Gothic"/>
              </a:rPr>
              <a:t>와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가 최대 </a:t>
            </a:r>
            <a:r>
              <a:rPr lang="en-US" altLang="ko-KR" sz="1500" i="0">
                <a:solidFill>
                  <a:srgbClr val="606060"/>
                </a:solidFill>
                <a:latin typeface="Malgun Gothic"/>
                <a:ea typeface="Malgun Gothic"/>
                <a:cs typeface="Malgun Gothic"/>
              </a:rPr>
              <a:t>2,147,483,647(</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에 달하는 매우 큰 수라는 점이다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단순한 반복으로는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 번의 곱셈이 필요하다</a:t>
            </a:r>
            <a:r>
              <a:rPr lang="en-US" altLang="ko-KR" sz="1500" i="0">
                <a:solidFill>
                  <a:srgbClr val="606060"/>
                </a:solidFill>
                <a:latin typeface="Malgun Gothic"/>
                <a:ea typeface="Malgun Gothic"/>
                <a:cs typeface="Malgun Gothic"/>
              </a:rPr>
              <a:t>.</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altLang="ko-KR" sz="1080" i="0">
                <a:solidFill>
                  <a:srgbClr val="171717"/>
                </a:solidFill>
                <a:latin typeface="Malgun Gothic"/>
                <a:ea typeface="Malgun Gothic"/>
                <a:cs typeface="Malgun Gothic"/>
              </a:rPr>
              <a:t>A^B = A^(B/2) × A^(B/2). </a:t>
            </a:r>
            <a:r>
              <a:rPr lang="ko-KR" altLang="en-US" sz="1080" i="0">
                <a:solidFill>
                  <a:srgbClr val="171717"/>
                </a:solidFill>
                <a:latin typeface="Malgun Gothic"/>
                <a:ea typeface="Malgun Gothic"/>
                <a:cs typeface="Malgun Gothic"/>
              </a:rPr>
              <a:t>절반만 계산하면 나머지 절반은 공짜다</a:t>
            </a:r>
            <a:r>
              <a:rPr lang="en-US" altLang="ko-KR" sz="1080" i="0">
                <a:solidFill>
                  <a:srgbClr val="171717"/>
                </a:solidFill>
                <a:latin typeface="Malgun Gothic"/>
                <a:ea typeface="Malgun Gothic"/>
                <a:cs typeface="Malgun Gothic"/>
              </a:rPr>
              <a:t>.</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en-US" sz="1250" b="1" i="0">
                <a:solidFill>
                  <a:srgbClr val="171717"/>
                </a:solidFill>
                <a:latin typeface="Malgun Gothic"/>
                <a:ea typeface="Malgun Gothic"/>
                <a:cs typeface="Malgun Gothic"/>
              </a:rPr>
              <a:t>B</a:t>
            </a:r>
            <a:r>
              <a:rPr lang="ko-KR" altLang="en-US" sz="1250" b="1" i="0">
                <a:solidFill>
                  <a:srgbClr val="171717"/>
                </a:solidFill>
                <a:latin typeface="Malgun Gothic"/>
                <a:ea typeface="Malgun Gothic"/>
                <a:cs typeface="Malgun Gothic"/>
              </a:rPr>
              <a:t>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sz="1080" i="0">
                <a:solidFill>
                  <a:srgbClr val="171717"/>
                </a:solidFill>
                <a:latin typeface="Malgun Gothic"/>
                <a:ea typeface="Malgun Gothic"/>
                <a:cs typeface="Malgun Gothic"/>
              </a:rPr>
              <a:t>A^B = A^(B/2) × A^(B/2) × A. </a:t>
            </a:r>
            <a:r>
              <a:rPr lang="ko-KR" altLang="en-US" sz="1080" i="0">
                <a:solidFill>
                  <a:srgbClr val="171717"/>
                </a:solidFill>
                <a:latin typeface="Malgun Gothic"/>
                <a:ea typeface="Malgun Gothic"/>
                <a:cs typeface="Malgun Gothic"/>
              </a:rPr>
              <a:t>남는 </a:t>
            </a:r>
            <a:r>
              <a:rPr lang="en-US" sz="1080" i="0">
                <a:solidFill>
                  <a:srgbClr val="171717"/>
                </a:solidFill>
                <a:latin typeface="Malgun Gothic"/>
                <a:ea typeface="Malgun Gothic"/>
                <a:cs typeface="Malgun Gothic"/>
              </a:rPr>
              <a:t>A </a:t>
            </a:r>
            <a:r>
              <a:rPr lang="ko-KR" altLang="en-US" sz="1080" i="0">
                <a:solidFill>
                  <a:srgbClr val="171717"/>
                </a:solidFill>
                <a:latin typeface="Malgun Gothic"/>
                <a:ea typeface="Malgun Gothic"/>
                <a:cs typeface="Malgun Gothic"/>
              </a:rPr>
              <a:t>하나를 곱해준다</a:t>
            </a:r>
            <a:r>
              <a:rPr lang="en-US" altLang="ko-KR" sz="1080" i="0">
                <a:solidFill>
                  <a:srgbClr val="171717"/>
                </a:solidFill>
                <a:latin typeface="Malgun Gothic"/>
                <a:ea typeface="Malgun Gothic"/>
                <a:cs typeface="Malgun Gothic"/>
              </a:rPr>
              <a:t>.</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lang="en-US" altLang="ko-KR" sz="1080" i="0">
                <a:solidFill>
                  <a:srgbClr val="606060"/>
                </a:solidFill>
                <a:latin typeface="Malgun Gothic"/>
                <a:ea typeface="Malgun Gothic"/>
                <a:cs typeface="Malgun Gothic"/>
              </a:rPr>
              <a:t>(a × b) mod c = ((a mod c) × (b mod c)) mod c. </a:t>
            </a:r>
            <a:r>
              <a:rPr lang="ko-KR" altLang="en-US" sz="1080" i="0">
                <a:solidFill>
                  <a:srgbClr val="606060"/>
                </a:solidFill>
                <a:latin typeface="Malgun Gothic"/>
                <a:ea typeface="Malgun Gothic"/>
                <a:cs typeface="Malgun Gothic"/>
              </a:rPr>
              <a:t>매 단계 나머지를 취해 수가 커지지 않게 한다</a:t>
            </a:r>
            <a:r>
              <a:rPr lang="en-US" altLang="ko-KR" sz="1080" i="0">
                <a:solidFill>
                  <a:srgbClr val="606060"/>
                </a:solidFill>
                <a:latin typeface="Malgun Gothic"/>
                <a:ea typeface="Malgun Gothic"/>
                <a:cs typeface="Malgun Gothic"/>
              </a:rPr>
              <a:t>.</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lang="pt-B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lang="ko-KR" altLang="en-US"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lang="en-US" altLang="ko-K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lang="en-US" altLang="ko-K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21</a:t>
            </a:r>
            <a:r>
              <a:rPr lang="ko-KR" altLang="en-US" sz="1500" i="0">
                <a:solidFill>
                  <a:srgbClr val="171717"/>
                </a:solidFill>
                <a:latin typeface="Malgun Gothic"/>
                <a:ea typeface="Malgun Gothic"/>
                <a:cs typeface="Malgun Gothic"/>
              </a:rPr>
              <a:t>억 번의 곱셈이</a:t>
            </a:r>
          </a:p>
          <a:p>
            <a:pPr marL="0" indent="0" algn="l">
              <a:lnSpc>
                <a:spcPct val="135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약 </a:t>
            </a:r>
            <a:r>
              <a:rPr lang="en-US" altLang="ko-KR" sz="1500" i="0">
                <a:solidFill>
                  <a:srgbClr val="171717"/>
                </a:solidFill>
                <a:latin typeface="Malgun Gothic"/>
                <a:ea typeface="Malgun Gothic"/>
                <a:cs typeface="Malgun Gothic"/>
              </a:rPr>
              <a:t>31</a:t>
            </a:r>
            <a:r>
              <a:rPr lang="ko-KR" altLang="en-US" sz="1500" i="0">
                <a:solidFill>
                  <a:srgbClr val="171717"/>
                </a:solidFill>
                <a:latin typeface="Malgun Gothic"/>
                <a:ea typeface="Malgun Gothic"/>
                <a:cs typeface="Malgun Gothic"/>
              </a:rPr>
              <a:t>단계로 줄어든다</a:t>
            </a:r>
            <a:r>
              <a:rPr lang="en-US" altLang="ko-KR" sz="1500" i="0">
                <a:solidFill>
                  <a:srgbClr val="171717"/>
                </a:solidFill>
                <a:latin typeface="Malgun Gothic"/>
                <a:ea typeface="Malgun Gothic"/>
                <a:cs typeface="Malgun Gothic"/>
              </a:rPr>
              <a:t>.</a:t>
            </a:r>
          </a:p>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곱셈 </a:t>
            </a:r>
            <a:r>
              <a:rPr lang="en-US" altLang="ko-KR" sz="3000" b="1" i="0">
                <a:solidFill>
                  <a:srgbClr val="171717"/>
                </a:solidFill>
                <a:latin typeface="Malgun Gothic"/>
                <a:ea typeface="Malgun Gothic"/>
                <a:cs typeface="Malgun Gothic"/>
              </a:rPr>
              <a:t>— A^B mod C </a:t>
            </a:r>
            <a:r>
              <a:rPr lang="ko-KR" altLang="en-US" sz="3000" b="1" i="0">
                <a:solidFill>
                  <a:srgbClr val="171717"/>
                </a:solidFill>
                <a:latin typeface="Malgun Gothic"/>
                <a:ea typeface="Malgun Gothic"/>
                <a:cs typeface="Malgun Gothic"/>
              </a:rPr>
              <a:t>를 눈 깜짝할 사이에</a:t>
            </a:r>
            <a:endParaRPr sz="3000" b="1" i="0">
              <a:solidFill>
                <a:srgbClr val="171717"/>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221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5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2 (</a:t>
            </a:r>
            <a:r>
              <a:rPr lang="ko-KR" altLang="en-US" sz="950" i="0">
                <a:solidFill>
                  <a:srgbClr val="171717"/>
                </a:solidFill>
                <a:latin typeface="Malgun Gothic"/>
                <a:ea typeface="Malgun Gothic"/>
                <a:cs typeface="Malgun Gothic"/>
              </a:rPr>
              <a:t>짝수</a:t>
            </a:r>
            <a:r>
              <a:rPr lang="en-US" altLang="ko-KR" sz="950" i="0">
                <a:solidFill>
                  <a:srgbClr val="171717"/>
                </a:solidFill>
                <a:latin typeface="Malgun Gothic"/>
                <a:ea typeface="Malgun Gothic"/>
                <a:cs typeface="Malgun Gothic"/>
              </a:rPr>
              <a:t>)</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깊이는 </a:t>
            </a:r>
            <a:r>
              <a:rPr lang="en-US" sz="1230" b="1" i="0">
                <a:solidFill>
                  <a:srgbClr val="171717"/>
                </a:solidFill>
                <a:latin typeface="Malgun Gothic"/>
                <a:ea typeface="Malgun Gothic"/>
                <a:cs typeface="Malgun Gothic"/>
              </a:rPr>
              <a:t>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lang="en-US" altLang="ko-KR" sz="1100" i="0">
                <a:solidFill>
                  <a:srgbClr val="171717"/>
                </a:solidFill>
                <a:latin typeface="Malgun Gothic"/>
                <a:ea typeface="Malgun Gothic"/>
                <a:cs typeface="Malgun Gothic"/>
              </a:rPr>
              <a:t>B = 21</a:t>
            </a:r>
            <a:r>
              <a:rPr lang="ko-KR" altLang="en-US" sz="1100" i="0">
                <a:solidFill>
                  <a:srgbClr val="171717"/>
                </a:solidFill>
                <a:latin typeface="Malgun Gothic"/>
                <a:ea typeface="Malgun Gothic"/>
                <a:cs typeface="Malgun Gothic"/>
              </a:rPr>
              <a:t>억이어도 재귀 깊이는 </a:t>
            </a:r>
            <a:r>
              <a:rPr lang="en-US" altLang="ko-KR" sz="1100" i="0">
                <a:solidFill>
                  <a:srgbClr val="171717"/>
                </a:solidFill>
                <a:latin typeface="Malgun Gothic"/>
                <a:ea typeface="Malgun Gothic"/>
                <a:cs typeface="Malgun Gothic"/>
              </a:rPr>
              <a:t>31</a:t>
            </a:r>
            <a:r>
              <a:rPr lang="ko-KR" altLang="en-US" sz="1100" i="0">
                <a:solidFill>
                  <a:srgbClr val="171717"/>
                </a:solidFill>
                <a:latin typeface="Malgun Gothic"/>
                <a:ea typeface="Malgun Gothic"/>
                <a:cs typeface="Malgun Gothic"/>
              </a:rPr>
              <a:t>에 불과하다</a:t>
            </a:r>
            <a:r>
              <a:rPr lang="en-US" altLang="ko-KR" sz="1100" i="0">
                <a:solidFill>
                  <a:srgbClr val="171717"/>
                </a:solidFill>
                <a:latin typeface="Malgun Gothic"/>
                <a:ea typeface="Malgun Gothic"/>
                <a:cs typeface="Malgun Gothic"/>
              </a:rPr>
              <a:t>.</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result</a:t>
            </a:r>
            <a:endParaRPr sz="1500" b="0" i="0">
              <a:solidFill>
                <a:srgbClr val="FFFFFF"/>
              </a:solidFill>
              <a:latin typeface="Consolas"/>
              <a:ea typeface="Consolas"/>
              <a:cs typeface="Consolas"/>
            </a:endParaRP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print(power(A, B, C))</a:t>
            </a:r>
            <a:endParaRPr sz="900" b="0" i="0">
              <a:solidFill>
                <a:srgbClr val="FFFFFF"/>
              </a:solidFill>
              <a:latin typeface="Consolas"/>
              <a:ea typeface="Consolas"/>
              <a:cs typeface="Consolas"/>
            </a:endParaRP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분할 정복 거듭제곱 </a:t>
            </a:r>
            <a:r>
              <a:rPr lang="en-US" altLang="ko-KR" sz="3000" b="1" i="0">
                <a:solidFill>
                  <a:srgbClr val="171717"/>
                </a:solidFill>
                <a:latin typeface="Malgun Gothic"/>
                <a:ea typeface="Malgun Gothic"/>
                <a:cs typeface="Malgun Gothic"/>
              </a:rPr>
              <a:t>(fast power)</a:t>
            </a:r>
            <a:endParaRPr sz="3000" b="1" i="0">
              <a:solidFill>
                <a:srgbClr val="171717"/>
              </a:solidFill>
              <a:latin typeface="Malgun Gothic"/>
              <a:ea typeface="Malgun Gothic"/>
              <a:cs typeface="Malgun Gothic"/>
            </a:endParaRP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222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45469872-F430-421E-BFEB-77FE407FCC1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8D13334F-3EF4-44C1-B445-1712F30976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C4BA33-0E0B-41C9-842A-562B36C9DC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빠른 거듭제곱: 3¹¹ mod 7을 끝까지</a:t>
            </a:r>
          </a:p>
        </p:txBody>
      </p:sp>
      <p:sp>
        <p:nvSpPr>
          <p:cNvPr id="4" name="line-1650">
            <a:extLst>
              <a:ext uri="{FF2B5EF4-FFF2-40B4-BE49-F238E27FC236}">
                <a16:creationId xmlns:a16="http://schemas.microsoft.com/office/drawing/2014/main" id="{A2461D0F-4BE4-4F16-BAD8-92025037AD7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3BF9169-D5F7-4CE2-A412-AB3ED140CB0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83F4ED0-E98C-41C0-8D1C-BF7592799C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223</a:t>
            </a:r>
            <a:endParaRPr sz="1050" b="0">
              <a:solidFill>
                <a:srgbClr val="151515"/>
              </a:solidFill>
              <a:latin typeface="Consolas"/>
              <a:ea typeface="Consolas"/>
              <a:cs typeface="Consolas"/>
            </a:endParaRPr>
          </a:p>
        </p:txBody>
      </p:sp>
      <p:sp>
        <p:nvSpPr>
          <p:cNvPr id="7" name="stage-1651">
            <a:extLst>
              <a:ext uri="{FF2B5EF4-FFF2-40B4-BE49-F238E27FC236}">
                <a16:creationId xmlns:a16="http://schemas.microsoft.com/office/drawing/2014/main" id="{A2E77D2A-ED84-4800-AA31-78282EB6D1A8}"/>
              </a:ext>
            </a:extLst>
          </p:cNvPr>
          <p:cNvSpPr>
            <a:spLocks noGrp="1"/>
          </p:cNvSpPr>
          <p:nvPr/>
        </p:nvSpPr>
        <p:spPr>
          <a:xfrm>
            <a:off x="609600" y="1828800"/>
            <a:ext cx="2042160" cy="609600"/>
          </a:xfrm>
          <a:prstGeom prst="rect">
            <a:avLst/>
          </a:prstGeom>
          <a:solidFill>
            <a:srgbClr val="EEF5F8"/>
          </a:solidFill>
          <a:ln w="9525">
            <a:solidFill>
              <a:srgbClr val="146995"/>
            </a:solidFill>
          </a:ln>
        </p:spPr>
      </p:sp>
      <p:sp>
        <p:nvSpPr>
          <p:cNvPr id="8" name="stage-text-1652">
            <a:extLst>
              <a:ext uri="{FF2B5EF4-FFF2-40B4-BE49-F238E27FC236}">
                <a16:creationId xmlns:a16="http://schemas.microsoft.com/office/drawing/2014/main" id="{17B559FC-AD87-49C3-BBE1-96B580246256}"/>
              </a:ext>
            </a:extLst>
          </p:cNvPr>
          <p:cNvSpPr>
            <a:spLocks noGrp="1"/>
          </p:cNvSpPr>
          <p:nvPr/>
        </p:nvSpPr>
        <p:spPr>
          <a:xfrm>
            <a:off x="60960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11</a:t>
            </a:r>
          </a:p>
        </p:txBody>
      </p:sp>
      <p:sp>
        <p:nvSpPr>
          <p:cNvPr id="9" name="stage-1653">
            <a:extLst>
              <a:ext uri="{FF2B5EF4-FFF2-40B4-BE49-F238E27FC236}">
                <a16:creationId xmlns:a16="http://schemas.microsoft.com/office/drawing/2014/main" id="{DD38BF1A-9E67-46C5-8673-5D1AAD93494D}"/>
              </a:ext>
            </a:extLst>
          </p:cNvPr>
          <p:cNvSpPr>
            <a:spLocks noGrp="1"/>
          </p:cNvSpPr>
          <p:nvPr/>
        </p:nvSpPr>
        <p:spPr>
          <a:xfrm>
            <a:off x="2842260" y="1828800"/>
            <a:ext cx="2042160" cy="609600"/>
          </a:xfrm>
          <a:prstGeom prst="rect">
            <a:avLst/>
          </a:prstGeom>
          <a:solidFill>
            <a:srgbClr val="EEF5F8"/>
          </a:solidFill>
          <a:ln w="9525">
            <a:solidFill>
              <a:srgbClr val="146995"/>
            </a:solidFill>
          </a:ln>
        </p:spPr>
      </p:sp>
      <p:sp>
        <p:nvSpPr>
          <p:cNvPr id="10" name="stage-text-1654">
            <a:extLst>
              <a:ext uri="{FF2B5EF4-FFF2-40B4-BE49-F238E27FC236}">
                <a16:creationId xmlns:a16="http://schemas.microsoft.com/office/drawing/2014/main" id="{E3943C79-3725-4F34-8A52-260FE3703890}"/>
              </a:ext>
            </a:extLst>
          </p:cNvPr>
          <p:cNvSpPr>
            <a:spLocks noGrp="1"/>
          </p:cNvSpPr>
          <p:nvPr/>
        </p:nvSpPr>
        <p:spPr>
          <a:xfrm>
            <a:off x="284226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1" name="stage-1655">
            <a:extLst>
              <a:ext uri="{FF2B5EF4-FFF2-40B4-BE49-F238E27FC236}">
                <a16:creationId xmlns:a16="http://schemas.microsoft.com/office/drawing/2014/main" id="{AF4A06F4-9876-403D-81C5-E0B843C95B72}"/>
              </a:ext>
            </a:extLst>
          </p:cNvPr>
          <p:cNvSpPr>
            <a:spLocks noGrp="1"/>
          </p:cNvSpPr>
          <p:nvPr/>
        </p:nvSpPr>
        <p:spPr>
          <a:xfrm>
            <a:off x="5074920" y="1828800"/>
            <a:ext cx="2042160" cy="609600"/>
          </a:xfrm>
          <a:prstGeom prst="rect">
            <a:avLst/>
          </a:prstGeom>
          <a:solidFill>
            <a:srgbClr val="EEF5F8"/>
          </a:solidFill>
          <a:ln w="9525">
            <a:solidFill>
              <a:srgbClr val="146995"/>
            </a:solidFill>
          </a:ln>
        </p:spPr>
      </p:sp>
      <p:sp>
        <p:nvSpPr>
          <p:cNvPr id="12" name="stage-text-1656">
            <a:extLst>
              <a:ext uri="{FF2B5EF4-FFF2-40B4-BE49-F238E27FC236}">
                <a16:creationId xmlns:a16="http://schemas.microsoft.com/office/drawing/2014/main" id="{2E2ABB84-1EE7-4A8C-B527-8D828F3CB984}"/>
              </a:ext>
            </a:extLst>
          </p:cNvPr>
          <p:cNvSpPr>
            <a:spLocks noGrp="1"/>
          </p:cNvSpPr>
          <p:nvPr/>
        </p:nvSpPr>
        <p:spPr>
          <a:xfrm>
            <a:off x="507492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13" name="stage-1657">
            <a:extLst>
              <a:ext uri="{FF2B5EF4-FFF2-40B4-BE49-F238E27FC236}">
                <a16:creationId xmlns:a16="http://schemas.microsoft.com/office/drawing/2014/main" id="{4B49CFB4-5FC9-4703-8B6A-9C7C9612A10D}"/>
              </a:ext>
            </a:extLst>
          </p:cNvPr>
          <p:cNvSpPr>
            <a:spLocks noGrp="1"/>
          </p:cNvSpPr>
          <p:nvPr/>
        </p:nvSpPr>
        <p:spPr>
          <a:xfrm>
            <a:off x="7307580" y="1828800"/>
            <a:ext cx="2042160" cy="609600"/>
          </a:xfrm>
          <a:prstGeom prst="rect">
            <a:avLst/>
          </a:prstGeom>
          <a:solidFill>
            <a:srgbClr val="EEF5F8"/>
          </a:solidFill>
          <a:ln w="9525">
            <a:solidFill>
              <a:srgbClr val="146995"/>
            </a:solidFill>
          </a:ln>
        </p:spPr>
      </p:sp>
      <p:sp>
        <p:nvSpPr>
          <p:cNvPr id="14" name="stage-text-1658">
            <a:extLst>
              <a:ext uri="{FF2B5EF4-FFF2-40B4-BE49-F238E27FC236}">
                <a16:creationId xmlns:a16="http://schemas.microsoft.com/office/drawing/2014/main" id="{33252ACC-C787-4154-8C8E-706CB6F469FE}"/>
              </a:ext>
            </a:extLst>
          </p:cNvPr>
          <p:cNvSpPr>
            <a:spLocks noGrp="1"/>
          </p:cNvSpPr>
          <p:nvPr/>
        </p:nvSpPr>
        <p:spPr>
          <a:xfrm>
            <a:off x="730758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15" name="stage-1659">
            <a:extLst>
              <a:ext uri="{FF2B5EF4-FFF2-40B4-BE49-F238E27FC236}">
                <a16:creationId xmlns:a16="http://schemas.microsoft.com/office/drawing/2014/main" id="{B5DF6BC3-CECC-4923-A260-759EE885845C}"/>
              </a:ext>
            </a:extLst>
          </p:cNvPr>
          <p:cNvSpPr>
            <a:spLocks noGrp="1"/>
          </p:cNvSpPr>
          <p:nvPr/>
        </p:nvSpPr>
        <p:spPr>
          <a:xfrm>
            <a:off x="9540240" y="1828800"/>
            <a:ext cx="2042160" cy="609600"/>
          </a:xfrm>
          <a:prstGeom prst="rect">
            <a:avLst/>
          </a:prstGeom>
          <a:solidFill>
            <a:srgbClr val="EEF5F8"/>
          </a:solidFill>
          <a:ln w="9525">
            <a:solidFill>
              <a:srgbClr val="146995"/>
            </a:solidFill>
          </a:ln>
        </p:spPr>
      </p:sp>
      <p:sp>
        <p:nvSpPr>
          <p:cNvPr id="16" name="stage-text-1660">
            <a:extLst>
              <a:ext uri="{FF2B5EF4-FFF2-40B4-BE49-F238E27FC236}">
                <a16:creationId xmlns:a16="http://schemas.microsoft.com/office/drawing/2014/main" id="{097F97B6-A54B-4CEE-A5CD-FB6E39405B2B}"/>
              </a:ext>
            </a:extLst>
          </p:cNvPr>
          <p:cNvSpPr>
            <a:spLocks noGrp="1"/>
          </p:cNvSpPr>
          <p:nvPr/>
        </p:nvSpPr>
        <p:spPr>
          <a:xfrm>
            <a:off x="954024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0</a:t>
            </a:r>
          </a:p>
        </p:txBody>
      </p:sp>
      <p:graphicFrame>
        <p:nvGraphicFramePr>
          <p:cNvPr id="17" name="표 16">
            <a:extLst>
              <a:ext uri="{FF2B5EF4-FFF2-40B4-BE49-F238E27FC236}">
                <a16:creationId xmlns:a16="http://schemas.microsoft.com/office/drawing/2014/main" id="{14BF288E-0CC8-4CE0-A8B2-80DA52164339}"/>
              </a:ext>
            </a:extLst>
          </p:cNvPr>
          <p:cNvGraphicFramePr/>
          <p:nvPr/>
        </p:nvGraphicFramePr>
        <p:xfrm>
          <a:off x="609600" y="2876550"/>
          <a:ext cx="10972800" cy="2914650"/>
        </p:xfrm>
        <a:graphic>
          <a:graphicData uri="http://schemas.openxmlformats.org/drawingml/2006/table">
            <a:tbl>
              <a:tblPr/>
              <a:tblGrid>
                <a:gridCol w="2333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6781800">
                  <a:extLst>
                    <a:ext uri="{9D8B030D-6E8A-4147-A177-3AD203B41FA5}">
                      <a16:colId xmlns:a16="http://schemas.microsoft.com/office/drawing/2014/main" val="20002"/>
                    </a:ext>
                  </a:extLst>
                </a:gridCol>
              </a:tblGrid>
              <a:tr h="485775">
                <a:tc>
                  <a:txBody>
                    <a:bodyPr/>
                    <a:lstStyle/>
                    <a:p>
                      <a:pPr algn="ctr"/>
                      <a:r>
                        <a:rPr sz="1875" b="1">
                          <a:solidFill>
                            <a:srgbClr val="FFFFFF"/>
                          </a:solidFill>
                          <a:latin typeface="Malgun Gothic"/>
                          <a:ea typeface="Malgun Gothic"/>
                          <a:cs typeface="Malgun Gothic"/>
                        </a:rPr>
                        <a:t>돌아온 지수 b</a:t>
                      </a:r>
                    </a:p>
                  </a:txBody>
                  <a:tcPr anchor="ctr">
                    <a:solidFill>
                      <a:srgbClr val="151515"/>
                    </a:solidFill>
                  </a:tcPr>
                </a:tc>
                <a:tc>
                  <a:txBody>
                    <a:bodyPr/>
                    <a:lstStyle/>
                    <a:p>
                      <a:pPr algn="ctr"/>
                      <a:r>
                        <a:rPr sz="1875" b="1">
                          <a:solidFill>
                            <a:srgbClr val="FFFFFF"/>
                          </a:solidFill>
                          <a:latin typeface="Malgun Gothic"/>
                          <a:ea typeface="Malgun Gothic"/>
                          <a:cs typeface="Malgun Gothic"/>
                        </a:rPr>
                        <a:t>half</a:t>
                      </a:r>
                    </a:p>
                  </a:txBody>
                  <a:tcPr anchor="ctr">
                    <a:solidFill>
                      <a:srgbClr val="151515"/>
                    </a:solidFill>
                  </a:tcPr>
                </a:tc>
                <a:tc>
                  <a:txBody>
                    <a:bodyPr/>
                    <a:lstStyle/>
                    <a:p>
                      <a:pPr algn="ctr"/>
                      <a:r>
                        <a:rPr sz="1875" b="1">
                          <a:solidFill>
                            <a:srgbClr val="FFFFFF"/>
                          </a:solidFill>
                          <a:latin typeface="Malgun Gothic"/>
                          <a:ea typeface="Malgun Gothic"/>
                          <a:cs typeface="Malgun Gothic"/>
                        </a:rPr>
                        <a:t>계산 후 나머지</a:t>
                      </a:r>
                    </a:p>
                  </a:txBody>
                  <a:tcPr anchor="ctr">
                    <a:solidFill>
                      <a:srgbClr val="151515"/>
                    </a:solidFill>
                  </a:tcPr>
                </a:tc>
                <a:extLst>
                  <a:ext uri="{0D108BD9-81ED-4DB2-BD59-A6C34878D82A}">
                    <a16:rowId xmlns:a16="http://schemas.microsoft.com/office/drawing/2014/main" val="10000"/>
                  </a:ext>
                </a:extLst>
              </a:tr>
              <a:tr h="485775">
                <a:tc>
                  <a:txBody>
                    <a:bodyPr/>
                    <a:lstStyle/>
                    <a:p>
                      <a:pPr algn="ctr"/>
                      <a:r>
                        <a:rPr sz="1875" b="0">
                          <a:solidFill>
                            <a:srgbClr val="151515"/>
                          </a:solidFill>
                          <a:latin typeface="Malgun Gothic"/>
                          <a:ea typeface="Malgun Gothic"/>
                          <a:cs typeface="Malgun Gothic"/>
                        </a:rPr>
                        <a:t>0</a:t>
                      </a:r>
                    </a:p>
                  </a:txBody>
                  <a:tcPr anchor="ctr">
                    <a:solidFill>
                      <a:srgbClr val="FFFFFF"/>
                    </a:solidFill>
                  </a:tcPr>
                </a:tc>
                <a:tc>
                  <a:txBody>
                    <a:bodyPr/>
                    <a:lstStyle/>
                    <a:p>
                      <a:pPr algn="ctr"/>
                      <a:r>
                        <a:rPr sz="1875" b="0">
                          <a:solidFill>
                            <a:srgbClr val="151515"/>
                          </a:solidFill>
                          <a:latin typeface="Malgun Gothic"/>
                          <a:ea typeface="Malgun Gothic"/>
                          <a:cs typeface="Malgun Gothic"/>
                        </a:rPr>
                        <a:t>기저 사례</a:t>
                      </a:r>
                    </a:p>
                  </a:txBody>
                  <a:tcPr anchor="ctr">
                    <a:solidFill>
                      <a:srgbClr val="FFFFFF"/>
                    </a:solidFill>
                  </a:tcPr>
                </a:tc>
                <a:tc>
                  <a:txBody>
                    <a:bodyPr/>
                    <a:lstStyle/>
                    <a:p>
                      <a:pPr algn="ctr"/>
                      <a:r>
                        <a:rPr sz="1875" b="0">
                          <a:solidFill>
                            <a:srgbClr val="151515"/>
                          </a:solidFill>
                          <a:latin typeface="Malgun Gothic"/>
                          <a:ea typeface="Malgun Gothic"/>
                          <a:cs typeface="Malgun Gothic"/>
                        </a:rPr>
                        <a:t>1</a:t>
                      </a:r>
                    </a:p>
                  </a:txBody>
                  <a:tcPr anchor="ctr">
                    <a:solidFill>
                      <a:srgbClr val="FFFFFF"/>
                    </a:solidFill>
                  </a:tcPr>
                </a:tc>
                <a:extLst>
                  <a:ext uri="{0D108BD9-81ED-4DB2-BD59-A6C34878D82A}">
                    <a16:rowId xmlns:a16="http://schemas.microsoft.com/office/drawing/2014/main" val="10001"/>
                  </a:ext>
                </a:extLst>
              </a:tr>
              <a:tr h="485775">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 × 1 × 3 mod 7 = 3</a:t>
                      </a:r>
                    </a:p>
                  </a:txBody>
                  <a:tcPr anchor="ctr">
                    <a:solidFill>
                      <a:srgbClr val="F1F4F6"/>
                    </a:solidFill>
                  </a:tcPr>
                </a:tc>
                <a:extLst>
                  <a:ext uri="{0D108BD9-81ED-4DB2-BD59-A6C34878D82A}">
                    <a16:rowId xmlns:a16="http://schemas.microsoft.com/office/drawing/2014/main" val="10002"/>
                  </a:ext>
                </a:extLst>
              </a:tr>
              <a:tr h="485775">
                <a:tc>
                  <a:txBody>
                    <a:bodyPr/>
                    <a:lstStyle/>
                    <a:p>
                      <a:pPr algn="ctr"/>
                      <a:r>
                        <a:rPr sz="1875" b="0">
                          <a:solidFill>
                            <a:srgbClr val="151515"/>
                          </a:solidFill>
                          <a:latin typeface="Malgun Gothic"/>
                          <a:ea typeface="Malgun Gothic"/>
                          <a:cs typeface="Malgun Gothic"/>
                        </a:rPr>
                        <a:t>2</a:t>
                      </a:r>
                    </a:p>
                  </a:txBody>
                  <a:tcPr anchor="ctr">
                    <a:solidFill>
                      <a:srgbClr val="FFFFFF"/>
                    </a:solidFill>
                  </a:tcPr>
                </a:tc>
                <a:tc>
                  <a:txBody>
                    <a:bodyPr/>
                    <a:lstStyle/>
                    <a:p>
                      <a:pPr algn="ctr"/>
                      <a:r>
                        <a:rPr sz="1875" b="0">
                          <a:solidFill>
                            <a:srgbClr val="151515"/>
                          </a:solidFill>
                          <a:latin typeface="Malgun Gothic"/>
                          <a:ea typeface="Malgun Gothic"/>
                          <a:cs typeface="Malgun Gothic"/>
                        </a:rPr>
                        <a:t>3</a:t>
                      </a:r>
                    </a:p>
                  </a:txBody>
                  <a:tcPr anchor="ctr">
                    <a:solidFill>
                      <a:srgbClr val="FFFFFF"/>
                    </a:solidFill>
                  </a:tcPr>
                </a:tc>
                <a:tc>
                  <a:txBody>
                    <a:bodyPr/>
                    <a:lstStyle/>
                    <a:p>
                      <a:pPr algn="ctr"/>
                      <a:r>
                        <a:rPr sz="1875" b="0">
                          <a:solidFill>
                            <a:srgbClr val="151515"/>
                          </a:solidFill>
                          <a:latin typeface="Malgun Gothic"/>
                          <a:ea typeface="Malgun Gothic"/>
                          <a:cs typeface="Malgun Gothic"/>
                        </a:rPr>
                        <a:t>3 × 3 mod 7 = 2</a:t>
                      </a:r>
                    </a:p>
                  </a:txBody>
                  <a:tcPr anchor="ctr">
                    <a:solidFill>
                      <a:srgbClr val="FFFFFF"/>
                    </a:solidFill>
                  </a:tcPr>
                </a:tc>
                <a:extLst>
                  <a:ext uri="{0D108BD9-81ED-4DB2-BD59-A6C34878D82A}">
                    <a16:rowId xmlns:a16="http://schemas.microsoft.com/office/drawing/2014/main" val="10003"/>
                  </a:ext>
                </a:extLst>
              </a:tr>
              <a:tr h="485775">
                <a:tc>
                  <a:txBody>
                    <a:bodyPr/>
                    <a:lstStyle/>
                    <a:p>
                      <a:pPr algn="ctr"/>
                      <a:r>
                        <a:rPr sz="1875" b="0">
                          <a:solidFill>
                            <a:srgbClr val="151515"/>
                          </a:solidFill>
                          <a:latin typeface="Malgun Gothic"/>
                          <a:ea typeface="Malgun Gothic"/>
                          <a:cs typeface="Malgun Gothic"/>
                        </a:rPr>
                        <a:t>5</a:t>
                      </a:r>
                    </a:p>
                  </a:txBody>
                  <a:tcPr anchor="ctr">
                    <a:solidFill>
                      <a:srgbClr val="F1F4F6"/>
                    </a:solidFill>
                  </a:tcPr>
                </a:tc>
                <a:tc>
                  <a:txBody>
                    <a:bodyPr/>
                    <a:lstStyle/>
                    <a:p>
                      <a:pPr algn="ctr"/>
                      <a:r>
                        <a:rPr sz="1875" b="0">
                          <a:solidFill>
                            <a:srgbClr val="151515"/>
                          </a:solidFill>
                          <a:latin typeface="Malgun Gothic"/>
                          <a:ea typeface="Malgun Gothic"/>
                          <a:cs typeface="Malgun Gothic"/>
                        </a:rPr>
                        <a:t>2</a:t>
                      </a:r>
                    </a:p>
                  </a:txBody>
                  <a:tcPr anchor="ctr">
                    <a:solidFill>
                      <a:srgbClr val="F1F4F6"/>
                    </a:solidFill>
                  </a:tcPr>
                </a:tc>
                <a:tc>
                  <a:txBody>
                    <a:bodyPr/>
                    <a:lstStyle/>
                    <a:p>
                      <a:pPr algn="ctr"/>
                      <a:r>
                        <a:rPr sz="1875" b="0">
                          <a:solidFill>
                            <a:srgbClr val="151515"/>
                          </a:solidFill>
                          <a:latin typeface="Malgun Gothic"/>
                          <a:ea typeface="Malgun Gothic"/>
                          <a:cs typeface="Malgun Gothic"/>
                        </a:rPr>
                        <a:t>2 × 2 × 3 mod 7 = 5</a:t>
                      </a:r>
                    </a:p>
                  </a:txBody>
                  <a:tcPr anchor="ctr">
                    <a:solidFill>
                      <a:srgbClr val="F1F4F6"/>
                    </a:solidFill>
                  </a:tcPr>
                </a:tc>
                <a:extLst>
                  <a:ext uri="{0D108BD9-81ED-4DB2-BD59-A6C34878D82A}">
                    <a16:rowId xmlns:a16="http://schemas.microsoft.com/office/drawing/2014/main" val="10004"/>
                  </a:ext>
                </a:extLst>
              </a:tr>
              <a:tr h="485775">
                <a:tc>
                  <a:txBody>
                    <a:bodyPr/>
                    <a:lstStyle/>
                    <a:p>
                      <a:pPr algn="ctr"/>
                      <a:r>
                        <a:rPr sz="1875" b="0">
                          <a:solidFill>
                            <a:srgbClr val="151515"/>
                          </a:solidFill>
                          <a:latin typeface="Malgun Gothic"/>
                          <a:ea typeface="Malgun Gothic"/>
                          <a:cs typeface="Malgun Gothic"/>
                        </a:rPr>
                        <a:t>11</a:t>
                      </a:r>
                    </a:p>
                  </a:txBody>
                  <a:tcPr anchor="ctr">
                    <a:solidFill>
                      <a:srgbClr val="FFFFFF"/>
                    </a:solidFill>
                  </a:tcPr>
                </a:tc>
                <a:tc>
                  <a:txBody>
                    <a:bodyPr/>
                    <a:lstStyle/>
                    <a:p>
                      <a:pPr algn="ctr"/>
                      <a:r>
                        <a:rPr sz="1875" b="0">
                          <a:solidFill>
                            <a:srgbClr val="151515"/>
                          </a:solidFill>
                          <a:latin typeface="Malgun Gothic"/>
                          <a:ea typeface="Malgun Gothic"/>
                          <a:cs typeface="Malgun Gothic"/>
                        </a:rPr>
                        <a:t>5</a:t>
                      </a:r>
                    </a:p>
                  </a:txBody>
                  <a:tcPr anchor="ctr">
                    <a:solidFill>
                      <a:srgbClr val="FFFFFF"/>
                    </a:solidFill>
                  </a:tcPr>
                </a:tc>
                <a:tc>
                  <a:txBody>
                    <a:bodyPr/>
                    <a:lstStyle/>
                    <a:p>
                      <a:pPr algn="ctr"/>
                      <a:r>
                        <a:rPr sz="1875" b="0">
                          <a:solidFill>
                            <a:srgbClr val="151515"/>
                          </a:solidFill>
                          <a:latin typeface="Malgun Gothic"/>
                          <a:ea typeface="Malgun Gothic"/>
                          <a:cs typeface="Malgun Gothic"/>
                        </a:rPr>
                        <a:t>5 × 5 × 3 mod 7 = 5</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18" name="caption">
            <a:extLst>
              <a:ext uri="{FF2B5EF4-FFF2-40B4-BE49-F238E27FC236}">
                <a16:creationId xmlns:a16="http://schemas.microsoft.com/office/drawing/2014/main" id="{11842E79-BF92-48F0-B283-E1EDB28F45A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각 단계는 나머지를 저장합니다. 결과: 3¹¹ mod 7 = 5.</a:t>
            </a:r>
          </a:p>
        </p:txBody>
      </p:sp>
    </p:spTree>
    <p:extLst>
      <p:ext uri="{BB962C8B-B14F-4D97-AF65-F5344CB8AC3E}">
        <p14:creationId xmlns:p14="http://schemas.microsoft.com/office/powerpoint/2010/main" val="276116272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ection">
            <a:extLst>
              <a:ext uri="{FF2B5EF4-FFF2-40B4-BE49-F238E27FC236}">
                <a16:creationId xmlns:a16="http://schemas.microsoft.com/office/drawing/2014/main" id="{8E31956B-9677-4113-8FC1-51B6D9441F6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C027FF4E-E261-43A4-A623-CE2E3422530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9C30FCA-AC23-4142-A017-7D1D9197DF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지수 절반 호출 한 번: O(log b)</a:t>
            </a:r>
          </a:p>
        </p:txBody>
      </p:sp>
      <p:sp>
        <p:nvSpPr>
          <p:cNvPr id="4" name="line-1662">
            <a:extLst>
              <a:ext uri="{FF2B5EF4-FFF2-40B4-BE49-F238E27FC236}">
                <a16:creationId xmlns:a16="http://schemas.microsoft.com/office/drawing/2014/main" id="{D2C6F4D7-C7B4-4848-8EC1-ACB8BDFF3AF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09098F2-01BA-4EA2-82E7-3903E98A4A9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DE0228-989E-40B7-8B15-51A6CC1E67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224</a:t>
            </a:r>
            <a:endParaRPr sz="1050" b="0">
              <a:solidFill>
                <a:srgbClr val="151515"/>
              </a:solidFill>
              <a:latin typeface="Consolas"/>
              <a:ea typeface="Consolas"/>
              <a:cs typeface="Consolas"/>
            </a:endParaRPr>
          </a:p>
        </p:txBody>
      </p:sp>
      <p:sp>
        <p:nvSpPr>
          <p:cNvPr id="7" name="once">
            <a:extLst>
              <a:ext uri="{FF2B5EF4-FFF2-40B4-BE49-F238E27FC236}">
                <a16:creationId xmlns:a16="http://schemas.microsoft.com/office/drawing/2014/main" id="{D8632EE7-D4D4-470B-AB4A-15D4AF5BE4E9}"/>
              </a:ext>
            </a:extLst>
          </p:cNvPr>
          <p:cNvSpPr>
            <a:spLocks noGrp="1"/>
          </p:cNvSpPr>
          <p:nvPr/>
        </p:nvSpPr>
        <p:spPr>
          <a:xfrm>
            <a:off x="609600" y="2057400"/>
            <a:ext cx="10972800" cy="457200"/>
          </a:xfrm>
          <a:prstGeom prst="rect">
            <a:avLst/>
          </a:prstGeom>
          <a:noFill/>
          <a:ln w="0">
            <a:noFill/>
          </a:ln>
        </p:spPr>
        <p:txBody>
          <a:bodyPr wrap="none" lIns="0" tIns="0" rIns="0" bIns="0" anchor="t">
            <a:noAutofit/>
          </a:bodyPr>
          <a:lstStyle>
            <a:defPPr algn="l">
              <a:defRPr sz="2250" b="1">
                <a:solidFill>
                  <a:srgbClr val="146995"/>
                </a:solidFill>
                <a:latin typeface="Consolas"/>
                <a:ea typeface="Consolas"/>
                <a:cs typeface="Consolas"/>
              </a:defRPr>
            </a:defPPr>
          </a:lstStyle>
          <a:p>
            <a:pPr algn="l">
              <a:lnSpc>
                <a:spcPct val="112000"/>
              </a:lnSpc>
              <a:buNone/>
              <a:defRPr sz="2250" b="1">
                <a:solidFill>
                  <a:srgbClr val="146995"/>
                </a:solidFill>
                <a:latin typeface="Consolas"/>
                <a:ea typeface="Consolas"/>
                <a:cs typeface="Consolas"/>
              </a:defRPr>
            </a:pPr>
            <a:r>
              <a:rPr sz="2250" b="1">
                <a:solidFill>
                  <a:srgbClr val="146995"/>
                </a:solidFill>
                <a:latin typeface="Consolas"/>
                <a:ea typeface="Consolas"/>
                <a:cs typeface="Consolas"/>
              </a:rPr>
              <a:t>half = power(a, b // 2, c)  ← 한 번만 호출</a:t>
            </a:r>
          </a:p>
        </p:txBody>
      </p:sp>
      <p:sp>
        <p:nvSpPr>
          <p:cNvPr id="8" name="square">
            <a:extLst>
              <a:ext uri="{FF2B5EF4-FFF2-40B4-BE49-F238E27FC236}">
                <a16:creationId xmlns:a16="http://schemas.microsoft.com/office/drawing/2014/main" id="{57C9748C-CE90-422D-B04B-2B9EB1DA23C5}"/>
              </a:ext>
            </a:extLst>
          </p:cNvPr>
          <p:cNvSpPr>
            <a:spLocks noGrp="1"/>
          </p:cNvSpPr>
          <p:nvPr/>
        </p:nvSpPr>
        <p:spPr>
          <a:xfrm>
            <a:off x="609600" y="2886075"/>
            <a:ext cx="10972800" cy="409575"/>
          </a:xfrm>
          <a:prstGeom prst="rect">
            <a:avLst/>
          </a:prstGeom>
          <a:noFill/>
          <a:ln w="0">
            <a:noFill/>
          </a:ln>
        </p:spPr>
        <p:txBody>
          <a:bodyPr wrap="none" lIns="0" tIns="0" rIns="0" bIns="0" anchor="t">
            <a:noAutofit/>
          </a:bodyPr>
          <a:lstStyle>
            <a:defPPr algn="l">
              <a:defRPr sz="2325" b="0">
                <a:solidFill>
                  <a:srgbClr val="151515"/>
                </a:solidFill>
                <a:latin typeface="Consolas"/>
                <a:ea typeface="Consolas"/>
                <a:cs typeface="Consolas"/>
              </a:defRPr>
            </a:defPPr>
          </a:lstStyle>
          <a:p>
            <a:pPr algn="l">
              <a:lnSpc>
                <a:spcPct val="112000"/>
              </a:lnSpc>
              <a:buNone/>
              <a:defRPr sz="2325" b="0">
                <a:solidFill>
                  <a:srgbClr val="151515"/>
                </a:solidFill>
                <a:latin typeface="Consolas"/>
                <a:ea typeface="Consolas"/>
                <a:cs typeface="Consolas"/>
              </a:defRPr>
            </a:pPr>
            <a:r>
              <a:rPr sz="2325" b="0">
                <a:solidFill>
                  <a:srgbClr val="151515"/>
                </a:solidFill>
                <a:latin typeface="Consolas"/>
                <a:ea typeface="Consolas"/>
                <a:cs typeface="Consolas"/>
              </a:rPr>
              <a:t>result = (half * half) % c</a:t>
            </a:r>
          </a:p>
        </p:txBody>
      </p:sp>
      <p:sp>
        <p:nvSpPr>
          <p:cNvPr id="9" name="odd">
            <a:extLst>
              <a:ext uri="{FF2B5EF4-FFF2-40B4-BE49-F238E27FC236}">
                <a16:creationId xmlns:a16="http://schemas.microsoft.com/office/drawing/2014/main" id="{08036DBB-0F64-4F12-851B-98BC7EDFE478}"/>
              </a:ext>
            </a:extLst>
          </p:cNvPr>
          <p:cNvSpPr>
            <a:spLocks noGrp="1"/>
          </p:cNvSpPr>
          <p:nvPr/>
        </p:nvSpPr>
        <p:spPr>
          <a:xfrm>
            <a:off x="609600" y="3714750"/>
            <a:ext cx="10972800" cy="409575"/>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12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홀수 b일 때만 a를 한 번 더 곱합니다.</a:t>
            </a:r>
          </a:p>
        </p:txBody>
      </p:sp>
      <p:sp>
        <p:nvSpPr>
          <p:cNvPr id="10" name="cost">
            <a:extLst>
              <a:ext uri="{FF2B5EF4-FFF2-40B4-BE49-F238E27FC236}">
                <a16:creationId xmlns:a16="http://schemas.microsoft.com/office/drawing/2014/main" id="{DFCD0EF1-804E-4723-8D70-051F8F655B6F}"/>
              </a:ext>
            </a:extLst>
          </p:cNvPr>
          <p:cNvSpPr>
            <a:spLocks noGrp="1"/>
          </p:cNvSpPr>
          <p:nvPr/>
        </p:nvSpPr>
        <p:spPr>
          <a:xfrm>
            <a:off x="609600" y="4848225"/>
            <a:ext cx="10972800" cy="5334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T(b) = T(⌊b/2⌋) + O(1) → O(log b)</a:t>
            </a:r>
          </a:p>
        </p:txBody>
      </p:sp>
      <p:sp>
        <p:nvSpPr>
          <p:cNvPr id="11" name="caption">
            <a:extLst>
              <a:ext uri="{FF2B5EF4-FFF2-40B4-BE49-F238E27FC236}">
                <a16:creationId xmlns:a16="http://schemas.microsoft.com/office/drawing/2014/main" id="{BE51AFB2-E17A-46D4-90EF-8156E96249E8}"/>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정해진 크기의 정수 연산을 상수로 세는 기준입니다. b = 0은 바로 반환합니다.</a:t>
            </a:r>
          </a:p>
        </p:txBody>
      </p:sp>
    </p:spTree>
    <p:extLst>
      <p:ext uri="{BB962C8B-B14F-4D97-AF65-F5344CB8AC3E}">
        <p14:creationId xmlns:p14="http://schemas.microsoft.com/office/powerpoint/2010/main" val="217152579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분할 정복의 </a:t>
            </a:r>
            <a:r>
              <a:rPr lang="en-US" altLang="ko-KR" sz="1400" b="1" i="0">
                <a:solidFill>
                  <a:srgbClr val="171717"/>
                </a:solidFill>
                <a:latin typeface="Malgun Gothic"/>
                <a:ea typeface="Malgun Gothic"/>
                <a:cs typeface="Malgun Gothic"/>
              </a:rPr>
              <a:t>3</a:t>
            </a:r>
            <a:r>
              <a:rPr lang="ko-KR" altLang="en-US" sz="1400" b="1" i="0">
                <a:solidFill>
                  <a:srgbClr val="171717"/>
                </a:solidFill>
                <a:latin typeface="Malgun Gothic"/>
                <a:ea typeface="Malgun Gothic"/>
                <a:cs typeface="Malgun Gothic"/>
              </a:rPr>
              <a:t>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ko-KR" altLang="en-US" sz="1140" i="0">
                <a:solidFill>
                  <a:srgbClr val="606060"/>
                </a:solidFill>
                <a:latin typeface="Malgun Gothic"/>
                <a:ea typeface="Malgun Gothic"/>
                <a:cs typeface="Malgun Gothic"/>
              </a:rPr>
              <a:t>분할</a:t>
            </a:r>
            <a:r>
              <a:rPr lang="en-US" altLang="ko-KR" sz="1140" i="0">
                <a:solidFill>
                  <a:srgbClr val="606060"/>
                </a:solidFill>
                <a:latin typeface="Malgun Gothic"/>
                <a:ea typeface="Malgun Gothic"/>
                <a:cs typeface="Malgun Gothic"/>
              </a:rPr>
              <a:t>(divide) → </a:t>
            </a:r>
            <a:r>
              <a:rPr lang="ko-KR" altLang="en-US" sz="1140" i="0">
                <a:solidFill>
                  <a:srgbClr val="606060"/>
                </a:solidFill>
                <a:latin typeface="Malgun Gothic"/>
                <a:ea typeface="Malgun Gothic"/>
                <a:cs typeface="Malgun Gothic"/>
              </a:rPr>
              <a:t>정복</a:t>
            </a:r>
            <a:r>
              <a:rPr lang="en-US" altLang="ko-KR" sz="1140" i="0">
                <a:solidFill>
                  <a:srgbClr val="606060"/>
                </a:solidFill>
                <a:latin typeface="Malgun Gothic"/>
                <a:ea typeface="Malgun Gothic"/>
                <a:cs typeface="Malgun Gothic"/>
              </a:rPr>
              <a:t>(conquer) → </a:t>
            </a:r>
            <a:r>
              <a:rPr lang="ko-KR" altLang="en-US" sz="1140" i="0">
                <a:solidFill>
                  <a:srgbClr val="606060"/>
                </a:solidFill>
                <a:latin typeface="Malgun Gothic"/>
                <a:ea typeface="Malgun Gothic"/>
                <a:cs typeface="Malgun Gothic"/>
              </a:rPr>
              <a:t>결합</a:t>
            </a:r>
            <a:r>
              <a:rPr lang="en-US" altLang="ko-KR" sz="1140" i="0">
                <a:solidFill>
                  <a:srgbClr val="606060"/>
                </a:solidFill>
                <a:latin typeface="Malgun Gothic"/>
                <a:ea typeface="Malgun Gothic"/>
                <a:cs typeface="Malgun Gothic"/>
              </a:rPr>
              <a:t>(combine). </a:t>
            </a:r>
            <a:r>
              <a:rPr lang="ko-KR" altLang="en-US" sz="1140" i="0">
                <a:solidFill>
                  <a:srgbClr val="606060"/>
                </a:solidFill>
                <a:latin typeface="Malgun Gothic"/>
                <a:ea typeface="Malgun Gothic"/>
                <a:cs typeface="Malgun Gothic"/>
              </a:rPr>
              <a:t>기저 사례에 도달할 때까지 재귀적으로 나눈다</a:t>
            </a:r>
            <a:r>
              <a:rPr lang="en-US" altLang="ko-KR" sz="1140" i="0">
                <a:solidFill>
                  <a:srgbClr val="606060"/>
                </a:solidFill>
                <a:latin typeface="Malgun Gothic"/>
                <a:ea typeface="Malgun Gothic"/>
                <a:cs typeface="Malgun Gothic"/>
              </a:rPr>
              <a:t>.</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 정렬은 나누기가 쉽고 합치기가 어렵다</a:t>
            </a:r>
            <a:r>
              <a:rPr lang="en-US" altLang="ko-KR" sz="1140" i="0">
                <a:solidFill>
                  <a:srgbClr val="171717"/>
                </a:solidFill>
                <a:latin typeface="Malgun Gothic"/>
                <a:ea typeface="Malgun Gothic"/>
                <a:cs typeface="Malgun Gothic"/>
              </a:rPr>
              <a:t>. </a:t>
            </a:r>
            <a:r>
              <a:rPr lang="ko-KR" altLang="en-US" sz="1140" i="0">
                <a:solidFill>
                  <a:srgbClr val="171717"/>
                </a:solidFill>
                <a:latin typeface="Malgun Gothic"/>
                <a:ea typeface="Malgun Gothic"/>
                <a:cs typeface="Malgun Gothic"/>
              </a:rPr>
              <a:t>반대로 퀵 정렬은 나누기가 어렵고 합치기가 쉽다</a:t>
            </a:r>
            <a:r>
              <a:rPr lang="en-US" altLang="ko-KR" sz="1140" i="0">
                <a:solidFill>
                  <a:srgbClr val="171717"/>
                </a:solidFill>
                <a:latin typeface="Malgun Gothic"/>
                <a:ea typeface="Malgun Gothic"/>
                <a:cs typeface="Malgun Gothic"/>
              </a:rPr>
              <a:t>.</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연속 구간의 경계를 확인합니다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최대 구간 합은 왼쪽</a:t>
            </a:r>
            <a:r>
              <a:rPr lang="en-US" altLang="ko-KR" sz="1140" i="0">
                <a:solidFill>
                  <a:srgbClr val="171717"/>
                </a:solidFill>
                <a:latin typeface="Malgun Gothic"/>
                <a:ea typeface="Malgun Gothic"/>
                <a:cs typeface="Malgun Gothic"/>
              </a:rPr>
              <a:t>·</a:t>
            </a:r>
            <a:r>
              <a:rPr lang="ko-KR" altLang="en-US" sz="1140" i="0">
                <a:solidFill>
                  <a:srgbClr val="171717"/>
                </a:solidFill>
                <a:latin typeface="Malgun Gothic"/>
                <a:ea typeface="Malgun Gothic"/>
                <a:cs typeface="Malgun Gothic"/>
              </a:rPr>
              <a:t>오른쪽 내부와 중앙을 걸친 구간을 모두 비교합니다</a:t>
            </a:r>
            <a:r>
              <a:rPr lang="en-US" altLang="ko-KR" sz="1140" i="0">
                <a:solidFill>
                  <a:srgbClr val="171717"/>
                </a:solidFill>
                <a:latin typeface="Malgun Gothic"/>
                <a:ea typeface="Malgun Gothic"/>
                <a:cs typeface="Malgun Gothic"/>
              </a:rPr>
              <a:t>.</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트리는 평면을 </a:t>
            </a:r>
            <a:r>
              <a:rPr lang="en-US" altLang="ko-KR" sz="1500" i="0">
                <a:solidFill>
                  <a:srgbClr val="171717"/>
                </a:solidFill>
                <a:latin typeface="Malgun Gothic"/>
                <a:ea typeface="Malgun Gothic"/>
                <a:cs typeface="Malgun Gothic"/>
              </a:rPr>
              <a:t>1/4</a:t>
            </a:r>
            <a:r>
              <a:rPr lang="ko-KR" altLang="en-US" sz="1500" i="0">
                <a:solidFill>
                  <a:srgbClr val="171717"/>
                </a:solidFill>
                <a:latin typeface="Malgun Gothic"/>
                <a:ea typeface="Malgun Gothic"/>
                <a:cs typeface="Malgun Gothic"/>
              </a:rPr>
              <a:t>씩 재귀 분할한다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이미지 압축</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충돌 감지</a:t>
            </a:r>
            <a:r>
              <a:rPr lang="en-US" altLang="ko-KR" sz="1500" i="0">
                <a:solidFill>
                  <a:srgbClr val="171717"/>
                </a:solidFill>
                <a:latin typeface="Malgun Gothic"/>
                <a:ea typeface="Malgun Gothic"/>
                <a:cs typeface="Malgun Gothic"/>
              </a:rPr>
              <a:t>, LOD</a:t>
            </a:r>
            <a:r>
              <a:rPr lang="ko-KR" altLang="en-US" sz="1500" i="0">
                <a:solidFill>
                  <a:srgbClr val="171717"/>
                </a:solidFill>
                <a:latin typeface="Malgun Gothic"/>
                <a:ea typeface="Malgun Gothic"/>
                <a:cs typeface="Malgun Gothic"/>
              </a:rPr>
              <a:t>의 기반이다</a:t>
            </a:r>
            <a:r>
              <a:rPr lang="en-US" altLang="ko-KR" sz="1500" i="0">
                <a:solidFill>
                  <a:srgbClr val="171717"/>
                </a:solidFill>
                <a:latin typeface="Malgun Gothic"/>
                <a:ea typeface="Malgun Gothic"/>
                <a:cs typeface="Malgun Gothic"/>
              </a:rPr>
              <a:t>.</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en-US" altLang="ko-KR" sz="1140" i="0">
                <a:solidFill>
                  <a:srgbClr val="606060"/>
                </a:solidFill>
                <a:latin typeface="Malgun Gothic"/>
                <a:ea typeface="Malgun Gothic"/>
                <a:cs typeface="Malgun Gothic"/>
              </a:rPr>
              <a:t>T(n) = aT(n/b) + f(n) </a:t>
            </a:r>
            <a:r>
              <a:rPr lang="ko-KR" altLang="en-US" sz="1140" i="0">
                <a:solidFill>
                  <a:srgbClr val="606060"/>
                </a:solidFill>
                <a:latin typeface="Malgun Gothic"/>
                <a:ea typeface="Malgun Gothic"/>
                <a:cs typeface="Malgun Gothic"/>
              </a:rPr>
              <a:t>형태와 각 경우의 적용 조건을 확인한 뒤 비용의 크기를 비교합니다</a:t>
            </a:r>
            <a:r>
              <a:rPr lang="en-US" altLang="ko-KR" sz="1140" i="0">
                <a:solidFill>
                  <a:srgbClr val="606060"/>
                </a:solidFill>
                <a:latin typeface="Malgun Gothic"/>
                <a:ea typeface="Malgun Gothic"/>
                <a:cs typeface="Malgun Gothic"/>
              </a:rPr>
              <a:t>.</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sz="1050" b="1" i="0">
                <a:solidFill>
                  <a:srgbClr val="606060"/>
                </a:solidFill>
                <a:latin typeface="Malgun Gothic"/>
                <a:ea typeface="Malgun Gothic"/>
                <a:cs typeface="Malgun Gothic"/>
              </a:rPr>
              <a:t>CHAPTER 04</a:t>
            </a:r>
            <a:endParaRPr sz="1050" b="1" i="0">
              <a:solidFill>
                <a:srgbClr val="606060"/>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장 정리</a:t>
            </a:r>
            <a:endParaRPr sz="3000" b="1" i="0">
              <a:solidFill>
                <a:srgbClr val="171717"/>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225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lang="en-US" sz="7200" b="1" i="0">
                <a:solidFill>
                  <a:srgbClr val="FFFFFF"/>
                </a:solidFill>
                <a:latin typeface="Consolas"/>
                <a:ea typeface="Consolas"/>
                <a:cs typeface="Consolas"/>
              </a:rPr>
              <a:t>Q &amp; A</a:t>
            </a:r>
            <a:endParaRPr sz="7200" b="1" i="0">
              <a:solidFill>
                <a:srgbClr val="FFFFFF"/>
              </a:solidFill>
              <a:latin typeface="Consolas"/>
              <a:ea typeface="Consolas"/>
              <a:cs typeface="Consolas"/>
            </a:endParaRP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질문을 나누어 봅시다</a:t>
            </a:r>
            <a:r>
              <a:rPr lang="en-US" altLang="ko-KR" sz="1950" b="0" i="0">
                <a:solidFill>
                  <a:srgbClr val="BBBBBB"/>
                </a:solidFill>
                <a:latin typeface="Malgun Gothic"/>
                <a:ea typeface="Malgun Gothic"/>
                <a:cs typeface="Malgun Gothic"/>
              </a:rPr>
              <a:t>.</a:t>
            </a:r>
          </a:p>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큰 질문도 작게 쪼개면 답할 수 있습니다</a:t>
            </a:r>
            <a:r>
              <a:rPr lang="en-US" altLang="ko-KR" sz="1950" b="0" i="0">
                <a:solidFill>
                  <a:srgbClr val="BBBBBB"/>
                </a:solidFill>
                <a:latin typeface="Malgun Gothic"/>
                <a:ea typeface="Malgun Gothic"/>
                <a:cs typeface="Malgun Gothic"/>
              </a:rPr>
              <a:t>.</a:t>
            </a:r>
            <a:endParaRPr sz="1950" b="0" i="0">
              <a:solidFill>
                <a:srgbClr val="BBBBBB"/>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226</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67301</Words>
  <Application>Microsoft Office PowerPoint</Application>
  <DocSecurity>0</DocSecurity>
  <PresentationFormat>와이드스크린</PresentationFormat>
  <Paragraphs>8921</Paragraphs>
  <Slides>226</Slides>
  <Notes>226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226</vt:i4>
      </vt:variant>
    </vt:vector>
  </HeadingPairs>
  <TitlesOfParts>
    <vt:vector size="231"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13</cp:revision>
  <dcterms:created xsi:type="dcterms:W3CDTF">2026-09-19T13:48:20Z</dcterms:created>
  <dcterms:modified xsi:type="dcterms:W3CDTF">2026-10-11T14:24:33Z</dcterms:modified>
</cp:coreProperties>
</file>