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09518e0f17417b" /><Relationship Type="http://schemas.openxmlformats.org/officeDocument/2006/relationships/extended-properties" Target="/docProps/app.xml" Id="Rd4c5d66bc6cd43c2" /><Relationship Type="http://schemas.openxmlformats.org/officeDocument/2006/relationships/officeDocument" Target="/ppt/presentation.xml" Id="R5a336885371b49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20e555bd9a4f6f"/>
  </p:sldMasterIdLst>
  <p:notesMasterIdLst>
    <p:notesMasterId xmlns:r="http://schemas.openxmlformats.org/officeDocument/2006/relationships" r:id="Rf9e277c38b7947ae"/>
  </p:notesMasterIdLst>
  <p:sldIdLst>
    <p:sldId xmlns:r="http://schemas.openxmlformats.org/officeDocument/2006/relationships" id="256" r:id="R87058c94b4e2499c"/>
    <p:sldId xmlns:r="http://schemas.openxmlformats.org/officeDocument/2006/relationships" id="257" r:id="R4e809e0a4e1743ef"/>
    <p:sldId xmlns:r="http://schemas.openxmlformats.org/officeDocument/2006/relationships" id="258" r:id="Ra31c59eba3e44050"/>
    <p:sldId xmlns:r="http://schemas.openxmlformats.org/officeDocument/2006/relationships" id="259" r:id="Rc941fd2d87df4a7c"/>
    <p:sldId xmlns:r="http://schemas.openxmlformats.org/officeDocument/2006/relationships" id="260" r:id="Rc15b5992ab2f49c3"/>
    <p:sldId xmlns:r="http://schemas.openxmlformats.org/officeDocument/2006/relationships" id="261" r:id="R8e81f9c6e6494955"/>
    <p:sldId xmlns:r="http://schemas.openxmlformats.org/officeDocument/2006/relationships" id="262" r:id="R965d7a76ebc04cfa"/>
    <p:sldId xmlns:r="http://schemas.openxmlformats.org/officeDocument/2006/relationships" id="263" r:id="Rf46cdb6ca9414fed"/>
    <p:sldId xmlns:r="http://schemas.openxmlformats.org/officeDocument/2006/relationships" id="264" r:id="R3cce438fae674b61"/>
    <p:sldId xmlns:r="http://schemas.openxmlformats.org/officeDocument/2006/relationships" id="265" r:id="Rf8dc55e383754633"/>
    <p:sldId xmlns:r="http://schemas.openxmlformats.org/officeDocument/2006/relationships" id="266" r:id="R993a3c9753c3462d"/>
    <p:sldId xmlns:r="http://schemas.openxmlformats.org/officeDocument/2006/relationships" id="267" r:id="Redfbac5494564774"/>
    <p:sldId xmlns:r="http://schemas.openxmlformats.org/officeDocument/2006/relationships" id="268" r:id="Rc4c82b589bcb4d5e"/>
    <p:sldId xmlns:r="http://schemas.openxmlformats.org/officeDocument/2006/relationships" id="269" r:id="R007518e27c5d4f58"/>
    <p:sldId xmlns:r="http://schemas.openxmlformats.org/officeDocument/2006/relationships" id="270" r:id="R5dbac66ff7474857"/>
    <p:sldId xmlns:r="http://schemas.openxmlformats.org/officeDocument/2006/relationships" id="271" r:id="R5ed9268282b046ab"/>
    <p:sldId xmlns:r="http://schemas.openxmlformats.org/officeDocument/2006/relationships" id="272" r:id="R59285cac07c4477b"/>
    <p:sldId xmlns:r="http://schemas.openxmlformats.org/officeDocument/2006/relationships" id="273" r:id="R8910af9922e44e7d"/>
    <p:sldId xmlns:r="http://schemas.openxmlformats.org/officeDocument/2006/relationships" id="274" r:id="Rdbb9334854ef4ca9"/>
    <p:sldId xmlns:r="http://schemas.openxmlformats.org/officeDocument/2006/relationships" id="275" r:id="R0065cd4740b64944"/>
    <p:sldId xmlns:r="http://schemas.openxmlformats.org/officeDocument/2006/relationships" id="276" r:id="Rf48987324e5c4ed6"/>
    <p:sldId xmlns:r="http://schemas.openxmlformats.org/officeDocument/2006/relationships" id="277" r:id="Rfe37ab4d21d94390"/>
    <p:sldId xmlns:r="http://schemas.openxmlformats.org/officeDocument/2006/relationships" id="278" r:id="Rafac99c1c1d348a7"/>
    <p:sldId xmlns:r="http://schemas.openxmlformats.org/officeDocument/2006/relationships" id="279" r:id="Re1ac4958a6cc4190"/>
    <p:sldId xmlns:r="http://schemas.openxmlformats.org/officeDocument/2006/relationships" id="280" r:id="Rd892236802e94683"/>
    <p:sldId xmlns:r="http://schemas.openxmlformats.org/officeDocument/2006/relationships" id="281" r:id="Rcb4314d6499b4a39"/>
    <p:sldId xmlns:r="http://schemas.openxmlformats.org/officeDocument/2006/relationships" id="282" r:id="Rcf139da0996a478e"/>
    <p:sldId xmlns:r="http://schemas.openxmlformats.org/officeDocument/2006/relationships" id="283" r:id="R46bf31da3549482a"/>
    <p:sldId xmlns:r="http://schemas.openxmlformats.org/officeDocument/2006/relationships" id="284" r:id="R729404a656c14136"/>
    <p:sldId xmlns:r="http://schemas.openxmlformats.org/officeDocument/2006/relationships" id="285" r:id="R59172b205de04d88"/>
    <p:sldId xmlns:r="http://schemas.openxmlformats.org/officeDocument/2006/relationships" id="286" r:id="R7b779319ce39432f"/>
    <p:sldId xmlns:r="http://schemas.openxmlformats.org/officeDocument/2006/relationships" id="287" r:id="R485053f16d0141dd"/>
    <p:sldId xmlns:r="http://schemas.openxmlformats.org/officeDocument/2006/relationships" id="288" r:id="R7dbcb7b9b8b4490e"/>
    <p:sldId xmlns:r="http://schemas.openxmlformats.org/officeDocument/2006/relationships" id="289" r:id="R05b99724a8b04000"/>
    <p:sldId xmlns:r="http://schemas.openxmlformats.org/officeDocument/2006/relationships" id="290" r:id="R3b345bce9d644538"/>
    <p:sldId xmlns:r="http://schemas.openxmlformats.org/officeDocument/2006/relationships" id="291" r:id="R745e8332b73340cf"/>
    <p:sldId xmlns:r="http://schemas.openxmlformats.org/officeDocument/2006/relationships" id="292" r:id="R3b72337ce6a04a2d"/>
    <p:sldId xmlns:r="http://schemas.openxmlformats.org/officeDocument/2006/relationships" id="293" r:id="R23c443e76cff40dc"/>
    <p:sldId xmlns:r="http://schemas.openxmlformats.org/officeDocument/2006/relationships" id="294" r:id="R2ac21f4bd0ae41da"/>
    <p:sldId xmlns:r="http://schemas.openxmlformats.org/officeDocument/2006/relationships" id="295" r:id="R6a9bde98bdc4480c"/>
    <p:sldId xmlns:r="http://schemas.openxmlformats.org/officeDocument/2006/relationships" id="296" r:id="R121c0998affc485f"/>
    <p:sldId xmlns:r="http://schemas.openxmlformats.org/officeDocument/2006/relationships" id="297" r:id="R1214a2b185fc48a9"/>
    <p:sldId xmlns:r="http://schemas.openxmlformats.org/officeDocument/2006/relationships" id="298" r:id="R5505c2a2d8dd4daf"/>
    <p:sldId xmlns:r="http://schemas.openxmlformats.org/officeDocument/2006/relationships" id="299" r:id="R369f0fb4d36d430b"/>
    <p:sldId xmlns:r="http://schemas.openxmlformats.org/officeDocument/2006/relationships" id="300" r:id="R8ebda01f76aa494d"/>
    <p:sldId xmlns:r="http://schemas.openxmlformats.org/officeDocument/2006/relationships" id="301" r:id="R88aeda0dfc0b4e29"/>
    <p:sldId xmlns:r="http://schemas.openxmlformats.org/officeDocument/2006/relationships" id="302" r:id="R9fa48437b3bc477c"/>
    <p:sldId xmlns:r="http://schemas.openxmlformats.org/officeDocument/2006/relationships" id="303" r:id="R06fca04644b447e8"/>
    <p:sldId xmlns:r="http://schemas.openxmlformats.org/officeDocument/2006/relationships" id="304" r:id="Rc54d1a89f43e4693"/>
    <p:sldId xmlns:r="http://schemas.openxmlformats.org/officeDocument/2006/relationships" id="305" r:id="Re28a1636fc114100"/>
    <p:sldId xmlns:r="http://schemas.openxmlformats.org/officeDocument/2006/relationships" id="306" r:id="R8bd18b5eff8d47c5"/>
    <p:sldId xmlns:r="http://schemas.openxmlformats.org/officeDocument/2006/relationships" id="307" r:id="R72debb89c79d4d3a"/>
    <p:sldId xmlns:r="http://schemas.openxmlformats.org/officeDocument/2006/relationships" id="308" r:id="R29098930b4d5411a"/>
    <p:sldId xmlns:r="http://schemas.openxmlformats.org/officeDocument/2006/relationships" id="309" r:id="Ra541d2cc39774ed8"/>
    <p:sldId xmlns:r="http://schemas.openxmlformats.org/officeDocument/2006/relationships" id="310" r:id="R236eb71d7b3d4bf6"/>
    <p:sldId xmlns:r="http://schemas.openxmlformats.org/officeDocument/2006/relationships" id="311" r:id="R8fd0d24bed744b3c"/>
    <p:sldId xmlns:r="http://schemas.openxmlformats.org/officeDocument/2006/relationships" id="312" r:id="R0f0e070acc9b40be"/>
    <p:sldId xmlns:r="http://schemas.openxmlformats.org/officeDocument/2006/relationships" id="313" r:id="R09b916a76acc4330"/>
    <p:sldId xmlns:r="http://schemas.openxmlformats.org/officeDocument/2006/relationships" id="314" r:id="R1db60f8845c246b1"/>
    <p:sldId xmlns:r="http://schemas.openxmlformats.org/officeDocument/2006/relationships" id="315" r:id="R1e7899293de1410c"/>
    <p:sldId xmlns:r="http://schemas.openxmlformats.org/officeDocument/2006/relationships" id="316" r:id="R4823c292501e4c00"/>
    <p:sldId xmlns:r="http://schemas.openxmlformats.org/officeDocument/2006/relationships" id="317" r:id="Rc7d708e09d4f40cb"/>
    <p:sldId xmlns:r="http://schemas.openxmlformats.org/officeDocument/2006/relationships" id="318" r:id="Rba66d4045178468e"/>
    <p:sldId xmlns:r="http://schemas.openxmlformats.org/officeDocument/2006/relationships" id="319" r:id="R711de8d2d67a45cb"/>
    <p:sldId xmlns:r="http://schemas.openxmlformats.org/officeDocument/2006/relationships" id="320" r:id="R4d162912e13243a5"/>
    <p:sldId xmlns:r="http://schemas.openxmlformats.org/officeDocument/2006/relationships" id="321" r:id="Ra6075c15a1de4aab"/>
    <p:sldId xmlns:r="http://schemas.openxmlformats.org/officeDocument/2006/relationships" id="322" r:id="R2cc1ddcfc5c948fd"/>
    <p:sldId xmlns:r="http://schemas.openxmlformats.org/officeDocument/2006/relationships" id="323" r:id="R5befd8ae1d4a4556"/>
    <p:sldId xmlns:r="http://schemas.openxmlformats.org/officeDocument/2006/relationships" id="324" r:id="R95d0d1b2f89c42b0"/>
    <p:sldId xmlns:r="http://schemas.openxmlformats.org/officeDocument/2006/relationships" id="325" r:id="Ra767819f7ebc453e"/>
    <p:sldId xmlns:r="http://schemas.openxmlformats.org/officeDocument/2006/relationships" id="326" r:id="Rbafb2af61c74491c"/>
    <p:sldId xmlns:r="http://schemas.openxmlformats.org/officeDocument/2006/relationships" id="327" r:id="R824a1a622a2a4a26"/>
    <p:sldId xmlns:r="http://schemas.openxmlformats.org/officeDocument/2006/relationships" id="328" r:id="Rb796589160374075"/>
    <p:sldId xmlns:r="http://schemas.openxmlformats.org/officeDocument/2006/relationships" id="329" r:id="Rfffcc719aadb4080"/>
    <p:sldId xmlns:r="http://schemas.openxmlformats.org/officeDocument/2006/relationships" id="330" r:id="R2b77df48cff741e8"/>
    <p:sldId xmlns:r="http://schemas.openxmlformats.org/officeDocument/2006/relationships" id="331" r:id="Rcfd1e45326e246f5"/>
    <p:sldId xmlns:r="http://schemas.openxmlformats.org/officeDocument/2006/relationships" id="332" r:id="R29a5b36845ea47b8"/>
    <p:sldId xmlns:r="http://schemas.openxmlformats.org/officeDocument/2006/relationships" id="333" r:id="R21e116b8d7b84d2f"/>
    <p:sldId xmlns:r="http://schemas.openxmlformats.org/officeDocument/2006/relationships" id="334" r:id="R86b2cebf097e48d8"/>
    <p:sldId xmlns:r="http://schemas.openxmlformats.org/officeDocument/2006/relationships" id="335" r:id="Rfadbeef5aa2e48aa"/>
    <p:sldId xmlns:r="http://schemas.openxmlformats.org/officeDocument/2006/relationships" id="336" r:id="R77d4d78eb77d4280"/>
    <p:sldId xmlns:r="http://schemas.openxmlformats.org/officeDocument/2006/relationships" id="337" r:id="Rda86df001188449a"/>
    <p:sldId xmlns:r="http://schemas.openxmlformats.org/officeDocument/2006/relationships" id="338" r:id="R77273c808ebc43d1"/>
    <p:sldId xmlns:r="http://schemas.openxmlformats.org/officeDocument/2006/relationships" id="339" r:id="Rc058b759f92547ac"/>
    <p:sldId xmlns:r="http://schemas.openxmlformats.org/officeDocument/2006/relationships" id="340" r:id="R828f31cb781641fc"/>
    <p:sldId xmlns:r="http://schemas.openxmlformats.org/officeDocument/2006/relationships" id="341" r:id="R56a1cf7dc3dc4c1c"/>
    <p:sldId xmlns:r="http://schemas.openxmlformats.org/officeDocument/2006/relationships" id="342" r:id="R427e61cecf19443c"/>
    <p:sldId xmlns:r="http://schemas.openxmlformats.org/officeDocument/2006/relationships" id="343" r:id="R33411628a273469f"/>
    <p:sldId xmlns:r="http://schemas.openxmlformats.org/officeDocument/2006/relationships" id="344" r:id="R1bc5389b1bc342ba"/>
    <p:sldId xmlns:r="http://schemas.openxmlformats.org/officeDocument/2006/relationships" id="345" r:id="R03f5430836494928"/>
    <p:sldId xmlns:r="http://schemas.openxmlformats.org/officeDocument/2006/relationships" id="346" r:id="Rd3c7f8e6d7b8480b"/>
    <p:sldId xmlns:r="http://schemas.openxmlformats.org/officeDocument/2006/relationships" id="347" r:id="R9af162c4091048e4"/>
    <p:sldId xmlns:r="http://schemas.openxmlformats.org/officeDocument/2006/relationships" id="348" r:id="R06c4e0783393428a"/>
    <p:sldId xmlns:r="http://schemas.openxmlformats.org/officeDocument/2006/relationships" id="349" r:id="Rd622a1d637c34abc"/>
    <p:sldId xmlns:r="http://schemas.openxmlformats.org/officeDocument/2006/relationships" id="350" r:id="R3075c8225d6845b5"/>
    <p:sldId xmlns:r="http://schemas.openxmlformats.org/officeDocument/2006/relationships" id="351" r:id="R68040101c50e4802"/>
    <p:sldId xmlns:r="http://schemas.openxmlformats.org/officeDocument/2006/relationships" id="352" r:id="R86474bb3e3574558"/>
    <p:sldId xmlns:r="http://schemas.openxmlformats.org/officeDocument/2006/relationships" id="353" r:id="Rdbad5e93f60e4174"/>
    <p:sldId xmlns:r="http://schemas.openxmlformats.org/officeDocument/2006/relationships" id="354" r:id="Rb9291f02e35a4566"/>
    <p:sldId xmlns:r="http://schemas.openxmlformats.org/officeDocument/2006/relationships" id="355" r:id="R4df9b7ac672b497f"/>
    <p:sldId xmlns:r="http://schemas.openxmlformats.org/officeDocument/2006/relationships" id="356" r:id="R15fb871d554e4813"/>
    <p:sldId xmlns:r="http://schemas.openxmlformats.org/officeDocument/2006/relationships" id="357" r:id="Raa8f0e150bfb4ac2"/>
    <p:sldId xmlns:r="http://schemas.openxmlformats.org/officeDocument/2006/relationships" id="358" r:id="R3f3047d1a73a4de2"/>
    <p:sldId xmlns:r="http://schemas.openxmlformats.org/officeDocument/2006/relationships" id="359" r:id="Rb1de4a164a224df1"/>
    <p:sldId xmlns:r="http://schemas.openxmlformats.org/officeDocument/2006/relationships" id="360" r:id="R30d3629bf66e48ed"/>
    <p:sldId xmlns:r="http://schemas.openxmlformats.org/officeDocument/2006/relationships" id="361" r:id="Rfc2db95a3c184ae5"/>
    <p:sldId xmlns:r="http://schemas.openxmlformats.org/officeDocument/2006/relationships" id="362" r:id="R8afd744046014c6b"/>
    <p:sldId xmlns:r="http://schemas.openxmlformats.org/officeDocument/2006/relationships" id="363" r:id="R434987ca416a449b"/>
    <p:sldId xmlns:r="http://schemas.openxmlformats.org/officeDocument/2006/relationships" id="364" r:id="R9f2ccec144084aa7"/>
    <p:sldId xmlns:r="http://schemas.openxmlformats.org/officeDocument/2006/relationships" id="365" r:id="R83d027f1d84c4279"/>
    <p:sldId xmlns:r="http://schemas.openxmlformats.org/officeDocument/2006/relationships" id="366" r:id="R1f1b76e2d18644e5"/>
    <p:sldId xmlns:r="http://schemas.openxmlformats.org/officeDocument/2006/relationships" id="367" r:id="Rfbf9952948fc4dff"/>
    <p:sldId xmlns:r="http://schemas.openxmlformats.org/officeDocument/2006/relationships" id="368" r:id="Rce74e1ea6d394c7f"/>
    <p:sldId xmlns:r="http://schemas.openxmlformats.org/officeDocument/2006/relationships" id="369" r:id="Rd031f6df44ec48ac"/>
    <p:sldId xmlns:r="http://schemas.openxmlformats.org/officeDocument/2006/relationships" id="370" r:id="R88c612494ffd4628"/>
    <p:sldId xmlns:r="http://schemas.openxmlformats.org/officeDocument/2006/relationships" id="371" r:id="Rdf460b54eec84792"/>
    <p:sldId xmlns:r="http://schemas.openxmlformats.org/officeDocument/2006/relationships" id="372" r:id="Rbc4fd1d93e0240d5"/>
    <p:sldId xmlns:r="http://schemas.openxmlformats.org/officeDocument/2006/relationships" id="373" r:id="R90307c0867844868"/>
    <p:sldId xmlns:r="http://schemas.openxmlformats.org/officeDocument/2006/relationships" id="374" r:id="R556d56b2fe754ffd"/>
    <p:sldId xmlns:r="http://schemas.openxmlformats.org/officeDocument/2006/relationships" id="375" r:id="R24ea37ab5f1041fc"/>
    <p:sldId xmlns:r="http://schemas.openxmlformats.org/officeDocument/2006/relationships" id="376" r:id="R59ebc0628794494c"/>
    <p:sldId xmlns:r="http://schemas.openxmlformats.org/officeDocument/2006/relationships" id="377" r:id="Rbefd6c85bc044fb1"/>
    <p:sldId xmlns:r="http://schemas.openxmlformats.org/officeDocument/2006/relationships" id="378" r:id="Re9a25ab230ee47ce"/>
    <p:sldId xmlns:r="http://schemas.openxmlformats.org/officeDocument/2006/relationships" id="379" r:id="Rdf821c8a19074e87"/>
    <p:sldId xmlns:r="http://schemas.openxmlformats.org/officeDocument/2006/relationships" id="380" r:id="R92950fe8b9c74243"/>
    <p:sldId xmlns:r="http://schemas.openxmlformats.org/officeDocument/2006/relationships" id="381" r:id="Ra72ae848207346a1"/>
    <p:sldId xmlns:r="http://schemas.openxmlformats.org/officeDocument/2006/relationships" id="382" r:id="R7a6a200a41c0452a"/>
    <p:sldId xmlns:r="http://schemas.openxmlformats.org/officeDocument/2006/relationships" id="383" r:id="R7974cdbcbc6240df"/>
    <p:sldId xmlns:r="http://schemas.openxmlformats.org/officeDocument/2006/relationships" id="384" r:id="R01d9e1e6a2d6445a"/>
    <p:sldId xmlns:r="http://schemas.openxmlformats.org/officeDocument/2006/relationships" id="385" r:id="R042375f39a6c4a95"/>
    <p:sldId xmlns:r="http://schemas.openxmlformats.org/officeDocument/2006/relationships" id="386" r:id="R1f055743b63f48ae"/>
    <p:sldId xmlns:r="http://schemas.openxmlformats.org/officeDocument/2006/relationships" id="387" r:id="Rd153e0061acf4d09"/>
    <p:sldId xmlns:r="http://schemas.openxmlformats.org/officeDocument/2006/relationships" id="388" r:id="R4c1039b2735b49b1"/>
    <p:sldId xmlns:r="http://schemas.openxmlformats.org/officeDocument/2006/relationships" id="389" r:id="Re751a8f970c84094"/>
    <p:sldId xmlns:r="http://schemas.openxmlformats.org/officeDocument/2006/relationships" id="390" r:id="R4db82d34ae6847bb"/>
    <p:sldId xmlns:r="http://schemas.openxmlformats.org/officeDocument/2006/relationships" id="391" r:id="R4a5b9735a4644146"/>
    <p:sldId xmlns:r="http://schemas.openxmlformats.org/officeDocument/2006/relationships" id="392" r:id="Rafeb264885674cac"/>
    <p:sldId xmlns:r="http://schemas.openxmlformats.org/officeDocument/2006/relationships" id="393" r:id="R7993a0921f95484f"/>
    <p:sldId xmlns:r="http://schemas.openxmlformats.org/officeDocument/2006/relationships" id="394" r:id="R1be45c45d7634ebf"/>
    <p:sldId xmlns:r="http://schemas.openxmlformats.org/officeDocument/2006/relationships" id="395" r:id="Rb173ba92c4844f70"/>
    <p:sldId xmlns:r="http://schemas.openxmlformats.org/officeDocument/2006/relationships" id="396" r:id="R5e4a9fcdcbfe48c3"/>
    <p:sldId xmlns:r="http://schemas.openxmlformats.org/officeDocument/2006/relationships" id="397" r:id="R8d2917213a7f411f"/>
    <p:sldId xmlns:r="http://schemas.openxmlformats.org/officeDocument/2006/relationships" id="398" r:id="R7f8b1146b0e04405"/>
    <p:sldId xmlns:r="http://schemas.openxmlformats.org/officeDocument/2006/relationships" id="399" r:id="R7fd3debb4b88480f"/>
    <p:sldId xmlns:r="http://schemas.openxmlformats.org/officeDocument/2006/relationships" id="400" r:id="R02c0fb3bb5394bde"/>
    <p:sldId xmlns:r="http://schemas.openxmlformats.org/officeDocument/2006/relationships" id="401" r:id="R07eefcbc4e124689"/>
    <p:sldId xmlns:r="http://schemas.openxmlformats.org/officeDocument/2006/relationships" id="402" r:id="R22018f94afd945f3"/>
    <p:sldId xmlns:r="http://schemas.openxmlformats.org/officeDocument/2006/relationships" id="403" r:id="R311b8466bfde4d5b"/>
    <p:sldId xmlns:r="http://schemas.openxmlformats.org/officeDocument/2006/relationships" id="404" r:id="R9cde46df84e94a1b"/>
    <p:sldId xmlns:r="http://schemas.openxmlformats.org/officeDocument/2006/relationships" id="405" r:id="R396c62b2fb59445c"/>
    <p:sldId xmlns:r="http://schemas.openxmlformats.org/officeDocument/2006/relationships" id="406" r:id="Re15caff765b94e96"/>
    <p:sldId xmlns:r="http://schemas.openxmlformats.org/officeDocument/2006/relationships" id="407" r:id="Rada62f1a028f47c0"/>
    <p:sldId xmlns:r="http://schemas.openxmlformats.org/officeDocument/2006/relationships" id="408" r:id="R69bd4fa9c5c74eb5"/>
    <p:sldId xmlns:r="http://schemas.openxmlformats.org/officeDocument/2006/relationships" id="409" r:id="R90b8c3938d984c13"/>
    <p:sldId xmlns:r="http://schemas.openxmlformats.org/officeDocument/2006/relationships" id="410" r:id="Rabee2317a78140a0"/>
    <p:sldId xmlns:r="http://schemas.openxmlformats.org/officeDocument/2006/relationships" id="411" r:id="R18774918c2ac4db4"/>
    <p:sldId xmlns:r="http://schemas.openxmlformats.org/officeDocument/2006/relationships" id="412" r:id="R13a3b5b20fdc4d43"/>
    <p:sldId xmlns:r="http://schemas.openxmlformats.org/officeDocument/2006/relationships" id="413" r:id="R8c0ca4ec62ae428f"/>
    <p:sldId xmlns:r="http://schemas.openxmlformats.org/officeDocument/2006/relationships" id="414" r:id="R34d1c3c1fc5b4330"/>
    <p:sldId xmlns:r="http://schemas.openxmlformats.org/officeDocument/2006/relationships" id="415" r:id="Ra7d6a811b0da4eac"/>
    <p:sldId xmlns:r="http://schemas.openxmlformats.org/officeDocument/2006/relationships" id="416" r:id="Rd930cf9842fd4f0d"/>
    <p:sldId xmlns:r="http://schemas.openxmlformats.org/officeDocument/2006/relationships" id="417" r:id="R28c428d92d3c464f"/>
    <p:sldId xmlns:r="http://schemas.openxmlformats.org/officeDocument/2006/relationships" id="418" r:id="Rbdae385c9f944e77"/>
    <p:sldId xmlns:r="http://schemas.openxmlformats.org/officeDocument/2006/relationships" id="419" r:id="R16872e23f7964123"/>
    <p:sldId xmlns:r="http://schemas.openxmlformats.org/officeDocument/2006/relationships" id="420" r:id="R39b72ff2b4664a19"/>
    <p:sldId xmlns:r="http://schemas.openxmlformats.org/officeDocument/2006/relationships" id="421" r:id="R5dc0a6b594a64e5e"/>
    <p:sldId xmlns:r="http://schemas.openxmlformats.org/officeDocument/2006/relationships" id="422" r:id="Rdaad19e701dc4fb4"/>
    <p:sldId xmlns:r="http://schemas.openxmlformats.org/officeDocument/2006/relationships" id="423" r:id="Rded037234e334251"/>
    <p:sldId xmlns:r="http://schemas.openxmlformats.org/officeDocument/2006/relationships" id="424" r:id="Rd9f777822e1849c2"/>
    <p:sldId xmlns:r="http://schemas.openxmlformats.org/officeDocument/2006/relationships" id="425" r:id="Rff3882c39af942e0"/>
    <p:sldId xmlns:r="http://schemas.openxmlformats.org/officeDocument/2006/relationships" id="426" r:id="Rcd7ea17bd75841cc"/>
    <p:sldId xmlns:r="http://schemas.openxmlformats.org/officeDocument/2006/relationships" id="427" r:id="R1e630cebdebb4ed6"/>
    <p:sldId xmlns:r="http://schemas.openxmlformats.org/officeDocument/2006/relationships" id="428" r:id="Rdd237bdd617e4ef5"/>
    <p:sldId xmlns:r="http://schemas.openxmlformats.org/officeDocument/2006/relationships" id="429" r:id="Rc04dbf22120e44f2"/>
    <p:sldId xmlns:r="http://schemas.openxmlformats.org/officeDocument/2006/relationships" id="430" r:id="R7fddc5a3426b4dc6"/>
    <p:sldId xmlns:r="http://schemas.openxmlformats.org/officeDocument/2006/relationships" id="431" r:id="R9cb41fde665f4640"/>
    <p:sldId xmlns:r="http://schemas.openxmlformats.org/officeDocument/2006/relationships" id="432" r:id="R49be60a545f543ad"/>
    <p:sldId xmlns:r="http://schemas.openxmlformats.org/officeDocument/2006/relationships" id="433" r:id="Rdcbcbbde793549e3"/>
    <p:sldId xmlns:r="http://schemas.openxmlformats.org/officeDocument/2006/relationships" id="434" r:id="Rc05d8efb276c46f4"/>
    <p:sldId xmlns:r="http://schemas.openxmlformats.org/officeDocument/2006/relationships" id="435" r:id="R23005f6d4ab64f24"/>
    <p:sldId xmlns:r="http://schemas.openxmlformats.org/officeDocument/2006/relationships" id="436" r:id="Rb5edff01e9fa4157"/>
    <p:sldId xmlns:r="http://schemas.openxmlformats.org/officeDocument/2006/relationships" id="437" r:id="Rb321355ec689449e"/>
    <p:sldId xmlns:r="http://schemas.openxmlformats.org/officeDocument/2006/relationships" id="438" r:id="Ra87efa5761f44724"/>
    <p:sldId xmlns:r="http://schemas.openxmlformats.org/officeDocument/2006/relationships" id="439" r:id="R39cb186524994b3d"/>
    <p:sldId xmlns:r="http://schemas.openxmlformats.org/officeDocument/2006/relationships" id="440" r:id="R2ee915bfff344ad2"/>
    <p:sldId xmlns:r="http://schemas.openxmlformats.org/officeDocument/2006/relationships" id="441" r:id="Rbd08a2c909ad46ee"/>
    <p:sldId xmlns:r="http://schemas.openxmlformats.org/officeDocument/2006/relationships" id="442" r:id="R98e0d74bd4544f86"/>
    <p:sldId xmlns:r="http://schemas.openxmlformats.org/officeDocument/2006/relationships" id="443" r:id="R86e75595906941e2"/>
    <p:sldId xmlns:r="http://schemas.openxmlformats.org/officeDocument/2006/relationships" id="444" r:id="R1cb40d2029c6404e"/>
    <p:sldId xmlns:r="http://schemas.openxmlformats.org/officeDocument/2006/relationships" id="445" r:id="R81f739b86afb49aa"/>
    <p:sldId xmlns:r="http://schemas.openxmlformats.org/officeDocument/2006/relationships" id="446" r:id="R5f821a7715e24ebb"/>
    <p:sldId xmlns:r="http://schemas.openxmlformats.org/officeDocument/2006/relationships" id="447" r:id="Rb1542fe1c5c84641"/>
    <p:sldId xmlns:r="http://schemas.openxmlformats.org/officeDocument/2006/relationships" id="448" r:id="Ra29ef0db47a04dfc"/>
    <p:sldId xmlns:r="http://schemas.openxmlformats.org/officeDocument/2006/relationships" id="449" r:id="Rafd4601fd06943d5"/>
    <p:sldId xmlns:r="http://schemas.openxmlformats.org/officeDocument/2006/relationships" id="450" r:id="R78ea401e19fc4fb8"/>
    <p:sldId xmlns:r="http://schemas.openxmlformats.org/officeDocument/2006/relationships" id="451" r:id="Rf1028d7553004ad3"/>
    <p:sldId xmlns:r="http://schemas.openxmlformats.org/officeDocument/2006/relationships" id="452" r:id="R3e820436819348c5"/>
    <p:sldId xmlns:r="http://schemas.openxmlformats.org/officeDocument/2006/relationships" id="453" r:id="R11f1ee72d24749a0"/>
    <p:sldId xmlns:r="http://schemas.openxmlformats.org/officeDocument/2006/relationships" id="454" r:id="R68717d7ae8874656"/>
    <p:sldId xmlns:r="http://schemas.openxmlformats.org/officeDocument/2006/relationships" id="455" r:id="R65e04339a0454bc2"/>
    <p:sldId xmlns:r="http://schemas.openxmlformats.org/officeDocument/2006/relationships" id="456" r:id="R12160d2a9f054d37"/>
    <p:sldId xmlns:r="http://schemas.openxmlformats.org/officeDocument/2006/relationships" id="457" r:id="Ree01c3c288394b6c"/>
    <p:sldId xmlns:r="http://schemas.openxmlformats.org/officeDocument/2006/relationships" id="458" r:id="Rd6c6f6f66794492e"/>
    <p:sldId xmlns:r="http://schemas.openxmlformats.org/officeDocument/2006/relationships" id="459" r:id="Re7eb2bc9f596411c"/>
    <p:sldId xmlns:r="http://schemas.openxmlformats.org/officeDocument/2006/relationships" id="460" r:id="R44de646b25b04215"/>
    <p:sldId xmlns:r="http://schemas.openxmlformats.org/officeDocument/2006/relationships" id="461" r:id="R02d739e270ea4242"/>
    <p:sldId xmlns:r="http://schemas.openxmlformats.org/officeDocument/2006/relationships" id="462" r:id="R0c92f1b63ea1482d"/>
    <p:sldId xmlns:r="http://schemas.openxmlformats.org/officeDocument/2006/relationships" id="463" r:id="Ra911a24995654136"/>
    <p:sldId xmlns:r="http://schemas.openxmlformats.org/officeDocument/2006/relationships" id="464" r:id="Rea99e3d2278642bc"/>
    <p:sldId xmlns:r="http://schemas.openxmlformats.org/officeDocument/2006/relationships" id="465" r:id="Rb4f190c3d55b47e1"/>
    <p:sldId xmlns:r="http://schemas.openxmlformats.org/officeDocument/2006/relationships" id="466" r:id="R51c91fac41df4b70"/>
    <p:sldId xmlns:r="http://schemas.openxmlformats.org/officeDocument/2006/relationships" id="467" r:id="Ra371dd61a8db4230"/>
    <p:sldId xmlns:r="http://schemas.openxmlformats.org/officeDocument/2006/relationships" id="468" r:id="R0491c4dbdc064ff3"/>
    <p:sldId xmlns:r="http://schemas.openxmlformats.org/officeDocument/2006/relationships" id="469" r:id="R59ad6d9d7f594a4f"/>
    <p:sldId xmlns:r="http://schemas.openxmlformats.org/officeDocument/2006/relationships" id="470" r:id="Rb5a855035dfd42f0"/>
    <p:sldId xmlns:r="http://schemas.openxmlformats.org/officeDocument/2006/relationships" id="471" r:id="R0ebf8f425bd14377"/>
    <p:sldId xmlns:r="http://schemas.openxmlformats.org/officeDocument/2006/relationships" id="472" r:id="R52e8e627b5f64efd"/>
    <p:sldId xmlns:r="http://schemas.openxmlformats.org/officeDocument/2006/relationships" id="473" r:id="Rfb1b81d13aa6450e"/>
    <p:sldId xmlns:r="http://schemas.openxmlformats.org/officeDocument/2006/relationships" id="474" r:id="Rd0b3f8c311ed4f9c"/>
    <p:sldId xmlns:r="http://schemas.openxmlformats.org/officeDocument/2006/relationships" id="475" r:id="Rb48a40aa32a14a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8d6289d54b48e5" /><Relationship Type="http://schemas.openxmlformats.org/officeDocument/2006/relationships/slideMaster" Target="/ppt/slideMasters/slideMaster1.xml" Id="R0920e555bd9a4f6f" /><Relationship Type="http://schemas.openxmlformats.org/officeDocument/2006/relationships/notesMaster" Target="/ppt/notesMasters/notesMaster1.xml" Id="Rf9e277c38b7947ae" /><Relationship Type="http://schemas.openxmlformats.org/officeDocument/2006/relationships/presProps" Target="/ppt/presProps.xml" Id="R0e789b4e46c048ad" /><Relationship Type="http://schemas.openxmlformats.org/officeDocument/2006/relationships/viewProps" Target="/ppt/viewProps.xml" Id="R8271101495b4455f" /><Relationship Type="http://schemas.openxmlformats.org/officeDocument/2006/relationships/tableStyles" Target="/ppt/tableStyles.xml" Id="R2143fd8dcada4d52" /><Relationship Type="http://schemas.openxmlformats.org/officeDocument/2006/relationships/slide" Target="/ppt/slides/slide1.xml" Id="R87058c94b4e2499c" /><Relationship Type="http://schemas.openxmlformats.org/officeDocument/2006/relationships/slide" Target="/ppt/slides/slide2.xml" Id="R4e809e0a4e1743ef" /><Relationship Type="http://schemas.openxmlformats.org/officeDocument/2006/relationships/slide" Target="/ppt/slides/slide3.xml" Id="Ra31c59eba3e44050" /><Relationship Type="http://schemas.openxmlformats.org/officeDocument/2006/relationships/slide" Target="/ppt/slides/slide4.xml" Id="Rc941fd2d87df4a7c" /><Relationship Type="http://schemas.openxmlformats.org/officeDocument/2006/relationships/slide" Target="/ppt/slides/slide5.xml" Id="Rc15b5992ab2f49c3" /><Relationship Type="http://schemas.openxmlformats.org/officeDocument/2006/relationships/slide" Target="/ppt/slides/slide6.xml" Id="R8e81f9c6e6494955" /><Relationship Type="http://schemas.openxmlformats.org/officeDocument/2006/relationships/slide" Target="/ppt/slides/slide7.xml" Id="R965d7a76ebc04cfa" /><Relationship Type="http://schemas.openxmlformats.org/officeDocument/2006/relationships/slide" Target="/ppt/slides/slide8.xml" Id="Rf46cdb6ca9414fed" /><Relationship Type="http://schemas.openxmlformats.org/officeDocument/2006/relationships/slide" Target="/ppt/slides/slide9.xml" Id="R3cce438fae674b61" /><Relationship Type="http://schemas.openxmlformats.org/officeDocument/2006/relationships/slide" Target="/ppt/slides/slide10.xml" Id="Rf8dc55e383754633" /><Relationship Type="http://schemas.openxmlformats.org/officeDocument/2006/relationships/slide" Target="/ppt/slides/slide11.xml" Id="R993a3c9753c3462d" /><Relationship Type="http://schemas.openxmlformats.org/officeDocument/2006/relationships/slide" Target="/ppt/slides/slide12.xml" Id="Redfbac5494564774" /><Relationship Type="http://schemas.openxmlformats.org/officeDocument/2006/relationships/slide" Target="/ppt/slides/slide13.xml" Id="Rc4c82b589bcb4d5e" /><Relationship Type="http://schemas.openxmlformats.org/officeDocument/2006/relationships/slide" Target="/ppt/slides/slide14.xml" Id="R007518e27c5d4f58" /><Relationship Type="http://schemas.openxmlformats.org/officeDocument/2006/relationships/slide" Target="/ppt/slides/slide15.xml" Id="R5dbac66ff7474857" /><Relationship Type="http://schemas.openxmlformats.org/officeDocument/2006/relationships/slide" Target="/ppt/slides/slide16.xml" Id="R5ed9268282b046ab" /><Relationship Type="http://schemas.openxmlformats.org/officeDocument/2006/relationships/slide" Target="/ppt/slides/slide17.xml" Id="R59285cac07c4477b" /><Relationship Type="http://schemas.openxmlformats.org/officeDocument/2006/relationships/slide" Target="/ppt/slides/slide18.xml" Id="R8910af9922e44e7d" /><Relationship Type="http://schemas.openxmlformats.org/officeDocument/2006/relationships/slide" Target="/ppt/slides/slide19.xml" Id="Rdbb9334854ef4ca9" /><Relationship Type="http://schemas.openxmlformats.org/officeDocument/2006/relationships/slide" Target="/ppt/slides/slide20.xml" Id="R0065cd4740b64944" /><Relationship Type="http://schemas.openxmlformats.org/officeDocument/2006/relationships/slide" Target="/ppt/slides/slide21.xml" Id="Rf48987324e5c4ed6" /><Relationship Type="http://schemas.openxmlformats.org/officeDocument/2006/relationships/slide" Target="/ppt/slides/slide22.xml" Id="Rfe37ab4d21d94390" /><Relationship Type="http://schemas.openxmlformats.org/officeDocument/2006/relationships/slide" Target="/ppt/slides/slide23.xml" Id="Rafac99c1c1d348a7" /><Relationship Type="http://schemas.openxmlformats.org/officeDocument/2006/relationships/slide" Target="/ppt/slides/slide24.xml" Id="Re1ac4958a6cc4190" /><Relationship Type="http://schemas.openxmlformats.org/officeDocument/2006/relationships/slide" Target="/ppt/slides/slide25.xml" Id="Rd892236802e94683" /><Relationship Type="http://schemas.openxmlformats.org/officeDocument/2006/relationships/slide" Target="/ppt/slides/slide26.xml" Id="Rcb4314d6499b4a39" /><Relationship Type="http://schemas.openxmlformats.org/officeDocument/2006/relationships/slide" Target="/ppt/slides/slide27.xml" Id="Rcf139da0996a478e" /><Relationship Type="http://schemas.openxmlformats.org/officeDocument/2006/relationships/slide" Target="/ppt/slides/slide28.xml" Id="R46bf31da3549482a" /><Relationship Type="http://schemas.openxmlformats.org/officeDocument/2006/relationships/slide" Target="/ppt/slides/slide29.xml" Id="R729404a656c14136" /><Relationship Type="http://schemas.openxmlformats.org/officeDocument/2006/relationships/slide" Target="/ppt/slides/slide30.xml" Id="R59172b205de04d88" /><Relationship Type="http://schemas.openxmlformats.org/officeDocument/2006/relationships/slide" Target="/ppt/slides/slide31.xml" Id="R7b779319ce39432f" /><Relationship Type="http://schemas.openxmlformats.org/officeDocument/2006/relationships/slide" Target="/ppt/slides/slide32.xml" Id="R485053f16d0141dd" /><Relationship Type="http://schemas.openxmlformats.org/officeDocument/2006/relationships/slide" Target="/ppt/slides/slide33.xml" Id="R7dbcb7b9b8b4490e" /><Relationship Type="http://schemas.openxmlformats.org/officeDocument/2006/relationships/slide" Target="/ppt/slides/slide34.xml" Id="R05b99724a8b04000" /><Relationship Type="http://schemas.openxmlformats.org/officeDocument/2006/relationships/slide" Target="/ppt/slides/slide35.xml" Id="R3b345bce9d644538" /><Relationship Type="http://schemas.openxmlformats.org/officeDocument/2006/relationships/slide" Target="/ppt/slides/slide36.xml" Id="R745e8332b73340cf" /><Relationship Type="http://schemas.openxmlformats.org/officeDocument/2006/relationships/slide" Target="/ppt/slides/slide37.xml" Id="R3b72337ce6a04a2d" /><Relationship Type="http://schemas.openxmlformats.org/officeDocument/2006/relationships/slide" Target="/ppt/slides/slide38.xml" Id="R23c443e76cff40dc" /><Relationship Type="http://schemas.openxmlformats.org/officeDocument/2006/relationships/slide" Target="/ppt/slides/slide39.xml" Id="R2ac21f4bd0ae41da" /><Relationship Type="http://schemas.openxmlformats.org/officeDocument/2006/relationships/slide" Target="/ppt/slides/slide40.xml" Id="R6a9bde98bdc4480c" /><Relationship Type="http://schemas.openxmlformats.org/officeDocument/2006/relationships/slide" Target="/ppt/slides/slide41.xml" Id="R121c0998affc485f" /><Relationship Type="http://schemas.openxmlformats.org/officeDocument/2006/relationships/slide" Target="/ppt/slides/slide42.xml" Id="R1214a2b185fc48a9" /><Relationship Type="http://schemas.openxmlformats.org/officeDocument/2006/relationships/slide" Target="/ppt/slides/slide43.xml" Id="R5505c2a2d8dd4daf" /><Relationship Type="http://schemas.openxmlformats.org/officeDocument/2006/relationships/slide" Target="/ppt/slides/slide44.xml" Id="R369f0fb4d36d430b" /><Relationship Type="http://schemas.openxmlformats.org/officeDocument/2006/relationships/slide" Target="/ppt/slides/slide45.xml" Id="R8ebda01f76aa494d" /><Relationship Type="http://schemas.openxmlformats.org/officeDocument/2006/relationships/slide" Target="/ppt/slides/slide46.xml" Id="R88aeda0dfc0b4e29" /><Relationship Type="http://schemas.openxmlformats.org/officeDocument/2006/relationships/slide" Target="/ppt/slides/slide47.xml" Id="R9fa48437b3bc477c" /><Relationship Type="http://schemas.openxmlformats.org/officeDocument/2006/relationships/slide" Target="/ppt/slides/slide48.xml" Id="R06fca04644b447e8" /><Relationship Type="http://schemas.openxmlformats.org/officeDocument/2006/relationships/slide" Target="/ppt/slides/slide49.xml" Id="Rc54d1a89f43e4693" /><Relationship Type="http://schemas.openxmlformats.org/officeDocument/2006/relationships/slide" Target="/ppt/slides/slide50.xml" Id="Re28a1636fc114100" /><Relationship Type="http://schemas.openxmlformats.org/officeDocument/2006/relationships/slide" Target="/ppt/slides/slide51.xml" Id="R8bd18b5eff8d47c5" /><Relationship Type="http://schemas.openxmlformats.org/officeDocument/2006/relationships/slide" Target="/ppt/slides/slide52.xml" Id="R72debb89c79d4d3a" /><Relationship Type="http://schemas.openxmlformats.org/officeDocument/2006/relationships/slide" Target="/ppt/slides/slide53.xml" Id="R29098930b4d5411a" /><Relationship Type="http://schemas.openxmlformats.org/officeDocument/2006/relationships/slide" Target="/ppt/slides/slide54.xml" Id="Ra541d2cc39774ed8" /><Relationship Type="http://schemas.openxmlformats.org/officeDocument/2006/relationships/slide" Target="/ppt/slides/slide55.xml" Id="R236eb71d7b3d4bf6" /><Relationship Type="http://schemas.openxmlformats.org/officeDocument/2006/relationships/slide" Target="/ppt/slides/slide56.xml" Id="R8fd0d24bed744b3c" /><Relationship Type="http://schemas.openxmlformats.org/officeDocument/2006/relationships/slide" Target="/ppt/slides/slide57.xml" Id="R0f0e070acc9b40be" /><Relationship Type="http://schemas.openxmlformats.org/officeDocument/2006/relationships/slide" Target="/ppt/slides/slide58.xml" Id="R09b916a76acc4330" /><Relationship Type="http://schemas.openxmlformats.org/officeDocument/2006/relationships/slide" Target="/ppt/slides/slide59.xml" Id="R1db60f8845c246b1" /><Relationship Type="http://schemas.openxmlformats.org/officeDocument/2006/relationships/slide" Target="/ppt/slides/slide60.xml" Id="R1e7899293de1410c" /><Relationship Type="http://schemas.openxmlformats.org/officeDocument/2006/relationships/slide" Target="/ppt/slides/slide61.xml" Id="R4823c292501e4c00" /><Relationship Type="http://schemas.openxmlformats.org/officeDocument/2006/relationships/slide" Target="/ppt/slides/slide62.xml" Id="Rc7d708e09d4f40cb" /><Relationship Type="http://schemas.openxmlformats.org/officeDocument/2006/relationships/slide" Target="/ppt/slides/slide63.xml" Id="Rba66d4045178468e" /><Relationship Type="http://schemas.openxmlformats.org/officeDocument/2006/relationships/slide" Target="/ppt/slides/slide64.xml" Id="R711de8d2d67a45cb" /><Relationship Type="http://schemas.openxmlformats.org/officeDocument/2006/relationships/slide" Target="/ppt/slides/slide65.xml" Id="R4d162912e13243a5" /><Relationship Type="http://schemas.openxmlformats.org/officeDocument/2006/relationships/slide" Target="/ppt/slides/slide66.xml" Id="Ra6075c15a1de4aab" /><Relationship Type="http://schemas.openxmlformats.org/officeDocument/2006/relationships/slide" Target="/ppt/slides/slide67.xml" Id="R2cc1ddcfc5c948fd" /><Relationship Type="http://schemas.openxmlformats.org/officeDocument/2006/relationships/slide" Target="/ppt/slides/slide68.xml" Id="R5befd8ae1d4a4556" /><Relationship Type="http://schemas.openxmlformats.org/officeDocument/2006/relationships/slide" Target="/ppt/slides/slide69.xml" Id="R95d0d1b2f89c42b0" /><Relationship Type="http://schemas.openxmlformats.org/officeDocument/2006/relationships/slide" Target="/ppt/slides/slide70.xml" Id="Ra767819f7ebc453e" /><Relationship Type="http://schemas.openxmlformats.org/officeDocument/2006/relationships/slide" Target="/ppt/slides/slide71.xml" Id="Rbafb2af61c74491c" /><Relationship Type="http://schemas.openxmlformats.org/officeDocument/2006/relationships/slide" Target="/ppt/slides/slide72.xml" Id="R824a1a622a2a4a26" /><Relationship Type="http://schemas.openxmlformats.org/officeDocument/2006/relationships/slide" Target="/ppt/slides/slide73.xml" Id="Rb796589160374075" /><Relationship Type="http://schemas.openxmlformats.org/officeDocument/2006/relationships/slide" Target="/ppt/slides/slide74.xml" Id="Rfffcc719aadb4080" /><Relationship Type="http://schemas.openxmlformats.org/officeDocument/2006/relationships/slide" Target="/ppt/slides/slide75.xml" Id="R2b77df48cff741e8" /><Relationship Type="http://schemas.openxmlformats.org/officeDocument/2006/relationships/slide" Target="/ppt/slides/slide76.xml" Id="Rcfd1e45326e246f5" /><Relationship Type="http://schemas.openxmlformats.org/officeDocument/2006/relationships/slide" Target="/ppt/slides/slide77.xml" Id="R29a5b36845ea47b8" /><Relationship Type="http://schemas.openxmlformats.org/officeDocument/2006/relationships/slide" Target="/ppt/slides/slide78.xml" Id="R21e116b8d7b84d2f" /><Relationship Type="http://schemas.openxmlformats.org/officeDocument/2006/relationships/slide" Target="/ppt/slides/slide79.xml" Id="R86b2cebf097e48d8" /><Relationship Type="http://schemas.openxmlformats.org/officeDocument/2006/relationships/slide" Target="/ppt/slides/slide80.xml" Id="Rfadbeef5aa2e48aa" /><Relationship Type="http://schemas.openxmlformats.org/officeDocument/2006/relationships/slide" Target="/ppt/slides/slide81.xml" Id="R77d4d78eb77d4280" /><Relationship Type="http://schemas.openxmlformats.org/officeDocument/2006/relationships/slide" Target="/ppt/slides/slide82.xml" Id="Rda86df001188449a" /><Relationship Type="http://schemas.openxmlformats.org/officeDocument/2006/relationships/slide" Target="/ppt/slides/slide83.xml" Id="R77273c808ebc43d1" /><Relationship Type="http://schemas.openxmlformats.org/officeDocument/2006/relationships/slide" Target="/ppt/slides/slide84.xml" Id="Rc058b759f92547ac" /><Relationship Type="http://schemas.openxmlformats.org/officeDocument/2006/relationships/slide" Target="/ppt/slides/slide85.xml" Id="R828f31cb781641fc" /><Relationship Type="http://schemas.openxmlformats.org/officeDocument/2006/relationships/slide" Target="/ppt/slides/slide86.xml" Id="R56a1cf7dc3dc4c1c" /><Relationship Type="http://schemas.openxmlformats.org/officeDocument/2006/relationships/slide" Target="/ppt/slides/slide87.xml" Id="R427e61cecf19443c" /><Relationship Type="http://schemas.openxmlformats.org/officeDocument/2006/relationships/slide" Target="/ppt/slides/slide88.xml" Id="R33411628a273469f" /><Relationship Type="http://schemas.openxmlformats.org/officeDocument/2006/relationships/slide" Target="/ppt/slides/slide89.xml" Id="R1bc5389b1bc342ba" /><Relationship Type="http://schemas.openxmlformats.org/officeDocument/2006/relationships/slide" Target="/ppt/slides/slide90.xml" Id="R03f5430836494928" /><Relationship Type="http://schemas.openxmlformats.org/officeDocument/2006/relationships/slide" Target="/ppt/slides/slide91.xml" Id="Rd3c7f8e6d7b8480b" /><Relationship Type="http://schemas.openxmlformats.org/officeDocument/2006/relationships/slide" Target="/ppt/slides/slide92.xml" Id="R9af162c4091048e4" /><Relationship Type="http://schemas.openxmlformats.org/officeDocument/2006/relationships/slide" Target="/ppt/slides/slide93.xml" Id="R06c4e0783393428a" /><Relationship Type="http://schemas.openxmlformats.org/officeDocument/2006/relationships/slide" Target="/ppt/slides/slide94.xml" Id="Rd622a1d637c34abc" /><Relationship Type="http://schemas.openxmlformats.org/officeDocument/2006/relationships/slide" Target="/ppt/slides/slide95.xml" Id="R3075c8225d6845b5" /><Relationship Type="http://schemas.openxmlformats.org/officeDocument/2006/relationships/slide" Target="/ppt/slides/slide96.xml" Id="R68040101c50e4802" /><Relationship Type="http://schemas.openxmlformats.org/officeDocument/2006/relationships/slide" Target="/ppt/slides/slide97.xml" Id="R86474bb3e3574558" /><Relationship Type="http://schemas.openxmlformats.org/officeDocument/2006/relationships/slide" Target="/ppt/slides/slide98.xml" Id="Rdbad5e93f60e4174" /><Relationship Type="http://schemas.openxmlformats.org/officeDocument/2006/relationships/slide" Target="/ppt/slides/slide99.xml" Id="Rb9291f02e35a4566" /><Relationship Type="http://schemas.openxmlformats.org/officeDocument/2006/relationships/slide" Target="/ppt/slides/slide100.xml" Id="R4df9b7ac672b497f" /><Relationship Type="http://schemas.openxmlformats.org/officeDocument/2006/relationships/slide" Target="/ppt/slides/slide101.xml" Id="R15fb871d554e4813" /><Relationship Type="http://schemas.openxmlformats.org/officeDocument/2006/relationships/slide" Target="/ppt/slides/slide102.xml" Id="Raa8f0e150bfb4ac2" /><Relationship Type="http://schemas.openxmlformats.org/officeDocument/2006/relationships/slide" Target="/ppt/slides/slide103.xml" Id="R3f3047d1a73a4de2" /><Relationship Type="http://schemas.openxmlformats.org/officeDocument/2006/relationships/slide" Target="/ppt/slides/slide104.xml" Id="Rb1de4a164a224df1" /><Relationship Type="http://schemas.openxmlformats.org/officeDocument/2006/relationships/slide" Target="/ppt/slides/slide105.xml" Id="R30d3629bf66e48ed" /><Relationship Type="http://schemas.openxmlformats.org/officeDocument/2006/relationships/slide" Target="/ppt/slides/slide106.xml" Id="Rfc2db95a3c184ae5" /><Relationship Type="http://schemas.openxmlformats.org/officeDocument/2006/relationships/slide" Target="/ppt/slides/slide107.xml" Id="R8afd744046014c6b" /><Relationship Type="http://schemas.openxmlformats.org/officeDocument/2006/relationships/slide" Target="/ppt/slides/slide108.xml" Id="R434987ca416a449b" /><Relationship Type="http://schemas.openxmlformats.org/officeDocument/2006/relationships/slide" Target="/ppt/slides/slide109.xml" Id="R9f2ccec144084aa7" /><Relationship Type="http://schemas.openxmlformats.org/officeDocument/2006/relationships/slide" Target="/ppt/slides/slide110.xml" Id="R83d027f1d84c4279" /><Relationship Type="http://schemas.openxmlformats.org/officeDocument/2006/relationships/slide" Target="/ppt/slides/slide111.xml" Id="R1f1b76e2d18644e5" /><Relationship Type="http://schemas.openxmlformats.org/officeDocument/2006/relationships/slide" Target="/ppt/slides/slide112.xml" Id="Rfbf9952948fc4dff" /><Relationship Type="http://schemas.openxmlformats.org/officeDocument/2006/relationships/slide" Target="/ppt/slides/slide113.xml" Id="Rce74e1ea6d394c7f" /><Relationship Type="http://schemas.openxmlformats.org/officeDocument/2006/relationships/slide" Target="/ppt/slides/slide114.xml" Id="Rd031f6df44ec48ac" /><Relationship Type="http://schemas.openxmlformats.org/officeDocument/2006/relationships/slide" Target="/ppt/slides/slide115.xml" Id="R88c612494ffd4628" /><Relationship Type="http://schemas.openxmlformats.org/officeDocument/2006/relationships/slide" Target="/ppt/slides/slide116.xml" Id="Rdf460b54eec84792" /><Relationship Type="http://schemas.openxmlformats.org/officeDocument/2006/relationships/slide" Target="/ppt/slides/slide117.xml" Id="Rbc4fd1d93e0240d5" /><Relationship Type="http://schemas.openxmlformats.org/officeDocument/2006/relationships/slide" Target="/ppt/slides/slide118.xml" Id="R90307c0867844868" /><Relationship Type="http://schemas.openxmlformats.org/officeDocument/2006/relationships/slide" Target="/ppt/slides/slide119.xml" Id="R556d56b2fe754ffd" /><Relationship Type="http://schemas.openxmlformats.org/officeDocument/2006/relationships/slide" Target="/ppt/slides/slide120.xml" Id="R24ea37ab5f1041fc" /><Relationship Type="http://schemas.openxmlformats.org/officeDocument/2006/relationships/slide" Target="/ppt/slides/slide121.xml" Id="R59ebc0628794494c" /><Relationship Type="http://schemas.openxmlformats.org/officeDocument/2006/relationships/slide" Target="/ppt/slides/slide122.xml" Id="Rbefd6c85bc044fb1" /><Relationship Type="http://schemas.openxmlformats.org/officeDocument/2006/relationships/slide" Target="/ppt/slides/slide123.xml" Id="Re9a25ab230ee47ce" /><Relationship Type="http://schemas.openxmlformats.org/officeDocument/2006/relationships/slide" Target="/ppt/slides/slide124.xml" Id="Rdf821c8a19074e87" /><Relationship Type="http://schemas.openxmlformats.org/officeDocument/2006/relationships/slide" Target="/ppt/slides/slide125.xml" Id="R92950fe8b9c74243" /><Relationship Type="http://schemas.openxmlformats.org/officeDocument/2006/relationships/slide" Target="/ppt/slides/slide126.xml" Id="Ra72ae848207346a1" /><Relationship Type="http://schemas.openxmlformats.org/officeDocument/2006/relationships/slide" Target="/ppt/slides/slide127.xml" Id="R7a6a200a41c0452a" /><Relationship Type="http://schemas.openxmlformats.org/officeDocument/2006/relationships/slide" Target="/ppt/slides/slide128.xml" Id="R7974cdbcbc6240df" /><Relationship Type="http://schemas.openxmlformats.org/officeDocument/2006/relationships/slide" Target="/ppt/slides/slide129.xml" Id="R01d9e1e6a2d6445a" /><Relationship Type="http://schemas.openxmlformats.org/officeDocument/2006/relationships/slide" Target="/ppt/slides/slide130.xml" Id="R042375f39a6c4a95" /><Relationship Type="http://schemas.openxmlformats.org/officeDocument/2006/relationships/slide" Target="/ppt/slides/slide131.xml" Id="R1f055743b63f48ae" /><Relationship Type="http://schemas.openxmlformats.org/officeDocument/2006/relationships/slide" Target="/ppt/slides/slide132.xml" Id="Rd153e0061acf4d09" /><Relationship Type="http://schemas.openxmlformats.org/officeDocument/2006/relationships/slide" Target="/ppt/slides/slide133.xml" Id="R4c1039b2735b49b1" /><Relationship Type="http://schemas.openxmlformats.org/officeDocument/2006/relationships/slide" Target="/ppt/slides/slide134.xml" Id="Re751a8f970c84094" /><Relationship Type="http://schemas.openxmlformats.org/officeDocument/2006/relationships/slide" Target="/ppt/slides/slide135.xml" Id="R4db82d34ae6847bb" /><Relationship Type="http://schemas.openxmlformats.org/officeDocument/2006/relationships/slide" Target="/ppt/slides/slide136.xml" Id="R4a5b9735a4644146" /><Relationship Type="http://schemas.openxmlformats.org/officeDocument/2006/relationships/slide" Target="/ppt/slides/slide137.xml" Id="Rafeb264885674cac" /><Relationship Type="http://schemas.openxmlformats.org/officeDocument/2006/relationships/slide" Target="/ppt/slides/slide138.xml" Id="R7993a0921f95484f" /><Relationship Type="http://schemas.openxmlformats.org/officeDocument/2006/relationships/slide" Target="/ppt/slides/slide139.xml" Id="R1be45c45d7634ebf" /><Relationship Type="http://schemas.openxmlformats.org/officeDocument/2006/relationships/slide" Target="/ppt/slides/slide140.xml" Id="Rb173ba92c4844f70" /><Relationship Type="http://schemas.openxmlformats.org/officeDocument/2006/relationships/slide" Target="/ppt/slides/slide141.xml" Id="R5e4a9fcdcbfe48c3" /><Relationship Type="http://schemas.openxmlformats.org/officeDocument/2006/relationships/slide" Target="/ppt/slides/slide142.xml" Id="R8d2917213a7f411f" /><Relationship Type="http://schemas.openxmlformats.org/officeDocument/2006/relationships/slide" Target="/ppt/slides/slide143.xml" Id="R7f8b1146b0e04405" /><Relationship Type="http://schemas.openxmlformats.org/officeDocument/2006/relationships/slide" Target="/ppt/slides/slide144.xml" Id="R7fd3debb4b88480f" /><Relationship Type="http://schemas.openxmlformats.org/officeDocument/2006/relationships/slide" Target="/ppt/slides/slide145.xml" Id="R02c0fb3bb5394bde" /><Relationship Type="http://schemas.openxmlformats.org/officeDocument/2006/relationships/slide" Target="/ppt/slides/slide146.xml" Id="R07eefcbc4e124689" /><Relationship Type="http://schemas.openxmlformats.org/officeDocument/2006/relationships/slide" Target="/ppt/slides/slide147.xml" Id="R22018f94afd945f3" /><Relationship Type="http://schemas.openxmlformats.org/officeDocument/2006/relationships/slide" Target="/ppt/slides/slide148.xml" Id="R311b8466bfde4d5b" /><Relationship Type="http://schemas.openxmlformats.org/officeDocument/2006/relationships/slide" Target="/ppt/slides/slide149.xml" Id="R9cde46df84e94a1b" /><Relationship Type="http://schemas.openxmlformats.org/officeDocument/2006/relationships/slide" Target="/ppt/slides/slide150.xml" Id="R396c62b2fb59445c" /><Relationship Type="http://schemas.openxmlformats.org/officeDocument/2006/relationships/slide" Target="/ppt/slides/slide151.xml" Id="Re15caff765b94e96" /><Relationship Type="http://schemas.openxmlformats.org/officeDocument/2006/relationships/slide" Target="/ppt/slides/slide152.xml" Id="Rada62f1a028f47c0" /><Relationship Type="http://schemas.openxmlformats.org/officeDocument/2006/relationships/slide" Target="/ppt/slides/slide153.xml" Id="R69bd4fa9c5c74eb5" /><Relationship Type="http://schemas.openxmlformats.org/officeDocument/2006/relationships/slide" Target="/ppt/slides/slide154.xml" Id="R90b8c3938d984c13" /><Relationship Type="http://schemas.openxmlformats.org/officeDocument/2006/relationships/slide" Target="/ppt/slides/slide155.xml" Id="Rabee2317a78140a0" /><Relationship Type="http://schemas.openxmlformats.org/officeDocument/2006/relationships/slide" Target="/ppt/slides/slide156.xml" Id="R18774918c2ac4db4" /><Relationship Type="http://schemas.openxmlformats.org/officeDocument/2006/relationships/slide" Target="/ppt/slides/slide157.xml" Id="R13a3b5b20fdc4d43" /><Relationship Type="http://schemas.openxmlformats.org/officeDocument/2006/relationships/slide" Target="/ppt/slides/slide158.xml" Id="R8c0ca4ec62ae428f" /><Relationship Type="http://schemas.openxmlformats.org/officeDocument/2006/relationships/slide" Target="/ppt/slides/slide159.xml" Id="R34d1c3c1fc5b4330" /><Relationship Type="http://schemas.openxmlformats.org/officeDocument/2006/relationships/slide" Target="/ppt/slides/slide160.xml" Id="Ra7d6a811b0da4eac" /><Relationship Type="http://schemas.openxmlformats.org/officeDocument/2006/relationships/slide" Target="/ppt/slides/slide161.xml" Id="Rd930cf9842fd4f0d" /><Relationship Type="http://schemas.openxmlformats.org/officeDocument/2006/relationships/slide" Target="/ppt/slides/slide162.xml" Id="R28c428d92d3c464f" /><Relationship Type="http://schemas.openxmlformats.org/officeDocument/2006/relationships/slide" Target="/ppt/slides/slide163.xml" Id="Rbdae385c9f944e77" /><Relationship Type="http://schemas.openxmlformats.org/officeDocument/2006/relationships/slide" Target="/ppt/slides/slide164.xml" Id="R16872e23f7964123" /><Relationship Type="http://schemas.openxmlformats.org/officeDocument/2006/relationships/slide" Target="/ppt/slides/slide165.xml" Id="R39b72ff2b4664a19" /><Relationship Type="http://schemas.openxmlformats.org/officeDocument/2006/relationships/slide" Target="/ppt/slides/slide166.xml" Id="R5dc0a6b594a64e5e" /><Relationship Type="http://schemas.openxmlformats.org/officeDocument/2006/relationships/slide" Target="/ppt/slides/slide167.xml" Id="Rdaad19e701dc4fb4" /><Relationship Type="http://schemas.openxmlformats.org/officeDocument/2006/relationships/slide" Target="/ppt/slides/slide168.xml" Id="Rded037234e334251" /><Relationship Type="http://schemas.openxmlformats.org/officeDocument/2006/relationships/slide" Target="/ppt/slides/slide169.xml" Id="Rd9f777822e1849c2" /><Relationship Type="http://schemas.openxmlformats.org/officeDocument/2006/relationships/slide" Target="/ppt/slides/slide170.xml" Id="Rff3882c39af942e0" /><Relationship Type="http://schemas.openxmlformats.org/officeDocument/2006/relationships/slide" Target="/ppt/slides/slide171.xml" Id="Rcd7ea17bd75841cc" /><Relationship Type="http://schemas.openxmlformats.org/officeDocument/2006/relationships/slide" Target="/ppt/slides/slide172.xml" Id="R1e630cebdebb4ed6" /><Relationship Type="http://schemas.openxmlformats.org/officeDocument/2006/relationships/slide" Target="/ppt/slides/slide173.xml" Id="Rdd237bdd617e4ef5" /><Relationship Type="http://schemas.openxmlformats.org/officeDocument/2006/relationships/slide" Target="/ppt/slides/slide174.xml" Id="Rc04dbf22120e44f2" /><Relationship Type="http://schemas.openxmlformats.org/officeDocument/2006/relationships/slide" Target="/ppt/slides/slide175.xml" Id="R7fddc5a3426b4dc6" /><Relationship Type="http://schemas.openxmlformats.org/officeDocument/2006/relationships/slide" Target="/ppt/slides/slide176.xml" Id="R9cb41fde665f4640" /><Relationship Type="http://schemas.openxmlformats.org/officeDocument/2006/relationships/slide" Target="/ppt/slides/slide177.xml" Id="R49be60a545f543ad" /><Relationship Type="http://schemas.openxmlformats.org/officeDocument/2006/relationships/slide" Target="/ppt/slides/slide178.xml" Id="Rdcbcbbde793549e3" /><Relationship Type="http://schemas.openxmlformats.org/officeDocument/2006/relationships/slide" Target="/ppt/slides/slide179.xml" Id="Rc05d8efb276c46f4" /><Relationship Type="http://schemas.openxmlformats.org/officeDocument/2006/relationships/slide" Target="/ppt/slides/slide180.xml" Id="R23005f6d4ab64f24" /><Relationship Type="http://schemas.openxmlformats.org/officeDocument/2006/relationships/slide" Target="/ppt/slides/slide181.xml" Id="Rb5edff01e9fa4157" /><Relationship Type="http://schemas.openxmlformats.org/officeDocument/2006/relationships/slide" Target="/ppt/slides/slide182.xml" Id="Rb321355ec689449e" /><Relationship Type="http://schemas.openxmlformats.org/officeDocument/2006/relationships/slide" Target="/ppt/slides/slide183.xml" Id="Ra87efa5761f44724" /><Relationship Type="http://schemas.openxmlformats.org/officeDocument/2006/relationships/slide" Target="/ppt/slides/slide184.xml" Id="R39cb186524994b3d" /><Relationship Type="http://schemas.openxmlformats.org/officeDocument/2006/relationships/slide" Target="/ppt/slides/slide185.xml" Id="R2ee915bfff344ad2" /><Relationship Type="http://schemas.openxmlformats.org/officeDocument/2006/relationships/slide" Target="/ppt/slides/slide186.xml" Id="Rbd08a2c909ad46ee" /><Relationship Type="http://schemas.openxmlformats.org/officeDocument/2006/relationships/slide" Target="/ppt/slides/slide187.xml" Id="R98e0d74bd4544f86" /><Relationship Type="http://schemas.openxmlformats.org/officeDocument/2006/relationships/slide" Target="/ppt/slides/slide188.xml" Id="R86e75595906941e2" /><Relationship Type="http://schemas.openxmlformats.org/officeDocument/2006/relationships/slide" Target="/ppt/slides/slide189.xml" Id="R1cb40d2029c6404e" /><Relationship Type="http://schemas.openxmlformats.org/officeDocument/2006/relationships/slide" Target="/ppt/slides/slide190.xml" Id="R81f739b86afb49aa" /><Relationship Type="http://schemas.openxmlformats.org/officeDocument/2006/relationships/slide" Target="/ppt/slides/slide191.xml" Id="R5f821a7715e24ebb" /><Relationship Type="http://schemas.openxmlformats.org/officeDocument/2006/relationships/slide" Target="/ppt/slides/slide192.xml" Id="Rb1542fe1c5c84641" /><Relationship Type="http://schemas.openxmlformats.org/officeDocument/2006/relationships/slide" Target="/ppt/slides/slide193.xml" Id="Ra29ef0db47a04dfc" /><Relationship Type="http://schemas.openxmlformats.org/officeDocument/2006/relationships/slide" Target="/ppt/slides/slide194.xml" Id="Rafd4601fd06943d5" /><Relationship Type="http://schemas.openxmlformats.org/officeDocument/2006/relationships/slide" Target="/ppt/slides/slide195.xml" Id="R78ea401e19fc4fb8" /><Relationship Type="http://schemas.openxmlformats.org/officeDocument/2006/relationships/slide" Target="/ppt/slides/slide196.xml" Id="Rf1028d7553004ad3" /><Relationship Type="http://schemas.openxmlformats.org/officeDocument/2006/relationships/slide" Target="/ppt/slides/slide197.xml" Id="R3e820436819348c5" /><Relationship Type="http://schemas.openxmlformats.org/officeDocument/2006/relationships/slide" Target="/ppt/slides/slide198.xml" Id="R11f1ee72d24749a0" /><Relationship Type="http://schemas.openxmlformats.org/officeDocument/2006/relationships/slide" Target="/ppt/slides/slide199.xml" Id="R68717d7ae8874656" /><Relationship Type="http://schemas.openxmlformats.org/officeDocument/2006/relationships/slide" Target="/ppt/slides/slide200.xml" Id="R65e04339a0454bc2" /><Relationship Type="http://schemas.openxmlformats.org/officeDocument/2006/relationships/slide" Target="/ppt/slides/slide201.xml" Id="R12160d2a9f054d37" /><Relationship Type="http://schemas.openxmlformats.org/officeDocument/2006/relationships/slide" Target="/ppt/slides/slide202.xml" Id="Ree01c3c288394b6c" /><Relationship Type="http://schemas.openxmlformats.org/officeDocument/2006/relationships/slide" Target="/ppt/slides/slide203.xml" Id="Rd6c6f6f66794492e" /><Relationship Type="http://schemas.openxmlformats.org/officeDocument/2006/relationships/slide" Target="/ppt/slides/slide204.xml" Id="Re7eb2bc9f596411c" /><Relationship Type="http://schemas.openxmlformats.org/officeDocument/2006/relationships/slide" Target="/ppt/slides/slide205.xml" Id="R44de646b25b04215" /><Relationship Type="http://schemas.openxmlformats.org/officeDocument/2006/relationships/slide" Target="/ppt/slides/slide206.xml" Id="R02d739e270ea4242" /><Relationship Type="http://schemas.openxmlformats.org/officeDocument/2006/relationships/slide" Target="/ppt/slides/slide207.xml" Id="R0c92f1b63ea1482d" /><Relationship Type="http://schemas.openxmlformats.org/officeDocument/2006/relationships/slide" Target="/ppt/slides/slide208.xml" Id="Ra911a24995654136" /><Relationship Type="http://schemas.openxmlformats.org/officeDocument/2006/relationships/slide" Target="/ppt/slides/slide209.xml" Id="Rea99e3d2278642bc" /><Relationship Type="http://schemas.openxmlformats.org/officeDocument/2006/relationships/slide" Target="/ppt/slides/slide210.xml" Id="Rb4f190c3d55b47e1" /><Relationship Type="http://schemas.openxmlformats.org/officeDocument/2006/relationships/slide" Target="/ppt/slides/slide211.xml" Id="R51c91fac41df4b70" /><Relationship Type="http://schemas.openxmlformats.org/officeDocument/2006/relationships/slide" Target="/ppt/slides/slide212.xml" Id="Ra371dd61a8db4230" /><Relationship Type="http://schemas.openxmlformats.org/officeDocument/2006/relationships/slide" Target="/ppt/slides/slide213.xml" Id="R0491c4dbdc064ff3" /><Relationship Type="http://schemas.openxmlformats.org/officeDocument/2006/relationships/slide" Target="/ppt/slides/slide214.xml" Id="R59ad6d9d7f594a4f" /><Relationship Type="http://schemas.openxmlformats.org/officeDocument/2006/relationships/slide" Target="/ppt/slides/slide215.xml" Id="Rb5a855035dfd42f0" /><Relationship Type="http://schemas.openxmlformats.org/officeDocument/2006/relationships/slide" Target="/ppt/slides/slide216.xml" Id="R0ebf8f425bd14377" /><Relationship Type="http://schemas.openxmlformats.org/officeDocument/2006/relationships/slide" Target="/ppt/slides/slide217.xml" Id="R52e8e627b5f64efd" /><Relationship Type="http://schemas.openxmlformats.org/officeDocument/2006/relationships/slide" Target="/ppt/slides/slide218.xml" Id="Rfb1b81d13aa6450e" /><Relationship Type="http://schemas.openxmlformats.org/officeDocument/2006/relationships/slide" Target="/ppt/slides/slide219.xml" Id="Rd0b3f8c311ed4f9c" /><Relationship Type="http://schemas.openxmlformats.org/officeDocument/2006/relationships/slide" Target="/ppt/slides/slide220.xml" Id="Rb48a40aa32a14a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dad5366bc04c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85b2fe62fb4bee" /><Relationship Type="http://schemas.openxmlformats.org/officeDocument/2006/relationships/notesMaster" Target="/ppt/notesMasters/notesMaster1.xml" Id="R43df7ca4088546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595d0fd6c24dfd" /><Relationship Type="http://schemas.openxmlformats.org/officeDocument/2006/relationships/notesMaster" Target="/ppt/notesMasters/notesMaster1.xml" Id="R0a719b4e2b1844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b8c15c3e0b42b1" /><Relationship Type="http://schemas.openxmlformats.org/officeDocument/2006/relationships/notesMaster" Target="/ppt/notesMasters/notesMaster1.xml" Id="R0a94f349e2ba46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7bb2b6c3fd4b3a" /><Relationship Type="http://schemas.openxmlformats.org/officeDocument/2006/relationships/notesMaster" Target="/ppt/notesMasters/notesMaster1.xml" Id="Rd71c6c9f135244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72a650f064c4e" /><Relationship Type="http://schemas.openxmlformats.org/officeDocument/2006/relationships/notesMaster" Target="/ppt/notesMasters/notesMaster1.xml" Id="Rb4e9d6167825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72ccc0880546c9" /><Relationship Type="http://schemas.openxmlformats.org/officeDocument/2006/relationships/notesMaster" Target="/ppt/notesMasters/notesMaster1.xml" Id="R13b53bab2e1640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02b58a1c534f80" /><Relationship Type="http://schemas.openxmlformats.org/officeDocument/2006/relationships/notesMaster" Target="/ppt/notesMasters/notesMaster1.xml" Id="R708b0192369843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92c116290d4118" /><Relationship Type="http://schemas.openxmlformats.org/officeDocument/2006/relationships/notesMaster" Target="/ppt/notesMasters/notesMaster1.xml" Id="Rcca1c8c33d6e43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7de0e8362b4558" /><Relationship Type="http://schemas.openxmlformats.org/officeDocument/2006/relationships/notesMaster" Target="/ppt/notesMasters/notesMaster1.xml" Id="Re8a2710310ec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239553cd6a470c" /><Relationship Type="http://schemas.openxmlformats.org/officeDocument/2006/relationships/notesMaster" Target="/ppt/notesMasters/notesMaster1.xml" Id="Re17fa0e16a8349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b264c205d74735" /><Relationship Type="http://schemas.openxmlformats.org/officeDocument/2006/relationships/notesMaster" Target="/ppt/notesMasters/notesMaster1.xml" Id="R53f26a96edd449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2fa3dd513843c1" /><Relationship Type="http://schemas.openxmlformats.org/officeDocument/2006/relationships/notesMaster" Target="/ppt/notesMasters/notesMaster1.xml" Id="Rb43356e7652046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c2ecedfef24f50" /><Relationship Type="http://schemas.openxmlformats.org/officeDocument/2006/relationships/notesMaster" Target="/ppt/notesMasters/notesMaster1.xml" Id="Re632a4b5d27640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7016dd968c4523" /><Relationship Type="http://schemas.openxmlformats.org/officeDocument/2006/relationships/notesMaster" Target="/ppt/notesMasters/notesMaster1.xml" Id="R49a2ce5c911446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e23c292d8a44d3" /><Relationship Type="http://schemas.openxmlformats.org/officeDocument/2006/relationships/notesMaster" Target="/ppt/notesMasters/notesMaster1.xml" Id="R5cf437e3845642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4165775e916427f" /><Relationship Type="http://schemas.openxmlformats.org/officeDocument/2006/relationships/notesMaster" Target="/ppt/notesMasters/notesMaster1.xml" Id="R00de352b705547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533252a2f04d8e" /><Relationship Type="http://schemas.openxmlformats.org/officeDocument/2006/relationships/notesMaster" Target="/ppt/notesMasters/notesMaster1.xml" Id="R8128572b3aad44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e6511a16384891" /><Relationship Type="http://schemas.openxmlformats.org/officeDocument/2006/relationships/notesMaster" Target="/ppt/notesMasters/notesMaster1.xml" Id="R1510d63ac6974f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443eafaace24e6a" /><Relationship Type="http://schemas.openxmlformats.org/officeDocument/2006/relationships/notesMaster" Target="/ppt/notesMasters/notesMaster1.xml" Id="R6bd048d06127411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de342f2b3a4225" /><Relationship Type="http://schemas.openxmlformats.org/officeDocument/2006/relationships/notesMaster" Target="/ppt/notesMasters/notesMaster1.xml" Id="Rca90f1f1cb914a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55fa24db2d64817" /><Relationship Type="http://schemas.openxmlformats.org/officeDocument/2006/relationships/notesMaster" Target="/ppt/notesMasters/notesMaster1.xml" Id="Rf46eab1c0824428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1b22a098704c77" /><Relationship Type="http://schemas.openxmlformats.org/officeDocument/2006/relationships/notesMaster" Target="/ppt/notesMasters/notesMaster1.xml" Id="Re9be37dc099d40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52fa61b592b451f" /><Relationship Type="http://schemas.openxmlformats.org/officeDocument/2006/relationships/notesMaster" Target="/ppt/notesMasters/notesMaster1.xml" Id="R003a7e7a869d46e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88aa1c00f574593" /><Relationship Type="http://schemas.openxmlformats.org/officeDocument/2006/relationships/notesMaster" Target="/ppt/notesMasters/notesMaster1.xml" Id="R37d74a6949fc43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94aa389fb149b1" /><Relationship Type="http://schemas.openxmlformats.org/officeDocument/2006/relationships/notesMaster" Target="/ppt/notesMasters/notesMaster1.xml" Id="Rca3d37c6be83409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6cd4004acd94078" /><Relationship Type="http://schemas.openxmlformats.org/officeDocument/2006/relationships/notesMaster" Target="/ppt/notesMasters/notesMaster1.xml" Id="Rd60e200cdf9d4de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7cc856f61c4478" /><Relationship Type="http://schemas.openxmlformats.org/officeDocument/2006/relationships/notesMaster" Target="/ppt/notesMasters/notesMaster1.xml" Id="R45066674417c493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f8c029ab4e24e14" /><Relationship Type="http://schemas.openxmlformats.org/officeDocument/2006/relationships/notesMaster" Target="/ppt/notesMasters/notesMaster1.xml" Id="R8ce0720c6ae34ce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89e45970724f7a" /><Relationship Type="http://schemas.openxmlformats.org/officeDocument/2006/relationships/notesMaster" Target="/ppt/notesMasters/notesMaster1.xml" Id="Rfe569a5f46ba47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c2a8342dde44ea" /><Relationship Type="http://schemas.openxmlformats.org/officeDocument/2006/relationships/notesMaster" Target="/ppt/notesMasters/notesMaster1.xml" Id="R8d440f7b8eed4f8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e833c9f346943a9" /><Relationship Type="http://schemas.openxmlformats.org/officeDocument/2006/relationships/notesMaster" Target="/ppt/notesMasters/notesMaster1.xml" Id="Rf8f90f940de34f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16eccff40d5437e" /><Relationship Type="http://schemas.openxmlformats.org/officeDocument/2006/relationships/notesMaster" Target="/ppt/notesMasters/notesMaster1.xml" Id="Ra3c458012bdc48f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8e08285c8f74e7b" /><Relationship Type="http://schemas.openxmlformats.org/officeDocument/2006/relationships/notesMaster" Target="/ppt/notesMasters/notesMaster1.xml" Id="R6e48c2b2228242f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e8dff023d04b26" /><Relationship Type="http://schemas.openxmlformats.org/officeDocument/2006/relationships/notesMaster" Target="/ppt/notesMasters/notesMaster1.xml" Id="Raaaafde831214ed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42df91d01aa447d" /><Relationship Type="http://schemas.openxmlformats.org/officeDocument/2006/relationships/notesMaster" Target="/ppt/notesMasters/notesMaster1.xml" Id="Ra4bfdd25c0754b7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1fbdaf94844beb" /><Relationship Type="http://schemas.openxmlformats.org/officeDocument/2006/relationships/notesMaster" Target="/ppt/notesMasters/notesMaster1.xml" Id="R21e6ca40794c44f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2fdeab252f1460f" /><Relationship Type="http://schemas.openxmlformats.org/officeDocument/2006/relationships/notesMaster" Target="/ppt/notesMasters/notesMaster1.xml" Id="Rcbf3f8b923f94d5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b769a682764438d" /><Relationship Type="http://schemas.openxmlformats.org/officeDocument/2006/relationships/notesMaster" Target="/ppt/notesMasters/notesMaster1.xml" Id="R429c7bc0cb0e433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b7cfd42c12a415a" /><Relationship Type="http://schemas.openxmlformats.org/officeDocument/2006/relationships/notesMaster" Target="/ppt/notesMasters/notesMaster1.xml" Id="Re34d3ecc6e5a4b6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661839576b44e63" /><Relationship Type="http://schemas.openxmlformats.org/officeDocument/2006/relationships/notesMaster" Target="/ppt/notesMasters/notesMaster1.xml" Id="Rb679239eb995462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062a135422a4f46" /><Relationship Type="http://schemas.openxmlformats.org/officeDocument/2006/relationships/notesMaster" Target="/ppt/notesMasters/notesMaster1.xml" Id="R0f34a5f324d94f4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6fb0cf28a714925" /><Relationship Type="http://schemas.openxmlformats.org/officeDocument/2006/relationships/notesMaster" Target="/ppt/notesMasters/notesMaster1.xml" Id="R0260de9b4e6942c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27e8ef023c04fee" /><Relationship Type="http://schemas.openxmlformats.org/officeDocument/2006/relationships/notesMaster" Target="/ppt/notesMasters/notesMaster1.xml" Id="Rea7bf91b8266414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b70f105c3d440fe" /><Relationship Type="http://schemas.openxmlformats.org/officeDocument/2006/relationships/notesMaster" Target="/ppt/notesMasters/notesMaster1.xml" Id="R68c5554fb5c143e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fef3e2d908146b7" /><Relationship Type="http://schemas.openxmlformats.org/officeDocument/2006/relationships/notesMaster" Target="/ppt/notesMasters/notesMaster1.xml" Id="R5563618b5a8d413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83e55199f9b4b43" /><Relationship Type="http://schemas.openxmlformats.org/officeDocument/2006/relationships/notesMaster" Target="/ppt/notesMasters/notesMaster1.xml" Id="R7685e864eeb2474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ab9c33e074a4cc7" /><Relationship Type="http://schemas.openxmlformats.org/officeDocument/2006/relationships/notesMaster" Target="/ppt/notesMasters/notesMaster1.xml" Id="Rdb07f74b0353437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c5961b451574da2" /><Relationship Type="http://schemas.openxmlformats.org/officeDocument/2006/relationships/notesMaster" Target="/ppt/notesMasters/notesMaster1.xml" Id="R10218aef28774b5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73486a238bc4e5b" /><Relationship Type="http://schemas.openxmlformats.org/officeDocument/2006/relationships/notesMaster" Target="/ppt/notesMasters/notesMaster1.xml" Id="R98ba69a595f6461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faad83a9a774726" /><Relationship Type="http://schemas.openxmlformats.org/officeDocument/2006/relationships/notesMaster" Target="/ppt/notesMasters/notesMaster1.xml" Id="Rdf9c9ca693ba42c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0c035a56feb4a7f" /><Relationship Type="http://schemas.openxmlformats.org/officeDocument/2006/relationships/notesMaster" Target="/ppt/notesMasters/notesMaster1.xml" Id="Rd83589c311f7414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9899fcc2b3f47a9" /><Relationship Type="http://schemas.openxmlformats.org/officeDocument/2006/relationships/notesMaster" Target="/ppt/notesMasters/notesMaster1.xml" Id="R43e3940dc68f41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e0afe1292dc480a" /><Relationship Type="http://schemas.openxmlformats.org/officeDocument/2006/relationships/notesMaster" Target="/ppt/notesMasters/notesMaster1.xml" Id="R196c16f78eb64a3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3b9dd3c1afa42bd" /><Relationship Type="http://schemas.openxmlformats.org/officeDocument/2006/relationships/notesMaster" Target="/ppt/notesMasters/notesMaster1.xml" Id="R7c6a68b03b1a4df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ef2edc7f3b74d4e" /><Relationship Type="http://schemas.openxmlformats.org/officeDocument/2006/relationships/notesMaster" Target="/ppt/notesMasters/notesMaster1.xml" Id="R79e128ba4a4e42e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18106530ce7467a" /><Relationship Type="http://schemas.openxmlformats.org/officeDocument/2006/relationships/notesMaster" Target="/ppt/notesMasters/notesMaster1.xml" Id="R3650e80c2e4c434c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c4df6dc939649f7" /><Relationship Type="http://schemas.openxmlformats.org/officeDocument/2006/relationships/notesMaster" Target="/ppt/notesMasters/notesMaster1.xml" Id="R9ad6862afc0b49a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7abb105a80d461d" /><Relationship Type="http://schemas.openxmlformats.org/officeDocument/2006/relationships/notesMaster" Target="/ppt/notesMasters/notesMaster1.xml" Id="R9a86f3e8fd2a447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c720afdb10b4940" /><Relationship Type="http://schemas.openxmlformats.org/officeDocument/2006/relationships/notesMaster" Target="/ppt/notesMasters/notesMaster1.xml" Id="R0031a0a4c624484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a34c7a023e44e93" /><Relationship Type="http://schemas.openxmlformats.org/officeDocument/2006/relationships/notesMaster" Target="/ppt/notesMasters/notesMaster1.xml" Id="R629974afcc784eb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dc21427042ae43b8" /><Relationship Type="http://schemas.openxmlformats.org/officeDocument/2006/relationships/notesMaster" Target="/ppt/notesMasters/notesMaster1.xml" Id="R0a1a77e786e04ef1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80d4a1b66deb480d" /><Relationship Type="http://schemas.openxmlformats.org/officeDocument/2006/relationships/notesMaster" Target="/ppt/notesMasters/notesMaster1.xml" Id="R9190fbf5ba28473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5bce369740f41f3" /><Relationship Type="http://schemas.openxmlformats.org/officeDocument/2006/relationships/notesMaster" Target="/ppt/notesMasters/notesMaster1.xml" Id="R1c8b0429f2c244a0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6e425de505c4fc4" /><Relationship Type="http://schemas.openxmlformats.org/officeDocument/2006/relationships/notesMaster" Target="/ppt/notesMasters/notesMaster1.xml" Id="R5ff56d19a3ef4f3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b9454183729d47ae" /><Relationship Type="http://schemas.openxmlformats.org/officeDocument/2006/relationships/notesMaster" Target="/ppt/notesMasters/notesMaster1.xml" Id="Rc331dd7ca6a24ea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ddda69cce6c4caa" /><Relationship Type="http://schemas.openxmlformats.org/officeDocument/2006/relationships/notesMaster" Target="/ppt/notesMasters/notesMaster1.xml" Id="Rfcce7761aa754b76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2ce6c207fdaa4f4a" /><Relationship Type="http://schemas.openxmlformats.org/officeDocument/2006/relationships/notesMaster" Target="/ppt/notesMasters/notesMaster1.xml" Id="Rec35263f3e5040df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1d494e66d834bb1" /><Relationship Type="http://schemas.openxmlformats.org/officeDocument/2006/relationships/notesMaster" Target="/ppt/notesMasters/notesMaster1.xml" Id="Rd894e4f2b0f64c0c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78f013a4b9342bd" /><Relationship Type="http://schemas.openxmlformats.org/officeDocument/2006/relationships/notesMaster" Target="/ppt/notesMasters/notesMaster1.xml" Id="R01d44b8d481f472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3716ccede2ee43a0" /><Relationship Type="http://schemas.openxmlformats.org/officeDocument/2006/relationships/notesMaster" Target="/ppt/notesMasters/notesMaster1.xml" Id="R34d229a71bd44c45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0d77f46a7d8d43af" /><Relationship Type="http://schemas.openxmlformats.org/officeDocument/2006/relationships/notesMaster" Target="/ppt/notesMasters/notesMaster1.xml" Id="Rd2a9e13d18df4c72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7c3df93883ec4169" /><Relationship Type="http://schemas.openxmlformats.org/officeDocument/2006/relationships/notesMaster" Target="/ppt/notesMasters/notesMaster1.xml" Id="Rc5ba9c3f7ace475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ec0aa5679cf4e73" /><Relationship Type="http://schemas.openxmlformats.org/officeDocument/2006/relationships/notesMaster" Target="/ppt/notesMasters/notesMaster1.xml" Id="R96b1c369615d457e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685795c766204bef" /><Relationship Type="http://schemas.openxmlformats.org/officeDocument/2006/relationships/notesMaster" Target="/ppt/notesMasters/notesMaster1.xml" Id="R3a5bf18cc4d04393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a13c8326e774316" /><Relationship Type="http://schemas.openxmlformats.org/officeDocument/2006/relationships/notesMaster" Target="/ppt/notesMasters/notesMaster1.xml" Id="R670952557a5d4141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019666799844240" /><Relationship Type="http://schemas.openxmlformats.org/officeDocument/2006/relationships/notesMaster" Target="/ppt/notesMasters/notesMaster1.xml" Id="R823d46b1632f418e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84bac479f4394eb7" /><Relationship Type="http://schemas.openxmlformats.org/officeDocument/2006/relationships/notesMaster" Target="/ppt/notesMasters/notesMaster1.xml" Id="Rd0964728f16947d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1eaa0ae2a8f045de" /><Relationship Type="http://schemas.openxmlformats.org/officeDocument/2006/relationships/notesMaster" Target="/ppt/notesMasters/notesMaster1.xml" Id="R8f7c190c07464450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154149b2977a4a03" /><Relationship Type="http://schemas.openxmlformats.org/officeDocument/2006/relationships/notesMaster" Target="/ppt/notesMasters/notesMaster1.xml" Id="Rebf00e8038214f38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35b2a0b2c5db4a71" /><Relationship Type="http://schemas.openxmlformats.org/officeDocument/2006/relationships/notesMaster" Target="/ppt/notesMasters/notesMaster1.xml" Id="Rd4ecdc2d3a304892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0e42bb7575694b56" /><Relationship Type="http://schemas.openxmlformats.org/officeDocument/2006/relationships/notesMaster" Target="/ppt/notesMasters/notesMaster1.xml" Id="R29dd555040b84f12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9644e4e1c2594272" /><Relationship Type="http://schemas.openxmlformats.org/officeDocument/2006/relationships/notesMaster" Target="/ppt/notesMasters/notesMaster1.xml" Id="R85d0e6ed76bb429b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ab822c2a2b3f41a5" /><Relationship Type="http://schemas.openxmlformats.org/officeDocument/2006/relationships/notesMaster" Target="/ppt/notesMasters/notesMaster1.xml" Id="Rdc7529ac45e24589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9163b7e688394405" /><Relationship Type="http://schemas.openxmlformats.org/officeDocument/2006/relationships/notesMaster" Target="/ppt/notesMasters/notesMaster1.xml" Id="R5f415203c6f6423b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f9b0623111c047f5" /><Relationship Type="http://schemas.openxmlformats.org/officeDocument/2006/relationships/notesMaster" Target="/ppt/notesMasters/notesMaster1.xml" Id="R59d5b13b9fcb42d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001781991f6a4f72" /><Relationship Type="http://schemas.openxmlformats.org/officeDocument/2006/relationships/notesMaster" Target="/ppt/notesMasters/notesMaster1.xml" Id="R97bd7f156bdc4573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3dd3021936934f2c" /><Relationship Type="http://schemas.openxmlformats.org/officeDocument/2006/relationships/notesMaster" Target="/ppt/notesMasters/notesMaster1.xml" Id="R79ca61f031f14291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2b2486d2d6f749f7" /><Relationship Type="http://schemas.openxmlformats.org/officeDocument/2006/relationships/notesMaster" Target="/ppt/notesMasters/notesMaster1.xml" Id="R2dfd310e3b5a44bc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afd4972459c475d" /><Relationship Type="http://schemas.openxmlformats.org/officeDocument/2006/relationships/notesMaster" Target="/ppt/notesMasters/notesMaster1.xml" Id="R9ae5bcd115924e50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5d48e88aa5b14b3d" /><Relationship Type="http://schemas.openxmlformats.org/officeDocument/2006/relationships/notesMaster" Target="/ppt/notesMasters/notesMaster1.xml" Id="Rff989506e4e045b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378c3fd992bb4123" /><Relationship Type="http://schemas.openxmlformats.org/officeDocument/2006/relationships/notesMaster" Target="/ppt/notesMasters/notesMaster1.xml" Id="Rbdbfce6af541403c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164546df7bfa4d6c" /><Relationship Type="http://schemas.openxmlformats.org/officeDocument/2006/relationships/notesMaster" Target="/ppt/notesMasters/notesMaster1.xml" Id="R53a57c22397b455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8e8c1014d96d47f7" /><Relationship Type="http://schemas.openxmlformats.org/officeDocument/2006/relationships/notesMaster" Target="/ppt/notesMasters/notesMaster1.xml" Id="R342554cc4cfb4e9a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dde7eb1f2de458c" /><Relationship Type="http://schemas.openxmlformats.org/officeDocument/2006/relationships/notesMaster" Target="/ppt/notesMasters/notesMaster1.xml" Id="Ra396ee34b49a460e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e963830be0b94d4e" /><Relationship Type="http://schemas.openxmlformats.org/officeDocument/2006/relationships/notesMaster" Target="/ppt/notesMasters/notesMaster1.xml" Id="R16a7b66b7b6e4b05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df04707c6f74f2c" /><Relationship Type="http://schemas.openxmlformats.org/officeDocument/2006/relationships/notesMaster" Target="/ppt/notesMasters/notesMaster1.xml" Id="R43901c58d1694ee4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93925820ee284ecc" /><Relationship Type="http://schemas.openxmlformats.org/officeDocument/2006/relationships/notesMaster" Target="/ppt/notesMasters/notesMaster1.xml" Id="R44a0a08185514cb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3415cea143c64e2b" /><Relationship Type="http://schemas.openxmlformats.org/officeDocument/2006/relationships/notesMaster" Target="/ppt/notesMasters/notesMaster1.xml" Id="Rd4902a485a804397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0b49e37dc1354f73" /><Relationship Type="http://schemas.openxmlformats.org/officeDocument/2006/relationships/notesMaster" Target="/ppt/notesMasters/notesMaster1.xml" Id="Rb813ebeefe1942f0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92b401f381064066" /><Relationship Type="http://schemas.openxmlformats.org/officeDocument/2006/relationships/notesMaster" Target="/ppt/notesMasters/notesMaster1.xml" Id="R3990e619d0ed4493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a0fd74c4a2914c24" /><Relationship Type="http://schemas.openxmlformats.org/officeDocument/2006/relationships/notesMaster" Target="/ppt/notesMasters/notesMaster1.xml" Id="Rf520065e691a4afe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9b77c648632d4eb9" /><Relationship Type="http://schemas.openxmlformats.org/officeDocument/2006/relationships/notesMaster" Target="/ppt/notesMasters/notesMaster1.xml" Id="Rc6b27cf755cc4f1c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a5bacc2fd1f4b86" /><Relationship Type="http://schemas.openxmlformats.org/officeDocument/2006/relationships/notesMaster" Target="/ppt/notesMasters/notesMaster1.xml" Id="R3fd65bf613124bbb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faa0d74ef11b4ddb" /><Relationship Type="http://schemas.openxmlformats.org/officeDocument/2006/relationships/notesMaster" Target="/ppt/notesMasters/notesMaster1.xml" Id="Rc7c1a2f8cca94e4a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a09765471fad4743" /><Relationship Type="http://schemas.openxmlformats.org/officeDocument/2006/relationships/notesMaster" Target="/ppt/notesMasters/notesMaster1.xml" Id="Rafe17d27d7bf4561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a1c2e15aea14285" /><Relationship Type="http://schemas.openxmlformats.org/officeDocument/2006/relationships/notesMaster" Target="/ppt/notesMasters/notesMaster1.xml" Id="Rc3d6fc66b8164a2d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6f986444cf44761" /><Relationship Type="http://schemas.openxmlformats.org/officeDocument/2006/relationships/notesMaster" Target="/ppt/notesMasters/notesMaster1.xml" Id="R7ed5e542d9064d0d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816edc12f8254177" /><Relationship Type="http://schemas.openxmlformats.org/officeDocument/2006/relationships/notesMaster" Target="/ppt/notesMasters/notesMaster1.xml" Id="Rc781792109f64c78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67538edfff974c9a" /><Relationship Type="http://schemas.openxmlformats.org/officeDocument/2006/relationships/notesMaster" Target="/ppt/notesMasters/notesMaster1.xml" Id="R83df22693d694bb0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0b44dcb7d1b641a9" /><Relationship Type="http://schemas.openxmlformats.org/officeDocument/2006/relationships/notesMaster" Target="/ppt/notesMasters/notesMaster1.xml" Id="R0eaf202f48b54a22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e28ac5f8e11c433b" /><Relationship Type="http://schemas.openxmlformats.org/officeDocument/2006/relationships/notesMaster" Target="/ppt/notesMasters/notesMaster1.xml" Id="R32d4aaaf76a74c47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9f0cfa3173fc433f" /><Relationship Type="http://schemas.openxmlformats.org/officeDocument/2006/relationships/notesMaster" Target="/ppt/notesMasters/notesMaster1.xml" Id="R08efa721ad6147fd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f0ce81d7937a4677" /><Relationship Type="http://schemas.openxmlformats.org/officeDocument/2006/relationships/notesMaster" Target="/ppt/notesMasters/notesMaster1.xml" Id="R64b3645bbdc246ff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921c62a2ec1b4c44" /><Relationship Type="http://schemas.openxmlformats.org/officeDocument/2006/relationships/notesMaster" Target="/ppt/notesMasters/notesMaster1.xml" Id="R529b2c246d344e2d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7e87f6bb6beb41f7" /><Relationship Type="http://schemas.openxmlformats.org/officeDocument/2006/relationships/notesMaster" Target="/ppt/notesMasters/notesMaster1.xml" Id="R90a6341ea1e94236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52746f6c39484094" /><Relationship Type="http://schemas.openxmlformats.org/officeDocument/2006/relationships/notesMaster" Target="/ppt/notesMasters/notesMaster1.xml" Id="R1b5bd8d043a54846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54f930e34c2b4267" /><Relationship Type="http://schemas.openxmlformats.org/officeDocument/2006/relationships/notesMaster" Target="/ppt/notesMasters/notesMaster1.xml" Id="Rd17b070c134849b7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01636af5adb4f5d" /><Relationship Type="http://schemas.openxmlformats.org/officeDocument/2006/relationships/notesMaster" Target="/ppt/notesMasters/notesMaster1.xml" Id="Rb4c4c3495f8842ee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a4f90cf869d44bdf" /><Relationship Type="http://schemas.openxmlformats.org/officeDocument/2006/relationships/notesMaster" Target="/ppt/notesMasters/notesMaster1.xml" Id="R18b7dabc0ce5477c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87fb63d6dcd54e75" /><Relationship Type="http://schemas.openxmlformats.org/officeDocument/2006/relationships/notesMaster" Target="/ppt/notesMasters/notesMaster1.xml" Id="Rab5e87052c324293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ad7aee4f0543402c" /><Relationship Type="http://schemas.openxmlformats.org/officeDocument/2006/relationships/notesMaster" Target="/ppt/notesMasters/notesMaster1.xml" Id="R055c8f8e8f3b4f90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103f11a872504840" /><Relationship Type="http://schemas.openxmlformats.org/officeDocument/2006/relationships/notesMaster" Target="/ppt/notesMasters/notesMaster1.xml" Id="Ra1f1e309f7674201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a1c6e6dbeab9486e" /><Relationship Type="http://schemas.openxmlformats.org/officeDocument/2006/relationships/notesMaster" Target="/ppt/notesMasters/notesMaster1.xml" Id="R3eda1ff51af540a6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e59ea83021264f7c" /><Relationship Type="http://schemas.openxmlformats.org/officeDocument/2006/relationships/notesMaster" Target="/ppt/notesMasters/notesMaster1.xml" Id="R5441aa41c5f14d3b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ed53fafa52a4c24" /><Relationship Type="http://schemas.openxmlformats.org/officeDocument/2006/relationships/notesMaster" Target="/ppt/notesMasters/notesMaster1.xml" Id="Rd41ca3bf05844fb1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57cc62ee7c43481b" /><Relationship Type="http://schemas.openxmlformats.org/officeDocument/2006/relationships/notesMaster" Target="/ppt/notesMasters/notesMaster1.xml" Id="R92654350530f4553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891bb16ea133446b" /><Relationship Type="http://schemas.openxmlformats.org/officeDocument/2006/relationships/notesMaster" Target="/ppt/notesMasters/notesMaster1.xml" Id="R5a59f635dadd4eb3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dd1cb28a516646a9" /><Relationship Type="http://schemas.openxmlformats.org/officeDocument/2006/relationships/notesMaster" Target="/ppt/notesMasters/notesMaster1.xml" Id="R3ccc57516fd1472d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6f3d153681f94814" /><Relationship Type="http://schemas.openxmlformats.org/officeDocument/2006/relationships/notesMaster" Target="/ppt/notesMasters/notesMaster1.xml" Id="R0ff2602e56094863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364deb720a24b19" /><Relationship Type="http://schemas.openxmlformats.org/officeDocument/2006/relationships/notesMaster" Target="/ppt/notesMasters/notesMaster1.xml" Id="R8ef1571ac1794daf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26e6bafb451a4500" /><Relationship Type="http://schemas.openxmlformats.org/officeDocument/2006/relationships/notesMaster" Target="/ppt/notesMasters/notesMaster1.xml" Id="Re22bce9e41564ffa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889545d89d434667" /><Relationship Type="http://schemas.openxmlformats.org/officeDocument/2006/relationships/notesMaster" Target="/ppt/notesMasters/notesMaster1.xml" Id="Ra871ac8cbf544de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0ced09100f62496e" /><Relationship Type="http://schemas.openxmlformats.org/officeDocument/2006/relationships/notesMaster" Target="/ppt/notesMasters/notesMaster1.xml" Id="R3a75eda0b6ee4e79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e79b78e469e44b6d" /><Relationship Type="http://schemas.openxmlformats.org/officeDocument/2006/relationships/notesMaster" Target="/ppt/notesMasters/notesMaster1.xml" Id="R60e74ed9d14d473e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551da12a58442cd" /><Relationship Type="http://schemas.openxmlformats.org/officeDocument/2006/relationships/notesMaster" Target="/ppt/notesMasters/notesMaster1.xml" Id="R0bd3842542fe43e9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2edb261bbcac47a0" /><Relationship Type="http://schemas.openxmlformats.org/officeDocument/2006/relationships/notesMaster" Target="/ppt/notesMasters/notesMaster1.xml" Id="R5db82cc13f684eb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3d2f28e228ca49ae" /><Relationship Type="http://schemas.openxmlformats.org/officeDocument/2006/relationships/notesMaster" Target="/ppt/notesMasters/notesMaster1.xml" Id="R50ee63dca3a44ecb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d80a0e8e6e6349fb" /><Relationship Type="http://schemas.openxmlformats.org/officeDocument/2006/relationships/notesMaster" Target="/ppt/notesMasters/notesMaster1.xml" Id="R52f183f1d69d4f24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d96438f4871c47a9" /><Relationship Type="http://schemas.openxmlformats.org/officeDocument/2006/relationships/notesMaster" Target="/ppt/notesMasters/notesMaster1.xml" Id="R1eee4f301e9648d1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9c3ec058b9974061" /><Relationship Type="http://schemas.openxmlformats.org/officeDocument/2006/relationships/notesMaster" Target="/ppt/notesMasters/notesMaster1.xml" Id="R7fbdaa8e6aee4c9f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823c70486dff4444" /><Relationship Type="http://schemas.openxmlformats.org/officeDocument/2006/relationships/notesMaster" Target="/ppt/notesMasters/notesMaster1.xml" Id="Rd29a1ac46e624034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8571e23503a04995" /><Relationship Type="http://schemas.openxmlformats.org/officeDocument/2006/relationships/notesMaster" Target="/ppt/notesMasters/notesMaster1.xml" Id="Rde748b27994044e1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4d4741b4d4ff4c75" /><Relationship Type="http://schemas.openxmlformats.org/officeDocument/2006/relationships/notesMaster" Target="/ppt/notesMasters/notesMaster1.xml" Id="Re2f1d4b9afeb4300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a892a918a18c4489" /><Relationship Type="http://schemas.openxmlformats.org/officeDocument/2006/relationships/notesMaster" Target="/ppt/notesMasters/notesMaster1.xml" Id="R3023df50bfbf48da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b935b9e8ba774fc2" /><Relationship Type="http://schemas.openxmlformats.org/officeDocument/2006/relationships/notesMaster" Target="/ppt/notesMasters/notesMaster1.xml" Id="R622a0dbdcc0d4614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eca28d80fbce4a27" /><Relationship Type="http://schemas.openxmlformats.org/officeDocument/2006/relationships/notesMaster" Target="/ppt/notesMasters/notesMaster1.xml" Id="R91dfc1a3a7744cf6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686fb654629842b9" /><Relationship Type="http://schemas.openxmlformats.org/officeDocument/2006/relationships/notesMaster" Target="/ppt/notesMasters/notesMaster1.xml" Id="R5382bfa5d3ce47ab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71467b03a91f4f02" /><Relationship Type="http://schemas.openxmlformats.org/officeDocument/2006/relationships/notesMaster" Target="/ppt/notesMasters/notesMaster1.xml" Id="R2db819c0c41f4949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e10ffcd1165c436e" /><Relationship Type="http://schemas.openxmlformats.org/officeDocument/2006/relationships/notesMaster" Target="/ppt/notesMasters/notesMaster1.xml" Id="R65ad3a55b8894a67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195dbc119452428a" /><Relationship Type="http://schemas.openxmlformats.org/officeDocument/2006/relationships/notesMaster" Target="/ppt/notesMasters/notesMaster1.xml" Id="R5f8de08f5b8c4bb3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ccd0669053ea421a" /><Relationship Type="http://schemas.openxmlformats.org/officeDocument/2006/relationships/notesMaster" Target="/ppt/notesMasters/notesMaster1.xml" Id="R1e395220e581493d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da69f05f9aa641d7" /><Relationship Type="http://schemas.openxmlformats.org/officeDocument/2006/relationships/notesMaster" Target="/ppt/notesMasters/notesMaster1.xml" Id="R91140a5d7b79498d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f15c2b618a214bfb" /><Relationship Type="http://schemas.openxmlformats.org/officeDocument/2006/relationships/notesMaster" Target="/ppt/notesMasters/notesMaster1.xml" Id="R795415e052a545a8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dc374b7978264402" /><Relationship Type="http://schemas.openxmlformats.org/officeDocument/2006/relationships/notesMaster" Target="/ppt/notesMasters/notesMaster1.xml" Id="Rfd32d42c872e4f60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4f3484ed96634f60" /><Relationship Type="http://schemas.openxmlformats.org/officeDocument/2006/relationships/notesMaster" Target="/ppt/notesMasters/notesMaster1.xml" Id="R44e3375f14764b02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f50117569acb496d" /><Relationship Type="http://schemas.openxmlformats.org/officeDocument/2006/relationships/notesMaster" Target="/ppt/notesMasters/notesMaster1.xml" Id="R6e0dba2a91cc415d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c96c65de7f634017" /><Relationship Type="http://schemas.openxmlformats.org/officeDocument/2006/relationships/notesMaster" Target="/ppt/notesMasters/notesMaster1.xml" Id="R1bf8fd7382a648f6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8df09eddac32476a" /><Relationship Type="http://schemas.openxmlformats.org/officeDocument/2006/relationships/notesMaster" Target="/ppt/notesMasters/notesMaster1.xml" Id="Ra6ffd6e95b0343b4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bbf8dcf48e7048ad" /><Relationship Type="http://schemas.openxmlformats.org/officeDocument/2006/relationships/notesMaster" Target="/ppt/notesMasters/notesMaster1.xml" Id="R4e2dd5e439564cb3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e9e15da200a431e" /><Relationship Type="http://schemas.openxmlformats.org/officeDocument/2006/relationships/notesMaster" Target="/ppt/notesMasters/notesMaster1.xml" Id="R0033c81c8b684f6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05a3ccfb13dc4e7b" /><Relationship Type="http://schemas.openxmlformats.org/officeDocument/2006/relationships/notesMaster" Target="/ppt/notesMasters/notesMaster1.xml" Id="R321ce7fc90cf4dbc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b428c5b629654028" /><Relationship Type="http://schemas.openxmlformats.org/officeDocument/2006/relationships/notesMaster" Target="/ppt/notesMasters/notesMaster1.xml" Id="R35c2728fa5f94a8a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b1694aef6a3b43ab" /><Relationship Type="http://schemas.openxmlformats.org/officeDocument/2006/relationships/notesMaster" Target="/ppt/notesMasters/notesMaster1.xml" Id="R6a8abb50a8e24ed2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842b3aac56d14484" /><Relationship Type="http://schemas.openxmlformats.org/officeDocument/2006/relationships/notesMaster" Target="/ppt/notesMasters/notesMaster1.xml" Id="R4ed3979e33ea4590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563288d1a8a5404e" /><Relationship Type="http://schemas.openxmlformats.org/officeDocument/2006/relationships/notesMaster" Target="/ppt/notesMasters/notesMaster1.xml" Id="R0b255e97a0f04af5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61eafe7050084dfe" /><Relationship Type="http://schemas.openxmlformats.org/officeDocument/2006/relationships/notesMaster" Target="/ppt/notesMasters/notesMaster1.xml" Id="R1bd029935ed64ae8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db6ac126f17a4bbe" /><Relationship Type="http://schemas.openxmlformats.org/officeDocument/2006/relationships/notesMaster" Target="/ppt/notesMasters/notesMaster1.xml" Id="R6be5a642254d43c2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08d431198d454df3" /><Relationship Type="http://schemas.openxmlformats.org/officeDocument/2006/relationships/notesMaster" Target="/ppt/notesMasters/notesMaster1.xml" Id="R279116887fb74c43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8b286690cea54243" /><Relationship Type="http://schemas.openxmlformats.org/officeDocument/2006/relationships/notesMaster" Target="/ppt/notesMasters/notesMaster1.xml" Id="R161e27f17cba4356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02b708a1bee24088" /><Relationship Type="http://schemas.openxmlformats.org/officeDocument/2006/relationships/notesMaster" Target="/ppt/notesMasters/notesMaster1.xml" Id="Rf98c1558841f4775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b8d81767cc8c4a83" /><Relationship Type="http://schemas.openxmlformats.org/officeDocument/2006/relationships/notesMaster" Target="/ppt/notesMasters/notesMaster1.xml" Id="R6ebfaae8a4744044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f1016f2251094538" /><Relationship Type="http://schemas.openxmlformats.org/officeDocument/2006/relationships/notesMaster" Target="/ppt/notesMasters/notesMaster1.xml" Id="Re2576e348f2e4fd7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5a228750a10b4fa6" /><Relationship Type="http://schemas.openxmlformats.org/officeDocument/2006/relationships/notesMaster" Target="/ppt/notesMasters/notesMaster1.xml" Id="Rc9d4a9556a6346af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e19c658cbf3d4bfb" /><Relationship Type="http://schemas.openxmlformats.org/officeDocument/2006/relationships/notesMaster" Target="/ppt/notesMasters/notesMaster1.xml" Id="Rde84e9287f4e4129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a3d1d80bd27e4c8f" /><Relationship Type="http://schemas.openxmlformats.org/officeDocument/2006/relationships/notesMaster" Target="/ppt/notesMasters/notesMaster1.xml" Id="R08cd89ecd6c149c9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a9b3cc578d824e42" /><Relationship Type="http://schemas.openxmlformats.org/officeDocument/2006/relationships/notesMaster" Target="/ppt/notesMasters/notesMaster1.xml" Id="R00cc02bfa0a1422e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0f69e83a26dc4202" /><Relationship Type="http://schemas.openxmlformats.org/officeDocument/2006/relationships/notesMaster" Target="/ppt/notesMasters/notesMaster1.xml" Id="Re93d77ba73034a43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01816e0c0de7416d" /><Relationship Type="http://schemas.openxmlformats.org/officeDocument/2006/relationships/notesMaster" Target="/ppt/notesMasters/notesMaster1.xml" Id="Rc029fe20ba0e4b99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ae21faa2f75c4789" /><Relationship Type="http://schemas.openxmlformats.org/officeDocument/2006/relationships/notesMaster" Target="/ppt/notesMasters/notesMaster1.xml" Id="R55419eac75304c4f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e5789259a10b4d7f" /><Relationship Type="http://schemas.openxmlformats.org/officeDocument/2006/relationships/notesMaster" Target="/ppt/notesMasters/notesMaster1.xml" Id="R1720faf349d44fb2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a52052f7fcda4b52" /><Relationship Type="http://schemas.openxmlformats.org/officeDocument/2006/relationships/notesMaster" Target="/ppt/notesMasters/notesMaster1.xml" Id="Rf545e9da78214c41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5ff3a989c8d54a9e" /><Relationship Type="http://schemas.openxmlformats.org/officeDocument/2006/relationships/notesMaster" Target="/ppt/notesMasters/notesMaster1.xml" Id="R3960f84da3b64957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bb3f47157d8b49ff" /><Relationship Type="http://schemas.openxmlformats.org/officeDocument/2006/relationships/notesMaster" Target="/ppt/notesMasters/notesMaster1.xml" Id="R7bb0662311474391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0a3311a3b62e431f" /><Relationship Type="http://schemas.openxmlformats.org/officeDocument/2006/relationships/notesMaster" Target="/ppt/notesMasters/notesMaster1.xml" Id="R9f631534bb99489c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939cc39a330a4178" /><Relationship Type="http://schemas.openxmlformats.org/officeDocument/2006/relationships/notesMaster" Target="/ppt/notesMasters/notesMaster1.xml" Id="R13fbfd23737f4fab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c39c85504f7c4a20" /><Relationship Type="http://schemas.openxmlformats.org/officeDocument/2006/relationships/notesMaster" Target="/ppt/notesMasters/notesMaster1.xml" Id="Re1968d100ddc41d4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27d1ed834e074f1f" /><Relationship Type="http://schemas.openxmlformats.org/officeDocument/2006/relationships/notesMaster" Target="/ppt/notesMasters/notesMaster1.xml" Id="R3445b3e6f68e4e52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795e5dab2ea64183" /><Relationship Type="http://schemas.openxmlformats.org/officeDocument/2006/relationships/notesMaster" Target="/ppt/notesMasters/notesMaster1.xml" Id="Rb95b7e51b18244f9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a84801782b934a93" /><Relationship Type="http://schemas.openxmlformats.org/officeDocument/2006/relationships/notesMaster" Target="/ppt/notesMasters/notesMaster1.xml" Id="R3d14ca3d3a494aa5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3231c2db0d084aec" /><Relationship Type="http://schemas.openxmlformats.org/officeDocument/2006/relationships/notesMaster" Target="/ppt/notesMasters/notesMaster1.xml" Id="R356818d2a9c84c03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dbb2e0f319d54997" /><Relationship Type="http://schemas.openxmlformats.org/officeDocument/2006/relationships/notesMaster" Target="/ppt/notesMasters/notesMaster1.xml" Id="R4d52147454564b08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b643d530659241b1" /><Relationship Type="http://schemas.openxmlformats.org/officeDocument/2006/relationships/notesMaster" Target="/ppt/notesMasters/notesMaster1.xml" Id="R9054b516e6aa4859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9a17d27da67140da" /><Relationship Type="http://schemas.openxmlformats.org/officeDocument/2006/relationships/notesMaster" Target="/ppt/notesMasters/notesMaster1.xml" Id="Rf7bf6ad5c9cc4a72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e23fe9563fad43ba" /><Relationship Type="http://schemas.openxmlformats.org/officeDocument/2006/relationships/notesMaster" Target="/ppt/notesMasters/notesMaster1.xml" Id="R7ce7be0107c74eee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83cf301fdd3c4bdb" /><Relationship Type="http://schemas.openxmlformats.org/officeDocument/2006/relationships/notesMaster" Target="/ppt/notesMasters/notesMaster1.xml" Id="Re33d80200cd14eea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14f160e2c84541d3" /><Relationship Type="http://schemas.openxmlformats.org/officeDocument/2006/relationships/notesMaster" Target="/ppt/notesMasters/notesMaster1.xml" Id="R4e1c4c53139741e2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beccc05a79744121" /><Relationship Type="http://schemas.openxmlformats.org/officeDocument/2006/relationships/notesMaster" Target="/ppt/notesMasters/notesMaster1.xml" Id="R4dd33a6adb5a4992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49f200055af34ae3" /><Relationship Type="http://schemas.openxmlformats.org/officeDocument/2006/relationships/notesMaster" Target="/ppt/notesMasters/notesMaster1.xml" Id="Ra3cbad1f435743be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d1096deb3e0c41a2" /><Relationship Type="http://schemas.openxmlformats.org/officeDocument/2006/relationships/notesMaster" Target="/ppt/notesMasters/notesMaster1.xml" Id="R090f005c8cf940b7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f9fed63431a94ddf" /><Relationship Type="http://schemas.openxmlformats.org/officeDocument/2006/relationships/notesMaster" Target="/ppt/notesMasters/notesMaster1.xml" Id="Ra0a57bafb8164856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00d2fde9f10d4539" /><Relationship Type="http://schemas.openxmlformats.org/officeDocument/2006/relationships/notesMaster" Target="/ppt/notesMasters/notesMaster1.xml" Id="R99b889ae89eb4d86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68df3ad37be4577" /><Relationship Type="http://schemas.openxmlformats.org/officeDocument/2006/relationships/notesMaster" Target="/ppt/notesMasters/notesMaster1.xml" Id="R6f944f2b7e5340e8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ee7967de99c84a80" /><Relationship Type="http://schemas.openxmlformats.org/officeDocument/2006/relationships/notesMaster" Target="/ppt/notesMasters/notesMaster1.xml" Id="Rfc7510eebbf94bd3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da3483da74364f20" /><Relationship Type="http://schemas.openxmlformats.org/officeDocument/2006/relationships/notesMaster" Target="/ppt/notesMasters/notesMaster1.xml" Id="R6f09a2a9e12745ed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1af5a8cca02549e1" /><Relationship Type="http://schemas.openxmlformats.org/officeDocument/2006/relationships/notesMaster" Target="/ppt/notesMasters/notesMaster1.xml" Id="R98d2ceb246124f4e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fb0b34a34e664776" /><Relationship Type="http://schemas.openxmlformats.org/officeDocument/2006/relationships/notesMaster" Target="/ppt/notesMasters/notesMaster1.xml" Id="R4f7150fd96b04ba9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3366854be30e4f3b" /><Relationship Type="http://schemas.openxmlformats.org/officeDocument/2006/relationships/notesMaster" Target="/ppt/notesMasters/notesMaster1.xml" Id="Rbcf76f7f78844e80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8fd7aa9d045940b7" /><Relationship Type="http://schemas.openxmlformats.org/officeDocument/2006/relationships/notesMaster" Target="/ppt/notesMasters/notesMaster1.xml" Id="R5781e7c5d600476b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dc1a5262a8024ee9" /><Relationship Type="http://schemas.openxmlformats.org/officeDocument/2006/relationships/notesMaster" Target="/ppt/notesMasters/notesMaster1.xml" Id="Rbc96d44eb35d4ec2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9d9e3fd874d0416b" /><Relationship Type="http://schemas.openxmlformats.org/officeDocument/2006/relationships/notesMaster" Target="/ppt/notesMasters/notesMaster1.xml" Id="R508471f0541549a6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58e764652cd24340" /><Relationship Type="http://schemas.openxmlformats.org/officeDocument/2006/relationships/notesMaster" Target="/ppt/notesMasters/notesMaster1.xml" Id="Rfcff1677d9eb4c15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42e30fabca994309" /><Relationship Type="http://schemas.openxmlformats.org/officeDocument/2006/relationships/notesMaster" Target="/ppt/notesMasters/notesMaster1.xml" Id="Rb9455d52cdfe4e95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7ec225d0effb4ea1" /><Relationship Type="http://schemas.openxmlformats.org/officeDocument/2006/relationships/notesMaster" Target="/ppt/notesMasters/notesMaster1.xml" Id="R05b6bbb459f0437b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ebb46211ef3942c9" /><Relationship Type="http://schemas.openxmlformats.org/officeDocument/2006/relationships/notesMaster" Target="/ppt/notesMasters/notesMaster1.xml" Id="R0ac456284e1f46e5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0ddd7c48b82c4761" /><Relationship Type="http://schemas.openxmlformats.org/officeDocument/2006/relationships/notesMaster" Target="/ppt/notesMasters/notesMaster1.xml" Id="Red6f7367f6944bf6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ac8e98b144204bc0" /><Relationship Type="http://schemas.openxmlformats.org/officeDocument/2006/relationships/notesMaster" Target="/ppt/notesMasters/notesMaster1.xml" Id="R030375ebe93440a6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cefdb1b3000f45c2" /><Relationship Type="http://schemas.openxmlformats.org/officeDocument/2006/relationships/notesMaster" Target="/ppt/notesMasters/notesMaster1.xml" Id="Re82723a9b4a54ca3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7f298f755aba4a5b" /><Relationship Type="http://schemas.openxmlformats.org/officeDocument/2006/relationships/notesMaster" Target="/ppt/notesMasters/notesMaster1.xml" Id="R2dddb9679bc448ae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de2c4bff177d41ca" /><Relationship Type="http://schemas.openxmlformats.org/officeDocument/2006/relationships/notesMaster" Target="/ppt/notesMasters/notesMaster1.xml" Id="Rcda9f28f20584c4c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30fc368e3d044697" /><Relationship Type="http://schemas.openxmlformats.org/officeDocument/2006/relationships/notesMaster" Target="/ppt/notesMasters/notesMaster1.xml" Id="Rf985115641e64d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기준에서 최선인 선택을 확정하며 진행한다입니다.</a:t>
            </a:r>
          </a:p>
          <a:p xmlns:a="http://schemas.openxmlformats.org/drawingml/2006/main">
            <a:r>
              <a:t>탐욕법은 국소적인 선택을 확정한다. 이 선택이 전체 최적해로 이어지는지는 별도의 증명이 필요하다.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탐욕 선택의 정당성은 추가로 확인해야 한다입니다.</a:t>
            </a:r>
          </a:p>
          <a:p xmlns:a="http://schemas.openxmlformats.org/drawingml/2006/main">
            <a:r>
              <a:t>최적 부분 구조와 탐욕 선택 속성은 서로 다른 조건이다. 0/1 배낭은 최적 부분 구조가 있지만 가치 밀도 탐욕은 실패한다.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최적해의 일부를 탐욕 선택으로 바꿔도 목적값이 나빠지지 않음을 보인다입니다.</a:t>
            </a:r>
          </a:p>
          <a:p xmlns:a="http://schemas.openxmlformats.org/drawingml/2006/main">
            <a:r>
              <a:t>최적해를 탐욕 선택을 포함하는 최적해로 바꿀 수 있으면 첫 선택의 안전성을 설명할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조건을 만족하는 입력 하나에서 더 나은 해를 제시한다입니다.</a:t>
            </a:r>
          </a:p>
          <a:p xmlns:a="http://schemas.openxmlformats.org/drawingml/2006/main">
            <a:r>
              <a:t>보편 명제는 유효한 반례 하나로 깨진다. 단순히 다른 해가 아니라 더 좋은 목적값을 보여야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큰 동전부터 가능한 만큼 선택한다입니다.</a:t>
            </a:r>
          </a:p>
          <a:p xmlns:a="http://schemas.openxmlformats.org/drawingml/2006/main">
            <a:r>
              <a:t>작은 동전 여러 개를 같은 금액의 큰 동전 하나로 교환하면 개수가 줄어든다. 정수배 관계가 이 교환을 뒷받침한다.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2개입니다.</a:t>
            </a:r>
          </a:p>
          <a:p xmlns:a="http://schemas.openxmlformats.org/drawingml/2006/main">
            <a:r>
              <a:t>큰 동전 우선은 4+1+1로 3개지만 최적해는 3+3으로 2개다.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0입니다.</a:t>
            </a:r>
          </a:p>
          <a:p xmlns:a="http://schemas.openxmlformats.org/drawingml/2006/main">
            <a:r>
              <a:t>10원 2개, 5원 1개, 1원 3개를 사용한다. 1원이 있으므로 정확히 만들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Θ(m)입니다.</a:t>
            </a:r>
          </a:p>
          <a:p xmlns:a="http://schemas.openxmlformats.org/drawingml/2006/main">
            <a:r>
              <a:t>각 종류를 한 번씩 처리한다. 동전을 하나씩 빼는 구현과 구별해야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시작 시각 ≥ 5입니다.</a:t>
            </a:r>
          </a:p>
          <a:p xmlns:a="http://schemas.openxmlformats.org/drawingml/2006/main">
            <a:r>
              <a:t>반열린 구간에서는 끝점이 닿는 두 활동이 겹치지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종료 시각이 빠른 순서입니다.</a:t>
            </a:r>
          </a:p>
          <a:p xmlns:a="http://schemas.openxmlformats.org/drawingml/2006/main">
            <a:r>
              <a:t>가장 빨리 끝나는 활동을 고르면 이후 활동을 위한 시간을 충분히 남긴다.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마지막으로 선택한 활동의 종료 시각입니다.</a:t>
            </a:r>
          </a:p>
          <a:p xmlns:a="http://schemas.openxmlformats.org/drawingml/2006/main">
            <a:r>
              <a:t>새 활동의 시작이 마지막 선택의 종료 이상이면 선택한다. 거절한 활동으로 종료 시각을 갱신하면 안 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총보상을 최대화하지 못할 수 있다입니다.</a:t>
            </a:r>
          </a:p>
          <a:p xmlns:a="http://schemas.openxmlformats.org/drawingml/2006/main">
            <a:r>
              <a:t>목적 함수가 개수에서 보상 합으로 바뀌면 같은 탐욕 증명이 적용되지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단위 무게당 가치가 큰 순서입니다.</a:t>
            </a:r>
          </a:p>
          <a:p xmlns:a="http://schemas.openxmlformats.org/drawingml/2006/main">
            <a:r>
              <a:t>높은 밀도의 물건을 낮은 밀도의 물건으로 바꾸면 같은 무게에서 가치가 줄어든다.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남은 용량만큼의 비율을 담는다입니다.</a:t>
            </a:r>
          </a:p>
          <a:p xmlns:a="http://schemas.openxmlformats.org/drawingml/2006/main">
            <a:r>
              <a:t>무게와 가치를 같은 비율로 취해야 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0/1 배낭은 물건의 일부만 선택할 수 없다입니다.</a:t>
            </a:r>
          </a:p>
          <a:p xmlns:a="http://schemas.openxmlformats.org/drawingml/2006/main">
            <a:r>
              <a:t>분할 허용 여부가 해 집합과 탐욕 선택의 정당성을 바꾼다.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최대 가치는 변하지 않는다입니다.</a:t>
            </a:r>
          </a:p>
          <a:p xmlns:a="http://schemas.openxmlformats.org/drawingml/2006/main">
            <a:r>
              <a:t>같은 무게를 담았을 때 얻는 가치가 같으므로 밀도가 같은 물건끼리의 교환은 목적값을 바꾸지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V−1입니다.</a:t>
            </a:r>
          </a:p>
          <a:p xmlns:a="http://schemas.openxmlformats.org/drawingml/2006/main">
            <a:r>
              <a:t>트리는 연결되어 있고 사이클이 없으며 V−1개의 간선을 가진다.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가중치가 작은 순서입니다.</a:t>
            </a:r>
          </a:p>
          <a:p xmlns:a="http://schemas.openxmlformats.org/drawingml/2006/main">
            <a:r>
              <a:t>가벼운 간선부터 보되 사이클을 만드는 간선은 제외한다.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u와 v가 현재 서로 다른 연결 요소에 있다입니다.</a:t>
            </a:r>
          </a:p>
          <a:p xmlns:a="http://schemas.openxmlformats.org/drawingml/2006/main">
            <a:r>
              <a:t>서로 다른 트리를 연결할 때만 간선을 더하면 사이클을 만들지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x가 속한 집합의 대표 원소입니다.</a:t>
            </a:r>
          </a:p>
          <a:p xmlns:a="http://schemas.openxmlformats.org/drawingml/2006/main">
            <a:r>
              <a:t>같은 대표를 갖는 정점은 같은 연결 요소에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각 연결 요소의 최소 신장 트리로 이루어진 숲입니다.</a:t>
            </a:r>
          </a:p>
          <a:p xmlns:a="http://schemas.openxmlformats.org/drawingml/2006/main">
            <a:r>
              <a:t>연결 요소 사이에 간선이 없으므로 전체 신장 트리는 존재하지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음수 간선도 정렬하여 정상적으로 처리할 수 있다입니다.</a:t>
            </a:r>
          </a:p>
          <a:p xmlns:a="http://schemas.openxmlformats.org/drawingml/2006/main">
            <a:r>
              <a:t>MST의 탐욕 정당성은 간선 가중치의 비음수 조건을 요구하지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MST가 유일하다입니다.</a:t>
            </a:r>
          </a:p>
          <a:p xmlns:a="http://schemas.openxmlformats.org/drawingml/2006/main">
            <a:r>
              <a:t>서로 다른 가중치는 MST 유일성의 충분조건이다. 같은 가중치가 있다고 반드시 여러 MST가 생기는 것은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Θ(E log E)입니다.</a:t>
            </a:r>
          </a:p>
          <a:p xmlns:a="http://schemas.openxmlformats.org/drawingml/2006/main">
            <a:r>
              <a:t>분리 집합 연산보다 E개 간선의 정렬이 보통 지배적이다.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최적화하는 대상이 달라 서로 다를 수 있다입니다.</a:t>
            </a:r>
          </a:p>
          <a:p xmlns:a="http://schemas.openxmlformats.org/drawingml/2006/main">
            <a:r>
              <a:t>MST는 선택 간선의 총합을, 최단 경로 트리는 한 출발점에서의 거리를 최적화한다.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현재 도시에서 가장 가까운 미방문 도시입니다.</a:t>
            </a:r>
          </a:p>
          <a:p xmlns:a="http://schemas.openxmlformats.org/drawingml/2006/main">
            <a:r>
              <a:t>방문 여부를 확인해야 같은 도시를 반복하지 않는다. 최적 순회 보장은 별도다.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마지막 도시에서 출발 도시로 돌아오는 비용을 더한다입니다.</a:t>
            </a:r>
          </a:p>
          <a:p xmlns:a="http://schemas.openxmlformats.org/drawingml/2006/main">
            <a:r>
              <a:t>TSP는 출발점으로 돌아오는 순회를 요구한다.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출발 도시와 동률 처리에 따라 결과가 달라질 수 있다입니다.</a:t>
            </a:r>
          </a:p>
          <a:p xmlns:a="http://schemas.openxmlformats.org/drawingml/2006/main">
            <a:r>
              <a:t>가까운 다음 도시를 고르는 판단은 남은 전체 순회의 비용을 고려하지 않는다.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도달 가능한 간선의 가중치가 모두 0 이상이다입니다.</a:t>
            </a:r>
          </a:p>
          <a:p xmlns:a="http://schemas.openxmlformats.org/drawingml/2006/main">
            <a:r>
              <a:t>비음수 간선이면 가장 짧은 잠정 거리를 확정한 뒤 나중에 더 짧아질 수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dist[v] = min(dist[v], dist[u]+w)입니다.</a:t>
            </a:r>
          </a:p>
          <a:p xmlns:a="http://schemas.openxmlformats.org/drawingml/2006/main">
            <a:r>
              <a:t>u까지의 경로에 간선 하나를 붙인 후보와 기존 거리를 비교한다.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출발점 0, 나머지 ∞입니다.</a:t>
            </a:r>
          </a:p>
          <a:p xmlns:a="http://schemas.openxmlformats.org/drawingml/2006/main">
            <a:r>
              <a:t>출발점까지의 빈 경로 길이는 0이고 나머지는 아직 경로를 발견하지 못했다.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오래된 항목이므로 건너뛴다입니다.</a:t>
            </a:r>
          </a:p>
          <a:p xmlns:a="http://schemas.openxmlformats.org/drawingml/2006/main">
            <a:r>
              <a:t>더 짧은 경로가 이미 발견된 뒤 남은 힙 항목이므로 재처리가 필요 없다.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출발점에서 v에 도달할 수 없다입니다.</a:t>
            </a:r>
          </a:p>
          <a:p xmlns:a="http://schemas.openxmlformats.org/drawingml/2006/main">
            <a:r>
              <a:t>다른 연결 요소 내부에 간선이 있더라도 출발점에서 도달할 수 없을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Θ(V²)입니다.</a:t>
            </a:r>
          </a:p>
          <a:p xmlns:a="http://schemas.openxmlformats.org/drawingml/2006/main">
            <a:r>
              <a:t>최대 V번 최소 정점을 찾고 각 단계에서 V개 이웃을 검사한다.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만족한다입니다.</a:t>
            </a:r>
          </a:p>
          <a:p xmlns:a="http://schemas.openxmlformats.org/drawingml/2006/main">
            <a:r>
              <a:t>0은 음수가 아니다. 구현에서 0을 간선 없음 표시로 쓰면 별개의 오류가 생긴다.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처리 시간이 짧은 순서입니다.</a:t>
            </a:r>
          </a:p>
          <a:p xmlns:a="http://schemas.openxmlformats.org/drawingml/2006/main">
            <a:r>
              <a:t>짧은 작업을 앞에 놓으면 뒤 작업들이 기다리는 시간을 줄일 수 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a−b입니다.</a:t>
            </a:r>
          </a:p>
          <a:p xmlns:a="http://schemas.openxmlformats.org/drawingml/2006/main">
            <a:r>
              <a:t>앞 순서는 2a+b, 뒤 순서는 2b+a이다. a≤b이면 앞 순서가 불리하지 않다.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누적 처리 시간을 매번 정답에 더한다입니다.</a:t>
            </a:r>
          </a:p>
          <a:p xmlns:a="http://schemas.openxmlformats.org/drawingml/2006/main">
            <a:r>
              <a:t>뒤 작업의 완료 시각에는 앞 작업의 처리 시간도 포함된다.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정렬과 선택 단계의 비용을 모두 포함한다입니다.</a:t>
            </a:r>
          </a:p>
          <a:p xmlns:a="http://schemas.openxmlformats.org/drawingml/2006/main">
            <a:r>
              <a:t>정렬 후 한 번 순회하는 알고리즘은 보통 정렬 비용이 지배한다.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제약 만족 여부와 목적값을 함께 확인한다입니다.</a:t>
            </a:r>
          </a:p>
          <a:p xmlns:a="http://schemas.openxmlformats.org/drawingml/2006/main">
            <a:r>
              <a:t>빠른 결과라도 제약을 위반하거나 더 나은 해가 있으면 최적해가 아니다.</a:t>
            </a:r>
          </a:p>
          <a:p xmlns:a="http://schemas.openxmlformats.org/drawingml/2006/main">
            <a:r>
              <a:t>여기서는 탐욕법의 선택과 정당성의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[2,2,1,1], 총 6개입니다.</a:t>
            </a:r>
          </a:p>
          <a:p xmlns:a="http://schemas.openxmlformats.org/drawingml/2006/main">
            <a:r>
              <a:t>1000원을 고른 뒤 260원이 남는다. 100원 2개, 50원 1개, 10원 1개를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4개, 최적 3개입니다.</a:t>
            </a:r>
          </a:p>
          <a:p xmlns:a="http://schemas.openxmlformats.org/drawingml/2006/main">
            <a:r>
              <a:t>탐욕은 4+4+1+1이다. 4+3+3은 3개이며 두 동전으로는 최대 8이므로 최적이다.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50+10+5+1+1+1, 6개입니다.</a:t>
            </a:r>
          </a:p>
          <a:p xmlns:a="http://schemas.openxmlformats.org/drawingml/2006/main">
            <a:r>
              <a:t>종류별 몫은 1,1,1,3이고 마지막 나머지는 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나머지 2, 실제 해 4+4입니다.</a:t>
            </a:r>
          </a:p>
          <a:p xmlns:a="http://schemas.openxmlformats.org/drawingml/2006/main">
            <a:r>
              <a:t>6을 먼저 고르면 실패하지만 해가 없는 것은 아니다. 1원이 없는 화폐에서 탐욕의 실패와 불가능을 구분한다.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B,C,D, 3개입니다.</a:t>
            </a:r>
          </a:p>
          <a:p xmlns:a="http://schemas.openxmlformats.org/drawingml/2006/main">
            <a:r>
              <a:t>B가 2에 끝나면 C를 선택할 수 있고 C의 끝 4에서 D를 선택할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A부터는 1개, 최적은 B,C,D의 3개입니다.</a:t>
            </a:r>
          </a:p>
          <a:p xmlns:a="http://schemas.openxmlformats.org/drawingml/2006/main">
            <a:r>
              <a:t>가장 먼저 시작하는 활동을 임의로 고르는 규칙은 긴 활동 때문에 여러 짧은 활동을 놓친다.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A,C,D입니다.</a:t>
            </a:r>
          </a:p>
          <a:p xmlns:a="http://schemas.openxmlformats.org/drawingml/2006/main">
            <a:r>
              <a:t>종료가 같은 A와 B 중 시작이 빠른 A를 먼저 검사한다. B는 겹쳐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[7,9)만 선택입니다.</a:t>
            </a:r>
          </a:p>
          <a:p xmlns:a="http://schemas.openxmlformats.org/drawingml/2006/main">
            <a:r>
              <a:t>첫 활동은 거절하고 종료 시각 7을 유지한다. 두 번째를 선택하면 종료가 9가 되어 세 번째를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2, 최대 5입니다.</a:t>
            </a:r>
          </a:p>
          <a:p xmlns:a="http://schemas.openxmlformats.org/drawingml/2006/main">
            <a:r>
              <a:t>활동 수는 A,B가 많지만 보상은 C 하나가 더 크다.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 전부, B 전부, C의 2/3, 가치 240입니다.</a:t>
            </a:r>
          </a:p>
          <a:p xmlns:a="http://schemas.openxmlformats.org/drawingml/2006/main">
            <a:r>
              <a:t>밀도는 6,5,4이다. 남은 20만큼 C를 담아 가치 80을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220, B와 C입니다.</a:t>
            </a:r>
          </a:p>
          <a:p xmlns:a="http://schemas.openxmlformats.org/drawingml/2006/main">
            <a:r>
              <a:t>A부터 밀도순으로 고르면 A+B의 160에 그친다. B+C의 무게는 50, 가치는 220이다.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29입니다.</a:t>
            </a:r>
          </a:p>
          <a:p xmlns:a="http://schemas.openxmlformats.org/drawingml/2006/main">
            <a:r>
              <a:t>A를 전부 담고 B를 무게 3만큼 담는다. 20+18×3/6=29다.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B의 3/4, 총가치 20입니다.</a:t>
            </a:r>
          </a:p>
          <a:p xmlns:a="http://schemas.openxmlformats.org/drawingml/2006/main">
            <a:r>
              <a:t>두 물건의 밀도가 모두 4라서 용량 5를 채우면 가치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AB,BC,CD, 총 7입니다.</a:t>
            </a:r>
          </a:p>
          <a:p xmlns:a="http://schemas.openxmlformats.org/drawingml/2006/main">
            <a:r>
              <a:t>AC는 A와 C가 이미 연결되어 사이클을 만들므로 거절한다.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B,C가 같은 연결 요소, 비용 3입니다.</a:t>
            </a:r>
          </a:p>
          <a:p xmlns:a="http://schemas.openxmlformats.org/drawingml/2006/main">
            <a:r>
              <a:t>AB와 AC를 선택한 뒤 세 정점이 모두 연결되어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연결 요소는 {A,B,C}와 {D,E} 두 개다. V−2=3개 간선을 선택한다.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−2입니다.</a:t>
            </a:r>
          </a:p>
          <a:p xmlns:a="http://schemas.openxmlformats.org/drawingml/2006/main">
            <a:r>
              <a:t>AB와 BC를 선택한다. 음수 가중치도 MST에 사용할 수 있다.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집합 1개, 참입니다.</a:t>
            </a:r>
          </a:p>
          <a:p xmlns:a="http://schemas.openxmlformats.org/drawingml/2006/main">
            <a:r>
              <a:t>대표 번호 자체는 구현에 따라 달라도 모든 원소가 같은 집합이라는 결과는 같다.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3개, 비용 6입니다.</a:t>
            </a:r>
          </a:p>
          <a:p xmlns:a="http://schemas.openxmlformats.org/drawingml/2006/main">
            <a:r>
              <a:t>어떤 신장 트리도 간선 3개를 가지므로 비용은 6이다. 선택 간선은 유일하지 않다.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MST 경로 4, 최단 거리 3입니다.</a:t>
            </a:r>
          </a:p>
          <a:p xmlns:a="http://schemas.openxmlformats.org/drawingml/2006/main">
            <a:r>
              <a:t>MST는 AB,BC를 고른다. 최단 경로는 간선 AC 하나다.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A-B-C-D-A, 비용 17입니다.</a:t>
            </a:r>
          </a:p>
          <a:p xmlns:a="http://schemas.openxmlformats.org/drawingml/2006/main">
            <a:r>
              <a:t>미방문 도시 중 가장 가까운 도시를 선택한 뒤 D에서 A로 돌아가는 8을 더한다.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A-B-D-C-A, 비용 11입니다.</a:t>
            </a:r>
          </a:p>
          <a:p xmlns:a="http://schemas.openxmlformats.org/drawingml/2006/main">
            <a:r>
              <a:t>A에서는 B를 고르고 B에서는 D, D에서는 C를 고른다. 비용은 2+3+4+2다.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A=3, B=1, C=4입니다.</a:t>
            </a:r>
          </a:p>
          <a:p xmlns:a="http://schemas.openxmlformats.org/drawingml/2006/main">
            <a:r>
              <a:t>B를 거쳐 A의 거리를 3으로 줄이고, A를 거쳐 C의 거리를 4로 줄인다.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10입니다.</a:t>
            </a:r>
          </a:p>
          <a:p xmlns:a="http://schemas.openxmlformats.org/drawingml/2006/main">
            <a:r>
              <a:t>기존 15와 새 후보 7+3=10 중 작은 값을 저장한다.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8입니다.</a:t>
            </a:r>
          </a:p>
          <a:p xmlns:a="http://schemas.openxmlformats.org/drawingml/2006/main">
            <a:r>
              <a:t>새 후보 10이 기존 8보다 크므로 갱신하지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0회입니다.</a:t>
            </a:r>
          </a:p>
          <a:p xmlns:a="http://schemas.openxmlformats.org/drawingml/2006/main">
            <a:r>
              <a:t>9&gt;5이므로 이미 더 좋은 경로를 찾았다. 이 항목을 버리고 다음 항목을 꺼낸다.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[0,0,2,∞]입니다.</a:t>
            </a:r>
          </a:p>
          <a:p xmlns:a="http://schemas.openxmlformats.org/drawingml/2006/main">
            <a:r>
              <a:t>가중치 0인 간선도 유효하다. C에는 도달할 수 없다.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순서 [1,2,3,4], 합 20입니다.</a:t>
            </a:r>
          </a:p>
          <a:p xmlns:a="http://schemas.openxmlformats.org/drawingml/2006/main">
            <a:r>
              <a:t>누적 완료 시각은 1,3,6,10이며 합은 20이다.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입력 순서 17, 최솟값 12입니다.</a:t>
            </a:r>
          </a:p>
          <a:p xmlns:a="http://schemas.openxmlformats.org/drawingml/2006/main">
            <a:r>
              <a:t>입력 순서는 2+7+8=17이다. 정렬 순서는 1+3+8=12다.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24입니다.</a:t>
            </a:r>
          </a:p>
          <a:p xmlns:a="http://schemas.openxmlformats.org/drawingml/2006/main">
            <a:r>
              <a:t>완료 시각은 4,8,12이므로 합은 24다. 같은 처리 시간끼리의 순서는 영향을 주지 않는다.</a:t>
            </a:r>
          </a:p>
          <a:p xmlns:a="http://schemas.openxmlformats.org/drawingml/2006/main">
            <a:r>
              <a:t>여기서는 탐욕 알고리즘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탐욕 해 2점, 더 좋은 해 2점, 최적 근거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탐욕은 4+1+1로 3개, 최적은 3+3으로 2개다.입니다.</a:t>
            </a:r>
          </a:p>
          <a:p xmlns:a="http://schemas.openxmlformats.org/drawingml/2006/main">
            <a:r>
              <a:t>모든 동전보다 금액 6이 크므로 한 개로는 만들 수 없다. 두 개짜리 해를 제시하면 최적성까지 확인된다.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탐욕 해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>- 최적 근거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교환 예시 2점, 개수 감소 1점, 탐욕 표현 연결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1원 5개는 5원으로, 5원 2개는 10원으로, 10원 5개는 50원으로 바꿔 개수를 줄일 수 있다.입니다.</a:t>
            </a:r>
          </a:p>
          <a:p xmlns:a="http://schemas.openxmlformats.org/drawingml/2006/main">
            <a:r>
              <a:t>최적해에는 교환 가능한 작은 동전 묶음이 남지 않는다. 이 제한이 큰 동전부터 몫을 취한 표현과 일치한다.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교환 예시 2점</a:t>
            </a:r>
          </a:p>
          <a:p xmlns:a="http://schemas.openxmlformats.org/drawingml/2006/main">
            <a:r>
              <a:t>- 개수 감소 1점</a:t>
            </a:r>
          </a:p>
          <a:p xmlns:a="http://schemas.openxmlformats.org/drawingml/2006/main">
            <a:r>
              <a:t>- 탐욕 표현 연결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구간 1점, 탐욕 결과 2점, 더 좋은 해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A[0,10), B[1,2), C[2,3). A를 먼저 고르면 1개, B,C는 2개다.입니다.</a:t>
            </a:r>
          </a:p>
          <a:p xmlns:a="http://schemas.openxmlformats.org/drawingml/2006/main">
            <a:r>
              <a:t>일찍 시작하는 긴 활동이 이후의 여러 활동을 막을 수 있다. 끝점이 닿는 것은 허용한다.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구간 1점</a:t>
            </a:r>
          </a:p>
          <a:p xmlns:a="http://schemas.openxmlformats.org/drawingml/2006/main">
            <a:r>
              <a:t>- 탐욕 결과 2점</a:t>
            </a:r>
          </a:p>
          <a:p xmlns:a="http://schemas.openxmlformats.org/drawingml/2006/main">
            <a:r>
              <a:t>- 더 좋은 해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종료 시각 비교 2점, 호환성 2점, 개수 유지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탐욕 활동은 최적해의 첫 활동보다 늦게 끝나지 않으므로 뒤의 활동들과 충돌하지 않는다.입니다.</a:t>
            </a:r>
          </a:p>
          <a:p xmlns:a="http://schemas.openxmlformats.org/drawingml/2006/main">
            <a:r>
              <a:t>첫 활동 하나를 바꿔도 개수는 같고 남은 일정이 유지된다. 따라서 탐욕 활동을 포함하는 최적해가 존재한다.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종료 시각 비교 2점</a:t>
            </a:r>
          </a:p>
          <a:p xmlns:a="http://schemas.openxmlformats.org/drawingml/2006/main">
            <a:r>
              <a:t>- 호환성 2점</a:t>
            </a:r>
          </a:p>
          <a:p xmlns:a="http://schemas.openxmlformats.org/drawingml/2006/main">
            <a:r>
              <a:t>- 개수 유지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잘못된 상태 변화 2점, 잃는 활동 1점, 불변식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첫 활동 선택 후 두 번째를 거절해도 last_end는 2여야 한다. 10으로 바꾸면 세 번째를 잘못 거절한다.입니다.</a:t>
            </a:r>
          </a:p>
          <a:p xmlns:a="http://schemas.openxmlformats.org/drawingml/2006/main">
            <a:r>
              <a:t>last_end는 마지막 검사 활동이 아니라 마지막 선택 활동을 나타내야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잘못된 상태 변화 2점</a:t>
            </a:r>
          </a:p>
          <a:p xmlns:a="http://schemas.openxmlformats.org/drawingml/2006/main">
            <a:r>
              <a:t>- 잃는 활동 1점</a:t>
            </a:r>
          </a:p>
          <a:p xmlns:a="http://schemas.openxmlformats.org/drawingml/2006/main">
            <a:r>
              <a:t>- 불변식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유효 반례 2점, 두 목적값 2점, 분할 제약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용량 50, (10,60),(20,100),(30,120). 탐욕 160, 최적 220이다.입니다.</a:t>
            </a:r>
          </a:p>
          <a:p xmlns:a="http://schemas.openxmlformats.org/drawingml/2006/main">
            <a:r>
              <a:t>분할 가능하면 마지막 물건 일부를 담아 240을 얻지만 0/1에서는 남은 공간에 일부만 넣을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유효 반례 2점</a:t>
            </a:r>
          </a:p>
          <a:p xmlns:a="http://schemas.openxmlformats.org/drawingml/2006/main">
            <a:r>
              <a:t>- 두 목적값 2점</a:t>
            </a:r>
          </a:p>
          <a:p xmlns:a="http://schemas.openxmlformats.org/drawingml/2006/main">
            <a:r>
              <a:t>- 분할 제약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같은 무게 교환 2점, 가치 증가식 2점,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담긴 낮은 밀도 무게 ε를 빼고 아직 남은 높은 밀도 물건 무게 ε를 넣는다.입니다.</a:t>
            </a:r>
          </a:p>
          <a:p xmlns:a="http://schemas.openxmlformats.org/drawingml/2006/main">
            <a:r>
              <a:t>총무게는 같고 가치는 ε×밀도 차이만큼 증가한다. 높은 밀도 물건이 남았는데 낮은 밀도를 먼저 쓰는 해는 최적일 수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무게 교환 2점</a:t>
            </a:r>
          </a:p>
          <a:p xmlns:a="http://schemas.openxmlformats.org/drawingml/2006/main">
            <a:r>
              <a:t>- 가치 증가식 2점</a:t>
            </a:r>
          </a:p>
          <a:p xmlns:a="http://schemas.openxmlformats.org/drawingml/2006/main">
            <a:r>
              <a:t>-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식 3점, 비율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추가 가치는 v×r/w이고 추가 무게는 r이다.입니다.</a:t>
            </a:r>
          </a:p>
          <a:p xmlns:a="http://schemas.openxmlformats.org/drawingml/2006/main">
            <a:r>
              <a:t>물건의 r/w 비율만 담았으므로 가치도 같은 비율만 인정해야 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식 3점</a:t>
            </a:r>
          </a:p>
          <a:p xmlns:a="http://schemas.openxmlformats.org/drawingml/2006/main">
            <a:r>
              <a:t>- 비율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기존 경로 2점, 사이클 2점, 트리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두 정점 사이에는 이미 선택 간선만으로 경로가 있다. 새 간선을 더하면 그 경로와 함께 사이클이 생긴다.입니다.</a:t>
            </a:r>
          </a:p>
          <a:p xmlns:a="http://schemas.openxmlformats.org/drawingml/2006/main">
            <a:r>
              <a:t>신장 트리는 사이클이 없어야 한다. 서로 다른 요소를 연결하는 경우에는 이런 기존 경로가 없다.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기존 경로 2점</a:t>
            </a:r>
          </a:p>
          <a:p xmlns:a="http://schemas.openxmlformats.org/drawingml/2006/main">
            <a:r>
              <a:t>- 사이클 2점</a:t>
            </a:r>
          </a:p>
          <a:p xmlns:a="http://schemas.openxmlformats.org/drawingml/2006/main">
            <a:r>
              <a:t>- 트리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컷 정의 1점, 가벼운 간선 1점, 교환 논증 2점, 동률 해석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연결 요소와 나머지 정점을 나눈 컷에서 가장 가벼운 연결 간선은 어떤 MST에 포함될 수 있다.입니다.</a:t>
            </a:r>
          </a:p>
          <a:p xmlns:a="http://schemas.openxmlformats.org/drawingml/2006/main">
            <a:r>
              <a:t>그 간선이 없는 MST의 연결 경로에서 컷을 가로지르는 간선을 교환하면 총비용이 증가하지 않는다. 반드시 모든 MST에 속한다는 주장은 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컷 정의 1점</a:t>
            </a:r>
          </a:p>
          <a:p xmlns:a="http://schemas.openxmlformats.org/drawingml/2006/main">
            <a:r>
              <a:t>- 가벼운 간선 1점</a:t>
            </a:r>
          </a:p>
          <a:p xmlns:a="http://schemas.openxmlformats.org/drawingml/2006/main">
            <a:r>
              <a:t>- 교환 논증 2점</a:t>
            </a:r>
          </a:p>
          <a:p xmlns:a="http://schemas.openxmlformats.org/drawingml/2006/main">
            <a:r>
              <a:t>- 동률 해석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연결 반례 2점, 유일성 근거 2점, 충분조건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AB=1, BC=1만 있는 3정점 경로는 신장 트리가 자기 자신 하나뿐이다.입니다.</a:t>
            </a:r>
          </a:p>
          <a:p xmlns:a="http://schemas.openxmlformats.org/drawingml/2006/main">
            <a:r>
              <a:t>가중치가 모두 다르면 유일하다는 충분조건의 역은 성립하지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연결 반례 2점</a:t>
            </a:r>
          </a:p>
          <a:p xmlns:a="http://schemas.openxmlformats.org/drawingml/2006/main">
            <a:r>
              <a:t>- 유일성 근거 2점</a:t>
            </a:r>
          </a:p>
          <a:p xmlns:a="http://schemas.openxmlformats.org/drawingml/2006/main">
            <a:r>
              <a:t>- 충분조건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공식 2점, 요소별 간선 2점, 합산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V−c개다.입니다.</a:t>
            </a:r>
          </a:p>
          <a:p xmlns:a="http://schemas.openxmlformats.org/drawingml/2006/main">
            <a:r>
              <a:t>각 연결 요소의 정점 수를 v_i라 하면 트리 간선은 v_i−1개다. 합하면 Σv_i−c=V−c다.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공식 2점</a:t>
            </a:r>
          </a:p>
          <a:p xmlns:a="http://schemas.openxmlformats.org/drawingml/2006/main">
            <a:r>
              <a:t>- 요소별 간선 2점</a:t>
            </a:r>
          </a:p>
          <a:p xmlns:a="http://schemas.openxmlformats.org/drawingml/2006/main">
            <a:r>
              <a:t>- 합산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경로와 순회 구분 2점, 누락 비용 2점, 과소평가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모든 도시를 한 번씩 방문하는 경로의 비용만 계산하게 된다.입니다.</a:t>
            </a:r>
          </a:p>
          <a:p xmlns:a="http://schemas.openxmlformats.org/drawingml/2006/main">
            <a:r>
              <a:t>TSP 순회는 마지막 도시와 출발 도시도 연결해야 한다. 누락한 귀환 비용만큼 순회 비용을 과소평가한다.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경로와 순회 구분 2점</a:t>
            </a:r>
          </a:p>
          <a:p xmlns:a="http://schemas.openxmlformats.org/drawingml/2006/main">
            <a:r>
              <a:t>- 누락 비용 2점</a:t>
            </a:r>
          </a:p>
          <a:p xmlns:a="http://schemas.openxmlformats.org/drawingml/2006/main">
            <a:r>
              <a:t>- 과소평가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출발점 2점, 동률 규칙 2점, 결과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도시와 거리가 같은 후보 사이의 선택 규칙을 명시한다.입니다.</a:t>
            </a:r>
          </a:p>
          <a:p xmlns:a="http://schemas.openxmlformats.org/drawingml/2006/main">
            <a:r>
              <a:t>두 조건이 바뀌면 방문 순서와 총비용이 달라질 수 있다. 예를 들어 동률이면 도시 번호가 작은 쪽을 선택하도록 정한다.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출발점 2점</a:t>
            </a:r>
          </a:p>
          <a:p xmlns:a="http://schemas.openxmlformats.org/drawingml/2006/main">
            <a:r>
              <a:t>- 동률 규칙 2점</a:t>
            </a:r>
          </a:p>
          <a:p xmlns:a="http://schemas.openxmlformats.org/drawingml/2006/main">
            <a:r>
              <a:t>- 결과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확정 순서 2점, 실제 거리 2점, 음수 영향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A를 거리 2로 먼저 확정하지만 실제 최단 거리는 S-B-A의 1이다.입니다.</a:t>
            </a:r>
          </a:p>
          <a:p xmlns:a="http://schemas.openxmlformats.org/drawingml/2006/main">
            <a:r>
              <a:t>음수 간선으로 인해 나중에 확정한 B를 거치는 경로가 A의 거리를 더 줄인다. 이 그래프에는 사이클이 없어도 오류가 생긴다.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확정 순서 2점</a:t>
            </a:r>
          </a:p>
          <a:p xmlns:a="http://schemas.openxmlformats.org/drawingml/2006/main">
            <a:r>
              <a:t>- 실제 거리 2점</a:t>
            </a:r>
          </a:p>
          <a:p xmlns:a="http://schemas.openxmlformats.org/drawingml/2006/main">
            <a:r>
              <a:t>- 음수 영향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최소 잠정 거리 2점, 비음수 근거 2점, 불변식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그보다 긴 잠정 거리의 미확정 정점을 거쳐 추가 비음수 간선을 지나도 더 짧은 경로를 만들 수 없다.입니다.</a:t>
            </a:r>
          </a:p>
          <a:p xmlns:a="http://schemas.openxmlformats.org/drawingml/2006/main">
            <a:r>
              <a:t>이미 확정한 정점의 거리가 정확하다는 불변식과 경로가 확정 영역을 처음 벗어나는 간선을 함께 사용한다.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최소 잠정 거리 2점</a:t>
            </a:r>
          </a:p>
          <a:p xmlns:a="http://schemas.openxmlformats.org/drawingml/2006/main">
            <a:r>
              <a:t>- 비음수 근거 2점</a:t>
            </a:r>
          </a:p>
          <a:p xmlns:a="http://schemas.openxmlformats.org/drawingml/2006/main">
            <a:r>
              <a:t>- 불변식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표현 수정 2점, 0 허용 2점, 표식 구분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간선 없음은 −1 또는 별도의 존재 배열로 표시하고 0은 유효한 가중치로 남긴다.입니다.</a:t>
            </a:r>
          </a:p>
          <a:p xmlns:a="http://schemas.openxmlformats.org/drawingml/2006/main">
            <a:r>
              <a:t>Dijkstra 입력은 비음수 가중치이므로 −1을 부재 표식으로 구분할 수 있다. 거리의 ∞와 간선 부재 표식도 구분한다.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표현 수정 2점</a:t>
            </a:r>
          </a:p>
          <a:p xmlns:a="http://schemas.openxmlformats.org/drawingml/2006/main">
            <a:r>
              <a:t>- 0 허용 2점</a:t>
            </a:r>
          </a:p>
          <a:p xmlns:a="http://schemas.openxmlformats.org/drawingml/2006/main">
            <a:r>
              <a:t>- 표식 구분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도달 여부 2점, 오버플로 2점, 자료형/상한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출발 정점까지 도달 가능한지 확인하고, dist[u]+w가 자료형 범위를 넘지 않도록 한다.입니다.</a:t>
            </a:r>
          </a:p>
          <a:p xmlns:a="http://schemas.openxmlformats.org/drawingml/2006/main">
            <a:r>
              <a:t>도달 불가 표식에 가중치를 더하거나 정수 오버플로가 나면 가짜로 작은 거리가 생길 수 있다. 입력 상한에 맞는 INF와 자료형을 선택한다.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도달 여부 2점</a:t>
            </a:r>
          </a:p>
          <a:p xmlns:a="http://schemas.openxmlformats.org/drawingml/2006/main">
            <a:r>
              <a:t>- 오버플로 2점</a:t>
            </a:r>
          </a:p>
          <a:p xmlns:a="http://schemas.openxmlformats.org/drawingml/2006/main">
            <a:r>
              <a:t>- 자료형/상한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두 합 2점, 감소량 1점, 다른 작업 영향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a&gt;b일 때 두 작업의 합은 앞 순서 2a+b, 교환 후 2b+a여서 a−b만큼 줄어든다.입니다.</a:t>
            </a:r>
          </a:p>
          <a:p xmlns:a="http://schemas.openxmlformats.org/drawingml/2006/main">
            <a:r>
              <a:t>앞부분의 공통 시작 시각은 상쇄되고 두 작업 이후의 시작 시각은 총길이 a+b가 같아 변하지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합 2점</a:t>
            </a:r>
          </a:p>
          <a:p xmlns:a="http://schemas.openxmlformats.org/drawingml/2006/main">
            <a:r>
              <a:t>- 감소량 1점</a:t>
            </a:r>
          </a:p>
          <a:p xmlns:a="http://schemas.openxmlformats.org/drawingml/2006/main">
            <a:r>
              <a:t>- 다른 작업 영향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실험 한계 2점, 증명 방법 2점, 검증 역할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증명되지 않는다. 입력 전체를 포괄하는 교환 논증 등 정당성 증명이 필요하다.입니다.</a:t>
            </a:r>
          </a:p>
          <a:p xmlns:a="http://schemas.openxmlformats.org/drawingml/2006/main">
            <a:r>
              <a:t>작은 입력의 완전 탐색 비교는 반례를 찾는 검증 도구로 유용하지만 시험한 범위 밖까지 보장하지는 않는다.</a:t>
            </a:r>
          </a:p>
          <a:p xmlns:a="http://schemas.openxmlformats.org/drawingml/2006/main">
            <a:r>
              <a:t>여기서는 반례와 정당성 설명의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실험 한계 2점</a:t>
            </a:r>
          </a:p>
          <a:p xmlns:a="http://schemas.openxmlformats.org/drawingml/2006/main">
            <a:r>
              <a:t>- 증명 방법 2점</a:t>
            </a:r>
          </a:p>
          <a:p xmlns:a="http://schemas.openxmlformats.org/drawingml/2006/main">
            <a:r>
              <a:t>- 검증 역할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정수배 화폐 거스름돈을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내림차순으로 몫을 개수에 더하고 나머지를 다음 종류로 넘긴다.입니다.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여기서는 정수배 화폐 거스름돈의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정수배 화폐 거스름돈의 한 가지 정답 예시입니다.</a:t>
            </a:r>
          </a:p>
          <a:p xmlns:a="http://schemas.openxmlformats.org/drawingml/2006/main">
            <a:r>
              <a:t>내림차순으로 몫을 개수에 더하고 나머지를 다음 종류로 넘긴다.</a:t>
            </a:r>
          </a:p>
          <a:p xmlns:a="http://schemas.openxmlformats.org/drawingml/2006/main">
            <a:r>
              <a:t>고정된 5종류이므로 시간 O(1). 일반 m종류에서는 시간 O(m).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[1260,6]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[9,9]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활동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마지막 선택의 종료 시각 이상에서 시작하는 활동만 선택한다.입니다.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여기서는 활동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활동 선택의 한 가지 정답 예시입니다.</a:t>
            </a:r>
          </a:p>
          <a:p xmlns:a="http://schemas.openxmlformats.org/drawingml/2006/main">
            <a:r>
              <a:t>마지막 선택의 종료 시각 이상에서 시작하는 활동만 선택한다.</a:t>
            </a:r>
          </a:p>
          <a:p xmlns:a="http://schemas.openxmlformats.org/drawingml/2006/main">
            <a:r>
              <a:t>정렬된 입력에서 시간 O(n). 정렬까지 하면 O(n log 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[[[1,2],[0,3],[2,4],[4,5]],3]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가능 배낭을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남은 용량과 물건 무게의 최솟값만큼 담고 비례 가치를 더한다.입니다.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여기서는 분할 가능 배낭의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가능 배낭의 한 가지 정답 예시입니다.</a:t>
            </a:r>
          </a:p>
          <a:p xmlns:a="http://schemas.openxmlformats.org/drawingml/2006/main">
            <a:r>
              <a:t>남은 용량과 물건 무게의 최솟값만큼 담고 비례 가치를 더한다.</a:t>
            </a:r>
          </a:p>
          <a:p xmlns:a="http://schemas.openxmlformats.org/drawingml/2006/main">
            <a:r>
              <a:t>정렬된 입력에서 시간 O(n). 나누기 전에 실수 연산으로 전환한다.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[[[10,60],[20,100],[30,120]],50,240]</a:t>
            </a:r>
          </a:p>
          <a:p xmlns:a="http://schemas.openxmlformats.org/drawingml/2006/main">
            <a:r>
              <a:t>[[],5,0]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경로 압축 find을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루트까지 재귀로 이동한 뒤 돌아오며 각 부모를 대표로 바꾼다.입니다.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여기서는 경로 압축 find의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경로 압축 find의 한 가지 정답 예시입니다.</a:t>
            </a:r>
          </a:p>
          <a:p xmlns:a="http://schemas.openxmlformats.org/drawingml/2006/main">
            <a:r>
              <a:t>루트까지 재귀로 이동한 뒤 돌아오며 각 부모를 대표로 바꾼다.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경로 압축 find의 한 가지 정답 예시입니다.</a:t>
            </a:r>
          </a:p>
          <a:p xmlns:a="http://schemas.openxmlformats.org/drawingml/2006/main">
            <a:r>
              <a:t>루트까지 재귀로 이동한 뒤 돌아오며 각 부모를 대표로 바꾼다.</a:t>
            </a:r>
          </a:p>
          <a:p xmlns:a="http://schemas.openxmlformats.org/drawingml/2006/main">
            <a:r>
              <a:t>한 호출의 최악 시간·스택 O(n). 경로 압축만으로 모든 단일 호출을 O(1)이라 할 수 없다. Python 재귀 제한은 입력 깊이 이상으로 설정한다.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[[0,0,1,2],3,0]</a:t>
            </a:r>
          </a:p>
          <a:p xmlns:a="http://schemas.openxmlformats.org/drawingml/2006/main">
            <a:r>
              <a:t>[[0],0,0]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Kruskal 최소 신장 비용을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서로 다른 집합을 잇는 간선만 선택한다. 선택 수 n−1을 확인한다.입니다.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여기서는 Kruskal 최소 신장 비용의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Kruskal 최소 신장 비용의 한 가지 정답 예시입니다.</a:t>
            </a:r>
          </a:p>
          <a:p xmlns:a="http://schemas.openxmlformats.org/drawingml/2006/main">
            <a:r>
              <a:t>서로 다른 집합을 잇는 간선만 선택한다. 선택 수 n−1을 확인한다.</a:t>
            </a:r>
          </a:p>
          <a:p xmlns:a="http://schemas.openxmlformats.org/drawingml/2006/main">
            <a:r>
              <a:t>1≤n≤1000. 이 구현은 랭크 병합이 없다. 보수적 시간 상한 O(n+mn).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[3,[[0,1,1],[1,2,2],[0,2,3]],3]</a:t>
            </a:r>
          </a:p>
          <a:p xmlns:a="http://schemas.openxmlformats.org/drawingml/2006/main">
            <a:r>
              <a:t>[2,[],-1000000000000000000]</a:t>
            </a:r>
          </a:p>
          <a:p xmlns:a="http://schemas.openxmlformats.org/drawingml/2006/main">
            <a:r>
              <a:t>[1,[],0]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Dijkstra 최소 정점 선택을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번호 오름차순으로 순회하며 더 작은 거리에서만 후보를 교체한다.입니다.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여기서는 Dijkstra 최소 정점 선택의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Dijkstra 최소 정점 선택의 한 가지 정답 예시입니다.</a:t>
            </a:r>
          </a:p>
          <a:p xmlns:a="http://schemas.openxmlformats.org/drawingml/2006/main">
            <a:r>
              <a:t>번호 오름차순으로 순회하며 더 작은 거리에서만 후보를 교체한다.</a:t>
            </a:r>
          </a:p>
          <a:p xmlns:a="http://schemas.openxmlformats.org/drawingml/2006/main">
            <a:r>
              <a:t>시간 O(n). 동률에서 기존 번호를 유지한다.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[[0,3,3],[true,false,false],1]</a:t>
            </a:r>
          </a:p>
          <a:p xmlns:a="http://schemas.openxmlformats.org/drawingml/2006/main"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인접 행렬 Dijkstra을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가장 짧은 미확정 정점을 선택하고 존재하는 간선을 완화한다.입니다.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여기서는 인접 행렬 Dijkstra의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인접 행렬 Dijkstra의 한 가지 정답 예시입니다.</a:t>
            </a:r>
          </a:p>
          <a:p xmlns:a="http://schemas.openxmlformats.org/drawingml/2006/main">
            <a:r>
              <a:t>가장 짧은 미확정 정점을 선택하고 존재하는 간선을 완화한다.</a:t>
            </a:r>
          </a:p>
          <a:p xmlns:a="http://schemas.openxmlformats.org/drawingml/2006/main">
            <a:r>
              <a:t>시간 O(n²). 주어진 상한에서 거리 덧셈은 long long에 안전하다.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최근접 이웃 TSP을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가장 가까운 미방문 도시로 이동하고 마지막에 0으로 돌아온다.입니다.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여기서는 최근접 이웃 TSP의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최근접 이웃 TSP의 한 가지 정답 예시입니다.</a:t>
            </a:r>
          </a:p>
          <a:p xmlns:a="http://schemas.openxmlformats.org/drawingml/2006/main">
            <a:r>
              <a:t>매번 가장 가까운 미방문 도시로 이동하고 마지막에 0으로 돌아온다.</a:t>
            </a:r>
          </a:p>
          <a:p xmlns:a="http://schemas.openxmlformats.org/drawingml/2006/main">
            <a:r>
              <a:t>시간 O(n²). 최적 TSP 비용을 보장하지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완료 시각 합을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처리 시간 누적합을 구하면서 각 누적합을 다시 더한다.입니다.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여기서는 완료 시각 합의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완료 시각 합의 한 가지 정답 예시입니다.</a:t>
            </a:r>
          </a:p>
          <a:p xmlns:a="http://schemas.openxmlformats.org/drawingml/2006/main">
            <a:r>
              <a:t>처리 시간 누적합을 구하면서 각 누적합을 다시 더한다.</a:t>
            </a:r>
          </a:p>
          <a:p xmlns:a="http://schemas.openxmlformats.org/drawingml/2006/main">
            <a:r>
              <a:t>정렬된 입력에서 시간 O(n). 최대 합 500500000000은 int 범위를 넘는다.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[[1,2,3,4],20]</a:t>
            </a:r>
          </a:p>
          <a:p xmlns:a="http://schemas.openxmlformats.org/drawingml/2006/main">
            <a:r>
              <a:t>[[],0]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간선 완화와 변경 여부을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5장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u가 도달 가능하고 새 후보가 더 작을 때만 거리와 변경 여부를 갱신한다.입니다.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여기서는 간선 완화와 변경 여부의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간선 완화와 변경 여부의 한 가지 정답 예시입니다.</a:t>
            </a:r>
          </a:p>
          <a:p xmlns:a="http://schemas.openxmlformats.org/drawingml/2006/main">
            <a:r>
              <a:t>u가 도달 가능하고 새 후보가 더 작을 때만 거리와 변경 여부를 갱신한다.</a:t>
            </a:r>
          </a:p>
          <a:p xmlns:a="http://schemas.openxmlformats.org/drawingml/2006/main">
            <a:r>
              <a:t>시간 O(1). 같은 거리 후보는 갱신으로 세지 않는다.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[[7,15],0,1,3,1]</a:t>
            </a:r>
          </a:p>
          <a:p xmlns:a="http://schemas.openxmlformats.org/drawingml/2006/main">
            <a:r>
              <a:t>[[7,10],0,1,3,0]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80df02f91a44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877f85321444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48da73889849d6" /><Relationship Type="http://schemas.openxmlformats.org/officeDocument/2006/relationships/slideLayout" Target="/ppt/slideLayouts/slideLayout1.xml" Id="Readdbbf4ae2d463a" /><Relationship Type="http://schemas.openxmlformats.org/officeDocument/2006/relationships/slideLayout" Target="/ppt/slideLayouts/slideLayout2.xml" Id="Ra014b404eab04e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ddbbf4ae2d463a"/>
    <p:sldLayoutId xmlns:r="http://schemas.openxmlformats.org/officeDocument/2006/relationships" id="2147483650" r:id="Ra014b404eab04ea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c06d1f630409d" /><Relationship Type="http://schemas.openxmlformats.org/officeDocument/2006/relationships/notesSlide" Target="/ppt/notesSlides/notesSlide1.xml" Id="R96046222b73f44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d4271729e4b06" /><Relationship Type="http://schemas.openxmlformats.org/officeDocument/2006/relationships/notesSlide" Target="/ppt/notesSlides/notesSlide2.xml" Id="R6c3e07d1238f4a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8978901c04f70" /><Relationship Type="http://schemas.openxmlformats.org/officeDocument/2006/relationships/notesSlide" Target="/ppt/notesSlides/notesSlide3.xml" Id="R7b8f016e1ac54b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fc4057065423c" /><Relationship Type="http://schemas.openxmlformats.org/officeDocument/2006/relationships/notesSlide" Target="/ppt/notesSlides/notesSlide4.xml" Id="R39529bd855b145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0824c1498402a" /><Relationship Type="http://schemas.openxmlformats.org/officeDocument/2006/relationships/notesSlide" Target="/ppt/notesSlides/notesSlide5.xml" Id="R91bf305b1c0a41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2f3c59354480a" /><Relationship Type="http://schemas.openxmlformats.org/officeDocument/2006/relationships/notesSlide" Target="/ppt/notesSlides/notesSlide6.xml" Id="Re89c5b33f9b64e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cdb1d36c34dfc" /><Relationship Type="http://schemas.openxmlformats.org/officeDocument/2006/relationships/notesSlide" Target="/ppt/notesSlides/notesSlide7.xml" Id="Rfc46c6fa2bf840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6966bc2d6441f" /><Relationship Type="http://schemas.openxmlformats.org/officeDocument/2006/relationships/notesSlide" Target="/ppt/notesSlides/notesSlide8.xml" Id="Re7579a85641242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7d6c1726747b0" /><Relationship Type="http://schemas.openxmlformats.org/officeDocument/2006/relationships/notesSlide" Target="/ppt/notesSlides/notesSlide9.xml" Id="Rd1b29cb9ab0146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1c55c3c3b4fc4" /><Relationship Type="http://schemas.openxmlformats.org/officeDocument/2006/relationships/notesSlide" Target="/ppt/notesSlides/notesSlide10.xml" Id="R49b1424bbcce43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aeebfb8094fb6" /><Relationship Type="http://schemas.openxmlformats.org/officeDocument/2006/relationships/notesSlide" Target="/ppt/notesSlides/notesSlide11.xml" Id="R0d6c07a4d10149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44b2be63046f1" /><Relationship Type="http://schemas.openxmlformats.org/officeDocument/2006/relationships/notesSlide" Target="/ppt/notesSlides/notesSlide12.xml" Id="Redadcd5a57a74e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f6a9dc91b4cc0" /><Relationship Type="http://schemas.openxmlformats.org/officeDocument/2006/relationships/notesSlide" Target="/ppt/notesSlides/notesSlide13.xml" Id="R41dd52d6acb946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6f15b86bb448a" /><Relationship Type="http://schemas.openxmlformats.org/officeDocument/2006/relationships/notesSlide" Target="/ppt/notesSlides/notesSlide14.xml" Id="R83dcf023c82c4e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a17a11c62473a" /><Relationship Type="http://schemas.openxmlformats.org/officeDocument/2006/relationships/notesSlide" Target="/ppt/notesSlides/notesSlide15.xml" Id="R75aaf7947a7644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581b0ac58445b" /><Relationship Type="http://schemas.openxmlformats.org/officeDocument/2006/relationships/notesSlide" Target="/ppt/notesSlides/notesSlide16.xml" Id="R0fee72abcbcb4ca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0d43be0674def" /><Relationship Type="http://schemas.openxmlformats.org/officeDocument/2006/relationships/notesSlide" Target="/ppt/notesSlides/notesSlide17.xml" Id="R823fb38f81c144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e0e9d257e4e24" /><Relationship Type="http://schemas.openxmlformats.org/officeDocument/2006/relationships/notesSlide" Target="/ppt/notesSlides/notesSlide18.xml" Id="Rc3a4cc3ed5c44ab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3a5cab4ce450e" /><Relationship Type="http://schemas.openxmlformats.org/officeDocument/2006/relationships/notesSlide" Target="/ppt/notesSlides/notesSlide19.xml" Id="R368d3bd933da46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0f85175af46f1" /><Relationship Type="http://schemas.openxmlformats.org/officeDocument/2006/relationships/notesSlide" Target="/ppt/notesSlides/notesSlide20.xml" Id="R49e62b729a3c40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3bdddff6f4505" /><Relationship Type="http://schemas.openxmlformats.org/officeDocument/2006/relationships/notesSlide" Target="/ppt/notesSlides/notesSlide21.xml" Id="R1003270f34b842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0b1a41aba463d" /><Relationship Type="http://schemas.openxmlformats.org/officeDocument/2006/relationships/notesSlide" Target="/ppt/notesSlides/notesSlide22.xml" Id="R6a8fa399a16046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6fb713b5b4b76" /><Relationship Type="http://schemas.openxmlformats.org/officeDocument/2006/relationships/notesSlide" Target="/ppt/notesSlides/notesSlide23.xml" Id="R511f40469ebe45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6fb4bcd944b9d" /><Relationship Type="http://schemas.openxmlformats.org/officeDocument/2006/relationships/notesSlide" Target="/ppt/notesSlides/notesSlide24.xml" Id="R7e3d217108a5413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e14a6b7d49fd" /><Relationship Type="http://schemas.openxmlformats.org/officeDocument/2006/relationships/notesSlide" Target="/ppt/notesSlides/notesSlide25.xml" Id="Re4f5846e205940a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cc85b9e97461d" /><Relationship Type="http://schemas.openxmlformats.org/officeDocument/2006/relationships/notesSlide" Target="/ppt/notesSlides/notesSlide26.xml" Id="Rfec9b45d735545b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3c5f932154d11" /><Relationship Type="http://schemas.openxmlformats.org/officeDocument/2006/relationships/notesSlide" Target="/ppt/notesSlides/notesSlide27.xml" Id="R1c7d468483c5424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7342061244302" /><Relationship Type="http://schemas.openxmlformats.org/officeDocument/2006/relationships/notesSlide" Target="/ppt/notesSlides/notesSlide28.xml" Id="R00106dd31d15486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585f376e74492" /><Relationship Type="http://schemas.openxmlformats.org/officeDocument/2006/relationships/notesSlide" Target="/ppt/notesSlides/notesSlide29.xml" Id="Rc954b4190121461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78481169224f0b" /><Relationship Type="http://schemas.openxmlformats.org/officeDocument/2006/relationships/notesSlide" Target="/ppt/notesSlides/notesSlide30.xml" Id="R888351ba3ccd428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5c1b2461c4e23" /><Relationship Type="http://schemas.openxmlformats.org/officeDocument/2006/relationships/notesSlide" Target="/ppt/notesSlides/notesSlide31.xml" Id="R81375c29a3d14db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47a98023b434a" /><Relationship Type="http://schemas.openxmlformats.org/officeDocument/2006/relationships/notesSlide" Target="/ppt/notesSlides/notesSlide32.xml" Id="R920aa3175a63485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42fd290754c08" /><Relationship Type="http://schemas.openxmlformats.org/officeDocument/2006/relationships/notesSlide" Target="/ppt/notesSlides/notesSlide33.xml" Id="R80bc267e4c0f48c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2b3eecf324e9f" /><Relationship Type="http://schemas.openxmlformats.org/officeDocument/2006/relationships/notesSlide" Target="/ppt/notesSlides/notesSlide34.xml" Id="Ra04b2db35ee5497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4ddb69659496e" /><Relationship Type="http://schemas.openxmlformats.org/officeDocument/2006/relationships/notesSlide" Target="/ppt/notesSlides/notesSlide35.xml" Id="R65f7fe62b3824e7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fd89e31e643d2" /><Relationship Type="http://schemas.openxmlformats.org/officeDocument/2006/relationships/notesSlide" Target="/ppt/notesSlides/notesSlide36.xml" Id="Rd68ccc94a13d46a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f2929d33c4b3b" /><Relationship Type="http://schemas.openxmlformats.org/officeDocument/2006/relationships/notesSlide" Target="/ppt/notesSlides/notesSlide37.xml" Id="R55cfe23fdb62440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43e465ac74ebd" /><Relationship Type="http://schemas.openxmlformats.org/officeDocument/2006/relationships/notesSlide" Target="/ppt/notesSlides/notesSlide38.xml" Id="R92f23f896011433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83f6904a446fd" /><Relationship Type="http://schemas.openxmlformats.org/officeDocument/2006/relationships/notesSlide" Target="/ppt/notesSlides/notesSlide39.xml" Id="Rb02cd622c49a4df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dc10ef3c24798" /><Relationship Type="http://schemas.openxmlformats.org/officeDocument/2006/relationships/notesSlide" Target="/ppt/notesSlides/notesSlide40.xml" Id="R4fe198414c7e41a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07d3563a447fb" /><Relationship Type="http://schemas.openxmlformats.org/officeDocument/2006/relationships/notesSlide" Target="/ppt/notesSlides/notesSlide41.xml" Id="Rce73889e8230436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836ce59ae427f" /><Relationship Type="http://schemas.openxmlformats.org/officeDocument/2006/relationships/notesSlide" Target="/ppt/notesSlides/notesSlide42.xml" Id="Re8461ec0308e469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50994a62547c5" /><Relationship Type="http://schemas.openxmlformats.org/officeDocument/2006/relationships/notesSlide" Target="/ppt/notesSlides/notesSlide43.xml" Id="R6e2708beb1dd4fe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0caf5e9424c6b" /><Relationship Type="http://schemas.openxmlformats.org/officeDocument/2006/relationships/notesSlide" Target="/ppt/notesSlides/notesSlide44.xml" Id="Rc32da9db3f3b448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ab8f9511948f6" /><Relationship Type="http://schemas.openxmlformats.org/officeDocument/2006/relationships/notesSlide" Target="/ppt/notesSlides/notesSlide45.xml" Id="R77acd04577be4ce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078a9cc894a6f" /><Relationship Type="http://schemas.openxmlformats.org/officeDocument/2006/relationships/notesSlide" Target="/ppt/notesSlides/notesSlide46.xml" Id="R6931db382ee2486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d59b804174f51" /><Relationship Type="http://schemas.openxmlformats.org/officeDocument/2006/relationships/notesSlide" Target="/ppt/notesSlides/notesSlide47.xml" Id="R8c1d48d014b9416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7a34e0274c86" /><Relationship Type="http://schemas.openxmlformats.org/officeDocument/2006/relationships/notesSlide" Target="/ppt/notesSlides/notesSlide48.xml" Id="Re948cc75963844b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f7d429bd3481c" /><Relationship Type="http://schemas.openxmlformats.org/officeDocument/2006/relationships/notesSlide" Target="/ppt/notesSlides/notesSlide49.xml" Id="Ra3c3ec5dfc674ea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209c691234a8a" /><Relationship Type="http://schemas.openxmlformats.org/officeDocument/2006/relationships/notesSlide" Target="/ppt/notesSlides/notesSlide50.xml" Id="R2e3abaeb8dbd435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5ca0b69b3454f" /><Relationship Type="http://schemas.openxmlformats.org/officeDocument/2006/relationships/notesSlide" Target="/ppt/notesSlides/notesSlide51.xml" Id="R5551947af8a6462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9bb39a0be4e87" /><Relationship Type="http://schemas.openxmlformats.org/officeDocument/2006/relationships/notesSlide" Target="/ppt/notesSlides/notesSlide52.xml" Id="Rcfa7c7fce0af4bd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7e283666e4315" /><Relationship Type="http://schemas.openxmlformats.org/officeDocument/2006/relationships/notesSlide" Target="/ppt/notesSlides/notesSlide53.xml" Id="Ra2986a796fd7442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0023e74c34c37" /><Relationship Type="http://schemas.openxmlformats.org/officeDocument/2006/relationships/notesSlide" Target="/ppt/notesSlides/notesSlide54.xml" Id="Rfdf79a600c9a4ee6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dce2680e849ed" /><Relationship Type="http://schemas.openxmlformats.org/officeDocument/2006/relationships/notesSlide" Target="/ppt/notesSlides/notesSlide55.xml" Id="R3a83e0ab78724e5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a91fe5a3c403b" /><Relationship Type="http://schemas.openxmlformats.org/officeDocument/2006/relationships/notesSlide" Target="/ppt/notesSlides/notesSlide56.xml" Id="R84654f1b12cc428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89233c03a4daa" /><Relationship Type="http://schemas.openxmlformats.org/officeDocument/2006/relationships/notesSlide" Target="/ppt/notesSlides/notesSlide57.xml" Id="R23fd577aaa8a4e3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f89041dd241ee" /><Relationship Type="http://schemas.openxmlformats.org/officeDocument/2006/relationships/notesSlide" Target="/ppt/notesSlides/notesSlide58.xml" Id="R9dfa3b63fe2c4d9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f59cc2bcc4f14" /><Relationship Type="http://schemas.openxmlformats.org/officeDocument/2006/relationships/notesSlide" Target="/ppt/notesSlides/notesSlide59.xml" Id="R4cc3fa803b3c463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418d9fa54a59" /><Relationship Type="http://schemas.openxmlformats.org/officeDocument/2006/relationships/notesSlide" Target="/ppt/notesSlides/notesSlide60.xml" Id="R1f8ede02b64048c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826eacf6a42dc" /><Relationship Type="http://schemas.openxmlformats.org/officeDocument/2006/relationships/notesSlide" Target="/ppt/notesSlides/notesSlide61.xml" Id="R3f7f9da3c9454dd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304ef295e4e50" /><Relationship Type="http://schemas.openxmlformats.org/officeDocument/2006/relationships/notesSlide" Target="/ppt/notesSlides/notesSlide62.xml" Id="R3c6bbb7e30614438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d795d737b44531" /><Relationship Type="http://schemas.openxmlformats.org/officeDocument/2006/relationships/notesSlide" Target="/ppt/notesSlides/notesSlide63.xml" Id="Ra5d0b152aade4f1d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b9f92ae3641d1" /><Relationship Type="http://schemas.openxmlformats.org/officeDocument/2006/relationships/notesSlide" Target="/ppt/notesSlides/notesSlide64.xml" Id="Rfb46738efa414cd2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404e67f3d429b" /><Relationship Type="http://schemas.openxmlformats.org/officeDocument/2006/relationships/notesSlide" Target="/ppt/notesSlides/notesSlide65.xml" Id="R5709252ef4a34c10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274eeb0df4468" /><Relationship Type="http://schemas.openxmlformats.org/officeDocument/2006/relationships/notesSlide" Target="/ppt/notesSlides/notesSlide66.xml" Id="R2e05b48959e14ec7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f63c6a9af428a" /><Relationship Type="http://schemas.openxmlformats.org/officeDocument/2006/relationships/notesSlide" Target="/ppt/notesSlides/notesSlide67.xml" Id="R9fcf1af198804cda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8bc230aa447df" /><Relationship Type="http://schemas.openxmlformats.org/officeDocument/2006/relationships/notesSlide" Target="/ppt/notesSlides/notesSlide68.xml" Id="R6b6539b2686944fb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0966d2c164e53" /><Relationship Type="http://schemas.openxmlformats.org/officeDocument/2006/relationships/notesSlide" Target="/ppt/notesSlides/notesSlide69.xml" Id="R1b2d5288543e48cd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0bc76cb294b46" /><Relationship Type="http://schemas.openxmlformats.org/officeDocument/2006/relationships/notesSlide" Target="/ppt/notesSlides/notesSlide70.xml" Id="R9c2dee5baba945a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fcc72c6b84756" /><Relationship Type="http://schemas.openxmlformats.org/officeDocument/2006/relationships/notesSlide" Target="/ppt/notesSlides/notesSlide71.xml" Id="Rf8a3452e18b6446b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c110142c648c8" /><Relationship Type="http://schemas.openxmlformats.org/officeDocument/2006/relationships/notesSlide" Target="/ppt/notesSlides/notesSlide72.xml" Id="R3209b0fc4e3145e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600e31af64e73" /><Relationship Type="http://schemas.openxmlformats.org/officeDocument/2006/relationships/notesSlide" Target="/ppt/notesSlides/notesSlide73.xml" Id="Rb6778f58d6364844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b307ce8c749c5" /><Relationship Type="http://schemas.openxmlformats.org/officeDocument/2006/relationships/notesSlide" Target="/ppt/notesSlides/notesSlide74.xml" Id="Rf5794d6bd22a4df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5f9cb5e064c3b" /><Relationship Type="http://schemas.openxmlformats.org/officeDocument/2006/relationships/notesSlide" Target="/ppt/notesSlides/notesSlide75.xml" Id="R92c43d3015424cd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07c4b13c34f2c" /><Relationship Type="http://schemas.openxmlformats.org/officeDocument/2006/relationships/notesSlide" Target="/ppt/notesSlides/notesSlide76.xml" Id="R0edc9c780c684974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46991fe4042d5" /><Relationship Type="http://schemas.openxmlformats.org/officeDocument/2006/relationships/notesSlide" Target="/ppt/notesSlides/notesSlide77.xml" Id="R43e851e0cbcc48bb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cc112d30247cc" /><Relationship Type="http://schemas.openxmlformats.org/officeDocument/2006/relationships/notesSlide" Target="/ppt/notesSlides/notesSlide78.xml" Id="Rde63fe12995f4751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d8c40d0064865" /><Relationship Type="http://schemas.openxmlformats.org/officeDocument/2006/relationships/notesSlide" Target="/ppt/notesSlides/notesSlide79.xml" Id="R41fc291793684c43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e9233933e4170" /><Relationship Type="http://schemas.openxmlformats.org/officeDocument/2006/relationships/notesSlide" Target="/ppt/notesSlides/notesSlide80.xml" Id="Rfdc7bc48bf354c9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4fa40f3a34576" /><Relationship Type="http://schemas.openxmlformats.org/officeDocument/2006/relationships/notesSlide" Target="/ppt/notesSlides/notesSlide81.xml" Id="R5376cb273e3e40df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d51c283944ce3" /><Relationship Type="http://schemas.openxmlformats.org/officeDocument/2006/relationships/notesSlide" Target="/ppt/notesSlides/notesSlide82.xml" Id="Rd7362a71055d457a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f76e3a06d45c8" /><Relationship Type="http://schemas.openxmlformats.org/officeDocument/2006/relationships/notesSlide" Target="/ppt/notesSlides/notesSlide83.xml" Id="R777e5aa0bc154020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862cdd75e4f86" /><Relationship Type="http://schemas.openxmlformats.org/officeDocument/2006/relationships/notesSlide" Target="/ppt/notesSlides/notesSlide84.xml" Id="R1be0ed2c873443aa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aaeea0c814a1f" /><Relationship Type="http://schemas.openxmlformats.org/officeDocument/2006/relationships/notesSlide" Target="/ppt/notesSlides/notesSlide85.xml" Id="Rd5727556318348ec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1ed265f564eca" /><Relationship Type="http://schemas.openxmlformats.org/officeDocument/2006/relationships/notesSlide" Target="/ppt/notesSlides/notesSlide86.xml" Id="R379db5f6b8f74102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52c5fd417426f" /><Relationship Type="http://schemas.openxmlformats.org/officeDocument/2006/relationships/notesSlide" Target="/ppt/notesSlides/notesSlide87.xml" Id="R59a40f29e55d4ff0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2ea13610f48fe" /><Relationship Type="http://schemas.openxmlformats.org/officeDocument/2006/relationships/notesSlide" Target="/ppt/notesSlides/notesSlide88.xml" Id="Rdb4b41ca6db34029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979f1b6304768" /><Relationship Type="http://schemas.openxmlformats.org/officeDocument/2006/relationships/notesSlide" Target="/ppt/notesSlides/notesSlide89.xml" Id="R65902d35ded34425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9e37114d64e3f" /><Relationship Type="http://schemas.openxmlformats.org/officeDocument/2006/relationships/notesSlide" Target="/ppt/notesSlides/notesSlide90.xml" Id="Rf25762357c6e4be1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513f9822d40b5" /><Relationship Type="http://schemas.openxmlformats.org/officeDocument/2006/relationships/notesSlide" Target="/ppt/notesSlides/notesSlide91.xml" Id="R8bc8585080474dc7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ac756c084f1e" /><Relationship Type="http://schemas.openxmlformats.org/officeDocument/2006/relationships/notesSlide" Target="/ppt/notesSlides/notesSlide92.xml" Id="Rdad3f939b14447f7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d6d19d7e54e87" /><Relationship Type="http://schemas.openxmlformats.org/officeDocument/2006/relationships/notesSlide" Target="/ppt/notesSlides/notesSlide93.xml" Id="R980dc4e29afa4d14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13ac8ff374d5e" /><Relationship Type="http://schemas.openxmlformats.org/officeDocument/2006/relationships/notesSlide" Target="/ppt/notesSlides/notesSlide94.xml" Id="Re42996a455ef47b4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720ee46874b0b" /><Relationship Type="http://schemas.openxmlformats.org/officeDocument/2006/relationships/notesSlide" Target="/ppt/notesSlides/notesSlide95.xml" Id="R7513274d1d7441f2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bb2e70549419d" /><Relationship Type="http://schemas.openxmlformats.org/officeDocument/2006/relationships/notesSlide" Target="/ppt/notesSlides/notesSlide96.xml" Id="R668367c3ae8e4182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2cb7b6ebf4517" /><Relationship Type="http://schemas.openxmlformats.org/officeDocument/2006/relationships/notesSlide" Target="/ppt/notesSlides/notesSlide97.xml" Id="Rc5835ff2cd7b4ab7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03cdad2264a18" /><Relationship Type="http://schemas.openxmlformats.org/officeDocument/2006/relationships/notesSlide" Target="/ppt/notesSlides/notesSlide98.xml" Id="R7f3dbc2aa373403b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c20b3e4b64bcc" /><Relationship Type="http://schemas.openxmlformats.org/officeDocument/2006/relationships/notesSlide" Target="/ppt/notesSlides/notesSlide99.xml" Id="R93628076c854434d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12a74a39495c" /><Relationship Type="http://schemas.openxmlformats.org/officeDocument/2006/relationships/notesSlide" Target="/ppt/notesSlides/notesSlide100.xml" Id="Rc67e4c7efd9443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9efa2e255439d" /><Relationship Type="http://schemas.openxmlformats.org/officeDocument/2006/relationships/notesSlide" Target="/ppt/notesSlides/notesSlide101.xml" Id="R871f25e23e30463b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e16031c4a4301" /><Relationship Type="http://schemas.openxmlformats.org/officeDocument/2006/relationships/notesSlide" Target="/ppt/notesSlides/notesSlide102.xml" Id="Rccc5027b4cf941a6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800984be64f99" /><Relationship Type="http://schemas.openxmlformats.org/officeDocument/2006/relationships/notesSlide" Target="/ppt/notesSlides/notesSlide103.xml" Id="R2462802ea9c74e2f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82214357f4898" /><Relationship Type="http://schemas.openxmlformats.org/officeDocument/2006/relationships/notesSlide" Target="/ppt/notesSlides/notesSlide104.xml" Id="Rb76148f66aab4708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32c8e092a443d" /><Relationship Type="http://schemas.openxmlformats.org/officeDocument/2006/relationships/notesSlide" Target="/ppt/notesSlides/notesSlide105.xml" Id="Rcec2df46d1f6482c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09c88fb074b6e" /><Relationship Type="http://schemas.openxmlformats.org/officeDocument/2006/relationships/notesSlide" Target="/ppt/notesSlides/notesSlide106.xml" Id="Rdecb3d98359f46a0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21cb980d046d6" /><Relationship Type="http://schemas.openxmlformats.org/officeDocument/2006/relationships/notesSlide" Target="/ppt/notesSlides/notesSlide107.xml" Id="R5d23f2c71bf74237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13ed85af8401d" /><Relationship Type="http://schemas.openxmlformats.org/officeDocument/2006/relationships/notesSlide" Target="/ppt/notesSlides/notesSlide108.xml" Id="R02f7ef0479914706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5f0c4cdf94f8e" /><Relationship Type="http://schemas.openxmlformats.org/officeDocument/2006/relationships/notesSlide" Target="/ppt/notesSlides/notesSlide109.xml" Id="Re25c2912ea62462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61f979284ad4" /><Relationship Type="http://schemas.openxmlformats.org/officeDocument/2006/relationships/notesSlide" Target="/ppt/notesSlides/notesSlide110.xml" Id="R34e9f9198a7540f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f2320921d4683" /><Relationship Type="http://schemas.openxmlformats.org/officeDocument/2006/relationships/notesSlide" Target="/ppt/notesSlides/notesSlide111.xml" Id="Rb120e6d7e49c4ac2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524e0aa9c486c" /><Relationship Type="http://schemas.openxmlformats.org/officeDocument/2006/relationships/notesSlide" Target="/ppt/notesSlides/notesSlide112.xml" Id="Rff7b8acfad9643a8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d459c1f4b476a" /><Relationship Type="http://schemas.openxmlformats.org/officeDocument/2006/relationships/notesSlide" Target="/ppt/notesSlides/notesSlide113.xml" Id="R10e4c73a94e241ae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2a7ee12714c80" /><Relationship Type="http://schemas.openxmlformats.org/officeDocument/2006/relationships/notesSlide" Target="/ppt/notesSlides/notesSlide114.xml" Id="Rad1af4910658484b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5370b124247b2" /><Relationship Type="http://schemas.openxmlformats.org/officeDocument/2006/relationships/notesSlide" Target="/ppt/notesSlides/notesSlide115.xml" Id="R2f11c247be884f9e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ec92c1d144a35" /><Relationship Type="http://schemas.openxmlformats.org/officeDocument/2006/relationships/notesSlide" Target="/ppt/notesSlides/notesSlide116.xml" Id="R310bab78af934cf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14e8a5bb34678" /><Relationship Type="http://schemas.openxmlformats.org/officeDocument/2006/relationships/notesSlide" Target="/ppt/notesSlides/notesSlide117.xml" Id="Rb56146f890d9448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cb5e00f1c4f02" /><Relationship Type="http://schemas.openxmlformats.org/officeDocument/2006/relationships/notesSlide" Target="/ppt/notesSlides/notesSlide118.xml" Id="R510cff69c9064f8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0e4b9eeb64ab3" /><Relationship Type="http://schemas.openxmlformats.org/officeDocument/2006/relationships/notesSlide" Target="/ppt/notesSlides/notesSlide119.xml" Id="R7dd28e1ebf9e478c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fc42f27aa4356" /><Relationship Type="http://schemas.openxmlformats.org/officeDocument/2006/relationships/notesSlide" Target="/ppt/notesSlides/notesSlide120.xml" Id="R4b4bf216b6d74112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ab8bdb6c647b9" /><Relationship Type="http://schemas.openxmlformats.org/officeDocument/2006/relationships/notesSlide" Target="/ppt/notesSlides/notesSlide121.xml" Id="Rca0770b1e50d4db6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c75b31eca48d0" /><Relationship Type="http://schemas.openxmlformats.org/officeDocument/2006/relationships/notesSlide" Target="/ppt/notesSlides/notesSlide122.xml" Id="R671f5f11c5cc4ebe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c7ad008b54422" /><Relationship Type="http://schemas.openxmlformats.org/officeDocument/2006/relationships/notesSlide" Target="/ppt/notesSlides/notesSlide123.xml" Id="R079ecc39ff104e4c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25e7f04664c36" /><Relationship Type="http://schemas.openxmlformats.org/officeDocument/2006/relationships/notesSlide" Target="/ppt/notesSlides/notesSlide124.xml" Id="R67a7bc03fdd548b6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2112a63844f66" /><Relationship Type="http://schemas.openxmlformats.org/officeDocument/2006/relationships/notesSlide" Target="/ppt/notesSlides/notesSlide125.xml" Id="R6f821ee21ff34812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972f473e449c0" /><Relationship Type="http://schemas.openxmlformats.org/officeDocument/2006/relationships/notesSlide" Target="/ppt/notesSlides/notesSlide126.xml" Id="Rca9c00bbcde74c75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3b5988010467f" /><Relationship Type="http://schemas.openxmlformats.org/officeDocument/2006/relationships/notesSlide" Target="/ppt/notesSlides/notesSlide127.xml" Id="Rbaf8ae9157294559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013e28f3e4568" /><Relationship Type="http://schemas.openxmlformats.org/officeDocument/2006/relationships/notesSlide" Target="/ppt/notesSlides/notesSlide128.xml" Id="Rc3e50423010b4ad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d91f0d0494626" /><Relationship Type="http://schemas.openxmlformats.org/officeDocument/2006/relationships/notesSlide" Target="/ppt/notesSlides/notesSlide129.xml" Id="Re38d0181fc9349c5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be01692174fb3" /><Relationship Type="http://schemas.openxmlformats.org/officeDocument/2006/relationships/notesSlide" Target="/ppt/notesSlides/notesSlide130.xml" Id="R3a9d740bdd104572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46f4b2f984a84" /><Relationship Type="http://schemas.openxmlformats.org/officeDocument/2006/relationships/notesSlide" Target="/ppt/notesSlides/notesSlide131.xml" Id="R9bbdaf18fc5b440c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9114ed44447b8" /><Relationship Type="http://schemas.openxmlformats.org/officeDocument/2006/relationships/notesSlide" Target="/ppt/notesSlides/notesSlide132.xml" Id="R7c243a18039f4215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21406dd04b77" /><Relationship Type="http://schemas.openxmlformats.org/officeDocument/2006/relationships/notesSlide" Target="/ppt/notesSlides/notesSlide133.xml" Id="R970f9ff6cb2a4f4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4e005f01c4a61" /><Relationship Type="http://schemas.openxmlformats.org/officeDocument/2006/relationships/notesSlide" Target="/ppt/notesSlides/notesSlide134.xml" Id="Rb44f73d098fc4a7f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ba470ae946bd" /><Relationship Type="http://schemas.openxmlformats.org/officeDocument/2006/relationships/notesSlide" Target="/ppt/notesSlides/notesSlide135.xml" Id="R1cb3ece46ec04952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8e4cb32d94903" /><Relationship Type="http://schemas.openxmlformats.org/officeDocument/2006/relationships/notesSlide" Target="/ppt/notesSlides/notesSlide136.xml" Id="R3ed132a704b94f4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f689e0b574839" /><Relationship Type="http://schemas.openxmlformats.org/officeDocument/2006/relationships/notesSlide" Target="/ppt/notesSlides/notesSlide137.xml" Id="R83115b1d00ff4790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370905f8a43c6" /><Relationship Type="http://schemas.openxmlformats.org/officeDocument/2006/relationships/notesSlide" Target="/ppt/notesSlides/notesSlide138.xml" Id="Rc8d0b3ed91554e2f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e8f85bc77458e" /><Relationship Type="http://schemas.openxmlformats.org/officeDocument/2006/relationships/notesSlide" Target="/ppt/notesSlides/notesSlide139.xml" Id="R6f0e2bdeabd04730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b9e60e2804749" /><Relationship Type="http://schemas.openxmlformats.org/officeDocument/2006/relationships/notesSlide" Target="/ppt/notesSlides/notesSlide140.xml" Id="Rdeb0225f22064e7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257fbce3a4800" /><Relationship Type="http://schemas.openxmlformats.org/officeDocument/2006/relationships/notesSlide" Target="/ppt/notesSlides/notesSlide141.xml" Id="Ra3876ec5c1f44a4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e4a47f04448f3" /><Relationship Type="http://schemas.openxmlformats.org/officeDocument/2006/relationships/notesSlide" Target="/ppt/notesSlides/notesSlide142.xml" Id="R4abf930d583c4206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20fd093094d47" /><Relationship Type="http://schemas.openxmlformats.org/officeDocument/2006/relationships/notesSlide" Target="/ppt/notesSlides/notesSlide143.xml" Id="Rd6b31726d6cd4e83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5c422a764a48" /><Relationship Type="http://schemas.openxmlformats.org/officeDocument/2006/relationships/notesSlide" Target="/ppt/notesSlides/notesSlide144.xml" Id="R4683944401a046d7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005244aef4e42" /><Relationship Type="http://schemas.openxmlformats.org/officeDocument/2006/relationships/notesSlide" Target="/ppt/notesSlides/notesSlide145.xml" Id="Rf7373f488fd346af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95f59eff44d1a" /><Relationship Type="http://schemas.openxmlformats.org/officeDocument/2006/relationships/notesSlide" Target="/ppt/notesSlides/notesSlide146.xml" Id="R1d3285b8275344a8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e946030d7948dc" /><Relationship Type="http://schemas.openxmlformats.org/officeDocument/2006/relationships/notesSlide" Target="/ppt/notesSlides/notesSlide147.xml" Id="R0d8df852ef544ce2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cb181e19d4475" /><Relationship Type="http://schemas.openxmlformats.org/officeDocument/2006/relationships/notesSlide" Target="/ppt/notesSlides/notesSlide148.xml" Id="Rfbfa3bc9792b4331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a9c374b4b44e7" /><Relationship Type="http://schemas.openxmlformats.org/officeDocument/2006/relationships/notesSlide" Target="/ppt/notesSlides/notesSlide149.xml" Id="R9b34a2eb52734a76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5ac63e38e43a7" /><Relationship Type="http://schemas.openxmlformats.org/officeDocument/2006/relationships/notesSlide" Target="/ppt/notesSlides/notesSlide150.xml" Id="R342543b4d3904f40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7fde93720485f" /><Relationship Type="http://schemas.openxmlformats.org/officeDocument/2006/relationships/notesSlide" Target="/ppt/notesSlides/notesSlide151.xml" Id="R7c4c8ec2ab9b44f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a677a6c845cb" /><Relationship Type="http://schemas.openxmlformats.org/officeDocument/2006/relationships/notesSlide" Target="/ppt/notesSlides/notesSlide152.xml" Id="R4d0a60d45ab5414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be8cf3bb4c9c" /><Relationship Type="http://schemas.openxmlformats.org/officeDocument/2006/relationships/notesSlide" Target="/ppt/notesSlides/notesSlide153.xml" Id="Rce1f92db1001417d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ecf29712e402d" /><Relationship Type="http://schemas.openxmlformats.org/officeDocument/2006/relationships/notesSlide" Target="/ppt/notesSlides/notesSlide154.xml" Id="R88368973b6034e9a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e09d538454748" /><Relationship Type="http://schemas.openxmlformats.org/officeDocument/2006/relationships/notesSlide" Target="/ppt/notesSlides/notesSlide155.xml" Id="R3b1afd9736874824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a030a27e04b61" /><Relationship Type="http://schemas.openxmlformats.org/officeDocument/2006/relationships/notesSlide" Target="/ppt/notesSlides/notesSlide156.xml" Id="Rc8b77e3b0cc84c03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c7c75cf74a9a" /><Relationship Type="http://schemas.openxmlformats.org/officeDocument/2006/relationships/notesSlide" Target="/ppt/notesSlides/notesSlide157.xml" Id="Ra93e94e30af3451b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db29422814960" /><Relationship Type="http://schemas.openxmlformats.org/officeDocument/2006/relationships/notesSlide" Target="/ppt/notesSlides/notesSlide158.xml" Id="R1eb325565e9b43a2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df85f2e774e91" /><Relationship Type="http://schemas.openxmlformats.org/officeDocument/2006/relationships/notesSlide" Target="/ppt/notesSlides/notesSlide159.xml" Id="Rae3dc68f028a4768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dffd2625d4d5c" /><Relationship Type="http://schemas.openxmlformats.org/officeDocument/2006/relationships/notesSlide" Target="/ppt/notesSlides/notesSlide160.xml" Id="R177bc0a9307a4143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502fb0d4f438d" /><Relationship Type="http://schemas.openxmlformats.org/officeDocument/2006/relationships/notesSlide" Target="/ppt/notesSlides/notesSlide161.xml" Id="Rd295a3bfa6aa466b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68d646a044f6" /><Relationship Type="http://schemas.openxmlformats.org/officeDocument/2006/relationships/notesSlide" Target="/ppt/notesSlides/notesSlide162.xml" Id="R3983d613844d41f7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1426be8144dc5" /><Relationship Type="http://schemas.openxmlformats.org/officeDocument/2006/relationships/notesSlide" Target="/ppt/notesSlides/notesSlide163.xml" Id="R455e43c3482241d7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b863dea724b93" /><Relationship Type="http://schemas.openxmlformats.org/officeDocument/2006/relationships/notesSlide" Target="/ppt/notesSlides/notesSlide164.xml" Id="R756c5c9aa04245ea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c71a3193b4cb2" /><Relationship Type="http://schemas.openxmlformats.org/officeDocument/2006/relationships/notesSlide" Target="/ppt/notesSlides/notesSlide165.xml" Id="R534ab9ff9ee848aa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f71507a6b4508" /><Relationship Type="http://schemas.openxmlformats.org/officeDocument/2006/relationships/notesSlide" Target="/ppt/notesSlides/notesSlide166.xml" Id="R54a13987ab20427f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75942a3a44cde" /><Relationship Type="http://schemas.openxmlformats.org/officeDocument/2006/relationships/notesSlide" Target="/ppt/notesSlides/notesSlide167.xml" Id="R91c7f80c0ec4468f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35dfa505047ab" /><Relationship Type="http://schemas.openxmlformats.org/officeDocument/2006/relationships/notesSlide" Target="/ppt/notesSlides/notesSlide168.xml" Id="Rb986d383ddd84594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dbc65a8ec49c7" /><Relationship Type="http://schemas.openxmlformats.org/officeDocument/2006/relationships/notesSlide" Target="/ppt/notesSlides/notesSlide169.xml" Id="Rf3e4a8adb8834887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2285722224199" /><Relationship Type="http://schemas.openxmlformats.org/officeDocument/2006/relationships/notesSlide" Target="/ppt/notesSlides/notesSlide170.xml" Id="Rb37389253c9f4322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a11fcc5684c1c" /><Relationship Type="http://schemas.openxmlformats.org/officeDocument/2006/relationships/notesSlide" Target="/ppt/notesSlides/notesSlide171.xml" Id="Rd07c83490a3d47b6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ea2a9266640aa" /><Relationship Type="http://schemas.openxmlformats.org/officeDocument/2006/relationships/notesSlide" Target="/ppt/notesSlides/notesSlide172.xml" Id="Rb8d6569af1a34017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477a44ee24721" /><Relationship Type="http://schemas.openxmlformats.org/officeDocument/2006/relationships/notesSlide" Target="/ppt/notesSlides/notesSlide173.xml" Id="R9e73624992d04d28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fb4672d0949e4" /><Relationship Type="http://schemas.openxmlformats.org/officeDocument/2006/relationships/notesSlide" Target="/ppt/notesSlides/notesSlide174.xml" Id="Rddc1201c5a834810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e3b5b47b347af" /><Relationship Type="http://schemas.openxmlformats.org/officeDocument/2006/relationships/notesSlide" Target="/ppt/notesSlides/notesSlide175.xml" Id="R8aaf9918442b4937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65f473fb64935" /><Relationship Type="http://schemas.openxmlformats.org/officeDocument/2006/relationships/notesSlide" Target="/ppt/notesSlides/notesSlide176.xml" Id="Re649101415914284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2793c86fa4094" /><Relationship Type="http://schemas.openxmlformats.org/officeDocument/2006/relationships/notesSlide" Target="/ppt/notesSlides/notesSlide177.xml" Id="R15ebb7928d7148f5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621c7690d4476" /><Relationship Type="http://schemas.openxmlformats.org/officeDocument/2006/relationships/notesSlide" Target="/ppt/notesSlides/notesSlide178.xml" Id="Rbc8f3f3081754e03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888e203374e89" /><Relationship Type="http://schemas.openxmlformats.org/officeDocument/2006/relationships/notesSlide" Target="/ppt/notesSlides/notesSlide179.xml" Id="R5d065ba0443a4dac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930810ac841e5" /><Relationship Type="http://schemas.openxmlformats.org/officeDocument/2006/relationships/notesSlide" Target="/ppt/notesSlides/notesSlide180.xml" Id="Rf4ffa88876494cc5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356956e45422a" /><Relationship Type="http://schemas.openxmlformats.org/officeDocument/2006/relationships/notesSlide" Target="/ppt/notesSlides/notesSlide181.xml" Id="R7eb8cce7145844db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905ea1d5d4abd" /><Relationship Type="http://schemas.openxmlformats.org/officeDocument/2006/relationships/notesSlide" Target="/ppt/notesSlides/notesSlide182.xml" Id="Re7ed8b3d1cb74c64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563225acd4e46" /><Relationship Type="http://schemas.openxmlformats.org/officeDocument/2006/relationships/notesSlide" Target="/ppt/notesSlides/notesSlide183.xml" Id="Rea408cb3f515444c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d7238cc114e2f" /><Relationship Type="http://schemas.openxmlformats.org/officeDocument/2006/relationships/notesSlide" Target="/ppt/notesSlides/notesSlide184.xml" Id="R7ad6eb8727464692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1ff2a4f7a46bd" /><Relationship Type="http://schemas.openxmlformats.org/officeDocument/2006/relationships/notesSlide" Target="/ppt/notesSlides/notesSlide185.xml" Id="Re20b8cc2dc634494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ca9bd04b14cdc" /><Relationship Type="http://schemas.openxmlformats.org/officeDocument/2006/relationships/notesSlide" Target="/ppt/notesSlides/notesSlide186.xml" Id="R3c486a56c2994a7d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df0b1e83d48f9" /><Relationship Type="http://schemas.openxmlformats.org/officeDocument/2006/relationships/notesSlide" Target="/ppt/notesSlides/notesSlide187.xml" Id="Rcd1a15ab7e4f4ac4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b0b70465f43ca" /><Relationship Type="http://schemas.openxmlformats.org/officeDocument/2006/relationships/notesSlide" Target="/ppt/notesSlides/notesSlide188.xml" Id="R4657ac19a72e4028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0d9e50f4348e6" /><Relationship Type="http://schemas.openxmlformats.org/officeDocument/2006/relationships/notesSlide" Target="/ppt/notesSlides/notesSlide189.xml" Id="R7646a7dc4b934824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8a488cb9e4f8b" /><Relationship Type="http://schemas.openxmlformats.org/officeDocument/2006/relationships/notesSlide" Target="/ppt/notesSlides/notesSlide190.xml" Id="Rc6e43f2f19904d15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c0657f9c84428" /><Relationship Type="http://schemas.openxmlformats.org/officeDocument/2006/relationships/notesSlide" Target="/ppt/notesSlides/notesSlide191.xml" Id="Re87fcb0e902348db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7e79d399b40cb" /><Relationship Type="http://schemas.openxmlformats.org/officeDocument/2006/relationships/notesSlide" Target="/ppt/notesSlides/notesSlide192.xml" Id="R49c140cd0bcb4072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9f9fe029e407a" /><Relationship Type="http://schemas.openxmlformats.org/officeDocument/2006/relationships/notesSlide" Target="/ppt/notesSlides/notesSlide193.xml" Id="R5b9e8bf6978a4ca1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44e7581a74064" /><Relationship Type="http://schemas.openxmlformats.org/officeDocument/2006/relationships/notesSlide" Target="/ppt/notesSlides/notesSlide194.xml" Id="R2ffdd6b44132425b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0a894b8d1441e" /><Relationship Type="http://schemas.openxmlformats.org/officeDocument/2006/relationships/notesSlide" Target="/ppt/notesSlides/notesSlide195.xml" Id="Rd9f8b733fd1b4ca8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8bd33a26d4924" /><Relationship Type="http://schemas.openxmlformats.org/officeDocument/2006/relationships/notesSlide" Target="/ppt/notesSlides/notesSlide196.xml" Id="Rc7311bf399ca4408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19bac510442af" /><Relationship Type="http://schemas.openxmlformats.org/officeDocument/2006/relationships/notesSlide" Target="/ppt/notesSlides/notesSlide197.xml" Id="R1e555adbf49f4f28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509943d2c4c3f" /><Relationship Type="http://schemas.openxmlformats.org/officeDocument/2006/relationships/notesSlide" Target="/ppt/notesSlides/notesSlide198.xml" Id="Rf91fa4da51aa4713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e839296a54b4c" /><Relationship Type="http://schemas.openxmlformats.org/officeDocument/2006/relationships/notesSlide" Target="/ppt/notesSlides/notesSlide199.xml" Id="Rb59c77dffff24c48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e4906164848ce" /><Relationship Type="http://schemas.openxmlformats.org/officeDocument/2006/relationships/notesSlide" Target="/ppt/notesSlides/notesSlide200.xml" Id="R1dcd4d83a25c47a5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2d52fed2f41d0" /><Relationship Type="http://schemas.openxmlformats.org/officeDocument/2006/relationships/notesSlide" Target="/ppt/notesSlides/notesSlide201.xml" Id="Rf00c14ce492346dc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70f88bc174ff0" /><Relationship Type="http://schemas.openxmlformats.org/officeDocument/2006/relationships/notesSlide" Target="/ppt/notesSlides/notesSlide202.xml" Id="R01353cb2ff984ac4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032c8b254551" /><Relationship Type="http://schemas.openxmlformats.org/officeDocument/2006/relationships/notesSlide" Target="/ppt/notesSlides/notesSlide203.xml" Id="Ree01a4b531f2479e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979ab16524393" /><Relationship Type="http://schemas.openxmlformats.org/officeDocument/2006/relationships/notesSlide" Target="/ppt/notesSlides/notesSlide204.xml" Id="R805a00b145c84c7c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ef9ffedcb4c99" /><Relationship Type="http://schemas.openxmlformats.org/officeDocument/2006/relationships/notesSlide" Target="/ppt/notesSlides/notesSlide205.xml" Id="Rde3866a47b3b48e5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8815734ab4f34" /><Relationship Type="http://schemas.openxmlformats.org/officeDocument/2006/relationships/notesSlide" Target="/ppt/notesSlides/notesSlide206.xml" Id="R73916f6d68194e9e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423dfa9e24baf" /><Relationship Type="http://schemas.openxmlformats.org/officeDocument/2006/relationships/notesSlide" Target="/ppt/notesSlides/notesSlide207.xml" Id="Rca6d4018a6f84905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4abbd0d9b47e3" /><Relationship Type="http://schemas.openxmlformats.org/officeDocument/2006/relationships/notesSlide" Target="/ppt/notesSlides/notesSlide208.xml" Id="Rc76f840010d24946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ca465eb15465a" /><Relationship Type="http://schemas.openxmlformats.org/officeDocument/2006/relationships/notesSlide" Target="/ppt/notesSlides/notesSlide209.xml" Id="R0e59886e5c4c4dd9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4f4e1798744da" /><Relationship Type="http://schemas.openxmlformats.org/officeDocument/2006/relationships/notesSlide" Target="/ppt/notesSlides/notesSlide210.xml" Id="Rcdb8c3966904481b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870428f634053" /><Relationship Type="http://schemas.openxmlformats.org/officeDocument/2006/relationships/notesSlide" Target="/ppt/notesSlides/notesSlide211.xml" Id="Rcfbe9aef74664489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b9d9e5a824628" /><Relationship Type="http://schemas.openxmlformats.org/officeDocument/2006/relationships/notesSlide" Target="/ppt/notesSlides/notesSlide212.xml" Id="R3e852f48d12347a3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9718f10f24a44" /><Relationship Type="http://schemas.openxmlformats.org/officeDocument/2006/relationships/notesSlide" Target="/ppt/notesSlides/notesSlide213.xml" Id="Ra71bd839c37c433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f7a77fd5b459d" /><Relationship Type="http://schemas.openxmlformats.org/officeDocument/2006/relationships/notesSlide" Target="/ppt/notesSlides/notesSlide214.xml" Id="Rfc5171af637b4c80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e9152fba04cc6" /><Relationship Type="http://schemas.openxmlformats.org/officeDocument/2006/relationships/notesSlide" Target="/ppt/notesSlides/notesSlide215.xml" Id="R56940346698641e6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8eb4bcd4d4d77" /><Relationship Type="http://schemas.openxmlformats.org/officeDocument/2006/relationships/notesSlide" Target="/ppt/notesSlides/notesSlide216.xml" Id="R371492d1b2a848a4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528483d4f4fd6" /><Relationship Type="http://schemas.openxmlformats.org/officeDocument/2006/relationships/notesSlide" Target="/ppt/notesSlides/notesSlide217.xml" Id="R1c0305c512a94c3a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fc1dd69d4e1c" /><Relationship Type="http://schemas.openxmlformats.org/officeDocument/2006/relationships/notesSlide" Target="/ppt/notesSlides/notesSlide218.xml" Id="Ra5e20a7d50b44f36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ead3585aa4d51" /><Relationship Type="http://schemas.openxmlformats.org/officeDocument/2006/relationships/notesSlide" Target="/ppt/notesSlides/notesSlide219.xml" Id="R6b1ffb95e395413a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87e88f93b4dc3" /><Relationship Type="http://schemas.openxmlformats.org/officeDocument/2006/relationships/notesSlide" Target="/ppt/notesSlides/notesSlide220.xml" Id="R11ae6e5d95b147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5A9C88-1D1C-41A2-B8BD-9DD8341D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D256F1-B6C9-4F44-8A26-41D42B34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A81329-EB29-4D88-8696-DDA5FA1F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AF436-76C6-4829-891B-7D5A15D9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F379F-205F-46FD-8F44-47AADEFA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83148D1-817B-47FC-85BB-6A6E0BF0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37687C-3BEC-4B4A-83E8-E80187D0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D6033B-7DBC-4870-90E7-4B317FCE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F33F6A5-7F37-4DF5-B2F6-BB6620E1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7C6A8DC-FA56-4DDD-BDEC-936CFF3D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크기가 같은 부분 문제를 매번 새로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CABF0-3FC9-4858-809B-7919D52E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0BEDC08-346B-48F6-B93F-D5EE70C1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F3249B-CEC3-4C35-AAA2-A440FCF0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단계의 선택을 다음 단계마다 반드시 철회한다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E737B-8F56-4E97-AF4E-B00001D1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3396DD-2FED-47DD-9EB0-585B8F0C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47B24B-5329-4C01-9D7F-3FA0B139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기준과 무관하게 최적이다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6C872-C89C-45E0-A8A9-9638D1F0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C2E7C65-84D7-4348-969C-621126A9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A586F85-5E1E-44C9-BC93-5F2EF465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선택을 확정하기 전에 남은 모든 완성 해를 비교한다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2D12D-6BA3-419B-827F-FDEA3433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2CBC4E4-2B3B-4E3D-9B17-5B230A01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3223567-91A8-4F4B-A973-DB801DE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기준에서 최선인 선택을 확정하며 진행한다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489597F-136B-4152-90FF-00225F32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94C89C-C6A7-426F-B650-88FAA3FE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88D6F1-D4FD-4403-90E6-99050D1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250A3D-8179-41F3-8E98-76755AB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A6884-C375-417D-AFD1-E0A9CAF7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DC7A62F-DAF9-433F-BB72-FDFFC830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510768-6F18-4614-8293-37014855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CE9E2D2-3D4C-41C3-99DD-4C5B729B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801FF-C84D-46F8-A045-E386D0B7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AD463-727A-4117-B8A1-CE2D48A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기준에서 최선인 선택을 확정하며 진행한다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7A2681C-0435-4E4B-BDCD-7859669C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F0D50-91C1-44C1-910D-FCA4A53D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47DC5C6-98D2-47B7-AB7B-DD8B8BC6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탐욕법은 국소적인 선택을 확정한다. 이 선택이 전체 최적해로 이어지는지는 별도의 증명이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28828F-45D7-4D1A-8494-087D6685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294E25-2398-4385-8CFB-9F6D4721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416053-E4BB-410C-91BE-B9CFB68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0C3DA-C3E8-48AC-967F-59C54F31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C8FE2-3E1C-4706-9F44-2DD08A68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66C5E0-AD49-4358-8727-D1F0357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269326-32DA-49B7-98AE-3514FD93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62196C-8175-4BCC-93CF-D21BCC60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482AD71-638F-400B-BFC6-3C17483E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89D4E85-69C8-4FBB-8ED9-69F96AE2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정당성은 추가로 확인해야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6A81E-97E2-4675-A8F0-55DE16A3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5F95256-FC80-4DC1-8E11-7CE1DAEA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3F8978-3273-4B93-9A52-A8388835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최적해가 유일할 때만 탐욕법을 쓸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08E79-F7C8-4E1B-B3B6-D961980F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F6BC234-DDDC-4BA7-8BFE-46E4D737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FCF1536-3F8D-4AA1-B45B-10D2E00B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문제가 겹치지 않으면 탐욕법이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47BB7-3679-457B-93F0-AAC115F6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53D72E-D0F7-468D-8820-745B2432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80D1667-31B6-4588-A332-8D98887E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구조만으로 임의의 탐욕 기준이 증명된다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25759-C47A-489E-8E03-5042406F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D39DC62-17A0-4455-BAD5-F8A8342E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97AFF0-6795-4FA5-9C63-7681F950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국소 최적해가 존재하면 전체 최적해와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95708B-6EBF-41CC-A56B-4AC85C33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2B24745-33FB-42D0-A481-681B883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21B9CE4-DB9E-4852-A2CA-BD56FEF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D4226-B28A-485C-A950-73F42AF7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9CFA7-C652-4CAD-AECA-92D73E37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BC849F-93C8-48C9-A496-5227B5D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FFD1203-A319-4A53-AC3C-75304C7E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F2ED15-464A-4D80-9B33-592A8DE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074B2E-9656-4DEC-8B6E-45F2A474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3DBD7F-F625-4F2E-AD7F-FB5D5036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탐욕 선택의 정당성은 추가로 확인해야 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CF431F-ED5F-48CF-B7EF-C1341AC9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B8BE5-EF10-408C-9913-A659C5BE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131DD0A-ADF3-45E0-B123-643F3147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구조와 탐욕 선택 속성은 서로 다른 조건이다. 0/1 배낭은 최적 부분 구조가 있지만 가치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 탐욕은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1892-66E7-444F-BE12-ED90467E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D4EF1F-0C4E-4307-8E03-EF210FB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B422CD-A4D0-44CE-9D69-511B6FCE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43F23-B76D-4789-BFBE-42348411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7C5B0-DD55-426E-A30B-B44B08E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70AABB-20E8-4F31-A086-8268E59A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930CA19-270A-40B1-AE31-C4DF7D37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41BA3DB-8995-46BE-A5D0-9C7B9A8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B3DFD59-1632-4DE8-8321-EC2FD35B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D0E4FD-8731-4FAE-B5BC-C2A0D651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실행 시간이 짧으면 목적값도 좋다고 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E3FA4-4D9F-430C-8FFC-0FD13345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D6D88F-E2B6-4D2B-9F33-C1DE130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19B29FB-7E9D-4059-B0D7-31766B7F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목적값이 나빠지지 않음을 보인다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54016-A164-4100-9E75-19EB19BB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CE88A1-3024-4A15-8C44-F5C37D13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D9653EC-2C38-4693-B539-2447F29D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예제에서 탐욕과 최적해가 같은지만 확인한다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AF4A2-5C23-42B2-A059-F7720F12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1977762-BA8A-4C7C-829E-27371EFA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1FCF986-59CE-4308-8AEE-DA239AAB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포함하는 실행 가능한 해 하나만 보인다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EC27AB-3D69-4CA6-B71E-E791B5F5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D8A05C-BFB2-4122-A30E-0ECB948C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98314A0-9700-4535-A1BE-61A1AC9C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포함되지 않은 최적해는 없다고 증명 없이 가정한다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781150-0CBA-4EF7-8F29-BEF4D7B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CDFF7-8865-4C74-9CFB-92C82B8F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3EA542-084D-450A-9E69-81DE7B1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1D81-C68D-467E-8B64-94D896F3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627A8-568C-483B-B448-8660A21D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ED5E9B-C289-430A-8CAE-A7D2C846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01DFEB-9DE1-4C89-8A40-36A39D3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F4ADAB6-CE0A-4077-B0FC-5881BDB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99C3C-5C25-4BBA-BD45-141B6EC1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3E0D34-5CF8-4AA5-B427-55002D2D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최적해의 일부를 탐욕 선택으로 바꿔도 목적값이 나빠지지 않음을 보인다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240678-25AE-490E-BF1B-274E5C37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13749-1191-4FA2-986F-EFA5C790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C13DAE-8131-4D98-808E-F88533DB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최적해를 탐욕 선택을 포함하는 최적해로 바꿀 수 있으면 첫 선택의 안전성을 설명할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0B3AB-7A64-4481-BA8D-9EA6716E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A8E3DF0-1714-4D21-9D2B-C945EB0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A0F-B4F6-47DC-ACBF-9F64B718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CF36F-4F6C-4009-9727-F59A843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56F8CC-1686-4F03-94CF-373A1C99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9ACD-F8F2-469A-91DB-D079C69C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DE2071-5300-4A15-829D-9FBD5288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FBBF12-763E-4347-9BBD-25DB48F6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48859B-1572-454D-B8CB-07826A73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D245EC-D53D-4135-AD96-25B6439A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위반한 입력에서 오답을 제시한다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5B7CE0-4129-4267-8842-43E94EDF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5CC22E5-0B92-4AB6-823A-99B8DEC7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6D1C36-7ADC-441D-B108-8CD30802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만족하는 입력 하나에서 더 나은 해를 제시한다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EA78FC-98DD-455F-9692-4C1AD8C3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FC90DC-A263-4646-B05F-19B5345D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00A4AF6-1425-46C4-BCFE-DED35411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목적값을 갖는 다른 해를 제시한다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BEA64-654F-4FC0-B167-BB55B603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705267F-E6D1-4432-AB33-D7A62EFF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936CB9-8F5E-4AA0-A939-CF21794A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결과가 느린 입력을 하나 찾는다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264391-2CD6-4DAD-A1D6-890D31E7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DB891E-BDF2-4A56-9106-823B0F69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8D2C495-6CD1-48B0-BE10-EA87B01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입력 모두에서 성공했음을 보인다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1934BE6-102C-4078-8324-EEB8E3A6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0B3966-DFB0-4FE6-9C58-CEC420D4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9ED400A-53F3-4A55-9B33-DFE67965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553AF-95ED-48E5-9717-7245BF16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AE9E5-1FB2-4B77-90AD-6AD64784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FB6379-0779-4201-B975-C982617A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0C2A96-CEE4-4E63-B289-704DAC68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FACAD4-0D68-4223-AF74-F31A415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B4187-41FD-4C10-8844-A246655E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BBF3120-5926-4399-A4BA-D368F28B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조건을 만족하는 입력 하나에서 더 나은 해를 제시한다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6A302A5-82C8-4C4E-8D3C-D14D1367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9C1A72-E842-4244-BCBE-A109B8E9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0587F71-9026-415A-B2E6-7F0CDE28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보편 명제는 유효한 반례 하나로 깨진다. 단순히 다른 해가 아니라 더 좋은 목적값을 보여야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37A88C-9B0F-4DE0-A793-5CDC6C4D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DFB619-6BDA-4CE8-9D82-E97FF89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05231D-94C0-4B5A-A398-C50B6FB1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59548-93D5-4FA1-AE93-C061E028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F003C-CDF3-4656-B5C5-FB6885E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D5C100-48F7-41C3-B34F-4A529111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412657-F100-4D05-B1A6-D4A85D58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0B40DE-EA27-4C63-85D5-76133927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동전을 무제한 사용할 때 최소 동전 수를 구하는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394A379-5BDE-46DD-9675-557F320F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2D436D-0091-4E2F-A045-BECB2035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동전의 종류 수를 최소화한다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CB0E5-2BD0-4336-8234-162A3551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6860291-E958-4CCF-BB6C-F06A4563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5C18E5D-B6DA-426C-8640-1F677807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종류마다 반드시 하나씩 선택한다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3F23B-199D-476F-AFE7-2C23327C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1CDC723-F468-4441-95ED-FD1ACD05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EE98757-0719-4963-BF2D-63B9F7AB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동전부터 가능한 만큼 선택한다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AEE85-6868-4922-84BB-4EAE9404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A4D1C3-5037-4FEB-BE98-72914A97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15F6057-EBD5-4812-94DC-BAD020A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동전부터 가능한 만큼 선택한다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8265B-4404-4064-B75A-6DFD67FC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345902-673F-47B0-9D58-DE2E0EB9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146375-4B16-47A9-9635-AD9109BE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동전은 항상 하나만 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B30E11-C903-4A34-B711-763B8C1D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C976AF-7AAC-469B-84E6-D6E052BC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EFC777-B1E5-4347-A762-6CA85C6A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98F81-FEF8-4AC0-BE3B-54539AD8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4C797F-054E-4178-90C2-DF221E9A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0FB556-9D4B-4490-A57F-5673E3B6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3AAB2FE-E4D3-40F5-96C6-06748BFE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657C605-30B0-455E-A050-B155F3EC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 동전을 무제한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사용할 때 최소 동전 수를 구하는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6D328-8B57-4693-8E5B-DB243F2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0F6845A-3EAA-4ED5-8452-26B4F94E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동전부터 가능한 만큼 선택한다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35DF0E1-6084-429B-8EB5-0DC39CBF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7E226-66D0-4C69-A303-B8033A2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C1D922-31C9-4CBC-9051-8B7EF084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동전 여러 개를 같은 금액의 큰 동전 하나로 교환하면 개수가 줄어든다. 정수배 관계가 이 교환을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뒷받침한다.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3EF9D7-10B0-4A21-8536-7AF01E25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20AAD6-084F-4534-B5FE-182FD684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CD13E1-6A27-43FE-A437-84D11C79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CEC34-64F4-4069-A25A-EAB01C1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B9952-453D-4BA9-BD7E-5E8B768D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9B4DFF-3C88-490D-BBB6-66D4D9EF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686F49-92DF-497A-89E0-E94B2DC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6017ED-48E5-4123-B4D1-6AD89389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F7BB402-416F-4D42-B436-7CD3D364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3C4B58D-23A4-4052-848D-25893F2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114CF-E356-487A-81F6-3E6EF746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4AFA7C1-E890-429B-B8E6-81F03DA4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390692C-7D01-40E3-A0F4-8EAC4F77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C6F30E-68B7-4928-8525-5E29E4BC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EAA5EE6-6196-489B-B767-8AA69DA3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9E76E6D-A521-46A4-84CB-5C1E3FEA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793CA-2C50-4552-80EB-7EEC1C5C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500486D-3BE6-4A15-85EE-F471A8E7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11C638-0141-4B22-A3F1-E8AA2703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4532B-CFC8-4505-844F-4DBB554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6B6EBC5-896C-48C4-8969-AE497282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BECD9EC-792C-4C30-91AE-B7F84D17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9142D8-2B83-4308-95B1-04E29444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113BB7-7AB9-4C82-9AFC-2BD4C3C8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C6385A8-2DD2-4FBB-9F71-E3246326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B12FC-87EB-4497-8699-76BABAB4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B17CA-D91C-48B8-8056-43A3FBE1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5E658B-7BD5-4DA8-93BD-0F965E27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C1600A-5491-44DE-A5CD-0275A362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10D612D-C922-4963-926B-9C140E0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1E18A0-1D29-4D20-BC34-182A7C3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B85461-1C79-4913-954D-FA69A4D6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2개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761FEFE-C93A-47B5-8C27-26D6FD4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CB001-41FA-4C38-9DE4-016BDFEA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8B944AE-5E9B-440B-A6FB-D6825E58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 우선은 4+1+1로 3개지만 최적해는 3+3으로 2개다.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61F5158-9EBD-4400-AD31-BF4A8987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377FC8-8397-406B-8A64-A3D1E95A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EF8A42-8ECC-4A74-ACBA-C53223E7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38D0D-979D-4830-A08E-7D55BBAA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B1BB9-1B45-45F6-A5A6-97D3EB2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37543F0-C527-4A55-B22F-A6ABC1C8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75F4C8D-A000-44C0-8E3A-EFA9E739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38443-39D2-4F8D-9356-AA45D94E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8A4D4DC-5CEA-4AA2-A24F-FF4CC025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02221F7-90DE-423C-BCD8-7E583B95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91293-C3CC-4A95-882F-F0B2282A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5308690-525C-447C-8E4C-FD95FDE5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BA51C42-D541-48F2-8487-9B52A588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A2AE41-1E03-478E-8EA0-701B033C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1394311-D868-4DF7-8AB7-CF86B5B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0A54C-389D-4AC9-BF3B-3A2651A8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9658B-6C92-4A45-9256-02722EA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82283D-789B-444F-A3F7-56D727E5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C370AB9-1529-4F2F-A095-E2BA4D80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2AA23-8E7D-46C0-82D6-90DEF3AE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5C81F9F-1B5A-41EA-A634-A7EFD697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4FB81E-20B7-442D-B7E7-45500227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2E9D24-D31E-460E-92E1-4E66C7E5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213818-1648-45E1-A398-B881D97E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F04202-7EB4-496F-8457-C034FA01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BD21E-DD56-42D3-92D9-3681E866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9654F-7A06-42A4-9CF7-4F462C67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316A45-CC9D-410D-8D33-771B5DD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368F27-866E-4335-AE85-FCFFCCAD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B8D3E0D-0B0D-4935-8B93-80191B07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52DA5-0F8A-4A3D-B62A-446431D5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572502D-7955-4755-9611-8AF5CC3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0CB910-0AD2-4211-B8B6-7AF0DA79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9A7C9-F734-4351-B5B8-477A73C7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B37121D-66F7-4D2C-B74A-9156691D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10원 2개, 5원 1개, 1원 3개를 사용한다. 1원이 있으므로 정확히 만들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ED1E2B-2604-4BBD-A192-86C27E19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089E3CA-BD27-40E6-B357-18F0B85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24E9-BB8D-4CB4-A9AD-BB555FDA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AFA238-8CF1-4E83-8360-ADF13E99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4D3D0B-0D86-4322-A9FC-AE8AA2B2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F7112E-CBA2-479F-819C-7D882AB0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A52894-5585-4138-9724-0A9F2B97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629851-7D6A-4278-8725-54DE2F31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루프의 시간은? 금액 연산은 상수 시간이다.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F67D9A5-76AE-44FF-9038-FD8FDDCC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E0CAEF5-D0BB-48A1-B33F-10F357F5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687CE-85E2-47A1-9B84-CC131F99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64F920B-AE83-440C-9CBF-085C2EF2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DB8675-6FEB-4260-89B9-B13285CF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Θ(1), m과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4D132-7265-4FF2-938C-93CA8229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18872-363F-4269-BCFA-E66B21F9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B4671E2-8B9B-4971-9EAE-CFAE36A4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19AC5-BA1B-4FF7-9927-BF7C46F9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2DAED8-550D-4318-8C97-052AF8B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7E2BAEA-9ECA-432E-A2B0-5AE3F653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Θ(금액)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8B067D-5EF6-4E7F-BC54-8025B27E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10F7028-2FF8-44F5-8E5F-71B6F332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4B07D80-3848-4FBB-BB93-24EDC5A3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E1C667-D7E6-42D0-AFD6-B9A9B1E0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18BB63D-C99F-4AC8-A5CE-17E51ACF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4FF0DC5-18C0-471D-A723-C4E6B32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C7C37-C8B4-46DB-A7A0-240122F1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0870A-32C5-4FEC-A614-140900C3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6A32E2-BAE3-4BC1-9EC0-FC4E52A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820384-1E27-4829-A946-985804C8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D10FBD2-421D-4352-A486-204CD598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 탐욕 루프의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시간은? 금액 연산은 상수 시간이다.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B4226-2CC7-41D4-9DC4-7C993431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BCBF45B-222E-4644-846B-47763155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Θ(m)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8A1A72A-1900-443E-8858-4EC16FB7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B743A-176A-4721-9109-0789813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91C55A0-85DA-4EBC-AFFB-34C04D5A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종류를 한 번씩 처리한다. 동전을 하나씩 빼는 구현과 구별해야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5EF5E9-EAF2-4B52-B696-0C4270B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F8-B98F-40F8-A712-E9E6D45B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624D41-03BB-49D9-A9C0-4CFF1985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4EEDE-CAFB-4B0F-8F24-17CD437B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645EE-1014-4931-89EE-5A61D5B0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167126-74EC-4AE3-BD49-B2874160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2AEF65-A2B1-49F2-84E7-1B8E1A7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A6FD0A-41D8-49EE-BB34-8FCC20FD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활동의 허용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A16DEC0-AF7B-4D14-8FD4-8C1611D8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90E6DCE-C187-4DA5-A0FB-2514820F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EA48C-B462-4B51-AC9D-0A661B27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C488D0B-4468-4E24-A10B-399D53E4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FB90F2-06D7-4B94-870C-4808E005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1BFA42-D8E8-4D7D-B363-3844D9BD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F611A2-BC91-4EAF-80ED-8ABDEFC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E6AD6B-E2AE-4D06-A180-F9D52730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≤ 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43C6A-BC90-44F6-99D2-3FE0F890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AA849DD-29A8-4106-BEA2-3F8D484B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8DFCDBC-0AA7-49D4-B0FB-D27E2807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&gt;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2C2C-CFAF-4541-816E-5E26DE77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1AC6BF-94EA-418E-A2BF-BD23D00B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5CD54E4-2D3F-41E8-8E52-D7C48337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≥ 5이면 시작은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592D01-2766-4A7A-ACE2-FB00D9BC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848073-E03E-4A4E-BB42-182FCB2A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464DE11-BB02-4F96-BA51-0EFB2DC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B0F5EE-F837-4BC1-AA86-7082EE21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F7D7C-14B9-435F-BE26-2BA06B22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B4F7A7C-3E36-4344-B0C1-D6B5C3F7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F7733B-0591-4E7E-8F69-DBB87C0D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521EF10-A8E7-4F93-8F2E-DB09C34B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 다음 활동의 허용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25A34-013F-4B50-BDEE-9396160B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F6281-C61D-4939-944B-55D41AFC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시작 시각 ≥ 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74F90307-F98B-4004-A2B5-6DD24F1C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F3239-BEBE-47F7-BD1E-70942471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1448448-4223-4797-B101-6EFF4702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반열린 구간에서는 끝점이 닿는 두 활동이 겹치지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DD0E85C-B483-426F-BDCB-E21BED2F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F05D70-8BAD-448C-9A5B-0A7FB10C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20D1ED-CB9F-4288-8722-4BD833E4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4F3A3-B92A-4FA2-B369-CA36CC8E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B171A-3A33-4836-B47B-F5543C71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AAC6C4-A492-4852-AE46-24F61C4C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62D82D-8430-468C-B921-AA0E8799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7A1C36-7154-4710-8A47-3817ADA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3B651B5-E5C6-4944-B33E-D7C7BDBD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8226B41-E535-4003-949F-D37A98F1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빠른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79332-8A75-438C-B2EE-4214A1ED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D82908F-A0C6-4536-B27A-477329C8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7E6FDC0-3704-4C95-8E6D-5F059D37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늦은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FEBF8-A761-4425-A20E-C89BB29B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A6C323C-5129-45EB-8288-65A51216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70F4973-9230-483D-A426-C9456C63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시각이 빠른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31985-4072-4E09-9A6C-2CA23B14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22A7705-5633-4605-9092-D148CFFB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70495C7-5CDF-49A8-8770-F188BCAB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겹치는 활동이 적은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4285D-9F71-4647-A986-403DF763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E273417-901F-406A-9228-3A55417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0AB27B7-3E63-464C-A9EC-2E5CA8D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기간이 짧은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4381396-092A-4CBA-80AD-11B3C378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F16ABA-8F36-4C03-A227-D86ED198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D90417-8258-4B65-8C12-3A8E29FE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E7988-E519-47B3-9350-2D28061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87772-0A7A-40F9-A0FE-09913D27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4CCD93-7356-4BBA-AD19-F583203C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8CB7DD-330B-4245-9459-6147DDB6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59DF9F-9C40-4868-A726-ED2183C5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07319-3DBB-48F3-A6FA-D6A5091F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698482-95D0-4E0E-AFDD-CA8C2EE2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종료 시각이 빠른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43A951-0663-474F-9B16-5F34C0D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DE94C-25D4-4B14-B1F3-E63889D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99EE91-A5F5-4CF7-9918-68C82928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빨리 끝나는 활동을 고르면 이후 활동을 위한 시간을 충분히 남긴다.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7C8079-E86B-4D89-929B-E627B066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A577E9-113E-4BAE-90A2-E73916DE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3092E2-2ABF-4B34-A03D-C998E4D4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90F6B-DA88-4FE4-A1E6-BA92B524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BFE21-94D7-446C-855F-8099BE77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67223F-7761-435D-8688-8B52C4F9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027AEDE-AC57-4D0C-AE60-4C3DDB86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0FE4A-5019-43FF-BCF1-6959F1D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18AE8D0-79EA-4679-9A32-940112C8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0219457-A88C-41C8-AD70-0B38C55E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활동의 길이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62191-E99B-489F-8BCC-10B7F2E6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FBD69B9-F85D-45CA-BC8A-BE1A4A03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F3D314B-85C1-4337-9EB0-93DCAA9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검사한 활동의 종료 시각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EEF008-4FD4-4F5D-B2FA-B5F6ABAC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0541C3-5A0F-497B-8697-3CD99326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6A81D7C-6BC3-43D2-884E-4BBF2EF2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활동들의 길이 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E3AE8-F178-4697-B3C5-AA62537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B66CC9-C2D4-41D2-AC98-22B277A9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00865C9-A54C-4034-BAA9-6FF7DBD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 선택한 활동의 종료 시각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1A3E66-AC4A-4386-913B-48A8D38B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84FB011-D873-4849-990B-C1BA2BFA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C5319B3-B928-4102-AAD4-52FACE3A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선택한 활동의 종료 시각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B4441D-8AA1-4113-A854-EAAA795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E229D3-CAF3-42E0-9089-8B335F0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8E1136-7FA3-424B-BEB5-ED7643C5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85822-F59E-4911-80CD-448EB98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433AE-467C-47AC-A043-F329EFB6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6EE9C99-09D0-4122-8C0A-880AE688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055C400-DCCD-44CB-BC6D-F75CDCC3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BF3DBD-1EE2-4B0B-ACE3-22477DA4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F76A4-D058-4401-AD22-5FBF1BBA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F204B4-FD36-46D3-AEAE-4D69BBC4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마지막으로 선택한 활동의 종료 시각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93B099-10DB-4899-8DBD-447C7CA8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39520-CE63-4522-8A7F-6925F98E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87A327-AB1B-4E24-8AF4-D8D26943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활동의 시작이 마지막 선택의 종료 이상이면 선택한다. 거절한 활동으로 종료 시각을 갱신하면 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0075D-D916-4083-9BE4-BEEC028C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4EFDB2-233F-435F-B7B2-B9347A8F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0196BB-E5AC-4F96-B3ED-C53F5C46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73B41-A7A5-48B6-A720-C5210584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7D5BF-35BA-445D-A527-76A57A6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68CADFB-C55B-4BCD-A91A-280FCDE5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904A60-50B3-4E82-8B55-B9B63B88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613D43-585E-48D6-BAD0-9A028933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D0ED15C-42DA-4E45-BFE5-78B9723C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304849-E7C9-4DBA-8065-75B7332D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보상값이 정수이면 같은 탐욕 증명이 성립한다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599B6-ADF3-4376-BA85-02B62754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AF5FE21-1B34-4830-914B-12898E6C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05FEC69-15BC-4057-BC08-39F3E9E7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보상이 양수이면 활동 수와 보상 최대화가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6B2D6-90F7-4E85-87B2-9A6F699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DC0077-F2AE-4A8B-B319-183337A5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445C3E3-63F7-416F-B51C-C5420E73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총보상도 반드시 최대가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24CC2-AA3C-4B86-A35C-4010D3B0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AFD978A-E097-4104-9053-87ACF1D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FEE244A-7721-4091-B3A7-0C7D72FF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총보상을 최대화하지 못할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7E1D3-7DA0-48FF-992A-89C2EEDE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6334607-429E-42DD-9D41-252C0D12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77953C7-4775-4147-81BB-CC37D54B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동률만 보상순으로 풀면 항상 최적이다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95D23BE-4273-4138-B79B-EFDF678E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710255-3412-4544-8B25-BCE4CA3A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7B2720-43AA-4F03-A098-DE9B6A7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8D17F-3046-4224-98AB-D9E37E63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78B87-C8A2-4EC6-B182-E6D75EA9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D2FA7E-BFE5-4A0A-B151-46FB3BF9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1637B8-1F5D-402F-9F29-220638BD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C075E0-ACD0-4120-8D77-90861D0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FAF534-7057-437C-B03B-3B9B381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85B47D3-EDE0-46F5-9CB6-513E50C5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총보상을 최대화하지 못할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557E37-6A9C-4A33-8CEF-EEC0F2FF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F3324-CFC1-4AE5-8607-398A1DEC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D8EE061-D2A8-4ED3-A980-3ED58CEF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목적 함수가 개수에서 보상 합으로 바뀌면 같은 탐욕 증명이 적용되지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A6389C6-68F5-4328-B0FB-55504C54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7CB3A7-EB45-4801-9EE9-A8C93F97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47606-FF37-4CB2-9C1C-D8A2F4A9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A5478-A4B3-49C5-9F2D-D4052B0C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A1A30-F684-4455-BF1E-B73BD5BD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FA52C39-DAA1-495D-A3E6-CF4171F9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C80495-9727-4E2C-B61F-C5C84FE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56E9E2-8423-4535-B4AC-1EF6B7FD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14694B-9273-4CE7-A937-D29EBF64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543E8C1-C44A-4DA6-AF58-7561A7FA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무게당 가치가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F45A9-E14C-4CC5-93AC-70133E30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392548A2-EC04-4B65-9BA5-E1057665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9395009-A376-4984-BFE2-36D0AFF1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무게의 차이가 큰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08B97-4F1B-43EA-B231-CBCC83D6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36CB2F5-C10D-4E5D-B93B-8EE3E67C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83F7C3B-DA96-4492-AF31-4B0C4E65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72ADC-4D36-45B0-8F9C-F5EBC161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71096C-62AF-4AB8-87BC-F318F1F8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FAE1032-2B75-4894-8332-25A38C8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71838-A391-4EC4-BC33-BED66202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1D606A7-3264-4FE5-A207-7B54D791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BA3DE5F-902B-4C86-83B7-BCBB015D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가치당 무게가 큰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A07EFF-2CFB-408C-8E7E-89C58C0C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885B8C-BB9E-4567-9A64-03E71B2A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6EFBD5-AB05-47E0-859C-36364AED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2C832-95C3-420D-B7F0-4002D6D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D9143-A19F-49E5-8894-C96306F0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329340-4830-4A2E-B630-7A450D5C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825DA0B-8706-4D77-8D3B-3CA90938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026A40-3DF0-4559-B4F7-08C96532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B4342-3754-4695-9FA8-3A2F59B0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52966C-DBCF-4075-AE44-2EE90515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단위 무게당 가치가 큰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2561E3-9278-477D-91FA-46BD6ECF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957342-5DDA-4A56-9243-2DC0F8B6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F58CDD-9B1D-4E82-A81C-38353189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높은 밀도의 물건을 낮은 밀도의 물건으로 바꾸면 같은 무게에서 가치가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C06676-B1E1-440E-8F05-74BA7025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0B2465E-8204-4AEC-B530-5EF170FC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7EA0089-125F-4EF3-B605-CD2FB4F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D030E-BAE7-4D09-9881-EF8ED929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73D0-9197-421E-8856-69510E02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EF37C9-18A8-436A-ADF1-3F2C7AD8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DED712-80EA-4960-9DE5-9E798CE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BBB97C-B6FE-4D55-9B88-4496239F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52E4D7B-8AE4-4F01-BDF5-532C6FCE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4C97D2-8E37-4BE2-B3A0-40D752B4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용량을 초과해 담은 뒤 총가치만 비례 축소한다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320F4-FE26-47CB-BAB5-C91387AB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E23261-7953-4849-80CA-CE478419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095DB9A-ED01-466B-ABA7-ED9C4A8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 전부 더하고 무게만 남은 용량으로 센다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20D0F-9FFB-4F23-9D27-964B421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0DEE5D8-519C-4408-912A-2F9E1F0E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14C8E01-47AC-4E49-B413-F2C6F1FF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용량만큼의 비율을 담는다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4C59DD-A913-4FA3-A114-CF31944F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5706CD-64D1-4E17-AC8B-D58650CF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6A98347-AF87-4E0F-8332-09DA4AA8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버리고 뒤의 모든 물건도 검사하지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8E7F5D-FEFD-4205-AD0A-D8F43521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AB56E68-D181-4F89-B969-0AE6091B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C3B7976-BBFE-4D56-ADD2-552E6E9C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무게를 각각 서로 다른 비율로 줄인다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56C6FC-4BD4-4398-989D-99D09498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8BCA126-D8BD-4AED-9473-1356A696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111AC0-A06B-4447-99FE-CF885AA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86786-13E1-487C-BDE7-97B50162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5D25D-31B2-4D38-99FB-57DFB6BF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E299EFD-BE1C-4100-B9B5-95D01DE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D7DFFB-F727-4346-84F6-AF88D21B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9BB9F-8B60-4BCE-B1F6-F6609FF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6A230-AA28-4EF2-A625-094294BA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31670C-DF88-4EDA-8E8F-73A6A4C2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남은 용량만큼의 비율을 담는다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D409EC8-C891-4062-9409-BB100124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71AED-ED48-408F-B789-EE990C25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2C18E16-6B0F-4DFF-B552-FC7E5FCE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무게와 가치를 같은 비율로 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680D8BB-9D5C-4428-BBD6-81EA9AEF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4DE5A59-53A0-45FE-86A3-0F174FB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C0B1C8-CB22-4736-88EB-6C568EA2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AA3F6-00D6-4D09-BEF6-5E4610EA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0B6FC-5A58-43D5-B6A6-77AB4472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B5BDDF7-2A58-4C75-A728-411AF923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68F144-0885-429B-9178-F3D18210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DD95F9-A363-4E1B-B275-72BB7E91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5663C58-DE5A-4619-92A4-27185EE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150E88F-5B4F-450F-A276-4F7327CD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양의 가치를 가지면 두 문제의 최적값은 항상 같다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0771F-5230-4C48-89F9-FB71C1C8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A8E563-5549-4E47-BF8D-326F5E48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4FEF953-21AB-49E9-AC84-028F8AA2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물건의 일부만 선택할 수 없다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00C3C-4654-480D-994C-2F0AB30C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A205521-189F-4296-BD7B-B4C6198E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F111CF2-9A4C-490A-A0F1-9A8D65E1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한 종류의 물건만 선택할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80E7D-20CA-4F2E-A1D9-DC876947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2D61F86-0847-41C0-A696-65AE6851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1F09BF6-1819-44DA-8E9E-137AE90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배낭은 한 물건을 무제한 복제할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6F9595-4856-48EC-B996-15BC077E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B1AEB25-2CFC-4821-BE50-174C5E7C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556E2FA-C7AD-475D-A6AF-3BFF1F24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배낭에서는 무게 제한이 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F4E0F-0FE1-46E0-B220-9C8FCEE3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B4D8F31-7768-46D3-BB3F-B6DDDA5F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8A529E-E658-4E12-A282-27D4B7FA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69B67-17BB-41D8-A878-BCA234D1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FEB91-B845-432D-AFAB-A4803C2A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6D8F39-44E2-479D-9B58-89187A1A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C6A26-A605-4EC8-88B4-E2CFE9D4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89079-8E21-46FF-908A-8E279326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E0354-6CED-47FA-A018-10FACE30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32D69B4-4F9F-45DD-99C0-C1408B5D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0/1 배낭은 물건의 일부만 선택할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638B54-77B3-47E8-8CA6-5522EF44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2F462-2A1D-47CC-8261-6DA81A54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C23DE16-AE91-4DB1-BDC7-C59FBC8E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허용 여부가 해 집합과 탐욕 선택의 정당성을 바꾼다.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9967C9-8D5F-4703-BD2A-617918E2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FF900B-36FA-4D82-A3B9-BE932710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DA4526-6939-4515-9955-58FE2706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531D8-DC2E-4B31-9B00-17E7E3E0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91B06-5E82-4F84-AD38-4492BAEA4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A7B7B38-A1BF-49D4-8084-F1281EFA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F0F364-2E59-48B9-80A6-7082D9E3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908828-A592-45F3-B7A2-0AA9F15C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무게와 가치는 양수다.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D9787E-97E8-4162-A4B4-1D113512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8C8EEC9-5022-40EF-99B1-FC309EF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가치는 변하지 않는다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C40DD-BFFB-4BF2-89AE-64AE101B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8DB84D5-8342-4136-A935-12D4058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D5C2CDF-ED3F-406C-9A35-BF728F35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 동률이 있으면 탐욕법의 정당성이 깨진다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9F1276-364E-4E27-BB72-82F8E1B5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448596F-2BF1-490D-8C3E-D76AA325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63845D7-23B1-4DF6-B878-87E47FF6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물건을 먼저 골라야 가치가 더 크다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5D491-9C9A-4D9B-8765-58C7026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71FED52-34B8-4C6E-A528-4479AA43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D18F69B-B0F5-48B7-81EB-7B7D592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물건을 먼저 골라야 가치가 더 크다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9C4CFE-F21A-4617-9D05-6A96B2BA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8377640-4319-4B7B-AAB6-FAD723D0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C894B3D-17C3-4D54-A56B-049F74D7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 물건이 두 개 이상이면 최적값을 정할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AAE5E8-CFBD-4AEA-B3CB-6A3459E1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4AA80A2-6434-4BCC-BC6E-7E7810ED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3311C66-2687-4568-A367-92D525BB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DD886-923A-4D2E-948B-09FD683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41D9F-630E-47D4-8CF9-7A49AA1B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24568C-B3B3-4873-B7A1-CC0E8AC8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989EED-29E6-4C78-8F11-3FF0DC7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EBC8EC-6927-4732-B2B9-AF4B11C6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 무게와 가치는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양수다.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3D648-8F52-4CDF-8603-747F49EF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6FD509E-A158-41BA-8AF4-E6DBBB3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최대 가치는 변하지 않는다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14AF6E-900E-4E80-ACFE-EA36235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0F009-8C93-4E62-AF0B-A5338E5B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6F27540-3DA3-466E-B114-94EE872C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무게를 담았을 때 얻는 가치가 같으므로 밀도가 같은 물건끼리의 교환은 목적값을 바꾸지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EA5A95-B068-4BC1-86EC-C6512615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418E9AF-5A88-44E2-B803-CEB596B7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58D0828-F59E-4624-930F-2808AFE2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9A942-92AF-4A5F-8E0F-371E60E2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D1786-C108-47AD-BBEF-E8764861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8AFD31-9F49-4101-B841-BEA3C798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ADA737-0CF6-4A65-A6A4-1DC85458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E7DBD3-3A6B-49E2-84D2-E5AE9584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8A874E3-4750-4E1A-B177-5F23386A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4CBF220-AA7B-48F3-8AD0-0D00B3B5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CC0B1-0C6B-4FF9-985F-66EA388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A45D9A5-1B72-48ED-ADD0-D180504E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9143ED6-ED24-40A1-9C9F-41ECC8F2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75EF-859A-497A-91E8-0442242A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821B80-4CFB-4C0F-B931-D699889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CA1D7E4-EA07-46C1-B64C-7F570037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7461D-157C-4176-83CF-F9307F47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779D9A8-000D-4BC5-80C3-A0FD94F2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B18CB3-9406-49BD-BD1D-756C72BD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V−1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CA55F-97B5-4339-BCCD-D526B60E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61BA253-6ADA-4627-87D1-367B5E15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BBA3B21-C75C-4BCB-B789-333470E5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V(V−1)/2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0D93CD-97AE-4EA9-A025-810B943E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AF42D8-9C5E-4636-960B-D7C6C5CE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C8C973-B0CA-4A91-B3E1-0B097FDE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79CC7-1C26-407D-804C-C71C9725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76E47-2768-4920-9ABC-DD95A45E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8BD77-E140-4295-977D-81EEDE79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A2496A-DFD5-46C2-8D7B-BA0626C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7D85A6-5932-4998-9F8E-E5574D1E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0802D-A7E2-40FF-8A9A-1F07D72C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09D157-637D-4969-919D-4FFD31E8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V−1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FC253DB-E301-4A82-9631-C4B228FD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C1BB8-F9F5-48C9-B11E-9237AB66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3306E20-26FC-4CEB-9B41-2513205F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트리는 연결되어 있고 사이클이 없으며 V−1개의 간선을 가진다.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E847C8-A9E0-444C-8BA0-1565066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82A45-F611-48F8-B51B-56B10251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1DF5B9-7FA8-4D79-AD08-1714AF95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43E71-3F94-41A9-A00B-9D2E2B18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27179-D579-4B73-ACD7-39AA6FF4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9D049D-033D-46BA-B68D-1FB20517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571C5-804A-400C-ACFD-40E819FB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75CD1F-39A6-4DF7-BDA5-BE14CDFC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BA914B-5DA8-4523-A688-F3EB5826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76EE8B1-8D28-494D-AB8D-DA080B2D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큰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CFDA7-B4EF-49BF-9F24-0C7FF58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A46979C-D128-4548-958D-23C4870A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39CA4BD-E840-4228-9861-4072C5EA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양 끝의 차수 합이 작은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8BB41-56DB-49DD-A447-A9744DBD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0A5F593-20E7-4150-9521-E0DB01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E636640-E260-407F-8815-5FD68EDF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작은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E75DF-ACFB-4B60-908B-7D3446E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A320813-72DA-4B04-96D9-C461FE93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69159B6-A3F8-4C5C-A7BF-CFEE4868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출발점에서의 잠정 거리가 작은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DC077-B0D3-434A-A16A-5DDAB9DC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3420FE-9AC0-4401-A70A-AD1330B5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1BFB5E9-03FE-405D-988B-998CB84E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번호가 작은 간선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B98CD7-8FD8-4E7D-B123-B4CB5B39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EA87C7-3118-4E15-831F-134488FA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4F601-A79F-4E3B-AD02-46F0B0D4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CDB4F-F53E-48A2-A303-EF276543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442CE-7B7B-4681-960C-A26DE525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4314E-631E-4B37-831C-82F70FBA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3BDBD3-EBED-4F33-9064-3B8DEC48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B0A4D04-7621-410C-9C7B-60E4F04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AD138-E34E-46EF-9752-7E355768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45FCA71-D115-4435-A924-F5B4746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가중치가 작은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8184EF8-9514-4D46-B21B-232BEFD2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8783D7-85D0-4FF5-A192-ABC84D89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8B7A510-587E-4563-B5A1-0B84C630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간선부터 보되 사이클을 만드는 간선은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F33DF8-8CA6-4903-BC18-6081AAB2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2B3FB4-3E96-48B3-B84F-A4E05294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0101C3-9ADF-4B3A-8453-81CD610E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8708F-1067-4EF6-8172-FCFA6C9F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D0C66-7D8A-4A8E-A4E8-64927BC6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D780BC-0132-4D3C-BB58-902B21D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E427B-9819-464E-8BAF-B2C9214D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2E234F-CB48-42B2-9B15-F06B5682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519DFAD-0AC7-4F89-8F61-32330C98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8BB4AD-8326-49EA-A84B-BAD985D4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적어도 한쪽 정점이 아직 어떤 간선에도 연결되지 않았다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04E60-3099-4712-9A7C-A67BC90B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979753-9A97-4C92-81A3-9548A6CA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D321F0D-CDF8-4592-828E-F1438A28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후 모든 정점의 차수가 2 이하가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E737C-E529-4CC6-92B9-5B483BF0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FD3F46E-9E56-46D4-924F-9E70AA90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C7FAFAF-9D0A-4867-978E-E7F7EE67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u와 v가 현재 서로 다른 연결 요소에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05FA5F-9EDF-4A63-8C2F-4FE804DF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201675F-1CA2-4D56-AB15-4C37506A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D7BBED9-1209-40F8-ABE6-662B89E2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지금까지의 비용 합보다 작다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C66A4-7A5E-4EDA-94E9-19D6E5CF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1948836-6C54-4BA7-8B66-9555EC90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977A9BC-9C75-4BF7-A845-A09379AE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정점이 이미 같은 대표를 갖는다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6229CC-A6C9-49BB-AF46-1EC173F6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A5BB94-9B10-4A99-BCAF-A35C603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79C2DB-442D-4B72-8D25-906F0421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5C3C38-FCCF-486C-A088-860A0006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75DFB-4C6B-4556-8795-0111378E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77683E-8DF1-4AEF-B267-CDD1C223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10F930-CF8B-43FE-B9D6-D703971F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BFC751-AB22-4D7D-BCFE-1CDF744F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64849-B279-4A6C-B786-8143BA6A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EFA6BB-9C10-45EE-A6C7-0CB55809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u와 v가 현재 서로 다른 연결 요소에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87BE9C5-9C24-4764-84BE-77A311FD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0A0D4-0C91-4D59-8CB4-80ED13DE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B1947FF-4324-4959-8350-11072A2B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트리를 연결할 때만 간선을 더하면 사이클을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42E761B-C0DC-4357-A7C4-68765E9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93AA07-0726-4C43-8B0B-D3B85AE5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DB1620-9705-40D2-A86F-51BBCB54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3DE69-25F3-4C73-B56E-8CA51F74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68428-9691-41E9-B269-709B42A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7E8657-88AB-4944-939B-EB57AE4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FF1275-020B-4169-8836-26B74DDC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AEDAEC2-2C37-4B2E-A3E7-602B89B1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496BE-38EC-4D5A-90D4-846E305B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5B87978-8FF7-4746-AEA5-AD852995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x에서 모든 정점까지 거리의 최솟값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AB3D0-F1E6-4DE3-8DBC-7E4A2D37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57C4B77-D2C8-4906-9DA5-0892F4B5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BB62F3B-FB16-4819-B700-61CD9D5F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대표 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ADDE9-0D06-4EDF-80D5-F5CF3968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41308A-E10D-4FFC-8A1B-13AC7D8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C9E1D01E-1D24-48A8-BB86-9521CDB5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x의 부모까지 간선 가중치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97198-92BE-44B1-8A65-C4BF5C36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8AB649B-FA11-49B5-BBE1-FD4ED8CC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71E5003-FD91-40D5-8AFB-A05DF56B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처음 연결된 이웃 정점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B41BA-9538-422E-83A5-45E70A43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C3B2706-1A86-40CE-BB29-2A5B9716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86E2E8-149E-4BA0-959B-5A0976B7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원소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CBAD07-299D-40C7-9728-A1B8B528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B35908-999A-4E04-AF31-369326CB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CAAA025-1220-4891-9A33-393112D3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40088-7C2F-4E39-B61B-EB1D7D1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AA724-9ECD-4F00-81B1-F93BAA67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3BB21D0-7AB6-4014-A521-31CDFFC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3B3241-AD4C-4B95-B9CA-778C7F4A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27184D-A35F-4E5A-BA6F-ABFD398B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EC7514-F846-4BF3-95C2-301AC8BB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B976AC-8AAC-4CCC-B280-AC4A9BB9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x가 속한 집합의 대표 원소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AE2DA3-34AF-402A-9544-C800A657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1C5D6-338C-4F2D-B3B2-EB3A3692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71C6E49-2A26-4FEC-822F-7F2F98A4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대표를 갖는 정점은 같은 연결 요소에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A3F408-F683-4F88-9239-3C029C6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B43905-CB7C-4DD3-891F-BE5D536C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434CF-4E2D-4FC7-A8A0-0A83861A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43CB2-2745-4E21-A91B-8152500E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F75F4-9D06-465F-B551-83EB3912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FE01BC-32AD-422E-8CD2-C84C2B13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741E25C-652D-405B-A15B-B590838A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A437D4-2A94-43C9-826D-0346F04D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3A385A1-AC49-4135-8DEA-396EC705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CCDB376-71EE-48DC-A6D4-8274AADA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요소에서 가장 가벼운 간선 하나씩만 고른 집합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B9BE7-54A1-40B1-9C43-5D41A969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7755CDD-68A4-4193-B956-81304D6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EC83BF0-A32D-4163-B06A-AEB9F935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연결 요소의 최소 신장 트리로 이루어진 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3E3116-AEA0-462F-8CCB-3C1BEC0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8315E73-0631-4940-9646-1E71ACD4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D561A6B-EC6B-4A4F-90C9-5926BB3B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연결하는 단일 트리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9BA3A-7950-465A-BB5E-1162C93D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DDE9039-F860-49E3-A90B-1B2CB1F0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30A113D-BDEC-4948-8AB0-5D968C78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연결 요소를 한 번씩 잇는 순회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48269-7931-4B2C-9514-00A5AB0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9B9AF36-CBE0-4E4C-957C-142B88CA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1F12F5-E86A-4F43-9545-0678B37D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도달하는 정점만 포함한 최단 경로 트리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95168B-0A22-490D-9199-0F302DE9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86A5E9-70AB-483B-8789-EFFB1258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FD05B8-9671-4D0A-9878-79ADB56E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09F7A-3D89-4C0F-B46C-A087E82D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376EA-670F-4D79-B770-25A2DD05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B3A50F-A11D-498F-B9FA-E8D0BB0A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F924F0-415F-4C2A-B18D-D7DB9B8C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F22B20-69FD-4493-AD22-719555DC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A9BA3-E4F6-4E21-A08C-07E746C4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7AF87C0-D1FA-4BD1-97D6-4441632A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각 연결 요소의 최소 신장 트리로 이루어진 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901F32-0E09-4F51-8383-483E616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433CD-397F-4426-988B-99368337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832ADC-60A7-47A4-84BB-3E1D6BAF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 사이에 간선이 없으므로 전체 신장 트리는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FD2C57-876D-409C-BB26-B6DCB739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583F24-DEED-41FB-932A-DA79255A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D49F15-EC27-4846-925B-A8D40A3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7443B-C2F6-4C32-BB48-9957B917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4F14E3-57E2-4B64-B65A-4BF20C5F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9DEA64-060A-47CC-82C7-B9B63CF7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FC78D4-9EDD-42B8-8918-64947227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C02FF3-FE5C-40D7-8992-A38DF644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A3779-63A2-4090-AD5D-E59A0738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F739B7E-6EF1-4B94-BB4B-B94C6ED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간선 정렬 순서를 반대로 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303B6-EE70-4D9F-9D74-81D17DB0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561314F-C604-41E9-9BB8-775D4F68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AF9435B-C2D0-40B8-9458-5B5A2293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MST가 정의되지 않는다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B6B7D-195B-4D9A-8FA3-72E83F4B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0E1008-2D64-469B-9C4A-F898FF99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668207E-5115-43B2-9174-7E9BC3C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간선을 0으로 바꾸면 MST 비용도 보존된다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85121-0597-49F0-BC7D-C55415AF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A87616-E226-44E3-B5C9-03C6EF87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A1053BC-A492-467E-8566-188902AC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간선도 정렬하여 정상적으로 처리할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12713C-E762-473C-92C2-45E3F30C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DD9269-70C8-4D5B-9426-DF83C9A4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58CF5FC-75EA-4945-98F7-83AC27D5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간선은 사이클 여부와 무관하게 모두 선택한다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686EB4F-D855-450B-AB6A-36C51D95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E479E2-6D67-4EE7-A289-88E32E5E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4C89E5-9315-4E2F-8CE0-1AB32CDA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BF2A9-C0DF-4B67-A4D7-3F25AB5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864B0-81AE-4C1F-AC1B-4519DBD1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D27192-ED93-4005-BC25-59C1DAA6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E59A29-931A-453C-9912-76E89981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CE9A15-B15B-4566-818B-ADD741BC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DC3D3-4A90-4D84-89C1-6FE885CC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32F6429-55E6-453D-8987-5E42CC45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음수 간선도 정렬하여 정상적으로 처리할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F2CEAB-1A7D-4102-8D49-8BA0BDCF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99AE9-3825-44D1-AB43-8B628C41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23A0B54-20BD-47A7-A070-3073142D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MST의 탐욕 정당성은 간선 가중치의 비음수 조건을 요구하지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087F1E-826C-4B0B-9357-22E1399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9B2EC5-FF75-4CE5-ABB9-2B8B086A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F370A-A7CA-4304-9B3B-40A1ED7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D2143-FE80-4096-87EB-DC5220EF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B89CD-E835-4E96-95F2-090F421E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0923D35-BFEA-44F4-94E0-5650990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A053D52-F050-44FD-AFAE-7B64BC9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F38E9-646D-4D96-A70B-6C868402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6FEB2AC-5820-418C-B3D5-8F71FDF8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0F3624C-2265-480A-97F7-4AD37D14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간선들이 모든 정점 쌍의 최단 경로를 보존한다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82D04-C660-4766-A315-F0C97F13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D99F769B-F765-4D85-8EED-C669ADCC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B3DDC34-1EDD-46A8-B823-4B402CEC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유일하다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C33FB-C518-4CD4-BB10-E1D34138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0F6FFDA-D567-445C-A973-FF808FED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BCDEF70-7371-4D44-A4CB-35252DFF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가벼운 V−1개 간선을 검사 없이 선택해도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A8158-EB62-41C4-9F3B-5B2FACCA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BBCA216-6889-4D70-9BB9-C886A7F5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DC2AFCD-758D-4141-AC04-EC2B3829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차수가 모든 정점에서 같아진다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998C1-66A2-496F-A880-B372EFAF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ABBDD0-022F-453E-B411-C1CDC0AD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30F8A98-1D1D-4DEC-B8B7-A91470AB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총비용이 반드시 양수다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78D038-E988-4A9A-BA20-08C9BA6D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ED88FF5-8300-40B8-9040-36D8D694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E77C1F6-8CCD-4FF6-A1ED-63357901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FC636-4523-4F8F-AB51-4F0A36E3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60834-6D9E-41BA-AA8B-8B5A51D5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6EC8E5-83EB-4A24-AE50-39803A77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3B57DB-57F4-491E-9BF4-1AD8980A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350896-4077-4771-81F5-59E9EE32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DBB01-D27F-4CF4-A045-FF86FDE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4A1CC4-8FDB-4591-8F5D-5EFB3A47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MST가 유일하다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40C1CBD-28F0-4A0C-B1A1-12BD6A6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6C083-B2A6-4EB7-87F7-4FD1FE73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9DE9EFF-8722-442D-933F-2FC214CF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가중치는 MST 유일성의 충분조건이다. 같은 가중치가 있다고 반드시 여러 MST가 생기는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것은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2E8CBE-3C66-4965-A3F0-E37A5C21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D9FA4D9-1524-43E1-BC16-E87CF21D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A29AF3-C9D0-427B-9111-D7263DF2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4CAC6-ADC7-4196-A6AE-C7F2010E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27B64-1ADE-40C3-9EEB-2CA81270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93AE49A-7939-4094-9696-560CC7FD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58A851-9EA7-492D-9E9F-C9754C95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419D2BC-1AAF-43A3-86E7-0D85213E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010373FA-0596-4E4C-8DAF-47C38080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DEBB9E-0040-468C-BFE1-20FD3089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E)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C9A02-49D6-45D1-8114-D2EB5694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23B9C3C-D197-4ED8-8FDD-E7FC01C5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4AF4C6D-584B-4A44-AD71-DA4B818A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V), E와 무관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DB869-0B34-4783-836F-80AAFA91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C21513-CCCF-4FD6-8E8B-485462BD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6E4B70C-CAE9-4E14-9A9F-BEEDF02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 log 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D26140-EA94-4BB5-B484-E968B0F6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F407E0D-3B63-42CB-94C8-1B041AE6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65F03F7-D241-46FC-B4D4-474AD6F0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91457-24EB-44C4-BF54-52C581B5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E598DF4-FCEF-4645-A11F-2E0FED1E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30284F-66C7-4696-A4AE-768AB649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CF3B49-8E12-4D71-A47B-7CCCBCD3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8F071D2-B994-40AE-AE7A-54A57EDA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20F7B7-2236-4CC6-89DD-B8EDD5D4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FB073-46FC-4382-A0D4-9EB6EA15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7BCC5-10CB-4D32-A523-3E54768E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EBDB98-528F-474F-B355-174A43CF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DC1F0F-2A6A-469A-B216-E6972EA2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4E8023-C9DD-443F-AC81-A7CF9014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28F8C-08D8-4F94-AB52-2224927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9380CB-488B-48EF-BC52-0D7EA27B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Θ(E log E)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19A551F-ACBF-42BC-8288-1E003750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D07D2-596A-4882-A9E2-5779FB2B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D1379D2-BD6B-46B9-B842-1E5A2B73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연산보다 E개 간선의 정렬이 보통 지배적이다.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F752E1-3CA0-4B17-9359-9C781FE6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1BF8F23-C149-4005-90A0-C2EAAB87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00446-0121-4F8A-8057-F7577880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9C0FA-3F4B-4D34-AE42-F5DCD6DD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58FB8-BE30-47CE-8969-398651CA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223DD1-EB36-423F-8BCC-B6E58243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A31DA7-D15C-461D-9167-75FA5780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D7FEEA-9E76-451A-B9B2-530F5FDF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3E1C77BC-E2BC-423E-BC87-56E1AD4C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7BAC5D9F-E241-435B-97E8-126B44AC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시작점을 정하면 모든 MST가 같은 최단 경로 트리가 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04C07-65C6-4F5D-A757-38F64269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FE5902-BAFC-49F7-8A5E-5078569B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84A9475-024D-48FA-A8C5-99E087AB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트리는 선택 간선 합도 항상 최소다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38D45-3BAB-4A9F-8415-362CD96C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AAF9871-6D10-491F-8025-8812B7D9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58B340C-796B-4055-B2C9-E896ABBA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최적화하는 대상이 달라 서로 다를 수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12497-BF82-4CBE-AC00-FA383903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EFDC0CB-0C7B-4DDC-BF75-F679EC56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E7F1A6-48C8-46F2-9560-5E8C15D7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시작점에서 모든 최단 거리를 보존한다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4E61E-BD97-43C0-B5B6-3C455470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CBABC252-F55C-4DB1-9606-FDE6ACC0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7B45954-5D2E-4211-9EB0-7DCFFD56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간선이 모두 양수이면 두 트리는 반드시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56B69D-65CC-4D61-B649-171D63C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4CEE53-F03C-4E80-8CA7-9D3D73BB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A675EC-4877-4571-836B-30603A63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D8590-EFF0-4699-A276-3A21D02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F42D8-5214-4305-9D61-43E1BEE5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4EABCD-BC42-4B67-B90A-E6999712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9A23D9-5A2A-44DD-9BDA-2766B3F3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95DFD4-F155-4C77-8BA8-CA6FF3C0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32379-E7F2-4B0E-AF52-60F30866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8A7548-E793-45B1-A7E7-90BE83E5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최적화하는 대상이 달라 서로 다를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A5D54FA-64BA-4DF3-B28B-98AA1C41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6A1E5-ECDC-4092-8258-2C762032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ED93BB6-6299-4A59-97B9-0FA7E5C1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선택 간선의 총합을, 최단 경로 트리는 한 출발점에서의 거리를 최적화한다.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AC0A2DC-4799-4D14-B9AE-6DA1EED5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50A20D-E674-4041-A19D-DCB2E759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662BBF2-A247-4723-A920-6B67BC37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73082-3F70-459D-A9E4-9A00D9AE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E4386-E1AE-49F6-A593-047B645B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8499FF-3E3E-48F0-AFCB-DA54506A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E2FD7D-4950-41C7-8ED1-900E64CC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58AAF06-4CBD-44F8-BC6B-AFD7AAAC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23DEDF4-53B0-4B0C-BF63-49FDB21F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EEA6AAA-2B0B-4724-9B55-A0E09189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도시, 방문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74EA3-B6AF-4906-9CC2-B1F9278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42850DC-9593-4396-B6B8-80057329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A36BF85-1B78-4CB2-9D36-80277530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먼 미방문 도시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D6C6F-D545-487A-8EC2-924C69A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E2FF1C-1700-4287-BE95-87A7C1A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EF97F97-127C-4975-9AAE-3D82B8BE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간선과 귀환 간선의 합이 최소인 도시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59BBC-C180-40CA-B16F-939DC906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EEE314-48AC-46F2-B92A-CB601513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81CAFF3-82F1-402D-8908-2DD937D1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도시에서 가장 가까운 미방문 도시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1F787-E536-4A09-AD0C-A0ED8BB2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810B6C0-9D4B-4500-9D7E-981F217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F8D56E8-D198-4EAF-B71A-8C8EC1D3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미방문 도시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B0C89F-AFCE-4D8F-8F5C-3186C214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80CDC4-612A-4D0A-AEEF-4A97C052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A6C954-6563-4DAB-A963-424CB754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0857B-CF7D-4A95-B46A-7A13ACA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317C4-5231-4B54-8BEB-4CD76BB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64566-F0B7-47FE-BE01-4D9EF23E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4C88DB-AA9F-40C2-A4B7-0D2D189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81C1C99-FF6A-4689-92FE-0F25C429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F6D87-15F2-4AC1-A480-51CF8F36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13B2378-989B-4736-8801-1D93085B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도시에서 가장 가까운 미방문 도시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31330A3-5FCB-4E81-AC11-D9C4F8A9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87657-822B-4327-80B5-F283FE05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F3C1CBE-85FC-4B33-80FB-0BAE687B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방문 여부를 확인해야 같은 도시를 반복하지 않는다. 최적 순회 보장은 별도다.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1088899-DB07-461F-9DF2-74391FA3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169339-2CC1-4EFC-A304-2BE0541E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2794EC7-C960-4F94-B9D1-5EB06E03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EA98B-9EDB-4165-95FF-D3D9593C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A52EF-FAAE-446C-B7B9-04791556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16E591-3239-498F-95AA-F2C226E2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89282F-E01C-47F4-B6EF-961B6D67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E894D8E-AAC7-4552-B7F1-95056B80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C5D3DBE-4CDD-4A88-B3DF-AEAE0B19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D6E3908-3249-4697-B997-E0BCD0A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나머지 간선 평균으로 대체한다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47147-50C9-4F8B-85DC-4AF480E8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EBCD43-9A79-4319-9B02-B7FFE886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2502B0D-D46E-47A8-A774-1EA4478A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첫 이동 비용과 같다고 간주한다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A062F-C1B1-45CB-9C3E-ECF4B3FF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D8D3DD3-23E5-455F-9748-588F8C2B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516986F-8261-458A-BADF-408232FC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도시까지의 경로 비용만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CB07BE-05F1-4BD7-9967-3CEC336D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6DE61A-7FF8-475C-887D-EA012A13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34AB353-9C65-4B3C-9AA0-75324F1C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간선 중 가장 긴 것을 제거한다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DE181-9CDE-4D12-B480-B91459BB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275A575-3631-4AF9-BBFC-5C159FA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3D6CE6D-B61D-4BA8-9524-F7DA02CC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도시에서 출발 도시로 돌아오는 비용을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4048C-997B-4D63-87A3-FB92E047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3320F71-166A-4D52-A5F8-DC511ECB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5ADE23-17BA-49CA-8043-69CF8B2F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CA1BC-A066-4310-8ED5-1F2162AD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2EEB7-9733-494C-ADF5-4D27D7B0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135BF5-6AAD-4AF6-BE3C-8B08B682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45AB03-CE12-4228-A550-37AA7FF4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6BE948-10D4-4AB0-8E71-1372A122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EE953-367E-48C2-B9EA-FF92F58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165CCE2-D600-4D76-90AA-3906178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 도시에서 출발 도시로 돌아오는 비용을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6492497-6DBA-4DDA-BB04-16A7D8FE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D6422-DC50-4A93-822F-FF8F03AD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16E7AC-C6C1-4CB7-9109-8363F14C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TSP는 출발점으로 돌아오는 순회를 요구한다.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12BBCC-2C1B-42A5-A2AF-B6CAED5F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24F3B7-BDBC-4F65-98A5-C751CC1F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67B2CE-2C28-489B-BC02-97509E64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D9098-E8BE-4BB2-983B-5791BFA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B0BB8-EA62-4BAA-A59D-5B9EE02C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7CF5AA-D5F6-4F9B-ADDF-2DA7554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4A9F78-EF72-4F70-86B1-26B3801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8655A2-A61E-487A-96A4-99612325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BACE6ED-8C4B-415C-BC91-84F8647C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5719587-9B49-42AD-A067-5A95E19A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간선 가중치가 다르면 항상 최적 순회다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B1D8C-0C87-44FF-A557-D702A6BA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4B247B2-324E-4E1C-9FD4-A5660B49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4FB68DE-EE64-4E60-8D44-C39F525A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도시와 동률 처리에 따라 결과가 달라질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A437E-6F86-49A4-805C-7A6B2B1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64165-477E-4417-94D3-43AA6F02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186D998-9303-406B-BDC8-6B70599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삼각 부등식이 있으면 항상 최적 순회다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687EC-910B-4460-A462-8ABE1F0D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4A57B8C-7436-43E5-9088-8B28DE47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1B19DFF-8FFD-4E47-94CA-7BF19D9D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가까운 도시를 고르므로 최종 귀환 비용도 최소다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374DD-F7D1-45E2-BA80-02C138B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C19E8E7-D595-4D69-8F5A-CB299498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12E8C40-F6E4-4E3A-9C49-07370A34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출발점이 같으면 동률 규칙과 무관하게 결과가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D12DB6-54C0-42CF-8A18-4B807EF6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15BE7E-D328-4C8C-9A92-2293355F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07D13A-35ED-4CD3-9A46-0F02F464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2BB5E-0C48-4811-A945-F33E3316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607F3-5548-4F21-92D7-BDBBC533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D7D6B3-98B0-439C-A7FC-C8BDFF8D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67F602-78F1-47C7-A07B-303CE12C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44F51D-9726-4D7C-B4C2-D4DE2087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43DF-6BC1-4AE6-8E6A-56BE27D6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3C8853-28F9-47EE-83A3-896D3960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출발 도시와 동률 처리에 따라 결과가 달라질 수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D64D33-DE81-4AE3-9F8C-FAB9C1E3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F189B-BC60-4B96-8D2A-B4DEE3B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721674-39CF-4423-8221-F0AEB3C9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가까운 다음 도시를 고르는 판단은 남은 전체 순회의 비용을 고려하지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5F5C-2134-40EB-A234-4FB6B101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8F736-73B7-48AF-8D95-0A15C1D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4BE33F-442E-4715-900E-9EC070E5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40E98-F39B-48FE-865E-0EBDDC10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5A1A5-B595-4CFE-AB0C-9B91BD2C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5C781-5D3B-40AD-AC45-2D273D3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4096AD-DCDE-44B5-AF92-56613117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DDBC1-C613-4177-9D17-0A65632B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2C16AA9-E27D-42A4-AF84-D1D5C7D8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8B03409-32EB-4F6F-AB45-A9E84D47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도달 가능한 간선의 가중치가 모두 0 이상이다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BD4FC-32F1-4C87-91F5-9FEA3B31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0BF3DDF-ACD4-4292-9327-A49EC0AF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D08272-92AA-4253-8E33-2A9964F6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사이클만 없으면 음수 간선도 항상 허용된다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71EB5-F4BC-4510-8B7C-8DC4982B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9D8C032-06FE-499E-AF73-58A3D92B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02DE956-EAEF-4A53-9BD0-76554941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가중치는 반드시 엄격히 양수여야 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AB4A21-B7A9-4359-90E8-D373C616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979A59D-24D4-406F-8873-ABDAE380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0FCD047A-91AC-435E-9473-0692152D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정점까지 간선 수가 같아야 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88F16-A21E-479D-AA12-D482F16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C4202A4-99DE-4B96-8CDA-49059957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FA13BD9-6628-4565-ADC5-309AA819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그래프는 반드시 사이클이 없는 방향 그래프여야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F8FC98-8651-42F1-ABB7-998E657E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49AF510-E1C4-4730-9DE8-6B50F1CF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90C2986-169F-4EDA-AC9B-7E53268E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831AA-70AA-4FA1-A951-C78B9887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BDB04-46E9-4C5D-A4FC-F28B518B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626FF0-B515-4FA0-8181-2F8618C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D54CD87-4E6A-47B1-A8FA-EB520177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8467BE5-C502-415B-9218-F48CADA4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A5B20-BBD4-4C71-BB1D-8855532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54B9857-7570-4DCA-B3DE-F1BC0368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도달 가능한 간선의 가중치가 모두 0 이상이다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FAB6D12-DB35-4D75-8665-A9F0FE71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02B0A-7C7F-4D7E-B240-2290A599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84F837-A7DD-419B-837A-86AA2AB8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간선이면 가장 짧은 잠정 거리를 확정한 뒤 나중에 더 짧아질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30833-E79B-49C1-9F63-ED6A2666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066C7-EDF2-4FD9-823E-9DE1EBEB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0CA154-6D57-4E8E-83E6-53A74398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22759-3E54-4237-B0C7-4F232FF2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5BA87-ABDF-49AF-A2A3-E51BD898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4179B9-3A08-49C1-9BC5-3F4DC43F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D720D-15EF-4ECE-AD4F-1B84EC11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5990ACC-4438-4600-A162-E1CA2565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291710A-30F5-48F0-AABC-54ECB20C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E2B6731-CF71-42E7-9C47-3CB9CC90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dist[u]+w, 개선 여부 무관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C45E-A5EE-4008-A4C3-579E415B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44C3D4C-F7A3-4346-AF5E-08D666F9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F8802E4-031B-4EC0-9DC4-6B107CEC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max(dist[v], dist[u]+w)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76925-63C0-44EC-85E1-CC59500B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88B64F5-0E79-40FA-973D-CE3060A2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22C3D1B-E432-4FDA-8EB7-85FED0B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dist[u]−w)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7EB64-AF36-4D05-84FD-50FA2480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E359202-B936-4826-BC14-513B92F4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D2FC7F52-4175-4F07-9734-88FE216F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dist[u]+w)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9493-426D-41C5-AF4B-38D98FF1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989B57C-BE86-4B25-9F8B-5F745346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04DAAD1-3B16-47D1-A045-EF97EEF4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w)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E8333F5-0E58-4DE3-A12B-3EE898C5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4BD2F1-BBE8-4E91-9506-0646122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8CF937-FF87-489D-ADAC-C9A4A32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327CA-55F7-4CFA-84B9-48B513EA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8587F-B40B-4F10-8ACD-4267CFB5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3E8F58-A250-4FEF-BFFE-526309F2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B1F807-5F40-43A7-999A-1846F239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4DE102A-53B2-41EB-81E3-4AF26CEF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EE4FA-F2C0-4D92-AE6C-55D69434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C1BDD6D-857A-4525-BACC-BA76375C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dist[v] = min(dist[v], dist[u]+w)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2FB8F46-C224-4C16-87CF-6552C2F8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7F14F-2C8C-4824-8CB7-E1060BAC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71F450B-5D1D-4E8B-8CDF-1EEA10CC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u까지의 경로에 간선 하나를 붙인 후보와 기존 거리를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10F3B1-40CC-4E8D-8127-73D958A5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FC3F06-308A-44B7-9AA1-62C8637D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888FAF2-D100-43B9-ABF8-E70DE217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E65E9-6E56-48FC-B175-10DDE56E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B2C8A-D4B3-495E-8E3D-52C4F534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5CE74E-EAC3-4B60-8195-6B85E4FD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6A1C186-BFD0-4E39-BF05-73B9E853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A42A6-7240-429A-A039-3DCBB0EC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8F7C82A-3177-4763-97D5-BAC59B9F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2136FC2-1834-42FD-BA31-EAE1A61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출발점의 차수로 초기화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FABC8-32AE-41DC-9DBB-1080EA9E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0DF57B-0706-4E46-9ABE-74A88885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74F4873-B35F-4D05-A774-535A6D26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나머지도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53EA8-77BF-4B46-9CEE-E07DB531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10EE6CC-4E14-4C6B-B395-957A4A91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A32CA17-E492-471C-92C4-A54C2998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∞, 나머지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C9AAE-69D2-4450-900C-9B2E879B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B5F61FC-F276-443F-89B3-F7F811BA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E269216-9B80-494F-99FE-05374C2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1, 나머지 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E95C5-CC5C-40F7-B133-6BC8472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DA51F98-2E7D-40C9-AF29-992CD93E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3B731E5-7151-4170-B782-A7311E49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 ∞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0F889A-EF5E-4FBB-9298-0F2B20B1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6A8E0D3-B620-40D6-A641-F7F485B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963691-4995-4DCD-873D-AC5D1B7B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D705B-7525-4152-85AB-E25AB85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4EEFF-25E7-48E1-B717-9AC4E67A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BEDD15-887F-446B-B821-13C5FF31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FEB895-55EB-4CD0-91DD-92E33209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EF288-3B64-4870-9BB6-71918603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1AE1F-6919-4152-BC95-6EEB3DFA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01867-2E88-4B71-8062-9212C48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출발점 0, 나머지 ∞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A360B4-143C-4F5F-9317-512301DD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6A418-A9D6-4589-9256-E94C0347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D274C6-1230-4EC7-960A-ACE9222B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출발점까지의 빈 경로 길이는 0이고 나머지는 아직 경로를 발견하지 못했다.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E3B431-A77D-4746-9AE6-54832196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C8B8FE-B1EA-4FE8-A926-15BADA01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D30D39-446A-464D-AED2-9501980B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147AB-77A0-4DD1-8EC1-B9BCA20E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B80CB1-2C62-40A8-9715-805F3B8D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17F4C27-BFD8-4FCB-A1E3-52F14365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12381F-B5B4-4C2E-8B69-F6D0EB4F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77E0A9-8922-4665-9E89-0859FDEF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EA02F78-5BEB-480C-8D83-3FB8CF58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986BA40-E392-4E0C-A47B-D1376E7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거리를 더 큰 d로 다시 덮어쓴다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0104-63DF-482C-A390-E7E2D097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F5FD918-50C9-4ACF-BD98-A642E5CD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924A26B-E118-4043-AE31-E919AC3F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 있으면 음수 간선이 있다고 결론낸다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F2ACD-30A3-463F-8346-88BB2FB8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3F0E6D7-9A86-4B79-9332-1597A9F4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6B83BF4-6FA3-455C-AF4A-E8590770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항목의 거리로만 이웃을 다시 확정한다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46781-0729-4666-9772-F726BE35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E73D484A-9178-401B-BA7E-51A3FC4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57E730-A276-4511-95D0-5C57B9E1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항목이므로 건너뛴다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28B6B-B8D1-4A8A-AEA8-53B9C256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7A62B1-A3CA-4126-A16F-41BC3361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DD14653-0062-4A07-84F1-8B4EC7D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해당 정점의 모든 남은 힙 항목을 오류로 처리한다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89B5EF-9035-4B16-B266-08FEDA8C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866D758-B181-4432-A765-F0D99498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E40058-6971-4A86-865F-E951A880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0D651-4405-4E71-ACEF-DA7E9F85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FA02B-4DAE-4077-89A3-ABBC716C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D70CCC-7F15-4766-8477-378DA8CE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94547F-BF85-4006-B458-4FD4A52F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F9304E6-685F-4D84-A562-4578A499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B309A-EF0C-40CC-91AD-D6BE00F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5626ACC-0852-4747-B4A3-4DFEC72B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오래된 항목이므로 건너뛴다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260F1AE-CCB1-40E5-AEE0-FAEEE32C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69F0C-CC96-47E0-AF7C-D517B55A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F34999F-8D68-48E3-98F7-F3F8A1A4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더 짧은 경로가 이미 발견된 뒤 남은 힙 항목이므로 재처리가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5D77461-384A-4487-8EDB-C92EBBEF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D72FC6-3FAE-4FE2-9C8B-366B4744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B16A-1380-4455-B460-AA0ABA76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D7E891-5DEF-43B2-AFA4-D41F1163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FF8A0-F211-431D-AEF2-5DC158FA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08BAC9-4B5F-4E42-AC60-311F221E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879D01-41CE-4EAE-A351-18871CF2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F19DB3-BF90-4089-839B-1E2AE1F0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B329D78-58C1-4D3B-B669-76C11834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3D8DFB7-E9E1-4F6A-A50E-6294FFAF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v가 어떤 음수 사이클 위에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573C3-77B9-4FD8-A01D-E4EF8DD3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19A301-A81E-452B-A634-0ED5F276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A248211-F7B0-4855-BC2E-1EB1E2FA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v까지 비용이 0인 경로가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2C519-448B-40A8-BCF3-D2C5EC86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7AA8DBE-CBA2-4189-BB9B-5BC8A27F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9547FF3-FBD6-4A2B-A418-59BE2E75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v에 들어오는 간선이 전혀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3779D-8A88-40BC-B5FB-3F8FCA7B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2D44F6D-04AE-4F2E-9471-A5F211C8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228F7D8-75BA-4795-A4AD-437DB9F6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v에 도달할 수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850F8F-A78C-49D5-A05B-D6E58751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7A742C6-7CB7-45CB-9C34-711F2B88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7F1AC48-0621-4F9A-AC5D-CEF7F63B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v는 그래프 전체에서 고립된 정점이다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1EE89F-D9FB-4494-B9B5-2EF518ED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4EC7116-F3D9-46EC-9888-32C830EC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43D6E58-670A-462D-99E0-AFAD28EC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E9D86-5DDD-44A0-A656-831B84A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28D73-16E7-4FFC-9F10-AF2E1F0B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AA8D4-2CAF-41BD-A5DC-C20468E3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832D8F-A992-4C62-9B1F-245DD99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76910F-F6A4-47CA-B82B-B8C1ECA0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82E58-6675-4754-BB0D-D53A910F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DAAC40F-0733-496B-A82B-326337AA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출발점에서 v에 도달할 수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5965EDF-05C3-4752-AFDE-C9977782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CC12F-AA37-4678-9D0F-A3A1339A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5AEE53E-EC06-4525-BF95-715FAE24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다른 연결 요소 내부에 간선이 있더라도 출발점에서 도달할 수 없을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AF54C4-35AC-4378-984B-B3098A61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8FAE0F2-3E34-4754-BD22-DDAD6655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920973-976A-4BCE-8DF4-EAA2C8AA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6C6B7-2ADB-4CFF-B2F8-19227B40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DCC5D-D2E0-41F0-BAE5-74E734D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71CA2C-E07C-467E-855D-E5A979BB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AAAB264-9D0A-4866-A387-B3EF1CB5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B12927-509D-4B18-A830-3EE19E7C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0D44489-D804-4656-949E-E22E0BD9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C53F2E-2337-4288-811C-1108577A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V)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C3849-3FED-4765-9913-48105A6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2ADD7FF-0BC5-4A83-A71C-CA4FE9B2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B8EED3B-5DE9-4809-AD3F-4C67B6A4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96DE9-AA10-4FEC-BEA0-FC4F1094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01841D-1E93-46AD-805C-89C3CE50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6A4A88-C62F-43D2-BFE3-A68A0E2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D71B8-F8D3-4FE0-86A7-38E423A7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83D6B584-0098-413D-A6F0-96B7F3C7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62CF0CA-ACD0-425F-AF78-3F94E5D9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Θ(V³)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44752-EED6-4896-97C3-1DB68DCC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1205899-1F2B-4E9F-8165-C7E2DE5E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5B48574-7C71-4F9D-8427-7D96A243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782972-4E93-4AD0-A979-EE0F34D3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B34761-4985-4FBD-AAE2-CA2A3C9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039C830-A404-44C7-BF5C-90229711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383D1-187A-4A14-ADD9-E1E66B34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F04ED-9ED7-46E8-BB4E-6010F521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22D5DFA-4F5C-48F1-A489-1CE7498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40A3EC-2390-4C4A-BE9B-68317067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745233C-4347-480A-874F-9E85A9A3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 사용한다.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6C376-C317-4E4C-B961-7881B476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17FF6D6-DB34-42AA-9201-009E6BCC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Θ(V²)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84D15AB-C84D-47A2-8AEB-ACDA6FC5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7043B-AD42-4EEA-B5FF-C628F4A2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E5C5119-57F2-4246-BA9B-299EF382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V번 최소 정점을 찾고 각 단계에서 V개 이웃을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EE7905C-3770-4719-A560-A7E44D23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53BA34-E273-4807-992E-2FD5CAAD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F90056-5407-4C1D-89F6-CA81F16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525BA-A1E8-4BF3-A47E-4D5B4BE6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F5BDB-1D50-4637-AA31-415375F8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E48CA36-1928-4D71-A309-AF88BD54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43DF1A-2121-410C-A0B4-052F29EE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FA313C-1412-47D9-948B-CAB4C6DA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BBC569-377D-412F-BE66-029D6F85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55CECDC-8D09-48AC-B57D-5722025F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간선이 있으면 반드시 음수 사이클이 생긴다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23E24-DCB7-4F44-98C5-495FE988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63FAD8-07EC-40EE-B0BF-84A05982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7212A8A-7276-4C3C-A96A-BDE56FEA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간선을 제거해도 모든 최단 거리가 유지된다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582C1-965E-4F1A-8A21-A1D1F5D1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75DAB92-BF1C-4B32-A60E-E4A5EA76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0F8931C-2935-4132-BF3B-412D2D65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835E8-6227-41BD-B53A-553D99E1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6751C0E-046E-4519-AB4D-FFB13439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E08DB53-85B4-438C-AB68-92D5262E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그래프일 때만 사용할 수 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3F9E4-75F5-4958-BFD5-EAC278E6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4637F7C-FE88-4A50-B187-405BAB2D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D4DE2D-A321-4A08-8733-7287D16C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엄격한 양수 조건을 위반하므로 사용할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AD943F-706F-4B1C-BC7E-D11C478F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B4FD089-0439-4BC9-9DD2-89D0116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43970-0D83-485B-BF6E-CD3C71DD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57174-B977-49FE-B118-AE13B935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F1876-480B-4314-B60D-78CDEBD8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7239FF-627C-4011-AC78-385E449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1CB30B-4803-469B-8C32-8426EB5F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73AA5-D55E-4F26-A7B4-547D1C1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43F40-A23C-4E5B-AC60-60B0CCEE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FB00A31-ACE1-4C91-9EA6-451397CA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만족한다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744850F-06EC-4FD6-86D3-F5081228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C30C1-E13C-411C-9DE8-E6B50BF4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CEE0850-290A-4AE8-B289-25561790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0은 음수가 아니다. 구현에서 0을 간선 없음 표시로 쓰면 별개의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ABB96B-4671-4678-A152-4B0B1C57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F29F5F-C788-425E-BAEE-04B39E37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77723F-333E-4EC9-B62D-5026A4F3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1277D-A8CD-444C-86B1-9CBDC767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89544-F98C-4E65-A9AC-9D2A56BE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90A866-4D61-48DB-97EA-3B1E2EFE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511867-7C62-4FE0-BE4D-A7546711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7AAB66-68B2-41A5-BB00-3C5DA664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23E496-D307-4B3D-84DA-AC92C648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D36C56A-400E-4CD2-8FCE-AEF7BEFA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완료 시각이 커지도록 하는 순서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68EF2-0352-4966-B305-2C862E7D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83C7959-490C-4756-9A9A-7A40EDDF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15BCF19-3D02-42F2-A977-3C8C5A20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긴 순서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392881-C491-4F85-B70E-A7F89183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D446209-90C1-432D-886B-5B6AE741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2FA138-5791-49F7-A1CB-5C0DA713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작업을 마지막에 놓는 순서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C0FF6-DCB1-4707-AD20-6364BD82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99F6ED3-F4A8-4765-88D1-199DBF2E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F9927A2-89BD-42F9-A0A4-67B1349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짧은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62AE6F-519A-486B-883B-BFBD8ED5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1C15EE3-BB68-40F9-B0F9-88C70B44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3A2D72E-860D-40D9-935B-11C7EA6D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정렬해도 완료 시각 합은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B3BB721-9B25-4B58-BDFA-1968D2D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E8F16A-DE2C-4635-952F-9411BAF0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821F8F-D9B7-4F2C-A3EB-B44215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16C17-FD34-4A6C-97D5-08F20C5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5BE78-99F6-476A-9283-6159352E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628156-1609-42F9-A104-C0AB5B22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B7ED9-E514-4AF9-8E69-5F9DC6EB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7EEFAF-6345-4F94-A6E4-CC0372FB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 정렬은?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75A5F-9E98-4C0A-97AF-FAA24865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90B1534-65CC-4A3C-B267-BF3E2A97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처리 시간이 짧은 순서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A7A65C-1F95-4D44-B19F-F9C1E5F2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231AE-75B0-4C72-8B04-80B140B4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AB4B45-6E0F-46E7-8101-C2E3DEE5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짧은 작업을 앞에 놓으면 뒤 작업들이 기다리는 시간을 줄일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68AE08-053F-4B4B-A5CA-2AB57ECC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F11CE4-171F-4FFF-A829-BB40C6C3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83527D-5B24-48C4-BA3B-1CD259C9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6D549-CE27-49FE-8200-AAFEBD46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30387-130E-4B3F-9227-8D6F938B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077864-7A31-43EC-B5D1-15691E7E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6ADD01-0603-4F5B-93E8-396B5D98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0DD8A-6C0D-4876-8EA3-48DC9EEA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순서)는? 두 작업 시작은 같은 시각이다.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E1531E5-AE96-41C0-87AE-E5972789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FAC1588-C6C4-4263-A706-5AA74CC6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A945B-6998-4866-982D-F356204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41F4F76-6016-4664-96A6-E3276B83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4F5B2F0-939A-4F8D-8C3F-88AC78CF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2a+2b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113E7-5A2A-4D21-A841-176520BB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2CBE774-9C60-489B-90F2-FC40F566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07B27BE-F092-4AAA-9DF0-D67B7C16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a+b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0766B-0628-453D-BF8B-23DF13EC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903AF4E-1423-496F-BE2C-B4D04A40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A9C32C-7238-4160-A9C2-634CBCE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EB4891-D6BD-42EC-B828-DF6AAEF9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78FD5F3-111C-4079-BCE2-39179086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1C1BC81-8FBD-445E-9AF4-8773AF75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EF7488-DC6B-4FB8-B277-A1097BC5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9CD3E1-2D27-4CB6-B72A-6F4740A6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E3AC7F4-0E31-43A3-8AEE-20298936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1A21B-2E43-4752-A5E3-3411CE5D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A9DBC-5A27-4D1D-A7FC-16E7BAE0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38CE0B-6C7E-48C7-B50E-7F2BFC27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0A7FE0-D978-47D5-BC97-3B095030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46591C4-9604-4088-A6B4-312D1282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 순서)는? 두 작업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시작은 같은 시각이다.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CF925-906B-42E3-9A79-D4F7D6DC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16D470-26F8-49B7-8F20-B371C412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a−b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5E6FB435-DFBB-4CC3-96C3-C36C31E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F4399-2034-4933-B08A-53A0D6BF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1CEC24ED-B8AB-44BF-AAC8-38A991A3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순서는 2a+b, 뒤 순서는 2b+a이다. a≤b이면 앞 순서가 불리하지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8AC531-01FE-4619-ABED-48EF0EDA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C9350D-9CEF-4227-9FAE-633EE6D4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57DB2C-D8AD-492E-B7DC-FD424438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1C51C-2291-4237-8D1F-A2BEDE1E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09858-B4DE-4C85-A0A3-012CA262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A95B69-118E-4D38-A9B8-F3A87820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38A7A2-4774-48DB-AB93-4FC34153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8587AD6-5388-4505-AC98-50F6EE9B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CE260CA-D497-4303-AB88-9A3EFBF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8DD6C6D-3415-43E3-94A6-4545FDC5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시간의 총합만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7C1C4-862E-45E6-90FB-83BCFE17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79A5B46-B9C5-478F-9A81-3A4CA34E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0E127C30-0AF3-400B-830F-2F33D84B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작업 시간에 자신의 1 기반 위치를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88462-71F5-4B20-B77A-42AF0DC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13F021-7C30-4281-A697-34AB6D44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50415FD-5B6D-4B45-A6C1-86545558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시각에서 자기 처리 시간을 모두 빼서 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E8ABC-F842-4C87-8E77-C8DEBC1A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FB47009-692E-4801-84CB-88F13026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9A87007-85EB-4168-BD74-F0819790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긴 작업의 완료 시각만 반환한다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5F8F11-C140-4463-B0A4-8EDFBC0A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E55FBEA-4AF0-46DE-9242-BD5D7CD8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A92BCC2-D352-4CDD-BF0F-3F41C8CF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처리 시간을 매번 정답에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DF5834-832E-420D-A992-1B88EA20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A6C61A-6328-474B-8C22-B74D82C8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DF37566-613D-4ACB-BFC9-79EDD546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4FE1D-24DD-485C-B080-BFD395C8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13813-62E1-4077-B7E9-758AEB2C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8417B0-5982-43BA-889D-27C74308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C8E245-6DFB-475B-9179-CC88C92A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1D6C439-2351-4406-AE54-3F8E4AB4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F2685-D9BB-4BAF-A5D4-02A3837D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A99EAB-C73B-44EC-8067-6CD32B82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누적 처리 시간을 매번 정답에 더한다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75D063-31AB-4A4B-9BA3-8E7575F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4118E-219C-4F0C-9DAC-EEAB73B2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772722-18D9-437D-9A20-CBB07BD6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 작업의 완료 시각에는 앞 작업의 처리 시간도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970D70-D50D-4C06-A86A-0C863232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9CD5EB-EF24-47F0-B24D-9E087B96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27F57A-21ED-4DC3-BD10-9B5B3350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FACA1-1FC9-450A-BAD4-7082DAB7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20350-8BB9-4078-B3F5-A5FD99E8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A3F286C-49A5-443B-867D-9F2B2D7D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D4C7659-2AA6-4E65-9FA5-403A54C2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6D33E-0C1C-4540-9E8F-3BEF82DE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F051B2C-F7A0-4CB5-8B13-A410D335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7E77206-7EBE-42BA-BFA5-1C8002D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반환하면 복잡도는 입력 크기와 무관하다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747D-D4CE-4AAE-BD4A-1BB7340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33D684-5BBD-496D-A54F-96EABE77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2379DF2-C819-4E45-AAED-A3D7699E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비용과 선택 비용을 항상 곱한다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E0A06-E1A2-40D7-B7FF-A8BC9C32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AB72BB-98CE-425A-A1D3-D9BBAD15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DB84032-1BF9-46D1-AD46-7E773B8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단계가 O(n)이면 정렬 비용은 포함하지 않는다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E4E6C-E151-418F-9C12-D48A5DD9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FBE59EF-811E-4775-BE0A-6429BC19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4917F36-BB86-4C0B-BEB6-15AA4764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입력과 정렬되지 않은 입력의 비용은 항상 같다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FA53B2-8FDC-4322-8CA3-88D85B5A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9B33E0A-6F33-4F37-A02E-1D1E16DA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FA7A849-0761-40F4-B1D9-DE73D39F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정렬과 선택 단계의 비용을 모두 포함한다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4CEB91-F8A1-4D5F-A038-B084D731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710F874-65FE-4C2E-8871-ECF3D213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5CAFA-81BD-4514-8645-BA9BF989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6DE97-58BD-4341-9B90-EF94B48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EBB68-7A3B-439E-83EE-AC804C51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575C49D-202D-40D9-AE35-38888152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86F0E3-94C0-43E5-BC2D-90435833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53515D-76EC-4995-A3DE-664A7B60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20E46-2A92-47FB-A5FD-36CD1262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4DC7EBD-7A34-4283-9035-185AED99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정렬과 선택 단계의 비용을 모두 포함한다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6F248A-31C8-4848-AE2D-CD4C563B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6FB2A-CAD4-41B7-ACBB-20BDB389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A4FE1D-94B1-45EB-A38A-F8AC0376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후 한 번 순회하는 알고리즘은 보통 정렬 비용이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895793-A15A-4738-BEEF-0494EB6C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7574C6-B030-4495-BBFA-CAA98E11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53B764-7A28-49BF-8751-D8FD7636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71DD8-5126-403F-B83A-83A74FD1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BED49-AE3D-414A-9446-48BC79A6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1B6076A-A679-4830-B9C5-98B745BB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1DB565-7CB2-41E7-8148-1E948106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8AA715-A24E-44C7-B9F8-63515E8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7F4A189-FF1D-4B17-AFAB-90EFCC23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E98725-00D9-4433-ACD3-507CBE06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 만족 여부와 목적값을 함께 확인한다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F57F5-D495-4A3C-A829-A858F034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7A49E35-9827-47B7-B7F8-1B8363A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B53F7EEC-1545-4E28-A184-4C11B661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제약을 일부 위반해도 목적값이 좋으면 최적해다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64009-68EE-4285-A18C-72C37F62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5493A69-B958-411A-B3A9-F8E9A12F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B04C3A3-0F85-452B-BFD5-3DCE9C2D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유일하면 전체 최적성도 자동으로 성립한다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65EA4-8F74-4F1F-84B5-316C3718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3B5E2D-19B8-4662-8FEB-423F53F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81806A9-BB69-4D7E-AD33-C3937DA3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실행 가능한 해이면 목적값과 무관하게 최적해다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77B26-3892-4D3F-BDC0-15156092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85F61F4-2735-457B-8044-E65A2009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0E5CFC0-2AA4-46CB-B4DF-D7C64F91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예제에서 성공하면 전체 입력의 최적성도 확정된다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861C90-81FE-49C5-84E2-F57A008E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EC6FB8-0430-41CD-8B05-E0AA7CF8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92A187C-D70F-46D0-94B4-9998974B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AD5EF-F099-4E8D-B92F-A7E810C6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7F7C0-4A18-4531-A8E0-3E27D475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419F24-E734-41C5-8FAC-304D3E36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B9B3318-04B3-4875-B055-452B8F5D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2B1A48-468E-42B2-8DBC-9E8005B6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82EEE-7EDD-4AE1-B3E0-F8E1C117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530A232-EBC9-4812-99D0-7AC42521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제약 만족 여부와 목적값을 함께 확인한다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0169706-5FE5-40CE-83A7-18E8F3B7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18EDF-20F8-425E-BC86-E3FD7AE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8C85AF6-C0B0-4593-B7E1-52965DFD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결과라도 제약을 위반하거나 더 나은 해가 있으면 최적해가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9BB775-E65E-4CB6-9B7B-EDC34321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8E36C5-C872-4BF8-897B-FFEC356E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C78757-77CE-405C-91A1-E9C57442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8C50B-34A9-4897-8272-F07D2A0B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7BB64-76A3-4EC9-A4E3-A21F2BE2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7A0CF5-16FE-4025-BA80-63C992D6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0497D2-99D4-4429-A97F-CD45C797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8E1E56-2A02-4393-A66E-E3B83397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A84AF4A-CE92-425E-A136-C578855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1ABAD-5E4F-4210-93FA-AA853417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91327-FF9D-42C1-A98D-F5CDCBF5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F31EA-AAAC-4232-A205-3A536B4E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FA9FD34-1A7E-477B-A6BE-1B9B04F4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E7B1A8-709D-49D1-BCE7-DE597EA3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C4CD3E-9C49-47C3-88BD-EFEEEE26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C4AA9-25D9-45B7-B653-326409C2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C6A9F-1CD3-48A7-BEF8-CE4518A9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5C84B59-6EFD-4256-9025-E54AD75C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7B0ADBA-8EB7-49E3-9621-8D083C39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71E978-68DB-4F72-8B4A-4BAF5313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364F4-4B91-468A-A540-344CB175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ED67512-43B0-4165-94C4-E673A03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[2,2,1,1], 총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6F69B32-F00A-48CB-8BF7-F4DA0869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E2E1-EBA4-4259-BAE6-1A22A62F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CA9585-C55C-4487-A786-C1992416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1000원을 고른 뒤 260원이 남는다. 100원 2개, 50원 1개, 10원 1개를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D1DF3-EF39-4945-A660-04C5537C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9309CD-7532-4009-AC56-B4647603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2ADDBA0-0DAA-45B5-9876-FEAD4064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50CDE-4DD9-4276-95E5-B0E3F450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D42C8-6838-4FC2-886A-49B741B7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1B7157-69EE-4401-9781-1DDBA4F8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F98B3E-9FAC-4C18-9941-793D2F11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D2CC13-9F16-4B13-8086-564AB8C9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3F81698-C781-40A8-9C6A-E776C02C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56CD1-315D-4B41-BFA6-60AB5DF4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469DD-151B-4B2B-8DDB-38879A1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AD29D-CC5A-40B6-AE95-083D30D9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55AFD93-0B4A-49E4-BFFA-79D50788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E74F5B-CA93-4A47-9BC3-F3BA0321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A88433-0E2F-46AF-B5AF-B1CB99DE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C9EA6-8AC3-4D56-B1A4-6415A23D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B8FF70-0997-4E90-A15A-13EB7F09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A030F7-668D-4903-BE32-4697B1FA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82DCBA-5AD5-4A72-A57B-83193EF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EB86195-CEDE-4BFC-B6DC-AF6344CA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8E021-E97A-4C42-9705-8C7A46E3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116A02F-DBC7-48FB-AC1A-CF0F7D1D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4개, 최적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85CC948-B8E6-4580-AF8E-55575CDA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546035-8E4A-47A2-9287-0072D793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D807AE8-C214-44D8-9EB8-A46A02C4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탐욕은 4+4+1+1이다. 4+3+3은 3개이며 두 동전으로는 최대 8이므로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130ED2-7CCA-48C2-AA79-8170E835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092C26B-E642-44A1-A71B-C0B7D909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1A02DF3-6AAF-418F-AFCC-9B8ADBFD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E934B-D494-4DB4-A485-42CE7899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DB628-83DC-47F3-AC7B-1486686C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BD214D-9899-4EA0-8C38-106A90E8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30B55E-1BA4-4B84-BD8A-FFA74951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C12E95-1F7E-416F-89DF-71EABE35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6D05145-E03B-4ABE-BCD2-EA906DF0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9FA59-9E6B-46E1-B232-27A0073F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7661A-592E-4CCD-8CCC-EF67BE7B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745FC-E340-4081-9969-60CE7628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F543AF-A2DC-44C9-8C3B-73491036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F81EB5-E042-4457-AF77-B2C4232A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7A2AF2-7E1B-463D-8B7A-C5967B98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59265-A8B3-4EA2-9559-09FFAB5F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40A35-9E88-4D36-A903-2279EFE8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FCCB96F-D799-42DA-8450-FE8CBB70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281C09-6C00-451E-9821-59AF3075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94CA9D-ED30-423C-A473-2C10C2E2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E641F4-ABA0-4A9F-A686-56E2FAA8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9E02D78-AE49-40B0-9F5C-2C0375CE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50+10+5+1+1+1, 6개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5180DFD-5012-4182-A4E3-AE30257B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E3FBE-C62D-4A3B-99D6-37F6AB77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F94E1A8-3B31-45B2-A6D2-12EC6BCE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종류별 몫은 1,1,1,3이고 마지막 나머지는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5EB140-90F8-498B-9B88-3AB80C82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047598-DDF5-4842-848C-BC65DB66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3D6CEB-0F84-4238-8492-AA05B37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5D1FF-7572-4BF5-B749-A8545058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0933D-2CE3-4095-88F3-A1393B1E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D952D1-DA37-4FAF-B875-C6D33BC2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DC31819-E830-4EC6-A520-E6944F47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9D7B162-2C25-45A7-B796-89CDD1C3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611D8E2-1DB5-48E5-87D7-5F1EA166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A4C23-76AD-4985-B461-5BB2726D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46AC6-21ED-43BA-8429-311DDC28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D7F61-D54A-4E35-9902-2EEFFA8C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7C31FD-FD0B-459A-8D0A-CC10E230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056E1-8DD2-4A51-BDC3-72B91EE5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8852D9-562D-4FBC-8863-7A0E9BFD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51404-B425-4FEF-9D5F-D02C947A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D7711-4853-48E1-8661-040B3CA5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B20C866-9F51-411B-A541-14033A2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6964073-AFFD-40CD-BA46-6F520A0A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40EF567-9148-4DF4-BA93-89DEE2BD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785FF-20F9-44A6-BEED-8468C2C1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757077-5792-45FB-9233-F2036216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나머지 2, 실제 해 4+4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3D93A0-7052-420D-8107-7D8F9A3F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D19D8-1927-470D-A1CF-4B0DBE16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2480D5C-8FF7-4FE0-94C2-64584DE8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6을 먼저 고르면 실패하지만 해가 없는 것은 아니다. 1원이 없는 화폐에서 탐욕의 실패와 불가능을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85FAFAF-88B3-40B8-BFD5-87004B82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DD2CE6-7207-4E85-85EF-A34B7E9B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59A4A7-B29F-4DF9-AE34-E7002F51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FB4B4-B1B8-4E0A-B6D6-1753895F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759D5-4C9E-4821-BDC0-8D4BF384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3715F3-B558-45E5-A7BE-BE723FFF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1128A7-ECC8-4C34-BD54-6E2C2B39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B0AE291-F1AC-4EAC-9082-DA880827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26BF6E6-B163-4EED-9FCA-15CCF817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B1134-120D-47DE-A70A-5B3D38F7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EAE45-51DC-4F08-8332-A2E32D45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E1D234-9777-4978-80DC-F52698F7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569319-8734-4F1B-A7F0-6A34E9F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E04D9-56E6-4BBC-AB88-780D671E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033389-18CC-4D9C-AD62-6F17B01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2916C-8432-4479-8B74-A0B6449B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0357B-B23C-42AC-B1E4-39F6DA0D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E4D62D-50E5-4608-BD5C-9F956E0C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AB689D-7B8E-4692-9F37-2AF95C1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91E224-B82C-4236-A44A-359280CF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 개수를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2D477-BED5-4FA5-B192-3D3235E0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0A62BBF-8735-4D01-8040-150F1B05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B,C,D, 3개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0674ABF-55A5-416C-8ADC-DE13B58D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0AD61-BFCC-4DFE-9CC1-78906BE3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2D444AF-AF3D-492A-9892-ADEA26F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B가 2에 끝나면 C를 선택할 수 있고 C의 끝 4에서 D를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D1861E-C1C1-49DB-AA49-B1E0D5C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91F4375-9AA7-484B-9515-FADB0092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5891852-76E4-44CA-AC37-0B51F832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47979-22B8-42F9-BAB2-78158C85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81972-41D8-46F3-90CE-6E4E81BE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0DA8EB-9DAD-4FB1-B05F-6EBECBAD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7333CC-BD0F-499C-9ADC-31631F12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CF19A2-579A-4630-8167-FED59529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DED408-E6AF-49E2-9BE4-B2AE242F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5024A-C07C-424D-BBAE-41826D2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2C6E8-C927-4466-92A3-EFD18DA4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D1F3F-7123-470F-B764-7AC7BC2F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CCD8F2C-2705-4AE0-98B5-E1B8DBFF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ADC62E-1C44-4D6D-8FFC-AF6F34A2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179C79-BDD9-4AC4-A1BF-64C5AE98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940B9-0140-4B31-90E8-5075BA8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E4761-352E-4B88-9C8D-FA87692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338EA4-6F1E-4B44-8581-E1E8DE2A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310046-AB26-4A19-8444-B6B453F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1172F0-EC04-4EDA-82E5-E7D54934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A3CBC8-9278-452A-AD6A-B9F7BD3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E54C0D4-5E7E-42DC-BA24-54E9911F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A부터는 1개, 최적은 B,C,D의 3개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58C2CD8-8DB0-4A22-91C9-4B1B6691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C105E-B193-4242-B87B-E32FF5F7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BFE216A-61CA-4C31-80AC-E54F2240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먼저 시작하는 활동을 임의로 고르는 규칙은 긴 활동 때문에 여러 짧은 활동을 놓친다.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63A90-9426-4530-8F5E-C76DE3A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050C0A-7DFD-4B37-BB3D-83321218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326EEA8-AA38-4512-B3DF-41DEB374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47DAF-982A-4ACB-BD4E-8C99E895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7BA10-37C4-4B4B-9898-679E207A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D9F25E-7946-4904-89AF-09776333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9809FC1-E96C-47FD-8787-0BA49EA1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1E2DD-F110-4B0F-8710-79BABF41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607776-FB42-4FC7-9E94-FB19231E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0010E-4607-41EC-A7B8-4ABD1233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542A5-ECA9-4697-B857-397D4F2E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59ED3-89D5-43D9-A1B9-8C8C72D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0A3D36-FAE3-481F-BF29-8D31533A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64EBEC-02DC-4C8B-A92D-BE8B2A44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DDD38A-A2E4-4580-92AA-718F9E8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50A1F-78C3-4A79-BBA8-3395D5ED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659F-4D02-4995-922F-342451E0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E7AC75-D1AB-4AAD-B193-DFFC2961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AFAEAF-CBD9-411C-AB14-56EF05CE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DCE120-407B-420D-9673-E5496BE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 결과를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31C75-50BD-410B-ACBF-645B3514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092DDE1-70E5-49E4-B2B2-AC08B4E3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A,C,D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356B0EC-7256-47F7-9162-50A53987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AE5F1B-DC0F-450D-83BF-8809CD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0F2756-4E4F-4C53-9CB3-C47D981F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종료가 같은 A와 B 중 시작이 빠른 A를 먼저 검사한다. B는 겹쳐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7EAD98B-4482-4057-8CCF-E34E9C65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124F53-6E69-4F14-93A4-B09B872D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B1D9ED-4CB9-4961-AC3E-1FE5DFE5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94DB1-292C-4564-A77A-7FFD902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C38B9-85A6-4868-857F-168CCEE8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27BE0C-7477-4087-8134-1711D3A2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140B7DD-B519-44AC-9F4E-C8F3BFE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71CC50-A9ED-4820-9577-BA86A5BB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검사한다. 선택되는 활동은?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23C253F-8F45-40E2-895B-E6DED843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5E6BF-52B9-4BD7-ABBB-DA77CD17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95342-C1F8-4C70-AE08-3BD3FF24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4C92C-D4AF-4F2C-8DE8-18BD08E6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B016A0A-918F-4349-92CB-5B78999C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39FAD7-31B3-4E2B-82AB-50EE1C8F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25822F-F8DD-4946-95B1-F66C5E9F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1F19-CFF0-481E-9633-BF33F6A9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13208-005A-4FFD-B53F-EA6FF7D4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B455CC-BF6A-4369-BD12-7300152F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FCDCB2-B383-4B7A-BAB3-2B433A6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D37D99-B9C1-4105-9927-89D6D7A6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 검사한다.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선택되는 활동은?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158C2-A3AB-441B-97C9-B167C1C4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153DC94-8AB5-420A-BB4E-99CA30B8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[7,9)만 선택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0DDD71AF-481A-4A0A-BEA8-A7E0DA2B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200A-6655-4924-B6E0-7649E25B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A89DFFD-585E-4B72-B53A-FF108312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활동은 거절하고 종료 시각 7을 유지한다. 두 번째를 선택하면 종료가 9가 되어 세 번째를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DD1FCA-7AAB-4212-BF6D-45365B64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D0A354-A5DC-4105-8D38-591015E6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780BFD-9B4C-47EE-932D-A7A2429C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565F6-DBE9-4D04-A65D-24F2E2DA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63A57-C6EB-475F-AF6D-04E7A770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B0825-84DF-4CCF-97F5-2AE83358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7FF708-A111-487B-96F7-A2D52425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6032A77-1AFB-42ED-B89D-D12D4914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보상은?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624C63-0E65-40CC-BC9D-9057CE3F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AD22A-CE53-45FF-8FAC-50D55690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5F62B-046A-4CA4-A55A-BE138C0B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98433-E14A-49F0-B66B-3579C1AE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A64C-6988-4106-9EE1-BA663B85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4020C8-3F3A-4BC2-937A-FFA5715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683600-1670-405C-8FC5-F83CA5C4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880F1-A56A-4CD7-A63C-550D890E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3B9FB-B8BF-4212-A3F1-8D46E48E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F95448-FA6F-4C87-A5A0-2E121DC7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3252A1-4519-4B1F-8882-17F2F8F2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99651BF-294C-4EE4-A8C0-C0E11A6E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 최대 보상은?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08E9-0972-419D-86CA-8D519484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0698794-D1FC-4172-923F-720E0296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2, 최대 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D601937-146D-4704-B974-D317B4A6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9EDBE4-19CA-44E6-98C3-8E739B8D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0701B75-5E1F-4CF9-86F2-D324E66B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수는 A,B가 많지만 보상은 C 하나가 더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DA87F8-4F94-4F96-B70A-A83CEF35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9F6554-4426-42BD-8E28-55426A06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9CEDF1-6B4F-4333-8F4F-CB6AD519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27403-8481-4432-BBEE-59B9BE8E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F2C1D-4E68-4C04-B56E-5CDC995C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E2418E-E326-42B0-91A7-004FA0E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485A07-D1CE-4CEF-9CD3-45A3AB7C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F3AE24-3DE8-4B65-A157-8E5E182C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배낭의 구성과 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C5E01AA-780A-45F4-AEED-18688E5A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7EDDE-9F5C-4FD8-ACC8-562C54FF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84B2C-0E54-4F8F-9F46-6A33F225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3C6D5-2917-4322-8C6D-05EAF960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FEF4E1-8AB8-48F7-A0A8-EDE4CA98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26243-1EC3-49E2-A62D-C99EEED6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438453-111F-49F5-B835-6EAC47F5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55632-EF0B-4D95-A073-601CE02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9932E-AE64-49E9-83CA-186DB7E5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3C348E-B487-4DAC-91FF-42A4DCA5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F7AF4B-DDBA-43AD-9369-3D879D4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B84DBB-A562-46DE-BB3A-5913C82C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 배낭의 구성과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2B6972-E458-452B-85A3-12D8D8E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A2E4C14-8D17-4E75-A584-CB0DE2F5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 전부, B 전부, C의 2/3, 가치 240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3396D0A-E9BB-45B8-88DE-42B99D96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26F7E-05F5-4E86-A933-C2DF2EF7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158258C-C1D5-4649-9F09-B2328B43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밀도는 6,5,4이다. 남은 20만큼 C를 담아 가치 80을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6FF549-5D43-4DEB-93B7-30D56E06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715F354-E532-4027-B0F2-1A66330F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F54647-54C4-44E0-8ECE-62F929B7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42AA9-858E-4509-8FF4-EE305D2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9186-8250-44C7-A81A-920E920B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683D22-007E-4322-9D8B-AB7D6572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5F0CD0-EF8E-45E3-9B7E-1824F65D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03B874-5544-423A-99EF-1E21F96F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7AB539-D838-4F78-918C-9969B48C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B9FA2-E364-44F8-A01C-9884ADC2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E555A-1097-479D-84DE-D849F658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1D316-D5AC-40D8-8D95-010B19AC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559B4A8-C98B-4A0D-A2A1-49409207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693811-F457-460D-9820-1C30C5F0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3FB8D3-1571-4768-A97F-38B36D89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2CD13-56B5-4503-A7A1-EF08C678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841C0-C1D3-40F2-8F0C-9412F521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31CAC29-A781-4B19-BB83-B6A7E55F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8E67568-0EFC-45AD-891B-6064CBA0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511F2C-B9B3-4CE0-A91B-592E50BE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 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E1103-9849-4DA7-893B-F17A6963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C66183-2F59-45C8-9AB4-318B20D4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220, B와 C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BE1144D-40EB-4452-981D-67AEB4DD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8A3D3-5536-4123-9A55-E875A0EF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99A3995-1E67-43E0-971C-B555BB3F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A부터 밀도순으로 고르면 A+B의 160에 그친다. B+C의 무게는 50, 가치는 220이다.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084DA40-A3DB-4D9C-8E06-7DA72183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2A3BAF3-6ECC-42D4-9E9D-1D5EC1CC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7954C3-27AC-4F58-897A-E860F09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430B-5167-48E5-A4DB-8CFA4B8A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C897C-91DE-4F9B-BE8F-E82619A1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25503FA-5CB1-42A1-A734-FBEA46A1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18B43F-3DDF-4576-9C0B-C78532E4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186B94D-BA58-4F0D-8AC6-C0C48B19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BF06F5-75FA-45F8-B58E-C9CC7D67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AB7F2-7AC2-49E7-A2D8-F7C25083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8B786-8ABC-4FCC-9A2F-62B26AAE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D582E-A76A-4548-8FCC-97ABF27B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896F336-F664-4E30-9602-9295081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10AFE-AED2-45E5-8B90-6B609582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A93835-4301-4764-9D08-7F5B2C44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F4C68-57D2-4A53-963F-775DD537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7764D-C40F-4F91-97FF-6EDB16A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D77B7B-8B48-4DE1-9570-977F11EC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841D3F-7D65-408B-A4EE-AA6335D6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93999E-FF85-4D2A-AA32-DD11C4DA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74260-A06F-40E7-8E54-E200009F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8CD92F-5D18-4782-A6AB-B1DCB356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A2A7170-6BB4-4BE9-B5E7-C7BDEC21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A48A0-43B6-47CF-ABD6-1EC2BA1E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016941-09F0-431E-86DC-D18ADF96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A를 전부 담고 B를 무게 3만큼 담는다. 20+18×3/6=29다.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1924774-4757-4FD9-AFA6-0C58A8BB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BF212F-D1ED-47C4-8325-7B41C138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D4AEEB-1C2C-4073-B675-28ED1985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A9047-B2AB-4E61-B7F1-30947E9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60052-82DF-4E65-9370-BD1C1740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6B4D0C-45EC-4FFE-BC9D-D5484E2C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E16A9A-1184-49C4-A988-3C03BB4B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6DC331-7526-461E-A96D-74E37D7E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71146F4-354A-407B-B88B-D2E4E84C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E8682A-B17B-40EC-84E5-B2E125E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693FD-8419-495F-BAF9-0FD1BC38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8B36D-4AE8-48C6-B3EF-B8800416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C80509-0546-4B12-958F-3B5EC70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0ECFC9-D704-4939-B9E3-B0A4705C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3E9336-E0BF-4028-A8C3-CF521F39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5C9C2-0A4C-4A66-A2B7-CA8BBE0A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B4C7F-E813-471A-9141-1EAC8208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F92D32B-24CC-413B-B920-2FFAB426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99FDFC-5F87-4659-8F3C-4021163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B3B2D4-7CD6-4595-98B3-56311EA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 총가치는?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BC52B-2340-4FBB-A47F-EBDB061F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9F1525-5B10-4CA3-9D08-3E2204C4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B의 3/4, 총가치 20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017CB8E-FF85-4CE7-8389-4BAFFBF3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275DC-CCBF-476D-B73F-926E536B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3399CB-5F42-4A25-9F6E-C81902C0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물건의 밀도가 모두 4라서 용량 5를 채우면 가치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D0C19E-5EE0-4A2D-945C-558FF06F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29078-D67F-4F74-B613-C3A6A946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B89C58-D0FC-4875-8202-9FFDD43C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9604C-7C25-4781-B783-0BD1F041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379CD-0EF6-445E-9DEA-135AE9A3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FC77BC8-346A-4F9A-9A96-2BCB24B9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CCC0865-5F4E-4EAE-A371-17A3854E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F5F764-9E42-4787-8EFC-F04E246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8EBBC5C-D2AC-4079-94B6-69584672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B88B-3AFC-47EC-8C21-0F7B41CF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E6246-80D0-42A7-96E0-DF5F35C4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403FE-CBA6-4B1D-8B62-3B03164B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E527AF-C621-406D-AC01-D44653D7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A58B6-4C2F-4EA1-BB6E-26E7DE21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250330-92AC-472A-9F87-2AAC8BEE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92246-A73D-4937-BEB3-46B2BE1B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C9691-0C1A-4A05-95DD-87FBE36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DF433DE-DC50-4BE8-9638-88DBDC7A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999FC0-A3F2-4C1E-95C7-B9BC49CF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A81A94-07B3-4A76-A860-BF2ECBEE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 총비용은?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B0CBA-48EF-4AAA-8A79-8D6C0FFE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6C7B75-CA55-403B-826B-E471D21B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AB,BC,CD, 총 7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0CB2754-F265-43DA-8C1F-EFE1A53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083C6-F3D5-49B8-A689-176E6571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5CBA8A7-E83F-4962-94BF-44AAC7D0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AC는 A와 C가 이미 연결되어 사이클을 만들므로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1563F1-70CB-42E5-B1FF-7FCE5520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CF7BFF-04AA-4C51-930F-2B992059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DA7207-C037-47B8-9E5B-0426A0F1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2C9A1-6EB0-4353-948E-6E711C09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4F8A4-E7F8-424B-966B-5A647174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8D6DDD-9CC5-44A6-8F08-188DD27E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1EE92A-3A15-4205-95CC-B8631BD8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A1C22AA-E2D8-472D-841B-D5F71DDE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거절하는 이유와 최종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8F2837-3B96-4826-8DA1-5E9E382D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15F65-4EA1-44D7-B7EF-EA5B1AB4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CD126-48F5-4F24-A65D-027185CA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791B2-5B89-4453-B2BD-F8969312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767DD9B-D8EF-4EE1-9B27-82803F89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A8CD4-9FD2-4937-82C8-D538B97B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D7A424-1E42-4F96-8EA3-5292161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28077-7DBF-47D6-ACDA-8B130832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F86AE-6F07-4417-93A6-7D9BD36E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AE67DD1-3A99-4C84-A8B8-3052F784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270CF1-8EAA-4404-B7AE-0E9584F6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9BB6ED-E181-47A9-8E28-CD9206F6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 거절하는 이유와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최종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D6F08-85B4-4F5C-921B-65F1619C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15491F7-0A93-4F4E-B3E3-8623C459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B,C가 같은 연결 요소, 비용 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FBA97D9-3B25-4E74-AA1F-86531CD0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6B942-BB72-4E9D-AA84-8708CBA0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4F4CF6D-E702-4FE2-B6CE-7CB7EA01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AC를 선택한 뒤 세 정점이 모두 연결되어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803D79-3AC1-4F09-9943-2DB1B340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E7F487-4ABE-4AE4-91E2-D38D04C0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9AE45A3-B943-4EA3-9510-047F4174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BC69F-479C-4468-A03C-BB9BA4D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DFA33-E6DD-43FD-868C-C575ACB3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9E9E4B-C022-4E8E-8A56-9722D45E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BCB977-02CE-4D2B-BE76-F608108A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62A210F-11F0-4EE8-9105-2146BEF7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9E650B-95BF-4A95-A617-9D465F27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FCC2A-CF90-4B83-BAFB-D2F18624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BAF2D-7352-4819-8AF9-0F075059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CFAE8-E358-4BD9-8911-A5999F9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5B8BCD-A15B-4FA5-8E10-3FF0E05C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09230C-681B-4D8C-8E86-46B09296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34E1B2A-757B-4FBD-AA64-2477AFDA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FD3CF-2ABE-4605-AC4F-048CCB87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2A414-D0DE-4E1D-AB1C-5116A70E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0CFF70-F88F-44C7-91BC-FA13F2D7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50EF0C-ED46-4221-9B1B-7E14970D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B5CFE0-34E2-460D-BBA5-633BE19E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C9AE4-362C-4B12-8759-EE486685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0ABC578-1584-4D7F-93C2-D17D8AFB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9C42698-2877-41B3-97FD-54F842D8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11727-7E48-4535-A341-28127615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C7FCFF8-A83B-446C-BA85-73DBEF14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요소는 {A,B,C}와 {D,E} 두 개다. V−2=3개 간선을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28F5FA-ABD4-49C4-8AED-C0CDE6D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84A3265-C4E4-4BDB-A9D1-66292B6D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456C4FC-4242-4F3F-97DE-29963949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B4E30-BCC0-49F3-8D64-7C1FD54B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AFD85-9C03-430E-AF6F-804CA397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9D548C-09C2-4032-9979-58154E9B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1FFEA8-2ADC-4702-9A36-99B8A6E8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6653FA-3416-4CFA-BC07-542C0293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2BCDD3B-74FC-4785-A28C-B6B9468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C97EC-A8F8-448B-B0D4-358A47A1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76C84-BE2D-4F08-8DD6-B73376E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639FE-A186-48AD-A696-EB594B69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8F50C96-B9CD-4F89-8A60-85BE359A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659338-3C23-4FB9-A14F-45F8E1F7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C75F63-3BAE-4790-95B5-905D9104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2C440-A4E0-4B7F-BB20-A011D05D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A98E1-43EC-4BA2-9BE6-8DE5BE88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F57190-5FAB-45AE-B4A1-5148303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5A4C3A1-2A48-444D-BA02-EA80B26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548F2E-AD1D-409A-8409-0B3AEC17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79BDD-367F-4E4D-91F9-3C72CEDC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2B0CA4C-6D22-4C51-B398-759982A9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B00360F-DE32-4808-AA9F-9FDF4DAB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BA098-F9C0-4D13-AAA7-2A3ECD35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E9E3415-29A2-4266-97F7-8B144E9A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BC를 선택한다. 음수 가중치도 MST에 사용할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4EADA9-A62C-4395-8264-C387B005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F4B46E-E663-418F-BED8-8AD41D6A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93470A-4424-4B53-922D-A1A3E8FF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26B5D-BBA9-4FB4-AFC8-D424F80C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6AC12-1BF8-4759-9858-73ECB652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F755069-F5FC-4DA7-BBB5-13F4586A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DC26DF3-B87E-4ADC-B43B-15860923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A155AA-2C91-4EC9-BB45-18A0B41E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집합 수와 find(0)==find(3)의 참거짓은?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376B82D-656F-485F-B74C-4B77F8AE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FF235-A7F9-41C4-883A-FDEBF511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2C36D-0F90-48F0-8B57-C3DEC31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39D28-F2CA-4208-AE81-78ADA7E1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21476D-9EC0-4B25-BC09-18D7FD7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D92130-7070-4BA2-A9AB-15135515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BE810-BECE-4CBC-B965-71402D62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B578E-C3B0-4FBD-97D3-211AA87F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CAE86-3CF1-42AB-ADA0-F9070DEA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D71637-6B2A-4233-ACCC-FEE6D621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1C5230-CD5C-41DD-A68F-A188164D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98F8FB-C458-4929-8D8B-A2FB53E5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 집합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find(0)==find(3)의 참거짓은?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1700B-1D49-49C5-A358-D2E5AFD8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36515542-36CE-4410-BEB4-D0AC4034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집합 1개, 참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F189DA8-33B1-436A-8D04-480A7EC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F65D3B-2184-4C2F-A38E-A813205D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E4DD8D11-00E6-4FAE-BE3F-5FF29BA8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대표 번호 자체는 구현에 따라 달라도 모든 원소가 같은 집합이라는 결과는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F80A85-6E1B-4146-A749-07533D07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918A4F-8AEE-4D5D-89C8-34511D96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30037D-8594-4D20-8D05-664822D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5F186-3474-42C7-B000-9ADDC7A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B8141-8299-4A26-9F4E-EDA5B357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4C82EF3-6240-481F-9E7B-1D96852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9FC21D-A42D-490F-B8E7-A9CA840F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0F888E-8764-4054-8230-A14EE5D4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033428E-D7CD-45D4-9033-67849649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0444B-48FF-4E22-90C5-7EDB8187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0238-7D9B-41B9-AE1D-512767B6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A59A2-416A-4ECC-85A0-A2694881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6224E-0A29-41B8-9DBF-66D03CC3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DBD11A-34DC-458A-8240-501DD94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EC3578C-D752-48D2-82D9-0523C74C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7C581-5846-4A6A-B102-D58BC8DA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94CB1-A6DA-4B4E-9B2B-E988BF3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6FC82A-EE4E-4AFC-A212-7EFE6A2D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4D69F-D43A-4F1B-BBB3-A5F13310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7487A6E-607A-49C7-8B52-EE6F4C36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8D563-2C94-4DC4-8CAB-8CE8937F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0AD5F6F-AAF9-4550-9CD9-37995E96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5C7C305-B68B-4AFE-A627-1CCF30D9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E859F-4923-4722-A05B-46167C22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FED2913-E855-46AC-B802-2A5109FF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어떤 신장 트리도 간선 3개를 가지므로 비용은 6이다. 선택 간선은 유일하지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CE5A51-5A4A-42A8-9213-FC9303DA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36D95F9-ECDC-4B96-B552-AD80EFE6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3CB6F2-7BBE-4215-A4AF-F371F8D5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CEC45-D57F-4486-9D88-732E7673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3B0B1-0762-4B2A-9EF3-E2B58CB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92AF07-8356-4122-882B-92A8776C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D3340E-89B0-4328-BF81-4F475FDB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B7AF3C-16CB-48D0-ABD3-111CCAAC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F73AF61-04D4-4E9D-A3F9-CD76F845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00F00-BB53-4A31-98AE-BFBB6CA8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B7144-CFB1-4F77-BA79-1C26B14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E4DF9-2E8C-476D-9333-5EFB5472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AD09DE-3714-455B-96B2-2A65E2D8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E89628-B775-44F0-AA3D-B7CD5006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BB4F85F-168B-400A-ADFF-1AD7F11F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64B02-5DB3-40F9-B94B-8E959B44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910F9-46ED-4EFB-8885-37FE242C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7400-7ACC-4D99-8398-0335236A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8CF4C8-292F-4701-8334-BCBBBA82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BE5A9E9-81E0-41D5-95E7-B5086006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DDC66-A2AC-48EC-8AAF-62946D09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8F20CE-8C38-4826-BDA2-701046D6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MST 경로 4, 최단 거리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1226526-9B08-48BE-93A2-CF46FA23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A658B-863F-48A5-AF24-F64F2073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88E30F-AE45-4FA0-93CB-B8D5FDAA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AB,BC를 고른다. 최단 경로는 간선 AC 하나다.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CBE0DA-2C3B-472A-9DFD-8E199B97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E74D2CB-5711-4053-B609-2D69F3F8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0BBA7A-098C-4C2C-A063-C7664A61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AB5DB-DF35-403D-A4B2-BFA1303F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44074-B965-464B-8C6F-ABB93ED2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E4F224E-B7E2-461B-86C9-8143DB49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241FD17-0F6E-48D9-8F62-43217707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890980-9C61-45B6-A058-A68AAD6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이웃 순회와 비용은?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4C4D53-9E4D-4F36-B7CC-16732715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F4D42-B7A4-4BF8-ADC6-8829871C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2E3C2-9E69-49C4-8F9A-36B3E51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B2798-50CC-4996-B070-783CFC3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2E52A34-6CF3-4071-AB97-796F22CD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E703B0-C9B8-4AA7-91AC-2564166E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2AE4D8-4522-4026-BF39-0D194755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BD1C2-6084-463E-809C-428F1655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895E0-F76A-48B0-AF87-A3D06150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E4DD45A-CEFE-44CC-8E31-9FE3083B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811938-EDFD-4B20-84CC-A0DEC58F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5BC378-2CB7-4D72-9A4F-02F18E1C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 이웃 순회와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B58B7-A1BA-4F60-9291-BF7D1259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E8CD459-80A5-4A9E-AEEA-D3128AD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A-B-C-D-A, 비용 17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3EFE80B-5DEE-4A40-B27C-DCC96182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79A7E-9B8A-4DB2-97D4-8492CFBB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9731182-09C8-4681-889E-CAFD0C5E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미방문 도시 중 가장 가까운 도시를 선택한 뒤 D에서 A로 돌아가는 8을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EF12BD-F430-4DB4-9D19-DA6F9879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C1579F-0493-4E1A-833F-76CB7FE8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6D5E2E-AB11-4CED-8D03-A4102A81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63676-F9D1-4D4D-940F-80E4CE2B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98429-A955-4626-AD08-FFDF991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922F7E-06A3-4342-9A9C-2DC86FAB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20676E1-E03C-4CFA-BBFD-4C17A4CA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47CD83-FD3D-4E8A-B630-50678ED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도시를 고른다. 최근접 이웃 순회는?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61075F2-CEC3-4DCA-99CF-7D268D25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C0498-DC41-4690-80CD-07D73CEC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CF700-253F-446F-8DEE-275E15DE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5A711-4776-4012-8756-30110BE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14EEA4-7A61-4D7A-B886-8878A792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72D9F00-AF99-4F1C-8CBF-AA896332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6F6C673-59CC-49BE-8F3C-2D9005AB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B46F6-69D8-47BB-96F7-61CDEC33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76C3A-EF7F-49FE-B527-E5AF706C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972FC4-C294-4399-B287-4DF553FE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167A3-FD1C-4AAE-B4FE-86E67E05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2044E6-0C4A-4396-BD05-4C64A94C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 도시를 고른다.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순회는?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FAA6D-EBA8-4144-B651-A1C9E7B2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0830691-B670-4B8F-B3E3-E003EF56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A-B-D-C-A, 비용 11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358C39B-35B0-4900-B85E-3A321BA9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7DEFC-7411-4894-AF0C-AFAFFCB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BA16F030-0789-43A5-96D2-229E0A48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A에서는 B를 고르고 B에서는 D, D에서는 C를 고른다. 비용은 2+3+4+2다.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F77190-A012-4ED8-BD3D-951F92B7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18283-892F-4733-8FA1-9E9F384F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ED260-4181-484A-9054-9857BFE0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9054E-10C7-46E7-80CE-C197ED22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B76BF-CEBF-4B21-B52D-CE1DBB1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FA07E9-A6B7-4483-98DF-CA1B5A03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FD0FB4A-CAB2-4E3D-A72A-33EABA8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7562B5-2A3E-43FF-9B15-46C580DF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33BA910-7170-46D7-A17A-FDD76B83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7ED18-DF06-4397-8D14-CE770E50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05AAF-10CE-4CCD-BC8B-31E8B290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8DC9B9-8873-416B-BF8F-C633591F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BE1D9D-1B68-4195-891A-4ECDC3D2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9FCB1D-815F-40B2-9D86-04EA4EDB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549975-8E48-4F15-AB8F-9857BC8A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6E605-A51A-4762-B2A6-AF929F58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1B782-E315-4BE8-BCCA-AAD9CEAB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64D4F0-D958-4121-8A7D-F34F2230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C36EF20-92AF-4DF2-B0A5-E066DD5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2904D-3B11-432B-9E71-8574AA3C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 거리는?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E5F96-21F1-49BF-8056-4DEE0412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BEDD5FF-26D2-45A7-83CA-65D6B8F0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A=3, B=1, C=4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1DF475B-679B-4342-9AC6-08FF3718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0C2FF-EAF7-481B-A7D1-EAF8A2F4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E91AB2-5474-40F1-952E-0C9453C9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거쳐 A의 거리를 3으로 줄이고, A를 거쳐 C의 거리를 4로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8D7D75E-A1FC-4523-8880-9166877C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E089FC-A418-40EC-8DAB-AF0EEE91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E19921-179B-4974-AD1E-03FED744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88151-BCF0-4A9F-857A-5F5531A1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B6FD30-675D-4886-A52A-9E1687E9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CD2421-658F-4150-A106-894A4689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7DE05A-2141-47D5-A539-D2B14089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CB7103-A1B7-4319-AD66-AA83E09A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BD4FA7-D77C-4033-B4AF-53D2C90A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B0214-B4C2-4FC5-BF6D-91F482B1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7C572-6D65-4B32-B461-C8A635B2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BF23E-E65D-4D2E-A31A-F914539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C6E458-B85E-4CE3-AC28-4FF976AD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868A3-269D-4645-9019-2FE872F9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AFB0B85-606D-4537-8FF3-FB54C0E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004C2-609A-4E0F-B591-EA323F0C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43C5F-DC21-4B81-A810-673EB781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D7FFB0-A0E0-4386-9D0A-E6896D7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F803B48-9640-4556-A10A-DB6B9A0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B7A8578-3007-4296-9D33-1501E9E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DAC27-C3A9-4E94-93C9-E4022609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5188211-B58F-49E3-95DF-C94EEF01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75C376C-7234-4B7F-B252-750D1FF2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A3E0C-BF69-4CC3-A1CE-E961EFF3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7379BAE-194B-4826-A75B-99D5E217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15와 새 후보 7+3=10 중 작은 값을 저장한다.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237C036-7596-451B-BF07-BBC6B73D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430462-4EA4-4FCF-B8C9-313BBE19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1F77AD-EF7E-42D9-ADC0-DF34E960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F021A-403E-4BE1-A5E7-9A9DDEE4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FCD97-567A-482D-A270-EC3A6A51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224E24-CCC9-4ECC-84A2-83BC6531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325818D-B7C0-4CD0-B3CA-FDAD134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BB6845-0CBF-43A5-BCCD-A3ADF43C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EF243D2-6FAC-4EEE-9537-5E3AD6E5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8C851-E9ED-4ECB-B87D-4C4EE4B1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B305B-E786-4575-B078-8C5BC23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ABD1E-8911-4DA7-8CD7-020F2D39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813A824-0DDD-441D-828C-FDA90F60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AAA8EC-1541-402D-B7E0-25F5B5CE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844340-6527-4962-AC88-7885C639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D7C7C-46C6-4153-AC0D-4022E65E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D9366-1429-43A9-B584-86D18ED1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0EC5850-4549-4997-B1C8-A1860C1B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0708C04-0F82-48C2-9481-6C095222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90127B-A8C3-43A3-A5C8-1DBBD22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6761C-C72E-409A-BDB4-E7544577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8C102C-E0F9-46A1-8CB3-3590B10E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67FF764-C8F4-4F1B-87B0-685984E5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8B1F7-5F52-47D3-9383-8A170F7A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861DEE3-BA7B-40D2-9C01-5973A2DF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후보 10이 기존 8보다 크므로 갱신하지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AAC281-B84D-4090-8B03-8521D16F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59B32C-0A33-45D7-B12E-3103AA2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CE95E8-229E-46F1-A984-8437D6E0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B516B-1039-4D89-834C-5F4B69C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19620-DF3E-4E97-8069-FEB7D905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466B6A2-B9B1-44C0-8BE5-34975D3E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4D3317-C66A-4BCF-ABBA-F99B3C08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741B83-E6E9-4A4D-BA31-B8BF3F1E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오래된 항목을 건너뛰는 구현이다.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322A3B3-955C-4643-838C-07F537D3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12CE3-F92B-4F01-A6DE-9F0B01E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3D7A0-C292-4145-BB95-DAFEEC90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8B326-6A04-4E50-80C7-2BA8ED29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60E610-7DF1-4A5A-83C0-1D7A0C7A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C07038-2E1C-47E6-8C1B-5FF9876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A96C7-B670-4B25-B31A-CB5019FA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D378A-14C1-4E56-A0DC-BA42E4AD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1B6C7-4B38-4117-97C4-515B33CA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389C4F-4C58-45DD-9DF3-370DD8E3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1C3604E-31D6-4C1B-B443-478A42BC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7B0CCB-9996-4F81-AE03-8707C423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 횟수는? 오래된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항목을 건너뛰는 구현이다.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EAF10-AEE4-4E7B-A57A-D30E2E5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D8B90C-D827-4BBD-BDA8-94455F5E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1FC3DF0-F3C4-43C7-8AA4-EBA36D1D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730DB-D397-401B-8FAF-58414B91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B08B95-31DF-4641-B247-D9DCF2A0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9&gt;5이므로 이미 더 좋은 경로를 찾았다. 이 항목을 버리고 다음 항목을 꺼낸다.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5A58C36-F20A-4EE1-A248-1C1B67DC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7493A4-10D3-4D52-B8C7-98DAD49B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BB2F9AE-184B-4BD9-9ADD-0156F6D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9E639-BA80-490B-A129-E650E2E8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6D88F-C6EC-45C4-9743-DC8B721C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8F811B1-3CBD-4B47-ABAA-F3E0DEF8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858F47-6983-488A-A8B2-07301927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91A0ADA-3C3E-473A-9ACD-6CF5AE27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D88D75-587F-4C62-A490-3DBA3E18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0C8FF-3FB6-468E-8AC4-9D3B61A1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4D347-C395-42A7-A861-5062B5AC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5F743-B4BF-437B-A487-1FB78B0C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5630C7-71B7-4D85-8A5C-7B4610AF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AB9A2C-D07B-44D0-8F9F-38CACAA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86619-A204-4070-9DFE-D58B98D0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1C570-AE3F-4226-A928-16B58B8C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C50AC-D63D-46D3-8C87-B3C02BA9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304AD3-85E7-4A94-98FC-86B5E5CD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422CDA8-C98C-4039-BCD1-FD3615D3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D828F9-A04A-4F50-AC59-AD01B117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1199F-1403-4E7A-BF76-88B0F06E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BE54FC1-273A-40C7-B3CC-D73F9E5E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[0,0,2,∞]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4F7EB57-55C8-47FF-81BF-B0CEBC87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8E271-C4A4-4DF2-8DBA-8F3DF4FF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133B50-7D43-420A-A0A0-FF3EA57E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 0인 간선도 유효하다. C에는 도달할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D3BE0-1723-4AC1-8D3B-53CC7CF4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3F015F1-50A2-4EC7-ADFD-396022A6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B6B451-75C7-4D31-A057-997B2BD6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42A52-1E9B-4FE2-9456-8D9F11AF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8D4C0-6AC1-4C34-BC8C-9DD32B7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8AD98-5344-49A4-A298-E22C81EC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67D92CC-8196-4174-82D5-54B6F79F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E881DE1-843F-4736-A84B-CC6AD04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순서와 합을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90EFC80-3579-4C58-84ED-A77E571E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46749-C000-40CB-8596-E6E2CC5C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04B76-F428-44C0-9AA3-AE54030B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55F030-29A5-4D73-B5D3-295A072A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41CB89-3A3F-4B05-82CA-DB03BBEF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407F747-9BDC-4905-AE82-F216E474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034E355-2CB9-407B-ADB8-7A3C9403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E0950-D5BD-4DE5-982D-1E8F75E2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C5F14-3E7C-4D6A-B855-EC677137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16D4A90-2283-4E48-965B-342EEB6A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DFE3FC-AF60-4349-8C68-76C2B1FF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3B8949-BA41-4350-9826-AA51385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 처리 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순서와 합을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008D4-B544-4139-B9F0-CB7D40C1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C92F61D-5733-42DA-A76E-FA6AA34A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순서 [1,2,3,4], 합 20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EFEF0-2C8A-4D67-BED2-A51FD95E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10EC50-E89E-45A4-8FB7-14701A9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9DBD7A9E-32B5-416F-8471-DB8E7589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누적 완료 시각은 1,3,6,10이며 합은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9B6C8-E1DB-4A78-BB90-AA2A5689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18F050E-8263-4AA8-8F37-DDECDB1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591CA9-83A1-4368-81B9-48CBF151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9383D-7905-4993-8761-7CED3E78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52C18-50AD-4692-BAF5-EBA27C71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52269B-C5E6-42A0-B179-72D1C28B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632C1AA-77A1-43A3-8318-536DB33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35FC7B-7127-4CF0-94CA-D53811EE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458A97-C5CF-4190-A945-C60F973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CC84F-9903-40BF-8028-1C8D9CFF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52B3D-5D5B-498F-A73D-454DD9FF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4580A-E095-4DAD-91DB-C7A3D9A4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931956-2B0D-46F5-BD47-5C97A172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04AD314-8F22-4D1B-A46D-74C61481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30171D8-E624-400C-AE13-672A6A1F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9AA60-18FD-4197-AE6F-A060B986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D4B4C-D58E-425E-AE43-EFC6AE26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44DC7D-0168-4608-BF52-30A58FC2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B8FC86D-8936-4987-838F-352FEDB7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1313BD-2615-4296-9FA5-3283BB05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67DF1-7F73-4DC8-971E-41BF9C90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A11B11D-F155-4ABA-8214-73D29FF5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 순서 17, 최솟값 12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417BE29-12FD-4FA8-B578-D97D3B21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F179F-BD53-46C2-9974-1E49A744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7F719D-CDB3-4AFF-B42C-3548DB95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 순서는 2+7+8=17이다. 정렬 순서는 1+3+8=12다.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AD74FC-FB22-4016-8C9E-CB71C577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069294-0187-41AC-9D64-751B6F01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EC699BB-35EC-4B9B-86FF-4541BA2C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95852-7849-4961-B3C1-8D86A27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C6200-F4AB-4802-B06B-0F34AFC7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F2B48FA-1AA7-4465-881E-D5D11328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B969373-1788-48EC-9EF5-5F8FC76B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6D1E9DF-7555-43F3-90D7-C87FEF57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D319236-F3D0-43E0-93D4-D3F63CD4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77914-B87E-4F4A-9109-CF9F3FD1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2F84C-DC9A-451F-B4B5-1847583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1C0035-295B-488C-80DD-BFA8BE12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612E93-71E8-42B3-94A0-89A1A25C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5337240-8FDB-4D32-9B36-6132AB4B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0CA62-07BB-49C7-A6CF-8A9CD1B5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9E26E-972A-405F-A783-D11B4A8F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0A889-893E-425D-A532-40210E6F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BE209-F9A9-464A-8C9D-3341104C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998FBE-624F-42BA-A260-33C40D13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034B76A-6F7A-461A-84E5-B3F3C2C6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9AC47-9555-4092-A704-9064476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BE9175-AA4B-4D6A-8842-B28D4E87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CD314C-6352-429E-84F5-88B8A473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F0F06-9C29-4D11-9248-9E3414BE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BC48CC-C99C-4E05-92F6-0569F56F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시각은 4,8,12이므로 합은 24다. 같은 처리 시간끼리의 순서는 영향을 주지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5127DB2-F102-4234-A7F1-62E1CEE0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B93808-348A-4A01-84C9-9D7CA547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6765F5-CA3C-4E4E-A2DA-5D2108E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3ACD8-4500-4413-BFB2-B8F0685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21F2C-77E4-4E2A-A94B-4769953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378DFAF-83AC-4FF8-ACC6-99EE102D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0C9C0A-C45F-4E6D-BD5F-BD317F0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606A4-54E8-44CD-A481-A4A75C56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반박하시오.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7478B5-C8EE-49EB-9650-1060FC0C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50E1A-B907-44DB-A98D-8940F43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C726F-6E6C-493F-BE45-71880D22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67643-3D0B-40D2-A9FF-FAB44F36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009380-370C-4662-9ED7-B53C070A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8442E89-F410-4DF0-B9EC-ECC603E2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394ABA5-6F8C-4ECD-AC71-DB228D85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301C1-336D-42B9-9A7B-BD65A556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1EBA6-0E00-4DA3-A94E-B1A093AA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DF3AA20-76C6-42E7-9A5C-B3E40AB5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A793925-B350-40CE-A6CE-56980C3E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E1D5EF-2644-42E7-8A44-37AE656B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 반박하시오.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59B1A-7AB2-40F6-A671-0F45888B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BF230A9-20A3-4A3A-8A83-48DB8906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탐욕은 4+1+1로 3개, 최적은 3+3으로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01EAFE0-FE66-4E74-875B-CA99CCE8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5BBCF-350D-407C-8012-036CD500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A06155-FACD-40A9-9607-A63509FC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동전보다 금액 6이 크므로 한 개로는 만들 수 없다. 두 개짜리 해를 제시하면 최적성까지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0DCCC38-9017-48F2-B9E5-4F40031A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190AD3-F22A-4FEA-A212-AC10F867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74C761F-0A4A-4F5C-9D23-9F7604F8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A70CC-1770-4166-95EB-9A324584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49619-38A9-4117-A7C3-866728ED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77A96A-6691-4E19-BC30-2BE16274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81B8B8-51D5-4CFE-8F9D-A93104B9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DCC0035-B5D7-4569-B6F4-EB09AF6E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24FD7C2-D367-4F0A-BA4F-D4BCB47C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F02B4-0592-4F45-9AFE-83B9A3B7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10262-A13C-4C55-884C-68E6F982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25416-BCC9-4E7A-B2E9-89181263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7A409-602A-4C21-BBE5-0276E102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259F45-AE35-482B-A122-D7C47FE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64ED9A7-13F6-4DD6-9A8D-D23A71CC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0C3F8A-03CA-458B-8FCA-8766CCA1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39D48-BA0C-477C-A774-2538C6AD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04A6374-B685-43F2-A00F-110C49B2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15E72C-7DBD-4274-935C-090FA5AB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A57744-E1C4-4587-AB9C-30C33364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2E60F-9CE5-417D-86AC-3E0F9D90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2E991C-FC1E-4AEC-A502-7C4DD021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1원 5개는 5원으로, 5원 2개는 10원으로, 10원 5개는 50원으로 바꿔 개수를 줄일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7B9AED6E-A0E6-497F-931F-CDF06F1D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553CA-C1F2-4689-8E37-FC4AF765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F749B934-E4E8-49E8-A3AC-5727CA2E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최적해에는 교환 가능한 작은 동전 묶음이 남지 않는다. 이 제한이 큰 동전부터 몫을 취한 표현과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4A8765-B0DF-49A2-A40A-84B99C6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8FE8AD7-E05A-4AA2-A0CB-BBE7A709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5C327B9-F444-44BA-867A-A6CE7BA5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296AE-0BA0-460B-B67C-EE4534EE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5379D-B7FF-4226-8A37-24F3F54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48014E-33B4-42E4-8898-E0E568C1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F5668B-503D-4BDA-8BF4-B55458CF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7BB5F-4F98-44F5-BC70-C5336A3E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EF7873D-3B81-4CA9-80F5-9C8058C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61982-C485-40DA-B356-74E0CB98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4F8D4A-42F4-404E-8955-2EE6760B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FA916-267E-4231-A061-784F6623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D201B7-34E3-4A68-998F-8322F792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F60EC1-F530-449D-AB81-B5E1A71C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4ED6892-5F86-4ADA-B4BA-539A92EE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E7860-7F77-4785-9E2B-CA15597E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124A6-012C-43FA-A23C-88787043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12A827-8D96-43E0-88BD-C49BB88C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68B278-D8F7-420C-B9B2-0DCA91AB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0563DA1-28BE-4384-8A17-16260EDE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59458-2432-46B9-B384-ADE7891E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377483-9412-4575-A03E-6ADFF4BD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A[0,10), B[1,2), C[2,3). A를 먼저 고르면 1개, B,C는 2개다.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CCEBAB2-9C25-461F-A674-626B7C17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FD147-6012-42DA-BE7A-57CC4C21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311286-2B4D-49CE-8465-37DCAA2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일찍 시작하는 긴 활동이 이후의 여러 활동을 막을 수 있다. 끝점이 닿는 것은 허용한다.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2BADC49-12D3-4CE0-9CDC-4F5EE901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9F5D91-66D3-4EF4-A520-85258DBF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5C5272-4D39-454E-B59F-CE4D204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F778A-D301-4935-A207-B5401049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87BFD-EC34-402A-B2CA-937F2210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5ED8CD5-86B8-4D94-98FE-ADF185DB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8D4FA3F-4F42-47E1-9EA0-AFCCE984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74E52F-729A-4C1F-8B84-633E6E8D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22DF35-6C71-49E6-91FE-FFA548D9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5B450-30E3-4008-A7AF-9F511513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26AF7-392C-4D1B-803D-0712AE71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03609-1923-43B2-859C-DA8A8FF1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456759-7F91-4774-A860-7737B5B4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6A9A8A8-31C4-4DF7-A4E0-C0F15038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926959-763B-4425-8CF5-4E518E5B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B3C78-139C-44E9-A13E-D85C7DAE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6366C-8761-44CB-9934-02D993F0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DA7419-B3D8-4618-B13F-1EC46EC8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CB491A-0845-4C75-8A4B-F6F25051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50D4DA-B466-4067-A2B3-5D4D64EC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23003-CA17-43EC-9F16-C50AF798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E73D26-7410-411A-B065-630F2CF4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활동은 최적해의 첫 활동보다 늦게 끝나지 않으므로 뒤의 활동들과 충돌하지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075DA7E9-DFB8-4457-A399-B881EFBA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8C02E-1BA8-4869-B500-BA4BAE4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FD972C5-2F89-432F-B941-A80F99A0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 하나를 바꿔도 개수는 같고 남은 일정이 유지된다. 따라서 탐욕 활동을 포함하는 최적해가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존재한다.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AEAD52-17D3-4D03-9153-C389CE7B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3250BD-AEAE-45DE-89A3-EDB07AE9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62E863-7F75-44DD-AAFD-E00A0604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F866E-72B1-4405-BA65-06F05420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24D6C-BF3A-41C6-821F-C52C377C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9BC822F-8543-469C-AE27-620A814E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9408F0-3A57-4B64-AC7F-70A6E076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8037E4-A2F4-4460-8DEA-C066A0C0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[2,3)을 이용해 오류를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4FFE4EC-EFCE-445B-B9BE-A5965BF9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91A3C-4C2D-478D-9334-F55E2898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41B8D-D7A4-414B-9D64-553227E0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37EE9-BFFE-4E13-818B-3ABEDF6F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D6858-74A0-4291-A4A7-E3532223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A2F97BA-0270-4796-AAC7-089D3461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CE88FE-1BC1-47D7-8714-87973289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5EADC-71D1-43BD-B1AD-26632C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9ABE5-1D5E-40A5-A77D-77DEF787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34C8FC-9945-465D-8993-DCA4612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D05234C-B3E2-48C1-8F9A-E5DA1028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A68AB3-ADFA-4C47-ACEC-AD18B732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 [2,3)을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이용해 오류를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BE72E-0D59-4C44-A0FA-7942EE02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369200B-25E3-4D8F-9C50-976ADF4A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첫 활동 선택 후 두 번째를 거절해도 last_end는 2여야 한다. 10으로 바꾸면 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번째를 잘못 거절한다.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3A3B7B1D-A429-43CA-B106-297E25ED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D6C4E-ECC6-499C-8313-0D5FD8A9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02E247EB-6341-4B54-BE72-2228DFE1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last_end는 마지막 검사 활동이 아니라 마지막 선택 활동을 나타내야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D929C0-D412-4BFB-BD02-C6378B42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34BAC6-EF34-431C-B800-3CEEC83E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4C298A-1023-432C-A00F-8A0CF476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157A2-7989-424D-823C-978088B4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7FE52-6613-4FE5-8004-77E1E272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4B2B1F-CC45-4982-BAA9-72C8286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010CDB-04E0-4571-948C-B0853A51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16BD8A3-B883-4523-AF38-BEC74F47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EC5C675-A71B-43F1-B00B-F3FBF531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2FE48-39F7-43CE-8424-92C9BEB9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CAB03-7C7F-4F06-ABA4-EA4DC660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A57AC-2F6D-47B6-8E16-725FE92D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189662-93B5-4E04-A79C-DFFF11E7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0B419D-5FF3-44AA-BD41-0265A544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EE37C8-0091-44C4-84C1-3FD63A44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A39AB-E91C-4FFA-90EB-E37ADCFC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0D67B-32F2-414A-AFBD-E5CD4029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8359E3-6C29-4A7E-AF4A-06B0A86B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F56A9F-EDE5-4D7F-8279-321F9B27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17E840-1C4F-4483-B5EC-B15F5EE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3D385-80A9-41CF-9F1E-E9C7BDAE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628FD4-A6D6-4EF1-A690-5FE861F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용량 50, (10,60),(20,100),(30,120). 탐욕 160, 최적 220이다.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E002595-305D-4537-809C-32658114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9EBCA-6F08-4CDF-8D9A-7B40A6B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E0D3A3D-4730-46A4-9681-F83E141D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가능하면 마지막 물건 일부를 담아 240을 얻지만 0/1에서는 남은 공간에 일부만 넣을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7AD5EA-22AF-4D4B-A028-F37F38D9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2D4E9F3-258D-4BF7-891E-0D52C10B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0DA640-4DDC-4B6C-B3B5-F5177F75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D2036-B344-454D-9430-F2FB757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A21BB-FEC0-4782-B668-BD709BB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25F3D53-F31D-4A1D-ADAC-CFBB5A9A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A44D1A-C2C8-418B-A496-87E0448A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B7934-EE00-4323-BF11-2890FA4A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383E4D3-247D-43A5-9392-F8C31B04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F2017-C89A-403A-B0F5-7EF199DE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95907-41E0-44BE-9C88-B849D9A6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E2F08-1FA2-4691-8359-12BB37EF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EC49F32-A333-4BBC-A9CD-3532C4E4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6757717-020C-4CAF-B78F-C654D0F1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35D52D-0AF5-48DA-9DC2-81D50EE9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4D601-5596-4FCB-9A10-F44AB815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C382E-6B7F-4A7F-BB1D-F8749424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7F93B2-8B28-4457-9DC8-8A674123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59EE2A6-24F3-4B74-96FF-A4979D08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902EAE-F934-434B-A8DC-C642127C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1CAD3-0AEB-44A4-B413-FB682D93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88DFDE-54EC-4730-BD3F-FB40B1AA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담긴 낮은 밀도 무게 ε를 빼고 아직 남은 높은 밀도 물건 무게 ε를 넣는다.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4629829-8574-4807-8A2C-1993B127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1FC7E-5F47-4077-911F-2C29AE83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E0BCE18-69CB-48BD-843B-74D6E6FD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총무게는 같고 가치는 ε×밀도 차이만큼 증가한다. 높은 밀도 물건이 남았는데 낮은 밀도를 먼저 쓰는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해는 최적일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610EF32-D151-4E0F-972F-AB8C1BAE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272F06-3C83-4BB4-A20F-E35F17D9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717E277-4A64-4BEC-BAC3-8EC513CF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65368-B342-4B14-9355-AD2600F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33695-C536-4A3A-960A-3A949305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2D80B0-7A12-43A0-8EC5-6B62CF90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5D8BA5-179F-4FB2-9727-BC1FD49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1C9A6-A8BC-4E43-9FA0-52001A06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올바른 계산을 쓰고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8A354DA-C72F-45A8-9E47-B31C64D9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661D9-98BB-412C-908D-6190FDFC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D03F5-B244-4A74-830C-0AE9B4A1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509F5-D0C1-4951-8256-C4C75BF1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0C0B5EC-0356-4430-8128-2886D54D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8C49E99-28DA-41D3-B08B-FF4F372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211A56-A037-492B-B646-6C48060E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FE9BC-1064-41FE-989E-5978795F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DADA6-D399-4A0B-8FD6-3434D252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A44CF6-931B-48A3-BAD0-B720811B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282B7A7-17E3-4C4C-A644-35E5FBC7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228297-5589-42EB-93DB-DC75ABCD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 올바른 계산을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쓰고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40719-837A-4144-94E2-C83F9FFA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B8D3860-4636-4121-9C7E-8B0DECC3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 가치는 v×r/w이고 추가 무게는 r이다.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CF122F1-214C-4E3A-8863-5E1B88A3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BC177-5682-4FDD-8AD5-FBF46220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E6D0A58-4FCF-4A6D-B8FB-E095F0E3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물건의 r/w 비율만 담았으므로 가치도 같은 비율만 인정해야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EE43BE-1BBD-4F00-B14F-342E36A4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147784-2719-43EF-8B5F-1F451CEA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A09754-ADF3-4445-88DF-E702E78D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0E497-28C7-4906-B2B3-9389D9EC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A42A1-F0C5-423F-8CEE-C3181D02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4B3864-36E9-4B1F-AA9D-4EE1B1DF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7E814FF-D4C1-41DF-B15A-509F0C2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C58182-DDE9-4C9A-B353-3A32AEDE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8B8C663-1845-4307-A2E8-2FDEDA47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B7C3E-B769-4CC2-80E6-0E00A679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B3A43-A9C9-47C7-A229-5D4E20A1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ABA3A-6ED1-4833-B26D-0F28016B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9EF35D7-2015-4CF6-AD00-C9EDA021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848485-1D78-4DAE-BC25-529A6D71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005BC1-661A-4EF4-8C15-17E60EA4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0268-09A2-4198-AB8B-479CC5A9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ACEE8-412B-4D76-B9A6-C359A92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35C50CB-314C-470C-A2B2-1CCE7E1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B3B3C13-C346-42D9-A7B4-F4782473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CD964F-A907-45E8-AA5E-109738FF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B077C-79B3-4342-9C1B-68BEC69E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8EB25E1-BF2B-48C7-915E-16CC4F04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정점 사이에는 이미 선택 간선만으로 경로가 있다. 새 간선을 더하면 그 경로와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함께 사이클이 생긴다.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8A8BB35B-3A1D-404B-9F6E-0B572DA0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03817-8E52-49C3-AE94-E295293B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7AE2F1AA-421E-4DFC-824B-5DC9B85C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신장 트리는 사이클이 없어야 한다. 서로 다른 요소를 연결하는 경우에는 이런 기존 경로가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F745F7A-A32A-44E6-B1F2-6F71FC94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5122A6-E293-4331-9A6D-F3B59987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88B44-9DD1-4888-AC38-39A4384F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3312D-1F78-48BD-88EE-2060C83F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A56A7-3C68-485E-80DD-118D9B93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3322EA-2404-4201-8933-C5E0E85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0BC3F7-A817-4F8D-904E-D348125B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1722E6-2CEC-4AA1-BD5C-1B4FF6DD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Kruskal의 안전한 선택을 컷 속성으로 설명하시오. 같은 가중치가 있을 수 있다.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10DAB91-FF49-41B8-97F9-56A39FD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9E4ED-2381-4EE2-97EB-84A78BB3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240EB-7D43-4D8E-9852-B965D041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1C6E9C-A8C7-487C-AEEA-52CD28C4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A2EB390-2B8D-47ED-AF2D-926DD590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E4CE55-7744-42C3-9543-4EF5A900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44E2CCB-9504-4FD7-A118-91F3C76A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1D400-48C1-412B-985A-7E784CA4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788DA-8A66-40A1-8077-F8D94C3C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DCB00D-2527-4122-909A-32D534B7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45EC4A-28C2-4694-99BE-5A466077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143A19D-8D13-4E00-86D7-0BBF28FD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Kruskal의 안전한 선택을 컷 속성으로 설명하시오. 같은 가중치가 있을 수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94883-ECF0-43B4-ACCB-667CDAD4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AE6CAA-94BD-4638-B542-4C6DF9B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연결 요소와 나머지 정점을 나눈 컷에서 가장 가벼운 연결 간선은 어떤 MST에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포함될 수 있다.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37D36BF5-387F-4EC9-A279-81430F02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7D248-D1C8-4F09-AEC9-DEDCCDC1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53A61249-D6CD-4039-B228-5BCEBCDF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그 간선이 없는 MST의 연결 경로에서 컷을 가로지르는 간선을 교환하면 총비용이 증가하지 않는다.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반드시 모든 MST에 속한다는 주장은 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0EA0F3-B6EB-4FD1-B83C-67DCC9D3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F6E91F-1793-431D-B9A3-17F324A1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B27FDD4-4588-4A51-AB7A-BC1AA73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9762B-804D-4400-A192-E0A77D3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AAF6C-5711-4BB8-8B82-AD69EA03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AEA751-6355-4021-97CB-8009D43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F1AA7-F12C-4734-8FAD-63F489A5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1ED721-BF25-45D6-ABA7-B7033E03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6C2A1A2-BB38-42EC-AD9B-794DEFC8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5D478-A687-4519-ADB7-68E393E5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14451-E8CF-4EEE-8CD4-F240D299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5AB02-952D-487E-BC5C-F320D858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10634C-82FA-4A0E-A293-DA8D78B2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77DCD1-C935-4EA8-B040-1BEC311F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E175E0-0B58-41E1-80C8-857BC514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7EDF7-463D-467B-89E9-45E95AC9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A97B3-D6E6-4AF2-9949-FF7BEC5B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220145-D814-400E-8C3F-155F2D28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3E7A48-F11B-4258-BD99-74093BC3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B88E14F-2B7B-4673-97A2-0A2F22EA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FE74C-5DF1-4438-88AB-A298853F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C31E45D-650E-4464-BD76-C03E42B5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AB=1, BC=1만 있는 3정점 경로는 신장 트리가 자기 자신 하나뿐이다.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71DBB67-3918-4B9D-A0D2-BBC70F85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3E3F09-6570-471C-BB07-B7555DC7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18CD6AF-8BAE-4965-AB14-893ADAB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모두 다르면 유일하다는 충분조건의 역은 성립하지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0ADE5E-346A-42AB-A94E-05BE6684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7A3A33-7862-43F3-BD1D-DE77AF6A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2A0DA33-7126-4A8F-ACB9-958DBF95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C79E7-BD6D-4263-B07C-33BBA54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D5DCD-D860-4B24-AFBD-7326E779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05C73F-A880-41A2-8B63-580BEEB1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E865B3-0E98-4C92-AB97-BA2ED8F2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274BF0B-6E2B-4EC7-B537-C646D7A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F92A7D3-BBF6-4D60-B344-7E56C4C4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1168A-F76D-4114-9D01-18AC556C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A3799-31E4-49E3-BCC9-41C2B4E0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E3CC9-76BF-4652-9824-7DA32EE0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9D3FA63-A05B-4766-AB2A-3C9A499F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697D9A-EEB1-492A-8C2F-FCE8650C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799057-3DE3-4F1F-835F-3578AE3A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171A6-C319-4F16-9252-2B29C404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C1AA2-2762-42B6-8ECB-ADA8999B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2212502-EF8B-47C5-9604-A9415158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662D978-A746-48A2-ACEC-EE02C010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8B0951-D589-46C3-B4B2-8A72155B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7E0C3-45E5-464F-BF16-132C9D43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D0C5601-E008-4154-9896-83F7B1AA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V−c개다.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A80DAC-A0CE-4398-BC82-69B64AF9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AADDF-D40C-44CF-A3CA-96541C62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F87935-BAD9-4891-8776-CB3FF97D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연결 요소의 정점 수를 v_i라 하면 트리 간선은 v_i−1개다. 합하면 Σv_i−c=V−c다.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5D7E912-F1B0-44D4-A927-328AD551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5CA32F-0796-48E1-8809-19535A10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DD0262-370D-4A4D-80CE-BCDE193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5586A-7AB6-4530-AA23-1DE4A82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F1116-91AE-4951-9827-8F1AEF27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4617E3-3366-4175-B7DC-23135489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601CDA5-2970-48AA-959A-E6793070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BAB7EDC-0EAA-4CAB-ADE0-3232AED2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7D778EF-17D7-4359-9958-90C6A72B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A642B-DB1F-401A-B00B-603A431A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4551D-2D93-405D-B013-AEB59C6B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D8C7-AF69-4590-B42E-EA4613FE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C22792-CDB0-4CE3-9BF7-DA203145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5AE26E-762D-4B08-8BCD-C7F6114B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30028C-7D7D-4838-91F1-41BC3278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4063C-95B1-4666-BB03-AC9AA9C9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0BABF-4368-4519-B1D0-E8009B1F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5A463F-AB08-4E50-87F0-803C9B13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FD3BCD9-1FDE-4549-B88D-4E3E9D76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AD91E2-3EEA-450F-9D67-397F22F9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ACA67-87A6-466D-91E1-27811527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9C529AA-B07F-4134-9020-453052F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모든 도시를 한 번씩 방문하는 경로의 비용만 계산하게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1EFA88-8AF3-4146-AFEC-14099EC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F7B98-A229-4BC0-8355-70A2FE2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123BBE4-8755-4BA9-9108-D05B9A53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순회는 마지막 도시와 출발 도시도 연결해야 한다. 누락한 귀환 비용만큼 순회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과소평가한다.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06B7FE-BF45-4776-80D5-D44D132E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00BA22-5D1F-466E-9E01-BBF48A8B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0F96988-5E46-4C9A-855E-E14A00F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CEBDE-FC89-4099-8EA7-9921E5E8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9B6C6-CABF-41B0-BBF3-D97C6597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7D75B63-BF38-4D61-B7D0-51714992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9E8C086-9F9F-426F-928C-8F47F66A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67E7FC3-D284-4C56-AA4F-5A2F99A2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34EE6C-01CB-4545-97C0-87407E90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BF3CE-EFB0-4E23-A6C4-FD068AE6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6C1F0-C21C-40C2-BC6A-61874791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53C785-2932-42FC-8008-23E5AF91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B0511BA-B924-4DAB-99F4-7CBFE757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EEAB97-1C61-4673-85EB-6E7031CB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F80324E-D7C4-4FDE-AA0D-2527A78D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B5294-617D-44B9-A4A6-81058629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66ECD-2AEE-4407-95CD-87933DBD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86626FE-7427-4626-A95B-50D39228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C7ED917-758D-46B5-845B-8C75AB1C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3481326-2CBC-4349-A166-79A4AA32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A1585-B240-44AA-A8F6-92CB56F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C7AE2D3-F0F9-483B-823D-C5EFBFD2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도시와 거리가 같은 후보 사이의 선택 규칙을 명시한다.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930E7B2-B8BE-450E-9868-959745B7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2EB79-D3F5-41AC-8AFB-B89D40AC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0791052-72C5-40A6-B578-210A3913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조건이 바뀌면 방문 순서와 총비용이 달라질 수 있다. 예를 들어 동률이면 도시 번호가 작은 쪽을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선택하도록 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773DFD-8AAB-4F51-A5F2-70D000B0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936B57-D2CB-42BB-AB16-18A28DED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D00ECA-5CEE-4902-86F0-6F487F4C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487573-1EE0-44E2-8AF5-16337FDD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3ACA7-8F71-4431-90C9-662A1666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16A604-9015-428A-B83E-6A5F8D82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82EF6A-1413-42B4-8449-A8B20FA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18B8C5F-3D0E-439D-BAA2-81A392A1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않는 Dijkstra가 S에서 A까지의 최단 거리를 틀리는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678DCF1A-79F5-4CEF-99E8-EECC66EA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F8509-6C19-4FFE-AB10-821DDD1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71AF3-9178-4CD1-BABD-ABC36648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416A3-B940-4AF4-996F-E82C3562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DDD832-46A3-4CC6-B2E6-B7C82082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E6DA739-28A4-4DF3-920C-C13678B9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76913-69AF-450E-9235-0FC03F68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84E273-8659-4E8D-A087-FCBFF511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2F652-6A07-42AA-A6BC-3D24B848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4BA3E4-F1DA-40C0-A4FF-BF266ED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7D1D2D-9EEA-4742-A09F-E14453F6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19EB35-F658-451C-B552-5209C201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 않는 Dijkstra가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S에서 A까지의 최단 거리를 틀리는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C4F5C-6753-4B1B-9FBB-43ADDF87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FCEF614-B3D3-43BE-9A2F-184BB397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A를 거리 2로 먼저 확정하지만 실제 최단 거리는 S-B-A의 1이다.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1983033-01ED-40A7-A1EE-884F592C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95928-2134-4DEE-8362-90FEDF88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A6BB72E4-C315-4BF0-8583-99F249F7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간선으로 인해 나중에 확정한 B를 거치는 경로가 A의 거리를 더 줄인다. 이 그래프에는 사이클이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없어도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FCB8B9-4717-4C7F-8896-BF63EC37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3E0EA0-9951-4415-BE0D-BAC20006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67A939-EC92-42B9-9505-35AC927B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D1CF6-0D1B-4175-B725-131CC7A6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48C06-B4CC-436C-8016-6E1B4145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A4161F-34F6-41CB-8EF1-D4EBCCDB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1BC285-2E52-48BC-8F3F-7431B4F6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77F3B7-5684-4EB7-B977-7F4ED87E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8F39991-4817-424A-BDBB-D541D22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73BED-CEA3-4171-981C-A6981415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97892-4BCD-477C-B89E-BE302BE5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1DA36-B66F-4EA0-880A-50B344E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3F33AF-E70F-4B0F-83F4-971AAB7F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737092F-FE25-48F7-A47A-8F602FB9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1346243-CE8A-4020-B852-49DA1658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3D207-0CB8-49A3-8AB3-493384DB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22040-B5A0-49D6-AB96-34211241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212FEE-D43C-4B57-A3D0-52DC1C4C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793871C-B2FA-4879-87E4-04C601F0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5C4F2EB-4874-4E05-A910-FA8E6456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 조건과 연결해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F4F1A-91F6-4E7E-B810-592AF9F7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5509F98E-6358-4DEB-A89B-A7A67D11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그보다 긴 잠정 거리의 미확정 정점을 거쳐 추가 비음수 간선을 지나도 더 짧은 경로를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만들 수 없다.</a:t>
            </a:r>
          </a:p>
        </p:txBody>
      </p:sp>
      <p:sp>
        <p:nvSpPr>
          <p:cNvPr id="11" name="text-395.79999999999995-64">
            <a:extLst xmlns:a="http://schemas.openxmlformats.org/drawingml/2006/main">
              <a:ext uri="{FF2B5EF4-FFF2-40B4-BE49-F238E27FC236}">
                <a16:creationId xmlns:a16="http://schemas.microsoft.com/office/drawing/2014/main" id="{B523FB9C-0411-46C1-829D-38D96DCC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999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AB618-579C-4DDB-80D8-EABEEAE0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4144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43.79999999999995-64">
            <a:extLst xmlns:a="http://schemas.openxmlformats.org/drawingml/2006/main">
              <a:ext uri="{FF2B5EF4-FFF2-40B4-BE49-F238E27FC236}">
                <a16:creationId xmlns:a16="http://schemas.microsoft.com/office/drawing/2014/main" id="{117D014E-20A7-4742-94B8-33973B94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719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확정한 정점의 거리가 정확하다는 불변식과 경로가 확정 영역을 처음 벗어나는 간선을 함께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1AC6F4-5D97-4E43-9B64-6CF26CB2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ABE107-EAA2-4EA9-8EEE-DA5098F2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3993AC-50AC-4793-A9F5-3134575A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23BF4-8648-4072-B73E-B0B8EF40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3A901-3766-43CA-8ACC-B294B88A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E64A4-7884-4EC4-9107-B4F425FE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0B9332-1C68-4589-97E5-1CAFC1B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68952D-DF29-4CF0-BE3C-5A368128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방법과 주의점을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8A61112-923D-4389-BE61-0C051B1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456A75-CE3E-46EC-8E40-0845A705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09A90-5F88-4486-9B11-21A896C3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F7141-87C6-4F32-ADCF-6570A85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B649004-254D-4B6F-93BB-8A9EF522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A2E051F-8C39-4794-A743-354CA8B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EEFEF7-F56C-4154-AC1D-AC5C9D8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AB5D0-E39B-4751-A744-50033868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2665B-D33C-45AD-8FE2-52AB6A9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F11B638-EB73-492A-B186-1FF44346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D938B3-7449-4BF7-828B-26BD544D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CCF9D7-D503-4797-BDA9-1672B88D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 방법과 주의점을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46F072-A6A4-4F4C-A4C6-894D1F5F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C46A69E-466E-4429-A83F-65CC700A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없음은 −1 또는 별도의 존재 배열로 표시하고 0은 유효한 가중치로 남긴다.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6D37700-B85B-4E85-9835-D39F18F9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DFE33-C12B-4F1C-BB89-A25523B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5E2432C-6256-49D9-A655-7227ADC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입력은 비음수 가중치이므로 −1을 부재 표식으로 구분할 수 있다. 거리의 ∞와 간선 부재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표식도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1451F-45D3-4689-8002-76DEA6BB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A9CCA0A-CB48-4CC4-AE35-C4490F00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BD9999-5DFE-474A-92F2-B3BBCB7E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5C472-4251-45F8-B0E5-DF8450C1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D6C4E-A630-42DF-A667-6DDB6B58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9F24C8-9DD5-46F7-9CC1-AEDF90BF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9D46651-F56B-464A-AED9-0EA8C41B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CE4C0E-F0F7-454A-9149-FCF57DC2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1C303A7-7365-42D8-B957-306C05F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BB052-EAFF-42BC-B34B-D78BE917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C0641-F50F-44FC-A386-CAB9701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1C823-C37A-4B91-AD86-4601097B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8FAD9-D094-4022-99C3-D6537967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0BE41C0-E9AB-4346-9E38-EA6F7217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7041E48-D2B1-441A-A66E-664149E8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0C6AE-681A-4F62-934D-B1ECB86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7B217-ED35-45E0-9C76-7BF3CA05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E4B2EE-3174-41C3-BB4B-737179FF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E435EC-40B9-4C8D-8193-2CE8B7B8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4191A-6C3E-49D9-9D93-01066FEB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2A6AAF-8AE4-4216-975A-58428960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69EFB93-525D-4551-8E3A-C69F9FB4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정점까지 도달 가능한지 확인하고, dist[u]+w가 자료형 범위를 넘지 않도록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51E583A1-4B11-4D56-BF27-2647BCE4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1C677-66CD-4071-8C0E-D71E2A6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E2C9CC45-4EEE-4C24-967A-D845E1E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도달 불가 표식에 가중치를 더하거나 정수 오버플로가 나면 가짜로 작은 거리가 생길 수 있다. 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상한에 맞는 INF와 자료형을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E568AA-2D9C-407E-9D66-397BAE84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A40E08-355B-429E-A5EE-B2D25277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1B2875-E5D5-4A21-8D3A-2A3DF4B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8E573-B173-4736-8831-C25D863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D77F2-4F78-42BA-8E26-D4B91A9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C1028C-8D2E-40DD-AF6F-32556540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B28F81-88FB-472D-8ED8-E37ED63A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DD9C75-B1C9-46AE-AC98-D7589B37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 합이 줄어드는 이유를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7B9EBD2-9541-45E0-9327-91A37DB8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02296-1D0B-4258-B947-B81DA862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CD4DD-37E4-4544-9EF1-01D5D153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CAD75-26BA-426D-BA21-ED109ECD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A665CE9-4F37-4DC4-9D1B-B82DC99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DA8EED0-A5A7-40C0-B418-2E1456AF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4AE2377-89AA-4C3F-875C-9EA61FF0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55092-0E06-4367-973F-2E8EFF71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255DD-A95D-4D2E-87B7-99676EA4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BE196D6-94D6-4598-83BC-2FC903C6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246FA6-3C7C-4627-A881-CAAFE9E4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DF087BB-0926-41AF-A170-AAE19687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 완료 시각 합이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줄어드는 이유를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D20E1-B48D-4076-A061-7A76A627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8193CCA-8408-4BE7-B3E0-9C56A419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a&gt;b일 때 두 작업의 합은 앞 순서 2a+b, 교환 후 2b+a여서 a−b만큼 줄어든다.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573CA81-7D72-49E0-BA10-5570CFB3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249E2-0D26-4014-8A58-CC9011EF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47C3B373-1BAD-4A11-B858-27A78490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앞부분의 공통 시작 시각은 상쇄되고 두 작업 이후의 시작 시각은 총길이 a+b가 같아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53A7CD-C7A1-4D7F-8877-83DCC617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1103DF-38CA-47C4-A239-E755DC06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7052043-6D03-47A7-882D-E1107C21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CB06C-457C-450C-8BBF-42AFCAC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5BC-5673-4630-8939-F43494D7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583D6-D588-414D-A345-F84A37BF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BBFA19-166E-4373-A453-FDF62F64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7D8803-8EA9-42C8-8323-1ADBAD4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증명되는지 설명하고 더 필요한 작업을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FD159DF-A239-4A74-9BD7-1C88133A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CFFF7-FAF0-4726-91D0-A6AEDA3C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9FB6F-07B3-4B9B-9AED-8E691EB8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A2CA0-AB89-42E1-84F4-90856716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7309FC7-737D-4AA1-B822-49B06667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C34B349-E8C4-4129-B297-4F821652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2586A5-EC03-4A45-B5DD-E4E5EEDF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F30BD-EC5B-40B5-9B8A-DF16E763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58E9A-5A58-444F-B567-2F3FADA8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A2228D-5E7D-4068-9111-D6291BC3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2FC31DB-480B-41E5-9396-E4C7E849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C17E4-49DC-4D98-9D20-38CDFB98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 증명되는지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설명하고 더 필요한 작업을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EC27A-33D7-498C-90FE-5F827C02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A6B82E9-5065-477A-830B-FF06A202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증명되지 않는다. 입력 전체를 포괄하는 교환 논증 등 정당성 증명이 필요하다.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2BF48BD-F37A-4E59-9E5F-417149BF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6AFB6-F083-41E6-822B-723314DC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C430A05-CF70-45D1-816B-5419496D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입력의 완전 탐색 비교는 반례를 찾는 검증 도구로 유용하지만 시험한 범위 밖까지 보장하지는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3D1DA6-7773-455F-9B4C-1C444116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A840F93-838C-4AFA-9895-0A60B993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E2F8447-DFA5-4DAA-8641-DDB0509E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45B68-0A37-490F-801A-18DB4FC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40612-9014-4F0F-A322-E3DE2D7F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98FCE2-5A48-48E0-9773-4BA8093E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4DFB31-FB40-4650-8772-C1CC9748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8750FF-1F1B-44F0-9D12-6750F373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coin_count(amount)는 {500,100,50,10,1} 동전을 무제한 사용해 amount를 만드는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수를 반환한다. 0≤amount≤10⁹.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E5947F-DDAE-4321-A114-A523398E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460EF-0614-4EBE-83FB-7220606D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C436D-BBEF-47C1-ABE2-743AAF75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655D4-87F5-437A-B34D-A75FE931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020C07-7D9E-4979-94AE-D29DF11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27DE387-29C8-40E3-9BB1-FF547192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683764E-055E-4DA4-9977-D06E70D7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6BFE8-7F8B-4C3C-942E-5ACA04BD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1C3B4-F4F8-4A3D-BCD8-687DC82A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44C8B9B-0B27-477E-A5D9-82553509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8C0CD5-DA14-4F12-A1A8-3F0B9936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0B715A7-7AF3-442A-9306-0D59A281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B3389-EB75-444A-961C-03C6904C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66FEE-57F7-426F-9621-4EE38F37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내림차순으로 몫을 개수에 더하고 나머지를 다음 종류로 넘긴다.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F1121D5-21B0-4C9D-8E97-67347577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7F276-4539-405C-B152-F8DB65E8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3FA254-B423-4A9B-80CA-FF35291B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7E19DF-C7C1-4820-B813-42106E18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671DE2-D619-4250-B702-132E6E33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9B45E3-0C0F-4A05-ADA1-4365AAF6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30B89-F8A2-4B15-9200-A2F4FC9A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6AD9D-5CFE-46BA-9FD0-A07470D2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E1EF59-F565-412A-9113-233C7469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CB8791-8907-4434-AB70-54A88166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EE1898-9A8D-409C-B5CA-6CCCE35C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activities는 (시작,종료) 목록이며 종료 시각 오름차순으로 정렬되어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0≤시작&lt;종료≤10⁹, 0≤n≤1000. [시작,종료) 기준 최대 활동 수 activity_count를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A25FBD7-6B86-44CA-B409-FDA7ADD0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DFE3D-506C-4757-AD46-56042856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B7689-0C65-498C-9D8D-F3234E1C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B334E-33C5-417A-B01A-D17A333F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D897528-7004-4381-9F71-89BFBB22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51291FE-D72E-48BE-8361-7A02DF59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2EAA5-9ABA-4105-B26A-FA8F2D7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9D559-1083-4070-AEF1-D3FD1842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40A2F-AD8E-4059-901B-C64B00E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1D6E18-1F87-4904-8163-5D528B6E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7B872C-0EA0-48CF-9D1E-53FA7714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D52845-C548-413E-9307-2F9D1F11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0094B-2A40-4B2A-9BAE-8A512B63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37CDD78-09C7-4F3E-8725-300A9B7C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 선택의 종료 시각 이상에서 시작하는 활동만 선택한다.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EE3CE3C-5B13-46C5-853F-A2838418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F4DD0-D73F-4754-AE9C-2DCC79F4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ACCCA2-5D1E-4FAF-B21E-32F094F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25B5FE-A162-4D56-BF7E-92FD8D3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A1F7E7-44E6-402B-B5A2-163158E0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0FA201C-1D02-47B8-966F-6E414B4C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E2C0A-2E9C-4ABD-9A81-03138BDA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7CF5B-5A94-4EE6-B880-0CFF2B9B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2023186-6A13-4873-AF22-05DDC17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67A0EF9-9BDF-44D8-8D67-03A81A20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A695BDD-CC61-469B-9917-F889D620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(무게,가치) 물건 목록은 가치/무게 내림차순이다. 무게·가치는 1..10⁶, n≤1000,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0..10⁶. fractional_value가 최대 가치를 실수로 반환하게 하시오. 오차 10⁻⁶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E12CB4D-0CE3-4467-89C4-0D575BC6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AB84D-00EF-41BA-8346-73AC203F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8AE26-FEF6-493D-AF82-D65A8E2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915BE-D967-4B15-A372-4F3C4786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8ECEB1-6CA5-4E74-B4C3-F0620AF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437F2A-0FBD-4DCF-AAB6-4B15FD35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81C7A0-75CD-4373-B9BA-EEFD29F2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9AB73-6F0A-4349-A607-42E63CE4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53730-F1C8-4EC0-BC01-30C1000A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A410F35-0D0D-44E0-9CB0-EBE9D1FA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1F7C0A-5C2D-4CEF-AE0A-D65038FE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97E5DC6-2DD9-4EC6-A7C6-99AB5B22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DD455-DC3D-4C8B-9015-A11D1507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6D4E809-6217-48E1-9B70-EB4C404B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남은 용량과 물건 무게의 최솟값만큼 담고 비례 가치를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C29B259-203D-411C-A091-9F6BA3A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6A693-A01E-42C8-84C9-49AC94B7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5DAB63B-AE3C-4987-9EE4-27A1CCC7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BD8ECF2F-8AFE-45B5-86AA-A120247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CCEA10-43A3-4C31-869F-8E7F15C7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5AA9EA-2516-4383-87C3-FD2415B9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1F9E-5679-49C2-A4E4-2BEEF0F9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7E828-159B-41E0-972B-FD862133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4EC1DFB-8428-4D56-AA30-DEE177D2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AD53DF-73CE-481F-AB5D-1A71F559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5F20EFF-46CE-4FB9-866E-E6AE385B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A38EA-189B-45C6-813B-331FB57A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91EE4EC-6E52-42B2-96D7-84A2FA43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8EFAE54-2A9B-42B9-9561-B1573CB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fractional_value(items, capacity):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F4D44C55-6B04-4DF2-A2DE-CAB222EE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C154037-5F52-44DA-A4B0-92C0D4E4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0.0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C3F37E-A754-4FBD-AF57-D100F253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D2F63AF-40E9-4097-A8F2-4361807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weight, price in items: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34C60506-7DA5-48BD-80D5-1E4F15E7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881285-5544-4829-82B0-6A6F6739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= min(capacity, weight)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3A573CB-5A34-45EC-9C09-E011C992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1345A9-A2C6-4079-91A0-46F43501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 += price * (take / weight)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D2A8805-508B-459A-B33D-54D2989B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8E989C-A1DE-4E08-80F7-0546D524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-= take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E5E920A-B01F-4DFE-B7DD-F557E25C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55AA45C-1834-42BE-A628-4EA0BCC8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09AB331-4DC0-4945-86B4-2029D124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34E4930-1D59-4797-8BEB-E5341B97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19F3324-9ACC-4EDD-B840-168322B4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0E5D658-B049-4243-A1C1-26FFC161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0FE9628-00F1-46E2-B745-CA87771C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C83B0-FA61-4B39-BA65-63246784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92656D0-EE39-4EBE-B67C-224935B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AA1613E-5BA1-4116-800A-85CB1DEC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C2056B-D405-4FCF-AAF8-9A00A352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A913C7-E02E-4379-99C3-6F515130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54C1A2-E2C3-40D0-9050-0CC2AD25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18F4E78-E0B6-48D1-AC39-FE3704EC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699F0214-D9D0-4C67-A45F-B0894D7D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5C5E2-B936-44FC-A2C1-4A676CA9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B0D7E4C-2896-4D29-BF89-C361F829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480AD32-BCC3-4399-B5A3-81B69B2D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 fractional_value(const int w[], const int v[],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6A3C9CBC-CFFE-4956-B2A0-37C4A633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C3C9AC40-9C47-4D0D-8570-E2DA8D07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int n, int capacity)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0C85402-8477-4C3A-BB3F-C52A7E14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3E23514-01D2-4D99-BD19-313E82BE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 value=0.0;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28E3BF3-DEBC-4F5C-962D-6676A9B6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B6E824F-2B87-476C-9354-332A7680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 &amp;&amp; capacity&gt;0;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1C7BB0A-E289-4FAD-8170-903FB610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4F200AD-9FF5-465C-AF38-E58DF6F1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take=capacity&lt;w[i] ? capacity:w[i];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697B916-C94C-4E66-91AA-6DB7F47D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1E328F0-03DA-4D31-8285-52F19E5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value+=(double)v[i]*take/w[i];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DF98E719-8D71-485B-8F19-09FD5ACA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4D5D41-FCD8-4D41-9E00-92F2AEEC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capacity-=take;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37947-1D9C-44F1-B18E-F7AE0ED5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95E8F6-70DC-416E-8FF3-8C01D26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4712405-2E3A-40EE-B002-CE2A01E1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58E64E9-8887-4553-B2DF-1295C5DD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A6666BE3-C35C-40F5-A4F6-42F8CC27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FE34F74B-5463-408B-8C77-08F4BAD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D6C0991-672C-4F7E-A55C-E35FB28A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51B2B6-26DC-409E-BDB1-10F32738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8335D1-0A9B-4BBF-BDDA-BF0A476D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EF8D681-FCC7-46FA-A5A2-C70E1CBF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050DB-B95B-4BCC-BEC6-26BBC419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4FA93-345F-4AED-A6FA-E7363075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21DE50-2740-4B69-B615-390F2C5B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DCFA70-9E8B-40CC-A4DE-8B945285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5C3131-8118-4FF3-BDB1-A5B9BF9D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parent는 0..n−1 정점의 유효한 분리 집합 숲이다. 루트는 parent[r]=r이다.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n≤1000. Python의 재귀 제한은 충분히 크게 설정되어 있다. dsu_find(parent,x)는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대표를 반환하고 방문 경로를 압축한다.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811DF9-89D2-4003-A08A-E788E7E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DBB01-3C12-4C18-AD66-04A7B427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5C91B-6F6D-4065-A3DE-1ACCE74F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EC4AC-62ED-4052-8021-2C8761C8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4FB15A-2B1A-417C-97BE-35672519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345BA8D-C599-41BB-A35C-32109956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80043F0-E13A-4ED9-8C39-225925E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516F42-DB95-4A55-82B8-5F0E94D1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7DB9F-69B5-46E6-9285-16E35AB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CCBF0-4965-46B9-B4BB-D92FDB2F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411C65-A511-4284-BF60-B529143F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235EA60-97C2-4B0D-9AF1-579039D2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48526-ACE4-40DB-919B-58917812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A16D572-08CF-47AF-82E9-22503086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루트까지 재귀로 이동한 뒤 돌아오며 각 부모를 대표로 바꾼다.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3868017-C7C3-4044-8EC6-6ED8C9CB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DE0AD-15B0-441B-A845-2B46BD77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6BA874C-D7F9-4AC1-813D-929EE0D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A4B73-D3D5-4BC9-9CDD-9D39FEAC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AF86A1-63DE-4E8F-8CEA-039E0EA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E57128-509E-47D4-A3AF-29A9A658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B0129-5CC8-485F-AFA0-5EE82023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31AA5-7031-4A92-95BD-E13D07A6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10A1DD-B659-4D31-B092-CE5F981C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FF8C0F-4C16-48F5-A412-D0863A8E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EFD1D96-DC5A-4B39-8973-8E94EE07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2E8AC-2003-4214-906D-F4A6ED8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4208689-66EA-4D30-AA5B-ACCF46DA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99D5325-9753-4289-B9B2-CDD60F9D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dsu_find(parent,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6C5B9BD-A4CC-4B24-A1A2-CFD4DB07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CFA3AA-4565-4C04-ABBA-AB50FF18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parent[x] != x: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A5C5E8D-218A-4074-829A-15B2FFD4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756992D-0C51-44B6-9720-2AE21AD1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 = dsu_find(parent, parent[x])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56538B2-DEFF-497A-9054-198294F2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F7C1D8-7EB8-4540-91EC-0432D988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0B8A30E-D805-43D1-907E-0C45FFDA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DDF0411C-5832-46CD-B607-E41624F6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F15168-164A-41DE-A811-E138F18C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8FA658-90CF-4170-B155-F8463390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C8ED8-37DC-47F0-8C58-51EBEDD7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560A1-B521-4220-BDE1-D7F28E1C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3F5A78-815F-4FD1-8EFC-C2D5FAF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84548A-5EF8-43E5-89EF-FBAB98B7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C91B12E-3EF1-4DCF-A138-5C07A145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43203-8F91-4B05-9E8F-45A4B9D8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4E8CA3E-F5E6-4B61-951A-8C362621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F360813D-475C-474E-9B91-A3A30B6F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dsu_find(int parent[],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1759316-1514-4AD9-ADF3-74A1814C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745F8A5-1204-44CC-9766-6DC0885C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(parent[x]!=x)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A062300-6FE8-4F58-952D-54959191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FC53726-B38A-4079-B1EF-DDC6F68B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parent[x]=dsu_find(parent,parent[x]);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51B2571-9F33-4942-9537-D695CF4C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0F3A34A-875F-4EF1-9ADC-671E61EC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A5D9AD4-30E4-46ED-B9F4-98E4FC33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8269F76-AECD-4414-A17D-CFD3C296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4324920-76EE-4472-BCF8-491F0D4C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시간·스택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459FCE3-07DB-4428-AC6A-F24840C7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36B78E-554E-4F5C-B795-C46A1968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9A0CFB4-6E8E-4C80-866F-71EAF713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4C3A9-D13D-45BF-A724-280333FC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A7A8D-70AE-4F1D-BB8F-20B4FCB7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535BD3-CF82-48EF-B87B-D6B89337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4E2DD46-B08B-4C4F-9E17-8EBCE960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3DE004F-1095-4DFD-9020-D8953ADC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무방향 그래프의 간선 (u,v,w)은 가중치 오름차순이다.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−10⁶≤w≤10⁶. kruskal_cost는 MST 비용을 반환한다. 연결 불가면 −10¹⁸이다.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dsu_find는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66AF3-EA56-4DA5-88BB-4D0434D3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C67D96-16BA-4402-92BE-0AEC924C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58362-0470-4B57-AA0A-3B7B15B4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5131A-6176-46AF-822D-7E97A7CF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62B712-F738-4F82-BA03-6A7CC265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7ACA93-386B-43E4-83E6-2FF6F74B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ABA0864-421F-4D3A-9D32-36015031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6A4F0-4B9E-4DF5-96B1-E9F197B7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8E0E8-ECBC-492D-9232-182BB239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A1111D-33F0-480F-BB2B-3775F8E9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19EEC5-1EE0-46BB-B197-C8C1E43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449F55B-EA93-4ED9-9D7D-E1AAF265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56A1-5897-4A14-B2C8-FC2961DB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BA3D350-5B9C-4678-AA5F-C0A8B757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집합을 잇는 간선만 선택한다. 선택 수 n−1을 확인한다.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4429C30-183F-42DD-B2DB-7847C7CF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BF1207-50C6-46AF-A8DF-435E3269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2038415-F05D-4332-A9E6-FE469E0C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565316CF-ACC8-4633-8220-10991BF5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988D21E-2750-4F08-83B2-A5C1284F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B0FC8-8431-4D6E-913D-8D2FAEC3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D76A3-0D3F-4EE7-86DE-41FB1A93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0FB2A-8E20-4BA6-AD4F-548E88CB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4324610-47A8-408F-934D-F9E1C744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133582-9D8C-42D1-A6F3-8F363DFF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E301A582-58AC-49C5-A25B-61CA3C3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27B94-53F8-4900-878D-04618737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F0026F6F-DA12-4A98-AE32-1348C55F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BF96A18E-38D1-4265-97D9-33A4D0D9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kruskal_cost(n, edges):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826F36E-9C00-49F4-9098-BAB178C7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40D2188-30A8-46E1-BBBD-35421552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parent = list(range(n))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71D43503-E437-488D-8CF5-1ED758FE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5F8F48D4-B561-48FC-94E4-23B90350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cost = used =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A5F40045-6942-4D82-82FA-439096E5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8CDD286-9DD9-427D-AC32-FC6D1E1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u, v, w in edges: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C0919E9-F316-4BF5-81DE-7914D158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EC3895B-7C60-4ED7-A391-4260BCD0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ru, rv = dsu_find(parent,u), dsu_find(parent,v)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963F5C4-64C0-4384-8405-06066554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FF88276E-D83D-47F0-B04B-008C6C4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ru != rv: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F88FC96-8711-4665-B2B8-36B4596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4197E5E-2F8B-4BE4-99C0-B181CF80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 = rv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F88915-F53C-4A21-B01B-2415EF1B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A355025-4694-40DA-B18E-1AAF4FFE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cost += w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4D573746-F679-4CE0-A203-1DADC8CA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D3CF7DB-5A24-4108-959B-E8E9038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used += 1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EFD55AE-DCAF-4779-A417-67E22F04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7865719-AFB8-4E00-B18B-1ED4BA9C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if used == n - 1 else -10**18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60D3F8D-5600-487B-A4E0-45003DB4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8671C-2A48-4829-9B19-0C6D3593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5BBC3D-77BD-4A48-8ED4-78FBB36F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571D4-A176-49A0-A3C3-97F8C6EA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F9FA6-36CB-441B-B732-4C89369F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6A482-BD91-4908-BF5E-B21E7B02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A346D9-CDBA-4629-BAD1-092C221D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800790C-4843-458A-9023-7FB8C3AC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78075F-5FF2-47A3-9ED1-DDA97D5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EBFDD-BD9F-4E60-AAD4-296D9C4D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11E821E-D5F6-445E-912D-C166C710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281053E-D35D-4068-BF54-CEDA4883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kruskal_cost(int n, const int edges[][3], int m)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42E74EA-7151-4A21-B5FA-846CC908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3EA2AFD-BC37-481D-85B8-F41E1257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parent[1000], used=0;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2CB936B-9F60-40D7-B339-8A2DE3EC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9174676-46EE-4910-B6C1-A46E5768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B53AC6C2-B0BA-4948-AA95-B55DBCA5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DE8C570-8DA0-4EA6-8AA6-99645A35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parent[i]=i;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87A2BF41-8199-4492-9C25-799FFEB2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C27845D-D447-4C3C-B6C5-FB5690F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i&lt;m; ++i)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BD0B8A8-25EE-439A-B6C1-F913EC51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D7C7DCC-E328-41E7-8C2D-E924F08B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ru=dsu_find(parent,edges[i][0]);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A9A1C9C5-77E2-44F9-AF85-718FC34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638DB556-E466-4816-91A6-E7620A59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rv=dsu_find(parent,edges[i][1]);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9859943-DB40-4581-9D2E-D4B384AB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10796FE-B39B-497D-AC99-A3DA3F1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(ru!=rv) {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7D4FF2E-4B7E-41BE-9D4B-6BBBE5C0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6C75EFF-EC87-439D-847A-29FFD360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parent[ru]=rv; cost+=edges[i][2]; ++used;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7D3E92F-22F2-4364-BD29-39ABAEB9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AA42EE13-C5E6-48E2-8A15-E35AE075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9D8D8448-FD05-4074-976A-3FBCE768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3C43DC65-BD05-4A0E-845C-A94E9D01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D6755D09-7925-452B-A665-CD9E26EF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1AFF42A6-597E-45DF-84C1-B3AA5EE4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used==n-1 ? cost:-1000000000000000000LL;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77092D7-9923-4ED2-B001-1AFE43A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9F191740-2B4E-4B9E-B0ED-65BB4603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6FDDCA9-F8AB-4C01-8BFE-F796DBC0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26CC5D-746E-4962-B36E-B2100A59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9250430-8F4A-455C-A622-B93F4FCF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89F07E-A9CE-4348-BC84-1C04F11E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13820-E4CE-4BB5-A8F3-205F5298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2F288-2878-419F-82A0-CBFD90B2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7128A5-2D8D-4BAD-BDF5-3C247FF8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AF4EEF-54BC-46A9-884A-BAC65B63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F5016A-2F58-4539-BD6C-F85D0883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 dist와 확정 여부 used가 주어진다. 미확정이며 거리가 INF 미만인 정점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(거리,번호)가 가장 작은 번호를 pick_vertex로 반환한다. 없으면 −1. n≤100,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INF=10¹⁸.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A68EEA3-D846-4A6F-807F-3B6BD168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95B5B-49AB-4696-B5CC-BA819ED1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D0C3F-C7DC-4821-AD37-FBEC3A7B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FCE36-496B-429A-83EC-8A930963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433CE76-A6A7-4802-B88D-51DB228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9205F-9187-475B-9E72-51E97EE9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8E3CE1D-5BF0-4965-B0AB-A147037B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D0688-55CF-4D0B-BC9A-DE784118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2E25-A60E-485B-BCFB-AB569905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47B4B2-584E-43E2-8462-D99A1D28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82B39D-7E5B-4FBD-BCB5-4836AB78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6240AD5-F2AC-454D-BCFF-D7452CC8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EE903-35BC-43B6-9933-5DF213F8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A172F9-A239-401C-8AF5-4BE168F4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 오름차순으로 순회하며 더 작은 거리에서만 후보를 교체한다.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666D7BC-EA71-4B92-8F3E-B228BD77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DF249-8D52-42E7-853F-1A53BD2A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2900586-6698-4B97-BC35-18625145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6397E0-63F7-40A6-8A68-B4FD443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AA9E36-9E4F-49B6-9F3B-054018BA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B0C78F7-9F2C-409E-83C6-F8341B5A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AE853-3944-4C3C-95B2-B5EC75FF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5D840-D1C0-4697-91A7-2783829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DA8986C-C388-4895-9E69-320CCD0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B91235-0D38-43F1-A11A-6FC32D15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7014AF7-8ED2-4526-830F-1B5CB282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C3EC2-1189-444C-AE16-5E64E83E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5E6726-C1DC-4B0D-ABB2-A44E6D27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522F524-92E8-4329-98C5-4A9E2FA6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pick_vertex(dist, used):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ABB91D8-DDE6-450C-AC70-55609AF3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7417F3A-2142-44CD-AC47-BF646652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-1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184108F-A3A7-4229-BF8C-9F21EAC3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B0ED0AB-4897-4A11-8C7B-D06CEFDB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range(len(dist)):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0A33C65-015B-4E81-AAF8-72EDFB64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675EF3A-2146-40B8-BDC1-D663E13E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not used[i] and dist[i] &lt; 10**18: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2F090D6-77A9-496D-87A5-D4B0CB37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CC6FA4-D2F7-46FE-B99F-942B5554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best == -1 or dist[i] &lt; dist[best]: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D5D015E-9A3E-4FAE-BD25-D2B12F5A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B9E6E03-B866-4C59-914F-AEF76D4D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best = i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21B32D1-57DA-4014-8F6B-88A88FED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917FF5C-EBE2-467E-8A23-11C0F2C9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2406E4CE-CEE5-4EB7-8491-CA854442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9C0BD6-AC33-4711-9C36-6BFB9524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F109816-B8FC-4370-88E6-D600F6D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075BF1-B4E4-4FC0-8E05-10336B2D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58EED-ABFF-4A3D-80BD-95287425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D4CC9-5553-4623-A4A5-D8B57560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EB7C940-3148-4D6B-B68D-4C12A658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D55B53-B526-44DB-ACF6-F69F3ED8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3239484-466E-4056-9B5D-68E42E8C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8E046-7013-4154-A18B-BC3119B8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1BEB8E1-08F4-4090-9365-D949AEBA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BD7AD0-B200-4103-BFA7-F7C5C232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pick_vertex(const long long dist[], const int used[],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DD8110A5-F726-453E-9CFC-8A644D82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778F69E-6EE5-4D2A-B4C8-625F713B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best=-1;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E7630A5-456F-4087-8CA2-C3A20C98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DB6C6CE-D41B-479F-8B9D-821A671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41D5EC6-CA3A-40AD-8969-911B33A4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86B44BE-760D-457E-9F51-161ED841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(!used[i] &amp;&amp; dist[i]&lt;1000000000000000000LL)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E80CA40-37BC-46C1-A18B-272A03BF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EB7F27D-40D1-49A9-AB2D-FEDF167F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(best==-1 || dist[i]&lt;dist[best]) best=i;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1B2F754-F191-46B1-8C20-0E204BF6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1FFEEFB-254F-4750-9DB0-983C7773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ED5085F-8161-4C69-BD19-D0D0D7DC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EF3C44A-1209-45E8-8CDD-5F4A2B10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379EA97-5746-4B6F-B28D-02012969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B902FF8-0464-4A9C-9A6E-F5C1BE05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93551-782E-464B-9EB0-7C260741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26F5B83-45B4-4D5A-A109-F5CF563B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97D687C-9180-45DB-934A-0CD9DDBD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6236E28-24D2-4696-AA88-2D671D40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EA43AC7-7E39-48BC-8430-F8F79719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4F3CBF3-FCFA-4DCA-B97D-A22429F7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A1DF3-916A-4C34-B99B-61FEFCF4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E7425-C3BA-4EB4-A484-12B884F5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5332CEE-0E45-4414-8A09-E650BD75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CB2C41-CD8F-44CF-A8C5-E0989340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62091E-3C34-42D9-BDA8-293DCD1E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1≤n≤100, 0≤s&lt;n. g[u][v]는 방향 간선 가중치 0..10⁶이며 −1은 간선 없음이다.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dijkstra(g,s)는 거리 배열을 구한다. 도달 불가는 10¹⁸. C 열 폭은 100.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pick_vertex는 제공된다.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C49175B-E31E-47D1-810F-384CAC1E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714504-539C-4D29-954E-B0DFB268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8E45B-7306-47FE-A2F0-469FB158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99CE4-3AB5-458E-93B5-8420828E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17EA76C-20CA-4577-A7D3-C483EC76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41B312-604F-41F1-BC6D-6CAB3BED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9B87A4-77D2-4967-A735-BC6254F6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E2AC3-9B0E-458D-8193-23460797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40B83-6284-451A-8676-42570D4D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685B59-457A-4D5A-A816-0503971A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5409C58-55EF-482B-8770-6052F05D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A242F6-A92C-4B72-B38D-5066BAD8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5E684-D439-4174-8AD6-B197EFC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708C225-26A9-4231-BB35-73223E31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가장 짧은 미확정 정점을 선택하고 존재하는 간선을 완화한다.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6BD3FD-7DBB-40F0-BE28-9B5B67E5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8855C5-447F-431D-BEF5-7C82231E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667B4DF-50AA-4E86-8936-75EB6070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960D52C-0E30-46C6-9F92-DC2C4E50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4444E5-62A1-40AC-8431-A46AFC4B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629B68-14E9-4F48-ADD6-0A1CF866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9F587-D66E-4D23-A1FC-7032F878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6FC02-946F-428F-A8DD-4DAA2646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0945F9-691C-4DCB-8CCB-9D488525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390008A-F6FA-45CD-9091-1BFE1881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6EDDF9F-0EE2-467C-B10B-08893433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698E1-48ED-4739-8EE9-178A9D31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9729C2F-9283-4ABF-8E01-BF9A4BF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C7539E6-7286-4418-8CE1-FEC53E2F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dijkstra(g, 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4A88BD6-1454-4E51-BEAC-59FAC720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FC97794-0412-4B24-9237-D6204781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len(g)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C80D1ADE-01AE-439C-A50D-38DD8379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09B60F64-1143-415A-AF07-71908775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dist, used = [10**18]*n,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E25BD93-DA84-4345-A65C-3562AC4C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AC6265-799A-4B6C-868C-DF0004B8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 = 0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42F688A-917F-4AC8-A114-A9D16785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106D053-E486-451B-8461-F743960A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6BFBA7D-3F19-43FD-B4B1-7BE25C7A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01B927C-671A-46E1-8ED4-0EB42445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pick_vertex(dist, used)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92C5C632-9A87-492A-B71F-547F6215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7D4E4BD-A8F3-47E6-BE81-33CECD7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u == -1: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2AEEFC0-3259-4CC7-9E20-9CAE1C74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53FCB71-B6B0-4645-AD2F-05C7BF37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5FD4F32-977F-41BC-841C-414D21F2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F95A0CE0-654A-413B-B031-B97B46F2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 = True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E039B03F-CD66-46A0-B58F-A13A3338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DCFB16-089C-40FE-B09E-A65B189B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v in range(n):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D6DD34F-E6EE-4B85-BB5A-1C7A659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5DA21C35-270D-42D4-9BEF-F66D1ABB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g[u][v] &gt;= 0: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F1C5C931-1A1F-4720-8AFC-C3022D85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D77697A0-0B1D-4FE2-8327-3FF0F91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= min(dist[v], dist[u] + g[u][v])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FFFB5389-1E72-40F5-88E4-45720BA5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B3D0A8A-CDE0-4F71-BA1C-B7A62CFC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3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4DC6CB5-C08A-4292-A6CD-F105DB8D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712A684-3B53-468D-98A8-E5655196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6B286-94B6-44DE-B3B4-E8830B7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668D308-13FD-4290-A2E7-77DE85CE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364C8-72FC-4D34-B0A9-713E4FD0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252CE-9374-42FA-8D66-8EDCF3C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FDEA5B-1DDF-4D84-8CA2-74C27B69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7D5BB68-AC3B-4B67-B15A-422DC07B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87ADFB-009B-40CF-88AC-3C7F3EE9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AB05F-0340-42E4-91F2-A0760867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4000EA38-5E20-4A43-80B2-FB3E0A18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6790CD37-4842-44DA-953A-1D71F07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dijkstra(const int g[][100], int n, int s, long long dist[])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1618E4-68EB-4A87-916B-C64D92BC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12F5BF8-82F3-47E7-BF48-87980CBC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used[100]={0};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BE907158-C70B-4C20-A770-CAE248A2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36D03FD-C590-471E-B6E3-75C8950F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dist[i]=1000000000000000000LL;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CA76EA3-4A48-4BC6-872A-9B9229D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8B2D24E-34D0-4CC9-8322-8A7D3E0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49C0D36-380E-405A-B6D7-63010BA7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323273C-27C5-4E94-9959-CFC5740A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step=0; step&lt;n; ++step)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6CF67DC-494E-4D38-A8E2-43362D19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219A53BD-16CA-4980-B0F6-3E6BE9C9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u=pick_vertex(dist,used,n);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E020F2D-5876-40EF-8236-151CDB2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D9A5E02-7250-4DA9-A9DF-BC37F93F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(u==-1) break;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7EB0AD3-38E8-4CC5-AABF-17500E2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A9F5FB-27CE-4B47-9944-D9318FE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used[u]=1;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C61FAB7E-BE05-4E0E-8677-48BB2124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D1A314AE-58D3-4357-A957-94694E67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v=0; v&lt;n; ++v) {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F13EF1E-6526-4B7B-8727-B3AD49CD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9E6F741D-4A26-4982-A14F-271B870F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(g[u][v]&gt;=0 &amp;&amp; dist[u]+g[u][v]&lt;dist[v])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ECD65E2C-0FCD-4A4C-B8A1-5DC1DDBE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93B5375-F6A5-4940-8955-9C289AD6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dist[v]=dist[u]+g[u][v];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AAC12452-6D6B-477B-810F-F3CDC4C5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C14562D-4C7E-4AB5-ABB0-F0E818DC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C712F3AF-ABE1-4BDD-9146-960EFF31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3E1D89BC-7768-4DD5-945C-8878AE14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C7A3ABA7-1E6A-4E3B-8367-372BE503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32CC96B9-C63D-4AB4-9206-8D59C3F0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BD0843-2F3C-426A-9DBD-224A091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9A0BCBA-3427-4509-97D5-999FD73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5AF4E-336B-4C2A-9584-75020719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8E147AA-25C7-40E3-A9C6-6545E9B3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B13C8-3E4F-4A6C-923F-7E42F12F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D07B6D-68D3-4D98-BD93-4A3EFF1D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CE6167-5596-41E3-9BED-D27A0DDA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E29302-09CA-4120-B02E-C11CB18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F41BA55-8692-4DE3-BBA1-D3F5BD19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n=2..50인 완전 무방향 거리 행렬 d, 가중치 1..10⁶(대각선 0)이다. 0에서 시작,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동률은 작은 도시 번호로 고른다. nearest_tour는 귀환을 포함한 휴리스틱 비용을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C 열 폭은 50.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F8463AB-6750-429D-8B81-92163244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94DE4-BFE7-47BA-8A27-3B469470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A4F59-0F52-4BFE-8FB9-F5165095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6474C-AA45-42D2-9D04-D8161408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D38FEF-435A-4E0B-8B78-0CD19B0A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CA2E436-B0B4-4CD2-8C9E-611EA590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BFE9CF-098C-4B98-8F2D-40073DF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83AC-9498-4CE0-832E-EA6E8CC4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F34AA-83A7-46A2-9EE7-735EC759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265BF9-0B1B-4F3D-9263-270F619B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AF79938-7042-4828-B566-5118E213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23EFD7-2014-40E7-B693-D7174D55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7F71E-3F0D-4CF2-AF3F-A5127F54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CA73A0-679E-4D65-9C92-40C76F37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가장 가까운 미방문 도시로 이동하고 마지막에 0으로 돌아온다.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E2F01C7-A66D-47A5-9917-DFEBD5C0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6DF86-10A5-4FD3-BAC9-1CD649C2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0843EE4-AFF3-4515-8022-FB74102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8-64">
            <a:extLst xmlns:a="http://schemas.openxmlformats.org/drawingml/2006/main">
              <a:ext uri="{FF2B5EF4-FFF2-40B4-BE49-F238E27FC236}">
                <a16:creationId xmlns:a16="http://schemas.microsoft.com/office/drawing/2014/main" id="{ED5D6EEB-58AD-4B1E-A7C0-34FD99AF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BD3AD1-00F0-4627-ADD7-1C44F1E8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6E89F23-DA47-4C19-9247-C4249C5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A75F4-40BD-4255-A307-F25E5FB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BB960-84A5-4B72-B88B-8476D424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988FA6-49ED-4262-A6CB-16629522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A4613C-C31A-4516-B7D2-F9FECEF0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428E371-9F61-4E1A-9977-385E6373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E478A-6D86-4F87-86E0-8B60BE56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9A169E2-3B2D-4D35-B112-65738DF6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2AD0B9-FAE5-4ACF-88D7-3A94C3FC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nearest_tour(d):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C7B6D49E-AB1E-42D0-B98A-97B66652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92C0D3-1870-4BE8-BD40-DDB565B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len(d)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8A267A4-686D-4CF6-8767-7977E99E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5B7C9BE-8F5E-47D6-9C04-ADF2BE92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 = [False]*n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E09C00-AD33-4D85-A576-C134BB1E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CBCB0A1-D5F4-4B7B-9E20-CE4307EB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used[0] = True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7697544-0465-4E16-A7DB-3E1D67B8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5E343F-3C18-4DE1-A2C0-45F59F0E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 = cost = 0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9E311F5-EB2D-4D2B-8D2F-8977CF6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094BE55-A463-43D6-A669-B9BCE4ED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 - 1):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8EF1AE5E-7B85-44B8-B539-58847EF7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C6DF37A3-9293-47BB-83D7-61451E53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 = min((i for i in range(n) if not used[i]),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4773DBD-5567-4348-88E2-F87D4C9B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B0E55DD-2C4D-4BEE-A4BA-BB68E1DF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key=lambda i: (d[u][i], i))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E926AD13-62F5-44A5-8B3E-A838BCF8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4C8A886-B19B-4E5C-8A5A-61778B30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 += d[u][v]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52B9D4AC-1178-46AE-A993-54C82F6B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C7DFC16-0A1C-4D2D-B7EC-411CFD05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used[v] = True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0240BCCD-2C31-4092-B207-E18705D2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809473E-1182-4FBA-87BB-749AA5EC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v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5AE6A64-696E-43BA-AA0A-321305A3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A22E5113-30C6-4126-9391-700C11D2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+ d[u][0]</a:t>
            </a:r>
          </a:p>
        </p:txBody>
      </p:sp>
      <p:sp>
        <p:nvSpPr>
          <p:cNvPr id="3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CFDB6CB-D878-4179-998B-5B01C935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752CE2-0384-4DFC-BDD5-25A94754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D422ECE-359A-40E7-9F12-022B945C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B5FE51-49A8-4393-99F7-A9A38171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F03A5-4DDF-43D3-B225-21080EC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C4833-1065-49F7-80C9-AC044760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4F4CA9-3697-48ED-9BC1-F744684E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175768-54AB-48E8-9556-AFFF1CF6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E257D98-DAAC-4FA5-A8DC-762D0302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339F4-314C-4346-A68A-15ECD3F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EC11537-1A3D-426B-8E9C-3B415E80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489CB91-A0D3-43FA-A0B4-D37977AD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nearest_tour(const int d[][50],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2B84E3C-CA4D-49D2-AFC4-17BAC2FD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BBBBE87-CB04-4407-85BA-22658A4B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used[50]={0}, u=0;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9D1830D-C603-4395-9DC0-C0532397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93DE7B6-57DE-487F-A07C-0B18394E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 used[0]=1;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D448F02-DB03-4507-9259-2981742F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12CDF5B-244D-4FE3-BABB-4E78F2E0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step=1; step&lt;n; ++step)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2A3892C-269E-4F85-AA86-A621A310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AEF4F0D0-0061-48A8-9B55-AD6AB4E2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v=-1;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4D17DB6-6DB4-41D6-84BF-4D62AE7A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F537395-A019-4103-8017-53A8C3FD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i=0; i&lt;n; ++i)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313C6A75-B320-4D1D-8B8C-A7E51BFB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F13FE66-01CB-4578-ACCC-8C252094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(!used[i] &amp;&amp; (v==-1 || d[u][i]&lt;d[u][v])) v=i;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795CBFBF-D9E5-49B6-BA7E-4A1FE21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B27474-A763-4443-BFC9-3D1DE500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cost+=d[u][v]; used[v]=1; u=v;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D027E08A-232D-4765-9739-BF788E14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81F500A-827B-4FA8-ABCE-A5D92709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876496D-B342-49B5-880A-C189E3B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637B4D23-1622-4984-9C96-5A5CEA02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cost+d[u][0];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7CA2C08A-FD69-4738-A8F9-739D2536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985E38C-9FDD-47AB-A2C5-EC7E086D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F46EF4E-412D-4B0A-B662-CDC10B37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BCFB7-9E2E-4337-9850-4AFD76AD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9AE96FB-B862-4511-972E-72A3D4FB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A507B3D-A34F-4FB3-A6C9-B2F711EB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F2C6B-0DEA-49BE-A16E-2959288C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6F3D-0C38-4583-8B06-294F5913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B2BB0F-F236-4880-A9F3-F92AD9CF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3B83B49-5C98-47A9-BCD0-91376F03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9963993-2B8E-47BB-B255-91AF302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시각 0에 도착한 작업의 처리 시간 a가 오름차순이다. 0≤n≤1000, 시간 1..10⁶.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completion_sum은 이 순서의 완료 시각 합을 반환한다.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348121-04BF-40D4-99F8-9F51AD8C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48220-8FEA-413F-B457-7A5BA49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B7077-2527-4B95-88F1-09B347C2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E7AFC-658B-4A08-A18A-120A1DE1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4EA65A-0F84-47F6-BC08-1DF0A9D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1308A0-2550-4B5A-AFE8-09A5D989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A24EB58-2AE0-4E87-AB93-155D78F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03F61-96A7-4EC3-A177-32C5C215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1AFE6-C049-4883-8840-58F1C29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7E15A2-2A31-4334-9367-82856DDE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C8B9C8-D63D-4049-898A-6482F64D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94C3BD-A8CA-4BF6-BCD4-9136D69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25F24-B7EC-4001-8ADA-D464923F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F592E76-2AB6-44E8-AB38-1DC62138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시간 누적합을 구하면서 각 누적합을 다시 더한다.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0FAD96-B495-4F01-87F1-86401AB0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D8A4C-E174-4A28-BEC3-CE35BA7A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73957D0-94BE-41BE-B46E-C50EA807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3E4DD11-0ED7-4393-BE44-F0798148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3F468BA-E7BA-42BC-8834-4AA0CD0C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853E174-22D5-4785-BFD9-BA569307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EE685-CBD4-4A8A-A821-781AB5D7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0CED3-701F-428A-A680-D4081AFD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0CC1D9-6709-4949-A595-C4C633DF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B3659F-0DA5-4E02-A2A3-E09A3EEC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1D925CD4-FC6D-4296-8C39-81CAE501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6A843-BB42-4070-AD69-9616C36F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B74D279-E037-4E24-A238-7A41EBE2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9F46324-59F9-42C3-9181-4B3A6B95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completion_sum(a):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93FC1E-417C-43D3-ADC8-045F24A4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B455F0FA-B7B9-4DD5-974F-9B43351F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elapsed = total = 0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A798B31-9F14-46EE-A13B-206883FB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8AE688D-9D3B-4D41-85EC-975216EA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duration in a: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5CE314A3-2564-40D1-837E-C5EA8B86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DF1AEA9D-DB8C-4423-A7F2-87CDEFE5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 += duration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869EFE2-2467-44FF-9DCD-67DB7DA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7F900DA-9F2E-4135-8DC1-CB0F83FC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elapsed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D1600B18-8AF8-4465-A012-C03CCA6D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58C2D7E-C122-44CA-A5F0-90BAA86E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</a:p>
        </p:txBody>
      </p:sp>
      <p:sp>
        <p:nvSpPr>
          <p:cNvPr id="2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59162A1-65A7-49F9-862B-D30D47D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02C6F57D-6016-407B-B216-BD252B07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1F9A15B-1B7D-42FB-84B2-F131ED19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E5FE7-CBF0-4327-95CF-FFE485A8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BC3F-C3BF-4CF7-9474-FC905F73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7B84E-E0B2-427D-9005-2807500E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0FBC894-24F6-471E-B832-88253BF7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810ACF-4AFB-4C87-B78A-3C6DF57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ADBC2FD8-D6B4-4C08-ABED-32A45868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B7723-47C0-4313-BF43-355D9A9D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31C13B5-83AF-41C5-8351-56F749D7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71AFDD0-B19A-4FC3-98C8-34AE8841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completion_sum(const 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5BA026D-842F-43A7-A5F2-3D1D234D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68A14B35-AAE3-4237-BB72-C2ECAB67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elapsed=0, total=0;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CAD8305-46A1-4A8D-ACA8-6CF311E4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83B47FE-BA38-4E3C-BB44-F6C2D617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1BF48632-1BD8-4EBF-A4BE-45C5DB0C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BC252E2-FB25-4943-BC5B-ABE9754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elapsed+=a[i];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8C3DFB5-A9FD-4160-B4C9-FD28683D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65BC36E8-92C7-4EB9-A29A-3D58323B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total+=elapsed;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CD430BE-0730-48D8-B198-74D6A88A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7B7A673-F440-4247-ADF2-6A90F4F8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7AC04AD8-A22E-4F4D-8419-992A294A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15D91762-F057-4794-9625-5EE69F71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E32B2B6-C223-462B-AF5E-A7137327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71F3F7D-0698-49E6-B272-2F41BBF5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A8C7AE3-67F6-450C-8E40-7EE5F08A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2179F-848F-43D3-A4BD-A510DEE1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534E143-9183-4711-993B-41FD9333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714DBEB-A7D9-457F-BDA6-33E6BD48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8FAF3-B017-430E-8974-ACB61FC6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8DB05-5A5A-45B4-83B5-0D6CFD7F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891E9E4-29E0-4D27-A7EB-0316341A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786C43-12C4-457C-AB12-458E882F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1C7FB-E5DC-459B-99D8-F55CD088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relax(dist,u,v,w)는 u에서 v로 가는 가중치 w 간선을 완화하고 갱신했으면 1, 아니면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0을 반환한다. INF=10¹⁸, 유한 거리≤10¹², 0≤w≤10⁶이다.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CEC674B-C097-4D2E-8297-1C8337AD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59544-030F-48C5-8B6B-CB7B0878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A1901-0D27-403E-B92E-A0881F28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09F66-B64E-4E16-8367-52D445B2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FE0FB8-47C1-477C-BB49-1F60A641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BE1B652-4198-487D-88AD-78411C75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046060-8ECF-417D-87C1-FDCF0FA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9DC6F-A875-4010-AE15-E1A30D5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EEA0A-1DE1-490F-9A67-83CBB151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9304BA8-57AB-419C-B221-41FE59FE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3982E9B-A129-448E-A018-F11CE714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BFC8ED-4FCB-4CBE-9005-5F404E27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1528B-E8AA-4839-90DE-12713331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7ED6BB8-8695-459E-8AF0-1EF39D93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u가 도달 가능하고 새 후보가 더 작을 때만 거리와 변경 여부를 갱신한다.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F8A6B9-73D3-40ED-A0F7-61A996EB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AE161-C62F-4567-8074-C153138C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8DBA4DF-029A-4576-9DD8-6AFE9E57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663BAA7C-D499-45FE-BB71-9BD6DCCC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815074F-F70D-48C9-9114-927F9458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5F5357-35E6-493A-BF89-677FA35F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22529-84E3-4E8E-AB06-D0A02D7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17F2C-3B51-4EE2-BCF4-B0675AE6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F9DB977-D6E7-49D3-96CE-0D0947DD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B9A6F4C-D59B-4EDE-B1B5-C6E44999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0B7C152-8BA0-408B-9623-ADFCEAA6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27677-202F-42DF-A777-3E038F4D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8FDE24ED-6D13-4C65-BF47-B84933C6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ADEBE7C-D0EC-4B33-A16D-7E01C773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relax(dist, u, v, w):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B890A9F-A39B-4EDD-82EC-595E657B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2253835-ECB7-4B84-94BE-A27D4D24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dist[u] == 10**18: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AD8C5845-F93F-4A5C-B4AB-9FC462CF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44CCF22-DDCF-4552-99A1-5BADC7CB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0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9F99565-E92B-4CCB-B6E4-100680E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0ECD3BD-3CE2-443F-9E2F-9CA15413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candidate = dist[u] + w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10D280D-B9F8-434F-B3F1-1B8862DA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7086402-305F-485D-AA1E-0255ECC2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candidate &lt; dist[v]: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9F055B07-3B47-4790-9A07-997A292D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0577DA4A-EB61-4201-93E5-D4A8969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 = candidate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5107E3D-F5BB-4C08-8592-CF1C4899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FD47546-48A0-49A0-BF23-FC2D9D1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5DE49010-A0C0-48FD-9BFD-E9BB5E97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9B32358-6C06-4334-9DF7-72B677C1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AB75DF0-3FA4-495F-93B0-28B48F01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D4F7BF-E9E1-455D-B33C-F02C100B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E2843E7-38F8-48A5-BDEF-FCF7CB0E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791A89-7C1D-4093-B133-9ECE9655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C32D20-728C-4BE6-982C-05977AE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7870D-4861-4B92-89E5-1285397B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3ECBB49-E0B9-4105-9F16-B3E2AEA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AD21A5F-3B3A-4E2E-8F7F-C2CB1660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95D3CA45-8C44-43E0-A98A-C9E1AC7F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21828-D837-4C6B-B0E0-88DF7088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939C4A45-50FF-42A4-8C69-246E17EF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CBA4301-33FB-4181-99BE-BCDEA8F2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relax(long long dist[], int u, int v, int w)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208FF8A-32FF-4675-8B44-5936560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7DF10285-96CE-450A-B7F7-26373B71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(dist[u]==1000000000000000000LL) return 0;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5D53234-C6A2-4C10-AF14-998DDC3C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F468491B-06AA-4073-A3C2-1901380B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candidate=dist[u]+w;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118EFBF-230D-4039-8D8A-3D25970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2164AC4-5DA5-44DC-9895-55831F1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(candidate&lt;dist[v])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295CDA0D-D1B9-4E05-9D10-BB6F3F8E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5F42BE7-12BB-401C-8A52-FB6D0D03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dist[v]=candidate;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F4705B-BE31-4387-8581-B686F220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A94884C-46E2-43A6-B912-E24B2F4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0778C104-E7FD-493A-8DE7-BD13063F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B34366F6-2457-409F-A0CB-720E0E88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EDA4A48-64AB-4777-ADA6-DB605214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C630A6E-D78E-4568-BFD7-9217280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0618F83-1576-4850-B678-4C7C11DD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BB25C680-EC7F-4EA0-A6B9-C202FDCF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C2FAFE9-2F1D-43D1-91C0-BE585365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2026-09-19T14:55:16.6470000Z</dcterms:created>
  <dcterms:modified xsi:type="dcterms:W3CDTF">2026-09-19T14:55:16.6470000Z</dcterms:modified>
</coreProperties>
</file>